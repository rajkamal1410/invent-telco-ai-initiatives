
<file path=[Content_Types].xml><?xml version="1.0" encoding="utf-8"?>
<Types xmlns="http://schemas.openxmlformats.org/package/2006/content-types">
  <Default Extension="bin" ContentType="application/vnd.openxmlformats-officedocument.oleObject"/>
  <Default Extension="emf" ContentType="image/x-emf"/>
  <Default Extension="fntdata" ContentType="application/x-fontdata"/>
  <Default Extension="jpeg" ContentType="image/jpeg"/>
  <Default Extension="png" ContentType="image/png"/>
  <Default Extension="rels" ContentType="application/vnd.openxmlformats-package.relationships+xml"/>
  <Default Extension="svg" ContentType="image/svg+xml"/>
  <Default Extension="wdp" ContentType="image/vnd.ms-photo"/>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Masters/slideMaster5.xml" ContentType="application/vnd.openxmlformats-officedocument.presentationml.slideMaster+xml"/>
  <Override PartName="/ppt/slideMasters/slideMaster6.xml" ContentType="application/vnd.openxmlformats-officedocument.presentationml.slideMaster+xml"/>
  <Override PartName="/ppt/slideMasters/slideMaster7.xml" ContentType="application/vnd.openxmlformats-officedocument.presentationml.slideMaster+xml"/>
  <Override PartName="/ppt/slideMasters/slideMaster8.xml" ContentType="application/vnd.openxmlformats-officedocument.presentationml.slideMaster+xml"/>
  <Override PartName="/ppt/slideMasters/slideMaster9.xml" ContentType="application/vnd.openxmlformats-officedocument.presentationml.slideMaster+xml"/>
  <Override PartName="/ppt/slideMasters/slideMaster10.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tags/tag1.xml" ContentType="application/vnd.openxmlformats-officedocument.presentationml.tag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slideLayouts/slideLayout22.xml" ContentType="application/vnd.openxmlformats-officedocument.presentationml.slideLayout+xml"/>
  <Override PartName="/ppt/theme/theme2.xml" ContentType="application/vnd.openxmlformats-officedocument.theme+xml"/>
  <Override PartName="/ppt/tags/tag10.xml" ContentType="application/vnd.openxmlformats-officedocument.presentationml.tags+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theme/theme3.xml" ContentType="application/vnd.openxmlformats-officedocument.theme+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theme/theme4.xml" ContentType="application/vnd.openxmlformats-officedocument.theme+xml"/>
  <Override PartName="/ppt/tags/tag15.xml" ContentType="application/vnd.openxmlformats-officedocument.presentationml.tags+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theme/theme5.xml" ContentType="application/vnd.openxmlformats-officedocument.theme+xml"/>
  <Override PartName="/ppt/tags/tag16.xml" ContentType="application/vnd.openxmlformats-officedocument.presentationml.tags+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slideLayouts/slideLayout58.xml" ContentType="application/vnd.openxmlformats-officedocument.presentationml.slideLayout+xml"/>
  <Override PartName="/ppt/slideLayouts/slideLayout59.xml" ContentType="application/vnd.openxmlformats-officedocument.presentationml.slideLayout+xml"/>
  <Override PartName="/ppt/slideLayouts/slideLayout60.xml" ContentType="application/vnd.openxmlformats-officedocument.presentationml.slideLayout+xml"/>
  <Override PartName="/ppt/slideLayouts/slideLayout61.xml" ContentType="application/vnd.openxmlformats-officedocument.presentationml.slideLayout+xml"/>
  <Override PartName="/ppt/slideLayouts/slideLayout62.xml" ContentType="application/vnd.openxmlformats-officedocument.presentationml.slideLayout+xml"/>
  <Override PartName="/ppt/slideLayouts/slideLayout63.xml" ContentType="application/vnd.openxmlformats-officedocument.presentationml.slideLayout+xml"/>
  <Override PartName="/ppt/slideLayouts/slideLayout64.xml" ContentType="application/vnd.openxmlformats-officedocument.presentationml.slideLayout+xml"/>
  <Override PartName="/ppt/slideLayouts/slideLayout65.xml" ContentType="application/vnd.openxmlformats-officedocument.presentationml.slideLayout+xml"/>
  <Override PartName="/ppt/slideLayouts/slideLayout66.xml" ContentType="application/vnd.openxmlformats-officedocument.presentationml.slideLayout+xml"/>
  <Override PartName="/ppt/slideLayouts/slideLayout67.xml" ContentType="application/vnd.openxmlformats-officedocument.presentationml.slideLayout+xml"/>
  <Override PartName="/ppt/slideLayouts/slideLayout68.xml" ContentType="application/vnd.openxmlformats-officedocument.presentationml.slideLayout+xml"/>
  <Override PartName="/ppt/slideLayouts/slideLayout69.xml" ContentType="application/vnd.openxmlformats-officedocument.presentationml.slideLayout+xml"/>
  <Override PartName="/ppt/slideLayouts/slideLayout70.xml" ContentType="application/vnd.openxmlformats-officedocument.presentationml.slideLayout+xml"/>
  <Override PartName="/ppt/slideLayouts/slideLayout71.xml" ContentType="application/vnd.openxmlformats-officedocument.presentationml.slideLayout+xml"/>
  <Override PartName="/ppt/slideLayouts/slideLayout72.xml" ContentType="application/vnd.openxmlformats-officedocument.presentationml.slideLayout+xml"/>
  <Override PartName="/ppt/slideLayouts/slideLayout73.xml" ContentType="application/vnd.openxmlformats-officedocument.presentationml.slideLayout+xml"/>
  <Override PartName="/ppt/slideLayouts/slideLayout74.xml" ContentType="application/vnd.openxmlformats-officedocument.presentationml.slideLayout+xml"/>
  <Override PartName="/ppt/slideLayouts/slideLayout75.xml" ContentType="application/vnd.openxmlformats-officedocument.presentationml.slideLayout+xml"/>
  <Override PartName="/ppt/theme/theme6.xml" ContentType="application/vnd.openxmlformats-officedocument.theme+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tags/tag25.xml" ContentType="application/vnd.openxmlformats-officedocument.presentationml.tags+xml"/>
  <Override PartName="/ppt/tags/tag26.xml" ContentType="application/vnd.openxmlformats-officedocument.presentationml.tags+xml"/>
  <Override PartName="/ppt/tags/tag27.xml" ContentType="application/vnd.openxmlformats-officedocument.presentationml.tags+xml"/>
  <Override PartName="/ppt/tags/tag28.xml" ContentType="application/vnd.openxmlformats-officedocument.presentationml.tags+xml"/>
  <Override PartName="/ppt/tags/tag29.xml" ContentType="application/vnd.openxmlformats-officedocument.presentationml.tags+xml"/>
  <Override PartName="/ppt/slideLayouts/slideLayout76.xml" ContentType="application/vnd.openxmlformats-officedocument.presentationml.slideLayout+xml"/>
  <Override PartName="/ppt/slideLayouts/slideLayout77.xml" ContentType="application/vnd.openxmlformats-officedocument.presentationml.slideLayout+xml"/>
  <Override PartName="/ppt/slideLayouts/slideLayout78.xml" ContentType="application/vnd.openxmlformats-officedocument.presentationml.slideLayout+xml"/>
  <Override PartName="/ppt/slideLayouts/slideLayout79.xml" ContentType="application/vnd.openxmlformats-officedocument.presentationml.slideLayout+xml"/>
  <Override PartName="/ppt/slideLayouts/slideLayout80.xml" ContentType="application/vnd.openxmlformats-officedocument.presentationml.slideLayout+xml"/>
  <Override PartName="/ppt/slideLayouts/slideLayout81.xml" ContentType="application/vnd.openxmlformats-officedocument.presentationml.slideLayout+xml"/>
  <Override PartName="/ppt/slideLayouts/slideLayout82.xml" ContentType="application/vnd.openxmlformats-officedocument.presentationml.slideLayout+xml"/>
  <Override PartName="/ppt/slideLayouts/slideLayout83.xml" ContentType="application/vnd.openxmlformats-officedocument.presentationml.slideLayout+xml"/>
  <Override PartName="/ppt/slideLayouts/slideLayout84.xml" ContentType="application/vnd.openxmlformats-officedocument.presentationml.slideLayout+xml"/>
  <Override PartName="/ppt/slideLayouts/slideLayout85.xml" ContentType="application/vnd.openxmlformats-officedocument.presentationml.slideLayout+xml"/>
  <Override PartName="/ppt/slideLayouts/slideLayout86.xml" ContentType="application/vnd.openxmlformats-officedocument.presentationml.slideLayout+xml"/>
  <Override PartName="/ppt/slideLayouts/slideLayout87.xml" ContentType="application/vnd.openxmlformats-officedocument.presentationml.slideLayout+xml"/>
  <Override PartName="/ppt/slideLayouts/slideLayout88.xml" ContentType="application/vnd.openxmlformats-officedocument.presentationml.slideLayout+xml"/>
  <Override PartName="/ppt/slideLayouts/slideLayout89.xml" ContentType="application/vnd.openxmlformats-officedocument.presentationml.slideLayout+xml"/>
  <Override PartName="/ppt/slideLayouts/slideLayout90.xml" ContentType="application/vnd.openxmlformats-officedocument.presentationml.slideLayout+xml"/>
  <Override PartName="/ppt/slideLayouts/slideLayout91.xml" ContentType="application/vnd.openxmlformats-officedocument.presentationml.slideLayout+xml"/>
  <Override PartName="/ppt/slideLayouts/slideLayout92.xml" ContentType="application/vnd.openxmlformats-officedocument.presentationml.slideLayout+xml"/>
  <Override PartName="/ppt/slideLayouts/slideLayout93.xml" ContentType="application/vnd.openxmlformats-officedocument.presentationml.slideLayout+xml"/>
  <Override PartName="/ppt/slideLayouts/slideLayout94.xml" ContentType="application/vnd.openxmlformats-officedocument.presentationml.slideLayout+xml"/>
  <Override PartName="/ppt/slideLayouts/slideLayout95.xml" ContentType="application/vnd.openxmlformats-officedocument.presentationml.slideLayout+xml"/>
  <Override PartName="/ppt/slideLayouts/slideLayout96.xml" ContentType="application/vnd.openxmlformats-officedocument.presentationml.slideLayout+xml"/>
  <Override PartName="/ppt/slideLayouts/slideLayout97.xml" ContentType="application/vnd.openxmlformats-officedocument.presentationml.slideLayout+xml"/>
  <Override PartName="/ppt/slideLayouts/slideLayout98.xml" ContentType="application/vnd.openxmlformats-officedocument.presentationml.slideLayout+xml"/>
  <Override PartName="/ppt/slideLayouts/slideLayout99.xml" ContentType="application/vnd.openxmlformats-officedocument.presentationml.slideLayout+xml"/>
  <Override PartName="/ppt/slideLayouts/slideLayout100.xml" ContentType="application/vnd.openxmlformats-officedocument.presentationml.slideLayout+xml"/>
  <Override PartName="/ppt/slideLayouts/slideLayout101.xml" ContentType="application/vnd.openxmlformats-officedocument.presentationml.slideLayout+xml"/>
  <Override PartName="/ppt/slideLayouts/slideLayout102.xml" ContentType="application/vnd.openxmlformats-officedocument.presentationml.slideLayout+xml"/>
  <Override PartName="/ppt/slideLayouts/slideLayout103.xml" ContentType="application/vnd.openxmlformats-officedocument.presentationml.slideLayout+xml"/>
  <Override PartName="/ppt/slideLayouts/slideLayout104.xml" ContentType="application/vnd.openxmlformats-officedocument.presentationml.slideLayout+xml"/>
  <Override PartName="/ppt/slideLayouts/slideLayout105.xml" ContentType="application/vnd.openxmlformats-officedocument.presentationml.slideLayout+xml"/>
  <Override PartName="/ppt/slideLayouts/slideLayout106.xml" ContentType="application/vnd.openxmlformats-officedocument.presentationml.slideLayout+xml"/>
  <Override PartName="/ppt/slideLayouts/slideLayout107.xml" ContentType="application/vnd.openxmlformats-officedocument.presentationml.slideLayout+xml"/>
  <Override PartName="/ppt/slideLayouts/slideLayout108.xml" ContentType="application/vnd.openxmlformats-officedocument.presentationml.slideLayout+xml"/>
  <Override PartName="/ppt/slideLayouts/slideLayout109.xml" ContentType="application/vnd.openxmlformats-officedocument.presentationml.slideLayout+xml"/>
  <Override PartName="/ppt/slideLayouts/slideLayout110.xml" ContentType="application/vnd.openxmlformats-officedocument.presentationml.slideLayout+xml"/>
  <Override PartName="/ppt/slideLayouts/slideLayout111.xml" ContentType="application/vnd.openxmlformats-officedocument.presentationml.slideLayout+xml"/>
  <Override PartName="/ppt/slideLayouts/slideLayout112.xml" ContentType="application/vnd.openxmlformats-officedocument.presentationml.slideLayout+xml"/>
  <Override PartName="/ppt/slideLayouts/slideLayout113.xml" ContentType="application/vnd.openxmlformats-officedocument.presentationml.slideLayout+xml"/>
  <Override PartName="/ppt/slideLayouts/slideLayout114.xml" ContentType="application/vnd.openxmlformats-officedocument.presentationml.slideLayout+xml"/>
  <Override PartName="/ppt/theme/theme7.xml" ContentType="application/vnd.openxmlformats-officedocument.theme+xml"/>
  <Override PartName="/ppt/tags/tag30.xml" ContentType="application/vnd.openxmlformats-officedocument.presentationml.tags+xml"/>
  <Override PartName="/ppt/tags/tag31.xml" ContentType="application/vnd.openxmlformats-officedocument.presentationml.tags+xml"/>
  <Override PartName="/ppt/tags/tag32.xml" ContentType="application/vnd.openxmlformats-officedocument.presentationml.tags+xml"/>
  <Override PartName="/ppt/tags/tag33.xml" ContentType="application/vnd.openxmlformats-officedocument.presentationml.tags+xml"/>
  <Override PartName="/ppt/tags/tag34.xml" ContentType="application/vnd.openxmlformats-officedocument.presentationml.tags+xml"/>
  <Override PartName="/ppt/tags/tag35.xml" ContentType="application/vnd.openxmlformats-officedocument.presentationml.tags+xml"/>
  <Override PartName="/ppt/tags/tag36.xml" ContentType="application/vnd.openxmlformats-officedocument.presentationml.tags+xml"/>
  <Override PartName="/ppt/tags/tag37.xml" ContentType="application/vnd.openxmlformats-officedocument.presentationml.tags+xml"/>
  <Override PartName="/ppt/tags/tag38.xml" ContentType="application/vnd.openxmlformats-officedocument.presentationml.tags+xml"/>
  <Override PartName="/ppt/tags/tag39.xml" ContentType="application/vnd.openxmlformats-officedocument.presentationml.tags+xml"/>
  <Override PartName="/ppt/tags/tag40.xml" ContentType="application/vnd.openxmlformats-officedocument.presentationml.tags+xml"/>
  <Override PartName="/ppt/tags/tag41.xml" ContentType="application/vnd.openxmlformats-officedocument.presentationml.tags+xml"/>
  <Override PartName="/ppt/tags/tag42.xml" ContentType="application/vnd.openxmlformats-officedocument.presentationml.tags+xml"/>
  <Override PartName="/ppt/tags/tag43.xml" ContentType="application/vnd.openxmlformats-officedocument.presentationml.tags+xml"/>
  <Override PartName="/ppt/tags/tag44.xml" ContentType="application/vnd.openxmlformats-officedocument.presentationml.tags+xml"/>
  <Override PartName="/ppt/slideLayouts/slideLayout115.xml" ContentType="application/vnd.openxmlformats-officedocument.presentationml.slideLayout+xml"/>
  <Override PartName="/ppt/slideLayouts/slideLayout116.xml" ContentType="application/vnd.openxmlformats-officedocument.presentationml.slideLayout+xml"/>
  <Override PartName="/ppt/slideLayouts/slideLayout117.xml" ContentType="application/vnd.openxmlformats-officedocument.presentationml.slideLayout+xml"/>
  <Override PartName="/ppt/slideLayouts/slideLayout118.xml" ContentType="application/vnd.openxmlformats-officedocument.presentationml.slideLayout+xml"/>
  <Override PartName="/ppt/slideLayouts/slideLayout119.xml" ContentType="application/vnd.openxmlformats-officedocument.presentationml.slideLayout+xml"/>
  <Override PartName="/ppt/slideLayouts/slideLayout120.xml" ContentType="application/vnd.openxmlformats-officedocument.presentationml.slideLayout+xml"/>
  <Override PartName="/ppt/slideLayouts/slideLayout121.xml" ContentType="application/vnd.openxmlformats-officedocument.presentationml.slideLayout+xml"/>
  <Override PartName="/ppt/slideLayouts/slideLayout122.xml" ContentType="application/vnd.openxmlformats-officedocument.presentationml.slideLayout+xml"/>
  <Override PartName="/ppt/slideLayouts/slideLayout123.xml" ContentType="application/vnd.openxmlformats-officedocument.presentationml.slideLayout+xml"/>
  <Override PartName="/ppt/slideLayouts/slideLayout124.xml" ContentType="application/vnd.openxmlformats-officedocument.presentationml.slideLayout+xml"/>
  <Override PartName="/ppt/slideLayouts/slideLayout125.xml" ContentType="application/vnd.openxmlformats-officedocument.presentationml.slideLayout+xml"/>
  <Override PartName="/ppt/slideLayouts/slideLayout126.xml" ContentType="application/vnd.openxmlformats-officedocument.presentationml.slideLayout+xml"/>
  <Override PartName="/ppt/slideLayouts/slideLayout127.xml" ContentType="application/vnd.openxmlformats-officedocument.presentationml.slideLayout+xml"/>
  <Override PartName="/ppt/slideLayouts/slideLayout128.xml" ContentType="application/vnd.openxmlformats-officedocument.presentationml.slideLayout+xml"/>
  <Override PartName="/ppt/slideLayouts/slideLayout129.xml" ContentType="application/vnd.openxmlformats-officedocument.presentationml.slideLayout+xml"/>
  <Override PartName="/ppt/slideLayouts/slideLayout130.xml" ContentType="application/vnd.openxmlformats-officedocument.presentationml.slideLayout+xml"/>
  <Override PartName="/ppt/slideLayouts/slideLayout131.xml" ContentType="application/vnd.openxmlformats-officedocument.presentationml.slideLayout+xml"/>
  <Override PartName="/ppt/slideLayouts/slideLayout132.xml" ContentType="application/vnd.openxmlformats-officedocument.presentationml.slideLayout+xml"/>
  <Override PartName="/ppt/slideLayouts/slideLayout133.xml" ContentType="application/vnd.openxmlformats-officedocument.presentationml.slideLayout+xml"/>
  <Override PartName="/ppt/slideLayouts/slideLayout134.xml" ContentType="application/vnd.openxmlformats-officedocument.presentationml.slideLayout+xml"/>
  <Override PartName="/ppt/slideLayouts/slideLayout135.xml" ContentType="application/vnd.openxmlformats-officedocument.presentationml.slideLayout+xml"/>
  <Override PartName="/ppt/slideLayouts/slideLayout136.xml" ContentType="application/vnd.openxmlformats-officedocument.presentationml.slideLayout+xml"/>
  <Override PartName="/ppt/slideLayouts/slideLayout137.xml" ContentType="application/vnd.openxmlformats-officedocument.presentationml.slideLayout+xml"/>
  <Override PartName="/ppt/slideLayouts/slideLayout138.xml" ContentType="application/vnd.openxmlformats-officedocument.presentationml.slideLayout+xml"/>
  <Override PartName="/ppt/slideLayouts/slideLayout139.xml" ContentType="application/vnd.openxmlformats-officedocument.presentationml.slideLayout+xml"/>
  <Override PartName="/ppt/slideLayouts/slideLayout140.xml" ContentType="application/vnd.openxmlformats-officedocument.presentationml.slideLayout+xml"/>
  <Override PartName="/ppt/slideLayouts/slideLayout141.xml" ContentType="application/vnd.openxmlformats-officedocument.presentationml.slideLayout+xml"/>
  <Override PartName="/ppt/slideLayouts/slideLayout142.xml" ContentType="application/vnd.openxmlformats-officedocument.presentationml.slideLayout+xml"/>
  <Override PartName="/ppt/slideLayouts/slideLayout143.xml" ContentType="application/vnd.openxmlformats-officedocument.presentationml.slideLayout+xml"/>
  <Override PartName="/ppt/slideLayouts/slideLayout144.xml" ContentType="application/vnd.openxmlformats-officedocument.presentationml.slideLayout+xml"/>
  <Override PartName="/ppt/slideLayouts/slideLayout145.xml" ContentType="application/vnd.openxmlformats-officedocument.presentationml.slideLayout+xml"/>
  <Override PartName="/ppt/slideLayouts/slideLayout146.xml" ContentType="application/vnd.openxmlformats-officedocument.presentationml.slideLayout+xml"/>
  <Override PartName="/ppt/slideLayouts/slideLayout147.xml" ContentType="application/vnd.openxmlformats-officedocument.presentationml.slideLayout+xml"/>
  <Override PartName="/ppt/slideLayouts/slideLayout148.xml" ContentType="application/vnd.openxmlformats-officedocument.presentationml.slideLayout+xml"/>
  <Override PartName="/ppt/slideLayouts/slideLayout149.xml" ContentType="application/vnd.openxmlformats-officedocument.presentationml.slideLayout+xml"/>
  <Override PartName="/ppt/slideLayouts/slideLayout150.xml" ContentType="application/vnd.openxmlformats-officedocument.presentationml.slideLayout+xml"/>
  <Override PartName="/ppt/slideLayouts/slideLayout151.xml" ContentType="application/vnd.openxmlformats-officedocument.presentationml.slideLayout+xml"/>
  <Override PartName="/ppt/slideLayouts/slideLayout152.xml" ContentType="application/vnd.openxmlformats-officedocument.presentationml.slideLayout+xml"/>
  <Override PartName="/ppt/slideLayouts/slideLayout153.xml" ContentType="application/vnd.openxmlformats-officedocument.presentationml.slideLayout+xml"/>
  <Override PartName="/ppt/slideLayouts/slideLayout154.xml" ContentType="application/vnd.openxmlformats-officedocument.presentationml.slideLayout+xml"/>
  <Override PartName="/ppt/slideLayouts/slideLayout155.xml" ContentType="application/vnd.openxmlformats-officedocument.presentationml.slideLayout+xml"/>
  <Override PartName="/ppt/slideLayouts/slideLayout156.xml" ContentType="application/vnd.openxmlformats-officedocument.presentationml.slideLayout+xml"/>
  <Override PartName="/ppt/theme/theme8.xml" ContentType="application/vnd.openxmlformats-officedocument.theme+xml"/>
  <Override PartName="/ppt/tags/tag45.xml" ContentType="application/vnd.openxmlformats-officedocument.presentationml.tags+xml"/>
  <Override PartName="/ppt/tags/tag46.xml" ContentType="application/vnd.openxmlformats-officedocument.presentationml.tags+xml"/>
  <Override PartName="/ppt/tags/tag47.xml" ContentType="application/vnd.openxmlformats-officedocument.presentationml.tags+xml"/>
  <Override PartName="/ppt/tags/tag48.xml" ContentType="application/vnd.openxmlformats-officedocument.presentationml.tags+xml"/>
  <Override PartName="/ppt/tags/tag49.xml" ContentType="application/vnd.openxmlformats-officedocument.presentationml.tags+xml"/>
  <Override PartName="/ppt/tags/tag50.xml" ContentType="application/vnd.openxmlformats-officedocument.presentationml.tags+xml"/>
  <Override PartName="/ppt/tags/tag51.xml" ContentType="application/vnd.openxmlformats-officedocument.presentationml.tags+xml"/>
  <Override PartName="/ppt/tags/tag52.xml" ContentType="application/vnd.openxmlformats-officedocument.presentationml.tags+xml"/>
  <Override PartName="/ppt/slideLayouts/slideLayout157.xml" ContentType="application/vnd.openxmlformats-officedocument.presentationml.slideLayout+xml"/>
  <Override PartName="/ppt/slideLayouts/slideLayout158.xml" ContentType="application/vnd.openxmlformats-officedocument.presentationml.slideLayout+xml"/>
  <Override PartName="/ppt/slideLayouts/slideLayout159.xml" ContentType="application/vnd.openxmlformats-officedocument.presentationml.slideLayout+xml"/>
  <Override PartName="/ppt/slideLayouts/slideLayout160.xml" ContentType="application/vnd.openxmlformats-officedocument.presentationml.slideLayout+xml"/>
  <Override PartName="/ppt/slideLayouts/slideLayout161.xml" ContentType="application/vnd.openxmlformats-officedocument.presentationml.slideLayout+xml"/>
  <Override PartName="/ppt/slideLayouts/slideLayout162.xml" ContentType="application/vnd.openxmlformats-officedocument.presentationml.slideLayout+xml"/>
  <Override PartName="/ppt/slideLayouts/slideLayout163.xml" ContentType="application/vnd.openxmlformats-officedocument.presentationml.slideLayout+xml"/>
  <Override PartName="/ppt/slideLayouts/slideLayout164.xml" ContentType="application/vnd.openxmlformats-officedocument.presentationml.slideLayout+xml"/>
  <Override PartName="/ppt/slideLayouts/slideLayout165.xml" ContentType="application/vnd.openxmlformats-officedocument.presentationml.slideLayout+xml"/>
  <Override PartName="/ppt/slideLayouts/slideLayout166.xml" ContentType="application/vnd.openxmlformats-officedocument.presentationml.slideLayout+xml"/>
  <Override PartName="/ppt/slideLayouts/slideLayout167.xml" ContentType="application/vnd.openxmlformats-officedocument.presentationml.slideLayout+xml"/>
  <Override PartName="/ppt/slideLayouts/slideLayout168.xml" ContentType="application/vnd.openxmlformats-officedocument.presentationml.slideLayout+xml"/>
  <Override PartName="/ppt/slideLayouts/slideLayout169.xml" ContentType="application/vnd.openxmlformats-officedocument.presentationml.slideLayout+xml"/>
  <Override PartName="/ppt/slideLayouts/slideLayout170.xml" ContentType="application/vnd.openxmlformats-officedocument.presentationml.slideLayout+xml"/>
  <Override PartName="/ppt/slideLayouts/slideLayout171.xml" ContentType="application/vnd.openxmlformats-officedocument.presentationml.slideLayout+xml"/>
  <Override PartName="/ppt/slideLayouts/slideLayout172.xml" ContentType="application/vnd.openxmlformats-officedocument.presentationml.slideLayout+xml"/>
  <Override PartName="/ppt/slideLayouts/slideLayout173.xml" ContentType="application/vnd.openxmlformats-officedocument.presentationml.slideLayout+xml"/>
  <Override PartName="/ppt/slideLayouts/slideLayout174.xml" ContentType="application/vnd.openxmlformats-officedocument.presentationml.slideLayout+xml"/>
  <Override PartName="/ppt/slideLayouts/slideLayout175.xml" ContentType="application/vnd.openxmlformats-officedocument.presentationml.slideLayout+xml"/>
  <Override PartName="/ppt/slideLayouts/slideLayout176.xml" ContentType="application/vnd.openxmlformats-officedocument.presentationml.slideLayout+xml"/>
  <Override PartName="/ppt/slideLayouts/slideLayout177.xml" ContentType="application/vnd.openxmlformats-officedocument.presentationml.slideLayout+xml"/>
  <Override PartName="/ppt/slideLayouts/slideLayout178.xml" ContentType="application/vnd.openxmlformats-officedocument.presentationml.slideLayout+xml"/>
  <Override PartName="/ppt/slideLayouts/slideLayout179.xml" ContentType="application/vnd.openxmlformats-officedocument.presentationml.slideLayout+xml"/>
  <Override PartName="/ppt/slideLayouts/slideLayout180.xml" ContentType="application/vnd.openxmlformats-officedocument.presentationml.slideLayout+xml"/>
  <Override PartName="/ppt/slideLayouts/slideLayout181.xml" ContentType="application/vnd.openxmlformats-officedocument.presentationml.slideLayout+xml"/>
  <Override PartName="/ppt/slideLayouts/slideLayout182.xml" ContentType="application/vnd.openxmlformats-officedocument.presentationml.slideLayout+xml"/>
  <Override PartName="/ppt/slideLayouts/slideLayout183.xml" ContentType="application/vnd.openxmlformats-officedocument.presentationml.slideLayout+xml"/>
  <Override PartName="/ppt/slideLayouts/slideLayout184.xml" ContentType="application/vnd.openxmlformats-officedocument.presentationml.slideLayout+xml"/>
  <Override PartName="/ppt/slideLayouts/slideLayout185.xml" ContentType="application/vnd.openxmlformats-officedocument.presentationml.slideLayout+xml"/>
  <Override PartName="/ppt/slideLayouts/slideLayout186.xml" ContentType="application/vnd.openxmlformats-officedocument.presentationml.slideLayout+xml"/>
  <Override PartName="/ppt/slideLayouts/slideLayout187.xml" ContentType="application/vnd.openxmlformats-officedocument.presentationml.slideLayout+xml"/>
  <Override PartName="/ppt/slideLayouts/slideLayout188.xml" ContentType="application/vnd.openxmlformats-officedocument.presentationml.slideLayout+xml"/>
  <Override PartName="/ppt/slideLayouts/slideLayout189.xml" ContentType="application/vnd.openxmlformats-officedocument.presentationml.slideLayout+xml"/>
  <Override PartName="/ppt/slideLayouts/slideLayout190.xml" ContentType="application/vnd.openxmlformats-officedocument.presentationml.slideLayout+xml"/>
  <Override PartName="/ppt/slideLayouts/slideLayout191.xml" ContentType="application/vnd.openxmlformats-officedocument.presentationml.slideLayout+xml"/>
  <Override PartName="/ppt/slideLayouts/slideLayout192.xml" ContentType="application/vnd.openxmlformats-officedocument.presentationml.slideLayout+xml"/>
  <Override PartName="/ppt/slideLayouts/slideLayout193.xml" ContentType="application/vnd.openxmlformats-officedocument.presentationml.slideLayout+xml"/>
  <Override PartName="/ppt/slideLayouts/slideLayout194.xml" ContentType="application/vnd.openxmlformats-officedocument.presentationml.slideLayout+xml"/>
  <Override PartName="/ppt/theme/theme9.xml" ContentType="application/vnd.openxmlformats-officedocument.theme+xml"/>
  <Override PartName="/ppt/tags/tag53.xml" ContentType="application/vnd.openxmlformats-officedocument.presentationml.tags+xml"/>
  <Override PartName="/ppt/tags/tag54.xml" ContentType="application/vnd.openxmlformats-officedocument.presentationml.tags+xml"/>
  <Override PartName="/ppt/tags/tag55.xml" ContentType="application/vnd.openxmlformats-officedocument.presentationml.tags+xml"/>
  <Override PartName="/ppt/tags/tag56.xml" ContentType="application/vnd.openxmlformats-officedocument.presentationml.tags+xml"/>
  <Override PartName="/ppt/tags/tag57.xml" ContentType="application/vnd.openxmlformats-officedocument.presentationml.tags+xml"/>
  <Override PartName="/ppt/tags/tag58.xml" ContentType="application/vnd.openxmlformats-officedocument.presentationml.tags+xml"/>
  <Override PartName="/ppt/tags/tag59.xml" ContentType="application/vnd.openxmlformats-officedocument.presentationml.tags+xml"/>
  <Override PartName="/ppt/tags/tag60.xml" ContentType="application/vnd.openxmlformats-officedocument.presentationml.tags+xml"/>
  <Override PartName="/ppt/tags/tag61.xml" ContentType="application/vnd.openxmlformats-officedocument.presentationml.tags+xml"/>
  <Override PartName="/ppt/tags/tag62.xml" ContentType="application/vnd.openxmlformats-officedocument.presentationml.tags+xml"/>
  <Override PartName="/ppt/tags/tag63.xml" ContentType="application/vnd.openxmlformats-officedocument.presentationml.tags+xml"/>
  <Override PartName="/ppt/tags/tag64.xml" ContentType="application/vnd.openxmlformats-officedocument.presentationml.tags+xml"/>
  <Override PartName="/ppt/slideLayouts/slideLayout195.xml" ContentType="application/vnd.openxmlformats-officedocument.presentationml.slideLayout+xml"/>
  <Override PartName="/ppt/slideLayouts/slideLayout196.xml" ContentType="application/vnd.openxmlformats-officedocument.presentationml.slideLayout+xml"/>
  <Override PartName="/ppt/slideLayouts/slideLayout197.xml" ContentType="application/vnd.openxmlformats-officedocument.presentationml.slideLayout+xml"/>
  <Override PartName="/ppt/slideLayouts/slideLayout198.xml" ContentType="application/vnd.openxmlformats-officedocument.presentationml.slideLayout+xml"/>
  <Override PartName="/ppt/slideLayouts/slideLayout199.xml" ContentType="application/vnd.openxmlformats-officedocument.presentationml.slideLayout+xml"/>
  <Override PartName="/ppt/slideLayouts/slideLayout200.xml" ContentType="application/vnd.openxmlformats-officedocument.presentationml.slideLayout+xml"/>
  <Override PartName="/ppt/slideLayouts/slideLayout201.xml" ContentType="application/vnd.openxmlformats-officedocument.presentationml.slideLayout+xml"/>
  <Override PartName="/ppt/slideLayouts/slideLayout202.xml" ContentType="application/vnd.openxmlformats-officedocument.presentationml.slideLayout+xml"/>
  <Override PartName="/ppt/slideLayouts/slideLayout203.xml" ContentType="application/vnd.openxmlformats-officedocument.presentationml.slideLayout+xml"/>
  <Override PartName="/ppt/slideLayouts/slideLayout204.xml" ContentType="application/vnd.openxmlformats-officedocument.presentationml.slideLayout+xml"/>
  <Override PartName="/ppt/slideLayouts/slideLayout205.xml" ContentType="application/vnd.openxmlformats-officedocument.presentationml.slideLayout+xml"/>
  <Override PartName="/ppt/slideLayouts/slideLayout206.xml" ContentType="application/vnd.openxmlformats-officedocument.presentationml.slideLayout+xml"/>
  <Override PartName="/ppt/slideLayouts/slideLayout207.xml" ContentType="application/vnd.openxmlformats-officedocument.presentationml.slideLayout+xml"/>
  <Override PartName="/ppt/slideLayouts/slideLayout208.xml" ContentType="application/vnd.openxmlformats-officedocument.presentationml.slideLayout+xml"/>
  <Override PartName="/ppt/slideLayouts/slideLayout209.xml" ContentType="application/vnd.openxmlformats-officedocument.presentationml.slideLayout+xml"/>
  <Override PartName="/ppt/slideLayouts/slideLayout210.xml" ContentType="application/vnd.openxmlformats-officedocument.presentationml.slideLayout+xml"/>
  <Override PartName="/ppt/slideLayouts/slideLayout211.xml" ContentType="application/vnd.openxmlformats-officedocument.presentationml.slideLayout+xml"/>
  <Override PartName="/ppt/slideLayouts/slideLayout212.xml" ContentType="application/vnd.openxmlformats-officedocument.presentationml.slideLayout+xml"/>
  <Override PartName="/ppt/slideLayouts/slideLayout213.xml" ContentType="application/vnd.openxmlformats-officedocument.presentationml.slideLayout+xml"/>
  <Override PartName="/ppt/slideLayouts/slideLayout214.xml" ContentType="application/vnd.openxmlformats-officedocument.presentationml.slideLayout+xml"/>
  <Override PartName="/ppt/slideLayouts/slideLayout215.xml" ContentType="application/vnd.openxmlformats-officedocument.presentationml.slideLayout+xml"/>
  <Override PartName="/ppt/slideLayouts/slideLayout216.xml" ContentType="application/vnd.openxmlformats-officedocument.presentationml.slideLayout+xml"/>
  <Override PartName="/ppt/slideLayouts/slideLayout217.xml" ContentType="application/vnd.openxmlformats-officedocument.presentationml.slideLayout+xml"/>
  <Override PartName="/ppt/slideLayouts/slideLayout218.xml" ContentType="application/vnd.openxmlformats-officedocument.presentationml.slideLayout+xml"/>
  <Override PartName="/ppt/slideLayouts/slideLayout219.xml" ContentType="application/vnd.openxmlformats-officedocument.presentationml.slideLayout+xml"/>
  <Override PartName="/ppt/slideLayouts/slideLayout220.xml" ContentType="application/vnd.openxmlformats-officedocument.presentationml.slideLayout+xml"/>
  <Override PartName="/ppt/slideLayouts/slideLayout221.xml" ContentType="application/vnd.openxmlformats-officedocument.presentationml.slideLayout+xml"/>
  <Override PartName="/ppt/slideLayouts/slideLayout222.xml" ContentType="application/vnd.openxmlformats-officedocument.presentationml.slideLayout+xml"/>
  <Override PartName="/ppt/slideLayouts/slideLayout223.xml" ContentType="application/vnd.openxmlformats-officedocument.presentationml.slideLayout+xml"/>
  <Override PartName="/ppt/slideLayouts/slideLayout224.xml" ContentType="application/vnd.openxmlformats-officedocument.presentationml.slideLayout+xml"/>
  <Override PartName="/ppt/slideLayouts/slideLayout225.xml" ContentType="application/vnd.openxmlformats-officedocument.presentationml.slideLayout+xml"/>
  <Override PartName="/ppt/slideLayouts/slideLayout226.xml" ContentType="application/vnd.openxmlformats-officedocument.presentationml.slideLayout+xml"/>
  <Override PartName="/ppt/slideLayouts/slideLayout227.xml" ContentType="application/vnd.openxmlformats-officedocument.presentationml.slideLayout+xml"/>
  <Override PartName="/ppt/slideLayouts/slideLayout228.xml" ContentType="application/vnd.openxmlformats-officedocument.presentationml.slideLayout+xml"/>
  <Override PartName="/ppt/slideLayouts/slideLayout229.xml" ContentType="application/vnd.openxmlformats-officedocument.presentationml.slideLayout+xml"/>
  <Override PartName="/ppt/slideLayouts/slideLayout230.xml" ContentType="application/vnd.openxmlformats-officedocument.presentationml.slideLayout+xml"/>
  <Override PartName="/ppt/slideLayouts/slideLayout231.xml" ContentType="application/vnd.openxmlformats-officedocument.presentationml.slideLayout+xml"/>
  <Override PartName="/ppt/slideLayouts/slideLayout232.xml" ContentType="application/vnd.openxmlformats-officedocument.presentationml.slideLayout+xml"/>
  <Override PartName="/ppt/slideLayouts/slideLayout233.xml" ContentType="application/vnd.openxmlformats-officedocument.presentationml.slideLayout+xml"/>
  <Override PartName="/ppt/slideLayouts/slideLayout234.xml" ContentType="application/vnd.openxmlformats-officedocument.presentationml.slideLayout+xml"/>
  <Override PartName="/ppt/slideLayouts/slideLayout235.xml" ContentType="application/vnd.openxmlformats-officedocument.presentationml.slideLayout+xml"/>
  <Override PartName="/ppt/slideLayouts/slideLayout236.xml" ContentType="application/vnd.openxmlformats-officedocument.presentationml.slideLayout+xml"/>
  <Override PartName="/ppt/slideLayouts/slideLayout237.xml" ContentType="application/vnd.openxmlformats-officedocument.presentationml.slideLayout+xml"/>
  <Override PartName="/ppt/slideLayouts/slideLayout238.xml" ContentType="application/vnd.openxmlformats-officedocument.presentationml.slideLayout+xml"/>
  <Override PartName="/ppt/slideLayouts/slideLayout239.xml" ContentType="application/vnd.openxmlformats-officedocument.presentationml.slideLayout+xml"/>
  <Override PartName="/ppt/slideLayouts/slideLayout240.xml" ContentType="application/vnd.openxmlformats-officedocument.presentationml.slideLayout+xml"/>
  <Override PartName="/ppt/slideLayouts/slideLayout241.xml" ContentType="application/vnd.openxmlformats-officedocument.presentationml.slideLayout+xml"/>
  <Override PartName="/ppt/slideLayouts/slideLayout242.xml" ContentType="application/vnd.openxmlformats-officedocument.presentationml.slideLayout+xml"/>
  <Override PartName="/ppt/slideLayouts/slideLayout243.xml" ContentType="application/vnd.openxmlformats-officedocument.presentationml.slideLayout+xml"/>
  <Override PartName="/ppt/slideLayouts/slideLayout244.xml" ContentType="application/vnd.openxmlformats-officedocument.presentationml.slideLayout+xml"/>
  <Override PartName="/ppt/slideLayouts/slideLayout245.xml" ContentType="application/vnd.openxmlformats-officedocument.presentationml.slideLayout+xml"/>
  <Override PartName="/ppt/slideLayouts/slideLayout246.xml" ContentType="application/vnd.openxmlformats-officedocument.presentationml.slideLayout+xml"/>
  <Override PartName="/ppt/slideLayouts/slideLayout247.xml" ContentType="application/vnd.openxmlformats-officedocument.presentationml.slideLayout+xml"/>
  <Override PartName="/ppt/slideLayouts/slideLayout248.xml" ContentType="application/vnd.openxmlformats-officedocument.presentationml.slideLayout+xml"/>
  <Override PartName="/ppt/slideLayouts/slideLayout249.xml" ContentType="application/vnd.openxmlformats-officedocument.presentationml.slideLayout+xml"/>
  <Override PartName="/ppt/theme/theme10.xml" ContentType="application/vnd.openxmlformats-officedocument.theme+xml"/>
  <Override PartName="/ppt/tags/tag65.xml" ContentType="application/vnd.openxmlformats-officedocument.presentationml.tags+xml"/>
  <Override PartName="/ppt/tags/tag66.xml" ContentType="application/vnd.openxmlformats-officedocument.presentationml.tags+xml"/>
  <Override PartName="/ppt/tags/tag67.xml" ContentType="application/vnd.openxmlformats-officedocument.presentationml.tags+xml"/>
  <Override PartName="/ppt/tags/tag68.xml" ContentType="application/vnd.openxmlformats-officedocument.presentationml.tags+xml"/>
  <Override PartName="/ppt/tags/tag69.xml" ContentType="application/vnd.openxmlformats-officedocument.presentationml.tags+xml"/>
  <Override PartName="/ppt/theme/theme11.xml" ContentType="application/vnd.openxmlformats-officedocument.theme+xml"/>
  <Override PartName="/ppt/theme/theme12.xml" ContentType="application/vnd.openxmlformats-officedocument.them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tags/tag70.xml" ContentType="application/vnd.openxmlformats-officedocument.presentationml.tags+xml"/>
  <Override PartName="/ppt/notesSlides/notesSlide1.xml" ContentType="application/vnd.openxmlformats-officedocument.presentationml.notesSlide+xml"/>
  <Override PartName="/ppt/tags/tag71.xml" ContentType="application/vnd.openxmlformats-officedocument.presentationml.tags+xml"/>
  <Override PartName="/ppt/notesSlides/notesSlide2.xml" ContentType="application/vnd.openxmlformats-officedocument.presentationml.notesSlide+xml"/>
  <Override PartName="/ppt/notesSlides/notesSlide3.xml" ContentType="application/vnd.openxmlformats-officedocument.presentationml.notesSlide+xml"/>
  <Override PartName="/ppt/tags/tag72.xml" ContentType="application/vnd.openxmlformats-officedocument.presentationml.tags+xml"/>
  <Override PartName="/ppt/tags/tag73.xml" ContentType="application/vnd.openxmlformats-officedocument.presentationml.tags+xml"/>
  <Override PartName="/ppt/tags/tag74.xml" ContentType="application/vnd.openxmlformats-officedocument.presentationml.tags+xml"/>
  <Override PartName="/ppt/tags/tag75.xml" ContentType="application/vnd.openxmlformats-officedocument.presentationml.tags+xml"/>
  <Override PartName="/ppt/tags/tag76.xml" ContentType="application/vnd.openxmlformats-officedocument.presentationml.tags+xml"/>
  <Override PartName="/ppt/tags/tag77.xml" ContentType="application/vnd.openxmlformats-officedocument.presentationml.tags+xml"/>
  <Override PartName="/ppt/tags/tag78.xml" ContentType="application/vnd.openxmlformats-officedocument.presentationml.tags+xml"/>
  <Override PartName="/ppt/changesInfos/changesInfo1.xml" ContentType="application/vnd.ms-powerpoint.changesinfo+xml"/>
  <Override PartName="/ppt/revisionInfo.xml" ContentType="application/vnd.ms-powerpoint.revisioninfo+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6" Type="http://schemas.microsoft.com/office/2020/02/relationships/classificationlabels" Target="docMetadata/LabelInfo.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899" r:id="rId4"/>
    <p:sldMasterId id="2147483914" r:id="rId5"/>
    <p:sldMasterId id="2147483975" r:id="rId6"/>
    <p:sldMasterId id="2147484001" r:id="rId7"/>
    <p:sldMasterId id="2147484005" r:id="rId8"/>
    <p:sldMasterId id="2147484009" r:id="rId9"/>
    <p:sldMasterId id="2147484041" r:id="rId10"/>
    <p:sldMasterId id="2147484082" r:id="rId11"/>
    <p:sldMasterId id="2147484225" r:id="rId12"/>
    <p:sldMasterId id="2147484265" r:id="rId13"/>
  </p:sldMasterIdLst>
  <p:notesMasterIdLst>
    <p:notesMasterId r:id="rId35"/>
  </p:notesMasterIdLst>
  <p:handoutMasterIdLst>
    <p:handoutMasterId r:id="rId36"/>
  </p:handoutMasterIdLst>
  <p:sldIdLst>
    <p:sldId id="2145706631" r:id="rId14"/>
    <p:sldId id="2147483632" r:id="rId15"/>
    <p:sldId id="275" r:id="rId16"/>
    <p:sldId id="2147483614" r:id="rId17"/>
    <p:sldId id="259" r:id="rId18"/>
    <p:sldId id="264" r:id="rId19"/>
    <p:sldId id="268" r:id="rId20"/>
    <p:sldId id="2147483636" r:id="rId21"/>
    <p:sldId id="277" r:id="rId22"/>
    <p:sldId id="262" r:id="rId23"/>
    <p:sldId id="2147470050" r:id="rId24"/>
    <p:sldId id="272" r:id="rId25"/>
    <p:sldId id="274" r:id="rId26"/>
    <p:sldId id="2147480464" r:id="rId27"/>
    <p:sldId id="2147483616" r:id="rId28"/>
    <p:sldId id="2147483639" r:id="rId29"/>
    <p:sldId id="2147483640" r:id="rId30"/>
    <p:sldId id="2147483641" r:id="rId31"/>
    <p:sldId id="2147483643" r:id="rId32"/>
    <p:sldId id="257" r:id="rId33"/>
    <p:sldId id="1027" r:id="rId34"/>
  </p:sldIdLst>
  <p:sldSz cx="12192000" cy="6858000"/>
  <p:notesSz cx="6858000" cy="9144000"/>
  <p:embeddedFontLst>
    <p:embeddedFont>
      <p:font typeface="Helvetica Neue" panose="020B0604020202020204" charset="0"/>
      <p:regular r:id="rId37"/>
      <p:bold r:id="rId38"/>
      <p:italic r:id="rId39"/>
      <p:boldItalic r:id="rId40"/>
    </p:embeddedFont>
    <p:embeddedFont>
      <p:font typeface="Ubuntu" panose="020B0504030602030204" pitchFamily="34" charset="0"/>
      <p:regular r:id="rId41"/>
      <p:bold r:id="rId42"/>
      <p:italic r:id="rId43"/>
      <p:boldItalic r:id="rId44"/>
    </p:embeddedFont>
    <p:embeddedFont>
      <p:font typeface="Ubuntu Light" panose="020B0304030602030204" pitchFamily="34" charset="0"/>
      <p:regular r:id="rId45"/>
      <p:italic r:id="rId46"/>
    </p:embeddedFont>
    <p:embeddedFont>
      <p:font typeface="Ubuntu Medium" panose="020B0604030602030204" pitchFamily="34" charset="0"/>
      <p:regular r:id="rId47"/>
      <p:italic r:id="rId48"/>
    </p:embeddedFont>
    <p:embeddedFont>
      <p:font typeface="Verdana" panose="020B0604030504040204" pitchFamily="34" charset="0"/>
      <p:regular r:id="rId49"/>
      <p:bold r:id="rId50"/>
      <p:italic r:id="rId51"/>
      <p:boldItalic r:id="rId52"/>
    </p:embeddedFont>
    <p:embeddedFont>
      <p:font typeface="Wingdings 3" panose="05040102010807070707" pitchFamily="18" charset="2"/>
      <p:regular r:id="rId53"/>
    </p:embeddedFont>
  </p:embeddedFontLst>
  <p:custDataLst>
    <p:tags r:id="rId54"/>
  </p:custDataLst>
  <p:defaultTextStyle>
    <a:defPPr>
      <a:defRPr lang="pt-PT"/>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5" orient="horz" pos="2352" userDrawn="1">
          <p15:clr>
            <a:srgbClr val="A4A3A4"/>
          </p15:clr>
        </p15:guide>
        <p15:guide id="6" pos="3840">
          <p15:clr>
            <a:srgbClr val="A4A3A4"/>
          </p15:clr>
        </p15:guide>
      </p15:sldGuideLst>
    </p:ext>
    <p:ext uri="{2D200454-40CA-4A62-9FC3-DE9A4176ACB9}">
      <p15:notes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7D368A12-5D2F-9A11-C25C-77E365C497F4}" name="Mattoo, Alka" initials="AM" userId="S::alka.mattoo@capgemini.com::cff8b701-a295-43b3-be1b-9f1867e42870" providerId="AD"/>
  <p188:author id="{88D5CD5A-48FF-75F8-3748-2D356B05F280}" name="Ganguly, Chaitali" initials="CG" userId="S::chaitali.ganguly@capgemini.com::728a553a-3fea-4f1b-850c-6d85d6589bea" providerId="AD"/>
  <p188:author id="{51369998-770B-F9F6-CD8E-615485FD164B}" name="Bhatia, Dipti Kiran" initials="DB" userId="S::dipti-kiran.bhatia@capgemini.com::dc59bc97-75be-4c8c-afbc-e9322bfdb2a9" providerId="AD"/>
  <p188:author id="{0B0145CE-706B-7CD9-4D78-EDA692C33230}" name="Joshi, Amit" initials="AJ" userId="S::amit.a.joshi@capgemini.com::81515d6e-bbc6-42b0-a870-581130595a28" providerId="AD"/>
  <p188:author id="{A696D6CE-9230-5680-E97C-E56FF30E6700}" name="Mishra, Pragya" initials="PM" userId="S::pragya.mishra@capgemini.com::6baf9848-e142-4676-8449-f8a4c3e234d5" providerId="AD"/>
  <p188:author id="{99EF46ED-410B-0F52-14C4-D9A3396A7B69}" name="Singh, Deepika" initials="DS" userId="S::deepika.a.singh@capgemini.com::db3c20c3-f03a-45f8-98c0-1c66b277955a" providerId="AD"/>
</p188: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FFFF"/>
    <a:srgbClr val="383B4E"/>
    <a:srgbClr val="404040"/>
    <a:srgbClr val="0070AD"/>
    <a:srgbClr val="E5E6EA"/>
    <a:srgbClr val="272936"/>
    <a:srgbClr val="12ABDB"/>
    <a:srgbClr val="0F6A73"/>
    <a:srgbClr val="084345"/>
    <a:srgbClr val="31E8E6"/>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DF48CFBE-46E2-B29C-1406-288776623575}" v="12" dt="2026-03-04T11:28:47.529"/>
    <p1510:client id="{F8B03BB4-C6F6-896D-A36B-D8820117073D}" v="7" dt="2026-03-04T11:07:52.811"/>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102" d="100"/>
          <a:sy n="102" d="100"/>
        </p:scale>
        <p:origin x="72" y="114"/>
      </p:cViewPr>
      <p:guideLst>
        <p:guide orient="horz" pos="2352"/>
        <p:guide pos="3840"/>
      </p:guideLst>
    </p:cSldViewPr>
  </p:slideViewPr>
  <p:notesTextViewPr>
    <p:cViewPr>
      <p:scale>
        <a:sx n="1" d="1"/>
        <a:sy n="1" d="1"/>
      </p:scale>
      <p:origin x="0" y="0"/>
    </p:cViewPr>
  </p:notesTextViewPr>
  <p:notesViewPr>
    <p:cSldViewPr snapToGrid="0">
      <p:cViewPr>
        <p:scale>
          <a:sx n="1" d="2"/>
          <a:sy n="1" d="2"/>
        </p:scale>
        <p:origin x="0" y="0"/>
      </p:cViewPr>
      <p:guideLst/>
    </p:cSldViewPr>
  </p:notes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Master" Target="slideMasters/slideMaster10.xml"/><Relationship Id="rId18" Type="http://schemas.openxmlformats.org/officeDocument/2006/relationships/slide" Target="slides/slide5.xml"/><Relationship Id="rId26" Type="http://schemas.openxmlformats.org/officeDocument/2006/relationships/slide" Target="slides/slide13.xml"/><Relationship Id="rId39" Type="http://schemas.openxmlformats.org/officeDocument/2006/relationships/font" Target="fonts/font3.fntdata"/><Relationship Id="rId21" Type="http://schemas.openxmlformats.org/officeDocument/2006/relationships/slide" Target="slides/slide8.xml"/><Relationship Id="rId34" Type="http://schemas.openxmlformats.org/officeDocument/2006/relationships/slide" Target="slides/slide21.xml"/><Relationship Id="rId42" Type="http://schemas.openxmlformats.org/officeDocument/2006/relationships/font" Target="fonts/font6.fntdata"/><Relationship Id="rId47" Type="http://schemas.openxmlformats.org/officeDocument/2006/relationships/font" Target="fonts/font11.fntdata"/><Relationship Id="rId50" Type="http://schemas.openxmlformats.org/officeDocument/2006/relationships/font" Target="fonts/font14.fntdata"/><Relationship Id="rId55" Type="http://schemas.openxmlformats.org/officeDocument/2006/relationships/presProps" Target="presProps.xml"/><Relationship Id="rId7" Type="http://schemas.openxmlformats.org/officeDocument/2006/relationships/slideMaster" Target="slideMasters/slideMaster4.xml"/><Relationship Id="rId2" Type="http://schemas.openxmlformats.org/officeDocument/2006/relationships/customXml" Target="../customXml/item2.xml"/><Relationship Id="rId16" Type="http://schemas.openxmlformats.org/officeDocument/2006/relationships/slide" Target="slides/slide3.xml"/><Relationship Id="rId29" Type="http://schemas.openxmlformats.org/officeDocument/2006/relationships/slide" Target="slides/slide16.xml"/><Relationship Id="rId11" Type="http://schemas.openxmlformats.org/officeDocument/2006/relationships/slideMaster" Target="slideMasters/slideMaster8.xml"/><Relationship Id="rId24" Type="http://schemas.openxmlformats.org/officeDocument/2006/relationships/slide" Target="slides/slide11.xml"/><Relationship Id="rId32" Type="http://schemas.openxmlformats.org/officeDocument/2006/relationships/slide" Target="slides/slide19.xml"/><Relationship Id="rId37" Type="http://schemas.openxmlformats.org/officeDocument/2006/relationships/font" Target="fonts/font1.fntdata"/><Relationship Id="rId40" Type="http://schemas.openxmlformats.org/officeDocument/2006/relationships/font" Target="fonts/font4.fntdata"/><Relationship Id="rId45" Type="http://schemas.openxmlformats.org/officeDocument/2006/relationships/font" Target="fonts/font9.fntdata"/><Relationship Id="rId53" Type="http://schemas.openxmlformats.org/officeDocument/2006/relationships/font" Target="fonts/font17.fntdata"/><Relationship Id="rId58" Type="http://schemas.openxmlformats.org/officeDocument/2006/relationships/tableStyles" Target="tableStyles.xml"/><Relationship Id="rId5" Type="http://schemas.openxmlformats.org/officeDocument/2006/relationships/slideMaster" Target="slideMasters/slideMaster2.xml"/><Relationship Id="rId61" Type="http://schemas.microsoft.com/office/2018/10/relationships/authors" Target="authors.xml"/><Relationship Id="rId19" Type="http://schemas.openxmlformats.org/officeDocument/2006/relationships/slide" Target="slides/slide6.xml"/><Relationship Id="rId14" Type="http://schemas.openxmlformats.org/officeDocument/2006/relationships/slide" Target="slides/slide1.xml"/><Relationship Id="rId22" Type="http://schemas.openxmlformats.org/officeDocument/2006/relationships/slide" Target="slides/slide9.xml"/><Relationship Id="rId27" Type="http://schemas.openxmlformats.org/officeDocument/2006/relationships/slide" Target="slides/slide14.xml"/><Relationship Id="rId30" Type="http://schemas.openxmlformats.org/officeDocument/2006/relationships/slide" Target="slides/slide17.xml"/><Relationship Id="rId35" Type="http://schemas.openxmlformats.org/officeDocument/2006/relationships/notesMaster" Target="notesMasters/notesMaster1.xml"/><Relationship Id="rId43" Type="http://schemas.openxmlformats.org/officeDocument/2006/relationships/font" Target="fonts/font7.fntdata"/><Relationship Id="rId48" Type="http://schemas.openxmlformats.org/officeDocument/2006/relationships/font" Target="fonts/font12.fntdata"/><Relationship Id="rId56" Type="http://schemas.openxmlformats.org/officeDocument/2006/relationships/viewProps" Target="viewProps.xml"/><Relationship Id="rId8" Type="http://schemas.openxmlformats.org/officeDocument/2006/relationships/slideMaster" Target="slideMasters/slideMaster5.xml"/><Relationship Id="rId51" Type="http://schemas.openxmlformats.org/officeDocument/2006/relationships/font" Target="fonts/font15.fntdata"/><Relationship Id="rId3" Type="http://schemas.openxmlformats.org/officeDocument/2006/relationships/customXml" Target="../customXml/item3.xml"/><Relationship Id="rId12" Type="http://schemas.openxmlformats.org/officeDocument/2006/relationships/slideMaster" Target="slideMasters/slideMaster9.xml"/><Relationship Id="rId17" Type="http://schemas.openxmlformats.org/officeDocument/2006/relationships/slide" Target="slides/slide4.xml"/><Relationship Id="rId25" Type="http://schemas.openxmlformats.org/officeDocument/2006/relationships/slide" Target="slides/slide12.xml"/><Relationship Id="rId33" Type="http://schemas.openxmlformats.org/officeDocument/2006/relationships/slide" Target="slides/slide20.xml"/><Relationship Id="rId38" Type="http://schemas.openxmlformats.org/officeDocument/2006/relationships/font" Target="fonts/font2.fntdata"/><Relationship Id="rId46" Type="http://schemas.openxmlformats.org/officeDocument/2006/relationships/font" Target="fonts/font10.fntdata"/><Relationship Id="rId59" Type="http://schemas.microsoft.com/office/2016/11/relationships/changesInfo" Target="changesInfos/changesInfo1.xml"/><Relationship Id="rId20" Type="http://schemas.openxmlformats.org/officeDocument/2006/relationships/slide" Target="slides/slide7.xml"/><Relationship Id="rId41" Type="http://schemas.openxmlformats.org/officeDocument/2006/relationships/font" Target="fonts/font5.fntdata"/><Relationship Id="rId54" Type="http://schemas.openxmlformats.org/officeDocument/2006/relationships/tags" Target="tags/tag1.xml"/><Relationship Id="rId1" Type="http://schemas.openxmlformats.org/officeDocument/2006/relationships/customXml" Target="../customXml/item1.xml"/><Relationship Id="rId6" Type="http://schemas.openxmlformats.org/officeDocument/2006/relationships/slideMaster" Target="slideMasters/slideMaster3.xml"/><Relationship Id="rId15" Type="http://schemas.openxmlformats.org/officeDocument/2006/relationships/slide" Target="slides/slide2.xml"/><Relationship Id="rId23" Type="http://schemas.openxmlformats.org/officeDocument/2006/relationships/slide" Target="slides/slide10.xml"/><Relationship Id="rId28" Type="http://schemas.openxmlformats.org/officeDocument/2006/relationships/slide" Target="slides/slide15.xml"/><Relationship Id="rId36" Type="http://schemas.openxmlformats.org/officeDocument/2006/relationships/handoutMaster" Target="handoutMasters/handoutMaster1.xml"/><Relationship Id="rId49" Type="http://schemas.openxmlformats.org/officeDocument/2006/relationships/font" Target="fonts/font13.fntdata"/><Relationship Id="rId57" Type="http://schemas.openxmlformats.org/officeDocument/2006/relationships/theme" Target="theme/theme1.xml"/><Relationship Id="rId10" Type="http://schemas.openxmlformats.org/officeDocument/2006/relationships/slideMaster" Target="slideMasters/slideMaster7.xml"/><Relationship Id="rId31" Type="http://schemas.openxmlformats.org/officeDocument/2006/relationships/slide" Target="slides/slide18.xml"/><Relationship Id="rId44" Type="http://schemas.openxmlformats.org/officeDocument/2006/relationships/font" Target="fonts/font8.fntdata"/><Relationship Id="rId52" Type="http://schemas.openxmlformats.org/officeDocument/2006/relationships/font" Target="fonts/font16.fntdata"/><Relationship Id="rId60" Type="http://schemas.microsoft.com/office/2015/10/relationships/revisionInfo" Target="revisionInfo.xml"/><Relationship Id="rId4" Type="http://schemas.openxmlformats.org/officeDocument/2006/relationships/slideMaster" Target="slideMasters/slideMaster1.xml"/><Relationship Id="rId9" Type="http://schemas.openxmlformats.org/officeDocument/2006/relationships/slideMaster" Target="slideMasters/slideMaster6.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Ranade, Shripriya Vinay" userId="S::shripriya-vinay.ranade@capgemini.com::ab164fce-475d-4163-8d0e-76c773d24d62" providerId="AD" clId="Web-{F8B03BB4-C6F6-896D-A36B-D8820117073D}"/>
    <pc:docChg chg="modSld">
      <pc:chgData name="Ranade, Shripriya Vinay" userId="S::shripriya-vinay.ranade@capgemini.com::ab164fce-475d-4163-8d0e-76c773d24d62" providerId="AD" clId="Web-{F8B03BB4-C6F6-896D-A36B-D8820117073D}" dt="2026-03-04T11:08:16.891" v="7" actId="14100"/>
      <pc:docMkLst>
        <pc:docMk/>
      </pc:docMkLst>
      <pc:sldChg chg="modSp">
        <pc:chgData name="Ranade, Shripriya Vinay" userId="S::shripriya-vinay.ranade@capgemini.com::ab164fce-475d-4163-8d0e-76c773d24d62" providerId="AD" clId="Web-{F8B03BB4-C6F6-896D-A36B-D8820117073D}" dt="2026-03-04T11:07:31.170" v="3" actId="20577"/>
        <pc:sldMkLst>
          <pc:docMk/>
          <pc:sldMk cId="2333429115" sldId="256"/>
        </pc:sldMkLst>
        <pc:spChg chg="mod">
          <ac:chgData name="Ranade, Shripriya Vinay" userId="S::shripriya-vinay.ranade@capgemini.com::ab164fce-475d-4163-8d0e-76c773d24d62" providerId="AD" clId="Web-{F8B03BB4-C6F6-896D-A36B-D8820117073D}" dt="2026-03-04T11:07:31.170" v="3" actId="20577"/>
          <ac:spMkLst>
            <pc:docMk/>
            <pc:sldMk cId="2333429115" sldId="256"/>
            <ac:spMk id="82" creationId="{46B55FC4-BDC1-5CC3-4E14-0B223FD8C7B9}"/>
          </ac:spMkLst>
        </pc:spChg>
      </pc:sldChg>
      <pc:sldChg chg="modSp">
        <pc:chgData name="Ranade, Shripriya Vinay" userId="S::shripriya-vinay.ranade@capgemini.com::ab164fce-475d-4163-8d0e-76c773d24d62" providerId="AD" clId="Web-{F8B03BB4-C6F6-896D-A36B-D8820117073D}" dt="2026-03-04T11:07:17.247" v="1" actId="20577"/>
        <pc:sldMkLst>
          <pc:docMk/>
          <pc:sldMk cId="2968381506" sldId="2147483636"/>
        </pc:sldMkLst>
        <pc:spChg chg="mod">
          <ac:chgData name="Ranade, Shripriya Vinay" userId="S::shripriya-vinay.ranade@capgemini.com::ab164fce-475d-4163-8d0e-76c773d24d62" providerId="AD" clId="Web-{F8B03BB4-C6F6-896D-A36B-D8820117073D}" dt="2026-03-04T11:07:17.247" v="1" actId="20577"/>
          <ac:spMkLst>
            <pc:docMk/>
            <pc:sldMk cId="2968381506" sldId="2147483636"/>
            <ac:spMk id="5" creationId="{B64B1922-380B-893C-7705-64CAEBC4A022}"/>
          </ac:spMkLst>
        </pc:spChg>
      </pc:sldChg>
      <pc:sldChg chg="modSp">
        <pc:chgData name="Ranade, Shripriya Vinay" userId="S::shripriya-vinay.ranade@capgemini.com::ab164fce-475d-4163-8d0e-76c773d24d62" providerId="AD" clId="Web-{F8B03BB4-C6F6-896D-A36B-D8820117073D}" dt="2026-03-04T11:08:16.891" v="7" actId="14100"/>
        <pc:sldMkLst>
          <pc:docMk/>
          <pc:sldMk cId="694240671" sldId="2147483637"/>
        </pc:sldMkLst>
        <pc:spChg chg="mod">
          <ac:chgData name="Ranade, Shripriya Vinay" userId="S::shripriya-vinay.ranade@capgemini.com::ab164fce-475d-4163-8d0e-76c773d24d62" providerId="AD" clId="Web-{F8B03BB4-C6F6-896D-A36B-D8820117073D}" dt="2026-03-04T11:07:49.092" v="5" actId="20577"/>
          <ac:spMkLst>
            <pc:docMk/>
            <pc:sldMk cId="694240671" sldId="2147483637"/>
            <ac:spMk id="30" creationId="{6EEC2D99-185B-82D9-71F7-CBDE10E7C529}"/>
          </ac:spMkLst>
        </pc:spChg>
        <pc:grpChg chg="mod">
          <ac:chgData name="Ranade, Shripriya Vinay" userId="S::shripriya-vinay.ranade@capgemini.com::ab164fce-475d-4163-8d0e-76c773d24d62" providerId="AD" clId="Web-{F8B03BB4-C6F6-896D-A36B-D8820117073D}" dt="2026-03-04T11:07:52.811" v="6" actId="14100"/>
          <ac:grpSpMkLst>
            <pc:docMk/>
            <pc:sldMk cId="694240671" sldId="2147483637"/>
            <ac:grpSpMk id="17" creationId="{9168C2FC-C383-297A-6A22-D25234344F7F}"/>
          </ac:grpSpMkLst>
        </pc:grpChg>
        <pc:graphicFrameChg chg="mod">
          <ac:chgData name="Ranade, Shripriya Vinay" userId="S::shripriya-vinay.ranade@capgemini.com::ab164fce-475d-4163-8d0e-76c773d24d62" providerId="AD" clId="Web-{F8B03BB4-C6F6-896D-A36B-D8820117073D}" dt="2026-03-04T11:08:16.891" v="7" actId="14100"/>
          <ac:graphicFrameMkLst>
            <pc:docMk/>
            <pc:sldMk cId="694240671" sldId="2147483637"/>
            <ac:graphicFrameMk id="18" creationId="{7BF17711-AC9B-22E5-7AAC-8E5356AD350D}"/>
          </ac:graphicFrameMkLst>
        </pc:graphicFrameChg>
      </pc:sldChg>
    </pc:docChg>
  </pc:docChgLst>
  <pc:docChgLst>
    <pc:chgData name="Gaimukhe, Riya" userId="b8f55e00-efeb-4247-b928-f638a254fe55" providerId="ADAL" clId="{C48C6BA4-61B8-43ED-9B48-7BCC79A9D224}"/>
    <pc:docChg chg="custSel delSld modSld modMainMaster">
      <pc:chgData name="Gaimukhe, Riya" userId="b8f55e00-efeb-4247-b928-f638a254fe55" providerId="ADAL" clId="{C48C6BA4-61B8-43ED-9B48-7BCC79A9D224}" dt="2026-03-04T11:36:33.245" v="81" actId="47"/>
      <pc:docMkLst>
        <pc:docMk/>
      </pc:docMkLst>
      <pc:sldChg chg="del">
        <pc:chgData name="Gaimukhe, Riya" userId="b8f55e00-efeb-4247-b928-f638a254fe55" providerId="ADAL" clId="{C48C6BA4-61B8-43ED-9B48-7BCC79A9D224}" dt="2026-03-04T11:32:32.943" v="39" actId="47"/>
        <pc:sldMkLst>
          <pc:docMk/>
          <pc:sldMk cId="2333429115" sldId="256"/>
        </pc:sldMkLst>
      </pc:sldChg>
      <pc:sldChg chg="modSp mod">
        <pc:chgData name="Gaimukhe, Riya" userId="b8f55e00-efeb-4247-b928-f638a254fe55" providerId="ADAL" clId="{C48C6BA4-61B8-43ED-9B48-7BCC79A9D224}" dt="2026-03-04T11:31:14.917" v="32" actId="20577"/>
        <pc:sldMkLst>
          <pc:docMk/>
          <pc:sldMk cId="2745260101" sldId="259"/>
        </pc:sldMkLst>
        <pc:spChg chg="mod">
          <ac:chgData name="Gaimukhe, Riya" userId="b8f55e00-efeb-4247-b928-f638a254fe55" providerId="ADAL" clId="{C48C6BA4-61B8-43ED-9B48-7BCC79A9D224}" dt="2026-03-04T11:30:20.010" v="24" actId="20577"/>
          <ac:spMkLst>
            <pc:docMk/>
            <pc:sldMk cId="2745260101" sldId="259"/>
            <ac:spMk id="5" creationId="{D4742AEE-080B-64ED-3E7D-3FDE4B8933CC}"/>
          </ac:spMkLst>
        </pc:spChg>
        <pc:spChg chg="mod">
          <ac:chgData name="Gaimukhe, Riya" userId="b8f55e00-efeb-4247-b928-f638a254fe55" providerId="ADAL" clId="{C48C6BA4-61B8-43ED-9B48-7BCC79A9D224}" dt="2026-03-04T11:31:14.917" v="32" actId="20577"/>
          <ac:spMkLst>
            <pc:docMk/>
            <pc:sldMk cId="2745260101" sldId="259"/>
            <ac:spMk id="12" creationId="{58DCFC44-B140-A62F-3583-A921FA2607BD}"/>
          </ac:spMkLst>
        </pc:spChg>
        <pc:spChg chg="mod">
          <ac:chgData name="Gaimukhe, Riya" userId="b8f55e00-efeb-4247-b928-f638a254fe55" providerId="ADAL" clId="{C48C6BA4-61B8-43ED-9B48-7BCC79A9D224}" dt="2026-03-04T11:30:46.343" v="26" actId="20577"/>
          <ac:spMkLst>
            <pc:docMk/>
            <pc:sldMk cId="2745260101" sldId="259"/>
            <ac:spMk id="48" creationId="{352E3360-AC4D-98AF-AB27-E134A3F9698A}"/>
          </ac:spMkLst>
        </pc:spChg>
      </pc:sldChg>
      <pc:sldChg chg="modSp mod">
        <pc:chgData name="Gaimukhe, Riya" userId="b8f55e00-efeb-4247-b928-f638a254fe55" providerId="ADAL" clId="{C48C6BA4-61B8-43ED-9B48-7BCC79A9D224}" dt="2026-03-04T11:34:34.950" v="77" actId="20577"/>
        <pc:sldMkLst>
          <pc:docMk/>
          <pc:sldMk cId="4239728851" sldId="262"/>
        </pc:sldMkLst>
        <pc:spChg chg="mod">
          <ac:chgData name="Gaimukhe, Riya" userId="b8f55e00-efeb-4247-b928-f638a254fe55" providerId="ADAL" clId="{C48C6BA4-61B8-43ED-9B48-7BCC79A9D224}" dt="2026-03-04T11:34:21.200" v="74" actId="20577"/>
          <ac:spMkLst>
            <pc:docMk/>
            <pc:sldMk cId="4239728851" sldId="262"/>
            <ac:spMk id="2" creationId="{36F1D3C5-35A1-80EC-1CC5-2AFA703BFD02}"/>
          </ac:spMkLst>
        </pc:spChg>
        <pc:spChg chg="mod">
          <ac:chgData name="Gaimukhe, Riya" userId="b8f55e00-efeb-4247-b928-f638a254fe55" providerId="ADAL" clId="{C48C6BA4-61B8-43ED-9B48-7BCC79A9D224}" dt="2026-03-04T11:34:34.950" v="77" actId="20577"/>
          <ac:spMkLst>
            <pc:docMk/>
            <pc:sldMk cId="4239728851" sldId="262"/>
            <ac:spMk id="181" creationId="{12C700E8-12F7-E2D7-67F4-E8CFDAC679AA}"/>
          </ac:spMkLst>
        </pc:spChg>
      </pc:sldChg>
      <pc:sldChg chg="modSp mod">
        <pc:chgData name="Gaimukhe, Riya" userId="b8f55e00-efeb-4247-b928-f638a254fe55" providerId="ADAL" clId="{C48C6BA4-61B8-43ED-9B48-7BCC79A9D224}" dt="2026-03-04T11:31:59.481" v="37" actId="255"/>
        <pc:sldMkLst>
          <pc:docMk/>
          <pc:sldMk cId="1806878034" sldId="268"/>
        </pc:sldMkLst>
        <pc:spChg chg="mod">
          <ac:chgData name="Gaimukhe, Riya" userId="b8f55e00-efeb-4247-b928-f638a254fe55" providerId="ADAL" clId="{C48C6BA4-61B8-43ED-9B48-7BCC79A9D224}" dt="2026-03-04T11:31:59.481" v="37" actId="255"/>
          <ac:spMkLst>
            <pc:docMk/>
            <pc:sldMk cId="1806878034" sldId="268"/>
            <ac:spMk id="5" creationId="{E5F3BC6D-E03D-08A7-10FE-CCF5BF9E967E}"/>
          </ac:spMkLst>
        </pc:spChg>
      </pc:sldChg>
      <pc:sldChg chg="del">
        <pc:chgData name="Gaimukhe, Riya" userId="b8f55e00-efeb-4247-b928-f638a254fe55" providerId="ADAL" clId="{C48C6BA4-61B8-43ED-9B48-7BCC79A9D224}" dt="2026-03-04T11:36:33.245" v="81" actId="47"/>
        <pc:sldMkLst>
          <pc:docMk/>
          <pc:sldMk cId="319898558" sldId="273"/>
        </pc:sldMkLst>
      </pc:sldChg>
      <pc:sldChg chg="modSp mod">
        <pc:chgData name="Gaimukhe, Riya" userId="b8f55e00-efeb-4247-b928-f638a254fe55" providerId="ADAL" clId="{C48C6BA4-61B8-43ED-9B48-7BCC79A9D224}" dt="2026-03-04T11:34:10.736" v="73" actId="20577"/>
        <pc:sldMkLst>
          <pc:docMk/>
          <pc:sldMk cId="738687543" sldId="277"/>
        </pc:sldMkLst>
        <pc:spChg chg="mod">
          <ac:chgData name="Gaimukhe, Riya" userId="b8f55e00-efeb-4247-b928-f638a254fe55" providerId="ADAL" clId="{C48C6BA4-61B8-43ED-9B48-7BCC79A9D224}" dt="2026-03-04T11:34:10.736" v="73" actId="20577"/>
          <ac:spMkLst>
            <pc:docMk/>
            <pc:sldMk cId="738687543" sldId="277"/>
            <ac:spMk id="36" creationId="{2C9FC041-A7FF-7E6A-B60C-F3A41343872D}"/>
          </ac:spMkLst>
        </pc:spChg>
      </pc:sldChg>
      <pc:sldChg chg="modSp mod">
        <pc:chgData name="Gaimukhe, Riya" userId="b8f55e00-efeb-4247-b928-f638a254fe55" providerId="ADAL" clId="{C48C6BA4-61B8-43ED-9B48-7BCC79A9D224}" dt="2026-03-04T11:35:09.526" v="80" actId="20577"/>
        <pc:sldMkLst>
          <pc:docMk/>
          <pc:sldMk cId="3784383445" sldId="2147470050"/>
        </pc:sldMkLst>
        <pc:spChg chg="mod">
          <ac:chgData name="Gaimukhe, Riya" userId="b8f55e00-efeb-4247-b928-f638a254fe55" providerId="ADAL" clId="{C48C6BA4-61B8-43ED-9B48-7BCC79A9D224}" dt="2026-03-04T11:34:49.865" v="78" actId="20577"/>
          <ac:spMkLst>
            <pc:docMk/>
            <pc:sldMk cId="3784383445" sldId="2147470050"/>
            <ac:spMk id="2" creationId="{4BBAD27C-8154-97F0-CD40-81D54B3D1720}"/>
          </ac:spMkLst>
        </pc:spChg>
        <pc:spChg chg="mod">
          <ac:chgData name="Gaimukhe, Riya" userId="b8f55e00-efeb-4247-b928-f638a254fe55" providerId="ADAL" clId="{C48C6BA4-61B8-43ED-9B48-7BCC79A9D224}" dt="2026-03-04T11:35:09.526" v="80" actId="20577"/>
          <ac:spMkLst>
            <pc:docMk/>
            <pc:sldMk cId="3784383445" sldId="2147470050"/>
            <ac:spMk id="9" creationId="{B50E83B2-479F-86FF-8DEA-8F1494773DA3}"/>
          </ac:spMkLst>
        </pc:spChg>
      </pc:sldChg>
      <pc:sldChg chg="modSp mod">
        <pc:chgData name="Gaimukhe, Riya" userId="b8f55e00-efeb-4247-b928-f638a254fe55" providerId="ADAL" clId="{C48C6BA4-61B8-43ED-9B48-7BCC79A9D224}" dt="2026-03-04T11:33:02.246" v="42" actId="20577"/>
        <pc:sldMkLst>
          <pc:docMk/>
          <pc:sldMk cId="2968381506" sldId="2147483636"/>
        </pc:sldMkLst>
        <pc:spChg chg="mod">
          <ac:chgData name="Gaimukhe, Riya" userId="b8f55e00-efeb-4247-b928-f638a254fe55" providerId="ADAL" clId="{C48C6BA4-61B8-43ED-9B48-7BCC79A9D224}" dt="2026-03-04T11:33:02.246" v="42" actId="20577"/>
          <ac:spMkLst>
            <pc:docMk/>
            <pc:sldMk cId="2968381506" sldId="2147483636"/>
            <ac:spMk id="42" creationId="{187FED49-86BE-B42B-69E5-26E1FB22233F}"/>
          </ac:spMkLst>
        </pc:spChg>
        <pc:spChg chg="mod">
          <ac:chgData name="Gaimukhe, Riya" userId="b8f55e00-efeb-4247-b928-f638a254fe55" providerId="ADAL" clId="{C48C6BA4-61B8-43ED-9B48-7BCC79A9D224}" dt="2026-03-04T11:32:50.999" v="40" actId="20577"/>
          <ac:spMkLst>
            <pc:docMk/>
            <pc:sldMk cId="2968381506" sldId="2147483636"/>
            <ac:spMk id="47" creationId="{19648FEB-A319-BA2F-9561-6596710140D0}"/>
          </ac:spMkLst>
        </pc:spChg>
      </pc:sldChg>
      <pc:sldChg chg="del">
        <pc:chgData name="Gaimukhe, Riya" userId="b8f55e00-efeb-4247-b928-f638a254fe55" providerId="ADAL" clId="{C48C6BA4-61B8-43ED-9B48-7BCC79A9D224}" dt="2026-03-04T11:33:28.433" v="43" actId="47"/>
        <pc:sldMkLst>
          <pc:docMk/>
          <pc:sldMk cId="694240671" sldId="2147483637"/>
        </pc:sldMkLst>
      </pc:sldChg>
      <pc:sldChg chg="del">
        <pc:chgData name="Gaimukhe, Riya" userId="b8f55e00-efeb-4247-b928-f638a254fe55" providerId="ADAL" clId="{C48C6BA4-61B8-43ED-9B48-7BCC79A9D224}" dt="2026-03-04T11:32:26.510" v="38" actId="47"/>
        <pc:sldMkLst>
          <pc:docMk/>
          <pc:sldMk cId="3684756445" sldId="2147483647"/>
        </pc:sldMkLst>
      </pc:sldChg>
      <pc:sldMasterChg chg="modSldLayout">
        <pc:chgData name="Gaimukhe, Riya" userId="b8f55e00-efeb-4247-b928-f638a254fe55" providerId="ADAL" clId="{C48C6BA4-61B8-43ED-9B48-7BCC79A9D224}" dt="2026-03-04T11:29:36.890" v="0" actId="478"/>
        <pc:sldMasterMkLst>
          <pc:docMk/>
          <pc:sldMasterMk cId="3148905397" sldId="2147483899"/>
        </pc:sldMasterMkLst>
        <pc:sldLayoutChg chg="delSp mod">
          <pc:chgData name="Gaimukhe, Riya" userId="b8f55e00-efeb-4247-b928-f638a254fe55" providerId="ADAL" clId="{C48C6BA4-61B8-43ED-9B48-7BCC79A9D224}" dt="2026-03-04T11:29:36.890" v="0" actId="478"/>
          <pc:sldLayoutMkLst>
            <pc:docMk/>
            <pc:sldMasterMk cId="3148905397" sldId="2147483899"/>
            <pc:sldLayoutMk cId="3576656885" sldId="2147483945"/>
          </pc:sldLayoutMkLst>
          <pc:picChg chg="del">
            <ac:chgData name="Gaimukhe, Riya" userId="b8f55e00-efeb-4247-b928-f638a254fe55" providerId="ADAL" clId="{C48C6BA4-61B8-43ED-9B48-7BCC79A9D224}" dt="2026-03-04T11:29:36.890" v="0" actId="478"/>
            <ac:picMkLst>
              <pc:docMk/>
              <pc:sldMasterMk cId="3148905397" sldId="2147483899"/>
              <pc:sldLayoutMk cId="3576656885" sldId="2147483945"/>
              <ac:picMk id="2" creationId="{78D26D08-6272-689D-7D3E-35E6B5586284}"/>
            </ac:picMkLst>
          </pc:picChg>
        </pc:sldLayoutChg>
      </pc:sldMasterChg>
      <pc:sldMasterChg chg="delSldLayout">
        <pc:chgData name="Gaimukhe, Riya" userId="b8f55e00-efeb-4247-b928-f638a254fe55" providerId="ADAL" clId="{C48C6BA4-61B8-43ED-9B48-7BCC79A9D224}" dt="2026-03-04T11:36:33.245" v="81" actId="47"/>
        <pc:sldMasterMkLst>
          <pc:docMk/>
          <pc:sldMasterMk cId="1118447190" sldId="2147484265"/>
        </pc:sldMasterMkLst>
        <pc:sldLayoutChg chg="del">
          <pc:chgData name="Gaimukhe, Riya" userId="b8f55e00-efeb-4247-b928-f638a254fe55" providerId="ADAL" clId="{C48C6BA4-61B8-43ED-9B48-7BCC79A9D224}" dt="2026-03-04T11:36:33.245" v="81" actId="47"/>
          <pc:sldLayoutMkLst>
            <pc:docMk/>
            <pc:sldMasterMk cId="1118447190" sldId="2147484265"/>
            <pc:sldLayoutMk cId="770050719" sldId="2147484319"/>
          </pc:sldLayoutMkLst>
        </pc:sldLayoutChg>
      </pc:sldMasterChg>
    </pc:docChg>
  </pc:docChgLst>
  <pc:docChgLst>
    <pc:chgData name="Gaimukhe, Riya" userId="S::riya.gaimukhe@capgemini.com::b8f55e00-efeb-4247-b928-f638a254fe55" providerId="AD" clId="Web-{DF48CFBE-46E2-B29C-1406-288776623575}"/>
    <pc:docChg chg="modSld">
      <pc:chgData name="Gaimukhe, Riya" userId="S::riya.gaimukhe@capgemini.com::b8f55e00-efeb-4247-b928-f638a254fe55" providerId="AD" clId="Web-{DF48CFBE-46E2-B29C-1406-288776623575}" dt="2026-03-04T11:28:47.529" v="11" actId="20577"/>
      <pc:docMkLst>
        <pc:docMk/>
      </pc:docMkLst>
      <pc:sldChg chg="modSp">
        <pc:chgData name="Gaimukhe, Riya" userId="S::riya.gaimukhe@capgemini.com::b8f55e00-efeb-4247-b928-f638a254fe55" providerId="AD" clId="Web-{DF48CFBE-46E2-B29C-1406-288776623575}" dt="2026-03-04T11:28:47.529" v="11" actId="20577"/>
        <pc:sldMkLst>
          <pc:docMk/>
          <pc:sldMk cId="1494549816" sldId="275"/>
        </pc:sldMkLst>
        <pc:spChg chg="mod">
          <ac:chgData name="Gaimukhe, Riya" userId="S::riya.gaimukhe@capgemini.com::b8f55e00-efeb-4247-b928-f638a254fe55" providerId="AD" clId="Web-{DF48CFBE-46E2-B29C-1406-288776623575}" dt="2026-03-04T11:28:47.529" v="11" actId="20577"/>
          <ac:spMkLst>
            <pc:docMk/>
            <pc:sldMk cId="1494549816" sldId="275"/>
            <ac:spMk id="2" creationId="{EB9D60A4-7FD5-2B0E-EE47-8ED2941A1437}"/>
          </ac:spMkLst>
        </pc:spChg>
        <pc:spChg chg="mod">
          <ac:chgData name="Gaimukhe, Riya" userId="S::riya.gaimukhe@capgemini.com::b8f55e00-efeb-4247-b928-f638a254fe55" providerId="AD" clId="Web-{DF48CFBE-46E2-B29C-1406-288776623575}" dt="2026-03-04T11:28:23.669" v="4" actId="20577"/>
          <ac:spMkLst>
            <pc:docMk/>
            <pc:sldMk cId="1494549816" sldId="275"/>
            <ac:spMk id="7" creationId="{E80E30B0-EF83-246E-02A5-53552BE54013}"/>
          </ac:spMkLst>
        </pc:spChg>
      </pc:sldChg>
      <pc:sldChg chg="delSp">
        <pc:chgData name="Gaimukhe, Riya" userId="S::riya.gaimukhe@capgemini.com::b8f55e00-efeb-4247-b928-f638a254fe55" providerId="AD" clId="Web-{DF48CFBE-46E2-B29C-1406-288776623575}" dt="2026-03-04T11:28:00.809" v="0"/>
        <pc:sldMkLst>
          <pc:docMk/>
          <pc:sldMk cId="2101722029" sldId="2145706631"/>
        </pc:sldMkLst>
        <pc:spChg chg="del">
          <ac:chgData name="Gaimukhe, Riya" userId="S::riya.gaimukhe@capgemini.com::b8f55e00-efeb-4247-b928-f638a254fe55" providerId="AD" clId="Web-{DF48CFBE-46E2-B29C-1406-288776623575}" dt="2026-03-04T11:28:00.809" v="0"/>
          <ac:spMkLst>
            <pc:docMk/>
            <pc:sldMk cId="2101722029" sldId="2145706631"/>
            <ac:spMk id="6" creationId="{E8FD9213-6EA8-C77A-A718-E4140284A718}"/>
          </ac:spMkLst>
        </pc:spChg>
      </pc:sldChg>
      <pc:sldChg chg="modSp">
        <pc:chgData name="Gaimukhe, Riya" userId="S::riya.gaimukhe@capgemini.com::b8f55e00-efeb-4247-b928-f638a254fe55" providerId="AD" clId="Web-{DF48CFBE-46E2-B29C-1406-288776623575}" dt="2026-03-04T11:28:08.090" v="1" actId="20577"/>
        <pc:sldMkLst>
          <pc:docMk/>
          <pc:sldMk cId="1502993751" sldId="2147483632"/>
        </pc:sldMkLst>
        <pc:spChg chg="mod">
          <ac:chgData name="Gaimukhe, Riya" userId="S::riya.gaimukhe@capgemini.com::b8f55e00-efeb-4247-b928-f638a254fe55" providerId="AD" clId="Web-{DF48CFBE-46E2-B29C-1406-288776623575}" dt="2026-03-04T11:28:08.090" v="1" actId="20577"/>
          <ac:spMkLst>
            <pc:docMk/>
            <pc:sldMk cId="1502993751" sldId="2147483632"/>
            <ac:spMk id="4" creationId="{A01B00ED-8843-4A11-8FCC-1D428729BDB5}"/>
          </ac:spMkLst>
        </pc:spChg>
      </pc:sldChg>
    </pc:docChg>
  </pc:docChgLst>
</pc:chgInfo>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BA4F2DCA-9A7E-4F57-95A5-1DA23D4B5701}" type="doc">
      <dgm:prSet loTypeId="urn:microsoft.com/office/officeart/2005/8/layout/cycle2" loCatId="cycle" qsTypeId="urn:microsoft.com/office/officeart/2005/8/quickstyle/simple1" qsCatId="simple" csTypeId="urn:microsoft.com/office/officeart/2005/8/colors/accent1_2" csCatId="accent1" phldr="1"/>
      <dgm:spPr/>
      <dgm:t>
        <a:bodyPr/>
        <a:lstStyle/>
        <a:p>
          <a:endParaRPr lang="en-US"/>
        </a:p>
      </dgm:t>
    </dgm:pt>
    <dgm:pt modelId="{8626E736-AC28-4FF6-91E3-78CD1770F2B6}">
      <dgm:prSet phldrT="[Text]" custT="1"/>
      <dgm:spPr>
        <a:solidFill>
          <a:schemeClr val="bg2">
            <a:lumMod val="75000"/>
          </a:schemeClr>
        </a:solidFill>
      </dgm:spPr>
      <dgm:t>
        <a:bodyPr/>
        <a:lstStyle/>
        <a:p>
          <a:endParaRPr lang="en-US" sz="1200" b="1"/>
        </a:p>
      </dgm:t>
    </dgm:pt>
    <dgm:pt modelId="{D924C70B-B40B-4140-8B3F-080E88467FBF}" type="parTrans" cxnId="{BD2271B3-6987-4195-9CB6-C7CC0742EE96}">
      <dgm:prSet/>
      <dgm:spPr/>
      <dgm:t>
        <a:bodyPr/>
        <a:lstStyle/>
        <a:p>
          <a:endParaRPr lang="en-US"/>
        </a:p>
      </dgm:t>
    </dgm:pt>
    <dgm:pt modelId="{9F11BD14-73EC-4930-9696-3A6408AFC34F}" type="sibTrans" cxnId="{BD2271B3-6987-4195-9CB6-C7CC0742EE96}">
      <dgm:prSet/>
      <dgm:spPr/>
      <dgm:t>
        <a:bodyPr/>
        <a:lstStyle/>
        <a:p>
          <a:endParaRPr lang="en-US"/>
        </a:p>
      </dgm:t>
    </dgm:pt>
    <dgm:pt modelId="{083E8A26-6511-41FC-A58C-97003304E44C}">
      <dgm:prSet phldrT="[Text]" custT="1"/>
      <dgm:spPr>
        <a:solidFill>
          <a:schemeClr val="accent6">
            <a:lumMod val="60000"/>
            <a:lumOff val="40000"/>
          </a:schemeClr>
        </a:solidFill>
      </dgm:spPr>
      <dgm:t>
        <a:bodyPr/>
        <a:lstStyle/>
        <a:p>
          <a:endParaRPr lang="en-US" sz="1200"/>
        </a:p>
      </dgm:t>
    </dgm:pt>
    <dgm:pt modelId="{AFA0D50A-7B6E-4F5D-B3BB-204CF5DE3375}" type="parTrans" cxnId="{FD6198EA-6866-436F-B352-6D2371A8D0EB}">
      <dgm:prSet/>
      <dgm:spPr/>
      <dgm:t>
        <a:bodyPr/>
        <a:lstStyle/>
        <a:p>
          <a:endParaRPr lang="en-US"/>
        </a:p>
      </dgm:t>
    </dgm:pt>
    <dgm:pt modelId="{C100B07D-C6F1-409D-BB69-C82592E91476}" type="sibTrans" cxnId="{FD6198EA-6866-436F-B352-6D2371A8D0EB}">
      <dgm:prSet/>
      <dgm:spPr/>
      <dgm:t>
        <a:bodyPr/>
        <a:lstStyle/>
        <a:p>
          <a:endParaRPr lang="en-US"/>
        </a:p>
      </dgm:t>
    </dgm:pt>
    <dgm:pt modelId="{5D45E249-5544-44D4-AC11-F48E2E38DD6E}">
      <dgm:prSet phldrT="[Text]"/>
      <dgm:spPr>
        <a:solidFill>
          <a:schemeClr val="accent5"/>
        </a:solidFill>
      </dgm:spPr>
      <dgm:t>
        <a:bodyPr/>
        <a:lstStyle/>
        <a:p>
          <a:endParaRPr lang="en-US"/>
        </a:p>
      </dgm:t>
    </dgm:pt>
    <dgm:pt modelId="{020492C5-8AF7-494B-BE17-8E6F125BC887}" type="parTrans" cxnId="{3C589F30-D0A0-4539-876A-2F898CCB259D}">
      <dgm:prSet/>
      <dgm:spPr/>
      <dgm:t>
        <a:bodyPr/>
        <a:lstStyle/>
        <a:p>
          <a:endParaRPr lang="en-US"/>
        </a:p>
      </dgm:t>
    </dgm:pt>
    <dgm:pt modelId="{F64866B2-B5FD-4790-8CF2-9E9C8036ABCD}" type="sibTrans" cxnId="{3C589F30-D0A0-4539-876A-2F898CCB259D}">
      <dgm:prSet/>
      <dgm:spPr/>
      <dgm:t>
        <a:bodyPr/>
        <a:lstStyle/>
        <a:p>
          <a:endParaRPr lang="en-US"/>
        </a:p>
      </dgm:t>
    </dgm:pt>
    <dgm:pt modelId="{D5A492BC-CA8B-4364-B1B0-1E83BD4963CE}">
      <dgm:prSet phldrT="[Text]" custT="1"/>
      <dgm:spPr>
        <a:solidFill>
          <a:schemeClr val="bg2">
            <a:lumMod val="50000"/>
          </a:schemeClr>
        </a:solidFill>
      </dgm:spPr>
      <dgm:t>
        <a:bodyPr/>
        <a:lstStyle/>
        <a:p>
          <a:endParaRPr lang="en-US" sz="1000" b="1"/>
        </a:p>
      </dgm:t>
    </dgm:pt>
    <dgm:pt modelId="{6607E79F-1AE3-4DA2-B694-486DDCF5CF34}" type="parTrans" cxnId="{FB67A901-8529-4C5A-851B-39E8BBF83BA0}">
      <dgm:prSet/>
      <dgm:spPr/>
      <dgm:t>
        <a:bodyPr/>
        <a:lstStyle/>
        <a:p>
          <a:endParaRPr lang="en-US"/>
        </a:p>
      </dgm:t>
    </dgm:pt>
    <dgm:pt modelId="{BBB7EAC6-01C3-4B61-889B-35DB182992B4}" type="sibTrans" cxnId="{FB67A901-8529-4C5A-851B-39E8BBF83BA0}">
      <dgm:prSet/>
      <dgm:spPr/>
      <dgm:t>
        <a:bodyPr/>
        <a:lstStyle/>
        <a:p>
          <a:endParaRPr lang="en-US"/>
        </a:p>
      </dgm:t>
    </dgm:pt>
    <dgm:pt modelId="{0C8CA283-530A-40B4-A5F3-03263A300DC1}">
      <dgm:prSet phldrT="[Text]"/>
      <dgm:spPr>
        <a:solidFill>
          <a:schemeClr val="accent5">
            <a:lumMod val="75000"/>
          </a:schemeClr>
        </a:solidFill>
      </dgm:spPr>
      <dgm:t>
        <a:bodyPr/>
        <a:lstStyle/>
        <a:p>
          <a:r>
            <a:rPr lang="en-US" b="1"/>
            <a:t>Lockout &amp; Publish</a:t>
          </a:r>
        </a:p>
      </dgm:t>
    </dgm:pt>
    <dgm:pt modelId="{51E0C373-5EEC-4FB9-AC1C-A46DB8AFA5CC}" type="parTrans" cxnId="{1EB3C7B7-5AA5-415E-AAF4-6241D5FC7743}">
      <dgm:prSet/>
      <dgm:spPr/>
      <dgm:t>
        <a:bodyPr/>
        <a:lstStyle/>
        <a:p>
          <a:endParaRPr lang="en-US"/>
        </a:p>
      </dgm:t>
    </dgm:pt>
    <dgm:pt modelId="{AF81C02A-FB6D-4F2F-B30D-45BF71F5D683}" type="sibTrans" cxnId="{1EB3C7B7-5AA5-415E-AAF4-6241D5FC7743}">
      <dgm:prSet/>
      <dgm:spPr/>
      <dgm:t>
        <a:bodyPr/>
        <a:lstStyle/>
        <a:p>
          <a:endParaRPr lang="en-US"/>
        </a:p>
      </dgm:t>
    </dgm:pt>
    <dgm:pt modelId="{78BC4F7A-4F07-4423-A219-06DEE0BBB4F3}">
      <dgm:prSet/>
      <dgm:spPr/>
      <dgm:t>
        <a:bodyPr/>
        <a:lstStyle/>
        <a:p>
          <a:endParaRPr lang="en-US"/>
        </a:p>
      </dgm:t>
    </dgm:pt>
    <dgm:pt modelId="{AFC66088-8AFB-40BC-8CE4-6D21CF1B5864}" type="parTrans" cxnId="{C41B4A69-E3A6-4F7B-93EA-93E8CF47C794}">
      <dgm:prSet/>
      <dgm:spPr/>
      <dgm:t>
        <a:bodyPr/>
        <a:lstStyle/>
        <a:p>
          <a:endParaRPr lang="en-US"/>
        </a:p>
      </dgm:t>
    </dgm:pt>
    <dgm:pt modelId="{6B0CE612-BE6F-4BB8-8653-B23F70D6C54A}" type="sibTrans" cxnId="{C41B4A69-E3A6-4F7B-93EA-93E8CF47C794}">
      <dgm:prSet/>
      <dgm:spPr/>
      <dgm:t>
        <a:bodyPr/>
        <a:lstStyle/>
        <a:p>
          <a:endParaRPr lang="en-US"/>
        </a:p>
      </dgm:t>
    </dgm:pt>
    <dgm:pt modelId="{9AC1DD74-9CAD-4596-80DA-2767298F18EA}">
      <dgm:prSet phldrT="[Text]"/>
      <dgm:spPr>
        <a:solidFill>
          <a:schemeClr val="accent5"/>
        </a:solidFill>
      </dgm:spPr>
      <dgm:t>
        <a:bodyPr/>
        <a:lstStyle/>
        <a:p>
          <a:endParaRPr lang="en-US"/>
        </a:p>
      </dgm:t>
    </dgm:pt>
    <dgm:pt modelId="{83EEB507-0B6C-4B3F-A63E-5D53E6C6E095}" type="parTrans" cxnId="{3CCB7D03-0105-4A92-B6E8-CD0D7332E145}">
      <dgm:prSet/>
      <dgm:spPr/>
      <dgm:t>
        <a:bodyPr/>
        <a:lstStyle/>
        <a:p>
          <a:endParaRPr lang="en-IN"/>
        </a:p>
      </dgm:t>
    </dgm:pt>
    <dgm:pt modelId="{4C7F5CE8-5029-4AA9-97BE-DB1AFA7E25DF}" type="sibTrans" cxnId="{3CCB7D03-0105-4A92-B6E8-CD0D7332E145}">
      <dgm:prSet/>
      <dgm:spPr/>
      <dgm:t>
        <a:bodyPr/>
        <a:lstStyle/>
        <a:p>
          <a:endParaRPr lang="en-IN"/>
        </a:p>
      </dgm:t>
    </dgm:pt>
    <dgm:pt modelId="{9AF2C078-3C0A-451C-84C0-D6B2DEEAD798}" type="pres">
      <dgm:prSet presAssocID="{BA4F2DCA-9A7E-4F57-95A5-1DA23D4B5701}" presName="cycle" presStyleCnt="0">
        <dgm:presLayoutVars>
          <dgm:dir/>
          <dgm:resizeHandles val="exact"/>
        </dgm:presLayoutVars>
      </dgm:prSet>
      <dgm:spPr/>
    </dgm:pt>
    <dgm:pt modelId="{237B2219-677A-4F0B-868C-518D2659A190}" type="pres">
      <dgm:prSet presAssocID="{8626E736-AC28-4FF6-91E3-78CD1770F2B6}" presName="node" presStyleLbl="node1" presStyleIdx="0" presStyleCnt="7">
        <dgm:presLayoutVars>
          <dgm:bulletEnabled val="1"/>
        </dgm:presLayoutVars>
      </dgm:prSet>
      <dgm:spPr/>
    </dgm:pt>
    <dgm:pt modelId="{C8C73EFA-F0E6-4998-AE1B-1117712B2EF5}" type="pres">
      <dgm:prSet presAssocID="{9F11BD14-73EC-4930-9696-3A6408AFC34F}" presName="sibTrans" presStyleLbl="sibTrans2D1" presStyleIdx="0" presStyleCnt="7"/>
      <dgm:spPr/>
    </dgm:pt>
    <dgm:pt modelId="{A982B2B3-3E2D-4EAB-AC8C-2AD6F07648D1}" type="pres">
      <dgm:prSet presAssocID="{9F11BD14-73EC-4930-9696-3A6408AFC34F}" presName="connectorText" presStyleLbl="sibTrans2D1" presStyleIdx="0" presStyleCnt="7"/>
      <dgm:spPr/>
    </dgm:pt>
    <dgm:pt modelId="{5A9AAD54-6CAE-4E67-843C-C33A46D1DA8E}" type="pres">
      <dgm:prSet presAssocID="{083E8A26-6511-41FC-A58C-97003304E44C}" presName="node" presStyleLbl="node1" presStyleIdx="1" presStyleCnt="7">
        <dgm:presLayoutVars>
          <dgm:bulletEnabled val="1"/>
        </dgm:presLayoutVars>
      </dgm:prSet>
      <dgm:spPr/>
    </dgm:pt>
    <dgm:pt modelId="{2392F19D-3798-4863-9B0A-9B386BDBC7C7}" type="pres">
      <dgm:prSet presAssocID="{C100B07D-C6F1-409D-BB69-C82592E91476}" presName="sibTrans" presStyleLbl="sibTrans2D1" presStyleIdx="1" presStyleCnt="7"/>
      <dgm:spPr/>
    </dgm:pt>
    <dgm:pt modelId="{FCC8754B-2944-4766-8B0C-70235809F1E3}" type="pres">
      <dgm:prSet presAssocID="{C100B07D-C6F1-409D-BB69-C82592E91476}" presName="connectorText" presStyleLbl="sibTrans2D1" presStyleIdx="1" presStyleCnt="7"/>
      <dgm:spPr/>
    </dgm:pt>
    <dgm:pt modelId="{470C5379-2CE1-4965-BAFF-F7F0B9890EA7}" type="pres">
      <dgm:prSet presAssocID="{78BC4F7A-4F07-4423-A219-06DEE0BBB4F3}" presName="node" presStyleLbl="node1" presStyleIdx="2" presStyleCnt="7">
        <dgm:presLayoutVars>
          <dgm:bulletEnabled val="1"/>
        </dgm:presLayoutVars>
      </dgm:prSet>
      <dgm:spPr/>
    </dgm:pt>
    <dgm:pt modelId="{C170905F-2738-48D2-A305-825FB637CA7F}" type="pres">
      <dgm:prSet presAssocID="{6B0CE612-BE6F-4BB8-8653-B23F70D6C54A}" presName="sibTrans" presStyleLbl="sibTrans2D1" presStyleIdx="2" presStyleCnt="7"/>
      <dgm:spPr/>
    </dgm:pt>
    <dgm:pt modelId="{0AE3D002-8673-4E82-9D0E-02E31482AD57}" type="pres">
      <dgm:prSet presAssocID="{6B0CE612-BE6F-4BB8-8653-B23F70D6C54A}" presName="connectorText" presStyleLbl="sibTrans2D1" presStyleIdx="2" presStyleCnt="7"/>
      <dgm:spPr/>
    </dgm:pt>
    <dgm:pt modelId="{D5197104-106D-4304-9929-3BF08AD76684}" type="pres">
      <dgm:prSet presAssocID="{9AC1DD74-9CAD-4596-80DA-2767298F18EA}" presName="node" presStyleLbl="node1" presStyleIdx="3" presStyleCnt="7">
        <dgm:presLayoutVars>
          <dgm:bulletEnabled val="1"/>
        </dgm:presLayoutVars>
      </dgm:prSet>
      <dgm:spPr/>
    </dgm:pt>
    <dgm:pt modelId="{A38D2653-AA07-4B17-BFAA-9C2AABEC0087}" type="pres">
      <dgm:prSet presAssocID="{4C7F5CE8-5029-4AA9-97BE-DB1AFA7E25DF}" presName="sibTrans" presStyleLbl="sibTrans2D1" presStyleIdx="3" presStyleCnt="7"/>
      <dgm:spPr/>
    </dgm:pt>
    <dgm:pt modelId="{A27168F6-143C-4F0D-8F67-492CB66D8DEB}" type="pres">
      <dgm:prSet presAssocID="{4C7F5CE8-5029-4AA9-97BE-DB1AFA7E25DF}" presName="connectorText" presStyleLbl="sibTrans2D1" presStyleIdx="3" presStyleCnt="7"/>
      <dgm:spPr/>
    </dgm:pt>
    <dgm:pt modelId="{4B2CA46C-B527-4DA7-A274-07ECAD09C6D9}" type="pres">
      <dgm:prSet presAssocID="{5D45E249-5544-44D4-AC11-F48E2E38DD6E}" presName="node" presStyleLbl="node1" presStyleIdx="4" presStyleCnt="7">
        <dgm:presLayoutVars>
          <dgm:bulletEnabled val="1"/>
        </dgm:presLayoutVars>
      </dgm:prSet>
      <dgm:spPr/>
    </dgm:pt>
    <dgm:pt modelId="{F9A73E6D-B37E-4A78-BE3E-60318EA0280B}" type="pres">
      <dgm:prSet presAssocID="{F64866B2-B5FD-4790-8CF2-9E9C8036ABCD}" presName="sibTrans" presStyleLbl="sibTrans2D1" presStyleIdx="4" presStyleCnt="7"/>
      <dgm:spPr/>
    </dgm:pt>
    <dgm:pt modelId="{7653BB7D-AFF1-4403-BDA1-B78F8C58BCA2}" type="pres">
      <dgm:prSet presAssocID="{F64866B2-B5FD-4790-8CF2-9E9C8036ABCD}" presName="connectorText" presStyleLbl="sibTrans2D1" presStyleIdx="4" presStyleCnt="7"/>
      <dgm:spPr/>
    </dgm:pt>
    <dgm:pt modelId="{4FFE7735-9F36-45F8-A304-54E01E976362}" type="pres">
      <dgm:prSet presAssocID="{D5A492BC-CA8B-4364-B1B0-1E83BD4963CE}" presName="node" presStyleLbl="node1" presStyleIdx="5" presStyleCnt="7" custScaleX="99800">
        <dgm:presLayoutVars>
          <dgm:bulletEnabled val="1"/>
        </dgm:presLayoutVars>
      </dgm:prSet>
      <dgm:spPr/>
    </dgm:pt>
    <dgm:pt modelId="{058AD55D-5706-4805-9450-0DC7C263C16F}" type="pres">
      <dgm:prSet presAssocID="{BBB7EAC6-01C3-4B61-889B-35DB182992B4}" presName="sibTrans" presStyleLbl="sibTrans2D1" presStyleIdx="5" presStyleCnt="7"/>
      <dgm:spPr/>
    </dgm:pt>
    <dgm:pt modelId="{20BF34DA-F27D-4921-94B9-689D11567FB0}" type="pres">
      <dgm:prSet presAssocID="{BBB7EAC6-01C3-4B61-889B-35DB182992B4}" presName="connectorText" presStyleLbl="sibTrans2D1" presStyleIdx="5" presStyleCnt="7"/>
      <dgm:spPr/>
    </dgm:pt>
    <dgm:pt modelId="{2AEB8C8A-C6F9-43D4-84C2-2E5438AA9072}" type="pres">
      <dgm:prSet presAssocID="{0C8CA283-530A-40B4-A5F3-03263A300DC1}" presName="node" presStyleLbl="node1" presStyleIdx="6" presStyleCnt="7">
        <dgm:presLayoutVars>
          <dgm:bulletEnabled val="1"/>
        </dgm:presLayoutVars>
      </dgm:prSet>
      <dgm:spPr/>
    </dgm:pt>
    <dgm:pt modelId="{879D3973-1267-4675-A42D-13FA1D103EF4}" type="pres">
      <dgm:prSet presAssocID="{AF81C02A-FB6D-4F2F-B30D-45BF71F5D683}" presName="sibTrans" presStyleLbl="sibTrans2D1" presStyleIdx="6" presStyleCnt="7"/>
      <dgm:spPr/>
    </dgm:pt>
    <dgm:pt modelId="{A59CEAB4-A3BF-4D57-8DFE-2B1ACF70E67D}" type="pres">
      <dgm:prSet presAssocID="{AF81C02A-FB6D-4F2F-B30D-45BF71F5D683}" presName="connectorText" presStyleLbl="sibTrans2D1" presStyleIdx="6" presStyleCnt="7"/>
      <dgm:spPr/>
    </dgm:pt>
  </dgm:ptLst>
  <dgm:cxnLst>
    <dgm:cxn modelId="{F1CA5700-10B8-406D-A221-4DC333E93875}" type="presOf" srcId="{0C8CA283-530A-40B4-A5F3-03263A300DC1}" destId="{2AEB8C8A-C6F9-43D4-84C2-2E5438AA9072}" srcOrd="0" destOrd="0" presId="urn:microsoft.com/office/officeart/2005/8/layout/cycle2"/>
    <dgm:cxn modelId="{F9649600-DB44-42E4-B828-0342E10F29B3}" type="presOf" srcId="{5D45E249-5544-44D4-AC11-F48E2E38DD6E}" destId="{4B2CA46C-B527-4DA7-A274-07ECAD09C6D9}" srcOrd="0" destOrd="0" presId="urn:microsoft.com/office/officeart/2005/8/layout/cycle2"/>
    <dgm:cxn modelId="{FB67A901-8529-4C5A-851B-39E8BBF83BA0}" srcId="{BA4F2DCA-9A7E-4F57-95A5-1DA23D4B5701}" destId="{D5A492BC-CA8B-4364-B1B0-1E83BD4963CE}" srcOrd="5" destOrd="0" parTransId="{6607E79F-1AE3-4DA2-B694-486DDCF5CF34}" sibTransId="{BBB7EAC6-01C3-4B61-889B-35DB182992B4}"/>
    <dgm:cxn modelId="{3CCB7D03-0105-4A92-B6E8-CD0D7332E145}" srcId="{BA4F2DCA-9A7E-4F57-95A5-1DA23D4B5701}" destId="{9AC1DD74-9CAD-4596-80DA-2767298F18EA}" srcOrd="3" destOrd="0" parTransId="{83EEB507-0B6C-4B3F-A63E-5D53E6C6E095}" sibTransId="{4C7F5CE8-5029-4AA9-97BE-DB1AFA7E25DF}"/>
    <dgm:cxn modelId="{E31E4B06-D4C6-4582-82B3-04F129A53B64}" type="presOf" srcId="{F64866B2-B5FD-4790-8CF2-9E9C8036ABCD}" destId="{7653BB7D-AFF1-4403-BDA1-B78F8C58BCA2}" srcOrd="1" destOrd="0" presId="urn:microsoft.com/office/officeart/2005/8/layout/cycle2"/>
    <dgm:cxn modelId="{510E2528-0759-4EFD-82BF-418E56B69A38}" type="presOf" srcId="{9F11BD14-73EC-4930-9696-3A6408AFC34F}" destId="{C8C73EFA-F0E6-4998-AE1B-1117712B2EF5}" srcOrd="0" destOrd="0" presId="urn:microsoft.com/office/officeart/2005/8/layout/cycle2"/>
    <dgm:cxn modelId="{8201AA2B-A6C8-4FE1-BA8A-F2372141EA0E}" type="presOf" srcId="{6B0CE612-BE6F-4BB8-8653-B23F70D6C54A}" destId="{0AE3D002-8673-4E82-9D0E-02E31482AD57}" srcOrd="1" destOrd="0" presId="urn:microsoft.com/office/officeart/2005/8/layout/cycle2"/>
    <dgm:cxn modelId="{3C589F30-D0A0-4539-876A-2F898CCB259D}" srcId="{BA4F2DCA-9A7E-4F57-95A5-1DA23D4B5701}" destId="{5D45E249-5544-44D4-AC11-F48E2E38DD6E}" srcOrd="4" destOrd="0" parTransId="{020492C5-8AF7-494B-BE17-8E6F125BC887}" sibTransId="{F64866B2-B5FD-4790-8CF2-9E9C8036ABCD}"/>
    <dgm:cxn modelId="{706DD230-347C-4EAF-BBB5-1AAA0233B623}" type="presOf" srcId="{F64866B2-B5FD-4790-8CF2-9E9C8036ABCD}" destId="{F9A73E6D-B37E-4A78-BE3E-60318EA0280B}" srcOrd="0" destOrd="0" presId="urn:microsoft.com/office/officeart/2005/8/layout/cycle2"/>
    <dgm:cxn modelId="{DA4B3668-4893-405E-8D8F-E71C21EF6436}" type="presOf" srcId="{083E8A26-6511-41FC-A58C-97003304E44C}" destId="{5A9AAD54-6CAE-4E67-843C-C33A46D1DA8E}" srcOrd="0" destOrd="0" presId="urn:microsoft.com/office/officeart/2005/8/layout/cycle2"/>
    <dgm:cxn modelId="{C41B4A69-E3A6-4F7B-93EA-93E8CF47C794}" srcId="{BA4F2DCA-9A7E-4F57-95A5-1DA23D4B5701}" destId="{78BC4F7A-4F07-4423-A219-06DEE0BBB4F3}" srcOrd="2" destOrd="0" parTransId="{AFC66088-8AFB-40BC-8CE4-6D21CF1B5864}" sibTransId="{6B0CE612-BE6F-4BB8-8653-B23F70D6C54A}"/>
    <dgm:cxn modelId="{834FE074-F146-4CD3-8CA2-9155F9344BF3}" type="presOf" srcId="{4C7F5CE8-5029-4AA9-97BE-DB1AFA7E25DF}" destId="{A27168F6-143C-4F0D-8F67-492CB66D8DEB}" srcOrd="1" destOrd="0" presId="urn:microsoft.com/office/officeart/2005/8/layout/cycle2"/>
    <dgm:cxn modelId="{345E5297-31C9-4FC8-A5C2-6425D3D511D5}" type="presOf" srcId="{D5A492BC-CA8B-4364-B1B0-1E83BD4963CE}" destId="{4FFE7735-9F36-45F8-A304-54E01E976362}" srcOrd="0" destOrd="0" presId="urn:microsoft.com/office/officeart/2005/8/layout/cycle2"/>
    <dgm:cxn modelId="{9824F4A1-BC49-4C10-9CA9-2DEC14DE336C}" type="presOf" srcId="{C100B07D-C6F1-409D-BB69-C82592E91476}" destId="{2392F19D-3798-4863-9B0A-9B386BDBC7C7}" srcOrd="0" destOrd="0" presId="urn:microsoft.com/office/officeart/2005/8/layout/cycle2"/>
    <dgm:cxn modelId="{D94135A2-8582-4341-9A4F-C961A44FB8EB}" type="presOf" srcId="{AF81C02A-FB6D-4F2F-B30D-45BF71F5D683}" destId="{879D3973-1267-4675-A42D-13FA1D103EF4}" srcOrd="0" destOrd="0" presId="urn:microsoft.com/office/officeart/2005/8/layout/cycle2"/>
    <dgm:cxn modelId="{CBBBE8A7-BE2D-4FB9-82BA-CA045B7D8518}" type="presOf" srcId="{C100B07D-C6F1-409D-BB69-C82592E91476}" destId="{FCC8754B-2944-4766-8B0C-70235809F1E3}" srcOrd="1" destOrd="0" presId="urn:microsoft.com/office/officeart/2005/8/layout/cycle2"/>
    <dgm:cxn modelId="{F20167A9-232F-48DC-8C0E-884FF80500ED}" type="presOf" srcId="{AF81C02A-FB6D-4F2F-B30D-45BF71F5D683}" destId="{A59CEAB4-A3BF-4D57-8DFE-2B1ACF70E67D}" srcOrd="1" destOrd="0" presId="urn:microsoft.com/office/officeart/2005/8/layout/cycle2"/>
    <dgm:cxn modelId="{BD2271B3-6987-4195-9CB6-C7CC0742EE96}" srcId="{BA4F2DCA-9A7E-4F57-95A5-1DA23D4B5701}" destId="{8626E736-AC28-4FF6-91E3-78CD1770F2B6}" srcOrd="0" destOrd="0" parTransId="{D924C70B-B40B-4140-8B3F-080E88467FBF}" sibTransId="{9F11BD14-73EC-4930-9696-3A6408AFC34F}"/>
    <dgm:cxn modelId="{1EB3C7B7-5AA5-415E-AAF4-6241D5FC7743}" srcId="{BA4F2DCA-9A7E-4F57-95A5-1DA23D4B5701}" destId="{0C8CA283-530A-40B4-A5F3-03263A300DC1}" srcOrd="6" destOrd="0" parTransId="{51E0C373-5EEC-4FB9-AC1C-A46DB8AFA5CC}" sibTransId="{AF81C02A-FB6D-4F2F-B30D-45BF71F5D683}"/>
    <dgm:cxn modelId="{426FF5C7-F1A1-4791-A595-0F5B4CCBE2C8}" type="presOf" srcId="{78BC4F7A-4F07-4423-A219-06DEE0BBB4F3}" destId="{470C5379-2CE1-4965-BAFF-F7F0B9890EA7}" srcOrd="0" destOrd="0" presId="urn:microsoft.com/office/officeart/2005/8/layout/cycle2"/>
    <dgm:cxn modelId="{709C71C9-9B82-426A-8FAA-EFE65D1A12D6}" type="presOf" srcId="{8626E736-AC28-4FF6-91E3-78CD1770F2B6}" destId="{237B2219-677A-4F0B-868C-518D2659A190}" srcOrd="0" destOrd="0" presId="urn:microsoft.com/office/officeart/2005/8/layout/cycle2"/>
    <dgm:cxn modelId="{3C63E7CD-EF1E-447A-A982-3007BD8FE308}" type="presOf" srcId="{BA4F2DCA-9A7E-4F57-95A5-1DA23D4B5701}" destId="{9AF2C078-3C0A-451C-84C0-D6B2DEEAD798}" srcOrd="0" destOrd="0" presId="urn:microsoft.com/office/officeart/2005/8/layout/cycle2"/>
    <dgm:cxn modelId="{AA8F29D5-3763-461B-BCAD-EA2DE59DADA8}" type="presOf" srcId="{6B0CE612-BE6F-4BB8-8653-B23F70D6C54A}" destId="{C170905F-2738-48D2-A305-825FB637CA7F}" srcOrd="0" destOrd="0" presId="urn:microsoft.com/office/officeart/2005/8/layout/cycle2"/>
    <dgm:cxn modelId="{BD85C0D8-C0F2-4A3E-A55D-D3ECCA44156F}" type="presOf" srcId="{4C7F5CE8-5029-4AA9-97BE-DB1AFA7E25DF}" destId="{A38D2653-AA07-4B17-BFAA-9C2AABEC0087}" srcOrd="0" destOrd="0" presId="urn:microsoft.com/office/officeart/2005/8/layout/cycle2"/>
    <dgm:cxn modelId="{D53FD5E3-B45F-4691-95BF-7DD50DA84BB0}" type="presOf" srcId="{BBB7EAC6-01C3-4B61-889B-35DB182992B4}" destId="{20BF34DA-F27D-4921-94B9-689D11567FB0}" srcOrd="1" destOrd="0" presId="urn:microsoft.com/office/officeart/2005/8/layout/cycle2"/>
    <dgm:cxn modelId="{B5A8FBE8-7FA6-4BB9-A613-A1C3DAB72B38}" type="presOf" srcId="{BBB7EAC6-01C3-4B61-889B-35DB182992B4}" destId="{058AD55D-5706-4805-9450-0DC7C263C16F}" srcOrd="0" destOrd="0" presId="urn:microsoft.com/office/officeart/2005/8/layout/cycle2"/>
    <dgm:cxn modelId="{FD6198EA-6866-436F-B352-6D2371A8D0EB}" srcId="{BA4F2DCA-9A7E-4F57-95A5-1DA23D4B5701}" destId="{083E8A26-6511-41FC-A58C-97003304E44C}" srcOrd="1" destOrd="0" parTransId="{AFA0D50A-7B6E-4F5D-B3BB-204CF5DE3375}" sibTransId="{C100B07D-C6F1-409D-BB69-C82592E91476}"/>
    <dgm:cxn modelId="{28839CEB-B0E0-488C-99D6-55CF090BE9FE}" type="presOf" srcId="{9AC1DD74-9CAD-4596-80DA-2767298F18EA}" destId="{D5197104-106D-4304-9929-3BF08AD76684}" srcOrd="0" destOrd="0" presId="urn:microsoft.com/office/officeart/2005/8/layout/cycle2"/>
    <dgm:cxn modelId="{F73986EF-2689-4DFB-86E0-4178F7874909}" type="presOf" srcId="{9F11BD14-73EC-4930-9696-3A6408AFC34F}" destId="{A982B2B3-3E2D-4EAB-AC8C-2AD6F07648D1}" srcOrd="1" destOrd="0" presId="urn:microsoft.com/office/officeart/2005/8/layout/cycle2"/>
    <dgm:cxn modelId="{3CCD7395-068E-4A5B-8E35-DA8027A5D38F}" type="presParOf" srcId="{9AF2C078-3C0A-451C-84C0-D6B2DEEAD798}" destId="{237B2219-677A-4F0B-868C-518D2659A190}" srcOrd="0" destOrd="0" presId="urn:microsoft.com/office/officeart/2005/8/layout/cycle2"/>
    <dgm:cxn modelId="{969FBE75-523D-4EA7-8735-553F6BEF0B3E}" type="presParOf" srcId="{9AF2C078-3C0A-451C-84C0-D6B2DEEAD798}" destId="{C8C73EFA-F0E6-4998-AE1B-1117712B2EF5}" srcOrd="1" destOrd="0" presId="urn:microsoft.com/office/officeart/2005/8/layout/cycle2"/>
    <dgm:cxn modelId="{53BF53AE-28CA-48A8-863A-7FD0CFA120E4}" type="presParOf" srcId="{C8C73EFA-F0E6-4998-AE1B-1117712B2EF5}" destId="{A982B2B3-3E2D-4EAB-AC8C-2AD6F07648D1}" srcOrd="0" destOrd="0" presId="urn:microsoft.com/office/officeart/2005/8/layout/cycle2"/>
    <dgm:cxn modelId="{A0C7C56A-13FE-4379-AD88-46C46E296C25}" type="presParOf" srcId="{9AF2C078-3C0A-451C-84C0-D6B2DEEAD798}" destId="{5A9AAD54-6CAE-4E67-843C-C33A46D1DA8E}" srcOrd="2" destOrd="0" presId="urn:microsoft.com/office/officeart/2005/8/layout/cycle2"/>
    <dgm:cxn modelId="{DBA190E4-23E3-460B-A905-8C5F2E2DA5AC}" type="presParOf" srcId="{9AF2C078-3C0A-451C-84C0-D6B2DEEAD798}" destId="{2392F19D-3798-4863-9B0A-9B386BDBC7C7}" srcOrd="3" destOrd="0" presId="urn:microsoft.com/office/officeart/2005/8/layout/cycle2"/>
    <dgm:cxn modelId="{C14B23FD-851D-4EB9-BAF1-DAC7AE11980C}" type="presParOf" srcId="{2392F19D-3798-4863-9B0A-9B386BDBC7C7}" destId="{FCC8754B-2944-4766-8B0C-70235809F1E3}" srcOrd="0" destOrd="0" presId="urn:microsoft.com/office/officeart/2005/8/layout/cycle2"/>
    <dgm:cxn modelId="{7E14EFBC-A684-4DE7-A3EE-40B4CFE04ECE}" type="presParOf" srcId="{9AF2C078-3C0A-451C-84C0-D6B2DEEAD798}" destId="{470C5379-2CE1-4965-BAFF-F7F0B9890EA7}" srcOrd="4" destOrd="0" presId="urn:microsoft.com/office/officeart/2005/8/layout/cycle2"/>
    <dgm:cxn modelId="{1B580F3F-9D7B-468C-9C0C-7F970B981D88}" type="presParOf" srcId="{9AF2C078-3C0A-451C-84C0-D6B2DEEAD798}" destId="{C170905F-2738-48D2-A305-825FB637CA7F}" srcOrd="5" destOrd="0" presId="urn:microsoft.com/office/officeart/2005/8/layout/cycle2"/>
    <dgm:cxn modelId="{A0BA73F7-A8BE-4E92-AF67-203741308653}" type="presParOf" srcId="{C170905F-2738-48D2-A305-825FB637CA7F}" destId="{0AE3D002-8673-4E82-9D0E-02E31482AD57}" srcOrd="0" destOrd="0" presId="urn:microsoft.com/office/officeart/2005/8/layout/cycle2"/>
    <dgm:cxn modelId="{42D502AF-1A4D-4DD9-9445-2BBC3CF192AF}" type="presParOf" srcId="{9AF2C078-3C0A-451C-84C0-D6B2DEEAD798}" destId="{D5197104-106D-4304-9929-3BF08AD76684}" srcOrd="6" destOrd="0" presId="urn:microsoft.com/office/officeart/2005/8/layout/cycle2"/>
    <dgm:cxn modelId="{CCD4A603-4E24-44ED-9A0C-563C04F44AB1}" type="presParOf" srcId="{9AF2C078-3C0A-451C-84C0-D6B2DEEAD798}" destId="{A38D2653-AA07-4B17-BFAA-9C2AABEC0087}" srcOrd="7" destOrd="0" presId="urn:microsoft.com/office/officeart/2005/8/layout/cycle2"/>
    <dgm:cxn modelId="{8C624DB8-9DF8-47E7-ADD3-D21C6DA6780C}" type="presParOf" srcId="{A38D2653-AA07-4B17-BFAA-9C2AABEC0087}" destId="{A27168F6-143C-4F0D-8F67-492CB66D8DEB}" srcOrd="0" destOrd="0" presId="urn:microsoft.com/office/officeart/2005/8/layout/cycle2"/>
    <dgm:cxn modelId="{B4D77FC1-2A0F-43AC-966B-78DD10AE4A83}" type="presParOf" srcId="{9AF2C078-3C0A-451C-84C0-D6B2DEEAD798}" destId="{4B2CA46C-B527-4DA7-A274-07ECAD09C6D9}" srcOrd="8" destOrd="0" presId="urn:microsoft.com/office/officeart/2005/8/layout/cycle2"/>
    <dgm:cxn modelId="{9E49F205-7C76-4780-AFBF-D4C320EDD3CF}" type="presParOf" srcId="{9AF2C078-3C0A-451C-84C0-D6B2DEEAD798}" destId="{F9A73E6D-B37E-4A78-BE3E-60318EA0280B}" srcOrd="9" destOrd="0" presId="urn:microsoft.com/office/officeart/2005/8/layout/cycle2"/>
    <dgm:cxn modelId="{0306F15C-39A6-41CB-9878-37E79AD1D0E8}" type="presParOf" srcId="{F9A73E6D-B37E-4A78-BE3E-60318EA0280B}" destId="{7653BB7D-AFF1-4403-BDA1-B78F8C58BCA2}" srcOrd="0" destOrd="0" presId="urn:microsoft.com/office/officeart/2005/8/layout/cycle2"/>
    <dgm:cxn modelId="{9C228898-E1A3-45C2-8017-D545DEABDB72}" type="presParOf" srcId="{9AF2C078-3C0A-451C-84C0-D6B2DEEAD798}" destId="{4FFE7735-9F36-45F8-A304-54E01E976362}" srcOrd="10" destOrd="0" presId="urn:microsoft.com/office/officeart/2005/8/layout/cycle2"/>
    <dgm:cxn modelId="{011F914B-E589-4AD4-ACD6-E1F1F4704DC7}" type="presParOf" srcId="{9AF2C078-3C0A-451C-84C0-D6B2DEEAD798}" destId="{058AD55D-5706-4805-9450-0DC7C263C16F}" srcOrd="11" destOrd="0" presId="urn:microsoft.com/office/officeart/2005/8/layout/cycle2"/>
    <dgm:cxn modelId="{4260DF69-D308-48B1-9C19-5A895713906E}" type="presParOf" srcId="{058AD55D-5706-4805-9450-0DC7C263C16F}" destId="{20BF34DA-F27D-4921-94B9-689D11567FB0}" srcOrd="0" destOrd="0" presId="urn:microsoft.com/office/officeart/2005/8/layout/cycle2"/>
    <dgm:cxn modelId="{2AA67B0D-0E48-4DC5-8654-0FD4B20086BA}" type="presParOf" srcId="{9AF2C078-3C0A-451C-84C0-D6B2DEEAD798}" destId="{2AEB8C8A-C6F9-43D4-84C2-2E5438AA9072}" srcOrd="12" destOrd="0" presId="urn:microsoft.com/office/officeart/2005/8/layout/cycle2"/>
    <dgm:cxn modelId="{79A6A4C4-8BC0-4B15-B20C-D629D020BB03}" type="presParOf" srcId="{9AF2C078-3C0A-451C-84C0-D6B2DEEAD798}" destId="{879D3973-1267-4675-A42D-13FA1D103EF4}" srcOrd="13" destOrd="0" presId="urn:microsoft.com/office/officeart/2005/8/layout/cycle2"/>
    <dgm:cxn modelId="{7B5179C0-A7BE-41FA-B744-E23A6069555C}" type="presParOf" srcId="{879D3973-1267-4675-A42D-13FA1D103EF4}" destId="{A59CEAB4-A3BF-4D57-8DFE-2B1ACF70E67D}" srcOrd="0" destOrd="0" presId="urn:microsoft.com/office/officeart/2005/8/layout/cycle2"/>
  </dgm:cxnLst>
  <dgm:bg/>
  <dgm:whole/>
  <dgm:extLst>
    <a:ext uri="http://schemas.microsoft.com/office/drawing/2008/diagram">
      <dsp:dataModelExt xmlns:dsp="http://schemas.microsoft.com/office/drawing/2008/diagram" relId="rId9"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237B2219-677A-4F0B-868C-518D2659A190}">
      <dsp:nvSpPr>
        <dsp:cNvPr id="0" name=""/>
        <dsp:cNvSpPr/>
      </dsp:nvSpPr>
      <dsp:spPr>
        <a:xfrm>
          <a:off x="1851419" y="1493"/>
          <a:ext cx="836768" cy="836768"/>
        </a:xfrm>
        <a:prstGeom prst="ellipse">
          <a:avLst/>
        </a:prstGeom>
        <a:solidFill>
          <a:schemeClr val="bg2">
            <a:lumMod val="7500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5240" tIns="15240" rIns="15240" bIns="15240" numCol="1" spcCol="1270" anchor="ctr" anchorCtr="0">
          <a:noAutofit/>
        </a:bodyPr>
        <a:lstStyle/>
        <a:p>
          <a:pPr marL="0" lvl="0" indent="0" algn="ctr" defTabSz="533400">
            <a:lnSpc>
              <a:spcPct val="90000"/>
            </a:lnSpc>
            <a:spcBef>
              <a:spcPct val="0"/>
            </a:spcBef>
            <a:spcAft>
              <a:spcPct val="35000"/>
            </a:spcAft>
            <a:buNone/>
          </a:pPr>
          <a:endParaRPr lang="en-US" sz="1200" b="1" kern="1200"/>
        </a:p>
      </dsp:txBody>
      <dsp:txXfrm>
        <a:off x="1973961" y="124035"/>
        <a:ext cx="591684" cy="591684"/>
      </dsp:txXfrm>
    </dsp:sp>
    <dsp:sp modelId="{C8C73EFA-F0E6-4998-AE1B-1117712B2EF5}">
      <dsp:nvSpPr>
        <dsp:cNvPr id="0" name=""/>
        <dsp:cNvSpPr/>
      </dsp:nvSpPr>
      <dsp:spPr>
        <a:xfrm rot="1542857">
          <a:off x="2718768" y="548324"/>
          <a:ext cx="221942" cy="282409"/>
        </a:xfrm>
        <a:prstGeom prst="rightArrow">
          <a:avLst>
            <a:gd name="adj1" fmla="val 60000"/>
            <a:gd name="adj2" fmla="val 50000"/>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400050">
            <a:lnSpc>
              <a:spcPct val="90000"/>
            </a:lnSpc>
            <a:spcBef>
              <a:spcPct val="0"/>
            </a:spcBef>
            <a:spcAft>
              <a:spcPct val="35000"/>
            </a:spcAft>
            <a:buNone/>
          </a:pPr>
          <a:endParaRPr lang="en-US" sz="900" kern="1200"/>
        </a:p>
      </dsp:txBody>
      <dsp:txXfrm>
        <a:off x="2722065" y="590361"/>
        <a:ext cx="155359" cy="169445"/>
      </dsp:txXfrm>
    </dsp:sp>
    <dsp:sp modelId="{5A9AAD54-6CAE-4E67-843C-C33A46D1DA8E}">
      <dsp:nvSpPr>
        <dsp:cNvPr id="0" name=""/>
        <dsp:cNvSpPr/>
      </dsp:nvSpPr>
      <dsp:spPr>
        <a:xfrm>
          <a:off x="2982611" y="546247"/>
          <a:ext cx="836768" cy="836768"/>
        </a:xfrm>
        <a:prstGeom prst="ellipse">
          <a:avLst/>
        </a:prstGeom>
        <a:solidFill>
          <a:schemeClr val="accent6">
            <a:lumMod val="60000"/>
            <a:lumOff val="4000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5240" tIns="15240" rIns="15240" bIns="15240" numCol="1" spcCol="1270" anchor="ctr" anchorCtr="0">
          <a:noAutofit/>
        </a:bodyPr>
        <a:lstStyle/>
        <a:p>
          <a:pPr marL="0" lvl="0" indent="0" algn="ctr" defTabSz="533400">
            <a:lnSpc>
              <a:spcPct val="90000"/>
            </a:lnSpc>
            <a:spcBef>
              <a:spcPct val="0"/>
            </a:spcBef>
            <a:spcAft>
              <a:spcPct val="35000"/>
            </a:spcAft>
            <a:buNone/>
          </a:pPr>
          <a:endParaRPr lang="en-US" sz="1200" kern="1200"/>
        </a:p>
      </dsp:txBody>
      <dsp:txXfrm>
        <a:off x="3105153" y="668789"/>
        <a:ext cx="591684" cy="591684"/>
      </dsp:txXfrm>
    </dsp:sp>
    <dsp:sp modelId="{2392F19D-3798-4863-9B0A-9B386BDBC7C7}">
      <dsp:nvSpPr>
        <dsp:cNvPr id="0" name=""/>
        <dsp:cNvSpPr/>
      </dsp:nvSpPr>
      <dsp:spPr>
        <a:xfrm rot="4628571">
          <a:off x="3428317" y="1429327"/>
          <a:ext cx="221942" cy="282409"/>
        </a:xfrm>
        <a:prstGeom prst="rightArrow">
          <a:avLst>
            <a:gd name="adj1" fmla="val 60000"/>
            <a:gd name="adj2" fmla="val 50000"/>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400050">
            <a:lnSpc>
              <a:spcPct val="90000"/>
            </a:lnSpc>
            <a:spcBef>
              <a:spcPct val="0"/>
            </a:spcBef>
            <a:spcAft>
              <a:spcPct val="35000"/>
            </a:spcAft>
            <a:buNone/>
          </a:pPr>
          <a:endParaRPr lang="en-US" sz="900" kern="1200"/>
        </a:p>
      </dsp:txBody>
      <dsp:txXfrm>
        <a:off x="3454200" y="1453352"/>
        <a:ext cx="155359" cy="169445"/>
      </dsp:txXfrm>
    </dsp:sp>
    <dsp:sp modelId="{470C5379-2CE1-4965-BAFF-F7F0B9890EA7}">
      <dsp:nvSpPr>
        <dsp:cNvPr id="0" name=""/>
        <dsp:cNvSpPr/>
      </dsp:nvSpPr>
      <dsp:spPr>
        <a:xfrm>
          <a:off x="3261993" y="1770297"/>
          <a:ext cx="836768" cy="836768"/>
        </a:xfrm>
        <a:prstGeom prst="ellipse">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3970" tIns="13970" rIns="13970" bIns="13970" numCol="1" spcCol="1270" anchor="ctr" anchorCtr="0">
          <a:noAutofit/>
        </a:bodyPr>
        <a:lstStyle/>
        <a:p>
          <a:pPr marL="0" lvl="0" indent="0" algn="ctr" defTabSz="488950">
            <a:lnSpc>
              <a:spcPct val="90000"/>
            </a:lnSpc>
            <a:spcBef>
              <a:spcPct val="0"/>
            </a:spcBef>
            <a:spcAft>
              <a:spcPct val="35000"/>
            </a:spcAft>
            <a:buNone/>
          </a:pPr>
          <a:endParaRPr lang="en-US" sz="1100" kern="1200"/>
        </a:p>
      </dsp:txBody>
      <dsp:txXfrm>
        <a:off x="3384535" y="1892839"/>
        <a:ext cx="591684" cy="591684"/>
      </dsp:txXfrm>
    </dsp:sp>
    <dsp:sp modelId="{C170905F-2738-48D2-A305-825FB637CA7F}">
      <dsp:nvSpPr>
        <dsp:cNvPr id="0" name=""/>
        <dsp:cNvSpPr/>
      </dsp:nvSpPr>
      <dsp:spPr>
        <a:xfrm rot="7714286">
          <a:off x="3181917" y="2533371"/>
          <a:ext cx="221942" cy="282409"/>
        </a:xfrm>
        <a:prstGeom prst="rightArrow">
          <a:avLst>
            <a:gd name="adj1" fmla="val 60000"/>
            <a:gd name="adj2" fmla="val 50000"/>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400050">
            <a:lnSpc>
              <a:spcPct val="90000"/>
            </a:lnSpc>
            <a:spcBef>
              <a:spcPct val="0"/>
            </a:spcBef>
            <a:spcAft>
              <a:spcPct val="35000"/>
            </a:spcAft>
            <a:buNone/>
          </a:pPr>
          <a:endParaRPr lang="en-US" sz="900" kern="1200"/>
        </a:p>
      </dsp:txBody>
      <dsp:txXfrm rot="10800000">
        <a:off x="3235965" y="2563825"/>
        <a:ext cx="155359" cy="169445"/>
      </dsp:txXfrm>
    </dsp:sp>
    <dsp:sp modelId="{D5197104-106D-4304-9929-3BF08AD76684}">
      <dsp:nvSpPr>
        <dsp:cNvPr id="0" name=""/>
        <dsp:cNvSpPr/>
      </dsp:nvSpPr>
      <dsp:spPr>
        <a:xfrm>
          <a:off x="2479183" y="2751909"/>
          <a:ext cx="836768" cy="836768"/>
        </a:xfrm>
        <a:prstGeom prst="ellipse">
          <a:avLst/>
        </a:prstGeom>
        <a:solidFill>
          <a:schemeClr val="accent5"/>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3970" tIns="13970" rIns="13970" bIns="13970" numCol="1" spcCol="1270" anchor="ctr" anchorCtr="0">
          <a:noAutofit/>
        </a:bodyPr>
        <a:lstStyle/>
        <a:p>
          <a:pPr marL="0" lvl="0" indent="0" algn="ctr" defTabSz="488950">
            <a:lnSpc>
              <a:spcPct val="90000"/>
            </a:lnSpc>
            <a:spcBef>
              <a:spcPct val="0"/>
            </a:spcBef>
            <a:spcAft>
              <a:spcPct val="35000"/>
            </a:spcAft>
            <a:buNone/>
          </a:pPr>
          <a:endParaRPr lang="en-US" sz="1100" kern="1200"/>
        </a:p>
      </dsp:txBody>
      <dsp:txXfrm>
        <a:off x="2601725" y="2874451"/>
        <a:ext cx="591684" cy="591684"/>
      </dsp:txXfrm>
    </dsp:sp>
    <dsp:sp modelId="{A38D2653-AA07-4B17-BFAA-9C2AABEC0087}">
      <dsp:nvSpPr>
        <dsp:cNvPr id="0" name=""/>
        <dsp:cNvSpPr/>
      </dsp:nvSpPr>
      <dsp:spPr>
        <a:xfrm rot="10800000">
          <a:off x="2165113" y="3029088"/>
          <a:ext cx="221942" cy="282409"/>
        </a:xfrm>
        <a:prstGeom prst="rightArrow">
          <a:avLst>
            <a:gd name="adj1" fmla="val 60000"/>
            <a:gd name="adj2" fmla="val 50000"/>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400050">
            <a:lnSpc>
              <a:spcPct val="90000"/>
            </a:lnSpc>
            <a:spcBef>
              <a:spcPct val="0"/>
            </a:spcBef>
            <a:spcAft>
              <a:spcPct val="35000"/>
            </a:spcAft>
            <a:buNone/>
          </a:pPr>
          <a:endParaRPr lang="en-IN" sz="900" kern="1200"/>
        </a:p>
      </dsp:txBody>
      <dsp:txXfrm rot="10800000">
        <a:off x="2231696" y="3085570"/>
        <a:ext cx="155359" cy="169445"/>
      </dsp:txXfrm>
    </dsp:sp>
    <dsp:sp modelId="{4B2CA46C-B527-4DA7-A274-07ECAD09C6D9}">
      <dsp:nvSpPr>
        <dsp:cNvPr id="0" name=""/>
        <dsp:cNvSpPr/>
      </dsp:nvSpPr>
      <dsp:spPr>
        <a:xfrm>
          <a:off x="1223654" y="2751909"/>
          <a:ext cx="836768" cy="836768"/>
        </a:xfrm>
        <a:prstGeom prst="ellipse">
          <a:avLst/>
        </a:prstGeom>
        <a:solidFill>
          <a:schemeClr val="accent5"/>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3970" tIns="13970" rIns="13970" bIns="13970" numCol="1" spcCol="1270" anchor="ctr" anchorCtr="0">
          <a:noAutofit/>
        </a:bodyPr>
        <a:lstStyle/>
        <a:p>
          <a:pPr marL="0" lvl="0" indent="0" algn="ctr" defTabSz="488950">
            <a:lnSpc>
              <a:spcPct val="90000"/>
            </a:lnSpc>
            <a:spcBef>
              <a:spcPct val="0"/>
            </a:spcBef>
            <a:spcAft>
              <a:spcPct val="35000"/>
            </a:spcAft>
            <a:buNone/>
          </a:pPr>
          <a:endParaRPr lang="en-US" sz="1100" kern="1200"/>
        </a:p>
      </dsp:txBody>
      <dsp:txXfrm>
        <a:off x="1346196" y="2874451"/>
        <a:ext cx="591684" cy="591684"/>
      </dsp:txXfrm>
    </dsp:sp>
    <dsp:sp modelId="{F9A73E6D-B37E-4A78-BE3E-60318EA0280B}">
      <dsp:nvSpPr>
        <dsp:cNvPr id="0" name=""/>
        <dsp:cNvSpPr/>
      </dsp:nvSpPr>
      <dsp:spPr>
        <a:xfrm rot="13885714">
          <a:off x="1143394" y="2543070"/>
          <a:ext cx="222115" cy="282409"/>
        </a:xfrm>
        <a:prstGeom prst="rightArrow">
          <a:avLst>
            <a:gd name="adj1" fmla="val 60000"/>
            <a:gd name="adj2" fmla="val 50000"/>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400050">
            <a:lnSpc>
              <a:spcPct val="90000"/>
            </a:lnSpc>
            <a:spcBef>
              <a:spcPct val="0"/>
            </a:spcBef>
            <a:spcAft>
              <a:spcPct val="35000"/>
            </a:spcAft>
            <a:buNone/>
          </a:pPr>
          <a:endParaRPr lang="en-US" sz="900" kern="1200"/>
        </a:p>
      </dsp:txBody>
      <dsp:txXfrm rot="10800000">
        <a:off x="1197484" y="2625600"/>
        <a:ext cx="155481" cy="169445"/>
      </dsp:txXfrm>
    </dsp:sp>
    <dsp:sp modelId="{4FFE7735-9F36-45F8-A304-54E01E976362}">
      <dsp:nvSpPr>
        <dsp:cNvPr id="0" name=""/>
        <dsp:cNvSpPr/>
      </dsp:nvSpPr>
      <dsp:spPr>
        <a:xfrm>
          <a:off x="441682" y="1770297"/>
          <a:ext cx="835094" cy="836768"/>
        </a:xfrm>
        <a:prstGeom prst="ellipse">
          <a:avLst/>
        </a:prstGeom>
        <a:solidFill>
          <a:schemeClr val="bg2">
            <a:lumMod val="5000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2700" tIns="12700" rIns="12700" bIns="12700" numCol="1" spcCol="1270" anchor="ctr" anchorCtr="0">
          <a:noAutofit/>
        </a:bodyPr>
        <a:lstStyle/>
        <a:p>
          <a:pPr marL="0" lvl="0" indent="0" algn="ctr" defTabSz="444500">
            <a:lnSpc>
              <a:spcPct val="90000"/>
            </a:lnSpc>
            <a:spcBef>
              <a:spcPct val="0"/>
            </a:spcBef>
            <a:spcAft>
              <a:spcPct val="35000"/>
            </a:spcAft>
            <a:buNone/>
          </a:pPr>
          <a:endParaRPr lang="en-US" sz="1000" b="1" kern="1200"/>
        </a:p>
      </dsp:txBody>
      <dsp:txXfrm>
        <a:off x="563979" y="1892839"/>
        <a:ext cx="590500" cy="591684"/>
      </dsp:txXfrm>
    </dsp:sp>
    <dsp:sp modelId="{058AD55D-5706-4805-9450-0DC7C263C16F}">
      <dsp:nvSpPr>
        <dsp:cNvPr id="0" name=""/>
        <dsp:cNvSpPr/>
      </dsp:nvSpPr>
      <dsp:spPr>
        <a:xfrm rot="16971429">
          <a:off x="886535" y="1441596"/>
          <a:ext cx="221965" cy="282409"/>
        </a:xfrm>
        <a:prstGeom prst="rightArrow">
          <a:avLst>
            <a:gd name="adj1" fmla="val 60000"/>
            <a:gd name="adj2" fmla="val 50000"/>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400050">
            <a:lnSpc>
              <a:spcPct val="90000"/>
            </a:lnSpc>
            <a:spcBef>
              <a:spcPct val="0"/>
            </a:spcBef>
            <a:spcAft>
              <a:spcPct val="35000"/>
            </a:spcAft>
            <a:buNone/>
          </a:pPr>
          <a:endParaRPr lang="en-US" sz="900" kern="1200"/>
        </a:p>
      </dsp:txBody>
      <dsp:txXfrm>
        <a:off x="912421" y="1530538"/>
        <a:ext cx="155376" cy="169445"/>
      </dsp:txXfrm>
    </dsp:sp>
    <dsp:sp modelId="{2AEB8C8A-C6F9-43D4-84C2-2E5438AA9072}">
      <dsp:nvSpPr>
        <dsp:cNvPr id="0" name=""/>
        <dsp:cNvSpPr/>
      </dsp:nvSpPr>
      <dsp:spPr>
        <a:xfrm>
          <a:off x="720227" y="546247"/>
          <a:ext cx="836768" cy="836768"/>
        </a:xfrm>
        <a:prstGeom prst="ellipse">
          <a:avLst/>
        </a:prstGeom>
        <a:solidFill>
          <a:schemeClr val="accent5">
            <a:lumMod val="7500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3970" tIns="13970" rIns="13970" bIns="13970" numCol="1" spcCol="1270" anchor="ctr" anchorCtr="0">
          <a:noAutofit/>
        </a:bodyPr>
        <a:lstStyle/>
        <a:p>
          <a:pPr marL="0" lvl="0" indent="0" algn="ctr" defTabSz="488950">
            <a:lnSpc>
              <a:spcPct val="90000"/>
            </a:lnSpc>
            <a:spcBef>
              <a:spcPct val="0"/>
            </a:spcBef>
            <a:spcAft>
              <a:spcPct val="35000"/>
            </a:spcAft>
            <a:buNone/>
          </a:pPr>
          <a:r>
            <a:rPr lang="en-US" sz="1100" b="1" kern="1200"/>
            <a:t>Lockout &amp; Publish</a:t>
          </a:r>
        </a:p>
      </dsp:txBody>
      <dsp:txXfrm>
        <a:off x="842769" y="668789"/>
        <a:ext cx="591684" cy="591684"/>
      </dsp:txXfrm>
    </dsp:sp>
    <dsp:sp modelId="{879D3973-1267-4675-A42D-13FA1D103EF4}">
      <dsp:nvSpPr>
        <dsp:cNvPr id="0" name=""/>
        <dsp:cNvSpPr/>
      </dsp:nvSpPr>
      <dsp:spPr>
        <a:xfrm rot="20057143">
          <a:off x="1587576" y="553775"/>
          <a:ext cx="221942" cy="282409"/>
        </a:xfrm>
        <a:prstGeom prst="rightArrow">
          <a:avLst>
            <a:gd name="adj1" fmla="val 60000"/>
            <a:gd name="adj2" fmla="val 50000"/>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400050">
            <a:lnSpc>
              <a:spcPct val="90000"/>
            </a:lnSpc>
            <a:spcBef>
              <a:spcPct val="0"/>
            </a:spcBef>
            <a:spcAft>
              <a:spcPct val="35000"/>
            </a:spcAft>
            <a:buNone/>
          </a:pPr>
          <a:endParaRPr lang="en-US" sz="900" kern="1200"/>
        </a:p>
      </dsp:txBody>
      <dsp:txXfrm>
        <a:off x="1590873" y="624702"/>
        <a:ext cx="155359" cy="169445"/>
      </dsp:txXfrm>
    </dsp:sp>
  </dsp:spTree>
</dsp:drawing>
</file>

<file path=ppt/diagrams/layout1.xml><?xml version="1.0" encoding="utf-8"?>
<dgm:layoutDef xmlns:dgm="http://schemas.openxmlformats.org/drawingml/2006/diagram" xmlns:a="http://schemas.openxmlformats.org/drawingml/2006/main" uniqueId="urn:microsoft.com/office/officeart/2005/8/layout/cycle2">
  <dgm:title val=""/>
  <dgm:desc val=""/>
  <dgm:catLst>
    <dgm:cat type="cycle" pri="1000"/>
    <dgm:cat type="convert" pri="10000"/>
  </dgm:catLst>
  <dgm:sampData>
    <dgm:dataModel>
      <dgm:ptLst>
        <dgm:pt modelId="0" type="doc"/>
        <dgm:pt modelId="1">
          <dgm:prSet phldr="1"/>
        </dgm:pt>
        <dgm:pt modelId="2">
          <dgm:prSet phldr="1"/>
        </dgm:pt>
        <dgm:pt modelId="3">
          <dgm:prSet phldr="1"/>
        </dgm:pt>
        <dgm:pt modelId="4">
          <dgm:prSet phldr="1"/>
        </dgm:pt>
        <dgm:pt modelId="5">
          <dgm:prSet phldr="1"/>
        </dgm:pt>
      </dgm:ptLst>
      <dgm:cxnLst>
        <dgm:cxn modelId="6" srcId="0" destId="1" srcOrd="0" destOrd="0"/>
        <dgm:cxn modelId="7" srcId="0" destId="2" srcOrd="1" destOrd="0"/>
        <dgm:cxn modelId="8" srcId="0" destId="3" srcOrd="2" destOrd="0"/>
        <dgm:cxn modelId="9" srcId="0" destId="4" srcOrd="3" destOrd="0"/>
        <dgm:cxn modelId="10" srcId="0" destId="5" srcOrd="4" destOrd="0"/>
      </dgm:cxnLst>
      <dgm:bg/>
      <dgm:whole/>
    </dgm:dataModel>
  </dgm:sampData>
  <dgm:styleData>
    <dgm:dataModel>
      <dgm:ptLst>
        <dgm:pt modelId="0" type="doc"/>
        <dgm:pt modelId="1"/>
        <dgm:pt modelId="2"/>
        <dgm:pt modelId="3"/>
      </dgm:ptLst>
      <dgm:cxnLst>
        <dgm:cxn modelId="4" srcId="0" destId="1" srcOrd="0" destOrd="0"/>
        <dgm:cxn modelId="5" srcId="0" destId="2" srcOrd="1" destOrd="0"/>
        <dgm:cxn modelId="6" srcId="0" destId="3" srcOrd="2" destOrd="0"/>
      </dgm:cxnLst>
      <dgm:bg/>
      <dgm:whole/>
    </dgm:dataModel>
  </dgm:styleData>
  <dgm:clrData>
    <dgm:dataModel>
      <dgm:ptLst>
        <dgm:pt modelId="0" type="doc"/>
        <dgm:pt modelId="1"/>
        <dgm:pt modelId="2"/>
        <dgm:pt modelId="3"/>
        <dgm:pt modelId="4"/>
        <dgm:pt modelId="5"/>
        <dgm:pt modelId="6"/>
      </dgm:ptLst>
      <dgm:cxnLst>
        <dgm:cxn modelId="7" srcId="0" destId="1" srcOrd="0" destOrd="0"/>
        <dgm:cxn modelId="8" srcId="0" destId="2" srcOrd="1" destOrd="0"/>
        <dgm:cxn modelId="9" srcId="0" destId="3" srcOrd="2" destOrd="0"/>
        <dgm:cxn modelId="10" srcId="0" destId="4" srcOrd="3" destOrd="0"/>
        <dgm:cxn modelId="11" srcId="0" destId="5" srcOrd="4" destOrd="0"/>
        <dgm:cxn modelId="12" srcId="0" destId="6" srcOrd="5" destOrd="0"/>
      </dgm:cxnLst>
      <dgm:bg/>
      <dgm:whole/>
    </dgm:dataModel>
  </dgm:clrData>
  <dgm:layoutNode name="cycle">
    <dgm:varLst>
      <dgm:dir/>
      <dgm:resizeHandles val="exact"/>
    </dgm:varLst>
    <dgm:choose name="Name0">
      <dgm:if name="Name1" func="var" arg="dir" op="equ" val="norm">
        <dgm:choose name="Name2">
          <dgm:if name="Name3" axis="ch" ptType="node" func="cnt" op="gt" val="2">
            <dgm:alg type="cycle">
              <dgm:param type="stAng" val="0"/>
              <dgm:param type="spanAng" val="360"/>
            </dgm:alg>
          </dgm:if>
          <dgm:else name="Name4">
            <dgm:alg type="cycle">
              <dgm:param type="stAng" val="-90"/>
              <dgm:param type="spanAng" val="360"/>
            </dgm:alg>
          </dgm:else>
        </dgm:choose>
      </dgm:if>
      <dgm:else name="Name5">
        <dgm:choose name="Name6">
          <dgm:if name="Name7" axis="ch" ptType="node" func="cnt" op="gt" val="2">
            <dgm:alg type="cycle">
              <dgm:param type="stAng" val="0"/>
              <dgm:param type="spanAng" val="-360"/>
            </dgm:alg>
          </dgm:if>
          <dgm:else name="Name8">
            <dgm:alg type="cycle">
              <dgm:param type="stAng" val="90"/>
              <dgm:param type="spanAng" val="-360"/>
            </dgm:alg>
          </dgm:else>
        </dgm:choose>
      </dgm:else>
    </dgm:choose>
    <dgm:shape xmlns:r="http://schemas.openxmlformats.org/officeDocument/2006/relationships" r:blip="">
      <dgm:adjLst/>
    </dgm:shape>
    <dgm:presOf/>
    <dgm:constrLst>
      <dgm:constr type="w" for="ch" ptType="node" refType="w"/>
      <dgm:constr type="w" for="ch" ptType="sibTrans" refType="w" refFor="ch" refPtType="node" op="equ" fact="0.25"/>
      <dgm:constr type="sibSp" refType="w" refFor="ch" refPtType="node" fact="0.5"/>
      <dgm:constr type="primFontSz" for="ch" ptType="node" op="equ" val="65"/>
      <dgm:constr type="primFontSz" for="des" forName="connectorText" op="equ" val="55"/>
      <dgm:constr type="primFontSz" for="des" forName="connectorText" refType="primFontSz" refFor="ch" refPtType="node" op="lte" fact="0.8"/>
    </dgm:constrLst>
    <dgm:ruleLst/>
    <dgm:forEach name="nodesForEach" axis="ch" ptType="node">
      <dgm:layoutNode name="node">
        <dgm:varLst>
          <dgm:bulletEnabled val="1"/>
        </dgm:varLst>
        <dgm:alg type="tx">
          <dgm:param type="txAnchorVertCh" val="mid"/>
        </dgm:alg>
        <dgm:shape xmlns:r="http://schemas.openxmlformats.org/officeDocument/2006/relationships" type="ellipse" r:blip="">
          <dgm:adjLst/>
        </dgm:shape>
        <dgm:presOf axis="desOrSelf" ptType="node"/>
        <dgm:constrLst>
          <dgm:constr type="h" refType="w"/>
          <dgm:constr type="lMarg" refType="primFontSz" fact="0.1"/>
          <dgm:constr type="rMarg" refType="primFontSz" fact="0.1"/>
          <dgm:constr type="tMarg" refType="primFontSz" fact="0.1"/>
          <dgm:constr type="bMarg" refType="primFontSz" fact="0.1"/>
        </dgm:constrLst>
        <dgm:ruleLst>
          <dgm:rule type="primFontSz" val="5" fact="NaN" max="NaN"/>
        </dgm:ruleLst>
      </dgm:layoutNode>
      <dgm:choose name="Name9">
        <dgm:if name="Name10" axis="par ch" ptType="doc node" func="cnt" op="gt" val="1">
          <dgm:forEach name="sibTransForEach" axis="followSib" ptType="sibTrans" hideLastTrans="0" cnt="1">
            <dgm:layoutNode name="sibTrans">
              <dgm:choose name="Name11">
                <dgm:if name="Name12" axis="par ch" ptType="doc node" func="cnt" op="lt" val="3">
                  <dgm:alg type="conn">
                    <dgm:param type="begPts" val="radial"/>
                    <dgm:param type="endPts" val="radial"/>
                  </dgm:alg>
                </dgm:if>
                <dgm:else name="Name13">
                  <dgm:alg type="conn">
                    <dgm:param type="begPts" val="auto"/>
                    <dgm:param type="endPts" val="auto"/>
                  </dgm:alg>
                </dgm:else>
              </dgm:choose>
              <dgm:shape xmlns:r="http://schemas.openxmlformats.org/officeDocument/2006/relationships" type="conn" r:blip="">
                <dgm:adjLst/>
              </dgm:shape>
              <dgm:presOf axis="self"/>
              <dgm:constrLst>
                <dgm:constr type="h" refType="w" fact="1.35"/>
                <dgm:constr type="connDist"/>
                <dgm:constr type="w" for="ch" refType="connDist" fact="0.45"/>
                <dgm:constr type="h" for="ch" refType="h"/>
              </dgm:constrLst>
              <dgm:ruleLst/>
              <dgm:layoutNode name="connectorText">
                <dgm:alg type="tx">
                  <dgm:param type="autoTxRot" val="grav"/>
                </dgm:alg>
                <dgm:shape xmlns:r="http://schemas.openxmlformats.org/officeDocument/2006/relationships" type="conn" r:blip="" hideGeom="1">
                  <dgm:adjLst/>
                </dgm:shape>
                <dgm:presOf axis="self"/>
                <dgm:constrLst>
                  <dgm:constr type="lMarg"/>
                  <dgm:constr type="rMarg"/>
                  <dgm:constr type="tMarg"/>
                  <dgm:constr type="bMarg"/>
                </dgm:constrLst>
                <dgm:ruleLst>
                  <dgm:rule type="primFontSz" val="5" fact="NaN" max="NaN"/>
                </dgm:ruleLst>
              </dgm:layoutNode>
            </dgm:layoutNode>
          </dgm:forEach>
        </dgm:if>
        <dgm:else name="Name14"/>
      </dgm:choose>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handoutMasters/_rels/handoutMaster1.xml.rels><?xml version="1.0" encoding="UTF-8" standalone="yes"?>
<Relationships xmlns="http://schemas.openxmlformats.org/package/2006/relationships"><Relationship Id="rId1" Type="http://schemas.openxmlformats.org/officeDocument/2006/relationships/theme" Target="../theme/theme12.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ED8B6225-3E94-4525-8747-A8CEEE07C472}"/>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pt-PT" sz="900"/>
          </a:p>
        </p:txBody>
      </p:sp>
      <p:sp>
        <p:nvSpPr>
          <p:cNvPr id="3" name="Date Placeholder 2">
            <a:extLst>
              <a:ext uri="{FF2B5EF4-FFF2-40B4-BE49-F238E27FC236}">
                <a16:creationId xmlns:a16="http://schemas.microsoft.com/office/drawing/2014/main" id="{1EE33FD8-B984-44FE-83F0-5C989EE62491}"/>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86C988DC-9DE3-4390-97AB-D61B85DACE57}" type="datetimeFigureOut">
              <a:rPr lang="pt-PT" sz="900" smtClean="0"/>
              <a:pPr/>
              <a:t>04/03/2026</a:t>
            </a:fld>
            <a:endParaRPr lang="pt-PT" sz="900"/>
          </a:p>
        </p:txBody>
      </p:sp>
      <p:sp>
        <p:nvSpPr>
          <p:cNvPr id="4" name="Footer Placeholder 3">
            <a:extLst>
              <a:ext uri="{FF2B5EF4-FFF2-40B4-BE49-F238E27FC236}">
                <a16:creationId xmlns:a16="http://schemas.microsoft.com/office/drawing/2014/main" id="{88AD1E4F-EFF7-4551-A0B7-35D2A74F4F4D}"/>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pt-PT" sz="900"/>
          </a:p>
        </p:txBody>
      </p:sp>
      <p:sp>
        <p:nvSpPr>
          <p:cNvPr id="5" name="Slide Number Placeholder 4">
            <a:extLst>
              <a:ext uri="{FF2B5EF4-FFF2-40B4-BE49-F238E27FC236}">
                <a16:creationId xmlns:a16="http://schemas.microsoft.com/office/drawing/2014/main" id="{5C3F35C8-35E9-48DD-971F-B2366CC5B7DE}"/>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2F190BF9-40D8-49B5-87EF-599BB2C7EE93}" type="slidenum">
              <a:rPr lang="pt-PT" sz="900" smtClean="0"/>
              <a:pPr/>
              <a:t>‹#›</a:t>
            </a:fld>
            <a:endParaRPr lang="pt-PT" sz="900"/>
          </a:p>
        </p:txBody>
      </p:sp>
    </p:spTree>
    <p:extLst>
      <p:ext uri="{BB962C8B-B14F-4D97-AF65-F5344CB8AC3E}">
        <p14:creationId xmlns:p14="http://schemas.microsoft.com/office/powerpoint/2010/main" val="3609307613"/>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11.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Marcador de Posição do Cabeçalho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900"/>
            </a:lvl1pPr>
          </a:lstStyle>
          <a:p>
            <a:endParaRPr lang="pt-BR"/>
          </a:p>
        </p:txBody>
      </p:sp>
      <p:sp>
        <p:nvSpPr>
          <p:cNvPr id="3" name="Marcador de Posição da Data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900"/>
            </a:lvl1pPr>
          </a:lstStyle>
          <a:p>
            <a:fld id="{0835B8F7-DAC4-4931-8AED-4356A8B2FD64}" type="datetimeFigureOut">
              <a:rPr lang="pt-BR" smtClean="0"/>
              <a:pPr/>
              <a:t>04/03/2026</a:t>
            </a:fld>
            <a:endParaRPr lang="pt-BR"/>
          </a:p>
        </p:txBody>
      </p:sp>
      <p:sp>
        <p:nvSpPr>
          <p:cNvPr id="4" name="Marcador de Posição da Imagem do Diapositivo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pt-BR"/>
          </a:p>
        </p:txBody>
      </p:sp>
      <p:sp>
        <p:nvSpPr>
          <p:cNvPr id="5" name="Marcador de Posição de Notas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pt-PT"/>
              <a:t>Insert comments</a:t>
            </a:r>
            <a:endParaRPr lang="pt-BR"/>
          </a:p>
        </p:txBody>
      </p:sp>
      <p:sp>
        <p:nvSpPr>
          <p:cNvPr id="6" name="Marcador de Posição do Rodapé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900"/>
            </a:lvl1pPr>
          </a:lstStyle>
          <a:p>
            <a:endParaRPr lang="pt-BR"/>
          </a:p>
        </p:txBody>
      </p:sp>
      <p:sp>
        <p:nvSpPr>
          <p:cNvPr id="7" name="Marcador de Posição do Número do Diapositivo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900"/>
            </a:lvl1pPr>
          </a:lstStyle>
          <a:p>
            <a:fld id="{C0696B5C-12A0-4042-B4D0-BD3B9A4F58C6}" type="slidenum">
              <a:rPr lang="pt-BR" smtClean="0"/>
              <a:pPr/>
              <a:t>‹#›</a:t>
            </a:fld>
            <a:endParaRPr lang="pt-BR"/>
          </a:p>
        </p:txBody>
      </p:sp>
    </p:spTree>
    <p:extLst>
      <p:ext uri="{BB962C8B-B14F-4D97-AF65-F5344CB8AC3E}">
        <p14:creationId xmlns:p14="http://schemas.microsoft.com/office/powerpoint/2010/main" val="1575338179"/>
      </p:ext>
    </p:extLst>
  </p:cSld>
  <p:clrMap bg1="lt1" tx1="dk1" bg2="lt2" tx2="dk2" accent1="accent1" accent2="accent2" accent3="accent3" accent4="accent4" accent5="accent5" accent6="accent6" hlink="hlink" folHlink="folHlink"/>
  <p:notesStyle>
    <a:lvl1pPr marL="0" algn="l" defTabSz="914400" rtl="0" eaLnBrk="1" latinLnBrk="0" hangingPunct="1">
      <a:defRPr sz="9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6227EA8-77BA-1A7A-1A9E-B8AAF6B28D2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636CEBD-63F5-B0AA-329E-130FB7E0282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557C9DB-6CC3-35B1-61E4-CCE13E6F80E3}"/>
              </a:ext>
            </a:extLst>
          </p:cNvPr>
          <p:cNvSpPr>
            <a:spLocks noGrp="1"/>
          </p:cNvSpPr>
          <p:nvPr>
            <p:ph type="body" idx="1"/>
          </p:nvPr>
        </p:nvSpPr>
        <p:spPr/>
        <p:txBody>
          <a:bodyPr/>
          <a:lstStyle/>
          <a:p>
            <a:endParaRPr lang="en-GB"/>
          </a:p>
        </p:txBody>
      </p:sp>
      <p:sp>
        <p:nvSpPr>
          <p:cNvPr id="4" name="Slide Number Placeholder 3">
            <a:extLst>
              <a:ext uri="{FF2B5EF4-FFF2-40B4-BE49-F238E27FC236}">
                <a16:creationId xmlns:a16="http://schemas.microsoft.com/office/drawing/2014/main" id="{F312913B-1C77-B91E-D4D8-01341B0F0A22}"/>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C0696B5C-12A0-4042-B4D0-BD3B9A4F58C6}" type="slidenum">
              <a:rPr kumimoji="0" lang="en-GB" sz="900" b="0" i="0" u="none" strike="noStrike" kern="1200" cap="none" spc="0" normalizeH="0" baseline="0" noProof="0" smtClean="0">
                <a:ln>
                  <a:noFill/>
                </a:ln>
                <a:solidFill>
                  <a:prstClr val="black"/>
                </a:solidFill>
                <a:effectLst/>
                <a:uLnTx/>
                <a:uFillTx/>
                <a:latin typeface="Ubuntu"/>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9</a:t>
            </a:fld>
            <a:endParaRPr kumimoji="0" lang="en-GB" sz="900" b="0" i="0" u="none" strike="noStrike" kern="1200" cap="none" spc="0" normalizeH="0" baseline="0" noProof="0">
              <a:ln>
                <a:noFill/>
              </a:ln>
              <a:solidFill>
                <a:prstClr val="black"/>
              </a:solidFill>
              <a:effectLst/>
              <a:uLnTx/>
              <a:uFillTx/>
              <a:latin typeface="Ubuntu"/>
              <a:ea typeface="+mn-ea"/>
              <a:cs typeface="+mn-cs"/>
            </a:endParaRPr>
          </a:p>
        </p:txBody>
      </p:sp>
    </p:spTree>
    <p:extLst>
      <p:ext uri="{BB962C8B-B14F-4D97-AF65-F5344CB8AC3E}">
        <p14:creationId xmlns:p14="http://schemas.microsoft.com/office/powerpoint/2010/main" val="95601352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6227EA8-77BA-1A7A-1A9E-B8AAF6B28D2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636CEBD-63F5-B0AA-329E-130FB7E0282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557C9DB-6CC3-35B1-61E4-CCE13E6F80E3}"/>
              </a:ext>
            </a:extLst>
          </p:cNvPr>
          <p:cNvSpPr>
            <a:spLocks noGrp="1"/>
          </p:cNvSpPr>
          <p:nvPr>
            <p:ph type="body" idx="1"/>
          </p:nvPr>
        </p:nvSpPr>
        <p:spPr/>
        <p:txBody>
          <a:bodyPr/>
          <a:lstStyle/>
          <a:p>
            <a:endParaRPr lang="en-GB"/>
          </a:p>
        </p:txBody>
      </p:sp>
      <p:sp>
        <p:nvSpPr>
          <p:cNvPr id="4" name="Slide Number Placeholder 3">
            <a:extLst>
              <a:ext uri="{FF2B5EF4-FFF2-40B4-BE49-F238E27FC236}">
                <a16:creationId xmlns:a16="http://schemas.microsoft.com/office/drawing/2014/main" id="{F312913B-1C77-B91E-D4D8-01341B0F0A22}"/>
              </a:ext>
            </a:extLst>
          </p:cNvPr>
          <p:cNvSpPr>
            <a:spLocks noGrp="1"/>
          </p:cNvSpPr>
          <p:nvPr>
            <p:ph type="sldNum" sz="quarter" idx="5"/>
          </p:nvPr>
        </p:nvSpPr>
        <p:spPr/>
        <p:txBody>
          <a:bodyPr/>
          <a:lstStyle/>
          <a:p>
            <a:fld id="{C0696B5C-12A0-4042-B4D0-BD3B9A4F58C6}" type="slidenum">
              <a:rPr lang="en-GB" smtClean="0"/>
              <a:pPr/>
              <a:t>11</a:t>
            </a:fld>
            <a:endParaRPr lang="en-GB"/>
          </a:p>
        </p:txBody>
      </p:sp>
    </p:spTree>
    <p:extLst>
      <p:ext uri="{BB962C8B-B14F-4D97-AF65-F5344CB8AC3E}">
        <p14:creationId xmlns:p14="http://schemas.microsoft.com/office/powerpoint/2010/main" val="95601352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7713501-F5F5-BA19-3280-F9BE4422FC6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1584A0F-9EF7-C774-6C1D-13707400DD3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3D368A1-7BEF-28FD-24C3-D0D5784F6AFC}"/>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43308CA5-BCA5-E319-1A2A-96C81D01362F}"/>
              </a:ext>
            </a:extLst>
          </p:cNvPr>
          <p:cNvSpPr>
            <a:spLocks noGrp="1"/>
          </p:cNvSpPr>
          <p:nvPr>
            <p:ph type="sldNum" sz="quarter" idx="5"/>
          </p:nvPr>
        </p:nvSpPr>
        <p:spPr/>
        <p:txBody>
          <a:bodyPr/>
          <a:lstStyle/>
          <a:p>
            <a:fld id="{C0696B5C-12A0-4042-B4D0-BD3B9A4F58C6}" type="slidenum">
              <a:rPr lang="pt-BR" smtClean="0"/>
              <a:pPr/>
              <a:t>13</a:t>
            </a:fld>
            <a:endParaRPr lang="pt-BR"/>
          </a:p>
        </p:txBody>
      </p:sp>
    </p:spTree>
    <p:extLst>
      <p:ext uri="{BB962C8B-B14F-4D97-AF65-F5344CB8AC3E}">
        <p14:creationId xmlns:p14="http://schemas.microsoft.com/office/powerpoint/2010/main" val="3077708362"/>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3" Type="http://schemas.openxmlformats.org/officeDocument/2006/relationships/oleObject" Target="../embeddings/oleObject2.bin"/><Relationship Id="rId2" Type="http://schemas.openxmlformats.org/officeDocument/2006/relationships/slideMaster" Target="../slideMasters/slideMaster1.xml"/><Relationship Id="rId1" Type="http://schemas.openxmlformats.org/officeDocument/2006/relationships/tags" Target="../tags/tag3.xml"/><Relationship Id="rId4" Type="http://schemas.openxmlformats.org/officeDocument/2006/relationships/image" Target="../media/image1.emf"/></Relationships>
</file>

<file path=ppt/slideLayouts/_rels/slideLayout11.xml.rels><?xml version="1.0" encoding="UTF-8" standalone="yes"?>
<Relationships xmlns="http://schemas.openxmlformats.org/package/2006/relationships"><Relationship Id="rId3" Type="http://schemas.openxmlformats.org/officeDocument/2006/relationships/oleObject" Target="../embeddings/oleObject2.bin"/><Relationship Id="rId2" Type="http://schemas.openxmlformats.org/officeDocument/2006/relationships/slideMaster" Target="../slideMasters/slideMaster1.xml"/><Relationship Id="rId1" Type="http://schemas.openxmlformats.org/officeDocument/2006/relationships/tags" Target="../tags/tag4.xml"/><Relationship Id="rId4" Type="http://schemas.openxmlformats.org/officeDocument/2006/relationships/image" Target="../media/image1.emf"/></Relationships>
</file>

<file path=ppt/slideLayouts/_rels/slideLayout12.xml.rels><?xml version="1.0" encoding="UTF-8" standalone="yes"?>
<Relationships xmlns="http://schemas.openxmlformats.org/package/2006/relationships"><Relationship Id="rId3" Type="http://schemas.openxmlformats.org/officeDocument/2006/relationships/oleObject" Target="../embeddings/oleObject2.bin"/><Relationship Id="rId2" Type="http://schemas.openxmlformats.org/officeDocument/2006/relationships/slideMaster" Target="../slideMasters/slideMaster1.xml"/><Relationship Id="rId1" Type="http://schemas.openxmlformats.org/officeDocument/2006/relationships/tags" Target="../tags/tag5.xml"/><Relationship Id="rId4" Type="http://schemas.openxmlformats.org/officeDocument/2006/relationships/image" Target="../media/image1.emf"/></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8" Type="http://schemas.openxmlformats.org/officeDocument/2006/relationships/hyperlink" Target="http://www.youtube.com/capgeminimedia" TargetMode="External"/><Relationship Id="rId13" Type="http://schemas.openxmlformats.org/officeDocument/2006/relationships/image" Target="../media/image2.png"/><Relationship Id="rId3" Type="http://schemas.openxmlformats.org/officeDocument/2006/relationships/image" Target="../media/image4.png"/><Relationship Id="rId7" Type="http://schemas.openxmlformats.org/officeDocument/2006/relationships/image" Target="../media/image6.png"/><Relationship Id="rId12" Type="http://schemas.openxmlformats.org/officeDocument/2006/relationships/image" Target="../media/image9.png"/><Relationship Id="rId2" Type="http://schemas.openxmlformats.org/officeDocument/2006/relationships/hyperlink" Target="http://www.linkedin.com/company/capgemini" TargetMode="External"/><Relationship Id="rId1" Type="http://schemas.openxmlformats.org/officeDocument/2006/relationships/slideMaster" Target="../slideMasters/slideMaster1.xml"/><Relationship Id="rId6" Type="http://schemas.openxmlformats.org/officeDocument/2006/relationships/hyperlink" Target="http://www.twitter.com/capgemini" TargetMode="External"/><Relationship Id="rId11" Type="http://schemas.openxmlformats.org/officeDocument/2006/relationships/image" Target="../media/image8.png"/><Relationship Id="rId5" Type="http://schemas.openxmlformats.org/officeDocument/2006/relationships/image" Target="../media/image5.png"/><Relationship Id="rId10" Type="http://schemas.openxmlformats.org/officeDocument/2006/relationships/hyperlink" Target="http://www.facebook.com/capgemini" TargetMode="External"/><Relationship Id="rId4" Type="http://schemas.openxmlformats.org/officeDocument/2006/relationships/hyperlink" Target="http://www.slideshare.net/capgemini" TargetMode="External"/><Relationship Id="rId9" Type="http://schemas.openxmlformats.org/officeDocument/2006/relationships/image" Target="../media/image7.png"/></Relationships>
</file>

<file path=ppt/slideLayouts/_rels/slideLayout19.xml.rels><?xml version="1.0" encoding="UTF-8" standalone="yes"?>
<Relationships xmlns="http://schemas.openxmlformats.org/package/2006/relationships"><Relationship Id="rId8" Type="http://schemas.openxmlformats.org/officeDocument/2006/relationships/image" Target="../media/image4.png"/><Relationship Id="rId13" Type="http://schemas.openxmlformats.org/officeDocument/2006/relationships/hyperlink" Target="http://www.youtube.com/capgeminimedia" TargetMode="External"/><Relationship Id="rId3" Type="http://schemas.openxmlformats.org/officeDocument/2006/relationships/tags" Target="../tags/tag8.xml"/><Relationship Id="rId7" Type="http://schemas.openxmlformats.org/officeDocument/2006/relationships/hyperlink" Target="http://www.linkedin.com/company/capgemini" TargetMode="External"/><Relationship Id="rId12" Type="http://schemas.openxmlformats.org/officeDocument/2006/relationships/image" Target="../media/image6.png"/><Relationship Id="rId17" Type="http://schemas.openxmlformats.org/officeDocument/2006/relationships/image" Target="../media/image2.png"/><Relationship Id="rId2" Type="http://schemas.openxmlformats.org/officeDocument/2006/relationships/tags" Target="../tags/tag7.xml"/><Relationship Id="rId16" Type="http://schemas.openxmlformats.org/officeDocument/2006/relationships/image" Target="../media/image8.png"/><Relationship Id="rId1" Type="http://schemas.openxmlformats.org/officeDocument/2006/relationships/tags" Target="../tags/tag6.xml"/><Relationship Id="rId6" Type="http://schemas.openxmlformats.org/officeDocument/2006/relationships/image" Target="../media/image10.png"/><Relationship Id="rId11" Type="http://schemas.openxmlformats.org/officeDocument/2006/relationships/hyperlink" Target="http://www.twitter.com/capgemini" TargetMode="External"/><Relationship Id="rId5" Type="http://schemas.openxmlformats.org/officeDocument/2006/relationships/slideMaster" Target="../slideMasters/slideMaster1.xml"/><Relationship Id="rId15" Type="http://schemas.openxmlformats.org/officeDocument/2006/relationships/hyperlink" Target="http://www.facebook.com/capgemini" TargetMode="External"/><Relationship Id="rId10" Type="http://schemas.openxmlformats.org/officeDocument/2006/relationships/image" Target="../media/image5.png"/><Relationship Id="rId4" Type="http://schemas.openxmlformats.org/officeDocument/2006/relationships/tags" Target="../tags/tag9.xml"/><Relationship Id="rId9" Type="http://schemas.openxmlformats.org/officeDocument/2006/relationships/hyperlink" Target="http://www.slideshare.net/capgemini" TargetMode="External"/><Relationship Id="rId14" Type="http://schemas.openxmlformats.org/officeDocument/2006/relationships/image" Target="../media/image7.png"/></Relationships>
</file>

<file path=ppt/slideLayouts/_rels/slideLayout20.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Master" Target="../slideMasters/slideMaster3.xml"/></Relationships>
</file>

<file path=ppt/slideLayouts/_rels/slideLayout24.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Master" Target="../slideMasters/slideMaster3.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6.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3.png"/><Relationship Id="rId1" Type="http://schemas.openxmlformats.org/officeDocument/2006/relationships/slideMaster" Target="../slideMasters/slideMaster3.xml"/><Relationship Id="rId4" Type="http://schemas.openxmlformats.org/officeDocument/2006/relationships/image" Target="../media/image12.svg"/></Relationships>
</file>

<file path=ppt/slideLayouts/_rels/slideLayout27.xml.rels><?xml version="1.0" encoding="UTF-8" standalone="yes"?>
<Relationships xmlns="http://schemas.openxmlformats.org/package/2006/relationships"><Relationship Id="rId3" Type="http://schemas.openxmlformats.org/officeDocument/2006/relationships/image" Target="../media/image12.svg"/><Relationship Id="rId2" Type="http://schemas.openxmlformats.org/officeDocument/2006/relationships/image" Target="../media/image11.png"/><Relationship Id="rId1" Type="http://schemas.openxmlformats.org/officeDocument/2006/relationships/slideMaster" Target="../slideMasters/slideMaster3.xml"/></Relationships>
</file>

<file path=ppt/slideLayouts/_rels/slideLayout28.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4.png"/><Relationship Id="rId1" Type="http://schemas.openxmlformats.org/officeDocument/2006/relationships/slideMaster" Target="../slideMasters/slideMaster3.xml"/><Relationship Id="rId5" Type="http://schemas.openxmlformats.org/officeDocument/2006/relationships/image" Target="../media/image12.svg"/><Relationship Id="rId4" Type="http://schemas.openxmlformats.org/officeDocument/2006/relationships/image" Target="../media/image11.png"/></Relationships>
</file>

<file path=ppt/slideLayouts/_rels/slideLayout29.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Master" Target="../slideMasters/slideMaster3.xml"/></Relationships>
</file>

<file path=ppt/slideLayouts/_rels/slideLayout30.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Master" Target="../slideMasters/slideMaster3.xml"/></Relationships>
</file>

<file path=ppt/slideLayouts/_rels/slideLayout31.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Master" Target="../slideMasters/slideMaster3.xml"/></Relationships>
</file>

<file path=ppt/slideLayouts/_rels/slideLayout32.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Master" Target="../slideMasters/slideMaster3.xml"/></Relationships>
</file>

<file path=ppt/slideLayouts/_rels/slideLayout33.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Master" Target="../slideMasters/slideMaster3.xml"/></Relationships>
</file>

<file path=ppt/slideLayouts/_rels/slideLayout34.xml.rels><?xml version="1.0" encoding="UTF-8" standalone="yes"?>
<Relationships xmlns="http://schemas.openxmlformats.org/package/2006/relationships"><Relationship Id="rId3" Type="http://schemas.openxmlformats.org/officeDocument/2006/relationships/oleObject" Target="../embeddings/oleObject4.bin"/><Relationship Id="rId2" Type="http://schemas.openxmlformats.org/officeDocument/2006/relationships/slideMaster" Target="../slideMasters/slideMaster3.xml"/><Relationship Id="rId1" Type="http://schemas.openxmlformats.org/officeDocument/2006/relationships/tags" Target="../tags/tag11.xml"/><Relationship Id="rId4" Type="http://schemas.openxmlformats.org/officeDocument/2006/relationships/image" Target="../media/image1.emf"/></Relationships>
</file>

<file path=ppt/slideLayouts/_rels/slideLayout35.xml.rels><?xml version="1.0" encoding="UTF-8" standalone="yes"?>
<Relationships xmlns="http://schemas.openxmlformats.org/package/2006/relationships"><Relationship Id="rId3" Type="http://schemas.openxmlformats.org/officeDocument/2006/relationships/oleObject" Target="../embeddings/oleObject5.bin"/><Relationship Id="rId2" Type="http://schemas.openxmlformats.org/officeDocument/2006/relationships/slideMaster" Target="../slideMasters/slideMaster3.xml"/><Relationship Id="rId1" Type="http://schemas.openxmlformats.org/officeDocument/2006/relationships/tags" Target="../tags/tag12.xml"/><Relationship Id="rId4" Type="http://schemas.openxmlformats.org/officeDocument/2006/relationships/image" Target="../media/image1.emf"/></Relationships>
</file>

<file path=ppt/slideLayouts/_rels/slideLayout36.xml.rels><?xml version="1.0" encoding="UTF-8" standalone="yes"?>
<Relationships xmlns="http://schemas.openxmlformats.org/package/2006/relationships"><Relationship Id="rId3" Type="http://schemas.openxmlformats.org/officeDocument/2006/relationships/oleObject" Target="../embeddings/oleObject4.bin"/><Relationship Id="rId2" Type="http://schemas.openxmlformats.org/officeDocument/2006/relationships/slideMaster" Target="../slideMasters/slideMaster3.xml"/><Relationship Id="rId1" Type="http://schemas.openxmlformats.org/officeDocument/2006/relationships/tags" Target="../tags/tag13.xml"/><Relationship Id="rId4" Type="http://schemas.openxmlformats.org/officeDocument/2006/relationships/image" Target="../media/image1.emf"/></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2.xml.rels><?xml version="1.0" encoding="UTF-8" standalone="yes"?>
<Relationships xmlns="http://schemas.openxmlformats.org/package/2006/relationships"><Relationship Id="rId2" Type="http://schemas.openxmlformats.org/officeDocument/2006/relationships/hyperlink" Target="https://www.capgemini.com/optimize-your-business-and-it-operations" TargetMode="External"/><Relationship Id="rId1" Type="http://schemas.openxmlformats.org/officeDocument/2006/relationships/slideMaster" Target="../slideMasters/slideMaster3.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5.xml.rels><?xml version="1.0" encoding="UTF-8" standalone="yes"?>
<Relationships xmlns="http://schemas.openxmlformats.org/package/2006/relationships"><Relationship Id="rId3" Type="http://schemas.openxmlformats.org/officeDocument/2006/relationships/oleObject" Target="../embeddings/oleObject4.bin"/><Relationship Id="rId2" Type="http://schemas.openxmlformats.org/officeDocument/2006/relationships/slideMaster" Target="../slideMasters/slideMaster3.xml"/><Relationship Id="rId1" Type="http://schemas.openxmlformats.org/officeDocument/2006/relationships/tags" Target="../tags/tag14.xml"/><Relationship Id="rId4" Type="http://schemas.openxmlformats.org/officeDocument/2006/relationships/image" Target="../media/image1.emf"/></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8.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Master" Target="../slideMasters/slideMaster5.xml"/></Relationships>
</file>

<file path=ppt/slideLayouts/_rels/slideLayout49.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image" Target="../media/image22.jpeg"/><Relationship Id="rId1" Type="http://schemas.openxmlformats.org/officeDocument/2006/relationships/slideMaster" Target="../slideMasters/slideMaster5.xml"/></Relationships>
</file>

<file path=ppt/slideLayouts/_rels/slideLayout50.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6.xml"/></Relationships>
</file>

<file path=ppt/slideLayouts/_rels/slideLayout5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6.xml"/></Relationships>
</file>

<file path=ppt/slideLayouts/_rels/slideLayout5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6.xml"/></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54.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55.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56.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57.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58.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59.xml.rels><?xml version="1.0" encoding="UTF-8" standalone="yes"?>
<Relationships xmlns="http://schemas.openxmlformats.org/package/2006/relationships"><Relationship Id="rId3" Type="http://schemas.openxmlformats.org/officeDocument/2006/relationships/oleObject" Target="../embeddings/oleObject2.bin"/><Relationship Id="rId2" Type="http://schemas.openxmlformats.org/officeDocument/2006/relationships/slideMaster" Target="../slideMasters/slideMaster6.xml"/><Relationship Id="rId1" Type="http://schemas.openxmlformats.org/officeDocument/2006/relationships/tags" Target="../tags/tag18.xml"/><Relationship Id="rId4" Type="http://schemas.openxmlformats.org/officeDocument/2006/relationships/image" Target="../media/image1.emf"/></Relationships>
</file>

<file path=ppt/slideLayouts/_rels/slideLayout60.xml.rels><?xml version="1.0" encoding="UTF-8" standalone="yes"?>
<Relationships xmlns="http://schemas.openxmlformats.org/package/2006/relationships"><Relationship Id="rId3" Type="http://schemas.openxmlformats.org/officeDocument/2006/relationships/oleObject" Target="../embeddings/oleObject2.bin"/><Relationship Id="rId2" Type="http://schemas.openxmlformats.org/officeDocument/2006/relationships/slideMaster" Target="../slideMasters/slideMaster6.xml"/><Relationship Id="rId1" Type="http://schemas.openxmlformats.org/officeDocument/2006/relationships/tags" Target="../tags/tag19.xml"/><Relationship Id="rId5" Type="http://schemas.openxmlformats.org/officeDocument/2006/relationships/image" Target="../media/image24.png"/><Relationship Id="rId4" Type="http://schemas.openxmlformats.org/officeDocument/2006/relationships/image" Target="../media/image1.emf"/></Relationships>
</file>

<file path=ppt/slideLayouts/_rels/slideLayout61.xml.rels><?xml version="1.0" encoding="UTF-8" standalone="yes"?>
<Relationships xmlns="http://schemas.openxmlformats.org/package/2006/relationships"><Relationship Id="rId3" Type="http://schemas.openxmlformats.org/officeDocument/2006/relationships/oleObject" Target="../embeddings/oleObject2.bin"/><Relationship Id="rId2" Type="http://schemas.openxmlformats.org/officeDocument/2006/relationships/slideMaster" Target="../slideMasters/slideMaster6.xml"/><Relationship Id="rId1" Type="http://schemas.openxmlformats.org/officeDocument/2006/relationships/tags" Target="../tags/tag20.xml"/><Relationship Id="rId4" Type="http://schemas.openxmlformats.org/officeDocument/2006/relationships/image" Target="../media/image1.emf"/></Relationships>
</file>

<file path=ppt/slideLayouts/_rels/slideLayout62.xml.rels><?xml version="1.0" encoding="UTF-8" standalone="yes"?>
<Relationships xmlns="http://schemas.openxmlformats.org/package/2006/relationships"><Relationship Id="rId3" Type="http://schemas.openxmlformats.org/officeDocument/2006/relationships/oleObject" Target="../embeddings/oleObject2.bin"/><Relationship Id="rId2" Type="http://schemas.openxmlformats.org/officeDocument/2006/relationships/slideMaster" Target="../slideMasters/slideMaster6.xml"/><Relationship Id="rId1" Type="http://schemas.openxmlformats.org/officeDocument/2006/relationships/tags" Target="../tags/tag21.xml"/><Relationship Id="rId4" Type="http://schemas.openxmlformats.org/officeDocument/2006/relationships/image" Target="../media/image1.emf"/></Relationships>
</file>

<file path=ppt/slideLayouts/_rels/slideLayout63.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4.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5.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6.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7.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8.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9.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70.xml.rels><?xml version="1.0" encoding="UTF-8" standalone="yes"?>
<Relationships xmlns="http://schemas.openxmlformats.org/package/2006/relationships"><Relationship Id="rId8" Type="http://schemas.openxmlformats.org/officeDocument/2006/relationships/hyperlink" Target="http://www.youtube.com/capgeminimedia" TargetMode="External"/><Relationship Id="rId13" Type="http://schemas.openxmlformats.org/officeDocument/2006/relationships/image" Target="../media/image2.png"/><Relationship Id="rId3" Type="http://schemas.openxmlformats.org/officeDocument/2006/relationships/image" Target="../media/image4.png"/><Relationship Id="rId7" Type="http://schemas.openxmlformats.org/officeDocument/2006/relationships/image" Target="../media/image6.png"/><Relationship Id="rId12" Type="http://schemas.openxmlformats.org/officeDocument/2006/relationships/image" Target="../media/image9.png"/><Relationship Id="rId2" Type="http://schemas.openxmlformats.org/officeDocument/2006/relationships/hyperlink" Target="http://www.linkedin.com/company/capgemini" TargetMode="External"/><Relationship Id="rId1" Type="http://schemas.openxmlformats.org/officeDocument/2006/relationships/slideMaster" Target="../slideMasters/slideMaster6.xml"/><Relationship Id="rId6" Type="http://schemas.openxmlformats.org/officeDocument/2006/relationships/hyperlink" Target="http://www.twitter.com/capgemini" TargetMode="External"/><Relationship Id="rId11" Type="http://schemas.openxmlformats.org/officeDocument/2006/relationships/image" Target="../media/image8.png"/><Relationship Id="rId5" Type="http://schemas.openxmlformats.org/officeDocument/2006/relationships/image" Target="../media/image5.png"/><Relationship Id="rId10" Type="http://schemas.openxmlformats.org/officeDocument/2006/relationships/hyperlink" Target="http://www.facebook.com/capgemini" TargetMode="External"/><Relationship Id="rId4" Type="http://schemas.openxmlformats.org/officeDocument/2006/relationships/hyperlink" Target="http://www.slideshare.net/capgemini" TargetMode="External"/><Relationship Id="rId9" Type="http://schemas.openxmlformats.org/officeDocument/2006/relationships/image" Target="../media/image7.png"/></Relationships>
</file>

<file path=ppt/slideLayouts/_rels/slideLayout71.xml.rels><?xml version="1.0" encoding="UTF-8" standalone="yes"?>
<Relationships xmlns="http://schemas.openxmlformats.org/package/2006/relationships"><Relationship Id="rId8" Type="http://schemas.openxmlformats.org/officeDocument/2006/relationships/image" Target="../media/image4.png"/><Relationship Id="rId13" Type="http://schemas.openxmlformats.org/officeDocument/2006/relationships/hyperlink" Target="http://www.youtube.com/capgeminimedia" TargetMode="External"/><Relationship Id="rId3" Type="http://schemas.openxmlformats.org/officeDocument/2006/relationships/tags" Target="../tags/tag24.xml"/><Relationship Id="rId7" Type="http://schemas.openxmlformats.org/officeDocument/2006/relationships/hyperlink" Target="http://www.linkedin.com/company/capgemini" TargetMode="External"/><Relationship Id="rId12" Type="http://schemas.openxmlformats.org/officeDocument/2006/relationships/image" Target="../media/image6.png"/><Relationship Id="rId17" Type="http://schemas.openxmlformats.org/officeDocument/2006/relationships/image" Target="../media/image2.png"/><Relationship Id="rId2" Type="http://schemas.openxmlformats.org/officeDocument/2006/relationships/tags" Target="../tags/tag23.xml"/><Relationship Id="rId16" Type="http://schemas.openxmlformats.org/officeDocument/2006/relationships/image" Target="../media/image8.png"/><Relationship Id="rId1" Type="http://schemas.openxmlformats.org/officeDocument/2006/relationships/tags" Target="../tags/tag22.xml"/><Relationship Id="rId6" Type="http://schemas.openxmlformats.org/officeDocument/2006/relationships/image" Target="../media/image10.png"/><Relationship Id="rId11" Type="http://schemas.openxmlformats.org/officeDocument/2006/relationships/hyperlink" Target="http://www.twitter.com/capgemini" TargetMode="External"/><Relationship Id="rId5" Type="http://schemas.openxmlformats.org/officeDocument/2006/relationships/slideMaster" Target="../slideMasters/slideMaster6.xml"/><Relationship Id="rId15" Type="http://schemas.openxmlformats.org/officeDocument/2006/relationships/hyperlink" Target="http://www.facebook.com/capgemini" TargetMode="External"/><Relationship Id="rId10" Type="http://schemas.openxmlformats.org/officeDocument/2006/relationships/image" Target="../media/image5.png"/><Relationship Id="rId4" Type="http://schemas.openxmlformats.org/officeDocument/2006/relationships/tags" Target="../tags/tag25.xml"/><Relationship Id="rId9" Type="http://schemas.openxmlformats.org/officeDocument/2006/relationships/hyperlink" Target="http://www.slideshare.net/capgemini" TargetMode="External"/><Relationship Id="rId14" Type="http://schemas.openxmlformats.org/officeDocument/2006/relationships/image" Target="../media/image7.png"/></Relationships>
</file>

<file path=ppt/slideLayouts/_rels/slideLayout7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6.xml"/></Relationships>
</file>

<file path=ppt/slideLayouts/_rels/slideLayout73.xml.rels><?xml version="1.0" encoding="UTF-8" standalone="yes"?>
<Relationships xmlns="http://schemas.openxmlformats.org/package/2006/relationships"><Relationship Id="rId8" Type="http://schemas.openxmlformats.org/officeDocument/2006/relationships/image" Target="../media/image26.png"/><Relationship Id="rId3" Type="http://schemas.openxmlformats.org/officeDocument/2006/relationships/tags" Target="../tags/tag28.xml"/><Relationship Id="rId7" Type="http://schemas.openxmlformats.org/officeDocument/2006/relationships/image" Target="../media/image25.emf"/><Relationship Id="rId2" Type="http://schemas.openxmlformats.org/officeDocument/2006/relationships/tags" Target="../tags/tag27.xml"/><Relationship Id="rId1" Type="http://schemas.openxmlformats.org/officeDocument/2006/relationships/tags" Target="../tags/tag26.xml"/><Relationship Id="rId6" Type="http://schemas.openxmlformats.org/officeDocument/2006/relationships/oleObject" Target="../embeddings/oleObject6.bin"/><Relationship Id="rId5" Type="http://schemas.openxmlformats.org/officeDocument/2006/relationships/slideMaster" Target="../slideMasters/slideMaster6.xml"/><Relationship Id="rId4" Type="http://schemas.openxmlformats.org/officeDocument/2006/relationships/tags" Target="../tags/tag29.xml"/></Relationships>
</file>

<file path=ppt/slideLayouts/_rels/slideLayout74.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75.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Master" Target="../slideMasters/slideMaster6.xml"/></Relationships>
</file>

<file path=ppt/slideLayouts/_rels/slideLayout76.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Master" Target="../slideMasters/slideMaster7.xml"/></Relationships>
</file>

<file path=ppt/slideLayouts/_rels/slideLayout77.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Master" Target="../slideMasters/slideMaster7.xml"/></Relationships>
</file>

<file path=ppt/slideLayouts/_rels/slideLayout78.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Master" Target="../slideMasters/slideMaster7.xml"/></Relationships>
</file>

<file path=ppt/slideLayouts/_rels/slideLayout79.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80.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81.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82.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83.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84.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85.xml.rels><?xml version="1.0" encoding="UTF-8" standalone="yes"?>
<Relationships xmlns="http://schemas.openxmlformats.org/package/2006/relationships"><Relationship Id="rId3" Type="http://schemas.openxmlformats.org/officeDocument/2006/relationships/oleObject" Target="../embeddings/oleObject2.bin"/><Relationship Id="rId2" Type="http://schemas.openxmlformats.org/officeDocument/2006/relationships/slideMaster" Target="../slideMasters/slideMaster7.xml"/><Relationship Id="rId1" Type="http://schemas.openxmlformats.org/officeDocument/2006/relationships/tags" Target="../tags/tag31.xml"/><Relationship Id="rId4" Type="http://schemas.openxmlformats.org/officeDocument/2006/relationships/image" Target="../media/image1.emf"/></Relationships>
</file>

<file path=ppt/slideLayouts/_rels/slideLayout86.xml.rels><?xml version="1.0" encoding="UTF-8" standalone="yes"?>
<Relationships xmlns="http://schemas.openxmlformats.org/package/2006/relationships"><Relationship Id="rId3" Type="http://schemas.openxmlformats.org/officeDocument/2006/relationships/oleObject" Target="../embeddings/oleObject2.bin"/><Relationship Id="rId2" Type="http://schemas.openxmlformats.org/officeDocument/2006/relationships/slideMaster" Target="../slideMasters/slideMaster7.xml"/><Relationship Id="rId1" Type="http://schemas.openxmlformats.org/officeDocument/2006/relationships/tags" Target="../tags/tag32.xml"/><Relationship Id="rId4" Type="http://schemas.openxmlformats.org/officeDocument/2006/relationships/image" Target="../media/image1.emf"/></Relationships>
</file>

<file path=ppt/slideLayouts/_rels/slideLayout87.xml.rels><?xml version="1.0" encoding="UTF-8" standalone="yes"?>
<Relationships xmlns="http://schemas.openxmlformats.org/package/2006/relationships"><Relationship Id="rId3" Type="http://schemas.openxmlformats.org/officeDocument/2006/relationships/oleObject" Target="../embeddings/oleObject2.bin"/><Relationship Id="rId2" Type="http://schemas.openxmlformats.org/officeDocument/2006/relationships/slideMaster" Target="../slideMasters/slideMaster7.xml"/><Relationship Id="rId1" Type="http://schemas.openxmlformats.org/officeDocument/2006/relationships/tags" Target="../tags/tag33.xml"/><Relationship Id="rId4" Type="http://schemas.openxmlformats.org/officeDocument/2006/relationships/image" Target="../media/image1.emf"/></Relationships>
</file>

<file path=ppt/slideLayouts/_rels/slideLayout88.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89.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90.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91.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92.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93.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94.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95.xml.rels><?xml version="1.0" encoding="UTF-8" standalone="yes"?>
<Relationships xmlns="http://schemas.openxmlformats.org/package/2006/relationships"><Relationship Id="rId8" Type="http://schemas.openxmlformats.org/officeDocument/2006/relationships/hyperlink" Target="http://www.youtube.com/capgeminimedia" TargetMode="External"/><Relationship Id="rId13" Type="http://schemas.openxmlformats.org/officeDocument/2006/relationships/image" Target="../media/image27.png"/><Relationship Id="rId3" Type="http://schemas.openxmlformats.org/officeDocument/2006/relationships/image" Target="../media/image4.png"/><Relationship Id="rId7" Type="http://schemas.openxmlformats.org/officeDocument/2006/relationships/image" Target="../media/image6.png"/><Relationship Id="rId12" Type="http://schemas.openxmlformats.org/officeDocument/2006/relationships/image" Target="../media/image28.png"/><Relationship Id="rId2" Type="http://schemas.openxmlformats.org/officeDocument/2006/relationships/hyperlink" Target="http://www.linkedin.com/company/capgemini" TargetMode="External"/><Relationship Id="rId1" Type="http://schemas.openxmlformats.org/officeDocument/2006/relationships/slideMaster" Target="../slideMasters/slideMaster7.xml"/><Relationship Id="rId6" Type="http://schemas.openxmlformats.org/officeDocument/2006/relationships/hyperlink" Target="http://www.twitter.com/capgemini" TargetMode="External"/><Relationship Id="rId11" Type="http://schemas.openxmlformats.org/officeDocument/2006/relationships/image" Target="../media/image8.png"/><Relationship Id="rId5" Type="http://schemas.openxmlformats.org/officeDocument/2006/relationships/image" Target="../media/image5.png"/><Relationship Id="rId10" Type="http://schemas.openxmlformats.org/officeDocument/2006/relationships/hyperlink" Target="http://www.facebook.com/capgemini" TargetMode="External"/><Relationship Id="rId4" Type="http://schemas.openxmlformats.org/officeDocument/2006/relationships/hyperlink" Target="http://www.slideshare.net/capgemini" TargetMode="External"/><Relationship Id="rId9" Type="http://schemas.openxmlformats.org/officeDocument/2006/relationships/image" Target="../media/image7.png"/></Relationships>
</file>

<file path=ppt/slideLayouts/_rels/slideLayout96.xml.rels><?xml version="1.0" encoding="UTF-8" standalone="yes"?>
<Relationships xmlns="http://schemas.openxmlformats.org/package/2006/relationships"><Relationship Id="rId8" Type="http://schemas.openxmlformats.org/officeDocument/2006/relationships/image" Target="../media/image4.png"/><Relationship Id="rId13" Type="http://schemas.openxmlformats.org/officeDocument/2006/relationships/hyperlink" Target="http://www.youtube.com/capgeminimedia" TargetMode="External"/><Relationship Id="rId3" Type="http://schemas.openxmlformats.org/officeDocument/2006/relationships/tags" Target="../tags/tag36.xml"/><Relationship Id="rId7" Type="http://schemas.openxmlformats.org/officeDocument/2006/relationships/hyperlink" Target="http://www.linkedin.com/company/capgemini" TargetMode="External"/><Relationship Id="rId12" Type="http://schemas.openxmlformats.org/officeDocument/2006/relationships/image" Target="../media/image6.png"/><Relationship Id="rId17" Type="http://schemas.openxmlformats.org/officeDocument/2006/relationships/image" Target="../media/image27.png"/><Relationship Id="rId2" Type="http://schemas.openxmlformats.org/officeDocument/2006/relationships/tags" Target="../tags/tag35.xml"/><Relationship Id="rId16" Type="http://schemas.openxmlformats.org/officeDocument/2006/relationships/image" Target="../media/image8.png"/><Relationship Id="rId1" Type="http://schemas.openxmlformats.org/officeDocument/2006/relationships/tags" Target="../tags/tag34.xml"/><Relationship Id="rId6" Type="http://schemas.openxmlformats.org/officeDocument/2006/relationships/image" Target="../media/image28.png"/><Relationship Id="rId11" Type="http://schemas.openxmlformats.org/officeDocument/2006/relationships/hyperlink" Target="http://www.twitter.com/capgemini" TargetMode="External"/><Relationship Id="rId5" Type="http://schemas.openxmlformats.org/officeDocument/2006/relationships/slideMaster" Target="../slideMasters/slideMaster7.xml"/><Relationship Id="rId15" Type="http://schemas.openxmlformats.org/officeDocument/2006/relationships/hyperlink" Target="http://www.facebook.com/capgemini" TargetMode="External"/><Relationship Id="rId10" Type="http://schemas.openxmlformats.org/officeDocument/2006/relationships/image" Target="../media/image5.png"/><Relationship Id="rId4" Type="http://schemas.openxmlformats.org/officeDocument/2006/relationships/tags" Target="../tags/tag37.xml"/><Relationship Id="rId9" Type="http://schemas.openxmlformats.org/officeDocument/2006/relationships/hyperlink" Target="http://www.slideshare.net/capgemini" TargetMode="External"/><Relationship Id="rId14" Type="http://schemas.openxmlformats.org/officeDocument/2006/relationships/image" Target="../media/image7.png"/></Relationships>
</file>

<file path=ppt/slideLayouts/_rels/slideLayout97.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Master" Target="../slideMasters/slideMaster7.xml"/></Relationships>
</file>

<file path=ppt/slideLayouts/_rels/slideLayout98.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99.xml.rels><?xml version="1.0" encoding="UTF-8" standalone="yes"?>
<Relationships xmlns="http://schemas.openxmlformats.org/package/2006/relationships"><Relationship Id="rId3" Type="http://schemas.openxmlformats.org/officeDocument/2006/relationships/oleObject" Target="../embeddings/oleObject4.bin"/><Relationship Id="rId2" Type="http://schemas.openxmlformats.org/officeDocument/2006/relationships/slideMaster" Target="../slideMasters/slideMaster7.xml"/><Relationship Id="rId1" Type="http://schemas.openxmlformats.org/officeDocument/2006/relationships/tags" Target="../tags/tag38.xml"/><Relationship Id="rId4" Type="http://schemas.openxmlformats.org/officeDocument/2006/relationships/image" Target="../media/image1.emf"/></Relationships>
</file>

<file path=ppt/slideLayouts/_rels/slideLayout100.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image" Target="../media/image29.jpeg"/><Relationship Id="rId1" Type="http://schemas.openxmlformats.org/officeDocument/2006/relationships/slideMaster" Target="../slideMasters/slideMaster7.xml"/></Relationships>
</file>

<file path=ppt/slideLayouts/_rels/slideLayout101.xml.rels><?xml version="1.0" encoding="UTF-8" standalone="yes"?>
<Relationships xmlns="http://schemas.openxmlformats.org/package/2006/relationships"><Relationship Id="rId3" Type="http://schemas.openxmlformats.org/officeDocument/2006/relationships/oleObject" Target="../embeddings/oleObject2.bin"/><Relationship Id="rId2" Type="http://schemas.openxmlformats.org/officeDocument/2006/relationships/slideMaster" Target="../slideMasters/slideMaster7.xml"/><Relationship Id="rId1" Type="http://schemas.openxmlformats.org/officeDocument/2006/relationships/tags" Target="../tags/tag39.xml"/><Relationship Id="rId4" Type="http://schemas.openxmlformats.org/officeDocument/2006/relationships/image" Target="../media/image1.emf"/></Relationships>
</file>

<file path=ppt/slideLayouts/_rels/slideLayout102.xml.rels><?xml version="1.0" encoding="UTF-8" standalone="yes"?>
<Relationships xmlns="http://schemas.openxmlformats.org/package/2006/relationships"><Relationship Id="rId3" Type="http://schemas.openxmlformats.org/officeDocument/2006/relationships/oleObject" Target="../embeddings/oleObject7.bin"/><Relationship Id="rId2" Type="http://schemas.openxmlformats.org/officeDocument/2006/relationships/slideMaster" Target="../slideMasters/slideMaster7.xml"/><Relationship Id="rId1" Type="http://schemas.openxmlformats.org/officeDocument/2006/relationships/tags" Target="../tags/tag40.xml"/><Relationship Id="rId5" Type="http://schemas.openxmlformats.org/officeDocument/2006/relationships/image" Target="../media/image30.png"/><Relationship Id="rId4" Type="http://schemas.openxmlformats.org/officeDocument/2006/relationships/image" Target="../media/image1.emf"/></Relationships>
</file>

<file path=ppt/slideLayouts/_rels/slideLayout103.xml.rels><?xml version="1.0" encoding="UTF-8" standalone="yes"?>
<Relationships xmlns="http://schemas.openxmlformats.org/package/2006/relationships"><Relationship Id="rId2" Type="http://schemas.openxmlformats.org/officeDocument/2006/relationships/image" Target="../media/image30.png"/><Relationship Id="rId1" Type="http://schemas.openxmlformats.org/officeDocument/2006/relationships/slideMaster" Target="../slideMasters/slideMaster7.xml"/></Relationships>
</file>

<file path=ppt/slideLayouts/_rels/slideLayout104.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image" Target="../media/image13.png"/><Relationship Id="rId1" Type="http://schemas.openxmlformats.org/officeDocument/2006/relationships/slideMaster" Target="../slideMasters/slideMaster7.xml"/></Relationships>
</file>

<file path=ppt/slideLayouts/_rels/slideLayout105.xml.rels><?xml version="1.0" encoding="UTF-8" standalone="yes"?>
<Relationships xmlns="http://schemas.openxmlformats.org/package/2006/relationships"><Relationship Id="rId3" Type="http://schemas.openxmlformats.org/officeDocument/2006/relationships/oleObject" Target="../embeddings/oleObject8.bin"/><Relationship Id="rId2" Type="http://schemas.openxmlformats.org/officeDocument/2006/relationships/slideMaster" Target="../slideMasters/slideMaster7.xml"/><Relationship Id="rId1" Type="http://schemas.openxmlformats.org/officeDocument/2006/relationships/tags" Target="../tags/tag41.xml"/><Relationship Id="rId4" Type="http://schemas.openxmlformats.org/officeDocument/2006/relationships/image" Target="../media/image31.emf"/></Relationships>
</file>

<file path=ppt/slideLayouts/_rels/slideLayout106.xml.rels><?xml version="1.0" encoding="UTF-8" standalone="yes"?>
<Relationships xmlns="http://schemas.openxmlformats.org/package/2006/relationships"><Relationship Id="rId2" Type="http://schemas.openxmlformats.org/officeDocument/2006/relationships/image" Target="../media/image32.jpeg"/><Relationship Id="rId1" Type="http://schemas.openxmlformats.org/officeDocument/2006/relationships/slideMaster" Target="../slideMasters/slideMaster7.xml"/></Relationships>
</file>

<file path=ppt/slideLayouts/_rels/slideLayout107.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108.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109.xml.rels><?xml version="1.0" encoding="UTF-8" standalone="yes"?>
<Relationships xmlns="http://schemas.openxmlformats.org/package/2006/relationships"><Relationship Id="rId3" Type="http://schemas.openxmlformats.org/officeDocument/2006/relationships/oleObject" Target="../embeddings/oleObject4.bin"/><Relationship Id="rId2" Type="http://schemas.openxmlformats.org/officeDocument/2006/relationships/slideMaster" Target="../slideMasters/slideMaster7.xml"/><Relationship Id="rId1" Type="http://schemas.openxmlformats.org/officeDocument/2006/relationships/tags" Target="../tags/tag42.xml"/><Relationship Id="rId4" Type="http://schemas.openxmlformats.org/officeDocument/2006/relationships/image" Target="../media/image1.emf"/></Relationships>
</file>

<file path=ppt/slideLayouts/_rels/slideLayout110.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111.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112.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113.xml.rels><?xml version="1.0" encoding="UTF-8" standalone="yes"?>
<Relationships xmlns="http://schemas.openxmlformats.org/package/2006/relationships"><Relationship Id="rId2" Type="http://schemas.openxmlformats.org/officeDocument/2006/relationships/slideMaster" Target="../slideMasters/slideMaster7.xml"/><Relationship Id="rId1" Type="http://schemas.openxmlformats.org/officeDocument/2006/relationships/tags" Target="../tags/tag43.xml"/></Relationships>
</file>

<file path=ppt/slideLayouts/_rels/slideLayout114.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slideMaster" Target="../slideMasters/slideMaster7.xml"/><Relationship Id="rId1" Type="http://schemas.openxmlformats.org/officeDocument/2006/relationships/tags" Target="../tags/tag44.xml"/></Relationships>
</file>

<file path=ppt/slideLayouts/_rels/slideLayout115.xml.rels><?xml version="1.0" encoding="UTF-8" standalone="yes"?>
<Relationships xmlns="http://schemas.openxmlformats.org/package/2006/relationships"><Relationship Id="rId2" Type="http://schemas.openxmlformats.org/officeDocument/2006/relationships/image" Target="../media/image34.png"/><Relationship Id="rId1" Type="http://schemas.openxmlformats.org/officeDocument/2006/relationships/slideMaster" Target="../slideMasters/slideMaster8.xml"/></Relationships>
</file>

<file path=ppt/slideLayouts/_rels/slideLayout116.xml.rels><?xml version="1.0" encoding="UTF-8" standalone="yes"?>
<Relationships xmlns="http://schemas.openxmlformats.org/package/2006/relationships"><Relationship Id="rId2" Type="http://schemas.openxmlformats.org/officeDocument/2006/relationships/image" Target="../media/image34.png"/><Relationship Id="rId1" Type="http://schemas.openxmlformats.org/officeDocument/2006/relationships/slideMaster" Target="../slideMasters/slideMaster8.xml"/></Relationships>
</file>

<file path=ppt/slideLayouts/_rels/slideLayout117.xml.rels><?xml version="1.0" encoding="UTF-8" standalone="yes"?>
<Relationships xmlns="http://schemas.openxmlformats.org/package/2006/relationships"><Relationship Id="rId2" Type="http://schemas.openxmlformats.org/officeDocument/2006/relationships/image" Target="../media/image34.png"/><Relationship Id="rId1" Type="http://schemas.openxmlformats.org/officeDocument/2006/relationships/slideMaster" Target="../slideMasters/slideMaster8.xml"/></Relationships>
</file>

<file path=ppt/slideLayouts/_rels/slideLayout118.xml.rels><?xml version="1.0" encoding="UTF-8" standalone="yes"?>
<Relationships xmlns="http://schemas.openxmlformats.org/package/2006/relationships"><Relationship Id="rId2" Type="http://schemas.openxmlformats.org/officeDocument/2006/relationships/image" Target="../media/image30.png"/><Relationship Id="rId1" Type="http://schemas.openxmlformats.org/officeDocument/2006/relationships/slideMaster" Target="../slideMasters/slideMaster8.xml"/></Relationships>
</file>

<file path=ppt/slideLayouts/_rels/slideLayout119.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120.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121.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122.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123.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124.xml.rels><?xml version="1.0" encoding="UTF-8" standalone="yes"?>
<Relationships xmlns="http://schemas.openxmlformats.org/package/2006/relationships"><Relationship Id="rId3" Type="http://schemas.openxmlformats.org/officeDocument/2006/relationships/oleObject" Target="../embeddings/oleObject10.bin"/><Relationship Id="rId2" Type="http://schemas.openxmlformats.org/officeDocument/2006/relationships/slideMaster" Target="../slideMasters/slideMaster8.xml"/><Relationship Id="rId1" Type="http://schemas.openxmlformats.org/officeDocument/2006/relationships/tags" Target="../tags/tag46.xml"/><Relationship Id="rId4" Type="http://schemas.openxmlformats.org/officeDocument/2006/relationships/image" Target="../media/image1.emf"/></Relationships>
</file>

<file path=ppt/slideLayouts/_rels/slideLayout125.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slideMaster" Target="../slideMasters/slideMaster8.xml"/><Relationship Id="rId1" Type="http://schemas.openxmlformats.org/officeDocument/2006/relationships/tags" Target="../tags/tag47.xml"/><Relationship Id="rId5" Type="http://schemas.openxmlformats.org/officeDocument/2006/relationships/image" Target="../media/image1.emf"/><Relationship Id="rId4" Type="http://schemas.openxmlformats.org/officeDocument/2006/relationships/oleObject" Target="../embeddings/oleObject11.bin"/></Relationships>
</file>

<file path=ppt/slideLayouts/_rels/slideLayout126.xml.rels><?xml version="1.0" encoding="UTF-8" standalone="yes"?>
<Relationships xmlns="http://schemas.openxmlformats.org/package/2006/relationships"><Relationship Id="rId3" Type="http://schemas.openxmlformats.org/officeDocument/2006/relationships/oleObject" Target="../embeddings/oleObject12.bin"/><Relationship Id="rId2" Type="http://schemas.openxmlformats.org/officeDocument/2006/relationships/slideMaster" Target="../slideMasters/slideMaster8.xml"/><Relationship Id="rId1" Type="http://schemas.openxmlformats.org/officeDocument/2006/relationships/tags" Target="../tags/tag48.xml"/><Relationship Id="rId4" Type="http://schemas.openxmlformats.org/officeDocument/2006/relationships/image" Target="../media/image1.emf"/></Relationships>
</file>

<file path=ppt/slideLayouts/_rels/slideLayout127.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128.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129.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130.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131.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132.xml.rels><?xml version="1.0" encoding="UTF-8" standalone="yes"?>
<Relationships xmlns="http://schemas.openxmlformats.org/package/2006/relationships"><Relationship Id="rId8" Type="http://schemas.openxmlformats.org/officeDocument/2006/relationships/hyperlink" Target="http://www.youtube.com/capgeminimedia" TargetMode="External"/><Relationship Id="rId13" Type="http://schemas.openxmlformats.org/officeDocument/2006/relationships/image" Target="../media/image34.png"/><Relationship Id="rId3" Type="http://schemas.openxmlformats.org/officeDocument/2006/relationships/image" Target="../media/image4.png"/><Relationship Id="rId7" Type="http://schemas.openxmlformats.org/officeDocument/2006/relationships/image" Target="../media/image6.png"/><Relationship Id="rId12" Type="http://schemas.openxmlformats.org/officeDocument/2006/relationships/image" Target="../media/image36.png"/><Relationship Id="rId2" Type="http://schemas.openxmlformats.org/officeDocument/2006/relationships/hyperlink" Target="http://www.linkedin.com/company/capgemini" TargetMode="External"/><Relationship Id="rId1" Type="http://schemas.openxmlformats.org/officeDocument/2006/relationships/slideMaster" Target="../slideMasters/slideMaster8.xml"/><Relationship Id="rId6" Type="http://schemas.openxmlformats.org/officeDocument/2006/relationships/hyperlink" Target="http://www.twitter.com/capgemini" TargetMode="External"/><Relationship Id="rId11" Type="http://schemas.openxmlformats.org/officeDocument/2006/relationships/image" Target="../media/image8.png"/><Relationship Id="rId5" Type="http://schemas.openxmlformats.org/officeDocument/2006/relationships/image" Target="../media/image5.png"/><Relationship Id="rId10" Type="http://schemas.openxmlformats.org/officeDocument/2006/relationships/hyperlink" Target="http://www.facebook.com/capgemini" TargetMode="External"/><Relationship Id="rId4" Type="http://schemas.openxmlformats.org/officeDocument/2006/relationships/hyperlink" Target="http://www.slideshare.net/capgemini" TargetMode="External"/><Relationship Id="rId9" Type="http://schemas.openxmlformats.org/officeDocument/2006/relationships/image" Target="../media/image7.png"/></Relationships>
</file>

<file path=ppt/slideLayouts/_rels/slideLayout133.xml.rels><?xml version="1.0" encoding="UTF-8" standalone="yes"?>
<Relationships xmlns="http://schemas.openxmlformats.org/package/2006/relationships"><Relationship Id="rId8" Type="http://schemas.openxmlformats.org/officeDocument/2006/relationships/image" Target="../media/image6.png"/><Relationship Id="rId13" Type="http://schemas.openxmlformats.org/officeDocument/2006/relationships/image" Target="../media/image34.png"/><Relationship Id="rId3" Type="http://schemas.openxmlformats.org/officeDocument/2006/relationships/hyperlink" Target="http://www.linkedin.com/company/capgemini" TargetMode="External"/><Relationship Id="rId7" Type="http://schemas.openxmlformats.org/officeDocument/2006/relationships/hyperlink" Target="http://www.twitter.com/capgemini" TargetMode="External"/><Relationship Id="rId12" Type="http://schemas.openxmlformats.org/officeDocument/2006/relationships/image" Target="../media/image8.png"/><Relationship Id="rId2" Type="http://schemas.openxmlformats.org/officeDocument/2006/relationships/image" Target="../media/image37.png"/><Relationship Id="rId1" Type="http://schemas.openxmlformats.org/officeDocument/2006/relationships/slideMaster" Target="../slideMasters/slideMaster8.xml"/><Relationship Id="rId6" Type="http://schemas.openxmlformats.org/officeDocument/2006/relationships/image" Target="../media/image5.png"/><Relationship Id="rId11" Type="http://schemas.openxmlformats.org/officeDocument/2006/relationships/hyperlink" Target="http://www.facebook.com/capgemini" TargetMode="External"/><Relationship Id="rId5" Type="http://schemas.openxmlformats.org/officeDocument/2006/relationships/hyperlink" Target="http://www.slideshare.net/capgemini" TargetMode="External"/><Relationship Id="rId10" Type="http://schemas.openxmlformats.org/officeDocument/2006/relationships/image" Target="../media/image7.png"/><Relationship Id="rId4" Type="http://schemas.openxmlformats.org/officeDocument/2006/relationships/image" Target="../media/image4.png"/><Relationship Id="rId9" Type="http://schemas.openxmlformats.org/officeDocument/2006/relationships/hyperlink" Target="http://www.youtube.com/capgeminimedia" TargetMode="External"/></Relationships>
</file>

<file path=ppt/slideLayouts/_rels/slideLayout134.xml.rels><?xml version="1.0" encoding="UTF-8" standalone="yes"?>
<Relationships xmlns="http://schemas.openxmlformats.org/package/2006/relationships"><Relationship Id="rId2" Type="http://schemas.openxmlformats.org/officeDocument/2006/relationships/image" Target="../media/image34.png"/><Relationship Id="rId1" Type="http://schemas.openxmlformats.org/officeDocument/2006/relationships/slideMaster" Target="../slideMasters/slideMaster8.xml"/></Relationships>
</file>

<file path=ppt/slideLayouts/_rels/slideLayout135.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136.xml.rels><?xml version="1.0" encoding="UTF-8" standalone="yes"?>
<Relationships xmlns="http://schemas.openxmlformats.org/package/2006/relationships"><Relationship Id="rId2" Type="http://schemas.openxmlformats.org/officeDocument/2006/relationships/image" Target="../media/image38.png"/><Relationship Id="rId1" Type="http://schemas.openxmlformats.org/officeDocument/2006/relationships/slideMaster" Target="../slideMasters/slideMaster8.xml"/></Relationships>
</file>

<file path=ppt/slideLayouts/_rels/slideLayout137.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138.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139.xml.rels><?xml version="1.0" encoding="UTF-8" standalone="yes"?>
<Relationships xmlns="http://schemas.openxmlformats.org/package/2006/relationships"><Relationship Id="rId3" Type="http://schemas.openxmlformats.org/officeDocument/2006/relationships/image" Target="../media/image40.emf"/><Relationship Id="rId2" Type="http://schemas.openxmlformats.org/officeDocument/2006/relationships/image" Target="../media/image39.emf"/><Relationship Id="rId1" Type="http://schemas.openxmlformats.org/officeDocument/2006/relationships/slideMaster" Target="../slideMasters/slideMaster8.xml"/><Relationship Id="rId4" Type="http://schemas.openxmlformats.org/officeDocument/2006/relationships/image" Target="../media/image41.png"/></Relationships>
</file>

<file path=ppt/slideLayouts/_rels/slideLayout140.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141.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142.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143.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144.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145.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146.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147.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148.xml.rels><?xml version="1.0" encoding="UTF-8" standalone="yes"?>
<Relationships xmlns="http://schemas.openxmlformats.org/package/2006/relationships"><Relationship Id="rId3" Type="http://schemas.openxmlformats.org/officeDocument/2006/relationships/image" Target="../media/image43.svg"/><Relationship Id="rId2" Type="http://schemas.openxmlformats.org/officeDocument/2006/relationships/image" Target="../media/image42.png"/><Relationship Id="rId1" Type="http://schemas.openxmlformats.org/officeDocument/2006/relationships/slideMaster" Target="../slideMasters/slideMaster8.xml"/></Relationships>
</file>

<file path=ppt/slideLayouts/_rels/slideLayout149.xml.rels><?xml version="1.0" encoding="UTF-8" standalone="yes"?>
<Relationships xmlns="http://schemas.openxmlformats.org/package/2006/relationships"><Relationship Id="rId3" Type="http://schemas.openxmlformats.org/officeDocument/2006/relationships/slideMaster" Target="../slideMasters/slideMaster8.xml"/><Relationship Id="rId2" Type="http://schemas.openxmlformats.org/officeDocument/2006/relationships/tags" Target="../tags/tag50.xml"/><Relationship Id="rId1" Type="http://schemas.openxmlformats.org/officeDocument/2006/relationships/tags" Target="../tags/tag49.xml"/><Relationship Id="rId5" Type="http://schemas.openxmlformats.org/officeDocument/2006/relationships/image" Target="../media/image25.emf"/><Relationship Id="rId4" Type="http://schemas.openxmlformats.org/officeDocument/2006/relationships/oleObject" Target="../embeddings/oleObject13.bin"/></Relationships>
</file>

<file path=ppt/slideLayouts/_rels/slideLayout150.xml.rels><?xml version="1.0" encoding="UTF-8" standalone="yes"?>
<Relationships xmlns="http://schemas.openxmlformats.org/package/2006/relationships"><Relationship Id="rId3" Type="http://schemas.openxmlformats.org/officeDocument/2006/relationships/slideMaster" Target="../slideMasters/slideMaster8.xml"/><Relationship Id="rId2" Type="http://schemas.openxmlformats.org/officeDocument/2006/relationships/tags" Target="../tags/tag52.xml"/><Relationship Id="rId1" Type="http://schemas.openxmlformats.org/officeDocument/2006/relationships/tags" Target="../tags/tag51.xml"/><Relationship Id="rId5" Type="http://schemas.openxmlformats.org/officeDocument/2006/relationships/image" Target="../media/image25.emf"/><Relationship Id="rId4" Type="http://schemas.openxmlformats.org/officeDocument/2006/relationships/oleObject" Target="../embeddings/oleObject14.bin"/></Relationships>
</file>

<file path=ppt/slideLayouts/_rels/slideLayout151.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152.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153.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154.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155.xml.rels><?xml version="1.0" encoding="UTF-8" standalone="yes"?>
<Relationships xmlns="http://schemas.openxmlformats.org/package/2006/relationships"><Relationship Id="rId2" Type="http://schemas.openxmlformats.org/officeDocument/2006/relationships/image" Target="../media/image44.png"/><Relationship Id="rId1" Type="http://schemas.openxmlformats.org/officeDocument/2006/relationships/slideMaster" Target="../slideMasters/slideMaster8.xml"/></Relationships>
</file>

<file path=ppt/slideLayouts/_rels/slideLayout156.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157.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Master" Target="../slideMasters/slideMaster9.xml"/></Relationships>
</file>

<file path=ppt/slideLayouts/_rels/slideLayout158.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Master" Target="../slideMasters/slideMaster9.xml"/></Relationships>
</file>

<file path=ppt/slideLayouts/_rels/slideLayout159.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Master" Target="../slideMasters/slideMaster9.xml"/></Relationships>
</file>

<file path=ppt/slideLayouts/_rels/slideLayout160.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161.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162.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163.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164.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165.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166.xml.rels><?xml version="1.0" encoding="UTF-8" standalone="yes"?>
<Relationships xmlns="http://schemas.openxmlformats.org/package/2006/relationships"><Relationship Id="rId3" Type="http://schemas.openxmlformats.org/officeDocument/2006/relationships/oleObject" Target="../embeddings/oleObject2.bin"/><Relationship Id="rId2" Type="http://schemas.openxmlformats.org/officeDocument/2006/relationships/slideMaster" Target="../slideMasters/slideMaster9.xml"/><Relationship Id="rId1" Type="http://schemas.openxmlformats.org/officeDocument/2006/relationships/tags" Target="../tags/tag54.xml"/><Relationship Id="rId4" Type="http://schemas.openxmlformats.org/officeDocument/2006/relationships/image" Target="../media/image1.emf"/></Relationships>
</file>

<file path=ppt/slideLayouts/_rels/slideLayout167.xml.rels><?xml version="1.0" encoding="UTF-8" standalone="yes"?>
<Relationships xmlns="http://schemas.openxmlformats.org/package/2006/relationships"><Relationship Id="rId3" Type="http://schemas.openxmlformats.org/officeDocument/2006/relationships/oleObject" Target="../embeddings/oleObject2.bin"/><Relationship Id="rId2" Type="http://schemas.openxmlformats.org/officeDocument/2006/relationships/slideMaster" Target="../slideMasters/slideMaster9.xml"/><Relationship Id="rId1" Type="http://schemas.openxmlformats.org/officeDocument/2006/relationships/tags" Target="../tags/tag55.xml"/><Relationship Id="rId4" Type="http://schemas.openxmlformats.org/officeDocument/2006/relationships/image" Target="../media/image1.emf"/></Relationships>
</file>

<file path=ppt/slideLayouts/_rels/slideLayout168.xml.rels><?xml version="1.0" encoding="UTF-8" standalone="yes"?>
<Relationships xmlns="http://schemas.openxmlformats.org/package/2006/relationships"><Relationship Id="rId3" Type="http://schemas.openxmlformats.org/officeDocument/2006/relationships/oleObject" Target="../embeddings/oleObject2.bin"/><Relationship Id="rId2" Type="http://schemas.openxmlformats.org/officeDocument/2006/relationships/slideMaster" Target="../slideMasters/slideMaster9.xml"/><Relationship Id="rId1" Type="http://schemas.openxmlformats.org/officeDocument/2006/relationships/tags" Target="../tags/tag56.xml"/><Relationship Id="rId4" Type="http://schemas.openxmlformats.org/officeDocument/2006/relationships/image" Target="../media/image1.emf"/></Relationships>
</file>

<file path=ppt/slideLayouts/_rels/slideLayout169.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170.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171.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172.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173.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174.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175.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176.xml.rels><?xml version="1.0" encoding="UTF-8" standalone="yes"?>
<Relationships xmlns="http://schemas.openxmlformats.org/package/2006/relationships"><Relationship Id="rId8" Type="http://schemas.openxmlformats.org/officeDocument/2006/relationships/hyperlink" Target="http://www.youtube.com/capgeminimedia" TargetMode="External"/><Relationship Id="rId13" Type="http://schemas.openxmlformats.org/officeDocument/2006/relationships/image" Target="../media/image27.png"/><Relationship Id="rId3" Type="http://schemas.openxmlformats.org/officeDocument/2006/relationships/image" Target="../media/image4.png"/><Relationship Id="rId7" Type="http://schemas.openxmlformats.org/officeDocument/2006/relationships/image" Target="../media/image6.png"/><Relationship Id="rId12" Type="http://schemas.openxmlformats.org/officeDocument/2006/relationships/image" Target="../media/image28.png"/><Relationship Id="rId2" Type="http://schemas.openxmlformats.org/officeDocument/2006/relationships/hyperlink" Target="http://www.linkedin.com/company/capgemini" TargetMode="External"/><Relationship Id="rId1" Type="http://schemas.openxmlformats.org/officeDocument/2006/relationships/slideMaster" Target="../slideMasters/slideMaster9.xml"/><Relationship Id="rId6" Type="http://schemas.openxmlformats.org/officeDocument/2006/relationships/hyperlink" Target="http://www.twitter.com/capgemini" TargetMode="External"/><Relationship Id="rId11" Type="http://schemas.openxmlformats.org/officeDocument/2006/relationships/image" Target="../media/image8.png"/><Relationship Id="rId5" Type="http://schemas.openxmlformats.org/officeDocument/2006/relationships/image" Target="../media/image5.png"/><Relationship Id="rId10" Type="http://schemas.openxmlformats.org/officeDocument/2006/relationships/hyperlink" Target="http://www.facebook.com/capgemini" TargetMode="External"/><Relationship Id="rId4" Type="http://schemas.openxmlformats.org/officeDocument/2006/relationships/hyperlink" Target="http://www.slideshare.net/capgemini" TargetMode="External"/><Relationship Id="rId9" Type="http://schemas.openxmlformats.org/officeDocument/2006/relationships/image" Target="../media/image7.png"/></Relationships>
</file>

<file path=ppt/slideLayouts/_rels/slideLayout177.xml.rels><?xml version="1.0" encoding="UTF-8" standalone="yes"?>
<Relationships xmlns="http://schemas.openxmlformats.org/package/2006/relationships"><Relationship Id="rId8" Type="http://schemas.openxmlformats.org/officeDocument/2006/relationships/image" Target="../media/image4.png"/><Relationship Id="rId13" Type="http://schemas.openxmlformats.org/officeDocument/2006/relationships/hyperlink" Target="http://www.youtube.com/capgeminimedia" TargetMode="External"/><Relationship Id="rId3" Type="http://schemas.openxmlformats.org/officeDocument/2006/relationships/tags" Target="../tags/tag59.xml"/><Relationship Id="rId7" Type="http://schemas.openxmlformats.org/officeDocument/2006/relationships/hyperlink" Target="http://www.linkedin.com/company/capgemini" TargetMode="External"/><Relationship Id="rId12" Type="http://schemas.openxmlformats.org/officeDocument/2006/relationships/image" Target="../media/image6.png"/><Relationship Id="rId17" Type="http://schemas.openxmlformats.org/officeDocument/2006/relationships/image" Target="../media/image27.png"/><Relationship Id="rId2" Type="http://schemas.openxmlformats.org/officeDocument/2006/relationships/tags" Target="../tags/tag58.xml"/><Relationship Id="rId16" Type="http://schemas.openxmlformats.org/officeDocument/2006/relationships/image" Target="../media/image8.png"/><Relationship Id="rId1" Type="http://schemas.openxmlformats.org/officeDocument/2006/relationships/tags" Target="../tags/tag57.xml"/><Relationship Id="rId6" Type="http://schemas.openxmlformats.org/officeDocument/2006/relationships/image" Target="../media/image28.png"/><Relationship Id="rId11" Type="http://schemas.openxmlformats.org/officeDocument/2006/relationships/hyperlink" Target="http://www.twitter.com/capgemini" TargetMode="External"/><Relationship Id="rId5" Type="http://schemas.openxmlformats.org/officeDocument/2006/relationships/slideMaster" Target="../slideMasters/slideMaster9.xml"/><Relationship Id="rId15" Type="http://schemas.openxmlformats.org/officeDocument/2006/relationships/hyperlink" Target="http://www.facebook.com/capgemini" TargetMode="External"/><Relationship Id="rId10" Type="http://schemas.openxmlformats.org/officeDocument/2006/relationships/image" Target="../media/image5.png"/><Relationship Id="rId4" Type="http://schemas.openxmlformats.org/officeDocument/2006/relationships/tags" Target="../tags/tag60.xml"/><Relationship Id="rId9" Type="http://schemas.openxmlformats.org/officeDocument/2006/relationships/hyperlink" Target="http://www.slideshare.net/capgemini" TargetMode="External"/><Relationship Id="rId14" Type="http://schemas.openxmlformats.org/officeDocument/2006/relationships/image" Target="../media/image7.png"/></Relationships>
</file>

<file path=ppt/slideLayouts/_rels/slideLayout178.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Master" Target="../slideMasters/slideMaster9.xml"/></Relationships>
</file>

<file path=ppt/slideLayouts/_rels/slideLayout179.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180.xml.rels><?xml version="1.0" encoding="UTF-8" standalone="yes"?>
<Relationships xmlns="http://schemas.openxmlformats.org/package/2006/relationships"><Relationship Id="rId3" Type="http://schemas.openxmlformats.org/officeDocument/2006/relationships/oleObject" Target="../embeddings/oleObject4.bin"/><Relationship Id="rId2" Type="http://schemas.openxmlformats.org/officeDocument/2006/relationships/slideMaster" Target="../slideMasters/slideMaster9.xml"/><Relationship Id="rId1" Type="http://schemas.openxmlformats.org/officeDocument/2006/relationships/tags" Target="../tags/tag61.xml"/><Relationship Id="rId4" Type="http://schemas.openxmlformats.org/officeDocument/2006/relationships/image" Target="../media/image1.emf"/></Relationships>
</file>

<file path=ppt/slideLayouts/_rels/slideLayout181.xml.rels><?xml version="1.0" encoding="UTF-8" standalone="yes"?>
<Relationships xmlns="http://schemas.openxmlformats.org/package/2006/relationships"><Relationship Id="rId2" Type="http://schemas.openxmlformats.org/officeDocument/2006/relationships/image" Target="../media/image29.jpeg"/><Relationship Id="rId1" Type="http://schemas.openxmlformats.org/officeDocument/2006/relationships/slideMaster" Target="../slideMasters/slideMaster9.xml"/></Relationships>
</file>

<file path=ppt/slideLayouts/_rels/slideLayout182.xml.rels><?xml version="1.0" encoding="UTF-8" standalone="yes"?>
<Relationships xmlns="http://schemas.openxmlformats.org/package/2006/relationships"><Relationship Id="rId3" Type="http://schemas.openxmlformats.org/officeDocument/2006/relationships/oleObject" Target="../embeddings/oleObject7.bin"/><Relationship Id="rId2" Type="http://schemas.openxmlformats.org/officeDocument/2006/relationships/slideMaster" Target="../slideMasters/slideMaster9.xml"/><Relationship Id="rId1" Type="http://schemas.openxmlformats.org/officeDocument/2006/relationships/tags" Target="../tags/tag62.xml"/><Relationship Id="rId4" Type="http://schemas.openxmlformats.org/officeDocument/2006/relationships/image" Target="../media/image1.emf"/></Relationships>
</file>

<file path=ppt/slideLayouts/_rels/slideLayout183.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184.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Master" Target="../slideMasters/slideMaster9.xml"/></Relationships>
</file>

<file path=ppt/slideLayouts/_rels/slideLayout185.xml.rels><?xml version="1.0" encoding="UTF-8" standalone="yes"?>
<Relationships xmlns="http://schemas.openxmlformats.org/package/2006/relationships"><Relationship Id="rId3" Type="http://schemas.openxmlformats.org/officeDocument/2006/relationships/oleObject" Target="../embeddings/oleObject8.bin"/><Relationship Id="rId2" Type="http://schemas.openxmlformats.org/officeDocument/2006/relationships/slideMaster" Target="../slideMasters/slideMaster9.xml"/><Relationship Id="rId1" Type="http://schemas.openxmlformats.org/officeDocument/2006/relationships/tags" Target="../tags/tag63.xml"/><Relationship Id="rId4" Type="http://schemas.openxmlformats.org/officeDocument/2006/relationships/image" Target="../media/image31.emf"/></Relationships>
</file>

<file path=ppt/slideLayouts/_rels/slideLayout186.xml.rels><?xml version="1.0" encoding="UTF-8" standalone="yes"?>
<Relationships xmlns="http://schemas.openxmlformats.org/package/2006/relationships"><Relationship Id="rId2" Type="http://schemas.openxmlformats.org/officeDocument/2006/relationships/image" Target="../media/image32.jpeg"/><Relationship Id="rId1" Type="http://schemas.openxmlformats.org/officeDocument/2006/relationships/slideMaster" Target="../slideMasters/slideMaster9.xml"/></Relationships>
</file>

<file path=ppt/slideLayouts/_rels/slideLayout187.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188.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189.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190.xml.rels><?xml version="1.0" encoding="UTF-8" standalone="yes"?>
<Relationships xmlns="http://schemas.openxmlformats.org/package/2006/relationships"><Relationship Id="rId3" Type="http://schemas.openxmlformats.org/officeDocument/2006/relationships/oleObject" Target="../embeddings/oleObject4.bin"/><Relationship Id="rId2" Type="http://schemas.openxmlformats.org/officeDocument/2006/relationships/slideMaster" Target="../slideMasters/slideMaster9.xml"/><Relationship Id="rId1" Type="http://schemas.openxmlformats.org/officeDocument/2006/relationships/tags" Target="../tags/tag64.xml"/><Relationship Id="rId4" Type="http://schemas.openxmlformats.org/officeDocument/2006/relationships/image" Target="../media/image1.emf"/></Relationships>
</file>

<file path=ppt/slideLayouts/_rels/slideLayout191.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192.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193.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194.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195.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196.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197.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198.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199.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200.xml.rels><?xml version="1.0" encoding="UTF-8" standalone="yes"?>
<Relationships xmlns="http://schemas.openxmlformats.org/package/2006/relationships"><Relationship Id="rId3" Type="http://schemas.openxmlformats.org/officeDocument/2006/relationships/image" Target="../media/image47.png"/><Relationship Id="rId2" Type="http://schemas.openxmlformats.org/officeDocument/2006/relationships/image" Target="../media/image46.png"/><Relationship Id="rId1" Type="http://schemas.openxmlformats.org/officeDocument/2006/relationships/slideMaster" Target="../slideMasters/slideMaster10.xml"/></Relationships>
</file>

<file path=ppt/slideLayouts/_rels/slideLayout201.xml.rels><?xml version="1.0" encoding="UTF-8" standalone="yes"?>
<Relationships xmlns="http://schemas.openxmlformats.org/package/2006/relationships"><Relationship Id="rId8" Type="http://schemas.openxmlformats.org/officeDocument/2006/relationships/image" Target="../media/image51.png"/><Relationship Id="rId3" Type="http://schemas.openxmlformats.org/officeDocument/2006/relationships/image" Target="../media/image49.png"/><Relationship Id="rId7" Type="http://schemas.openxmlformats.org/officeDocument/2006/relationships/hyperlink" Target="https://www.linkedin.com/company/celonis/" TargetMode="External"/><Relationship Id="rId2" Type="http://schemas.openxmlformats.org/officeDocument/2006/relationships/image" Target="../media/image48.jpeg"/><Relationship Id="rId1" Type="http://schemas.openxmlformats.org/officeDocument/2006/relationships/slideMaster" Target="../slideMasters/slideMaster10.xml"/><Relationship Id="rId6" Type="http://schemas.openxmlformats.org/officeDocument/2006/relationships/image" Target="../media/image50.png"/><Relationship Id="rId11" Type="http://schemas.openxmlformats.org/officeDocument/2006/relationships/image" Target="../media/image53.png"/><Relationship Id="rId5" Type="http://schemas.openxmlformats.org/officeDocument/2006/relationships/hyperlink" Target="https://twitter.com/celonis" TargetMode="External"/><Relationship Id="rId10" Type="http://schemas.openxmlformats.org/officeDocument/2006/relationships/image" Target="../media/image52.png"/><Relationship Id="rId4" Type="http://schemas.openxmlformats.org/officeDocument/2006/relationships/hyperlink" Target="http://www.celonis.com/" TargetMode="External"/><Relationship Id="rId9" Type="http://schemas.openxmlformats.org/officeDocument/2006/relationships/hyperlink" Target="https://www.youtube.com/user/CelonisPM" TargetMode="External"/></Relationships>
</file>

<file path=ppt/slideLayouts/_rels/slideLayout202.xml.rels><?xml version="1.0" encoding="UTF-8" standalone="yes"?>
<Relationships xmlns="http://schemas.openxmlformats.org/package/2006/relationships"><Relationship Id="rId3" Type="http://schemas.openxmlformats.org/officeDocument/2006/relationships/image" Target="../media/image55.png"/><Relationship Id="rId2" Type="http://schemas.openxmlformats.org/officeDocument/2006/relationships/image" Target="../media/image54.jpeg"/><Relationship Id="rId1" Type="http://schemas.openxmlformats.org/officeDocument/2006/relationships/slideMaster" Target="../slideMasters/slideMaster10.xml"/></Relationships>
</file>

<file path=ppt/slideLayouts/_rels/slideLayout203.xml.rels><?xml version="1.0" encoding="UTF-8" standalone="yes"?>
<Relationships xmlns="http://schemas.openxmlformats.org/package/2006/relationships"><Relationship Id="rId2" Type="http://schemas.openxmlformats.org/officeDocument/2006/relationships/image" Target="../media/image56.jpeg"/><Relationship Id="rId1" Type="http://schemas.openxmlformats.org/officeDocument/2006/relationships/slideMaster" Target="../slideMasters/slideMaster10.xml"/></Relationships>
</file>

<file path=ppt/slideLayouts/_rels/slideLayout204.xml.rels><?xml version="1.0" encoding="UTF-8" standalone="yes"?>
<Relationships xmlns="http://schemas.openxmlformats.org/package/2006/relationships"><Relationship Id="rId3" Type="http://schemas.openxmlformats.org/officeDocument/2006/relationships/image" Target="../media/image53.png"/><Relationship Id="rId2" Type="http://schemas.openxmlformats.org/officeDocument/2006/relationships/image" Target="../media/image57.jpeg"/><Relationship Id="rId1" Type="http://schemas.openxmlformats.org/officeDocument/2006/relationships/slideMaster" Target="../slideMasters/slideMaster10.xml"/></Relationships>
</file>

<file path=ppt/slideLayouts/_rels/slideLayout205.xml.rels><?xml version="1.0" encoding="UTF-8" standalone="yes"?>
<Relationships xmlns="http://schemas.openxmlformats.org/package/2006/relationships"><Relationship Id="rId3" Type="http://schemas.openxmlformats.org/officeDocument/2006/relationships/image" Target="../media/image53.png"/><Relationship Id="rId2" Type="http://schemas.openxmlformats.org/officeDocument/2006/relationships/image" Target="../media/image58.jpeg"/><Relationship Id="rId1" Type="http://schemas.openxmlformats.org/officeDocument/2006/relationships/slideMaster" Target="../slideMasters/slideMaster10.xml"/></Relationships>
</file>

<file path=ppt/slideLayouts/_rels/slideLayout206.xml.rels><?xml version="1.0" encoding="UTF-8" standalone="yes"?>
<Relationships xmlns="http://schemas.openxmlformats.org/package/2006/relationships"><Relationship Id="rId3" Type="http://schemas.openxmlformats.org/officeDocument/2006/relationships/image" Target="../media/image53.png"/><Relationship Id="rId2" Type="http://schemas.openxmlformats.org/officeDocument/2006/relationships/image" Target="../media/image59.jpeg"/><Relationship Id="rId1" Type="http://schemas.openxmlformats.org/officeDocument/2006/relationships/slideMaster" Target="../slideMasters/slideMaster10.xml"/></Relationships>
</file>

<file path=ppt/slideLayouts/_rels/slideLayout207.xml.rels><?xml version="1.0" encoding="UTF-8" standalone="yes"?>
<Relationships xmlns="http://schemas.openxmlformats.org/package/2006/relationships"><Relationship Id="rId3" Type="http://schemas.openxmlformats.org/officeDocument/2006/relationships/image" Target="../media/image53.png"/><Relationship Id="rId2" Type="http://schemas.openxmlformats.org/officeDocument/2006/relationships/image" Target="../media/image60.jpeg"/><Relationship Id="rId1" Type="http://schemas.openxmlformats.org/officeDocument/2006/relationships/slideMaster" Target="../slideMasters/slideMaster10.xml"/></Relationships>
</file>

<file path=ppt/slideLayouts/_rels/slideLayout208.xml.rels><?xml version="1.0" encoding="UTF-8" standalone="yes"?>
<Relationships xmlns="http://schemas.openxmlformats.org/package/2006/relationships"><Relationship Id="rId2" Type="http://schemas.openxmlformats.org/officeDocument/2006/relationships/image" Target="../media/image61.jpeg"/><Relationship Id="rId1" Type="http://schemas.openxmlformats.org/officeDocument/2006/relationships/slideMaster" Target="../slideMasters/slideMaster10.xml"/></Relationships>
</file>

<file path=ppt/slideLayouts/_rels/slideLayout209.xml.rels><?xml version="1.0" encoding="UTF-8" standalone="yes"?>
<Relationships xmlns="http://schemas.openxmlformats.org/package/2006/relationships"><Relationship Id="rId2" Type="http://schemas.openxmlformats.org/officeDocument/2006/relationships/image" Target="../media/image62.jpeg"/><Relationship Id="rId1" Type="http://schemas.openxmlformats.org/officeDocument/2006/relationships/slideMaster" Target="../slideMasters/slideMaster10.xml"/></Relationships>
</file>

<file path=ppt/slideLayouts/_rels/slideLayout210.xml.rels><?xml version="1.0" encoding="UTF-8" standalone="yes"?>
<Relationships xmlns="http://schemas.openxmlformats.org/package/2006/relationships"><Relationship Id="rId2" Type="http://schemas.openxmlformats.org/officeDocument/2006/relationships/image" Target="../media/image62.jpeg"/><Relationship Id="rId1" Type="http://schemas.openxmlformats.org/officeDocument/2006/relationships/slideMaster" Target="../slideMasters/slideMaster10.xml"/></Relationships>
</file>

<file path=ppt/slideLayouts/_rels/slideLayout211.xml.rels><?xml version="1.0" encoding="UTF-8" standalone="yes"?>
<Relationships xmlns="http://schemas.openxmlformats.org/package/2006/relationships"><Relationship Id="rId3" Type="http://schemas.openxmlformats.org/officeDocument/2006/relationships/image" Target="../media/image47.png"/><Relationship Id="rId2" Type="http://schemas.openxmlformats.org/officeDocument/2006/relationships/image" Target="../media/image63.jpeg"/><Relationship Id="rId1" Type="http://schemas.openxmlformats.org/officeDocument/2006/relationships/slideMaster" Target="../slideMasters/slideMaster10.xml"/></Relationships>
</file>

<file path=ppt/slideLayouts/_rels/slideLayout212.xml.rels><?xml version="1.0" encoding="UTF-8" standalone="yes"?>
<Relationships xmlns="http://schemas.openxmlformats.org/package/2006/relationships"><Relationship Id="rId3" Type="http://schemas.openxmlformats.org/officeDocument/2006/relationships/image" Target="../media/image47.png"/><Relationship Id="rId2" Type="http://schemas.openxmlformats.org/officeDocument/2006/relationships/image" Target="../media/image64.jpeg"/><Relationship Id="rId1" Type="http://schemas.openxmlformats.org/officeDocument/2006/relationships/slideMaster" Target="../slideMasters/slideMaster10.xml"/></Relationships>
</file>

<file path=ppt/slideLayouts/_rels/slideLayout213.xml.rels><?xml version="1.0" encoding="UTF-8" standalone="yes"?>
<Relationships xmlns="http://schemas.openxmlformats.org/package/2006/relationships"><Relationship Id="rId3" Type="http://schemas.openxmlformats.org/officeDocument/2006/relationships/image" Target="../media/image47.png"/><Relationship Id="rId2" Type="http://schemas.openxmlformats.org/officeDocument/2006/relationships/image" Target="../media/image65.jpeg"/><Relationship Id="rId1" Type="http://schemas.openxmlformats.org/officeDocument/2006/relationships/slideMaster" Target="../slideMasters/slideMaster10.xml"/></Relationships>
</file>

<file path=ppt/slideLayouts/_rels/slideLayout214.xml.rels><?xml version="1.0" encoding="UTF-8" standalone="yes"?>
<Relationships xmlns="http://schemas.openxmlformats.org/package/2006/relationships"><Relationship Id="rId3" Type="http://schemas.openxmlformats.org/officeDocument/2006/relationships/image" Target="../media/image47.png"/><Relationship Id="rId2" Type="http://schemas.openxmlformats.org/officeDocument/2006/relationships/image" Target="../media/image66.jpeg"/><Relationship Id="rId1" Type="http://schemas.openxmlformats.org/officeDocument/2006/relationships/slideMaster" Target="../slideMasters/slideMaster10.xml"/></Relationships>
</file>

<file path=ppt/slideLayouts/_rels/slideLayout215.xml.rels><?xml version="1.0" encoding="UTF-8" standalone="yes"?>
<Relationships xmlns="http://schemas.openxmlformats.org/package/2006/relationships"><Relationship Id="rId3" Type="http://schemas.openxmlformats.org/officeDocument/2006/relationships/image" Target="../media/image53.png"/><Relationship Id="rId2" Type="http://schemas.openxmlformats.org/officeDocument/2006/relationships/image" Target="../media/image67.jpeg"/><Relationship Id="rId1" Type="http://schemas.openxmlformats.org/officeDocument/2006/relationships/slideMaster" Target="../slideMasters/slideMaster10.xml"/></Relationships>
</file>

<file path=ppt/slideLayouts/_rels/slideLayout216.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217.xml.rels><?xml version="1.0" encoding="UTF-8" standalone="yes"?>
<Relationships xmlns="http://schemas.openxmlformats.org/package/2006/relationships"><Relationship Id="rId2" Type="http://schemas.openxmlformats.org/officeDocument/2006/relationships/image" Target="../media/image47.png"/><Relationship Id="rId1" Type="http://schemas.openxmlformats.org/officeDocument/2006/relationships/slideMaster" Target="../slideMasters/slideMaster10.xml"/></Relationships>
</file>

<file path=ppt/slideLayouts/_rels/slideLayout218.xml.rels><?xml version="1.0" encoding="UTF-8" standalone="yes"?>
<Relationships xmlns="http://schemas.openxmlformats.org/package/2006/relationships"><Relationship Id="rId2" Type="http://schemas.openxmlformats.org/officeDocument/2006/relationships/image" Target="../media/image47.png"/><Relationship Id="rId1" Type="http://schemas.openxmlformats.org/officeDocument/2006/relationships/slideMaster" Target="../slideMasters/slideMaster10.xml"/></Relationships>
</file>

<file path=ppt/slideLayouts/_rels/slideLayout219.xml.rels><?xml version="1.0" encoding="UTF-8" standalone="yes"?>
<Relationships xmlns="http://schemas.openxmlformats.org/package/2006/relationships"><Relationship Id="rId2" Type="http://schemas.openxmlformats.org/officeDocument/2006/relationships/image" Target="../media/image47.png"/><Relationship Id="rId1" Type="http://schemas.openxmlformats.org/officeDocument/2006/relationships/slideMaster" Target="../slideMasters/slideMaster10.xml"/></Relationships>
</file>

<file path=ppt/slideLayouts/_rels/slideLayout220.xml.rels><?xml version="1.0" encoding="UTF-8" standalone="yes"?>
<Relationships xmlns="http://schemas.openxmlformats.org/package/2006/relationships"><Relationship Id="rId3" Type="http://schemas.openxmlformats.org/officeDocument/2006/relationships/image" Target="../media/image69.jpeg"/><Relationship Id="rId2" Type="http://schemas.openxmlformats.org/officeDocument/2006/relationships/image" Target="../media/image68.jpeg"/><Relationship Id="rId1" Type="http://schemas.openxmlformats.org/officeDocument/2006/relationships/slideMaster" Target="../slideMasters/slideMaster10.xml"/></Relationships>
</file>

<file path=ppt/slideLayouts/_rels/slideLayout221.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222.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70.png"/><Relationship Id="rId1" Type="http://schemas.openxmlformats.org/officeDocument/2006/relationships/slideMaster" Target="../slideMasters/slideMaster10.xml"/></Relationships>
</file>

<file path=ppt/slideLayouts/_rels/slideLayout223.xml.rels><?xml version="1.0" encoding="UTF-8" standalone="yes"?>
<Relationships xmlns="http://schemas.openxmlformats.org/package/2006/relationships"><Relationship Id="rId3" Type="http://schemas.openxmlformats.org/officeDocument/2006/relationships/image" Target="../media/image47.png"/><Relationship Id="rId2" Type="http://schemas.openxmlformats.org/officeDocument/2006/relationships/image" Target="../media/image71.jpeg"/><Relationship Id="rId1" Type="http://schemas.openxmlformats.org/officeDocument/2006/relationships/slideMaster" Target="../slideMasters/slideMaster10.xml"/></Relationships>
</file>

<file path=ppt/slideLayouts/_rels/slideLayout224.xml.rels><?xml version="1.0" encoding="UTF-8" standalone="yes"?>
<Relationships xmlns="http://schemas.openxmlformats.org/package/2006/relationships"><Relationship Id="rId2" Type="http://schemas.openxmlformats.org/officeDocument/2006/relationships/image" Target="../media/image72.png"/><Relationship Id="rId1" Type="http://schemas.openxmlformats.org/officeDocument/2006/relationships/slideMaster" Target="../slideMasters/slideMaster10.xml"/></Relationships>
</file>

<file path=ppt/slideLayouts/_rels/slideLayout225.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226.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227.xml.rels><?xml version="1.0" encoding="UTF-8" standalone="yes"?>
<Relationships xmlns="http://schemas.openxmlformats.org/package/2006/relationships"><Relationship Id="rId2" Type="http://schemas.openxmlformats.org/officeDocument/2006/relationships/image" Target="../media/image53.png"/><Relationship Id="rId1" Type="http://schemas.openxmlformats.org/officeDocument/2006/relationships/slideMaster" Target="../slideMasters/slideMaster10.xml"/></Relationships>
</file>

<file path=ppt/slideLayouts/_rels/slideLayout228.xml.rels><?xml version="1.0" encoding="UTF-8" standalone="yes"?>
<Relationships xmlns="http://schemas.openxmlformats.org/package/2006/relationships"><Relationship Id="rId2" Type="http://schemas.openxmlformats.org/officeDocument/2006/relationships/image" Target="../media/image53.png"/><Relationship Id="rId1" Type="http://schemas.openxmlformats.org/officeDocument/2006/relationships/slideMaster" Target="../slideMasters/slideMaster10.xml"/></Relationships>
</file>

<file path=ppt/slideLayouts/_rels/slideLayout229.xml.rels><?xml version="1.0" encoding="UTF-8" standalone="yes"?>
<Relationships xmlns="http://schemas.openxmlformats.org/package/2006/relationships"><Relationship Id="rId2" Type="http://schemas.openxmlformats.org/officeDocument/2006/relationships/image" Target="../media/image53.png"/><Relationship Id="rId1" Type="http://schemas.openxmlformats.org/officeDocument/2006/relationships/slideMaster" Target="../slideMasters/slideMaster10.xml"/></Relationships>
</file>

<file path=ppt/slideLayouts/_rels/slideLayout230.xml.rels><?xml version="1.0" encoding="UTF-8" standalone="yes"?>
<Relationships xmlns="http://schemas.openxmlformats.org/package/2006/relationships"><Relationship Id="rId2" Type="http://schemas.openxmlformats.org/officeDocument/2006/relationships/image" Target="../media/image53.png"/><Relationship Id="rId1" Type="http://schemas.openxmlformats.org/officeDocument/2006/relationships/slideMaster" Target="../slideMasters/slideMaster10.xml"/></Relationships>
</file>

<file path=ppt/slideLayouts/_rels/slideLayout231.xml.rels><?xml version="1.0" encoding="UTF-8" standalone="yes"?>
<Relationships xmlns="http://schemas.openxmlformats.org/package/2006/relationships"><Relationship Id="rId2" Type="http://schemas.openxmlformats.org/officeDocument/2006/relationships/image" Target="../media/image53.png"/><Relationship Id="rId1" Type="http://schemas.openxmlformats.org/officeDocument/2006/relationships/slideMaster" Target="../slideMasters/slideMaster10.xml"/></Relationships>
</file>

<file path=ppt/slideLayouts/_rels/slideLayout232.xml.rels><?xml version="1.0" encoding="UTF-8" standalone="yes"?>
<Relationships xmlns="http://schemas.openxmlformats.org/package/2006/relationships"><Relationship Id="rId2" Type="http://schemas.openxmlformats.org/officeDocument/2006/relationships/image" Target="../media/image53.png"/><Relationship Id="rId1" Type="http://schemas.openxmlformats.org/officeDocument/2006/relationships/slideMaster" Target="../slideMasters/slideMaster10.xml"/></Relationships>
</file>

<file path=ppt/slideLayouts/_rels/slideLayout233.xml.rels><?xml version="1.0" encoding="UTF-8" standalone="yes"?>
<Relationships xmlns="http://schemas.openxmlformats.org/package/2006/relationships"><Relationship Id="rId3" Type="http://schemas.openxmlformats.org/officeDocument/2006/relationships/image" Target="../media/image47.png"/><Relationship Id="rId2" Type="http://schemas.openxmlformats.org/officeDocument/2006/relationships/image" Target="../media/image73.jpeg"/><Relationship Id="rId1" Type="http://schemas.openxmlformats.org/officeDocument/2006/relationships/slideMaster" Target="../slideMasters/slideMaster10.xml"/></Relationships>
</file>

<file path=ppt/slideLayouts/_rels/slideLayout234.xml.rels><?xml version="1.0" encoding="UTF-8" standalone="yes"?>
<Relationships xmlns="http://schemas.openxmlformats.org/package/2006/relationships"><Relationship Id="rId3" Type="http://schemas.openxmlformats.org/officeDocument/2006/relationships/image" Target="../media/image74.jpeg"/><Relationship Id="rId2" Type="http://schemas.openxmlformats.org/officeDocument/2006/relationships/image" Target="../media/image47.png"/><Relationship Id="rId1" Type="http://schemas.openxmlformats.org/officeDocument/2006/relationships/slideMaster" Target="../slideMasters/slideMaster10.xml"/><Relationship Id="rId4" Type="http://schemas.openxmlformats.org/officeDocument/2006/relationships/image" Target="../media/image53.png"/></Relationships>
</file>

<file path=ppt/slideLayouts/_rels/slideLayout235.xml.rels><?xml version="1.0" encoding="UTF-8" standalone="yes"?>
<Relationships xmlns="http://schemas.openxmlformats.org/package/2006/relationships"><Relationship Id="rId3" Type="http://schemas.openxmlformats.org/officeDocument/2006/relationships/image" Target="../media/image47.png"/><Relationship Id="rId2" Type="http://schemas.openxmlformats.org/officeDocument/2006/relationships/image" Target="../media/image75.jpeg"/><Relationship Id="rId1" Type="http://schemas.openxmlformats.org/officeDocument/2006/relationships/slideMaster" Target="../slideMasters/slideMaster10.xml"/><Relationship Id="rId5" Type="http://schemas.openxmlformats.org/officeDocument/2006/relationships/image" Target="../media/image76.jpeg"/><Relationship Id="rId4" Type="http://schemas.openxmlformats.org/officeDocument/2006/relationships/image" Target="../media/image53.png"/></Relationships>
</file>

<file path=ppt/slideLayouts/_rels/slideLayout236.xml.rels><?xml version="1.0" encoding="UTF-8" standalone="yes"?>
<Relationships xmlns="http://schemas.openxmlformats.org/package/2006/relationships"><Relationship Id="rId3" Type="http://schemas.openxmlformats.org/officeDocument/2006/relationships/image" Target="../media/image47.png"/><Relationship Id="rId2" Type="http://schemas.openxmlformats.org/officeDocument/2006/relationships/image" Target="../media/image76.jpeg"/><Relationship Id="rId1" Type="http://schemas.openxmlformats.org/officeDocument/2006/relationships/slideMaster" Target="../slideMasters/slideMaster10.xml"/></Relationships>
</file>

<file path=ppt/slideLayouts/_rels/slideLayout237.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238.xml.rels><?xml version="1.0" encoding="UTF-8" standalone="yes"?>
<Relationships xmlns="http://schemas.openxmlformats.org/package/2006/relationships"><Relationship Id="rId3" Type="http://schemas.openxmlformats.org/officeDocument/2006/relationships/image" Target="../media/image47.png"/><Relationship Id="rId2" Type="http://schemas.openxmlformats.org/officeDocument/2006/relationships/image" Target="../media/image77.jpeg"/><Relationship Id="rId1" Type="http://schemas.openxmlformats.org/officeDocument/2006/relationships/slideMaster" Target="../slideMasters/slideMaster10.xml"/></Relationships>
</file>

<file path=ppt/slideLayouts/_rels/slideLayout239.xml.rels><?xml version="1.0" encoding="UTF-8" standalone="yes"?>
<Relationships xmlns="http://schemas.openxmlformats.org/package/2006/relationships"><Relationship Id="rId3" Type="http://schemas.openxmlformats.org/officeDocument/2006/relationships/image" Target="../media/image47.png"/><Relationship Id="rId2" Type="http://schemas.openxmlformats.org/officeDocument/2006/relationships/image" Target="../media/image78.jpeg"/><Relationship Id="rId1" Type="http://schemas.openxmlformats.org/officeDocument/2006/relationships/slideMaster" Target="../slideMasters/slideMaster10.xml"/></Relationships>
</file>

<file path=ppt/slideLayouts/_rels/slideLayout240.xml.rels><?xml version="1.0" encoding="UTF-8" standalone="yes"?>
<Relationships xmlns="http://schemas.openxmlformats.org/package/2006/relationships"><Relationship Id="rId3" Type="http://schemas.openxmlformats.org/officeDocument/2006/relationships/image" Target="../media/image47.png"/><Relationship Id="rId2" Type="http://schemas.openxmlformats.org/officeDocument/2006/relationships/image" Target="../media/image79.jpeg"/><Relationship Id="rId1" Type="http://schemas.openxmlformats.org/officeDocument/2006/relationships/slideMaster" Target="../slideMasters/slideMaster10.xml"/></Relationships>
</file>

<file path=ppt/slideLayouts/_rels/slideLayout241.xml.rels><?xml version="1.0" encoding="UTF-8" standalone="yes"?>
<Relationships xmlns="http://schemas.openxmlformats.org/package/2006/relationships"><Relationship Id="rId3" Type="http://schemas.openxmlformats.org/officeDocument/2006/relationships/image" Target="../media/image47.png"/><Relationship Id="rId2" Type="http://schemas.openxmlformats.org/officeDocument/2006/relationships/image" Target="../media/image73.jpeg"/><Relationship Id="rId1" Type="http://schemas.openxmlformats.org/officeDocument/2006/relationships/slideMaster" Target="../slideMasters/slideMaster10.xml"/></Relationships>
</file>

<file path=ppt/slideLayouts/_rels/slideLayout242.xml.rels><?xml version="1.0" encoding="UTF-8" standalone="yes"?>
<Relationships xmlns="http://schemas.openxmlformats.org/package/2006/relationships"><Relationship Id="rId3" Type="http://schemas.openxmlformats.org/officeDocument/2006/relationships/oleObject" Target="../embeddings/oleObject4.bin"/><Relationship Id="rId2" Type="http://schemas.openxmlformats.org/officeDocument/2006/relationships/slideMaster" Target="../slideMasters/slideMaster10.xml"/><Relationship Id="rId1" Type="http://schemas.openxmlformats.org/officeDocument/2006/relationships/tags" Target="../tags/tag66.xml"/><Relationship Id="rId4" Type="http://schemas.openxmlformats.org/officeDocument/2006/relationships/image" Target="../media/image1.emf"/></Relationships>
</file>

<file path=ppt/slideLayouts/_rels/slideLayout243.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244.xml.rels><?xml version="1.0" encoding="UTF-8" standalone="yes"?>
<Relationships xmlns="http://schemas.openxmlformats.org/package/2006/relationships"><Relationship Id="rId3" Type="http://schemas.openxmlformats.org/officeDocument/2006/relationships/oleObject" Target="../embeddings/oleObject4.bin"/><Relationship Id="rId2" Type="http://schemas.openxmlformats.org/officeDocument/2006/relationships/slideMaster" Target="../slideMasters/slideMaster10.xml"/><Relationship Id="rId1" Type="http://schemas.openxmlformats.org/officeDocument/2006/relationships/tags" Target="../tags/tag67.xml"/><Relationship Id="rId4" Type="http://schemas.openxmlformats.org/officeDocument/2006/relationships/image" Target="../media/image1.emf"/></Relationships>
</file>

<file path=ppt/slideLayouts/_rels/slideLayout245.xml.rels><?xml version="1.0" encoding="UTF-8" standalone="yes"?>
<Relationships xmlns="http://schemas.openxmlformats.org/package/2006/relationships"><Relationship Id="rId8" Type="http://schemas.openxmlformats.org/officeDocument/2006/relationships/hyperlink" Target="https://twitter.com/CapgeminiInvent" TargetMode="External"/><Relationship Id="rId13" Type="http://schemas.openxmlformats.org/officeDocument/2006/relationships/image" Target="../media/image8.png"/><Relationship Id="rId3" Type="http://schemas.openxmlformats.org/officeDocument/2006/relationships/image" Target="../media/image80.png"/><Relationship Id="rId7" Type="http://schemas.openxmlformats.org/officeDocument/2006/relationships/image" Target="../media/image5.png"/><Relationship Id="rId12" Type="http://schemas.openxmlformats.org/officeDocument/2006/relationships/hyperlink" Target="https://de-de.facebook.com/CapgeminiInventDACH/" TargetMode="External"/><Relationship Id="rId2" Type="http://schemas.openxmlformats.org/officeDocument/2006/relationships/image" Target="../media/image28.png"/><Relationship Id="rId1" Type="http://schemas.openxmlformats.org/officeDocument/2006/relationships/slideMaster" Target="../slideMasters/slideMaster10.xml"/><Relationship Id="rId6" Type="http://schemas.openxmlformats.org/officeDocument/2006/relationships/hyperlink" Target="http://www.slideshare.net/capgemini" TargetMode="External"/><Relationship Id="rId11" Type="http://schemas.openxmlformats.org/officeDocument/2006/relationships/image" Target="../media/image7.png"/><Relationship Id="rId5" Type="http://schemas.openxmlformats.org/officeDocument/2006/relationships/image" Target="../media/image4.png"/><Relationship Id="rId10" Type="http://schemas.openxmlformats.org/officeDocument/2006/relationships/hyperlink" Target="http://www.youtube.com/capgeminimedia" TargetMode="External"/><Relationship Id="rId4" Type="http://schemas.openxmlformats.org/officeDocument/2006/relationships/hyperlink" Target="http://www.linkedin.com/company/capgemini-invent" TargetMode="External"/><Relationship Id="rId9" Type="http://schemas.openxmlformats.org/officeDocument/2006/relationships/image" Target="../media/image6.png"/></Relationships>
</file>

<file path=ppt/slideLayouts/_rels/slideLayout246.xml.rels><?xml version="1.0" encoding="UTF-8" standalone="yes"?>
<Relationships xmlns="http://schemas.openxmlformats.org/package/2006/relationships"><Relationship Id="rId2" Type="http://schemas.openxmlformats.org/officeDocument/2006/relationships/image" Target="../media/image80.png"/><Relationship Id="rId1" Type="http://schemas.openxmlformats.org/officeDocument/2006/relationships/slideMaster" Target="../slideMasters/slideMaster10.xml"/></Relationships>
</file>

<file path=ppt/slideLayouts/_rels/slideLayout247.xml.rels><?xml version="1.0" encoding="UTF-8" standalone="yes"?>
<Relationships xmlns="http://schemas.openxmlformats.org/package/2006/relationships"><Relationship Id="rId3" Type="http://schemas.openxmlformats.org/officeDocument/2006/relationships/oleObject" Target="../embeddings/oleObject4.bin"/><Relationship Id="rId2" Type="http://schemas.openxmlformats.org/officeDocument/2006/relationships/slideMaster" Target="../slideMasters/slideMaster10.xml"/><Relationship Id="rId1" Type="http://schemas.openxmlformats.org/officeDocument/2006/relationships/tags" Target="../tags/tag68.xml"/><Relationship Id="rId4" Type="http://schemas.openxmlformats.org/officeDocument/2006/relationships/image" Target="../media/image1.emf"/></Relationships>
</file>

<file path=ppt/slideLayouts/_rels/slideLayout248.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249.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slideMaster" Target="../slideMasters/slideMaster10.xml"/><Relationship Id="rId1" Type="http://schemas.openxmlformats.org/officeDocument/2006/relationships/tags" Target="../tags/tag69.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userDrawn="1">
  <p:cSld name="Diapositive de titre">
    <p:bg>
      <p:bgPr>
        <a:solidFill>
          <a:schemeClr val="accent4"/>
        </a:solidFill>
        <a:effectLst/>
      </p:bgPr>
    </p:bg>
    <p:spTree>
      <p:nvGrpSpPr>
        <p:cNvPr id="1" name=""/>
        <p:cNvGrpSpPr/>
        <p:nvPr/>
      </p:nvGrpSpPr>
      <p:grpSpPr>
        <a:xfrm>
          <a:off x="0" y="0"/>
          <a:ext cx="0" cy="0"/>
          <a:chOff x="0" y="0"/>
          <a:chExt cx="0" cy="0"/>
        </a:xfrm>
      </p:grpSpPr>
      <p:sp>
        <p:nvSpPr>
          <p:cNvPr id="15" name="Graphic 13">
            <a:extLst>
              <a:ext uri="{FF2B5EF4-FFF2-40B4-BE49-F238E27FC236}">
                <a16:creationId xmlns:a16="http://schemas.microsoft.com/office/drawing/2014/main" id="{5D1B5F70-39A3-4E01-8EEB-A624F6527260}"/>
              </a:ext>
            </a:extLst>
          </p:cNvPr>
          <p:cNvSpPr>
            <a:spLocks noChangeAspect="1"/>
          </p:cNvSpPr>
          <p:nvPr/>
        </p:nvSpPr>
        <p:spPr>
          <a:xfrm>
            <a:off x="263352" y="908720"/>
            <a:ext cx="10199251" cy="6192688"/>
          </a:xfrm>
          <a:custGeom>
            <a:avLst/>
            <a:gdLst>
              <a:gd name="connsiteX0" fmla="*/ 36195 w 8117205"/>
              <a:gd name="connsiteY0" fmla="*/ 4710199 h 4710198"/>
              <a:gd name="connsiteX1" fmla="*/ 0 w 8117205"/>
              <a:gd name="connsiteY1" fmla="*/ 4697817 h 4710198"/>
              <a:gd name="connsiteX2" fmla="*/ 538163 w 8117205"/>
              <a:gd name="connsiteY2" fmla="*/ 3739602 h 4710198"/>
              <a:gd name="connsiteX3" fmla="*/ 1340168 w 8117205"/>
              <a:gd name="connsiteY3" fmla="*/ 2915689 h 4710198"/>
              <a:gd name="connsiteX4" fmla="*/ 2613660 w 8117205"/>
              <a:gd name="connsiteY4" fmla="*/ 2190837 h 4710198"/>
              <a:gd name="connsiteX5" fmla="*/ 2621280 w 8117205"/>
              <a:gd name="connsiteY5" fmla="*/ 2187979 h 4710198"/>
              <a:gd name="connsiteX6" fmla="*/ 2628900 w 8117205"/>
              <a:gd name="connsiteY6" fmla="*/ 2191789 h 4710198"/>
              <a:gd name="connsiteX7" fmla="*/ 4513898 w 8117205"/>
              <a:gd name="connsiteY7" fmla="*/ 2830917 h 4710198"/>
              <a:gd name="connsiteX8" fmla="*/ 5841683 w 8117205"/>
              <a:gd name="connsiteY8" fmla="*/ 2599459 h 4710198"/>
              <a:gd name="connsiteX9" fmla="*/ 6102668 w 8117205"/>
              <a:gd name="connsiteY9" fmla="*/ 1288819 h 4710198"/>
              <a:gd name="connsiteX10" fmla="*/ 6256020 w 8117205"/>
              <a:gd name="connsiteY10" fmla="*/ 204874 h 4710198"/>
              <a:gd name="connsiteX11" fmla="*/ 7391400 w 8117205"/>
              <a:gd name="connsiteY11" fmla="*/ 43901 h 4710198"/>
              <a:gd name="connsiteX12" fmla="*/ 8117205 w 8117205"/>
              <a:gd name="connsiteY12" fmla="*/ 242021 h 4710198"/>
              <a:gd name="connsiteX13" fmla="*/ 8102918 w 8117205"/>
              <a:gd name="connsiteY13" fmla="*/ 277264 h 4710198"/>
              <a:gd name="connsiteX14" fmla="*/ 7384733 w 8117205"/>
              <a:gd name="connsiteY14" fmla="*/ 82001 h 4710198"/>
              <a:gd name="connsiteX15" fmla="*/ 6281738 w 8117205"/>
              <a:gd name="connsiteY15" fmla="*/ 233449 h 4710198"/>
              <a:gd name="connsiteX16" fmla="*/ 6139815 w 8117205"/>
              <a:gd name="connsiteY16" fmla="*/ 1279294 h 4710198"/>
              <a:gd name="connsiteX17" fmla="*/ 6187440 w 8117205"/>
              <a:gd name="connsiteY17" fmla="*/ 2101302 h 4710198"/>
              <a:gd name="connsiteX18" fmla="*/ 5866448 w 8117205"/>
              <a:gd name="connsiteY18" fmla="*/ 2629939 h 4710198"/>
              <a:gd name="connsiteX19" fmla="*/ 4510088 w 8117205"/>
              <a:gd name="connsiteY19" fmla="*/ 2869969 h 4710198"/>
              <a:gd name="connsiteX20" fmla="*/ 2620328 w 8117205"/>
              <a:gd name="connsiteY20" fmla="*/ 2230842 h 4710198"/>
              <a:gd name="connsiteX21" fmla="*/ 568643 w 8117205"/>
              <a:gd name="connsiteY21" fmla="*/ 3763414 h 4710198"/>
              <a:gd name="connsiteX22" fmla="*/ 36195 w 8117205"/>
              <a:gd name="connsiteY22" fmla="*/ 4710199 h 4710198"/>
              <a:gd name="connsiteX0" fmla="*/ 36195 w 8117205"/>
              <a:gd name="connsiteY0" fmla="*/ 4710199 h 4710199"/>
              <a:gd name="connsiteX1" fmla="*/ 0 w 8117205"/>
              <a:gd name="connsiteY1" fmla="*/ 4697817 h 4710199"/>
              <a:gd name="connsiteX2" fmla="*/ 538163 w 8117205"/>
              <a:gd name="connsiteY2" fmla="*/ 3739602 h 4710199"/>
              <a:gd name="connsiteX3" fmla="*/ 1340168 w 8117205"/>
              <a:gd name="connsiteY3" fmla="*/ 2915689 h 4710199"/>
              <a:gd name="connsiteX4" fmla="*/ 2613660 w 8117205"/>
              <a:gd name="connsiteY4" fmla="*/ 2190837 h 4710199"/>
              <a:gd name="connsiteX5" fmla="*/ 2621280 w 8117205"/>
              <a:gd name="connsiteY5" fmla="*/ 2187979 h 4710199"/>
              <a:gd name="connsiteX6" fmla="*/ 2628900 w 8117205"/>
              <a:gd name="connsiteY6" fmla="*/ 2191789 h 4710199"/>
              <a:gd name="connsiteX7" fmla="*/ 4513898 w 8117205"/>
              <a:gd name="connsiteY7" fmla="*/ 2830917 h 4710199"/>
              <a:gd name="connsiteX8" fmla="*/ 5841683 w 8117205"/>
              <a:gd name="connsiteY8" fmla="*/ 2599459 h 4710199"/>
              <a:gd name="connsiteX9" fmla="*/ 6102668 w 8117205"/>
              <a:gd name="connsiteY9" fmla="*/ 1288819 h 4710199"/>
              <a:gd name="connsiteX10" fmla="*/ 6256020 w 8117205"/>
              <a:gd name="connsiteY10" fmla="*/ 204874 h 4710199"/>
              <a:gd name="connsiteX11" fmla="*/ 7391400 w 8117205"/>
              <a:gd name="connsiteY11" fmla="*/ 43901 h 4710199"/>
              <a:gd name="connsiteX12" fmla="*/ 8117205 w 8117205"/>
              <a:gd name="connsiteY12" fmla="*/ 242021 h 4710199"/>
              <a:gd name="connsiteX13" fmla="*/ 7384733 w 8117205"/>
              <a:gd name="connsiteY13" fmla="*/ 82001 h 4710199"/>
              <a:gd name="connsiteX14" fmla="*/ 6281738 w 8117205"/>
              <a:gd name="connsiteY14" fmla="*/ 233449 h 4710199"/>
              <a:gd name="connsiteX15" fmla="*/ 6139815 w 8117205"/>
              <a:gd name="connsiteY15" fmla="*/ 1279294 h 4710199"/>
              <a:gd name="connsiteX16" fmla="*/ 6187440 w 8117205"/>
              <a:gd name="connsiteY16" fmla="*/ 2101302 h 4710199"/>
              <a:gd name="connsiteX17" fmla="*/ 5866448 w 8117205"/>
              <a:gd name="connsiteY17" fmla="*/ 2629939 h 4710199"/>
              <a:gd name="connsiteX18" fmla="*/ 4510088 w 8117205"/>
              <a:gd name="connsiteY18" fmla="*/ 2869969 h 4710199"/>
              <a:gd name="connsiteX19" fmla="*/ 2620328 w 8117205"/>
              <a:gd name="connsiteY19" fmla="*/ 2230842 h 4710199"/>
              <a:gd name="connsiteX20" fmla="*/ 568643 w 8117205"/>
              <a:gd name="connsiteY20" fmla="*/ 3763414 h 4710199"/>
              <a:gd name="connsiteX21" fmla="*/ 36195 w 8117205"/>
              <a:gd name="connsiteY21" fmla="*/ 4710199 h 4710199"/>
              <a:gd name="connsiteX0" fmla="*/ 36195 w 7528033"/>
              <a:gd name="connsiteY0" fmla="*/ 4673434 h 4673434"/>
              <a:gd name="connsiteX1" fmla="*/ 0 w 7528033"/>
              <a:gd name="connsiteY1" fmla="*/ 4661052 h 4673434"/>
              <a:gd name="connsiteX2" fmla="*/ 538163 w 7528033"/>
              <a:gd name="connsiteY2" fmla="*/ 3702837 h 4673434"/>
              <a:gd name="connsiteX3" fmla="*/ 1340168 w 7528033"/>
              <a:gd name="connsiteY3" fmla="*/ 2878924 h 4673434"/>
              <a:gd name="connsiteX4" fmla="*/ 2613660 w 7528033"/>
              <a:gd name="connsiteY4" fmla="*/ 2154072 h 4673434"/>
              <a:gd name="connsiteX5" fmla="*/ 2621280 w 7528033"/>
              <a:gd name="connsiteY5" fmla="*/ 2151214 h 4673434"/>
              <a:gd name="connsiteX6" fmla="*/ 2628900 w 7528033"/>
              <a:gd name="connsiteY6" fmla="*/ 2155024 h 4673434"/>
              <a:gd name="connsiteX7" fmla="*/ 4513898 w 7528033"/>
              <a:gd name="connsiteY7" fmla="*/ 2794152 h 4673434"/>
              <a:gd name="connsiteX8" fmla="*/ 5841683 w 7528033"/>
              <a:gd name="connsiteY8" fmla="*/ 2562694 h 4673434"/>
              <a:gd name="connsiteX9" fmla="*/ 6102668 w 7528033"/>
              <a:gd name="connsiteY9" fmla="*/ 1252054 h 4673434"/>
              <a:gd name="connsiteX10" fmla="*/ 6256020 w 7528033"/>
              <a:gd name="connsiteY10" fmla="*/ 168109 h 4673434"/>
              <a:gd name="connsiteX11" fmla="*/ 7391400 w 7528033"/>
              <a:gd name="connsiteY11" fmla="*/ 7136 h 4673434"/>
              <a:gd name="connsiteX12" fmla="*/ 7384733 w 7528033"/>
              <a:gd name="connsiteY12" fmla="*/ 45236 h 4673434"/>
              <a:gd name="connsiteX13" fmla="*/ 6281738 w 7528033"/>
              <a:gd name="connsiteY13" fmla="*/ 196684 h 4673434"/>
              <a:gd name="connsiteX14" fmla="*/ 6139815 w 7528033"/>
              <a:gd name="connsiteY14" fmla="*/ 1242529 h 4673434"/>
              <a:gd name="connsiteX15" fmla="*/ 6187440 w 7528033"/>
              <a:gd name="connsiteY15" fmla="*/ 2064537 h 4673434"/>
              <a:gd name="connsiteX16" fmla="*/ 5866448 w 7528033"/>
              <a:gd name="connsiteY16" fmla="*/ 2593174 h 4673434"/>
              <a:gd name="connsiteX17" fmla="*/ 4510088 w 7528033"/>
              <a:gd name="connsiteY17" fmla="*/ 2833204 h 4673434"/>
              <a:gd name="connsiteX18" fmla="*/ 2620328 w 7528033"/>
              <a:gd name="connsiteY18" fmla="*/ 2194077 h 4673434"/>
              <a:gd name="connsiteX19" fmla="*/ 568643 w 7528033"/>
              <a:gd name="connsiteY19" fmla="*/ 3726649 h 4673434"/>
              <a:gd name="connsiteX20" fmla="*/ 36195 w 7528033"/>
              <a:gd name="connsiteY20" fmla="*/ 4673434 h 467343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7528033" h="4673434">
                <a:moveTo>
                  <a:pt x="36195" y="4673434"/>
                </a:moveTo>
                <a:lnTo>
                  <a:pt x="0" y="4661052"/>
                </a:lnTo>
                <a:cubicBezTo>
                  <a:pt x="953" y="4656289"/>
                  <a:pt x="145733" y="4224807"/>
                  <a:pt x="538163" y="3702837"/>
                </a:cubicBezTo>
                <a:cubicBezTo>
                  <a:pt x="768668" y="3396132"/>
                  <a:pt x="1038225" y="3118954"/>
                  <a:pt x="1340168" y="2878924"/>
                </a:cubicBezTo>
                <a:cubicBezTo>
                  <a:pt x="1717358" y="2577934"/>
                  <a:pt x="2145983" y="2334094"/>
                  <a:pt x="2613660" y="2154072"/>
                </a:cubicBezTo>
                <a:lnTo>
                  <a:pt x="2621280" y="2151214"/>
                </a:lnTo>
                <a:lnTo>
                  <a:pt x="2628900" y="2155024"/>
                </a:lnTo>
                <a:cubicBezTo>
                  <a:pt x="3289935" y="2497924"/>
                  <a:pt x="3941445" y="2718904"/>
                  <a:pt x="4513898" y="2794152"/>
                </a:cubicBezTo>
                <a:cubicBezTo>
                  <a:pt x="5095875" y="2871304"/>
                  <a:pt x="5554980" y="2790341"/>
                  <a:pt x="5841683" y="2562694"/>
                </a:cubicBezTo>
                <a:cubicBezTo>
                  <a:pt x="6168390" y="2302662"/>
                  <a:pt x="6257925" y="1849271"/>
                  <a:pt x="6102668" y="1252054"/>
                </a:cubicBezTo>
                <a:cubicBezTo>
                  <a:pt x="5969318" y="741514"/>
                  <a:pt x="6020753" y="376706"/>
                  <a:pt x="6256020" y="168109"/>
                </a:cubicBezTo>
                <a:cubicBezTo>
                  <a:pt x="6480810" y="-31916"/>
                  <a:pt x="7203281" y="27615"/>
                  <a:pt x="7391400" y="7136"/>
                </a:cubicBezTo>
                <a:cubicBezTo>
                  <a:pt x="7579519" y="-13343"/>
                  <a:pt x="7569677" y="13645"/>
                  <a:pt x="7384733" y="45236"/>
                </a:cubicBezTo>
                <a:cubicBezTo>
                  <a:pt x="7199789" y="76827"/>
                  <a:pt x="6550343" y="-41441"/>
                  <a:pt x="6281738" y="196684"/>
                </a:cubicBezTo>
                <a:cubicBezTo>
                  <a:pt x="6058853" y="394804"/>
                  <a:pt x="6011228" y="747229"/>
                  <a:pt x="6139815" y="1242529"/>
                </a:cubicBezTo>
                <a:cubicBezTo>
                  <a:pt x="6221730" y="1557806"/>
                  <a:pt x="6237923" y="1834031"/>
                  <a:pt x="6187440" y="2064537"/>
                </a:cubicBezTo>
                <a:cubicBezTo>
                  <a:pt x="6138863" y="2283612"/>
                  <a:pt x="6031230" y="2460777"/>
                  <a:pt x="5866448" y="2593174"/>
                </a:cubicBezTo>
                <a:cubicBezTo>
                  <a:pt x="5572125" y="2828441"/>
                  <a:pt x="5102543" y="2911309"/>
                  <a:pt x="4510088" y="2833204"/>
                </a:cubicBezTo>
                <a:cubicBezTo>
                  <a:pt x="3935730" y="2757004"/>
                  <a:pt x="3282315" y="2536024"/>
                  <a:pt x="2620328" y="2194077"/>
                </a:cubicBezTo>
                <a:cubicBezTo>
                  <a:pt x="1574483" y="2598889"/>
                  <a:pt x="927735" y="3251352"/>
                  <a:pt x="568643" y="3726649"/>
                </a:cubicBezTo>
                <a:cubicBezTo>
                  <a:pt x="180023" y="4242904"/>
                  <a:pt x="37148" y="4668672"/>
                  <a:pt x="36195" y="4673434"/>
                </a:cubicBezTo>
                <a:close/>
              </a:path>
            </a:pathLst>
          </a:custGeom>
          <a:gradFill>
            <a:gsLst>
              <a:gs pos="99000">
                <a:schemeClr val="accent2">
                  <a:alpha val="0"/>
                </a:schemeClr>
              </a:gs>
              <a:gs pos="32000">
                <a:srgbClr val="12ABDB">
                  <a:alpha val="17000"/>
                </a:srgbClr>
              </a:gs>
              <a:gs pos="17000">
                <a:schemeClr val="accent2">
                  <a:alpha val="0"/>
                </a:schemeClr>
              </a:gs>
              <a:gs pos="49000">
                <a:srgbClr val="12ABDB"/>
              </a:gs>
              <a:gs pos="70000">
                <a:schemeClr val="accent2"/>
              </a:gs>
            </a:gsLst>
            <a:lin ang="16200000" scaled="0"/>
          </a:gradFill>
          <a:ln w="9525" cap="flat">
            <a:noFill/>
            <a:prstDash val="solid"/>
            <a:miter/>
          </a:ln>
        </p:spPr>
        <p:txBody>
          <a:bodyPr rtlCol="0" anchor="ctr"/>
          <a:lstStyle/>
          <a:p>
            <a:endParaRPr lang="de-DE"/>
          </a:p>
        </p:txBody>
      </p:sp>
      <p:sp>
        <p:nvSpPr>
          <p:cNvPr id="3" name="Subtitle">
            <a:extLst>
              <a:ext uri="{FF2B5EF4-FFF2-40B4-BE49-F238E27FC236}">
                <a16:creationId xmlns:a16="http://schemas.microsoft.com/office/drawing/2014/main" id="{81D5C5CA-E0F9-4194-9FD7-26150AB2A870}"/>
              </a:ext>
            </a:extLst>
          </p:cNvPr>
          <p:cNvSpPr>
            <a:spLocks noGrp="1"/>
          </p:cNvSpPr>
          <p:nvPr>
            <p:ph type="subTitle" idx="1"/>
          </p:nvPr>
        </p:nvSpPr>
        <p:spPr>
          <a:xfrm>
            <a:off x="404813" y="4242574"/>
            <a:ext cx="11379200" cy="307777"/>
          </a:xfrm>
        </p:spPr>
        <p:txBody>
          <a:bodyPr wrap="square" lIns="36000" tIns="0" rIns="36000">
            <a:spAutoFit/>
          </a:bodyPr>
          <a:lstStyle>
            <a:lvl1pPr marL="0" indent="0" algn="ctr">
              <a:buNone/>
              <a:defRPr sz="200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GB"/>
          </a:p>
        </p:txBody>
      </p:sp>
      <p:sp>
        <p:nvSpPr>
          <p:cNvPr id="2" name="Title">
            <a:extLst>
              <a:ext uri="{FF2B5EF4-FFF2-40B4-BE49-F238E27FC236}">
                <a16:creationId xmlns:a16="http://schemas.microsoft.com/office/drawing/2014/main" id="{A5A39C93-A915-45D6-953A-AAC473CA2FEC}"/>
              </a:ext>
            </a:extLst>
          </p:cNvPr>
          <p:cNvSpPr>
            <a:spLocks noGrp="1"/>
          </p:cNvSpPr>
          <p:nvPr>
            <p:ph type="ctrTitle"/>
          </p:nvPr>
        </p:nvSpPr>
        <p:spPr>
          <a:xfrm>
            <a:off x="404813" y="2339007"/>
            <a:ext cx="11386134" cy="2031325"/>
          </a:xfrm>
        </p:spPr>
        <p:txBody>
          <a:bodyPr wrap="square" lIns="36000" rIns="36000" bIns="0" anchor="b" anchorCtr="0">
            <a:spAutoFit/>
          </a:bodyPr>
          <a:lstStyle>
            <a:lvl1pPr algn="l">
              <a:lnSpc>
                <a:spcPct val="100000"/>
              </a:lnSpc>
              <a:defRPr sz="6600" b="1" baseline="0">
                <a:solidFill>
                  <a:schemeClr val="bg1"/>
                </a:solidFill>
                <a:latin typeface="Ubuntu" panose="020B0504030602030204" pitchFamily="34" charset="0"/>
              </a:defRPr>
            </a:lvl1pPr>
          </a:lstStyle>
          <a:p>
            <a:r>
              <a:rPr lang="en-US"/>
              <a:t>Click to edit Master title style</a:t>
            </a:r>
            <a:endParaRPr lang="en-GB"/>
          </a:p>
        </p:txBody>
      </p:sp>
      <p:pic>
        <p:nvPicPr>
          <p:cNvPr id="6" name="Image 5" descr="Une image contenant texte&#10;&#10;Description générée automatiquement">
            <a:extLst>
              <a:ext uri="{FF2B5EF4-FFF2-40B4-BE49-F238E27FC236}">
                <a16:creationId xmlns:a16="http://schemas.microsoft.com/office/drawing/2014/main" id="{B290AA58-6524-4A50-851C-8EA6E75AA5EE}"/>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9155116" y="260648"/>
            <a:ext cx="3024000" cy="1226177"/>
          </a:xfrm>
          <a:prstGeom prst="rect">
            <a:avLst/>
          </a:prstGeom>
        </p:spPr>
      </p:pic>
    </p:spTree>
    <p:extLst>
      <p:ext uri="{BB962C8B-B14F-4D97-AF65-F5344CB8AC3E}">
        <p14:creationId xmlns:p14="http://schemas.microsoft.com/office/powerpoint/2010/main" val="2402411546"/>
      </p:ext>
    </p:extLst>
  </p:cSld>
  <p:clrMapOvr>
    <a:masterClrMapping/>
  </p:clrMapOvr>
  <p:extLst>
    <p:ext uri="{DCECCB84-F9BA-43D5-87BE-67443E8EF086}">
      <p15:sldGuideLst xmlns:p15="http://schemas.microsoft.com/office/powerpoint/2012/main"/>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preserve="1" userDrawn="1">
  <p:cSld name="Title Slide 2">
    <p:bg>
      <p:bgPr>
        <a:solidFill>
          <a:schemeClr val="accent4"/>
        </a:solidFill>
        <a:effectLst/>
      </p:bgPr>
    </p:bg>
    <p:spTree>
      <p:nvGrpSpPr>
        <p:cNvPr id="1" name=""/>
        <p:cNvGrpSpPr/>
        <p:nvPr/>
      </p:nvGrpSpPr>
      <p:grpSpPr>
        <a:xfrm>
          <a:off x="0" y="0"/>
          <a:ext cx="0" cy="0"/>
          <a:chOff x="0" y="0"/>
          <a:chExt cx="0" cy="0"/>
        </a:xfrm>
      </p:grpSpPr>
      <p:sp>
        <p:nvSpPr>
          <p:cNvPr id="10" name="Picture Placeholder 9">
            <a:extLst>
              <a:ext uri="{FF2B5EF4-FFF2-40B4-BE49-F238E27FC236}">
                <a16:creationId xmlns:a16="http://schemas.microsoft.com/office/drawing/2014/main" id="{5F0D51B9-A61A-4FDC-9E0F-E2A63E0E942C}"/>
              </a:ext>
            </a:extLst>
          </p:cNvPr>
          <p:cNvSpPr>
            <a:spLocks noGrp="1"/>
          </p:cNvSpPr>
          <p:nvPr>
            <p:ph type="pic" sz="quarter" idx="10" hasCustomPrompt="1"/>
          </p:nvPr>
        </p:nvSpPr>
        <p:spPr>
          <a:xfrm>
            <a:off x="5303838" y="0"/>
            <a:ext cx="6888162" cy="6858000"/>
          </a:xfrm>
          <a:solidFill>
            <a:schemeClr val="bg2">
              <a:lumMod val="90000"/>
            </a:schemeClr>
          </a:solidFill>
        </p:spPr>
        <p:txBody>
          <a:bodyPr/>
          <a:lstStyle>
            <a:lvl1pPr>
              <a:defRPr>
                <a:solidFill>
                  <a:schemeClr val="tx1">
                    <a:lumMod val="50000"/>
                    <a:lumOff val="50000"/>
                  </a:schemeClr>
                </a:solidFill>
              </a:defRPr>
            </a:lvl1pPr>
          </a:lstStyle>
          <a:p>
            <a:r>
              <a:rPr lang="de-DE"/>
              <a:t>Insert Picture and send </a:t>
            </a:r>
            <a:r>
              <a:rPr lang="de-DE" err="1"/>
              <a:t>to</a:t>
            </a:r>
            <a:r>
              <a:rPr lang="de-DE"/>
              <a:t> back</a:t>
            </a:r>
          </a:p>
        </p:txBody>
      </p:sp>
      <p:sp>
        <p:nvSpPr>
          <p:cNvPr id="3" name="Subtitle">
            <a:extLst>
              <a:ext uri="{FF2B5EF4-FFF2-40B4-BE49-F238E27FC236}">
                <a16:creationId xmlns:a16="http://schemas.microsoft.com/office/drawing/2014/main" id="{81D5C5CA-E0F9-4194-9FD7-26150AB2A870}"/>
              </a:ext>
            </a:extLst>
          </p:cNvPr>
          <p:cNvSpPr>
            <a:spLocks noGrp="1"/>
          </p:cNvSpPr>
          <p:nvPr>
            <p:ph type="subTitle" idx="1"/>
          </p:nvPr>
        </p:nvSpPr>
        <p:spPr>
          <a:xfrm>
            <a:off x="404813" y="4561383"/>
            <a:ext cx="11386134" cy="307777"/>
          </a:xfrm>
        </p:spPr>
        <p:txBody>
          <a:bodyPr wrap="square" lIns="36000" tIns="0" rIns="36000">
            <a:spAutoFit/>
          </a:bodyPr>
          <a:lstStyle>
            <a:lvl1pPr marL="0" indent="0" algn="l">
              <a:buNone/>
              <a:defRPr sz="200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GB"/>
          </a:p>
        </p:txBody>
      </p:sp>
      <p:sp>
        <p:nvSpPr>
          <p:cNvPr id="2" name="Title">
            <a:extLst>
              <a:ext uri="{FF2B5EF4-FFF2-40B4-BE49-F238E27FC236}">
                <a16:creationId xmlns:a16="http://schemas.microsoft.com/office/drawing/2014/main" id="{A5A39C93-A915-45D6-953A-AAC473CA2FEC}"/>
              </a:ext>
            </a:extLst>
          </p:cNvPr>
          <p:cNvSpPr>
            <a:spLocks noGrp="1"/>
          </p:cNvSpPr>
          <p:nvPr>
            <p:ph type="ctrTitle"/>
          </p:nvPr>
        </p:nvSpPr>
        <p:spPr>
          <a:xfrm>
            <a:off x="404813" y="2293129"/>
            <a:ext cx="11386134" cy="2215991"/>
          </a:xfrm>
        </p:spPr>
        <p:txBody>
          <a:bodyPr wrap="square" lIns="36000" rIns="36000" bIns="0" anchor="b" anchorCtr="0">
            <a:spAutoFit/>
          </a:bodyPr>
          <a:lstStyle>
            <a:lvl1pPr algn="l">
              <a:lnSpc>
                <a:spcPct val="90000"/>
              </a:lnSpc>
              <a:defRPr sz="8000" b="1" baseline="0">
                <a:solidFill>
                  <a:schemeClr val="bg1"/>
                </a:solidFill>
                <a:latin typeface="Ubuntu" panose="020B0504030602030204" pitchFamily="34" charset="0"/>
              </a:defRPr>
            </a:lvl1pPr>
          </a:lstStyle>
          <a:p>
            <a:r>
              <a:rPr lang="en-US"/>
              <a:t>Click to edit Master title style</a:t>
            </a:r>
            <a:endParaRPr lang="en-GB"/>
          </a:p>
        </p:txBody>
      </p:sp>
      <p:pic>
        <p:nvPicPr>
          <p:cNvPr id="7" name="Image 6" descr="Une image contenant texte&#10;&#10;Description générée automatiquement">
            <a:extLst>
              <a:ext uri="{FF2B5EF4-FFF2-40B4-BE49-F238E27FC236}">
                <a16:creationId xmlns:a16="http://schemas.microsoft.com/office/drawing/2014/main" id="{873884F3-4760-488E-A25C-0D285C88AE32}"/>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98408" y="260648"/>
            <a:ext cx="3024000" cy="1226177"/>
          </a:xfrm>
          <a:prstGeom prst="rect">
            <a:avLst/>
          </a:prstGeom>
        </p:spPr>
      </p:pic>
      <p:sp>
        <p:nvSpPr>
          <p:cNvPr id="5" name="TextBox 4">
            <a:extLst>
              <a:ext uri="{FF2B5EF4-FFF2-40B4-BE49-F238E27FC236}">
                <a16:creationId xmlns:a16="http://schemas.microsoft.com/office/drawing/2014/main" id="{7AA66935-5FC0-D728-B3B3-FBE41F0F6D76}"/>
              </a:ext>
            </a:extLst>
          </p:cNvPr>
          <p:cNvSpPr txBox="1"/>
          <p:nvPr userDrawn="1"/>
        </p:nvSpPr>
        <p:spPr>
          <a:xfrm>
            <a:off x="7967134" y="6560966"/>
            <a:ext cx="3589865" cy="215444"/>
          </a:xfrm>
          <a:prstGeom prst="rect">
            <a:avLst/>
          </a:prstGeom>
          <a:noFill/>
        </p:spPr>
        <p:txBody>
          <a:bodyPr wrap="square">
            <a:spAutoFit/>
          </a:bodyPr>
          <a:lstStyle/>
          <a:p>
            <a:pPr algn="r"/>
            <a:r>
              <a:rPr lang="en-IN" sz="800">
                <a:solidFill>
                  <a:schemeClr val="bg2">
                    <a:lumMod val="90000"/>
                  </a:schemeClr>
                </a:solidFill>
              </a:rPr>
              <a:t>Company Confidential © Capgemini 2025. All rights reserved</a:t>
            </a:r>
          </a:p>
        </p:txBody>
      </p:sp>
    </p:spTree>
    <p:extLst>
      <p:ext uri="{BB962C8B-B14F-4D97-AF65-F5344CB8AC3E}">
        <p14:creationId xmlns:p14="http://schemas.microsoft.com/office/powerpoint/2010/main" val="1990185582"/>
      </p:ext>
    </p:extLst>
  </p:cSld>
  <p:clrMapOvr>
    <a:masterClrMapping/>
  </p:clrMapOvr>
  <p:hf hdr="0"/>
  <p:extLst>
    <p:ext uri="{DCECCB84-F9BA-43D5-87BE-67443E8EF086}">
      <p15:sldGuideLst xmlns:p15="http://schemas.microsoft.com/office/powerpoint/2012/main"/>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preserve="1" userDrawn="1">
  <p:cSld name="Title Slide 3 Full Picture">
    <p:bg>
      <p:bgPr>
        <a:solidFill>
          <a:schemeClr val="accent4"/>
        </a:solidFill>
        <a:effectLst/>
      </p:bgPr>
    </p:bg>
    <p:spTree>
      <p:nvGrpSpPr>
        <p:cNvPr id="1" name=""/>
        <p:cNvGrpSpPr/>
        <p:nvPr/>
      </p:nvGrpSpPr>
      <p:grpSpPr>
        <a:xfrm>
          <a:off x="0" y="0"/>
          <a:ext cx="0" cy="0"/>
          <a:chOff x="0" y="0"/>
          <a:chExt cx="0" cy="0"/>
        </a:xfrm>
      </p:grpSpPr>
      <p:sp>
        <p:nvSpPr>
          <p:cNvPr id="23" name="Picture Placeholder 22">
            <a:extLst>
              <a:ext uri="{FF2B5EF4-FFF2-40B4-BE49-F238E27FC236}">
                <a16:creationId xmlns:a16="http://schemas.microsoft.com/office/drawing/2014/main" id="{B92814EB-708F-421C-9F3F-E5C7B767B62F}"/>
              </a:ext>
            </a:extLst>
          </p:cNvPr>
          <p:cNvSpPr>
            <a:spLocks noGrp="1"/>
          </p:cNvSpPr>
          <p:nvPr>
            <p:ph type="pic" sz="quarter" idx="10" hasCustomPrompt="1"/>
          </p:nvPr>
        </p:nvSpPr>
        <p:spPr>
          <a:xfrm>
            <a:off x="0" y="0"/>
            <a:ext cx="12192000" cy="6858000"/>
          </a:xfrm>
          <a:custGeom>
            <a:avLst/>
            <a:gdLst>
              <a:gd name="connsiteX0" fmla="*/ 10205289 w 12192000"/>
              <a:gd name="connsiteY0" fmla="*/ 966629 h 6858000"/>
              <a:gd name="connsiteX1" fmla="*/ 10155045 w 12192000"/>
              <a:gd name="connsiteY1" fmla="*/ 1089100 h 6858000"/>
              <a:gd name="connsiteX2" fmla="*/ 10129923 w 12192000"/>
              <a:gd name="connsiteY2" fmla="*/ 1057697 h 6858000"/>
              <a:gd name="connsiteX3" fmla="*/ 10205289 w 12192000"/>
              <a:gd name="connsiteY3" fmla="*/ 966629 h 6858000"/>
              <a:gd name="connsiteX4" fmla="*/ 10359163 w 12192000"/>
              <a:gd name="connsiteY4" fmla="*/ 768791 h 6858000"/>
              <a:gd name="connsiteX5" fmla="*/ 10381145 w 12192000"/>
              <a:gd name="connsiteY5" fmla="*/ 803334 h 6858000"/>
              <a:gd name="connsiteX6" fmla="*/ 10330900 w 12192000"/>
              <a:gd name="connsiteY6" fmla="*/ 875561 h 6858000"/>
              <a:gd name="connsiteX7" fmla="*/ 10359163 w 12192000"/>
              <a:gd name="connsiteY7" fmla="*/ 768791 h 6858000"/>
              <a:gd name="connsiteX8" fmla="*/ 11203898 w 12192000"/>
              <a:gd name="connsiteY8" fmla="*/ 658881 h 6858000"/>
              <a:gd name="connsiteX9" fmla="*/ 11178776 w 12192000"/>
              <a:gd name="connsiteY9" fmla="*/ 684003 h 6858000"/>
              <a:gd name="connsiteX10" fmla="*/ 11203898 w 12192000"/>
              <a:gd name="connsiteY10" fmla="*/ 709126 h 6858000"/>
              <a:gd name="connsiteX11" fmla="*/ 11229020 w 12192000"/>
              <a:gd name="connsiteY11" fmla="*/ 684003 h 6858000"/>
              <a:gd name="connsiteX12" fmla="*/ 11203898 w 12192000"/>
              <a:gd name="connsiteY12" fmla="*/ 658881 h 6858000"/>
              <a:gd name="connsiteX13" fmla="*/ 10842765 w 12192000"/>
              <a:gd name="connsiteY13" fmla="*/ 646320 h 6858000"/>
              <a:gd name="connsiteX14" fmla="*/ 10817643 w 12192000"/>
              <a:gd name="connsiteY14" fmla="*/ 674583 h 6858000"/>
              <a:gd name="connsiteX15" fmla="*/ 10842765 w 12192000"/>
              <a:gd name="connsiteY15" fmla="*/ 699705 h 6858000"/>
              <a:gd name="connsiteX16" fmla="*/ 10867887 w 12192000"/>
              <a:gd name="connsiteY16" fmla="*/ 671442 h 6858000"/>
              <a:gd name="connsiteX17" fmla="*/ 10842765 w 12192000"/>
              <a:gd name="connsiteY17" fmla="*/ 646320 h 6858000"/>
              <a:gd name="connsiteX18" fmla="*/ 9570952 w 12192000"/>
              <a:gd name="connsiteY18" fmla="*/ 621198 h 6858000"/>
              <a:gd name="connsiteX19" fmla="*/ 9420219 w 12192000"/>
              <a:gd name="connsiteY19" fmla="*/ 806475 h 6858000"/>
              <a:gd name="connsiteX20" fmla="*/ 9545830 w 12192000"/>
              <a:gd name="connsiteY20" fmla="*/ 969769 h 6858000"/>
              <a:gd name="connsiteX21" fmla="*/ 9665161 w 12192000"/>
              <a:gd name="connsiteY21" fmla="*/ 894402 h 6858000"/>
              <a:gd name="connsiteX22" fmla="*/ 9724826 w 12192000"/>
              <a:gd name="connsiteY22" fmla="*/ 954068 h 6858000"/>
              <a:gd name="connsiteX23" fmla="*/ 9797053 w 12192000"/>
              <a:gd name="connsiteY23" fmla="*/ 900683 h 6858000"/>
              <a:gd name="connsiteX24" fmla="*/ 9847297 w 12192000"/>
              <a:gd name="connsiteY24" fmla="*/ 954068 h 6858000"/>
              <a:gd name="connsiteX25" fmla="*/ 9894401 w 12192000"/>
              <a:gd name="connsiteY25" fmla="*/ 928946 h 6858000"/>
              <a:gd name="connsiteX26" fmla="*/ 9947786 w 12192000"/>
              <a:gd name="connsiteY26" fmla="*/ 1092240 h 6858000"/>
              <a:gd name="connsiteX27" fmla="*/ 9935225 w 12192000"/>
              <a:gd name="connsiteY27" fmla="*/ 957208 h 6858000"/>
              <a:gd name="connsiteX28" fmla="*/ 9985470 w 12192000"/>
              <a:gd name="connsiteY28" fmla="*/ 775072 h 6858000"/>
              <a:gd name="connsiteX29" fmla="*/ 10013732 w 12192000"/>
              <a:gd name="connsiteY29" fmla="*/ 828457 h 6858000"/>
              <a:gd name="connsiteX30" fmla="*/ 10007452 w 12192000"/>
              <a:gd name="connsiteY30" fmla="*/ 875561 h 6858000"/>
              <a:gd name="connsiteX31" fmla="*/ 9944646 w 12192000"/>
              <a:gd name="connsiteY31" fmla="*/ 935226 h 6858000"/>
              <a:gd name="connsiteX32" fmla="*/ 9969768 w 12192000"/>
              <a:gd name="connsiteY32" fmla="*/ 954068 h 6858000"/>
              <a:gd name="connsiteX33" fmla="*/ 10045135 w 12192000"/>
              <a:gd name="connsiteY33" fmla="*/ 878701 h 6858000"/>
              <a:gd name="connsiteX34" fmla="*/ 10092239 w 12192000"/>
              <a:gd name="connsiteY34" fmla="*/ 844158 h 6858000"/>
              <a:gd name="connsiteX35" fmla="*/ 10092239 w 12192000"/>
              <a:gd name="connsiteY35" fmla="*/ 859859 h 6858000"/>
              <a:gd name="connsiteX36" fmla="*/ 10148764 w 12192000"/>
              <a:gd name="connsiteY36" fmla="*/ 938366 h 6858000"/>
              <a:gd name="connsiteX37" fmla="*/ 10208430 w 12192000"/>
              <a:gd name="connsiteY37" fmla="*/ 891262 h 6858000"/>
              <a:gd name="connsiteX38" fmla="*/ 10211570 w 12192000"/>
              <a:gd name="connsiteY38" fmla="*/ 935226 h 6858000"/>
              <a:gd name="connsiteX39" fmla="*/ 10098520 w 12192000"/>
              <a:gd name="connsiteY39" fmla="*/ 1057697 h 6858000"/>
              <a:gd name="connsiteX40" fmla="*/ 10158185 w 12192000"/>
              <a:gd name="connsiteY40" fmla="*/ 1120503 h 6858000"/>
              <a:gd name="connsiteX41" fmla="*/ 10252393 w 12192000"/>
              <a:gd name="connsiteY41" fmla="*/ 947787 h 6858000"/>
              <a:gd name="connsiteX42" fmla="*/ 10315199 w 12192000"/>
              <a:gd name="connsiteY42" fmla="*/ 919525 h 6858000"/>
              <a:gd name="connsiteX43" fmla="*/ 10381145 w 12192000"/>
              <a:gd name="connsiteY43" fmla="*/ 954068 h 6858000"/>
              <a:gd name="connsiteX44" fmla="*/ 10481634 w 12192000"/>
              <a:gd name="connsiteY44" fmla="*/ 884982 h 6858000"/>
              <a:gd name="connsiteX45" fmla="*/ 10513037 w 12192000"/>
              <a:gd name="connsiteY45" fmla="*/ 954068 h 6858000"/>
              <a:gd name="connsiteX46" fmla="*/ 10578983 w 12192000"/>
              <a:gd name="connsiteY46" fmla="*/ 778212 h 6858000"/>
              <a:gd name="connsiteX47" fmla="*/ 10632367 w 12192000"/>
              <a:gd name="connsiteY47" fmla="*/ 969769 h 6858000"/>
              <a:gd name="connsiteX48" fmla="*/ 10704594 w 12192000"/>
              <a:gd name="connsiteY48" fmla="*/ 800194 h 6858000"/>
              <a:gd name="connsiteX49" fmla="*/ 10767400 w 12192000"/>
              <a:gd name="connsiteY49" fmla="*/ 954068 h 6858000"/>
              <a:gd name="connsiteX50" fmla="*/ 10830205 w 12192000"/>
              <a:gd name="connsiteY50" fmla="*/ 866140 h 6858000"/>
              <a:gd name="connsiteX51" fmla="*/ 10893011 w 12192000"/>
              <a:gd name="connsiteY51" fmla="*/ 954068 h 6858000"/>
              <a:gd name="connsiteX52" fmla="*/ 10949536 w 12192000"/>
              <a:gd name="connsiteY52" fmla="*/ 900683 h 6858000"/>
              <a:gd name="connsiteX53" fmla="*/ 10980939 w 12192000"/>
              <a:gd name="connsiteY53" fmla="*/ 954068 h 6858000"/>
              <a:gd name="connsiteX54" fmla="*/ 11059446 w 12192000"/>
              <a:gd name="connsiteY54" fmla="*/ 778212 h 6858000"/>
              <a:gd name="connsiteX55" fmla="*/ 11144233 w 12192000"/>
              <a:gd name="connsiteY55" fmla="*/ 954068 h 6858000"/>
              <a:gd name="connsiteX56" fmla="*/ 11197618 w 12192000"/>
              <a:gd name="connsiteY56" fmla="*/ 894402 h 6858000"/>
              <a:gd name="connsiteX57" fmla="*/ 11244722 w 12192000"/>
              <a:gd name="connsiteY57" fmla="*/ 954068 h 6858000"/>
              <a:gd name="connsiteX58" fmla="*/ 11272985 w 12192000"/>
              <a:gd name="connsiteY58" fmla="*/ 938366 h 6858000"/>
              <a:gd name="connsiteX59" fmla="*/ 11225881 w 12192000"/>
              <a:gd name="connsiteY59" fmla="*/ 784493 h 6858000"/>
              <a:gd name="connsiteX60" fmla="*/ 11207039 w 12192000"/>
              <a:gd name="connsiteY60" fmla="*/ 740529 h 6858000"/>
              <a:gd name="connsiteX61" fmla="*/ 11188197 w 12192000"/>
              <a:gd name="connsiteY61" fmla="*/ 743669 h 6858000"/>
              <a:gd name="connsiteX62" fmla="*/ 11147374 w 12192000"/>
              <a:gd name="connsiteY62" fmla="*/ 913244 h 6858000"/>
              <a:gd name="connsiteX63" fmla="*/ 11062586 w 12192000"/>
              <a:gd name="connsiteY63" fmla="*/ 721687 h 6858000"/>
              <a:gd name="connsiteX64" fmla="*/ 10984079 w 12192000"/>
              <a:gd name="connsiteY64" fmla="*/ 875561 h 6858000"/>
              <a:gd name="connsiteX65" fmla="*/ 10977798 w 12192000"/>
              <a:gd name="connsiteY65" fmla="*/ 803334 h 6858000"/>
              <a:gd name="connsiteX66" fmla="*/ 10980939 w 12192000"/>
              <a:gd name="connsiteY66" fmla="*/ 765651 h 6858000"/>
              <a:gd name="connsiteX67" fmla="*/ 10943255 w 12192000"/>
              <a:gd name="connsiteY67" fmla="*/ 740529 h 6858000"/>
              <a:gd name="connsiteX68" fmla="*/ 10896151 w 12192000"/>
              <a:gd name="connsiteY68" fmla="*/ 916384 h 6858000"/>
              <a:gd name="connsiteX69" fmla="*/ 10858468 w 12192000"/>
              <a:gd name="connsiteY69" fmla="*/ 790773 h 6858000"/>
              <a:gd name="connsiteX70" fmla="*/ 10820784 w 12192000"/>
              <a:gd name="connsiteY70" fmla="*/ 740529 h 6858000"/>
              <a:gd name="connsiteX71" fmla="*/ 10773680 w 12192000"/>
              <a:gd name="connsiteY71" fmla="*/ 906964 h 6858000"/>
              <a:gd name="connsiteX72" fmla="*/ 10707734 w 12192000"/>
              <a:gd name="connsiteY72" fmla="*/ 740529 h 6858000"/>
              <a:gd name="connsiteX73" fmla="*/ 10638648 w 12192000"/>
              <a:gd name="connsiteY73" fmla="*/ 897543 h 6858000"/>
              <a:gd name="connsiteX74" fmla="*/ 10578983 w 12192000"/>
              <a:gd name="connsiteY74" fmla="*/ 721687 h 6858000"/>
              <a:gd name="connsiteX75" fmla="*/ 10516177 w 12192000"/>
              <a:gd name="connsiteY75" fmla="*/ 847298 h 6858000"/>
              <a:gd name="connsiteX76" fmla="*/ 10509897 w 12192000"/>
              <a:gd name="connsiteY76" fmla="*/ 847298 h 6858000"/>
              <a:gd name="connsiteX77" fmla="*/ 10509897 w 12192000"/>
              <a:gd name="connsiteY77" fmla="*/ 809615 h 6858000"/>
              <a:gd name="connsiteX78" fmla="*/ 10475353 w 12192000"/>
              <a:gd name="connsiteY78" fmla="*/ 737388 h 6858000"/>
              <a:gd name="connsiteX79" fmla="*/ 10387426 w 12192000"/>
              <a:gd name="connsiteY79" fmla="*/ 919525 h 6858000"/>
              <a:gd name="connsiteX80" fmla="*/ 10349742 w 12192000"/>
              <a:gd name="connsiteY80" fmla="*/ 903823 h 6858000"/>
              <a:gd name="connsiteX81" fmla="*/ 10425109 w 12192000"/>
              <a:gd name="connsiteY81" fmla="*/ 800194 h 6858000"/>
              <a:gd name="connsiteX82" fmla="*/ 10365444 w 12192000"/>
              <a:gd name="connsiteY82" fmla="*/ 740529 h 6858000"/>
              <a:gd name="connsiteX83" fmla="*/ 10286937 w 12192000"/>
              <a:gd name="connsiteY83" fmla="*/ 837877 h 6858000"/>
              <a:gd name="connsiteX84" fmla="*/ 10299498 w 12192000"/>
              <a:gd name="connsiteY84" fmla="*/ 900683 h 6858000"/>
              <a:gd name="connsiteX85" fmla="*/ 10249253 w 12192000"/>
              <a:gd name="connsiteY85" fmla="*/ 922665 h 6858000"/>
              <a:gd name="connsiteX86" fmla="*/ 10239832 w 12192000"/>
              <a:gd name="connsiteY86" fmla="*/ 784493 h 6858000"/>
              <a:gd name="connsiteX87" fmla="*/ 10202149 w 12192000"/>
              <a:gd name="connsiteY87" fmla="*/ 815895 h 6858000"/>
              <a:gd name="connsiteX88" fmla="*/ 10155045 w 12192000"/>
              <a:gd name="connsiteY88" fmla="*/ 897543 h 6858000"/>
              <a:gd name="connsiteX89" fmla="*/ 10133063 w 12192000"/>
              <a:gd name="connsiteY89" fmla="*/ 863000 h 6858000"/>
              <a:gd name="connsiteX90" fmla="*/ 10236692 w 12192000"/>
              <a:gd name="connsiteY90" fmla="*/ 762511 h 6858000"/>
              <a:gd name="connsiteX91" fmla="*/ 10202149 w 12192000"/>
              <a:gd name="connsiteY91" fmla="*/ 727968 h 6858000"/>
              <a:gd name="connsiteX92" fmla="*/ 10107941 w 12192000"/>
              <a:gd name="connsiteY92" fmla="*/ 784493 h 6858000"/>
              <a:gd name="connsiteX93" fmla="*/ 10051415 w 12192000"/>
              <a:gd name="connsiteY93" fmla="*/ 841018 h 6858000"/>
              <a:gd name="connsiteX94" fmla="*/ 10051415 w 12192000"/>
              <a:gd name="connsiteY94" fmla="*/ 825316 h 6858000"/>
              <a:gd name="connsiteX95" fmla="*/ 9985470 w 12192000"/>
              <a:gd name="connsiteY95" fmla="*/ 734248 h 6858000"/>
              <a:gd name="connsiteX96" fmla="*/ 9932085 w 12192000"/>
              <a:gd name="connsiteY96" fmla="*/ 775072 h 6858000"/>
              <a:gd name="connsiteX97" fmla="*/ 9910103 w 12192000"/>
              <a:gd name="connsiteY97" fmla="*/ 740529 h 6858000"/>
              <a:gd name="connsiteX98" fmla="*/ 9884981 w 12192000"/>
              <a:gd name="connsiteY98" fmla="*/ 746809 h 6858000"/>
              <a:gd name="connsiteX99" fmla="*/ 9891261 w 12192000"/>
              <a:gd name="connsiteY99" fmla="*/ 812755 h 6858000"/>
              <a:gd name="connsiteX100" fmla="*/ 9850437 w 12192000"/>
              <a:gd name="connsiteY100" fmla="*/ 922665 h 6858000"/>
              <a:gd name="connsiteX101" fmla="*/ 9822175 w 12192000"/>
              <a:gd name="connsiteY101" fmla="*/ 800194 h 6858000"/>
              <a:gd name="connsiteX102" fmla="*/ 9809614 w 12192000"/>
              <a:gd name="connsiteY102" fmla="*/ 797054 h 6858000"/>
              <a:gd name="connsiteX103" fmla="*/ 9781351 w 12192000"/>
              <a:gd name="connsiteY103" fmla="*/ 853579 h 6858000"/>
              <a:gd name="connsiteX104" fmla="*/ 9734247 w 12192000"/>
              <a:gd name="connsiteY104" fmla="*/ 919525 h 6858000"/>
              <a:gd name="connsiteX105" fmla="*/ 9709125 w 12192000"/>
              <a:gd name="connsiteY105" fmla="*/ 878701 h 6858000"/>
              <a:gd name="connsiteX106" fmla="*/ 9819035 w 12192000"/>
              <a:gd name="connsiteY106" fmla="*/ 778212 h 6858000"/>
              <a:gd name="connsiteX107" fmla="*/ 9784492 w 12192000"/>
              <a:gd name="connsiteY107" fmla="*/ 740529 h 6858000"/>
              <a:gd name="connsiteX108" fmla="*/ 9674582 w 12192000"/>
              <a:gd name="connsiteY108" fmla="*/ 825316 h 6858000"/>
              <a:gd name="connsiteX109" fmla="*/ 9555251 w 12192000"/>
              <a:gd name="connsiteY109" fmla="*/ 925805 h 6858000"/>
              <a:gd name="connsiteX110" fmla="*/ 9473604 w 12192000"/>
              <a:gd name="connsiteY110" fmla="*/ 800194 h 6858000"/>
              <a:gd name="connsiteX111" fmla="*/ 9567812 w 12192000"/>
              <a:gd name="connsiteY111" fmla="*/ 655741 h 6858000"/>
              <a:gd name="connsiteX112" fmla="*/ 9608636 w 12192000"/>
              <a:gd name="connsiteY112" fmla="*/ 721687 h 6858000"/>
              <a:gd name="connsiteX113" fmla="*/ 9655740 w 12192000"/>
              <a:gd name="connsiteY113" fmla="*/ 687144 h 6858000"/>
              <a:gd name="connsiteX114" fmla="*/ 9570952 w 12192000"/>
              <a:gd name="connsiteY114" fmla="*/ 621198 h 6858000"/>
              <a:gd name="connsiteX115" fmla="*/ 11503938 w 12192000"/>
              <a:gd name="connsiteY115" fmla="*/ 612538 h 6858000"/>
              <a:gd name="connsiteX116" fmla="*/ 11291551 w 12192000"/>
              <a:gd name="connsiteY116" fmla="*/ 832051 h 6858000"/>
              <a:gd name="connsiteX117" fmla="*/ 11365123 w 12192000"/>
              <a:gd name="connsiteY117" fmla="*/ 940418 h 6858000"/>
              <a:gd name="connsiteX118" fmla="*/ 11440083 w 12192000"/>
              <a:gd name="connsiteY118" fmla="*/ 941808 h 6858000"/>
              <a:gd name="connsiteX119" fmla="*/ 11444304 w 12192000"/>
              <a:gd name="connsiteY119" fmla="*/ 939708 h 6858000"/>
              <a:gd name="connsiteX120" fmla="*/ 11445324 w 12192000"/>
              <a:gd name="connsiteY120" fmla="*/ 939542 h 6858000"/>
              <a:gd name="connsiteX121" fmla="*/ 11475268 w 12192000"/>
              <a:gd name="connsiteY121" fmla="*/ 924644 h 6858000"/>
              <a:gd name="connsiteX122" fmla="*/ 11494474 w 12192000"/>
              <a:gd name="connsiteY122" fmla="*/ 907542 h 6858000"/>
              <a:gd name="connsiteX123" fmla="*/ 11488753 w 12192000"/>
              <a:gd name="connsiteY123" fmla="*/ 926162 h 6858000"/>
              <a:gd name="connsiteX124" fmla="*/ 11464846 w 12192000"/>
              <a:gd name="connsiteY124" fmla="*/ 951842 h 6858000"/>
              <a:gd name="connsiteX125" fmla="*/ 11432834 w 12192000"/>
              <a:gd name="connsiteY125" fmla="*/ 964214 h 6858000"/>
              <a:gd name="connsiteX126" fmla="*/ 11433416 w 12192000"/>
              <a:gd name="connsiteY126" fmla="*/ 964508 h 6858000"/>
              <a:gd name="connsiteX127" fmla="*/ 11427416 w 12192000"/>
              <a:gd name="connsiteY127" fmla="*/ 966826 h 6858000"/>
              <a:gd name="connsiteX128" fmla="*/ 11478812 w 12192000"/>
              <a:gd name="connsiteY128" fmla="*/ 980728 h 6858000"/>
              <a:gd name="connsiteX129" fmla="*/ 11601049 w 12192000"/>
              <a:gd name="connsiteY129" fmla="*/ 940412 h 6858000"/>
              <a:gd name="connsiteX130" fmla="*/ 11600229 w 12192000"/>
              <a:gd name="connsiteY130" fmla="*/ 940299 h 6858000"/>
              <a:gd name="connsiteX131" fmla="*/ 11604054 w 12192000"/>
              <a:gd name="connsiteY131" fmla="*/ 938167 h 6858000"/>
              <a:gd name="connsiteX132" fmla="*/ 11561078 w 12192000"/>
              <a:gd name="connsiteY132" fmla="*/ 923772 h 6858000"/>
              <a:gd name="connsiteX133" fmla="*/ 11546930 w 12192000"/>
              <a:gd name="connsiteY133" fmla="*/ 891807 h 6858000"/>
              <a:gd name="connsiteX134" fmla="*/ 11567885 w 12192000"/>
              <a:gd name="connsiteY134" fmla="*/ 908611 h 6858000"/>
              <a:gd name="connsiteX135" fmla="*/ 11601049 w 12192000"/>
              <a:gd name="connsiteY135" fmla="*/ 915389 h 6858000"/>
              <a:gd name="connsiteX136" fmla="*/ 11650104 w 12192000"/>
              <a:gd name="connsiteY136" fmla="*/ 900067 h 6858000"/>
              <a:gd name="connsiteX137" fmla="*/ 11650828 w 12192000"/>
              <a:gd name="connsiteY137" fmla="*/ 899169 h 6858000"/>
              <a:gd name="connsiteX138" fmla="*/ 11652427 w 12192000"/>
              <a:gd name="connsiteY138" fmla="*/ 898382 h 6858000"/>
              <a:gd name="connsiteX139" fmla="*/ 11683608 w 12192000"/>
              <a:gd name="connsiteY139" fmla="*/ 859705 h 6858000"/>
              <a:gd name="connsiteX140" fmla="*/ 11690343 w 12192000"/>
              <a:gd name="connsiteY140" fmla="*/ 825792 h 6858000"/>
              <a:gd name="connsiteX141" fmla="*/ 11690350 w 12192000"/>
              <a:gd name="connsiteY141" fmla="*/ 825831 h 6858000"/>
              <a:gd name="connsiteX142" fmla="*/ 11690350 w 12192000"/>
              <a:gd name="connsiteY142" fmla="*/ 825754 h 6858000"/>
              <a:gd name="connsiteX143" fmla="*/ 11690350 w 12192000"/>
              <a:gd name="connsiteY143" fmla="*/ 823091 h 6858000"/>
              <a:gd name="connsiteX144" fmla="*/ 11623276 w 12192000"/>
              <a:gd name="connsiteY144" fmla="*/ 684719 h 6858000"/>
              <a:gd name="connsiteX145" fmla="*/ 11573655 w 12192000"/>
              <a:gd name="connsiteY145" fmla="*/ 647215 h 6858000"/>
              <a:gd name="connsiteX146" fmla="*/ 11570681 w 12192000"/>
              <a:gd name="connsiteY146" fmla="*/ 645708 h 6858000"/>
              <a:gd name="connsiteX147" fmla="*/ 11570221 w 12192000"/>
              <a:gd name="connsiteY147" fmla="*/ 645361 h 6858000"/>
              <a:gd name="connsiteX148" fmla="*/ 11513655 w 12192000"/>
              <a:gd name="connsiteY148" fmla="*/ 616706 h 6858000"/>
              <a:gd name="connsiteX149" fmla="*/ 11503938 w 12192000"/>
              <a:gd name="connsiteY149" fmla="*/ 612538 h 6858000"/>
              <a:gd name="connsiteX150" fmla="*/ 0 w 12192000"/>
              <a:gd name="connsiteY150" fmla="*/ 0 h 6858000"/>
              <a:gd name="connsiteX151" fmla="*/ 12192000 w 12192000"/>
              <a:gd name="connsiteY151" fmla="*/ 0 h 6858000"/>
              <a:gd name="connsiteX152" fmla="*/ 12192000 w 12192000"/>
              <a:gd name="connsiteY152" fmla="*/ 6858000 h 6858000"/>
              <a:gd name="connsiteX153" fmla="*/ 0 w 12192000"/>
              <a:gd name="connsiteY153"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Lst>
            <a:rect l="l" t="t" r="r" b="b"/>
            <a:pathLst>
              <a:path w="12192000" h="6858000">
                <a:moveTo>
                  <a:pt x="10205289" y="966629"/>
                </a:moveTo>
                <a:cubicBezTo>
                  <a:pt x="10205289" y="1067118"/>
                  <a:pt x="10180167" y="1089100"/>
                  <a:pt x="10155045" y="1089100"/>
                </a:cubicBezTo>
                <a:cubicBezTo>
                  <a:pt x="10139343" y="1089100"/>
                  <a:pt x="10129923" y="1073399"/>
                  <a:pt x="10129923" y="1057697"/>
                </a:cubicBezTo>
                <a:cubicBezTo>
                  <a:pt x="10129923" y="1013733"/>
                  <a:pt x="10164466" y="988611"/>
                  <a:pt x="10205289" y="966629"/>
                </a:cubicBezTo>
                <a:close/>
                <a:moveTo>
                  <a:pt x="10359163" y="768791"/>
                </a:moveTo>
                <a:cubicBezTo>
                  <a:pt x="10374864" y="768791"/>
                  <a:pt x="10384285" y="781352"/>
                  <a:pt x="10381145" y="803334"/>
                </a:cubicBezTo>
                <a:cubicBezTo>
                  <a:pt x="10378005" y="828457"/>
                  <a:pt x="10362303" y="853579"/>
                  <a:pt x="10330900" y="875561"/>
                </a:cubicBezTo>
                <a:cubicBezTo>
                  <a:pt x="10318339" y="828457"/>
                  <a:pt x="10327760" y="768791"/>
                  <a:pt x="10359163" y="768791"/>
                </a:cubicBezTo>
                <a:close/>
                <a:moveTo>
                  <a:pt x="11203898" y="658881"/>
                </a:moveTo>
                <a:cubicBezTo>
                  <a:pt x="11191337" y="658881"/>
                  <a:pt x="11178776" y="671442"/>
                  <a:pt x="11178776" y="684003"/>
                </a:cubicBezTo>
                <a:cubicBezTo>
                  <a:pt x="11181916" y="696564"/>
                  <a:pt x="11191337" y="709126"/>
                  <a:pt x="11203898" y="709126"/>
                </a:cubicBezTo>
                <a:cubicBezTo>
                  <a:pt x="11216459" y="709126"/>
                  <a:pt x="11229020" y="696564"/>
                  <a:pt x="11229020" y="684003"/>
                </a:cubicBezTo>
                <a:cubicBezTo>
                  <a:pt x="11229020" y="668302"/>
                  <a:pt x="11219600" y="658881"/>
                  <a:pt x="11203898" y="658881"/>
                </a:cubicBezTo>
                <a:close/>
                <a:moveTo>
                  <a:pt x="10842765" y="646320"/>
                </a:moveTo>
                <a:cubicBezTo>
                  <a:pt x="10827064" y="646320"/>
                  <a:pt x="10817643" y="658881"/>
                  <a:pt x="10817643" y="674583"/>
                </a:cubicBezTo>
                <a:cubicBezTo>
                  <a:pt x="10817643" y="690284"/>
                  <a:pt x="10830204" y="702845"/>
                  <a:pt x="10842765" y="699705"/>
                </a:cubicBezTo>
                <a:cubicBezTo>
                  <a:pt x="10858467" y="699705"/>
                  <a:pt x="10867887" y="687144"/>
                  <a:pt x="10867887" y="671442"/>
                </a:cubicBezTo>
                <a:cubicBezTo>
                  <a:pt x="10867887" y="655741"/>
                  <a:pt x="10858467" y="646320"/>
                  <a:pt x="10842765" y="646320"/>
                </a:cubicBezTo>
                <a:close/>
                <a:moveTo>
                  <a:pt x="9570952" y="621198"/>
                </a:moveTo>
                <a:cubicBezTo>
                  <a:pt x="9492445" y="621198"/>
                  <a:pt x="9420219" y="702845"/>
                  <a:pt x="9420219" y="806475"/>
                </a:cubicBezTo>
                <a:cubicBezTo>
                  <a:pt x="9420219" y="906964"/>
                  <a:pt x="9470463" y="969769"/>
                  <a:pt x="9545830" y="969769"/>
                </a:cubicBezTo>
                <a:cubicBezTo>
                  <a:pt x="9592934" y="969769"/>
                  <a:pt x="9636898" y="944647"/>
                  <a:pt x="9665161" y="894402"/>
                </a:cubicBezTo>
                <a:cubicBezTo>
                  <a:pt x="9671441" y="935226"/>
                  <a:pt x="9702844" y="954068"/>
                  <a:pt x="9724826" y="954068"/>
                </a:cubicBezTo>
                <a:cubicBezTo>
                  <a:pt x="9759369" y="954068"/>
                  <a:pt x="9784492" y="932086"/>
                  <a:pt x="9797053" y="900683"/>
                </a:cubicBezTo>
                <a:cubicBezTo>
                  <a:pt x="9803333" y="932086"/>
                  <a:pt x="9822175" y="954068"/>
                  <a:pt x="9847297" y="954068"/>
                </a:cubicBezTo>
                <a:cubicBezTo>
                  <a:pt x="9866139" y="954068"/>
                  <a:pt x="9881840" y="944647"/>
                  <a:pt x="9894401" y="928946"/>
                </a:cubicBezTo>
                <a:cubicBezTo>
                  <a:pt x="9891261" y="1035715"/>
                  <a:pt x="9884981" y="1104801"/>
                  <a:pt x="9947786" y="1092240"/>
                </a:cubicBezTo>
                <a:cubicBezTo>
                  <a:pt x="9938365" y="1060837"/>
                  <a:pt x="9935225" y="1007453"/>
                  <a:pt x="9935225" y="957208"/>
                </a:cubicBezTo>
                <a:cubicBezTo>
                  <a:pt x="9935225" y="822176"/>
                  <a:pt x="9957207" y="775072"/>
                  <a:pt x="9985470" y="775072"/>
                </a:cubicBezTo>
                <a:cubicBezTo>
                  <a:pt x="10007452" y="775072"/>
                  <a:pt x="10013732" y="800194"/>
                  <a:pt x="10013732" y="828457"/>
                </a:cubicBezTo>
                <a:cubicBezTo>
                  <a:pt x="10013732" y="844158"/>
                  <a:pt x="10013732" y="859859"/>
                  <a:pt x="10007452" y="875561"/>
                </a:cubicBezTo>
                <a:cubicBezTo>
                  <a:pt x="9972908" y="897543"/>
                  <a:pt x="9944646" y="913244"/>
                  <a:pt x="9944646" y="935226"/>
                </a:cubicBezTo>
                <a:cubicBezTo>
                  <a:pt x="9944646" y="954068"/>
                  <a:pt x="9957207" y="954068"/>
                  <a:pt x="9969768" y="954068"/>
                </a:cubicBezTo>
                <a:cubicBezTo>
                  <a:pt x="9994890" y="954068"/>
                  <a:pt x="10029433" y="928946"/>
                  <a:pt x="10045135" y="878701"/>
                </a:cubicBezTo>
                <a:cubicBezTo>
                  <a:pt x="10060836" y="869280"/>
                  <a:pt x="10076538" y="859859"/>
                  <a:pt x="10092239" y="844158"/>
                </a:cubicBezTo>
                <a:cubicBezTo>
                  <a:pt x="10092239" y="850439"/>
                  <a:pt x="10092239" y="853579"/>
                  <a:pt x="10092239" y="859859"/>
                </a:cubicBezTo>
                <a:cubicBezTo>
                  <a:pt x="10092239" y="910104"/>
                  <a:pt x="10114221" y="938366"/>
                  <a:pt x="10148764" y="938366"/>
                </a:cubicBezTo>
                <a:cubicBezTo>
                  <a:pt x="10177027" y="938366"/>
                  <a:pt x="10195868" y="919525"/>
                  <a:pt x="10208430" y="891262"/>
                </a:cubicBezTo>
                <a:cubicBezTo>
                  <a:pt x="10208430" y="906964"/>
                  <a:pt x="10208430" y="922665"/>
                  <a:pt x="10211570" y="935226"/>
                </a:cubicBezTo>
                <a:cubicBezTo>
                  <a:pt x="10158185" y="960348"/>
                  <a:pt x="10098520" y="985471"/>
                  <a:pt x="10098520" y="1057697"/>
                </a:cubicBezTo>
                <a:cubicBezTo>
                  <a:pt x="10098520" y="1095380"/>
                  <a:pt x="10123642" y="1120503"/>
                  <a:pt x="10158185" y="1120503"/>
                </a:cubicBezTo>
                <a:cubicBezTo>
                  <a:pt x="10233552" y="1120503"/>
                  <a:pt x="10252393" y="1041996"/>
                  <a:pt x="10252393" y="947787"/>
                </a:cubicBezTo>
                <a:cubicBezTo>
                  <a:pt x="10277516" y="938366"/>
                  <a:pt x="10296357" y="928946"/>
                  <a:pt x="10315199" y="919525"/>
                </a:cubicBezTo>
                <a:cubicBezTo>
                  <a:pt x="10334041" y="941507"/>
                  <a:pt x="10359163" y="954068"/>
                  <a:pt x="10381145" y="954068"/>
                </a:cubicBezTo>
                <a:cubicBezTo>
                  <a:pt x="10425109" y="954068"/>
                  <a:pt x="10456512" y="932086"/>
                  <a:pt x="10481634" y="884982"/>
                </a:cubicBezTo>
                <a:cubicBezTo>
                  <a:pt x="10484774" y="919525"/>
                  <a:pt x="10494195" y="954068"/>
                  <a:pt x="10513037" y="954068"/>
                </a:cubicBezTo>
                <a:cubicBezTo>
                  <a:pt x="10547580" y="954068"/>
                  <a:pt x="10553860" y="778212"/>
                  <a:pt x="10578983" y="778212"/>
                </a:cubicBezTo>
                <a:cubicBezTo>
                  <a:pt x="10597824" y="778212"/>
                  <a:pt x="10582123" y="969769"/>
                  <a:pt x="10632367" y="969769"/>
                </a:cubicBezTo>
                <a:cubicBezTo>
                  <a:pt x="10676331" y="969769"/>
                  <a:pt x="10685752" y="800194"/>
                  <a:pt x="10704594" y="800194"/>
                </a:cubicBezTo>
                <a:cubicBezTo>
                  <a:pt x="10720295" y="800194"/>
                  <a:pt x="10720295" y="954068"/>
                  <a:pt x="10767400" y="954068"/>
                </a:cubicBezTo>
                <a:cubicBezTo>
                  <a:pt x="10789381" y="954068"/>
                  <a:pt x="10817644" y="925805"/>
                  <a:pt x="10830205" y="866140"/>
                </a:cubicBezTo>
                <a:cubicBezTo>
                  <a:pt x="10836486" y="903823"/>
                  <a:pt x="10855327" y="954068"/>
                  <a:pt x="10893011" y="954068"/>
                </a:cubicBezTo>
                <a:cubicBezTo>
                  <a:pt x="10914993" y="954068"/>
                  <a:pt x="10933834" y="932086"/>
                  <a:pt x="10949536" y="900683"/>
                </a:cubicBezTo>
                <a:cubicBezTo>
                  <a:pt x="10952676" y="932086"/>
                  <a:pt x="10962097" y="954068"/>
                  <a:pt x="10980939" y="954068"/>
                </a:cubicBezTo>
                <a:cubicBezTo>
                  <a:pt x="11024903" y="954068"/>
                  <a:pt x="11024903" y="778212"/>
                  <a:pt x="11059446" y="778212"/>
                </a:cubicBezTo>
                <a:cubicBezTo>
                  <a:pt x="11087708" y="778212"/>
                  <a:pt x="11078287" y="954068"/>
                  <a:pt x="11144233" y="954068"/>
                </a:cubicBezTo>
                <a:cubicBezTo>
                  <a:pt x="11175636" y="954068"/>
                  <a:pt x="11191337" y="928946"/>
                  <a:pt x="11197618" y="894402"/>
                </a:cubicBezTo>
                <a:cubicBezTo>
                  <a:pt x="11210179" y="944647"/>
                  <a:pt x="11229021" y="954068"/>
                  <a:pt x="11244722" y="954068"/>
                </a:cubicBezTo>
                <a:cubicBezTo>
                  <a:pt x="11254143" y="954068"/>
                  <a:pt x="11263564" y="950928"/>
                  <a:pt x="11272985" y="938366"/>
                </a:cubicBezTo>
                <a:cubicBezTo>
                  <a:pt x="11219600" y="916384"/>
                  <a:pt x="11225881" y="837877"/>
                  <a:pt x="11225881" y="784493"/>
                </a:cubicBezTo>
                <a:cubicBezTo>
                  <a:pt x="11225881" y="759370"/>
                  <a:pt x="11222740" y="740529"/>
                  <a:pt x="11207039" y="740529"/>
                </a:cubicBezTo>
                <a:cubicBezTo>
                  <a:pt x="11197618" y="740529"/>
                  <a:pt x="11194478" y="740529"/>
                  <a:pt x="11188197" y="743669"/>
                </a:cubicBezTo>
                <a:cubicBezTo>
                  <a:pt x="11194478" y="834737"/>
                  <a:pt x="11172496" y="913244"/>
                  <a:pt x="11147374" y="913244"/>
                </a:cubicBezTo>
                <a:cubicBezTo>
                  <a:pt x="11115971" y="913244"/>
                  <a:pt x="11131672" y="721687"/>
                  <a:pt x="11062586" y="721687"/>
                </a:cubicBezTo>
                <a:cubicBezTo>
                  <a:pt x="10999780" y="721687"/>
                  <a:pt x="10990359" y="875561"/>
                  <a:pt x="10984079" y="875561"/>
                </a:cubicBezTo>
                <a:cubicBezTo>
                  <a:pt x="10977798" y="875561"/>
                  <a:pt x="10977798" y="834737"/>
                  <a:pt x="10977798" y="803334"/>
                </a:cubicBezTo>
                <a:cubicBezTo>
                  <a:pt x="10980939" y="787633"/>
                  <a:pt x="10980939" y="775072"/>
                  <a:pt x="10980939" y="765651"/>
                </a:cubicBezTo>
                <a:cubicBezTo>
                  <a:pt x="10980939" y="749950"/>
                  <a:pt x="10974658" y="727968"/>
                  <a:pt x="10943255" y="740529"/>
                </a:cubicBezTo>
                <a:cubicBezTo>
                  <a:pt x="10943255" y="850439"/>
                  <a:pt x="10921273" y="916384"/>
                  <a:pt x="10896151" y="916384"/>
                </a:cubicBezTo>
                <a:cubicBezTo>
                  <a:pt x="10858468" y="916384"/>
                  <a:pt x="10858468" y="815895"/>
                  <a:pt x="10858468" y="790773"/>
                </a:cubicBezTo>
                <a:cubicBezTo>
                  <a:pt x="10858468" y="762511"/>
                  <a:pt x="10861608" y="727968"/>
                  <a:pt x="10820784" y="740529"/>
                </a:cubicBezTo>
                <a:cubicBezTo>
                  <a:pt x="10814504" y="834737"/>
                  <a:pt x="10789381" y="906964"/>
                  <a:pt x="10773680" y="906964"/>
                </a:cubicBezTo>
                <a:cubicBezTo>
                  <a:pt x="10754838" y="906964"/>
                  <a:pt x="10757979" y="740529"/>
                  <a:pt x="10707734" y="740529"/>
                </a:cubicBezTo>
                <a:cubicBezTo>
                  <a:pt x="10660630" y="740529"/>
                  <a:pt x="10648069" y="897543"/>
                  <a:pt x="10638648" y="897543"/>
                </a:cubicBezTo>
                <a:cubicBezTo>
                  <a:pt x="10622947" y="897543"/>
                  <a:pt x="10644929" y="721687"/>
                  <a:pt x="10578983" y="721687"/>
                </a:cubicBezTo>
                <a:cubicBezTo>
                  <a:pt x="10544440" y="721687"/>
                  <a:pt x="10531879" y="781352"/>
                  <a:pt x="10516177" y="847298"/>
                </a:cubicBezTo>
                <a:cubicBezTo>
                  <a:pt x="10513037" y="859859"/>
                  <a:pt x="10509897" y="859859"/>
                  <a:pt x="10509897" y="847298"/>
                </a:cubicBezTo>
                <a:cubicBezTo>
                  <a:pt x="10509897" y="834737"/>
                  <a:pt x="10509897" y="822176"/>
                  <a:pt x="10509897" y="809615"/>
                </a:cubicBezTo>
                <a:cubicBezTo>
                  <a:pt x="10525598" y="743669"/>
                  <a:pt x="10506756" y="718547"/>
                  <a:pt x="10475353" y="737388"/>
                </a:cubicBezTo>
                <a:cubicBezTo>
                  <a:pt x="10484774" y="859859"/>
                  <a:pt x="10428249" y="919525"/>
                  <a:pt x="10387426" y="919525"/>
                </a:cubicBezTo>
                <a:cubicBezTo>
                  <a:pt x="10371724" y="919525"/>
                  <a:pt x="10359163" y="913244"/>
                  <a:pt x="10349742" y="903823"/>
                </a:cubicBezTo>
                <a:cubicBezTo>
                  <a:pt x="10399987" y="872421"/>
                  <a:pt x="10425109" y="834737"/>
                  <a:pt x="10425109" y="800194"/>
                </a:cubicBezTo>
                <a:cubicBezTo>
                  <a:pt x="10425109" y="762511"/>
                  <a:pt x="10403127" y="740529"/>
                  <a:pt x="10365444" y="740529"/>
                </a:cubicBezTo>
                <a:cubicBezTo>
                  <a:pt x="10315199" y="740529"/>
                  <a:pt x="10286937" y="793913"/>
                  <a:pt x="10286937" y="837877"/>
                </a:cubicBezTo>
                <a:cubicBezTo>
                  <a:pt x="10286937" y="863000"/>
                  <a:pt x="10290077" y="881841"/>
                  <a:pt x="10299498" y="900683"/>
                </a:cubicBezTo>
                <a:cubicBezTo>
                  <a:pt x="10280656" y="910104"/>
                  <a:pt x="10264955" y="916384"/>
                  <a:pt x="10249253" y="922665"/>
                </a:cubicBezTo>
                <a:cubicBezTo>
                  <a:pt x="10249253" y="875561"/>
                  <a:pt x="10242973" y="828457"/>
                  <a:pt x="10239832" y="784493"/>
                </a:cubicBezTo>
                <a:cubicBezTo>
                  <a:pt x="10211570" y="778212"/>
                  <a:pt x="10205289" y="790773"/>
                  <a:pt x="10202149" y="815895"/>
                </a:cubicBezTo>
                <a:cubicBezTo>
                  <a:pt x="10192728" y="863000"/>
                  <a:pt x="10173886" y="897543"/>
                  <a:pt x="10155045" y="897543"/>
                </a:cubicBezTo>
                <a:cubicBezTo>
                  <a:pt x="10142484" y="897543"/>
                  <a:pt x="10133063" y="881841"/>
                  <a:pt x="10133063" y="863000"/>
                </a:cubicBezTo>
                <a:cubicBezTo>
                  <a:pt x="10126782" y="775072"/>
                  <a:pt x="10199009" y="749950"/>
                  <a:pt x="10236692" y="762511"/>
                </a:cubicBezTo>
                <a:cubicBezTo>
                  <a:pt x="10242973" y="743669"/>
                  <a:pt x="10236692" y="727968"/>
                  <a:pt x="10202149" y="727968"/>
                </a:cubicBezTo>
                <a:cubicBezTo>
                  <a:pt x="10161325" y="727968"/>
                  <a:pt x="10129923" y="753090"/>
                  <a:pt x="10107941" y="784493"/>
                </a:cubicBezTo>
                <a:cubicBezTo>
                  <a:pt x="10092239" y="806475"/>
                  <a:pt x="10076538" y="822176"/>
                  <a:pt x="10051415" y="841018"/>
                </a:cubicBezTo>
                <a:cubicBezTo>
                  <a:pt x="10051415" y="834737"/>
                  <a:pt x="10051415" y="831597"/>
                  <a:pt x="10051415" y="825316"/>
                </a:cubicBezTo>
                <a:cubicBezTo>
                  <a:pt x="10051415" y="762511"/>
                  <a:pt x="10016872" y="734248"/>
                  <a:pt x="9985470" y="734248"/>
                </a:cubicBezTo>
                <a:cubicBezTo>
                  <a:pt x="9957207" y="734248"/>
                  <a:pt x="9941506" y="749950"/>
                  <a:pt x="9932085" y="775072"/>
                </a:cubicBezTo>
                <a:cubicBezTo>
                  <a:pt x="9928945" y="753090"/>
                  <a:pt x="9925804" y="740529"/>
                  <a:pt x="9910103" y="740529"/>
                </a:cubicBezTo>
                <a:cubicBezTo>
                  <a:pt x="9903822" y="740529"/>
                  <a:pt x="9894401" y="743669"/>
                  <a:pt x="9884981" y="746809"/>
                </a:cubicBezTo>
                <a:cubicBezTo>
                  <a:pt x="9888121" y="759370"/>
                  <a:pt x="9891261" y="790773"/>
                  <a:pt x="9891261" y="812755"/>
                </a:cubicBezTo>
                <a:cubicBezTo>
                  <a:pt x="9891261" y="888122"/>
                  <a:pt x="9869279" y="922665"/>
                  <a:pt x="9850437" y="922665"/>
                </a:cubicBezTo>
                <a:cubicBezTo>
                  <a:pt x="9825315" y="922665"/>
                  <a:pt x="9822175" y="834737"/>
                  <a:pt x="9822175" y="800194"/>
                </a:cubicBezTo>
                <a:cubicBezTo>
                  <a:pt x="9819035" y="800194"/>
                  <a:pt x="9815894" y="797054"/>
                  <a:pt x="9809614" y="797054"/>
                </a:cubicBezTo>
                <a:cubicBezTo>
                  <a:pt x="9787632" y="797054"/>
                  <a:pt x="9784492" y="825316"/>
                  <a:pt x="9781351" y="853579"/>
                </a:cubicBezTo>
                <a:cubicBezTo>
                  <a:pt x="9775071" y="881841"/>
                  <a:pt x="9759369" y="919525"/>
                  <a:pt x="9734247" y="919525"/>
                </a:cubicBezTo>
                <a:cubicBezTo>
                  <a:pt x="9718546" y="919525"/>
                  <a:pt x="9709125" y="903823"/>
                  <a:pt x="9709125" y="878701"/>
                </a:cubicBezTo>
                <a:cubicBezTo>
                  <a:pt x="9702844" y="822176"/>
                  <a:pt x="9749949" y="759370"/>
                  <a:pt x="9819035" y="778212"/>
                </a:cubicBezTo>
                <a:cubicBezTo>
                  <a:pt x="9825315" y="759370"/>
                  <a:pt x="9812754" y="740529"/>
                  <a:pt x="9784492" y="740529"/>
                </a:cubicBezTo>
                <a:cubicBezTo>
                  <a:pt x="9734247" y="740529"/>
                  <a:pt x="9690283" y="781352"/>
                  <a:pt x="9674582" y="825316"/>
                </a:cubicBezTo>
                <a:cubicBezTo>
                  <a:pt x="9655740" y="866140"/>
                  <a:pt x="9621197" y="925805"/>
                  <a:pt x="9555251" y="925805"/>
                </a:cubicBezTo>
                <a:cubicBezTo>
                  <a:pt x="9508147" y="925805"/>
                  <a:pt x="9473604" y="884982"/>
                  <a:pt x="9473604" y="800194"/>
                </a:cubicBezTo>
                <a:cubicBezTo>
                  <a:pt x="9473604" y="727968"/>
                  <a:pt x="9520708" y="655741"/>
                  <a:pt x="9567812" y="655741"/>
                </a:cubicBezTo>
                <a:cubicBezTo>
                  <a:pt x="9602355" y="655741"/>
                  <a:pt x="9611776" y="690284"/>
                  <a:pt x="9608636" y="721687"/>
                </a:cubicBezTo>
                <a:cubicBezTo>
                  <a:pt x="9627478" y="737388"/>
                  <a:pt x="9655740" y="721687"/>
                  <a:pt x="9655740" y="687144"/>
                </a:cubicBezTo>
                <a:cubicBezTo>
                  <a:pt x="9655740" y="662022"/>
                  <a:pt x="9636898" y="621198"/>
                  <a:pt x="9570952" y="621198"/>
                </a:cubicBezTo>
                <a:close/>
                <a:moveTo>
                  <a:pt x="11503938" y="612538"/>
                </a:moveTo>
                <a:cubicBezTo>
                  <a:pt x="11456741" y="669501"/>
                  <a:pt x="11291551" y="712570"/>
                  <a:pt x="11291551" y="832051"/>
                </a:cubicBezTo>
                <a:cubicBezTo>
                  <a:pt x="11291551" y="879288"/>
                  <a:pt x="11320702" y="923747"/>
                  <a:pt x="11365123" y="940418"/>
                </a:cubicBezTo>
                <a:cubicBezTo>
                  <a:pt x="11390110" y="950144"/>
                  <a:pt x="11415096" y="950144"/>
                  <a:pt x="11440083" y="941808"/>
                </a:cubicBezTo>
                <a:lnTo>
                  <a:pt x="11444304" y="939708"/>
                </a:lnTo>
                <a:lnTo>
                  <a:pt x="11445324" y="939542"/>
                </a:lnTo>
                <a:cubicBezTo>
                  <a:pt x="11456276" y="936118"/>
                  <a:pt x="11466199" y="930980"/>
                  <a:pt x="11475268" y="924644"/>
                </a:cubicBezTo>
                <a:lnTo>
                  <a:pt x="11494474" y="907542"/>
                </a:lnTo>
                <a:lnTo>
                  <a:pt x="11488753" y="926162"/>
                </a:lnTo>
                <a:lnTo>
                  <a:pt x="11464846" y="951842"/>
                </a:lnTo>
                <a:lnTo>
                  <a:pt x="11432834" y="964214"/>
                </a:lnTo>
                <a:lnTo>
                  <a:pt x="11433416" y="964508"/>
                </a:lnTo>
                <a:lnTo>
                  <a:pt x="11427416" y="966826"/>
                </a:lnTo>
                <a:cubicBezTo>
                  <a:pt x="11435751" y="975167"/>
                  <a:pt x="11455198" y="980728"/>
                  <a:pt x="11478812" y="980728"/>
                </a:cubicBezTo>
                <a:cubicBezTo>
                  <a:pt x="11521873" y="980728"/>
                  <a:pt x="11574657" y="968216"/>
                  <a:pt x="11601049" y="940412"/>
                </a:cubicBezTo>
                <a:lnTo>
                  <a:pt x="11600229" y="940299"/>
                </a:lnTo>
                <a:lnTo>
                  <a:pt x="11604054" y="938167"/>
                </a:lnTo>
                <a:cubicBezTo>
                  <a:pt x="11586248" y="938852"/>
                  <a:pt x="11571523" y="933368"/>
                  <a:pt x="11561078" y="923772"/>
                </a:cubicBezTo>
                <a:lnTo>
                  <a:pt x="11546930" y="891807"/>
                </a:lnTo>
                <a:lnTo>
                  <a:pt x="11567885" y="908611"/>
                </a:lnTo>
                <a:cubicBezTo>
                  <a:pt x="11578129" y="913304"/>
                  <a:pt x="11589242" y="915389"/>
                  <a:pt x="11601049" y="915389"/>
                </a:cubicBezTo>
                <a:cubicBezTo>
                  <a:pt x="11619281" y="915389"/>
                  <a:pt x="11636145" y="909719"/>
                  <a:pt x="11650104" y="900067"/>
                </a:cubicBezTo>
                <a:lnTo>
                  <a:pt x="11650828" y="899169"/>
                </a:lnTo>
                <a:lnTo>
                  <a:pt x="11652427" y="898382"/>
                </a:lnTo>
                <a:cubicBezTo>
                  <a:pt x="11666192" y="888863"/>
                  <a:pt x="11677091" y="875417"/>
                  <a:pt x="11683608" y="859705"/>
                </a:cubicBezTo>
                <a:lnTo>
                  <a:pt x="11690343" y="825792"/>
                </a:lnTo>
                <a:lnTo>
                  <a:pt x="11690350" y="825831"/>
                </a:lnTo>
                <a:lnTo>
                  <a:pt x="11690350" y="825754"/>
                </a:lnTo>
                <a:lnTo>
                  <a:pt x="11690350" y="823091"/>
                </a:lnTo>
                <a:cubicBezTo>
                  <a:pt x="11690350" y="768290"/>
                  <a:pt x="11662973" y="721710"/>
                  <a:pt x="11623276" y="684719"/>
                </a:cubicBezTo>
                <a:cubicBezTo>
                  <a:pt x="11608219" y="670334"/>
                  <a:pt x="11591450" y="658004"/>
                  <a:pt x="11573655" y="647215"/>
                </a:cubicBezTo>
                <a:lnTo>
                  <a:pt x="11570681" y="645708"/>
                </a:lnTo>
                <a:lnTo>
                  <a:pt x="11570221" y="645361"/>
                </a:lnTo>
                <a:cubicBezTo>
                  <a:pt x="11552175" y="634420"/>
                  <a:pt x="11533088" y="625042"/>
                  <a:pt x="11513655" y="616706"/>
                </a:cubicBezTo>
                <a:cubicBezTo>
                  <a:pt x="11510878" y="615317"/>
                  <a:pt x="11508102" y="613928"/>
                  <a:pt x="11503938" y="612538"/>
                </a:cubicBezTo>
                <a:close/>
                <a:moveTo>
                  <a:pt x="0" y="0"/>
                </a:moveTo>
                <a:lnTo>
                  <a:pt x="12192000" y="0"/>
                </a:lnTo>
                <a:lnTo>
                  <a:pt x="12192000" y="6858000"/>
                </a:lnTo>
                <a:lnTo>
                  <a:pt x="0" y="6858000"/>
                </a:lnTo>
                <a:close/>
              </a:path>
            </a:pathLst>
          </a:custGeom>
          <a:solidFill>
            <a:schemeClr val="accent4"/>
          </a:solidFill>
        </p:spPr>
        <p:txBody>
          <a:bodyPr wrap="square">
            <a:noAutofit/>
          </a:bodyPr>
          <a:lstStyle>
            <a:lvl1pPr>
              <a:defRPr>
                <a:solidFill>
                  <a:schemeClr val="tx1">
                    <a:lumMod val="50000"/>
                    <a:lumOff val="50000"/>
                  </a:schemeClr>
                </a:solidFill>
              </a:defRPr>
            </a:lvl1pPr>
          </a:lstStyle>
          <a:p>
            <a:r>
              <a:rPr lang="de-DE"/>
              <a:t>Insert Picture and send </a:t>
            </a:r>
            <a:r>
              <a:rPr lang="de-DE" err="1"/>
              <a:t>to</a:t>
            </a:r>
            <a:r>
              <a:rPr lang="de-DE"/>
              <a:t> back</a:t>
            </a:r>
          </a:p>
        </p:txBody>
      </p:sp>
      <p:sp>
        <p:nvSpPr>
          <p:cNvPr id="3" name="Subtitle">
            <a:extLst>
              <a:ext uri="{FF2B5EF4-FFF2-40B4-BE49-F238E27FC236}">
                <a16:creationId xmlns:a16="http://schemas.microsoft.com/office/drawing/2014/main" id="{81D5C5CA-E0F9-4194-9FD7-26150AB2A870}"/>
              </a:ext>
            </a:extLst>
          </p:cNvPr>
          <p:cNvSpPr>
            <a:spLocks noGrp="1"/>
          </p:cNvSpPr>
          <p:nvPr>
            <p:ph type="subTitle" idx="1"/>
          </p:nvPr>
        </p:nvSpPr>
        <p:spPr>
          <a:xfrm>
            <a:off x="404813" y="4561383"/>
            <a:ext cx="11386134" cy="307777"/>
          </a:xfrm>
        </p:spPr>
        <p:txBody>
          <a:bodyPr wrap="square" lIns="36000" tIns="0" rIns="36000">
            <a:spAutoFit/>
          </a:bodyPr>
          <a:lstStyle>
            <a:lvl1pPr marL="0" indent="0" algn="l">
              <a:buNone/>
              <a:defRPr sz="200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GB"/>
          </a:p>
        </p:txBody>
      </p:sp>
      <p:sp>
        <p:nvSpPr>
          <p:cNvPr id="2" name="Title">
            <a:extLst>
              <a:ext uri="{FF2B5EF4-FFF2-40B4-BE49-F238E27FC236}">
                <a16:creationId xmlns:a16="http://schemas.microsoft.com/office/drawing/2014/main" id="{A5A39C93-A915-45D6-953A-AAC473CA2FEC}"/>
              </a:ext>
            </a:extLst>
          </p:cNvPr>
          <p:cNvSpPr>
            <a:spLocks noGrp="1"/>
          </p:cNvSpPr>
          <p:nvPr>
            <p:ph type="ctrTitle"/>
          </p:nvPr>
        </p:nvSpPr>
        <p:spPr>
          <a:xfrm>
            <a:off x="404813" y="2847127"/>
            <a:ext cx="11386134" cy="1661993"/>
          </a:xfrm>
        </p:spPr>
        <p:txBody>
          <a:bodyPr wrap="square" lIns="36000" rIns="36000" bIns="0" anchor="b" anchorCtr="0">
            <a:spAutoFit/>
          </a:bodyPr>
          <a:lstStyle>
            <a:lvl1pPr algn="l">
              <a:lnSpc>
                <a:spcPct val="90000"/>
              </a:lnSpc>
              <a:defRPr sz="6000" b="1" baseline="0">
                <a:solidFill>
                  <a:schemeClr val="bg1"/>
                </a:solidFill>
                <a:latin typeface="Ubuntu" panose="020B0504030602030204" pitchFamily="34" charset="0"/>
              </a:defRPr>
            </a:lvl1pPr>
          </a:lstStyle>
          <a:p>
            <a:r>
              <a:rPr lang="en-US"/>
              <a:t>Click to edit Master title style</a:t>
            </a:r>
            <a:endParaRPr lang="en-GB"/>
          </a:p>
        </p:txBody>
      </p:sp>
      <p:pic>
        <p:nvPicPr>
          <p:cNvPr id="6" name="Image 5" descr="Une image contenant texte&#10;&#10;Description générée automatiquement">
            <a:extLst>
              <a:ext uri="{FF2B5EF4-FFF2-40B4-BE49-F238E27FC236}">
                <a16:creationId xmlns:a16="http://schemas.microsoft.com/office/drawing/2014/main" id="{4E7913BD-2F2A-43EA-9355-0DD8C035B5EB}"/>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9014016" y="246471"/>
            <a:ext cx="3078000" cy="1248074"/>
          </a:xfrm>
          <a:prstGeom prst="rect">
            <a:avLst/>
          </a:prstGeom>
        </p:spPr>
      </p:pic>
    </p:spTree>
    <p:extLst>
      <p:ext uri="{BB962C8B-B14F-4D97-AF65-F5344CB8AC3E}">
        <p14:creationId xmlns:p14="http://schemas.microsoft.com/office/powerpoint/2010/main" val="1374317356"/>
      </p:ext>
    </p:extLst>
  </p:cSld>
  <p:clrMapOvr>
    <a:masterClrMapping/>
  </p:clrMapOvr>
  <p:extLst>
    <p:ext uri="{DCECCB84-F9BA-43D5-87BE-67443E8EF086}">
      <p15:sldGuideLst xmlns:p15="http://schemas.microsoft.com/office/powerpoint/2012/main"/>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Titre et contenu">
    <p:spTree>
      <p:nvGrpSpPr>
        <p:cNvPr id="1" name=""/>
        <p:cNvGrpSpPr/>
        <p:nvPr/>
      </p:nvGrpSpPr>
      <p:grpSpPr>
        <a:xfrm>
          <a:off x="0" y="0"/>
          <a:ext cx="0" cy="0"/>
          <a:chOff x="0" y="0"/>
          <a:chExt cx="0" cy="0"/>
        </a:xfrm>
      </p:grpSpPr>
      <p:sp>
        <p:nvSpPr>
          <p:cNvPr id="4" name="Text Placeholder 3"/>
          <p:cNvSpPr>
            <a:spLocks noGrp="1"/>
          </p:cNvSpPr>
          <p:nvPr>
            <p:ph type="body" sz="quarter" idx="10"/>
          </p:nvPr>
        </p:nvSpPr>
        <p:spPr>
          <a:xfrm>
            <a:off x="404812" y="1261872"/>
            <a:ext cx="11379201" cy="502261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1" name="Title 10">
            <a:extLst>
              <a:ext uri="{FF2B5EF4-FFF2-40B4-BE49-F238E27FC236}">
                <a16:creationId xmlns:a16="http://schemas.microsoft.com/office/drawing/2014/main" id="{006B5C2B-B0BF-4136-9EC7-0E7F54D1D264}"/>
              </a:ext>
            </a:extLst>
          </p:cNvPr>
          <p:cNvSpPr>
            <a:spLocks noGrp="1"/>
          </p:cNvSpPr>
          <p:nvPr>
            <p:ph type="title"/>
          </p:nvPr>
        </p:nvSpPr>
        <p:spPr/>
        <p:txBody>
          <a:bodyPr/>
          <a:lstStyle/>
          <a:p>
            <a:r>
              <a:rPr lang="en-US"/>
              <a:t>Click to edit Master title style</a:t>
            </a:r>
            <a:endParaRPr lang="en-GB"/>
          </a:p>
        </p:txBody>
      </p:sp>
    </p:spTree>
    <p:extLst>
      <p:ext uri="{BB962C8B-B14F-4D97-AF65-F5344CB8AC3E}">
        <p14:creationId xmlns:p14="http://schemas.microsoft.com/office/powerpoint/2010/main" val="55081809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Title, subtitle and content ">
    <p:spTree>
      <p:nvGrpSpPr>
        <p:cNvPr id="1" name=""/>
        <p:cNvGrpSpPr/>
        <p:nvPr/>
      </p:nvGrpSpPr>
      <p:grpSpPr>
        <a:xfrm>
          <a:off x="0" y="0"/>
          <a:ext cx="0" cy="0"/>
          <a:chOff x="0" y="0"/>
          <a:chExt cx="0" cy="0"/>
        </a:xfrm>
      </p:grpSpPr>
      <p:sp>
        <p:nvSpPr>
          <p:cNvPr id="4" name="Text Placeholder 3"/>
          <p:cNvSpPr>
            <a:spLocks noGrp="1"/>
          </p:cNvSpPr>
          <p:nvPr>
            <p:ph type="body" sz="quarter" idx="10"/>
          </p:nvPr>
        </p:nvSpPr>
        <p:spPr>
          <a:xfrm>
            <a:off x="404812" y="1899138"/>
            <a:ext cx="11379201" cy="457067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Espace réservé du texte 4"/>
          <p:cNvSpPr>
            <a:spLocks noGrp="1"/>
          </p:cNvSpPr>
          <p:nvPr>
            <p:ph type="body" sz="quarter" idx="11" hasCustomPrompt="1"/>
          </p:nvPr>
        </p:nvSpPr>
        <p:spPr>
          <a:xfrm>
            <a:off x="404813" y="1327150"/>
            <a:ext cx="11379200" cy="457688"/>
          </a:xfrm>
          <a:prstGeom prst="rect">
            <a:avLst/>
          </a:prstGeom>
        </p:spPr>
        <p:txBody>
          <a:bodyPr/>
          <a:lstStyle>
            <a:lvl1pPr>
              <a:defRPr>
                <a:solidFill>
                  <a:schemeClr val="accent2"/>
                </a:solidFill>
              </a:defRPr>
            </a:lvl1pPr>
          </a:lstStyle>
          <a:p>
            <a:pPr lvl="0"/>
            <a:r>
              <a:rPr lang="en-US"/>
              <a:t>Click to edit Master subtitle styles</a:t>
            </a:r>
          </a:p>
        </p:txBody>
      </p:sp>
      <p:sp>
        <p:nvSpPr>
          <p:cNvPr id="2" name="Title 1">
            <a:extLst>
              <a:ext uri="{FF2B5EF4-FFF2-40B4-BE49-F238E27FC236}">
                <a16:creationId xmlns:a16="http://schemas.microsoft.com/office/drawing/2014/main" id="{171054D7-80F5-442C-9F9E-FCC6CF14C5F1}"/>
              </a:ext>
            </a:extLst>
          </p:cNvPr>
          <p:cNvSpPr>
            <a:spLocks noGrp="1"/>
          </p:cNvSpPr>
          <p:nvPr>
            <p:ph type="title"/>
          </p:nvPr>
        </p:nvSpPr>
        <p:spPr/>
        <p:txBody>
          <a:bodyPr/>
          <a:lstStyle/>
          <a:p>
            <a:r>
              <a:rPr lang="en-US"/>
              <a:t>Click to edit Master title style</a:t>
            </a:r>
            <a:endParaRPr lang="de-DE"/>
          </a:p>
        </p:txBody>
      </p:sp>
    </p:spTree>
    <p:extLst>
      <p:ext uri="{BB962C8B-B14F-4D97-AF65-F5344CB8AC3E}">
        <p14:creationId xmlns:p14="http://schemas.microsoft.com/office/powerpoint/2010/main" val="224358952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Title and subtitle">
    <p:spTree>
      <p:nvGrpSpPr>
        <p:cNvPr id="1" name=""/>
        <p:cNvGrpSpPr/>
        <p:nvPr/>
      </p:nvGrpSpPr>
      <p:grpSpPr>
        <a:xfrm>
          <a:off x="0" y="0"/>
          <a:ext cx="0" cy="0"/>
          <a:chOff x="0" y="0"/>
          <a:chExt cx="0" cy="0"/>
        </a:xfrm>
      </p:grpSpPr>
      <p:sp>
        <p:nvSpPr>
          <p:cNvPr id="5" name="Espace réservé du texte 4"/>
          <p:cNvSpPr>
            <a:spLocks noGrp="1"/>
          </p:cNvSpPr>
          <p:nvPr>
            <p:ph type="body" sz="quarter" idx="11" hasCustomPrompt="1"/>
          </p:nvPr>
        </p:nvSpPr>
        <p:spPr>
          <a:xfrm>
            <a:off x="404813" y="1327150"/>
            <a:ext cx="11379200" cy="457688"/>
          </a:xfrm>
          <a:prstGeom prst="rect">
            <a:avLst/>
          </a:prstGeom>
        </p:spPr>
        <p:txBody>
          <a:bodyPr/>
          <a:lstStyle>
            <a:lvl1pPr>
              <a:defRPr>
                <a:solidFill>
                  <a:schemeClr val="accent2"/>
                </a:solidFill>
              </a:defRPr>
            </a:lvl1pPr>
          </a:lstStyle>
          <a:p>
            <a:pPr lvl="0"/>
            <a:r>
              <a:rPr lang="en-US"/>
              <a:t>Click to edit Master subtitle styles</a:t>
            </a:r>
          </a:p>
        </p:txBody>
      </p:sp>
      <p:sp>
        <p:nvSpPr>
          <p:cNvPr id="2" name="Title 1">
            <a:extLst>
              <a:ext uri="{FF2B5EF4-FFF2-40B4-BE49-F238E27FC236}">
                <a16:creationId xmlns:a16="http://schemas.microsoft.com/office/drawing/2014/main" id="{171054D7-80F5-442C-9F9E-FCC6CF14C5F1}"/>
              </a:ext>
            </a:extLst>
          </p:cNvPr>
          <p:cNvSpPr>
            <a:spLocks noGrp="1"/>
          </p:cNvSpPr>
          <p:nvPr>
            <p:ph type="title"/>
          </p:nvPr>
        </p:nvSpPr>
        <p:spPr/>
        <p:txBody>
          <a:bodyPr/>
          <a:lstStyle/>
          <a:p>
            <a:r>
              <a:rPr lang="en-US"/>
              <a:t>Click to edit Master title style</a:t>
            </a:r>
            <a:endParaRPr lang="de-DE"/>
          </a:p>
        </p:txBody>
      </p:sp>
    </p:spTree>
    <p:extLst>
      <p:ext uri="{BB962C8B-B14F-4D97-AF65-F5344CB8AC3E}">
        <p14:creationId xmlns:p14="http://schemas.microsoft.com/office/powerpoint/2010/main" val="104203169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Content two columns">
    <p:spTree>
      <p:nvGrpSpPr>
        <p:cNvPr id="1" name=""/>
        <p:cNvGrpSpPr/>
        <p:nvPr/>
      </p:nvGrpSpPr>
      <p:grpSpPr>
        <a:xfrm>
          <a:off x="0" y="0"/>
          <a:ext cx="0" cy="0"/>
          <a:chOff x="0" y="0"/>
          <a:chExt cx="0" cy="0"/>
        </a:xfrm>
      </p:grpSpPr>
      <p:sp>
        <p:nvSpPr>
          <p:cNvPr id="8" name="Text Placeholder 7">
            <a:extLst>
              <a:ext uri="{FF2B5EF4-FFF2-40B4-BE49-F238E27FC236}">
                <a16:creationId xmlns:a16="http://schemas.microsoft.com/office/drawing/2014/main" id="{27CE2609-37DA-4C4C-BF45-E56CE85AA41D}"/>
              </a:ext>
            </a:extLst>
          </p:cNvPr>
          <p:cNvSpPr>
            <a:spLocks noGrp="1"/>
          </p:cNvSpPr>
          <p:nvPr>
            <p:ph type="body" sz="quarter" idx="10"/>
          </p:nvPr>
        </p:nvSpPr>
        <p:spPr>
          <a:xfrm>
            <a:off x="404812" y="2205318"/>
            <a:ext cx="5600701" cy="4257394"/>
          </a:xfrm>
          <a:prstGeom prst="rect">
            <a:avLst/>
          </a:prstGeom>
        </p:spPr>
        <p:txBody>
          <a:bodyPr>
            <a:noAutofit/>
          </a:bodyPr>
          <a:lstStyle>
            <a:lvl1pPr>
              <a:lnSpc>
                <a:spcPct val="100000"/>
              </a:lnSpc>
              <a:spcBef>
                <a:spcPts val="0"/>
              </a:spcBef>
              <a:spcAft>
                <a:spcPts val="600"/>
              </a:spcAft>
              <a:defRPr sz="1600"/>
            </a:lvl1pPr>
            <a:lvl2pPr>
              <a:lnSpc>
                <a:spcPct val="100000"/>
              </a:lnSpc>
              <a:spcBef>
                <a:spcPts val="0"/>
              </a:spcBef>
              <a:spcAft>
                <a:spcPts val="600"/>
              </a:spcAft>
              <a:defRPr sz="1600"/>
            </a:lvl2pPr>
            <a:lvl3pPr>
              <a:lnSpc>
                <a:spcPct val="100000"/>
              </a:lnSpc>
              <a:spcBef>
                <a:spcPts val="0"/>
              </a:spcBef>
              <a:spcAft>
                <a:spcPts val="600"/>
              </a:spcAft>
              <a:defRPr sz="1600"/>
            </a:lvl3pPr>
            <a:lvl4pPr>
              <a:lnSpc>
                <a:spcPct val="100000"/>
              </a:lnSpc>
              <a:spcBef>
                <a:spcPts val="0"/>
              </a:spcBef>
              <a:spcAft>
                <a:spcPts val="600"/>
              </a:spcAft>
              <a:defRPr sz="1600"/>
            </a:lvl4pPr>
            <a:lvl5pPr>
              <a:lnSpc>
                <a:spcPct val="100000"/>
              </a:lnSpc>
              <a:spcBef>
                <a:spcPts val="0"/>
              </a:spcBef>
              <a:spcAft>
                <a:spcPts val="600"/>
              </a:spcAft>
              <a:defRPr sz="16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3" name="Text Placeholder 7">
            <a:extLst>
              <a:ext uri="{FF2B5EF4-FFF2-40B4-BE49-F238E27FC236}">
                <a16:creationId xmlns:a16="http://schemas.microsoft.com/office/drawing/2014/main" id="{D8D7F005-BA7C-423E-87B0-6782D88233F6}"/>
              </a:ext>
            </a:extLst>
          </p:cNvPr>
          <p:cNvSpPr>
            <a:spLocks noGrp="1"/>
          </p:cNvSpPr>
          <p:nvPr>
            <p:ph type="body" sz="quarter" idx="12" hasCustomPrompt="1"/>
          </p:nvPr>
        </p:nvSpPr>
        <p:spPr>
          <a:xfrm>
            <a:off x="404812" y="1327151"/>
            <a:ext cx="5600701" cy="743987"/>
          </a:xfrm>
          <a:prstGeom prst="rect">
            <a:avLst/>
          </a:prstGeom>
        </p:spPr>
        <p:txBody>
          <a:bodyPr anchor="ctr" anchorCtr="0">
            <a:noAutofit/>
          </a:bodyPr>
          <a:lstStyle>
            <a:lvl1pPr>
              <a:lnSpc>
                <a:spcPct val="100000"/>
              </a:lnSpc>
              <a:defRPr sz="1800" b="1">
                <a:solidFill>
                  <a:srgbClr val="12ABDB"/>
                </a:solidFill>
                <a:latin typeface="Ubuntu" panose="020B0504030602030204" pitchFamily="34" charset="0"/>
              </a:defRPr>
            </a:lvl1pPr>
            <a:lvl2pPr>
              <a:lnSpc>
                <a:spcPct val="100000"/>
              </a:lnSpc>
              <a:defRPr sz="1200"/>
            </a:lvl2pPr>
            <a:lvl3pPr>
              <a:lnSpc>
                <a:spcPct val="100000"/>
              </a:lnSpc>
              <a:defRPr sz="1200"/>
            </a:lvl3pPr>
            <a:lvl4pPr>
              <a:lnSpc>
                <a:spcPct val="100000"/>
              </a:lnSpc>
              <a:defRPr sz="1200"/>
            </a:lvl4pPr>
            <a:lvl5pPr>
              <a:lnSpc>
                <a:spcPct val="100000"/>
              </a:lnSpc>
              <a:defRPr sz="1200"/>
            </a:lvl5pPr>
          </a:lstStyle>
          <a:p>
            <a:pPr lvl="0"/>
            <a:r>
              <a:rPr lang="en-US"/>
              <a:t>CLICK TO INSERT TITLE</a:t>
            </a:r>
          </a:p>
        </p:txBody>
      </p:sp>
      <p:sp>
        <p:nvSpPr>
          <p:cNvPr id="14" name="Text Placeholder 7">
            <a:extLst>
              <a:ext uri="{FF2B5EF4-FFF2-40B4-BE49-F238E27FC236}">
                <a16:creationId xmlns:a16="http://schemas.microsoft.com/office/drawing/2014/main" id="{47BDC0DA-1585-454D-9E74-41D2AFC0FEE5}"/>
              </a:ext>
            </a:extLst>
          </p:cNvPr>
          <p:cNvSpPr>
            <a:spLocks noGrp="1"/>
          </p:cNvSpPr>
          <p:nvPr>
            <p:ph type="body" sz="quarter" idx="13" hasCustomPrompt="1"/>
          </p:nvPr>
        </p:nvSpPr>
        <p:spPr>
          <a:xfrm>
            <a:off x="6196013" y="1327151"/>
            <a:ext cx="5588001" cy="743987"/>
          </a:xfrm>
          <a:prstGeom prst="rect">
            <a:avLst/>
          </a:prstGeom>
        </p:spPr>
        <p:txBody>
          <a:bodyPr anchor="ctr" anchorCtr="0">
            <a:noAutofit/>
          </a:bodyPr>
          <a:lstStyle>
            <a:lvl1pPr>
              <a:lnSpc>
                <a:spcPct val="100000"/>
              </a:lnSpc>
              <a:defRPr sz="1800" b="1">
                <a:solidFill>
                  <a:srgbClr val="12ABDB"/>
                </a:solidFill>
                <a:latin typeface="Ubuntu" panose="020B0504030602030204" pitchFamily="34" charset="0"/>
              </a:defRPr>
            </a:lvl1pPr>
            <a:lvl2pPr>
              <a:lnSpc>
                <a:spcPct val="100000"/>
              </a:lnSpc>
              <a:defRPr sz="1200"/>
            </a:lvl2pPr>
            <a:lvl3pPr>
              <a:lnSpc>
                <a:spcPct val="100000"/>
              </a:lnSpc>
              <a:defRPr sz="1200"/>
            </a:lvl3pPr>
            <a:lvl4pPr>
              <a:lnSpc>
                <a:spcPct val="100000"/>
              </a:lnSpc>
              <a:defRPr sz="1200"/>
            </a:lvl4pPr>
            <a:lvl5pPr>
              <a:lnSpc>
                <a:spcPct val="100000"/>
              </a:lnSpc>
              <a:defRPr sz="1200"/>
            </a:lvl5pPr>
          </a:lstStyle>
          <a:p>
            <a:pPr lvl="0"/>
            <a:r>
              <a:rPr lang="en-US"/>
              <a:t>CLICK TO INSERT TITLE</a:t>
            </a:r>
          </a:p>
        </p:txBody>
      </p:sp>
      <p:sp>
        <p:nvSpPr>
          <p:cNvPr id="16" name="Text Placeholder 7">
            <a:extLst>
              <a:ext uri="{FF2B5EF4-FFF2-40B4-BE49-F238E27FC236}">
                <a16:creationId xmlns:a16="http://schemas.microsoft.com/office/drawing/2014/main" id="{27CE2609-37DA-4C4C-BF45-E56CE85AA41D}"/>
              </a:ext>
            </a:extLst>
          </p:cNvPr>
          <p:cNvSpPr>
            <a:spLocks noGrp="1"/>
          </p:cNvSpPr>
          <p:nvPr>
            <p:ph type="body" sz="quarter" idx="14"/>
          </p:nvPr>
        </p:nvSpPr>
        <p:spPr>
          <a:xfrm>
            <a:off x="6196013" y="2205318"/>
            <a:ext cx="5594351" cy="4257393"/>
          </a:xfrm>
          <a:prstGeom prst="rect">
            <a:avLst/>
          </a:prstGeom>
        </p:spPr>
        <p:txBody>
          <a:bodyPr>
            <a:noAutofit/>
          </a:bodyPr>
          <a:lstStyle>
            <a:lvl1pPr>
              <a:lnSpc>
                <a:spcPct val="100000"/>
              </a:lnSpc>
              <a:spcBef>
                <a:spcPts val="0"/>
              </a:spcBef>
              <a:spcAft>
                <a:spcPts val="600"/>
              </a:spcAft>
              <a:defRPr sz="1600"/>
            </a:lvl1pPr>
            <a:lvl2pPr>
              <a:lnSpc>
                <a:spcPct val="100000"/>
              </a:lnSpc>
              <a:spcBef>
                <a:spcPts val="0"/>
              </a:spcBef>
              <a:spcAft>
                <a:spcPts val="600"/>
              </a:spcAft>
              <a:defRPr sz="1600"/>
            </a:lvl2pPr>
            <a:lvl3pPr>
              <a:lnSpc>
                <a:spcPct val="100000"/>
              </a:lnSpc>
              <a:spcBef>
                <a:spcPts val="0"/>
              </a:spcBef>
              <a:spcAft>
                <a:spcPts val="600"/>
              </a:spcAft>
              <a:defRPr sz="1600"/>
            </a:lvl3pPr>
            <a:lvl4pPr>
              <a:lnSpc>
                <a:spcPct val="100000"/>
              </a:lnSpc>
              <a:spcBef>
                <a:spcPts val="0"/>
              </a:spcBef>
              <a:spcAft>
                <a:spcPts val="600"/>
              </a:spcAft>
              <a:defRPr sz="1600"/>
            </a:lvl4pPr>
            <a:lvl5pPr>
              <a:lnSpc>
                <a:spcPct val="100000"/>
              </a:lnSpc>
              <a:spcBef>
                <a:spcPts val="0"/>
              </a:spcBef>
              <a:spcAft>
                <a:spcPts val="600"/>
              </a:spcAft>
              <a:defRPr sz="16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 name="Title 1">
            <a:extLst>
              <a:ext uri="{FF2B5EF4-FFF2-40B4-BE49-F238E27FC236}">
                <a16:creationId xmlns:a16="http://schemas.microsoft.com/office/drawing/2014/main" id="{D996D1AE-BB05-402A-8454-CE893B60496E}"/>
              </a:ext>
            </a:extLst>
          </p:cNvPr>
          <p:cNvSpPr>
            <a:spLocks noGrp="1"/>
          </p:cNvSpPr>
          <p:nvPr>
            <p:ph type="title"/>
          </p:nvPr>
        </p:nvSpPr>
        <p:spPr/>
        <p:txBody>
          <a:bodyPr/>
          <a:lstStyle/>
          <a:p>
            <a:r>
              <a:rPr lang="en-US"/>
              <a:t>Click to edit Master title style</a:t>
            </a:r>
            <a:endParaRPr lang="de-DE"/>
          </a:p>
        </p:txBody>
      </p:sp>
    </p:spTree>
    <p:extLst>
      <p:ext uri="{BB962C8B-B14F-4D97-AF65-F5344CB8AC3E}">
        <p14:creationId xmlns:p14="http://schemas.microsoft.com/office/powerpoint/2010/main" val="87005057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Content 3 columns">
    <p:spTree>
      <p:nvGrpSpPr>
        <p:cNvPr id="1" name=""/>
        <p:cNvGrpSpPr/>
        <p:nvPr/>
      </p:nvGrpSpPr>
      <p:grpSpPr>
        <a:xfrm>
          <a:off x="0" y="0"/>
          <a:ext cx="0" cy="0"/>
          <a:chOff x="0" y="0"/>
          <a:chExt cx="0" cy="0"/>
        </a:xfrm>
      </p:grpSpPr>
      <p:sp>
        <p:nvSpPr>
          <p:cNvPr id="3" name="Text Placeholder 7">
            <a:extLst>
              <a:ext uri="{FF2B5EF4-FFF2-40B4-BE49-F238E27FC236}">
                <a16:creationId xmlns:a16="http://schemas.microsoft.com/office/drawing/2014/main" id="{27CE2609-37DA-4C4C-BF45-E56CE85AA41D}"/>
              </a:ext>
            </a:extLst>
          </p:cNvPr>
          <p:cNvSpPr>
            <a:spLocks noGrp="1"/>
          </p:cNvSpPr>
          <p:nvPr>
            <p:ph type="body" sz="quarter" idx="10"/>
          </p:nvPr>
        </p:nvSpPr>
        <p:spPr>
          <a:xfrm>
            <a:off x="404813" y="2205319"/>
            <a:ext cx="3456432" cy="4076234"/>
          </a:xfrm>
          <a:prstGeom prst="rect">
            <a:avLst/>
          </a:prstGeom>
        </p:spPr>
        <p:txBody>
          <a:bodyPr>
            <a:noAutofit/>
          </a:bodyPr>
          <a:lstStyle>
            <a:lvl1pPr>
              <a:lnSpc>
                <a:spcPct val="100000"/>
              </a:lnSpc>
              <a:spcBef>
                <a:spcPts val="0"/>
              </a:spcBef>
              <a:defRPr sz="1400"/>
            </a:lvl1pPr>
            <a:lvl2pPr>
              <a:lnSpc>
                <a:spcPct val="100000"/>
              </a:lnSpc>
              <a:spcBef>
                <a:spcPts val="0"/>
              </a:spcBef>
              <a:defRPr sz="1400"/>
            </a:lvl2pPr>
            <a:lvl3pPr>
              <a:lnSpc>
                <a:spcPct val="100000"/>
              </a:lnSpc>
              <a:spcBef>
                <a:spcPts val="0"/>
              </a:spcBef>
              <a:defRPr sz="1400"/>
            </a:lvl3pPr>
            <a:lvl4pPr>
              <a:lnSpc>
                <a:spcPct val="100000"/>
              </a:lnSpc>
              <a:spcBef>
                <a:spcPts val="0"/>
              </a:spcBef>
              <a:defRPr sz="1400"/>
            </a:lvl4pPr>
            <a:lvl5pPr>
              <a:lnSpc>
                <a:spcPct val="100000"/>
              </a:lnSpc>
              <a:spcBef>
                <a:spcPts val="0"/>
              </a:spcBef>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7">
            <a:extLst>
              <a:ext uri="{FF2B5EF4-FFF2-40B4-BE49-F238E27FC236}">
                <a16:creationId xmlns:a16="http://schemas.microsoft.com/office/drawing/2014/main" id="{D8D7F005-BA7C-423E-87B0-6782D88233F6}"/>
              </a:ext>
            </a:extLst>
          </p:cNvPr>
          <p:cNvSpPr>
            <a:spLocks noGrp="1"/>
          </p:cNvSpPr>
          <p:nvPr>
            <p:ph type="body" sz="quarter" idx="12" hasCustomPrompt="1"/>
          </p:nvPr>
        </p:nvSpPr>
        <p:spPr>
          <a:xfrm>
            <a:off x="404813" y="1327151"/>
            <a:ext cx="3456432" cy="837826"/>
          </a:xfrm>
          <a:prstGeom prst="rect">
            <a:avLst/>
          </a:prstGeom>
        </p:spPr>
        <p:txBody>
          <a:bodyPr vert="horz" lIns="0" tIns="0" rIns="0" bIns="0" rtlCol="0" anchor="ctr" anchorCtr="0">
            <a:noAutofit/>
          </a:bodyPr>
          <a:lstStyle>
            <a:lvl1pPr algn="ctr">
              <a:lnSpc>
                <a:spcPct val="100000"/>
              </a:lnSpc>
              <a:defRPr lang="en-US" sz="1600" b="0" kern="1200" dirty="0">
                <a:solidFill>
                  <a:srgbClr val="12ABDB"/>
                </a:solidFill>
                <a:latin typeface="Ubuntu" panose="020B0504030602030204" pitchFamily="34" charset="0"/>
                <a:ea typeface="+mn-ea"/>
                <a:cs typeface="+mn-cs"/>
              </a:defRPr>
            </a:lvl1pPr>
            <a:lvl2pPr>
              <a:lnSpc>
                <a:spcPct val="100000"/>
              </a:lnSpc>
              <a:defRPr sz="1200"/>
            </a:lvl2pPr>
            <a:lvl3pPr>
              <a:lnSpc>
                <a:spcPct val="100000"/>
              </a:lnSpc>
              <a:defRPr sz="1200"/>
            </a:lvl3pPr>
            <a:lvl4pPr>
              <a:lnSpc>
                <a:spcPct val="100000"/>
              </a:lnSpc>
              <a:defRPr sz="1200"/>
            </a:lvl4pPr>
            <a:lvl5pPr>
              <a:lnSpc>
                <a:spcPct val="100000"/>
              </a:lnSpc>
              <a:defRPr sz="1200"/>
            </a:lvl5pPr>
          </a:lstStyle>
          <a:p>
            <a:pPr marL="0" lvl="0" indent="0" algn="l" defTabSz="914400" rtl="0" eaLnBrk="1" latinLnBrk="0" hangingPunct="1">
              <a:lnSpc>
                <a:spcPct val="100000"/>
              </a:lnSpc>
              <a:spcBef>
                <a:spcPts val="1000"/>
              </a:spcBef>
              <a:buFont typeface="Arial" panose="020B0604020202020204" pitchFamily="34" charset="0"/>
              <a:buNone/>
            </a:pPr>
            <a:r>
              <a:rPr lang="en-US"/>
              <a:t>CLICK TO INSERT TITLE</a:t>
            </a:r>
          </a:p>
        </p:txBody>
      </p:sp>
      <p:sp>
        <p:nvSpPr>
          <p:cNvPr id="9" name="Text Placeholder 7">
            <a:extLst>
              <a:ext uri="{FF2B5EF4-FFF2-40B4-BE49-F238E27FC236}">
                <a16:creationId xmlns:a16="http://schemas.microsoft.com/office/drawing/2014/main" id="{27CE2609-37DA-4C4C-BF45-E56CE85AA41D}"/>
              </a:ext>
            </a:extLst>
          </p:cNvPr>
          <p:cNvSpPr>
            <a:spLocks noGrp="1"/>
          </p:cNvSpPr>
          <p:nvPr>
            <p:ph type="body" sz="quarter" idx="14"/>
          </p:nvPr>
        </p:nvSpPr>
        <p:spPr>
          <a:xfrm>
            <a:off x="4371047" y="2205319"/>
            <a:ext cx="3456432" cy="4076234"/>
          </a:xfrm>
          <a:prstGeom prst="rect">
            <a:avLst/>
          </a:prstGeom>
        </p:spPr>
        <p:txBody>
          <a:bodyPr>
            <a:noAutofit/>
          </a:bodyPr>
          <a:lstStyle>
            <a:lvl1pPr>
              <a:lnSpc>
                <a:spcPct val="100000"/>
              </a:lnSpc>
              <a:spcBef>
                <a:spcPts val="0"/>
              </a:spcBef>
              <a:defRPr sz="1400"/>
            </a:lvl1pPr>
            <a:lvl2pPr>
              <a:lnSpc>
                <a:spcPct val="100000"/>
              </a:lnSpc>
              <a:spcBef>
                <a:spcPts val="0"/>
              </a:spcBef>
              <a:defRPr sz="1400"/>
            </a:lvl2pPr>
            <a:lvl3pPr>
              <a:lnSpc>
                <a:spcPct val="100000"/>
              </a:lnSpc>
              <a:spcBef>
                <a:spcPts val="0"/>
              </a:spcBef>
              <a:defRPr sz="1400"/>
            </a:lvl3pPr>
            <a:lvl4pPr>
              <a:lnSpc>
                <a:spcPct val="100000"/>
              </a:lnSpc>
              <a:spcBef>
                <a:spcPts val="0"/>
              </a:spcBef>
              <a:defRPr sz="1400"/>
            </a:lvl4pPr>
            <a:lvl5pPr>
              <a:lnSpc>
                <a:spcPct val="100000"/>
              </a:lnSpc>
              <a:spcBef>
                <a:spcPts val="0"/>
              </a:spcBef>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 name="Text Placeholder 7">
            <a:extLst>
              <a:ext uri="{FF2B5EF4-FFF2-40B4-BE49-F238E27FC236}">
                <a16:creationId xmlns:a16="http://schemas.microsoft.com/office/drawing/2014/main" id="{D8D7F005-BA7C-423E-87B0-6782D88233F6}"/>
              </a:ext>
            </a:extLst>
          </p:cNvPr>
          <p:cNvSpPr>
            <a:spLocks noGrp="1"/>
          </p:cNvSpPr>
          <p:nvPr>
            <p:ph type="body" sz="quarter" idx="15" hasCustomPrompt="1"/>
          </p:nvPr>
        </p:nvSpPr>
        <p:spPr>
          <a:xfrm>
            <a:off x="4371047" y="1327151"/>
            <a:ext cx="3456432" cy="743987"/>
          </a:xfrm>
          <a:prstGeom prst="rect">
            <a:avLst/>
          </a:prstGeom>
        </p:spPr>
        <p:txBody>
          <a:bodyPr vert="horz" lIns="0" tIns="0" rIns="0" bIns="0" rtlCol="0" anchor="ctr" anchorCtr="0">
            <a:noAutofit/>
          </a:bodyPr>
          <a:lstStyle>
            <a:lvl1pPr algn="ctr">
              <a:lnSpc>
                <a:spcPct val="100000"/>
              </a:lnSpc>
              <a:defRPr lang="en-US" sz="1600" b="0" kern="1200" dirty="0">
                <a:solidFill>
                  <a:srgbClr val="12ABDB"/>
                </a:solidFill>
                <a:latin typeface="Ubuntu" panose="020B0504030602030204" pitchFamily="34" charset="0"/>
                <a:ea typeface="+mn-ea"/>
                <a:cs typeface="+mn-cs"/>
              </a:defRPr>
            </a:lvl1pPr>
            <a:lvl2pPr>
              <a:lnSpc>
                <a:spcPct val="100000"/>
              </a:lnSpc>
              <a:defRPr sz="1200"/>
            </a:lvl2pPr>
            <a:lvl3pPr>
              <a:lnSpc>
                <a:spcPct val="100000"/>
              </a:lnSpc>
              <a:defRPr sz="1200"/>
            </a:lvl3pPr>
            <a:lvl4pPr>
              <a:lnSpc>
                <a:spcPct val="100000"/>
              </a:lnSpc>
              <a:defRPr sz="1200"/>
            </a:lvl4pPr>
            <a:lvl5pPr>
              <a:lnSpc>
                <a:spcPct val="100000"/>
              </a:lnSpc>
              <a:defRPr sz="1200"/>
            </a:lvl5pPr>
          </a:lstStyle>
          <a:p>
            <a:pPr marL="0" lvl="0" indent="0" algn="l" defTabSz="914400" rtl="0" eaLnBrk="1" latinLnBrk="0" hangingPunct="1">
              <a:lnSpc>
                <a:spcPct val="100000"/>
              </a:lnSpc>
              <a:spcBef>
                <a:spcPts val="1000"/>
              </a:spcBef>
              <a:buFont typeface="Arial" panose="020B0604020202020204" pitchFamily="34" charset="0"/>
              <a:buNone/>
            </a:pPr>
            <a:r>
              <a:rPr lang="en-US"/>
              <a:t>CLICK TO INSERT TITLE</a:t>
            </a:r>
          </a:p>
        </p:txBody>
      </p:sp>
      <p:sp>
        <p:nvSpPr>
          <p:cNvPr id="11" name="Text Placeholder 7">
            <a:extLst>
              <a:ext uri="{FF2B5EF4-FFF2-40B4-BE49-F238E27FC236}">
                <a16:creationId xmlns:a16="http://schemas.microsoft.com/office/drawing/2014/main" id="{27CE2609-37DA-4C4C-BF45-E56CE85AA41D}"/>
              </a:ext>
            </a:extLst>
          </p:cNvPr>
          <p:cNvSpPr>
            <a:spLocks noGrp="1"/>
          </p:cNvSpPr>
          <p:nvPr>
            <p:ph type="body" sz="quarter" idx="16"/>
          </p:nvPr>
        </p:nvSpPr>
        <p:spPr>
          <a:xfrm>
            <a:off x="8330755" y="2205319"/>
            <a:ext cx="3456432" cy="4076234"/>
          </a:xfrm>
          <a:prstGeom prst="rect">
            <a:avLst/>
          </a:prstGeom>
        </p:spPr>
        <p:txBody>
          <a:bodyPr>
            <a:noAutofit/>
          </a:bodyPr>
          <a:lstStyle>
            <a:lvl1pPr>
              <a:lnSpc>
                <a:spcPct val="100000"/>
              </a:lnSpc>
              <a:spcBef>
                <a:spcPts val="0"/>
              </a:spcBef>
              <a:defRPr sz="1400"/>
            </a:lvl1pPr>
            <a:lvl2pPr>
              <a:lnSpc>
                <a:spcPct val="100000"/>
              </a:lnSpc>
              <a:spcBef>
                <a:spcPts val="0"/>
              </a:spcBef>
              <a:defRPr sz="1400"/>
            </a:lvl2pPr>
            <a:lvl3pPr>
              <a:lnSpc>
                <a:spcPct val="100000"/>
              </a:lnSpc>
              <a:spcBef>
                <a:spcPts val="0"/>
              </a:spcBef>
              <a:defRPr sz="1400"/>
            </a:lvl3pPr>
            <a:lvl4pPr>
              <a:lnSpc>
                <a:spcPct val="100000"/>
              </a:lnSpc>
              <a:spcBef>
                <a:spcPts val="0"/>
              </a:spcBef>
              <a:defRPr sz="1400"/>
            </a:lvl4pPr>
            <a:lvl5pPr>
              <a:lnSpc>
                <a:spcPct val="100000"/>
              </a:lnSpc>
              <a:spcBef>
                <a:spcPts val="0"/>
              </a:spcBef>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2" name="Text Placeholder 7">
            <a:extLst>
              <a:ext uri="{FF2B5EF4-FFF2-40B4-BE49-F238E27FC236}">
                <a16:creationId xmlns:a16="http://schemas.microsoft.com/office/drawing/2014/main" id="{D8D7F005-BA7C-423E-87B0-6782D88233F6}"/>
              </a:ext>
            </a:extLst>
          </p:cNvPr>
          <p:cNvSpPr>
            <a:spLocks noGrp="1"/>
          </p:cNvSpPr>
          <p:nvPr>
            <p:ph type="body" sz="quarter" idx="17" hasCustomPrompt="1"/>
          </p:nvPr>
        </p:nvSpPr>
        <p:spPr>
          <a:xfrm>
            <a:off x="8330755" y="1327151"/>
            <a:ext cx="3456432" cy="743987"/>
          </a:xfrm>
          <a:prstGeom prst="rect">
            <a:avLst/>
          </a:prstGeom>
        </p:spPr>
        <p:txBody>
          <a:bodyPr vert="horz" lIns="0" tIns="0" rIns="0" bIns="0" rtlCol="0" anchor="ctr" anchorCtr="0">
            <a:noAutofit/>
          </a:bodyPr>
          <a:lstStyle>
            <a:lvl1pPr algn="ctr">
              <a:lnSpc>
                <a:spcPct val="100000"/>
              </a:lnSpc>
              <a:defRPr lang="en-US" sz="1600" b="0" kern="1200" dirty="0">
                <a:solidFill>
                  <a:srgbClr val="12ABDB"/>
                </a:solidFill>
                <a:latin typeface="Ubuntu" panose="020B0504030602030204" pitchFamily="34" charset="0"/>
                <a:ea typeface="+mn-ea"/>
                <a:cs typeface="+mn-cs"/>
              </a:defRPr>
            </a:lvl1pPr>
            <a:lvl2pPr>
              <a:lnSpc>
                <a:spcPct val="100000"/>
              </a:lnSpc>
              <a:defRPr sz="1200"/>
            </a:lvl2pPr>
            <a:lvl3pPr>
              <a:lnSpc>
                <a:spcPct val="100000"/>
              </a:lnSpc>
              <a:defRPr sz="1200"/>
            </a:lvl3pPr>
            <a:lvl4pPr>
              <a:lnSpc>
                <a:spcPct val="100000"/>
              </a:lnSpc>
              <a:defRPr sz="1200"/>
            </a:lvl4pPr>
            <a:lvl5pPr>
              <a:lnSpc>
                <a:spcPct val="100000"/>
              </a:lnSpc>
              <a:defRPr sz="1200"/>
            </a:lvl5pPr>
          </a:lstStyle>
          <a:p>
            <a:pPr marL="0" lvl="0" indent="0" algn="l" defTabSz="914400" rtl="0" eaLnBrk="1" latinLnBrk="0" hangingPunct="1">
              <a:lnSpc>
                <a:spcPct val="100000"/>
              </a:lnSpc>
              <a:spcBef>
                <a:spcPts val="1000"/>
              </a:spcBef>
              <a:buFont typeface="Arial" panose="020B0604020202020204" pitchFamily="34" charset="0"/>
              <a:buNone/>
            </a:pPr>
            <a:r>
              <a:rPr lang="en-US"/>
              <a:t>CLICK TO INSERT TITLE</a:t>
            </a:r>
          </a:p>
        </p:txBody>
      </p:sp>
      <p:sp>
        <p:nvSpPr>
          <p:cNvPr id="5" name="Title 4">
            <a:extLst>
              <a:ext uri="{FF2B5EF4-FFF2-40B4-BE49-F238E27FC236}">
                <a16:creationId xmlns:a16="http://schemas.microsoft.com/office/drawing/2014/main" id="{294515F3-E20E-47CC-8314-0A030AB3D1FD}"/>
              </a:ext>
            </a:extLst>
          </p:cNvPr>
          <p:cNvSpPr>
            <a:spLocks noGrp="1"/>
          </p:cNvSpPr>
          <p:nvPr>
            <p:ph type="title"/>
          </p:nvPr>
        </p:nvSpPr>
        <p:spPr/>
        <p:txBody>
          <a:bodyPr/>
          <a:lstStyle/>
          <a:p>
            <a:r>
              <a:rPr lang="en-US"/>
              <a:t>Click to edit Master title style</a:t>
            </a:r>
            <a:endParaRPr lang="de-DE"/>
          </a:p>
        </p:txBody>
      </p:sp>
    </p:spTree>
    <p:extLst>
      <p:ext uri="{BB962C8B-B14F-4D97-AF65-F5344CB8AC3E}">
        <p14:creationId xmlns:p14="http://schemas.microsoft.com/office/powerpoint/2010/main" val="154107855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1_Content 3 columns">
    <p:spTree>
      <p:nvGrpSpPr>
        <p:cNvPr id="1" name=""/>
        <p:cNvGrpSpPr/>
        <p:nvPr/>
      </p:nvGrpSpPr>
      <p:grpSpPr>
        <a:xfrm>
          <a:off x="0" y="0"/>
          <a:ext cx="0" cy="0"/>
          <a:chOff x="0" y="0"/>
          <a:chExt cx="0" cy="0"/>
        </a:xfrm>
      </p:grpSpPr>
      <p:sp>
        <p:nvSpPr>
          <p:cNvPr id="13" name="Rectangle 12">
            <a:extLst>
              <a:ext uri="{FF2B5EF4-FFF2-40B4-BE49-F238E27FC236}">
                <a16:creationId xmlns:a16="http://schemas.microsoft.com/office/drawing/2014/main" id="{7B9A63D1-B6C5-4F10-ABD1-7445EB2D8ADC}"/>
              </a:ext>
            </a:extLst>
          </p:cNvPr>
          <p:cNvSpPr/>
          <p:nvPr userDrawn="1"/>
        </p:nvSpPr>
        <p:spPr>
          <a:xfrm>
            <a:off x="407988" y="2423886"/>
            <a:ext cx="3524250" cy="4046888"/>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PT"/>
          </a:p>
        </p:txBody>
      </p:sp>
      <p:sp>
        <p:nvSpPr>
          <p:cNvPr id="14" name="Rectangle 13">
            <a:extLst>
              <a:ext uri="{FF2B5EF4-FFF2-40B4-BE49-F238E27FC236}">
                <a16:creationId xmlns:a16="http://schemas.microsoft.com/office/drawing/2014/main" id="{A69DEBB0-4052-42E9-B8A1-20FEA957F747}"/>
              </a:ext>
            </a:extLst>
          </p:cNvPr>
          <p:cNvSpPr/>
          <p:nvPr userDrawn="1"/>
        </p:nvSpPr>
        <p:spPr>
          <a:xfrm>
            <a:off x="4333875" y="2423886"/>
            <a:ext cx="3524250" cy="4046888"/>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PT"/>
          </a:p>
        </p:txBody>
      </p:sp>
      <p:sp>
        <p:nvSpPr>
          <p:cNvPr id="15" name="Rectangle 14">
            <a:extLst>
              <a:ext uri="{FF2B5EF4-FFF2-40B4-BE49-F238E27FC236}">
                <a16:creationId xmlns:a16="http://schemas.microsoft.com/office/drawing/2014/main" id="{270917E2-630D-4941-BA4B-7EB65D4A7850}"/>
              </a:ext>
            </a:extLst>
          </p:cNvPr>
          <p:cNvSpPr/>
          <p:nvPr userDrawn="1"/>
        </p:nvSpPr>
        <p:spPr>
          <a:xfrm>
            <a:off x="8259763" y="2406300"/>
            <a:ext cx="3524250" cy="4046888"/>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PT"/>
          </a:p>
        </p:txBody>
      </p:sp>
      <p:sp>
        <p:nvSpPr>
          <p:cNvPr id="16" name="Text Placeholder 4">
            <a:extLst>
              <a:ext uri="{FF2B5EF4-FFF2-40B4-BE49-F238E27FC236}">
                <a16:creationId xmlns:a16="http://schemas.microsoft.com/office/drawing/2014/main" id="{5AE9BC27-7262-47DA-99EA-4AB1F52A8C33}"/>
              </a:ext>
            </a:extLst>
          </p:cNvPr>
          <p:cNvSpPr>
            <a:spLocks noGrp="1"/>
          </p:cNvSpPr>
          <p:nvPr>
            <p:ph type="body" sz="quarter" idx="13" hasCustomPrompt="1"/>
          </p:nvPr>
        </p:nvSpPr>
        <p:spPr>
          <a:xfrm>
            <a:off x="725016" y="3332368"/>
            <a:ext cx="2890194" cy="645047"/>
          </a:xfrm>
          <a:prstGeom prst="rect">
            <a:avLst/>
          </a:prstGeom>
          <a:noFill/>
        </p:spPr>
        <p:txBody>
          <a:bodyPr anchor="ctr">
            <a:noAutofit/>
          </a:bodyPr>
          <a:lstStyle>
            <a:lvl1pPr algn="l">
              <a:lnSpc>
                <a:spcPts val="1800"/>
              </a:lnSpc>
              <a:defRPr sz="1600" b="0">
                <a:solidFill>
                  <a:schemeClr val="accent1"/>
                </a:solidFill>
                <a:latin typeface="+mj-lt"/>
              </a:defRPr>
            </a:lvl1pPr>
            <a:lvl2pPr>
              <a:defRPr sz="1400"/>
            </a:lvl2pPr>
            <a:lvl3pPr>
              <a:defRPr sz="1200"/>
            </a:lvl3pPr>
            <a:lvl4pPr>
              <a:defRPr sz="1100"/>
            </a:lvl4pPr>
            <a:lvl5pPr>
              <a:defRPr sz="1100"/>
            </a:lvl5pPr>
          </a:lstStyle>
          <a:p>
            <a:pPr lvl="0"/>
            <a:r>
              <a:rPr lang="en-US"/>
              <a:t>Click to insert title</a:t>
            </a:r>
          </a:p>
        </p:txBody>
      </p:sp>
      <p:sp>
        <p:nvSpPr>
          <p:cNvPr id="18" name="Text Placeholder 4">
            <a:extLst>
              <a:ext uri="{FF2B5EF4-FFF2-40B4-BE49-F238E27FC236}">
                <a16:creationId xmlns:a16="http://schemas.microsoft.com/office/drawing/2014/main" id="{EBBF7568-EC18-40A1-B3C2-1E64D0BFDEFF}"/>
              </a:ext>
            </a:extLst>
          </p:cNvPr>
          <p:cNvSpPr>
            <a:spLocks noGrp="1"/>
          </p:cNvSpPr>
          <p:nvPr>
            <p:ph type="body" sz="quarter" idx="33" hasCustomPrompt="1"/>
          </p:nvPr>
        </p:nvSpPr>
        <p:spPr>
          <a:xfrm>
            <a:off x="4650903" y="3332368"/>
            <a:ext cx="2890194" cy="645047"/>
          </a:xfrm>
          <a:prstGeom prst="rect">
            <a:avLst/>
          </a:prstGeom>
          <a:noFill/>
        </p:spPr>
        <p:txBody>
          <a:bodyPr anchor="ctr">
            <a:noAutofit/>
          </a:bodyPr>
          <a:lstStyle>
            <a:lvl1pPr algn="l">
              <a:lnSpc>
                <a:spcPts val="1800"/>
              </a:lnSpc>
              <a:defRPr sz="1600" b="0">
                <a:solidFill>
                  <a:srgbClr val="2EA657"/>
                </a:solidFill>
                <a:latin typeface="+mj-lt"/>
              </a:defRPr>
            </a:lvl1pPr>
            <a:lvl2pPr>
              <a:defRPr sz="1400"/>
            </a:lvl2pPr>
            <a:lvl3pPr>
              <a:defRPr sz="1200"/>
            </a:lvl3pPr>
            <a:lvl4pPr>
              <a:defRPr sz="1100"/>
            </a:lvl4pPr>
            <a:lvl5pPr>
              <a:defRPr sz="1100"/>
            </a:lvl5pPr>
          </a:lstStyle>
          <a:p>
            <a:pPr lvl="0"/>
            <a:r>
              <a:rPr lang="en-US"/>
              <a:t>Click to insert title</a:t>
            </a:r>
          </a:p>
        </p:txBody>
      </p:sp>
      <p:sp>
        <p:nvSpPr>
          <p:cNvPr id="19" name="Text Placeholder 4">
            <a:extLst>
              <a:ext uri="{FF2B5EF4-FFF2-40B4-BE49-F238E27FC236}">
                <a16:creationId xmlns:a16="http://schemas.microsoft.com/office/drawing/2014/main" id="{0C0A1379-EE65-47B3-B113-45D1ED57400C}"/>
              </a:ext>
            </a:extLst>
          </p:cNvPr>
          <p:cNvSpPr>
            <a:spLocks noGrp="1"/>
          </p:cNvSpPr>
          <p:nvPr>
            <p:ph type="body" sz="quarter" idx="35" hasCustomPrompt="1"/>
          </p:nvPr>
        </p:nvSpPr>
        <p:spPr>
          <a:xfrm>
            <a:off x="8576791" y="3332368"/>
            <a:ext cx="2890194" cy="645047"/>
          </a:xfrm>
          <a:prstGeom prst="rect">
            <a:avLst/>
          </a:prstGeom>
          <a:noFill/>
        </p:spPr>
        <p:txBody>
          <a:bodyPr anchor="ctr">
            <a:noAutofit/>
          </a:bodyPr>
          <a:lstStyle>
            <a:lvl1pPr algn="l">
              <a:lnSpc>
                <a:spcPts val="1800"/>
              </a:lnSpc>
              <a:defRPr sz="1600" b="0">
                <a:solidFill>
                  <a:srgbClr val="BA2980"/>
                </a:solidFill>
                <a:latin typeface="+mj-lt"/>
              </a:defRPr>
            </a:lvl1pPr>
            <a:lvl2pPr>
              <a:defRPr sz="1400"/>
            </a:lvl2pPr>
            <a:lvl3pPr>
              <a:defRPr sz="1200"/>
            </a:lvl3pPr>
            <a:lvl4pPr>
              <a:defRPr sz="1100"/>
            </a:lvl4pPr>
            <a:lvl5pPr>
              <a:defRPr sz="1100"/>
            </a:lvl5pPr>
          </a:lstStyle>
          <a:p>
            <a:pPr lvl="0"/>
            <a:r>
              <a:rPr lang="en-US"/>
              <a:t>Click to insert title</a:t>
            </a:r>
          </a:p>
        </p:txBody>
      </p:sp>
      <p:sp>
        <p:nvSpPr>
          <p:cNvPr id="22" name="Text Placeholder 7">
            <a:extLst>
              <a:ext uri="{FF2B5EF4-FFF2-40B4-BE49-F238E27FC236}">
                <a16:creationId xmlns:a16="http://schemas.microsoft.com/office/drawing/2014/main" id="{E24DC023-E500-4824-A661-003A568299EA}"/>
              </a:ext>
            </a:extLst>
          </p:cNvPr>
          <p:cNvSpPr>
            <a:spLocks noGrp="1"/>
          </p:cNvSpPr>
          <p:nvPr>
            <p:ph type="body" sz="quarter" idx="10"/>
          </p:nvPr>
        </p:nvSpPr>
        <p:spPr>
          <a:xfrm>
            <a:off x="725015" y="4079991"/>
            <a:ext cx="2890194" cy="2201561"/>
          </a:xfrm>
          <a:prstGeom prst="rect">
            <a:avLst/>
          </a:prstGeom>
        </p:spPr>
        <p:txBody>
          <a:bodyPr>
            <a:noAutofit/>
          </a:bodyPr>
          <a:lstStyle>
            <a:lvl1pPr>
              <a:lnSpc>
                <a:spcPct val="100000"/>
              </a:lnSpc>
              <a:spcBef>
                <a:spcPts val="0"/>
              </a:spcBef>
              <a:defRPr sz="1400"/>
            </a:lvl1pPr>
            <a:lvl2pPr>
              <a:lnSpc>
                <a:spcPct val="100000"/>
              </a:lnSpc>
              <a:spcBef>
                <a:spcPts val="0"/>
              </a:spcBef>
              <a:buClr>
                <a:schemeClr val="accent1"/>
              </a:buClr>
              <a:defRPr sz="1400"/>
            </a:lvl2pPr>
            <a:lvl3pPr>
              <a:lnSpc>
                <a:spcPct val="100000"/>
              </a:lnSpc>
              <a:spcBef>
                <a:spcPts val="0"/>
              </a:spcBef>
              <a:buClr>
                <a:schemeClr val="accent1"/>
              </a:buClr>
              <a:defRPr sz="1400"/>
            </a:lvl3pPr>
            <a:lvl4pPr>
              <a:lnSpc>
                <a:spcPct val="100000"/>
              </a:lnSpc>
              <a:spcBef>
                <a:spcPts val="0"/>
              </a:spcBef>
              <a:buClr>
                <a:schemeClr val="accent1"/>
              </a:buClr>
              <a:defRPr sz="1400"/>
            </a:lvl4pPr>
            <a:lvl5pPr>
              <a:lnSpc>
                <a:spcPct val="100000"/>
              </a:lnSpc>
              <a:spcBef>
                <a:spcPts val="0"/>
              </a:spcBef>
              <a:buClr>
                <a:schemeClr val="accent1"/>
              </a:buClr>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3" name="Text Placeholder 7">
            <a:extLst>
              <a:ext uri="{FF2B5EF4-FFF2-40B4-BE49-F238E27FC236}">
                <a16:creationId xmlns:a16="http://schemas.microsoft.com/office/drawing/2014/main" id="{B1037A2D-940F-4255-984B-C4A7AABBB724}"/>
              </a:ext>
            </a:extLst>
          </p:cNvPr>
          <p:cNvSpPr>
            <a:spLocks noGrp="1"/>
          </p:cNvSpPr>
          <p:nvPr>
            <p:ph type="body" sz="quarter" idx="40"/>
          </p:nvPr>
        </p:nvSpPr>
        <p:spPr>
          <a:xfrm>
            <a:off x="4650903" y="4079991"/>
            <a:ext cx="2890194" cy="2201561"/>
          </a:xfrm>
          <a:prstGeom prst="rect">
            <a:avLst/>
          </a:prstGeom>
        </p:spPr>
        <p:txBody>
          <a:bodyPr>
            <a:noAutofit/>
          </a:bodyPr>
          <a:lstStyle>
            <a:lvl1pPr>
              <a:lnSpc>
                <a:spcPct val="100000"/>
              </a:lnSpc>
              <a:spcBef>
                <a:spcPts val="0"/>
              </a:spcBef>
              <a:defRPr sz="1400"/>
            </a:lvl1pPr>
            <a:lvl2pPr>
              <a:lnSpc>
                <a:spcPct val="100000"/>
              </a:lnSpc>
              <a:spcBef>
                <a:spcPts val="0"/>
              </a:spcBef>
              <a:buClr>
                <a:srgbClr val="2EA657"/>
              </a:buClr>
              <a:defRPr sz="1400"/>
            </a:lvl2pPr>
            <a:lvl3pPr>
              <a:lnSpc>
                <a:spcPct val="100000"/>
              </a:lnSpc>
              <a:spcBef>
                <a:spcPts val="0"/>
              </a:spcBef>
              <a:buClr>
                <a:srgbClr val="2EA657"/>
              </a:buClr>
              <a:defRPr sz="1400"/>
            </a:lvl3pPr>
            <a:lvl4pPr>
              <a:lnSpc>
                <a:spcPct val="100000"/>
              </a:lnSpc>
              <a:spcBef>
                <a:spcPts val="0"/>
              </a:spcBef>
              <a:buClr>
                <a:srgbClr val="2EA657"/>
              </a:buClr>
              <a:defRPr sz="1400"/>
            </a:lvl4pPr>
            <a:lvl5pPr>
              <a:lnSpc>
                <a:spcPct val="100000"/>
              </a:lnSpc>
              <a:spcBef>
                <a:spcPts val="0"/>
              </a:spcBef>
              <a:buClr>
                <a:srgbClr val="2EA657"/>
              </a:buClr>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4" name="Text Placeholder 7">
            <a:extLst>
              <a:ext uri="{FF2B5EF4-FFF2-40B4-BE49-F238E27FC236}">
                <a16:creationId xmlns:a16="http://schemas.microsoft.com/office/drawing/2014/main" id="{5849E3D5-EF9E-46F2-9C73-58806A392B34}"/>
              </a:ext>
            </a:extLst>
          </p:cNvPr>
          <p:cNvSpPr>
            <a:spLocks noGrp="1"/>
          </p:cNvSpPr>
          <p:nvPr>
            <p:ph type="body" sz="quarter" idx="41"/>
          </p:nvPr>
        </p:nvSpPr>
        <p:spPr>
          <a:xfrm>
            <a:off x="8576791" y="4079991"/>
            <a:ext cx="2890194" cy="2201561"/>
          </a:xfrm>
          <a:prstGeom prst="rect">
            <a:avLst/>
          </a:prstGeom>
        </p:spPr>
        <p:txBody>
          <a:bodyPr>
            <a:noAutofit/>
          </a:bodyPr>
          <a:lstStyle>
            <a:lvl1pPr>
              <a:lnSpc>
                <a:spcPct val="100000"/>
              </a:lnSpc>
              <a:spcBef>
                <a:spcPts val="0"/>
              </a:spcBef>
              <a:defRPr sz="1400"/>
            </a:lvl1pPr>
            <a:lvl2pPr>
              <a:lnSpc>
                <a:spcPct val="100000"/>
              </a:lnSpc>
              <a:spcBef>
                <a:spcPts val="0"/>
              </a:spcBef>
              <a:buClr>
                <a:srgbClr val="BA2980"/>
              </a:buClr>
              <a:defRPr sz="1400"/>
            </a:lvl2pPr>
            <a:lvl3pPr>
              <a:lnSpc>
                <a:spcPct val="100000"/>
              </a:lnSpc>
              <a:spcBef>
                <a:spcPts val="0"/>
              </a:spcBef>
              <a:buClr>
                <a:srgbClr val="BA2980"/>
              </a:buClr>
              <a:defRPr sz="1400"/>
            </a:lvl3pPr>
            <a:lvl4pPr>
              <a:lnSpc>
                <a:spcPct val="100000"/>
              </a:lnSpc>
              <a:spcBef>
                <a:spcPts val="0"/>
              </a:spcBef>
              <a:buClr>
                <a:srgbClr val="BA2980"/>
              </a:buClr>
              <a:defRPr sz="1400"/>
            </a:lvl4pPr>
            <a:lvl5pPr>
              <a:lnSpc>
                <a:spcPct val="100000"/>
              </a:lnSpc>
              <a:spcBef>
                <a:spcPts val="0"/>
              </a:spcBef>
              <a:buClr>
                <a:srgbClr val="BA2980"/>
              </a:buClr>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 name="Title 2">
            <a:extLst>
              <a:ext uri="{FF2B5EF4-FFF2-40B4-BE49-F238E27FC236}">
                <a16:creationId xmlns:a16="http://schemas.microsoft.com/office/drawing/2014/main" id="{18A66D25-366C-4142-B5D9-9A4107D8BC80}"/>
              </a:ext>
            </a:extLst>
          </p:cNvPr>
          <p:cNvSpPr>
            <a:spLocks noGrp="1"/>
          </p:cNvSpPr>
          <p:nvPr>
            <p:ph type="title"/>
          </p:nvPr>
        </p:nvSpPr>
        <p:spPr/>
        <p:txBody>
          <a:bodyPr/>
          <a:lstStyle/>
          <a:p>
            <a:r>
              <a:rPr lang="en-US"/>
              <a:t>Click to edit Master title style</a:t>
            </a:r>
            <a:endParaRPr lang="de-DE"/>
          </a:p>
        </p:txBody>
      </p:sp>
    </p:spTree>
    <p:extLst>
      <p:ext uri="{BB962C8B-B14F-4D97-AF65-F5344CB8AC3E}">
        <p14:creationId xmlns:p14="http://schemas.microsoft.com/office/powerpoint/2010/main" val="33481092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Only Title">
    <p:spTree>
      <p:nvGrpSpPr>
        <p:cNvPr id="1" name=""/>
        <p:cNvGrpSpPr/>
        <p:nvPr/>
      </p:nvGrpSpPr>
      <p:grpSpPr>
        <a:xfrm>
          <a:off x="0" y="0"/>
          <a:ext cx="0" cy="0"/>
          <a:chOff x="0" y="0"/>
          <a:chExt cx="0" cy="0"/>
        </a:xfrm>
      </p:grpSpPr>
      <p:graphicFrame>
        <p:nvGraphicFramePr>
          <p:cNvPr id="5" name="Object 4" hidden="1"/>
          <p:cNvGraphicFramePr>
            <a:graphicFrameLocks noChangeAspect="1"/>
          </p:cNvGraphicFramePr>
          <p:nvPr>
            <p:custDataLst>
              <p:tags r:id="rId1"/>
            </p:custDataLst>
          </p:nvPr>
        </p:nvGraphicFramePr>
        <p:xfrm>
          <a:off x="1587" y="1588"/>
          <a:ext cx="1587" cy="1587"/>
        </p:xfrm>
        <a:graphic>
          <a:graphicData uri="http://schemas.openxmlformats.org/presentationml/2006/ole">
            <mc:AlternateContent xmlns:mc="http://schemas.openxmlformats.org/markup-compatibility/2006">
              <mc:Choice xmlns:v="urn:schemas-microsoft-com:vml" Requires="v">
                <p:oleObj name="think-cell Slide" r:id="rId3" imgW="270" imgH="270" progId="TCLayout.ActiveDocument.1">
                  <p:embed/>
                </p:oleObj>
              </mc:Choice>
              <mc:Fallback>
                <p:oleObj name="think-cell Slide" r:id="rId3" imgW="270" imgH="270" progId="TCLayout.ActiveDocument.1">
                  <p:embed/>
                  <p:pic>
                    <p:nvPicPr>
                      <p:cNvPr id="5" name="Object 4" hidden="1"/>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587" y="1588"/>
                        <a:ext cx="1587" cy="1587"/>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3" name="Title 2">
            <a:extLst>
              <a:ext uri="{FF2B5EF4-FFF2-40B4-BE49-F238E27FC236}">
                <a16:creationId xmlns:a16="http://schemas.microsoft.com/office/drawing/2014/main" id="{57F0C9DF-D1FA-45A1-91F6-147FDC3E7341}"/>
              </a:ext>
            </a:extLst>
          </p:cNvPr>
          <p:cNvSpPr>
            <a:spLocks noGrp="1"/>
          </p:cNvSpPr>
          <p:nvPr>
            <p:ph type="title"/>
          </p:nvPr>
        </p:nvSpPr>
        <p:spPr/>
        <p:txBody>
          <a:bodyPr/>
          <a:lstStyle/>
          <a:p>
            <a:r>
              <a:rPr lang="en-US"/>
              <a:t>Click to edit Master title style</a:t>
            </a:r>
            <a:endParaRPr lang="de-DE"/>
          </a:p>
        </p:txBody>
      </p:sp>
    </p:spTree>
    <p:extLst>
      <p:ext uri="{BB962C8B-B14F-4D97-AF65-F5344CB8AC3E}">
        <p14:creationId xmlns:p14="http://schemas.microsoft.com/office/powerpoint/2010/main" val="305753580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1_Titre seul">
    <p:bg>
      <p:bgPr>
        <a:solidFill>
          <a:schemeClr val="accent4"/>
        </a:solidFill>
        <a:effectLst/>
      </p:bgPr>
    </p:bg>
    <p:spTree>
      <p:nvGrpSpPr>
        <p:cNvPr id="1" name=""/>
        <p:cNvGrpSpPr/>
        <p:nvPr/>
      </p:nvGrpSpPr>
      <p:grpSpPr>
        <a:xfrm>
          <a:off x="0" y="0"/>
          <a:ext cx="0" cy="0"/>
          <a:chOff x="0" y="0"/>
          <a:chExt cx="0" cy="0"/>
        </a:xfrm>
      </p:grpSpPr>
      <p:graphicFrame>
        <p:nvGraphicFramePr>
          <p:cNvPr id="5" name="Object 4" hidden="1"/>
          <p:cNvGraphicFramePr>
            <a:graphicFrameLocks noChangeAspect="1"/>
          </p:cNvGraphicFramePr>
          <p:nvPr>
            <p:custDataLst>
              <p:tags r:id="rId1"/>
            </p:custDataLst>
          </p:nvPr>
        </p:nvGraphicFramePr>
        <p:xfrm>
          <a:off x="1587" y="1588"/>
          <a:ext cx="1587" cy="1587"/>
        </p:xfrm>
        <a:graphic>
          <a:graphicData uri="http://schemas.openxmlformats.org/presentationml/2006/ole">
            <mc:AlternateContent xmlns:mc="http://schemas.openxmlformats.org/markup-compatibility/2006">
              <mc:Choice xmlns:v="urn:schemas-microsoft-com:vml" Requires="v">
                <p:oleObj name="think-cell Slide" r:id="rId3" imgW="270" imgH="270" progId="TCLayout.ActiveDocument.1">
                  <p:embed/>
                </p:oleObj>
              </mc:Choice>
              <mc:Fallback>
                <p:oleObj name="think-cell Slide" r:id="rId3" imgW="270" imgH="270" progId="TCLayout.ActiveDocument.1">
                  <p:embed/>
                  <p:pic>
                    <p:nvPicPr>
                      <p:cNvPr id="5" name="Object 4" hidden="1"/>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587" y="1588"/>
                        <a:ext cx="1587" cy="1587"/>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10" name="Espace réservé du texte 9">
            <a:extLst>
              <a:ext uri="{FF2B5EF4-FFF2-40B4-BE49-F238E27FC236}">
                <a16:creationId xmlns:a16="http://schemas.microsoft.com/office/drawing/2014/main" id="{0850DA69-657E-41C3-B340-B16C354CA1D0}"/>
              </a:ext>
            </a:extLst>
          </p:cNvPr>
          <p:cNvSpPr>
            <a:spLocks noGrp="1"/>
          </p:cNvSpPr>
          <p:nvPr>
            <p:ph type="body" sz="quarter" idx="10"/>
          </p:nvPr>
        </p:nvSpPr>
        <p:spPr>
          <a:xfrm>
            <a:off x="404813" y="1261872"/>
            <a:ext cx="11406187" cy="4951413"/>
          </a:xfrm>
        </p:spPr>
        <p:txBody>
          <a:bodyPr/>
          <a:lstStyle>
            <a:lvl1pPr>
              <a:defRPr>
                <a:solidFill>
                  <a:schemeClr val="bg1"/>
                </a:solidFill>
              </a:defRPr>
            </a:lvl1pPr>
            <a:lvl2pPr>
              <a:defRPr>
                <a:solidFill>
                  <a:schemeClr val="bg1"/>
                </a:solidFill>
              </a:defRPr>
            </a:lvl2pPr>
            <a:lvl3pPr>
              <a:defRPr>
                <a:solidFill>
                  <a:schemeClr val="bg1"/>
                </a:solidFill>
              </a:defRPr>
            </a:lvl3pPr>
            <a:lvl4pPr>
              <a:buClr>
                <a:schemeClr val="accent5"/>
              </a:buClr>
              <a:defRPr>
                <a:solidFill>
                  <a:schemeClr val="bg1"/>
                </a:solidFill>
              </a:defRPr>
            </a:lvl4pPr>
            <a:lvl5pPr>
              <a:buClr>
                <a:schemeClr val="bg1"/>
              </a:buClr>
              <a:defRPr>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 name="Title 2">
            <a:extLst>
              <a:ext uri="{FF2B5EF4-FFF2-40B4-BE49-F238E27FC236}">
                <a16:creationId xmlns:a16="http://schemas.microsoft.com/office/drawing/2014/main" id="{5E6BB52B-0C5D-4023-89D5-282E9A520223}"/>
              </a:ext>
            </a:extLst>
          </p:cNvPr>
          <p:cNvSpPr>
            <a:spLocks noGrp="1"/>
          </p:cNvSpPr>
          <p:nvPr>
            <p:ph type="title"/>
          </p:nvPr>
        </p:nvSpPr>
        <p:spPr/>
        <p:txBody>
          <a:bodyPr/>
          <a:lstStyle>
            <a:lvl1pPr>
              <a:defRPr>
                <a:solidFill>
                  <a:schemeClr val="bg1"/>
                </a:solidFill>
              </a:defRPr>
            </a:lvl1pPr>
          </a:lstStyle>
          <a:p>
            <a:r>
              <a:rPr lang="en-US"/>
              <a:t>Click to edit Master title style</a:t>
            </a:r>
            <a:endParaRPr lang="de-DE"/>
          </a:p>
        </p:txBody>
      </p:sp>
    </p:spTree>
    <p:extLst>
      <p:ext uri="{BB962C8B-B14F-4D97-AF65-F5344CB8AC3E}">
        <p14:creationId xmlns:p14="http://schemas.microsoft.com/office/powerpoint/2010/main" val="3576656885"/>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Title and content light Grey">
    <p:bg>
      <p:bgPr>
        <a:solidFill>
          <a:schemeClr val="bg2"/>
        </a:solidFill>
        <a:effectLst/>
      </p:bgPr>
    </p:bg>
    <p:spTree>
      <p:nvGrpSpPr>
        <p:cNvPr id="1" name=""/>
        <p:cNvGrpSpPr/>
        <p:nvPr/>
      </p:nvGrpSpPr>
      <p:grpSpPr>
        <a:xfrm>
          <a:off x="0" y="0"/>
          <a:ext cx="0" cy="0"/>
          <a:chOff x="0" y="0"/>
          <a:chExt cx="0" cy="0"/>
        </a:xfrm>
      </p:grpSpPr>
      <p:graphicFrame>
        <p:nvGraphicFramePr>
          <p:cNvPr id="5" name="Object 4" hidden="1"/>
          <p:cNvGraphicFramePr>
            <a:graphicFrameLocks noChangeAspect="1"/>
          </p:cNvGraphicFramePr>
          <p:nvPr>
            <p:custDataLst>
              <p:tags r:id="rId1"/>
            </p:custDataLst>
          </p:nvPr>
        </p:nvGraphicFramePr>
        <p:xfrm>
          <a:off x="1587" y="1588"/>
          <a:ext cx="1587" cy="1587"/>
        </p:xfrm>
        <a:graphic>
          <a:graphicData uri="http://schemas.openxmlformats.org/presentationml/2006/ole">
            <mc:AlternateContent xmlns:mc="http://schemas.openxmlformats.org/markup-compatibility/2006">
              <mc:Choice xmlns:v="urn:schemas-microsoft-com:vml" Requires="v">
                <p:oleObj name="think-cell Slide" r:id="rId3" imgW="270" imgH="270" progId="TCLayout.ActiveDocument.1">
                  <p:embed/>
                </p:oleObj>
              </mc:Choice>
              <mc:Fallback>
                <p:oleObj name="think-cell Slide" r:id="rId3" imgW="270" imgH="270" progId="TCLayout.ActiveDocument.1">
                  <p:embed/>
                  <p:pic>
                    <p:nvPicPr>
                      <p:cNvPr id="5" name="Object 4" hidden="1"/>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587" y="1588"/>
                        <a:ext cx="1587" cy="1587"/>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9" name="Espace réservé du texte 8">
            <a:extLst>
              <a:ext uri="{FF2B5EF4-FFF2-40B4-BE49-F238E27FC236}">
                <a16:creationId xmlns:a16="http://schemas.microsoft.com/office/drawing/2014/main" id="{E7C5D7A7-45E9-4756-B28B-644907783FEA}"/>
              </a:ext>
            </a:extLst>
          </p:cNvPr>
          <p:cNvSpPr>
            <a:spLocks noGrp="1"/>
          </p:cNvSpPr>
          <p:nvPr>
            <p:ph type="body" sz="quarter" idx="10"/>
          </p:nvPr>
        </p:nvSpPr>
        <p:spPr>
          <a:xfrm>
            <a:off x="404812" y="1261872"/>
            <a:ext cx="11406188" cy="495165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 name="Title 2">
            <a:extLst>
              <a:ext uri="{FF2B5EF4-FFF2-40B4-BE49-F238E27FC236}">
                <a16:creationId xmlns:a16="http://schemas.microsoft.com/office/drawing/2014/main" id="{0C89E73A-8AF6-4995-85C4-948312F9A282}"/>
              </a:ext>
            </a:extLst>
          </p:cNvPr>
          <p:cNvSpPr>
            <a:spLocks noGrp="1"/>
          </p:cNvSpPr>
          <p:nvPr>
            <p:ph type="title"/>
          </p:nvPr>
        </p:nvSpPr>
        <p:spPr/>
        <p:txBody>
          <a:bodyPr/>
          <a:lstStyle/>
          <a:p>
            <a:r>
              <a:rPr lang="en-US"/>
              <a:t>Click to edit Master title style</a:t>
            </a:r>
            <a:endParaRPr lang="de-DE"/>
          </a:p>
        </p:txBody>
      </p:sp>
    </p:spTree>
    <p:extLst>
      <p:ext uri="{BB962C8B-B14F-4D97-AF65-F5344CB8AC3E}">
        <p14:creationId xmlns:p14="http://schemas.microsoft.com/office/powerpoint/2010/main" val="4219242012"/>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Section Break dark">
    <p:bg>
      <p:bgPr>
        <a:solidFill>
          <a:schemeClr val="accent4"/>
        </a:solidFill>
        <a:effectLst/>
      </p:bgPr>
    </p:bg>
    <p:spTree>
      <p:nvGrpSpPr>
        <p:cNvPr id="1" name=""/>
        <p:cNvGrpSpPr/>
        <p:nvPr/>
      </p:nvGrpSpPr>
      <p:grpSpPr>
        <a:xfrm>
          <a:off x="0" y="0"/>
          <a:ext cx="0" cy="0"/>
          <a:chOff x="0" y="0"/>
          <a:chExt cx="0" cy="0"/>
        </a:xfrm>
      </p:grpSpPr>
      <p:sp>
        <p:nvSpPr>
          <p:cNvPr id="3" name="Subtitle">
            <a:extLst>
              <a:ext uri="{FF2B5EF4-FFF2-40B4-BE49-F238E27FC236}">
                <a16:creationId xmlns:a16="http://schemas.microsoft.com/office/drawing/2014/main" id="{81D5C5CA-E0F9-4194-9FD7-26150AB2A870}"/>
              </a:ext>
            </a:extLst>
          </p:cNvPr>
          <p:cNvSpPr>
            <a:spLocks noGrp="1"/>
          </p:cNvSpPr>
          <p:nvPr>
            <p:ph type="subTitle" idx="1"/>
          </p:nvPr>
        </p:nvSpPr>
        <p:spPr>
          <a:xfrm>
            <a:off x="404813" y="3772800"/>
            <a:ext cx="11329987" cy="307777"/>
          </a:xfrm>
        </p:spPr>
        <p:txBody>
          <a:bodyPr lIns="0" tIns="0">
            <a:spAutoFit/>
          </a:bodyPr>
          <a:lstStyle>
            <a:lvl1pPr marL="0" indent="0" algn="l">
              <a:buNone/>
              <a:defRPr sz="200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GB"/>
          </a:p>
        </p:txBody>
      </p:sp>
      <p:sp>
        <p:nvSpPr>
          <p:cNvPr id="2" name="Title">
            <a:extLst>
              <a:ext uri="{FF2B5EF4-FFF2-40B4-BE49-F238E27FC236}">
                <a16:creationId xmlns:a16="http://schemas.microsoft.com/office/drawing/2014/main" id="{A5A39C93-A915-45D6-953A-AAC473CA2FEC}"/>
              </a:ext>
            </a:extLst>
          </p:cNvPr>
          <p:cNvSpPr>
            <a:spLocks noGrp="1"/>
          </p:cNvSpPr>
          <p:nvPr>
            <p:ph type="ctrTitle"/>
          </p:nvPr>
        </p:nvSpPr>
        <p:spPr>
          <a:xfrm>
            <a:off x="404813" y="2264961"/>
            <a:ext cx="11329987" cy="1477328"/>
          </a:xfrm>
        </p:spPr>
        <p:txBody>
          <a:bodyPr lIns="0" bIns="0" anchor="b" anchorCtr="0">
            <a:spAutoFit/>
          </a:bodyPr>
          <a:lstStyle>
            <a:lvl1pPr algn="l">
              <a:lnSpc>
                <a:spcPct val="80000"/>
              </a:lnSpc>
              <a:defRPr sz="6000" baseline="0">
                <a:solidFill>
                  <a:schemeClr val="bg1"/>
                </a:solidFill>
              </a:defRPr>
            </a:lvl1pPr>
          </a:lstStyle>
          <a:p>
            <a:r>
              <a:rPr lang="en-US"/>
              <a:t>Click to edit Master title style</a:t>
            </a:r>
            <a:endParaRPr lang="en-GB"/>
          </a:p>
        </p:txBody>
      </p:sp>
      <p:sp>
        <p:nvSpPr>
          <p:cNvPr id="9" name="Text Placeholder 8">
            <a:extLst>
              <a:ext uri="{FF2B5EF4-FFF2-40B4-BE49-F238E27FC236}">
                <a16:creationId xmlns:a16="http://schemas.microsoft.com/office/drawing/2014/main" id="{E744C52A-2030-4EFF-B1D2-B60B2B279897}"/>
              </a:ext>
            </a:extLst>
          </p:cNvPr>
          <p:cNvSpPr>
            <a:spLocks noGrp="1"/>
          </p:cNvSpPr>
          <p:nvPr>
            <p:ph type="body" sz="quarter" idx="10" hasCustomPrompt="1"/>
          </p:nvPr>
        </p:nvSpPr>
        <p:spPr>
          <a:xfrm>
            <a:off x="404813" y="1825079"/>
            <a:ext cx="4611067" cy="307777"/>
          </a:xfrm>
        </p:spPr>
        <p:txBody>
          <a:bodyPr wrap="square" anchor="b">
            <a:spAutoFit/>
          </a:bodyPr>
          <a:lstStyle>
            <a:lvl1pPr>
              <a:defRPr>
                <a:solidFill>
                  <a:schemeClr val="accent2"/>
                </a:solidFill>
                <a:latin typeface="Ubuntu Light" panose="020B0304030602030204" pitchFamily="34" charset="0"/>
              </a:defRPr>
            </a:lvl1pPr>
            <a:lvl2pPr marL="88900" indent="0">
              <a:buNone/>
              <a:defRPr/>
            </a:lvl2pPr>
          </a:lstStyle>
          <a:p>
            <a:pPr lvl="0"/>
            <a:r>
              <a:rPr lang="fr-FR"/>
              <a:t>INSERT A LABEL/ALBEIT</a:t>
            </a:r>
          </a:p>
        </p:txBody>
      </p:sp>
    </p:spTree>
    <p:extLst>
      <p:ext uri="{BB962C8B-B14F-4D97-AF65-F5344CB8AC3E}">
        <p14:creationId xmlns:p14="http://schemas.microsoft.com/office/powerpoint/2010/main" val="3310471827"/>
      </p:ext>
    </p:extLst>
  </p:cSld>
  <p:clrMapOvr>
    <a:masterClrMapping/>
  </p:clrMapOvr>
  <p:extLst>
    <p:ext uri="{DCECCB84-F9BA-43D5-87BE-67443E8EF086}">
      <p15:sldGuideLst xmlns:p15="http://schemas.microsoft.com/office/powerpoint/2012/main"/>
    </p:ext>
  </p:extLst>
</p:sldLayout>
</file>

<file path=ppt/slideLayouts/slideLayout14.xml><?xml version="1.0" encoding="utf-8"?>
<p:sldLayout xmlns:a="http://schemas.openxmlformats.org/drawingml/2006/main" xmlns:r="http://schemas.openxmlformats.org/officeDocument/2006/relationships" xmlns:p="http://schemas.openxmlformats.org/presentationml/2006/main" userDrawn="1">
  <p:cSld name="Title and full screen image">
    <p:bg>
      <p:bgPr>
        <a:solidFill>
          <a:schemeClr val="accent4"/>
        </a:solidFill>
        <a:effectLst/>
      </p:bgPr>
    </p:bg>
    <p:spTree>
      <p:nvGrpSpPr>
        <p:cNvPr id="1" name=""/>
        <p:cNvGrpSpPr/>
        <p:nvPr/>
      </p:nvGrpSpPr>
      <p:grpSpPr>
        <a:xfrm>
          <a:off x="0" y="0"/>
          <a:ext cx="0" cy="0"/>
          <a:chOff x="0" y="0"/>
          <a:chExt cx="0" cy="0"/>
        </a:xfrm>
      </p:grpSpPr>
      <p:sp>
        <p:nvSpPr>
          <p:cNvPr id="6" name="Picture Placeholder 5">
            <a:extLst>
              <a:ext uri="{FF2B5EF4-FFF2-40B4-BE49-F238E27FC236}">
                <a16:creationId xmlns:a16="http://schemas.microsoft.com/office/drawing/2014/main" id="{7E832AC1-21AF-4DAD-A220-3541D7B3D0D5}"/>
              </a:ext>
            </a:extLst>
          </p:cNvPr>
          <p:cNvSpPr>
            <a:spLocks noGrp="1"/>
          </p:cNvSpPr>
          <p:nvPr>
            <p:ph type="pic" sz="quarter" idx="10" hasCustomPrompt="1"/>
          </p:nvPr>
        </p:nvSpPr>
        <p:spPr>
          <a:xfrm>
            <a:off x="0" y="0"/>
            <a:ext cx="12192000" cy="6858000"/>
          </a:xfrm>
          <a:custGeom>
            <a:avLst/>
            <a:gdLst>
              <a:gd name="connsiteX0" fmla="*/ 11786547 w 12192000"/>
              <a:gd name="connsiteY0" fmla="*/ 205058 h 6858000"/>
              <a:gd name="connsiteX1" fmla="*/ 11562163 w 12192000"/>
              <a:gd name="connsiteY1" fmla="*/ 436971 h 6858000"/>
              <a:gd name="connsiteX2" fmla="*/ 11639891 w 12192000"/>
              <a:gd name="connsiteY2" fmla="*/ 551459 h 6858000"/>
              <a:gd name="connsiteX3" fmla="*/ 11719085 w 12192000"/>
              <a:gd name="connsiteY3" fmla="*/ 552927 h 6858000"/>
              <a:gd name="connsiteX4" fmla="*/ 11751166 w 12192000"/>
              <a:gd name="connsiteY4" fmla="*/ 536965 h 6858000"/>
              <a:gd name="connsiteX5" fmla="*/ 11777548 w 12192000"/>
              <a:gd name="connsiteY5" fmla="*/ 513474 h 6858000"/>
              <a:gd name="connsiteX6" fmla="*/ 11770504 w 12192000"/>
              <a:gd name="connsiteY6" fmla="*/ 536398 h 6858000"/>
              <a:gd name="connsiteX7" fmla="*/ 11705703 w 12192000"/>
              <a:gd name="connsiteY7" fmla="*/ 579359 h 6858000"/>
              <a:gd name="connsiteX8" fmla="*/ 11760002 w 12192000"/>
              <a:gd name="connsiteY8" fmla="*/ 594046 h 6858000"/>
              <a:gd name="connsiteX9" fmla="*/ 11889144 w 12192000"/>
              <a:gd name="connsiteY9" fmla="*/ 551453 h 6858000"/>
              <a:gd name="connsiteX10" fmla="*/ 11824573 w 12192000"/>
              <a:gd name="connsiteY10" fmla="*/ 494172 h 6858000"/>
              <a:gd name="connsiteX11" fmla="*/ 11889144 w 12192000"/>
              <a:gd name="connsiteY11" fmla="*/ 525016 h 6858000"/>
              <a:gd name="connsiteX12" fmla="*/ 11974376 w 12192000"/>
              <a:gd name="connsiteY12" fmla="*/ 467391 h 6858000"/>
              <a:gd name="connsiteX13" fmla="*/ 11981591 w 12192000"/>
              <a:gd name="connsiteY13" fmla="*/ 431058 h 6858000"/>
              <a:gd name="connsiteX14" fmla="*/ 11981599 w 12192000"/>
              <a:gd name="connsiteY14" fmla="*/ 431100 h 6858000"/>
              <a:gd name="connsiteX15" fmla="*/ 11981599 w 12192000"/>
              <a:gd name="connsiteY15" fmla="*/ 431017 h 6858000"/>
              <a:gd name="connsiteX16" fmla="*/ 11981599 w 12192000"/>
              <a:gd name="connsiteY16" fmla="*/ 428164 h 6858000"/>
              <a:gd name="connsiteX17" fmla="*/ 11909738 w 12192000"/>
              <a:gd name="connsiteY17" fmla="*/ 279916 h 6858000"/>
              <a:gd name="connsiteX18" fmla="*/ 11796813 w 12192000"/>
              <a:gd name="connsiteY18" fmla="*/ 209461 h 6858000"/>
              <a:gd name="connsiteX19" fmla="*/ 11786547 w 12192000"/>
              <a:gd name="connsiteY19" fmla="*/ 205058 h 6858000"/>
              <a:gd name="connsiteX20" fmla="*/ 0 w 12192000"/>
              <a:gd name="connsiteY20" fmla="*/ 0 h 6858000"/>
              <a:gd name="connsiteX21" fmla="*/ 12192000 w 12192000"/>
              <a:gd name="connsiteY21" fmla="*/ 0 h 6858000"/>
              <a:gd name="connsiteX22" fmla="*/ 12192000 w 12192000"/>
              <a:gd name="connsiteY22" fmla="*/ 6858000 h 6858000"/>
              <a:gd name="connsiteX23" fmla="*/ 0 w 12192000"/>
              <a:gd name="connsiteY23"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2192000" h="6858000">
                <a:moveTo>
                  <a:pt x="11786547" y="205058"/>
                </a:moveTo>
                <a:cubicBezTo>
                  <a:pt x="11736684" y="265238"/>
                  <a:pt x="11562163" y="310740"/>
                  <a:pt x="11562163" y="436971"/>
                </a:cubicBezTo>
                <a:cubicBezTo>
                  <a:pt x="11562163" y="486876"/>
                  <a:pt x="11592961" y="533846"/>
                  <a:pt x="11639891" y="551459"/>
                </a:cubicBezTo>
                <a:cubicBezTo>
                  <a:pt x="11666289" y="561734"/>
                  <a:pt x="11692687" y="561734"/>
                  <a:pt x="11719085" y="552927"/>
                </a:cubicBezTo>
                <a:cubicBezTo>
                  <a:pt x="11730818" y="549258"/>
                  <a:pt x="11741450" y="543753"/>
                  <a:pt x="11751166" y="536965"/>
                </a:cubicBezTo>
                <a:lnTo>
                  <a:pt x="11777548" y="513474"/>
                </a:lnTo>
                <a:lnTo>
                  <a:pt x="11770504" y="536398"/>
                </a:lnTo>
                <a:cubicBezTo>
                  <a:pt x="11758809" y="558154"/>
                  <a:pt x="11734320" y="574953"/>
                  <a:pt x="11705703" y="579359"/>
                </a:cubicBezTo>
                <a:cubicBezTo>
                  <a:pt x="11714508" y="588171"/>
                  <a:pt x="11735054" y="594046"/>
                  <a:pt x="11760002" y="594046"/>
                </a:cubicBezTo>
                <a:cubicBezTo>
                  <a:pt x="11805495" y="594046"/>
                  <a:pt x="11861261" y="580827"/>
                  <a:pt x="11889144" y="551453"/>
                </a:cubicBezTo>
                <a:cubicBezTo>
                  <a:pt x="11850989" y="552921"/>
                  <a:pt x="11826041" y="527953"/>
                  <a:pt x="11824573" y="494172"/>
                </a:cubicBezTo>
                <a:cubicBezTo>
                  <a:pt x="11842183" y="516203"/>
                  <a:pt x="11864196" y="525016"/>
                  <a:pt x="11889144" y="525016"/>
                </a:cubicBezTo>
                <a:cubicBezTo>
                  <a:pt x="11927667" y="525016"/>
                  <a:pt x="11960411" y="501057"/>
                  <a:pt x="11974376" y="467391"/>
                </a:cubicBezTo>
                <a:lnTo>
                  <a:pt x="11981591" y="431058"/>
                </a:lnTo>
                <a:lnTo>
                  <a:pt x="11981599" y="431100"/>
                </a:lnTo>
                <a:lnTo>
                  <a:pt x="11981599" y="431017"/>
                </a:lnTo>
                <a:lnTo>
                  <a:pt x="11981599" y="428164"/>
                </a:lnTo>
                <a:cubicBezTo>
                  <a:pt x="11981599" y="369452"/>
                  <a:pt x="11952268" y="319547"/>
                  <a:pt x="11909738" y="279916"/>
                </a:cubicBezTo>
                <a:cubicBezTo>
                  <a:pt x="11877473" y="249092"/>
                  <a:pt x="11837876" y="227075"/>
                  <a:pt x="11796813" y="209461"/>
                </a:cubicBezTo>
                <a:cubicBezTo>
                  <a:pt x="11793879" y="207994"/>
                  <a:pt x="11790946" y="206526"/>
                  <a:pt x="11786547" y="205058"/>
                </a:cubicBezTo>
                <a:close/>
                <a:moveTo>
                  <a:pt x="0" y="0"/>
                </a:moveTo>
                <a:lnTo>
                  <a:pt x="12192000" y="0"/>
                </a:lnTo>
                <a:lnTo>
                  <a:pt x="12192000" y="6858000"/>
                </a:lnTo>
                <a:lnTo>
                  <a:pt x="0" y="6858000"/>
                </a:lnTo>
                <a:close/>
              </a:path>
            </a:pathLst>
          </a:custGeom>
        </p:spPr>
        <p:txBody>
          <a:bodyPr wrap="square">
            <a:noAutofit/>
          </a:bodyPr>
          <a:lstStyle>
            <a:lvl1pPr>
              <a:defRPr>
                <a:solidFill>
                  <a:schemeClr val="bg2">
                    <a:lumMod val="50000"/>
                  </a:schemeClr>
                </a:solidFill>
              </a:defRPr>
            </a:lvl1pPr>
          </a:lstStyle>
          <a:p>
            <a:r>
              <a:rPr lang="en-US"/>
              <a:t>Click icon to add picture and arrange the picture in the background</a:t>
            </a:r>
            <a:endParaRPr lang="en-GB"/>
          </a:p>
        </p:txBody>
      </p:sp>
      <p:sp>
        <p:nvSpPr>
          <p:cNvPr id="2" name="Title 1">
            <a:extLst>
              <a:ext uri="{FF2B5EF4-FFF2-40B4-BE49-F238E27FC236}">
                <a16:creationId xmlns:a16="http://schemas.microsoft.com/office/drawing/2014/main" id="{FDB0CAFF-8B20-4B52-A18C-BFD139761BF9}"/>
              </a:ext>
            </a:extLst>
          </p:cNvPr>
          <p:cNvSpPr>
            <a:spLocks noGrp="1"/>
          </p:cNvSpPr>
          <p:nvPr>
            <p:ph type="title"/>
          </p:nvPr>
        </p:nvSpPr>
        <p:spPr>
          <a:xfrm>
            <a:off x="404813" y="1951673"/>
            <a:ext cx="4562475" cy="2954655"/>
          </a:xfrm>
        </p:spPr>
        <p:txBody>
          <a:bodyPr vert="horz" wrap="square" lIns="72000" tIns="0" rIns="0" bIns="0" rtlCol="0" anchor="ctr">
            <a:spAutoFit/>
          </a:bodyPr>
          <a:lstStyle>
            <a:lvl1pPr>
              <a:lnSpc>
                <a:spcPct val="80000"/>
              </a:lnSpc>
              <a:defRPr lang="en-GB" sz="6000" dirty="0">
                <a:solidFill>
                  <a:schemeClr val="bg1"/>
                </a:solidFill>
              </a:defRPr>
            </a:lvl1pPr>
          </a:lstStyle>
          <a:p>
            <a:pPr lvl="0"/>
            <a:r>
              <a:rPr lang="en-US"/>
              <a:t>Click to edit Master title style</a:t>
            </a:r>
            <a:endParaRPr lang="en-GB"/>
          </a:p>
        </p:txBody>
      </p:sp>
    </p:spTree>
    <p:extLst>
      <p:ext uri="{BB962C8B-B14F-4D97-AF65-F5344CB8AC3E}">
        <p14:creationId xmlns:p14="http://schemas.microsoft.com/office/powerpoint/2010/main" val="1766735806"/>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Purple">
    <p:bg>
      <p:bgPr>
        <a:solidFill>
          <a:srgbClr val="2B0A3D"/>
        </a:solid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185089721"/>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showMasterSp="0" preserve="1" userDrawn="1">
  <p:cSld name="Full picture white Pik">
    <p:bg>
      <p:bgPr>
        <a:solidFill>
          <a:schemeClr val="bg2"/>
        </a:solidFill>
        <a:effectLst/>
      </p:bgPr>
    </p:bg>
    <p:spTree>
      <p:nvGrpSpPr>
        <p:cNvPr id="1" name=""/>
        <p:cNvGrpSpPr/>
        <p:nvPr/>
      </p:nvGrpSpPr>
      <p:grpSpPr>
        <a:xfrm>
          <a:off x="0" y="0"/>
          <a:ext cx="0" cy="0"/>
          <a:chOff x="0" y="0"/>
          <a:chExt cx="0" cy="0"/>
        </a:xfrm>
      </p:grpSpPr>
      <p:sp>
        <p:nvSpPr>
          <p:cNvPr id="14" name="Picture Placeholder 13">
            <a:extLst>
              <a:ext uri="{FF2B5EF4-FFF2-40B4-BE49-F238E27FC236}">
                <a16:creationId xmlns:a16="http://schemas.microsoft.com/office/drawing/2014/main" id="{1EB2D5A7-8ABD-41FC-934A-8D0E9E07B98D}"/>
              </a:ext>
            </a:extLst>
          </p:cNvPr>
          <p:cNvSpPr>
            <a:spLocks noGrp="1"/>
          </p:cNvSpPr>
          <p:nvPr>
            <p:ph type="pic" sz="quarter" idx="13" hasCustomPrompt="1"/>
          </p:nvPr>
        </p:nvSpPr>
        <p:spPr>
          <a:xfrm>
            <a:off x="0" y="0"/>
            <a:ext cx="12192000" cy="6858000"/>
          </a:xfrm>
          <a:custGeom>
            <a:avLst/>
            <a:gdLst>
              <a:gd name="connsiteX0" fmla="*/ 11904137 w 12192000"/>
              <a:gd name="connsiteY0" fmla="*/ 374761 h 6858000"/>
              <a:gd name="connsiteX1" fmla="*/ 11851113 w 12192000"/>
              <a:gd name="connsiteY1" fmla="*/ 409256 h 6858000"/>
              <a:gd name="connsiteX2" fmla="*/ 11813853 w 12192000"/>
              <a:gd name="connsiteY2" fmla="*/ 476806 h 6858000"/>
              <a:gd name="connsiteX3" fmla="*/ 11772294 w 12192000"/>
              <a:gd name="connsiteY3" fmla="*/ 537171 h 6858000"/>
              <a:gd name="connsiteX4" fmla="*/ 11703507 w 12192000"/>
              <a:gd name="connsiteY4" fmla="*/ 580289 h 6858000"/>
              <a:gd name="connsiteX5" fmla="*/ 11747932 w 12192000"/>
              <a:gd name="connsiteY5" fmla="*/ 591787 h 6858000"/>
              <a:gd name="connsiteX6" fmla="*/ 11796656 w 12192000"/>
              <a:gd name="connsiteY6" fmla="*/ 587475 h 6858000"/>
              <a:gd name="connsiteX7" fmla="*/ 11879774 w 12192000"/>
              <a:gd name="connsiteY7" fmla="*/ 551544 h 6858000"/>
              <a:gd name="connsiteX8" fmla="*/ 11816719 w 12192000"/>
              <a:gd name="connsiteY8" fmla="*/ 494054 h 6858000"/>
              <a:gd name="connsiteX9" fmla="*/ 11904137 w 12192000"/>
              <a:gd name="connsiteY9" fmla="*/ 521361 h 6858000"/>
              <a:gd name="connsiteX10" fmla="*/ 11965759 w 12192000"/>
              <a:gd name="connsiteY10" fmla="*/ 460997 h 6858000"/>
              <a:gd name="connsiteX11" fmla="*/ 11964326 w 12192000"/>
              <a:gd name="connsiteY11" fmla="*/ 404944 h 6858000"/>
              <a:gd name="connsiteX12" fmla="*/ 11904137 w 12192000"/>
              <a:gd name="connsiteY12" fmla="*/ 374761 h 6858000"/>
              <a:gd name="connsiteX13" fmla="*/ 11779497 w 12192000"/>
              <a:gd name="connsiteY13" fmla="*/ 210928 h 6858000"/>
              <a:gd name="connsiteX14" fmla="*/ 11559747 w 12192000"/>
              <a:gd name="connsiteY14" fmla="*/ 439472 h 6858000"/>
              <a:gd name="connsiteX15" fmla="*/ 11635870 w 12192000"/>
              <a:gd name="connsiteY15" fmla="*/ 550150 h 6858000"/>
              <a:gd name="connsiteX16" fmla="*/ 11720610 w 12192000"/>
              <a:gd name="connsiteY16" fmla="*/ 545838 h 6858000"/>
              <a:gd name="connsiteX17" fmla="*/ 11780933 w 12192000"/>
              <a:gd name="connsiteY17" fmla="*/ 489780 h 6858000"/>
              <a:gd name="connsiteX18" fmla="*/ 11826894 w 12192000"/>
              <a:gd name="connsiteY18" fmla="*/ 413599 h 6858000"/>
              <a:gd name="connsiteX19" fmla="*/ 11888654 w 12192000"/>
              <a:gd name="connsiteY19" fmla="*/ 361853 h 6858000"/>
              <a:gd name="connsiteX20" fmla="*/ 11963340 w 12192000"/>
              <a:gd name="connsiteY20" fmla="*/ 380539 h 6858000"/>
              <a:gd name="connsiteX21" fmla="*/ 11900144 w 12192000"/>
              <a:gd name="connsiteY21" fmla="*/ 284235 h 6858000"/>
              <a:gd name="connsiteX22" fmla="*/ 11789551 w 12192000"/>
              <a:gd name="connsiteY22" fmla="*/ 215240 h 6858000"/>
              <a:gd name="connsiteX23" fmla="*/ 11779497 w 12192000"/>
              <a:gd name="connsiteY23" fmla="*/ 210928 h 6858000"/>
              <a:gd name="connsiteX24" fmla="*/ 0 w 12192000"/>
              <a:gd name="connsiteY24" fmla="*/ 0 h 6858000"/>
              <a:gd name="connsiteX25" fmla="*/ 12192000 w 12192000"/>
              <a:gd name="connsiteY25" fmla="*/ 0 h 6858000"/>
              <a:gd name="connsiteX26" fmla="*/ 12192000 w 12192000"/>
              <a:gd name="connsiteY26" fmla="*/ 6858000 h 6858000"/>
              <a:gd name="connsiteX27" fmla="*/ 0 w 12192000"/>
              <a:gd name="connsiteY27"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Lst>
            <a:rect l="l" t="t" r="r" b="b"/>
            <a:pathLst>
              <a:path w="12192000" h="6858000">
                <a:moveTo>
                  <a:pt x="11904137" y="374761"/>
                </a:moveTo>
                <a:cubicBezTo>
                  <a:pt x="11881208" y="376199"/>
                  <a:pt x="11864011" y="390571"/>
                  <a:pt x="11851113" y="409256"/>
                </a:cubicBezTo>
                <a:cubicBezTo>
                  <a:pt x="11835349" y="429377"/>
                  <a:pt x="11825318" y="453810"/>
                  <a:pt x="11813853" y="476806"/>
                </a:cubicBezTo>
                <a:cubicBezTo>
                  <a:pt x="11802389" y="498365"/>
                  <a:pt x="11789491" y="518487"/>
                  <a:pt x="11772294" y="537171"/>
                </a:cubicBezTo>
                <a:cubicBezTo>
                  <a:pt x="11753664" y="557293"/>
                  <a:pt x="11730735" y="573103"/>
                  <a:pt x="11703507" y="580289"/>
                </a:cubicBezTo>
                <a:cubicBezTo>
                  <a:pt x="11716405" y="588912"/>
                  <a:pt x="11733601" y="591787"/>
                  <a:pt x="11747932" y="591787"/>
                </a:cubicBezTo>
                <a:cubicBezTo>
                  <a:pt x="11763696" y="593224"/>
                  <a:pt x="11780893" y="590350"/>
                  <a:pt x="11796656" y="587475"/>
                </a:cubicBezTo>
                <a:cubicBezTo>
                  <a:pt x="11826751" y="583163"/>
                  <a:pt x="11858278" y="573103"/>
                  <a:pt x="11879774" y="551544"/>
                </a:cubicBezTo>
                <a:cubicBezTo>
                  <a:pt x="11845381" y="551544"/>
                  <a:pt x="11818153" y="528548"/>
                  <a:pt x="11816719" y="494054"/>
                </a:cubicBezTo>
                <a:cubicBezTo>
                  <a:pt x="11838216" y="519924"/>
                  <a:pt x="11871176" y="529985"/>
                  <a:pt x="11904137" y="521361"/>
                </a:cubicBezTo>
                <a:cubicBezTo>
                  <a:pt x="11932798" y="512738"/>
                  <a:pt x="11957160" y="489742"/>
                  <a:pt x="11965759" y="460997"/>
                </a:cubicBezTo>
                <a:cubicBezTo>
                  <a:pt x="11971491" y="442312"/>
                  <a:pt x="11972924" y="423628"/>
                  <a:pt x="11964326" y="404944"/>
                </a:cubicBezTo>
                <a:cubicBezTo>
                  <a:pt x="11952861" y="383385"/>
                  <a:pt x="11928499" y="373324"/>
                  <a:pt x="11904137" y="374761"/>
                </a:cubicBezTo>
                <a:close/>
                <a:moveTo>
                  <a:pt x="11779497" y="210928"/>
                </a:moveTo>
                <a:cubicBezTo>
                  <a:pt x="11730664" y="271298"/>
                  <a:pt x="11559747" y="314420"/>
                  <a:pt x="11559747" y="439472"/>
                </a:cubicBezTo>
                <a:cubicBezTo>
                  <a:pt x="11559747" y="486906"/>
                  <a:pt x="11589909" y="532902"/>
                  <a:pt x="11635870" y="550150"/>
                </a:cubicBezTo>
                <a:cubicBezTo>
                  <a:pt x="11663159" y="560212"/>
                  <a:pt x="11693320" y="558775"/>
                  <a:pt x="11720610" y="545838"/>
                </a:cubicBezTo>
                <a:cubicBezTo>
                  <a:pt x="11746463" y="534339"/>
                  <a:pt x="11765134" y="514216"/>
                  <a:pt x="11780933" y="489780"/>
                </a:cubicBezTo>
                <a:cubicBezTo>
                  <a:pt x="11798168" y="465345"/>
                  <a:pt x="11811095" y="439472"/>
                  <a:pt x="11826894" y="413599"/>
                </a:cubicBezTo>
                <a:cubicBezTo>
                  <a:pt x="11841257" y="390601"/>
                  <a:pt x="11861365" y="367603"/>
                  <a:pt x="11888654" y="361853"/>
                </a:cubicBezTo>
                <a:cubicBezTo>
                  <a:pt x="11914507" y="354666"/>
                  <a:pt x="11944668" y="361853"/>
                  <a:pt x="11963340" y="380539"/>
                </a:cubicBezTo>
                <a:cubicBezTo>
                  <a:pt x="11951850" y="343167"/>
                  <a:pt x="11930306" y="311545"/>
                  <a:pt x="11900144" y="284235"/>
                </a:cubicBezTo>
                <a:cubicBezTo>
                  <a:pt x="11867110" y="254050"/>
                  <a:pt x="11829767" y="232489"/>
                  <a:pt x="11789551" y="215240"/>
                </a:cubicBezTo>
                <a:cubicBezTo>
                  <a:pt x="11786678" y="213803"/>
                  <a:pt x="11782369" y="212365"/>
                  <a:pt x="11779497" y="210928"/>
                </a:cubicBezTo>
                <a:close/>
                <a:moveTo>
                  <a:pt x="0" y="0"/>
                </a:moveTo>
                <a:lnTo>
                  <a:pt x="12192000" y="0"/>
                </a:lnTo>
                <a:lnTo>
                  <a:pt x="12192000" y="6858000"/>
                </a:lnTo>
                <a:lnTo>
                  <a:pt x="0" y="6858000"/>
                </a:lnTo>
                <a:close/>
              </a:path>
            </a:pathLst>
          </a:custGeom>
          <a:solidFill>
            <a:schemeClr val="accent4"/>
          </a:solidFill>
        </p:spPr>
        <p:txBody>
          <a:bodyPr wrap="square">
            <a:noAutofit/>
          </a:bodyPr>
          <a:lstStyle>
            <a:lvl1pPr>
              <a:defRPr>
                <a:solidFill>
                  <a:schemeClr val="bg2">
                    <a:lumMod val="50000"/>
                  </a:schemeClr>
                </a:solidFill>
              </a:defRPr>
            </a:lvl1pPr>
          </a:lstStyle>
          <a:p>
            <a:r>
              <a:rPr lang="de-DE"/>
              <a:t>Insert Picture and send </a:t>
            </a:r>
            <a:r>
              <a:rPr lang="de-DE" err="1"/>
              <a:t>to</a:t>
            </a:r>
            <a:r>
              <a:rPr lang="de-DE"/>
              <a:t> back</a:t>
            </a:r>
          </a:p>
        </p:txBody>
      </p:sp>
      <p:grpSp>
        <p:nvGrpSpPr>
          <p:cNvPr id="5" name="Group 37">
            <a:extLst>
              <a:ext uri="{FF2B5EF4-FFF2-40B4-BE49-F238E27FC236}">
                <a16:creationId xmlns:a16="http://schemas.microsoft.com/office/drawing/2014/main" id="{175605CD-31A1-4F5E-8CC8-FA82332DB3A0}"/>
              </a:ext>
            </a:extLst>
          </p:cNvPr>
          <p:cNvGrpSpPr/>
          <p:nvPr userDrawn="1"/>
        </p:nvGrpSpPr>
        <p:grpSpPr>
          <a:xfrm>
            <a:off x="11562864" y="207688"/>
            <a:ext cx="418487" cy="387209"/>
            <a:chOff x="5481638" y="2859088"/>
            <a:chExt cx="1231900" cy="1139825"/>
          </a:xfrm>
          <a:solidFill>
            <a:schemeClr val="bg1"/>
          </a:solidFill>
        </p:grpSpPr>
        <p:sp>
          <p:nvSpPr>
            <p:cNvPr id="6" name="Freeform 320">
              <a:extLst>
                <a:ext uri="{FF2B5EF4-FFF2-40B4-BE49-F238E27FC236}">
                  <a16:creationId xmlns:a16="http://schemas.microsoft.com/office/drawing/2014/main" id="{AE5DD593-FDBD-4A70-83DE-64E2F0ED00BB}"/>
                </a:ext>
              </a:extLst>
            </p:cNvPr>
            <p:cNvSpPr>
              <a:spLocks/>
            </p:cNvSpPr>
            <p:nvPr userDrawn="1"/>
          </p:nvSpPr>
          <p:spPr bwMode="auto">
            <a:xfrm>
              <a:off x="5481638" y="2859088"/>
              <a:ext cx="1203325" cy="1041400"/>
            </a:xfrm>
            <a:custGeom>
              <a:avLst/>
              <a:gdLst>
                <a:gd name="T0" fmla="*/ 229 w 281"/>
                <a:gd name="T1" fmla="*/ 105 h 243"/>
                <a:gd name="T2" fmla="*/ 186 w 281"/>
                <a:gd name="T3" fmla="*/ 141 h 243"/>
                <a:gd name="T4" fmla="*/ 154 w 281"/>
                <a:gd name="T5" fmla="*/ 194 h 243"/>
                <a:gd name="T6" fmla="*/ 112 w 281"/>
                <a:gd name="T7" fmla="*/ 233 h 243"/>
                <a:gd name="T8" fmla="*/ 53 w 281"/>
                <a:gd name="T9" fmla="*/ 236 h 243"/>
                <a:gd name="T10" fmla="*/ 0 w 281"/>
                <a:gd name="T11" fmla="*/ 159 h 243"/>
                <a:gd name="T12" fmla="*/ 153 w 281"/>
                <a:gd name="T13" fmla="*/ 0 h 243"/>
                <a:gd name="T14" fmla="*/ 153 w 281"/>
                <a:gd name="T15" fmla="*/ 0 h 243"/>
                <a:gd name="T16" fmla="*/ 160 w 281"/>
                <a:gd name="T17" fmla="*/ 3 h 243"/>
                <a:gd name="T18" fmla="*/ 237 w 281"/>
                <a:gd name="T19" fmla="*/ 51 h 243"/>
                <a:gd name="T20" fmla="*/ 281 w 281"/>
                <a:gd name="T21" fmla="*/ 118 h 243"/>
                <a:gd name="T22" fmla="*/ 229 w 281"/>
                <a:gd name="T23" fmla="*/ 105 h 24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281" h="243">
                  <a:moveTo>
                    <a:pt x="229" y="105"/>
                  </a:moveTo>
                  <a:cubicBezTo>
                    <a:pt x="210" y="109"/>
                    <a:pt x="196" y="125"/>
                    <a:pt x="186" y="141"/>
                  </a:cubicBezTo>
                  <a:cubicBezTo>
                    <a:pt x="175" y="159"/>
                    <a:pt x="166" y="177"/>
                    <a:pt x="154" y="194"/>
                  </a:cubicBezTo>
                  <a:cubicBezTo>
                    <a:pt x="143" y="211"/>
                    <a:pt x="130" y="225"/>
                    <a:pt x="112" y="233"/>
                  </a:cubicBezTo>
                  <a:cubicBezTo>
                    <a:pt x="93" y="242"/>
                    <a:pt x="72" y="243"/>
                    <a:pt x="53" y="236"/>
                  </a:cubicBezTo>
                  <a:cubicBezTo>
                    <a:pt x="21" y="224"/>
                    <a:pt x="0" y="192"/>
                    <a:pt x="0" y="159"/>
                  </a:cubicBezTo>
                  <a:cubicBezTo>
                    <a:pt x="0" y="72"/>
                    <a:pt x="119" y="42"/>
                    <a:pt x="153" y="0"/>
                  </a:cubicBezTo>
                  <a:cubicBezTo>
                    <a:pt x="153" y="0"/>
                    <a:pt x="153" y="0"/>
                    <a:pt x="153" y="0"/>
                  </a:cubicBezTo>
                  <a:cubicBezTo>
                    <a:pt x="155" y="1"/>
                    <a:pt x="158" y="2"/>
                    <a:pt x="160" y="3"/>
                  </a:cubicBezTo>
                  <a:cubicBezTo>
                    <a:pt x="188" y="15"/>
                    <a:pt x="214" y="30"/>
                    <a:pt x="237" y="51"/>
                  </a:cubicBezTo>
                  <a:cubicBezTo>
                    <a:pt x="258" y="70"/>
                    <a:pt x="273" y="92"/>
                    <a:pt x="281" y="118"/>
                  </a:cubicBezTo>
                  <a:cubicBezTo>
                    <a:pt x="268" y="105"/>
                    <a:pt x="247" y="100"/>
                    <a:pt x="229" y="105"/>
                  </a:cubicBezTo>
                </a:path>
              </a:pathLst>
            </a:custGeom>
            <a:grpFill/>
            <a:ln>
              <a:noFill/>
            </a:ln>
          </p:spPr>
          <p:txBody>
            <a:bodyPr vert="horz" wrap="square" lIns="91440" tIns="45720" rIns="91440" bIns="45720" numCol="1" anchor="t" anchorCtr="0" compatLnSpc="1">
              <a:prstTxWarp prst="textNoShape">
                <a:avLst/>
              </a:prstTxWarp>
            </a:bodyPr>
            <a:lstStyle/>
            <a:p>
              <a:endParaRPr lang="en-US"/>
            </a:p>
          </p:txBody>
        </p:sp>
        <p:sp>
          <p:nvSpPr>
            <p:cNvPr id="7" name="Freeform 321">
              <a:extLst>
                <a:ext uri="{FF2B5EF4-FFF2-40B4-BE49-F238E27FC236}">
                  <a16:creationId xmlns:a16="http://schemas.microsoft.com/office/drawing/2014/main" id="{5E1F1E46-28BC-4B11-9A4D-30E587571815}"/>
                </a:ext>
              </a:extLst>
            </p:cNvPr>
            <p:cNvSpPr>
              <a:spLocks/>
            </p:cNvSpPr>
            <p:nvPr userDrawn="1"/>
          </p:nvSpPr>
          <p:spPr bwMode="auto">
            <a:xfrm>
              <a:off x="5910263" y="3343275"/>
              <a:ext cx="803275" cy="655638"/>
            </a:xfrm>
            <a:custGeom>
              <a:avLst/>
              <a:gdLst>
                <a:gd name="T0" fmla="*/ 183 w 188"/>
                <a:gd name="T1" fmla="*/ 61 h 153"/>
                <a:gd name="T2" fmla="*/ 140 w 188"/>
                <a:gd name="T3" fmla="*/ 103 h 153"/>
                <a:gd name="T4" fmla="*/ 79 w 188"/>
                <a:gd name="T5" fmla="*/ 84 h 153"/>
                <a:gd name="T6" fmla="*/ 123 w 188"/>
                <a:gd name="T7" fmla="*/ 124 h 153"/>
                <a:gd name="T8" fmla="*/ 65 w 188"/>
                <a:gd name="T9" fmla="*/ 149 h 153"/>
                <a:gd name="T10" fmla="*/ 31 w 188"/>
                <a:gd name="T11" fmla="*/ 152 h 153"/>
                <a:gd name="T12" fmla="*/ 0 w 188"/>
                <a:gd name="T13" fmla="*/ 144 h 153"/>
                <a:gd name="T14" fmla="*/ 48 w 188"/>
                <a:gd name="T15" fmla="*/ 114 h 153"/>
                <a:gd name="T16" fmla="*/ 77 w 188"/>
                <a:gd name="T17" fmla="*/ 72 h 153"/>
                <a:gd name="T18" fmla="*/ 103 w 188"/>
                <a:gd name="T19" fmla="*/ 25 h 153"/>
                <a:gd name="T20" fmla="*/ 140 w 188"/>
                <a:gd name="T21" fmla="*/ 1 h 153"/>
                <a:gd name="T22" fmla="*/ 182 w 188"/>
                <a:gd name="T23" fmla="*/ 22 h 153"/>
                <a:gd name="T24" fmla="*/ 183 w 188"/>
                <a:gd name="T25" fmla="*/ 61 h 15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88" h="153">
                  <a:moveTo>
                    <a:pt x="183" y="61"/>
                  </a:moveTo>
                  <a:cubicBezTo>
                    <a:pt x="177" y="81"/>
                    <a:pt x="160" y="97"/>
                    <a:pt x="140" y="103"/>
                  </a:cubicBezTo>
                  <a:cubicBezTo>
                    <a:pt x="117" y="109"/>
                    <a:pt x="94" y="102"/>
                    <a:pt x="79" y="84"/>
                  </a:cubicBezTo>
                  <a:cubicBezTo>
                    <a:pt x="80" y="108"/>
                    <a:pt x="99" y="124"/>
                    <a:pt x="123" y="124"/>
                  </a:cubicBezTo>
                  <a:cubicBezTo>
                    <a:pt x="108" y="139"/>
                    <a:pt x="86" y="146"/>
                    <a:pt x="65" y="149"/>
                  </a:cubicBezTo>
                  <a:cubicBezTo>
                    <a:pt x="54" y="151"/>
                    <a:pt x="42" y="153"/>
                    <a:pt x="31" y="152"/>
                  </a:cubicBezTo>
                  <a:cubicBezTo>
                    <a:pt x="21" y="152"/>
                    <a:pt x="9" y="150"/>
                    <a:pt x="0" y="144"/>
                  </a:cubicBezTo>
                  <a:cubicBezTo>
                    <a:pt x="19" y="139"/>
                    <a:pt x="35" y="128"/>
                    <a:pt x="48" y="114"/>
                  </a:cubicBezTo>
                  <a:cubicBezTo>
                    <a:pt x="60" y="101"/>
                    <a:pt x="69" y="87"/>
                    <a:pt x="77" y="72"/>
                  </a:cubicBezTo>
                  <a:cubicBezTo>
                    <a:pt x="85" y="56"/>
                    <a:pt x="92" y="39"/>
                    <a:pt x="103" y="25"/>
                  </a:cubicBezTo>
                  <a:cubicBezTo>
                    <a:pt x="112" y="12"/>
                    <a:pt x="124" y="2"/>
                    <a:pt x="140" y="1"/>
                  </a:cubicBezTo>
                  <a:cubicBezTo>
                    <a:pt x="157" y="0"/>
                    <a:pt x="174" y="7"/>
                    <a:pt x="182" y="22"/>
                  </a:cubicBezTo>
                  <a:cubicBezTo>
                    <a:pt x="188" y="35"/>
                    <a:pt x="187" y="48"/>
                    <a:pt x="183" y="61"/>
                  </a:cubicBezTo>
                </a:path>
              </a:pathLst>
            </a:custGeom>
            <a:grpFill/>
            <a:ln>
              <a:noFill/>
            </a:ln>
          </p:spPr>
          <p:txBody>
            <a:bodyPr vert="horz" wrap="square" lIns="91440" tIns="45720" rIns="91440" bIns="45720" numCol="1" anchor="t" anchorCtr="0" compatLnSpc="1">
              <a:prstTxWarp prst="textNoShape">
                <a:avLst/>
              </a:prstTxWarp>
            </a:bodyPr>
            <a:lstStyle/>
            <a:p>
              <a:endParaRPr lang="en-US"/>
            </a:p>
          </p:txBody>
        </p:sp>
      </p:grpSp>
    </p:spTree>
    <p:extLst>
      <p:ext uri="{BB962C8B-B14F-4D97-AF65-F5344CB8AC3E}">
        <p14:creationId xmlns:p14="http://schemas.microsoft.com/office/powerpoint/2010/main" val="573526466"/>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Full picture blue Pik">
    <p:bg>
      <p:bgPr>
        <a:solidFill>
          <a:schemeClr val="bg2"/>
        </a:solidFill>
        <a:effectLst/>
      </p:bgPr>
    </p:bg>
    <p:spTree>
      <p:nvGrpSpPr>
        <p:cNvPr id="1" name=""/>
        <p:cNvGrpSpPr/>
        <p:nvPr/>
      </p:nvGrpSpPr>
      <p:grpSpPr>
        <a:xfrm>
          <a:off x="0" y="0"/>
          <a:ext cx="0" cy="0"/>
          <a:chOff x="0" y="0"/>
          <a:chExt cx="0" cy="0"/>
        </a:xfrm>
      </p:grpSpPr>
      <p:sp>
        <p:nvSpPr>
          <p:cNvPr id="11" name="Picture Placeholder 10">
            <a:extLst>
              <a:ext uri="{FF2B5EF4-FFF2-40B4-BE49-F238E27FC236}">
                <a16:creationId xmlns:a16="http://schemas.microsoft.com/office/drawing/2014/main" id="{0B335D29-1EFC-4491-AD11-74BC952F53E5}"/>
              </a:ext>
            </a:extLst>
          </p:cNvPr>
          <p:cNvSpPr>
            <a:spLocks noGrp="1"/>
          </p:cNvSpPr>
          <p:nvPr>
            <p:ph type="pic" sz="quarter" idx="13" hasCustomPrompt="1"/>
          </p:nvPr>
        </p:nvSpPr>
        <p:spPr>
          <a:xfrm>
            <a:off x="0" y="0"/>
            <a:ext cx="12192000" cy="6858000"/>
          </a:xfrm>
          <a:custGeom>
            <a:avLst/>
            <a:gdLst>
              <a:gd name="connsiteX0" fmla="*/ 11785528 w 12192000"/>
              <a:gd name="connsiteY0" fmla="*/ 202927 h 6858000"/>
              <a:gd name="connsiteX1" fmla="*/ 11561144 w 12192000"/>
              <a:gd name="connsiteY1" fmla="*/ 434840 h 6858000"/>
              <a:gd name="connsiteX2" fmla="*/ 11638872 w 12192000"/>
              <a:gd name="connsiteY2" fmla="*/ 549328 h 6858000"/>
              <a:gd name="connsiteX3" fmla="*/ 11718066 w 12192000"/>
              <a:gd name="connsiteY3" fmla="*/ 550796 h 6858000"/>
              <a:gd name="connsiteX4" fmla="*/ 11750147 w 12192000"/>
              <a:gd name="connsiteY4" fmla="*/ 534834 h 6858000"/>
              <a:gd name="connsiteX5" fmla="*/ 11776529 w 12192000"/>
              <a:gd name="connsiteY5" fmla="*/ 511343 h 6858000"/>
              <a:gd name="connsiteX6" fmla="*/ 11769485 w 12192000"/>
              <a:gd name="connsiteY6" fmla="*/ 534267 h 6858000"/>
              <a:gd name="connsiteX7" fmla="*/ 11704684 w 12192000"/>
              <a:gd name="connsiteY7" fmla="*/ 577228 h 6858000"/>
              <a:gd name="connsiteX8" fmla="*/ 11758983 w 12192000"/>
              <a:gd name="connsiteY8" fmla="*/ 591915 h 6858000"/>
              <a:gd name="connsiteX9" fmla="*/ 11888125 w 12192000"/>
              <a:gd name="connsiteY9" fmla="*/ 549322 h 6858000"/>
              <a:gd name="connsiteX10" fmla="*/ 11823554 w 12192000"/>
              <a:gd name="connsiteY10" fmla="*/ 492041 h 6858000"/>
              <a:gd name="connsiteX11" fmla="*/ 11888125 w 12192000"/>
              <a:gd name="connsiteY11" fmla="*/ 522885 h 6858000"/>
              <a:gd name="connsiteX12" fmla="*/ 11973357 w 12192000"/>
              <a:gd name="connsiteY12" fmla="*/ 465260 h 6858000"/>
              <a:gd name="connsiteX13" fmla="*/ 11980572 w 12192000"/>
              <a:gd name="connsiteY13" fmla="*/ 428927 h 6858000"/>
              <a:gd name="connsiteX14" fmla="*/ 11980580 w 12192000"/>
              <a:gd name="connsiteY14" fmla="*/ 428969 h 6858000"/>
              <a:gd name="connsiteX15" fmla="*/ 11980580 w 12192000"/>
              <a:gd name="connsiteY15" fmla="*/ 428886 h 6858000"/>
              <a:gd name="connsiteX16" fmla="*/ 11980580 w 12192000"/>
              <a:gd name="connsiteY16" fmla="*/ 426033 h 6858000"/>
              <a:gd name="connsiteX17" fmla="*/ 11908719 w 12192000"/>
              <a:gd name="connsiteY17" fmla="*/ 277785 h 6858000"/>
              <a:gd name="connsiteX18" fmla="*/ 11795794 w 12192000"/>
              <a:gd name="connsiteY18" fmla="*/ 207330 h 6858000"/>
              <a:gd name="connsiteX19" fmla="*/ 11785528 w 12192000"/>
              <a:gd name="connsiteY19" fmla="*/ 202927 h 6858000"/>
              <a:gd name="connsiteX20" fmla="*/ 0 w 12192000"/>
              <a:gd name="connsiteY20" fmla="*/ 0 h 6858000"/>
              <a:gd name="connsiteX21" fmla="*/ 12192000 w 12192000"/>
              <a:gd name="connsiteY21" fmla="*/ 0 h 6858000"/>
              <a:gd name="connsiteX22" fmla="*/ 12192000 w 12192000"/>
              <a:gd name="connsiteY22" fmla="*/ 6858000 h 6858000"/>
              <a:gd name="connsiteX23" fmla="*/ 0 w 12192000"/>
              <a:gd name="connsiteY23"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2192000" h="6858000">
                <a:moveTo>
                  <a:pt x="11785528" y="202927"/>
                </a:moveTo>
                <a:cubicBezTo>
                  <a:pt x="11735665" y="263107"/>
                  <a:pt x="11561144" y="308609"/>
                  <a:pt x="11561144" y="434840"/>
                </a:cubicBezTo>
                <a:cubicBezTo>
                  <a:pt x="11561144" y="484745"/>
                  <a:pt x="11591942" y="531715"/>
                  <a:pt x="11638872" y="549328"/>
                </a:cubicBezTo>
                <a:cubicBezTo>
                  <a:pt x="11665270" y="559603"/>
                  <a:pt x="11691668" y="559603"/>
                  <a:pt x="11718066" y="550796"/>
                </a:cubicBezTo>
                <a:cubicBezTo>
                  <a:pt x="11729799" y="547127"/>
                  <a:pt x="11740431" y="541622"/>
                  <a:pt x="11750147" y="534834"/>
                </a:cubicBezTo>
                <a:lnTo>
                  <a:pt x="11776529" y="511343"/>
                </a:lnTo>
                <a:lnTo>
                  <a:pt x="11769485" y="534267"/>
                </a:lnTo>
                <a:cubicBezTo>
                  <a:pt x="11757790" y="556023"/>
                  <a:pt x="11733301" y="572822"/>
                  <a:pt x="11704684" y="577228"/>
                </a:cubicBezTo>
                <a:cubicBezTo>
                  <a:pt x="11713489" y="586040"/>
                  <a:pt x="11734035" y="591915"/>
                  <a:pt x="11758983" y="591915"/>
                </a:cubicBezTo>
                <a:cubicBezTo>
                  <a:pt x="11804476" y="591915"/>
                  <a:pt x="11860242" y="578696"/>
                  <a:pt x="11888125" y="549322"/>
                </a:cubicBezTo>
                <a:cubicBezTo>
                  <a:pt x="11849970" y="550790"/>
                  <a:pt x="11825022" y="525822"/>
                  <a:pt x="11823554" y="492041"/>
                </a:cubicBezTo>
                <a:cubicBezTo>
                  <a:pt x="11841164" y="514072"/>
                  <a:pt x="11863177" y="522885"/>
                  <a:pt x="11888125" y="522885"/>
                </a:cubicBezTo>
                <a:cubicBezTo>
                  <a:pt x="11926648" y="522885"/>
                  <a:pt x="11959392" y="498926"/>
                  <a:pt x="11973357" y="465260"/>
                </a:cubicBezTo>
                <a:lnTo>
                  <a:pt x="11980572" y="428927"/>
                </a:lnTo>
                <a:lnTo>
                  <a:pt x="11980580" y="428969"/>
                </a:lnTo>
                <a:lnTo>
                  <a:pt x="11980580" y="428886"/>
                </a:lnTo>
                <a:lnTo>
                  <a:pt x="11980580" y="426033"/>
                </a:lnTo>
                <a:cubicBezTo>
                  <a:pt x="11980580" y="367321"/>
                  <a:pt x="11951249" y="317416"/>
                  <a:pt x="11908719" y="277785"/>
                </a:cubicBezTo>
                <a:cubicBezTo>
                  <a:pt x="11876454" y="246961"/>
                  <a:pt x="11836857" y="224944"/>
                  <a:pt x="11795794" y="207330"/>
                </a:cubicBezTo>
                <a:cubicBezTo>
                  <a:pt x="11792860" y="205863"/>
                  <a:pt x="11789927" y="204395"/>
                  <a:pt x="11785528" y="202927"/>
                </a:cubicBezTo>
                <a:close/>
                <a:moveTo>
                  <a:pt x="0" y="0"/>
                </a:moveTo>
                <a:lnTo>
                  <a:pt x="12192000" y="0"/>
                </a:lnTo>
                <a:lnTo>
                  <a:pt x="12192000" y="6858000"/>
                </a:lnTo>
                <a:lnTo>
                  <a:pt x="0" y="6858000"/>
                </a:lnTo>
                <a:close/>
              </a:path>
            </a:pathLst>
          </a:custGeom>
          <a:solidFill>
            <a:schemeClr val="bg2"/>
          </a:solidFill>
        </p:spPr>
        <p:txBody>
          <a:bodyPr wrap="square">
            <a:noAutofit/>
          </a:bodyPr>
          <a:lstStyle>
            <a:lvl1pPr>
              <a:defRPr>
                <a:solidFill>
                  <a:schemeClr val="bg2">
                    <a:lumMod val="50000"/>
                  </a:schemeClr>
                </a:solidFill>
              </a:defRPr>
            </a:lvl1pPr>
          </a:lstStyle>
          <a:p>
            <a:r>
              <a:rPr lang="de-DE"/>
              <a:t>Insert Picture and send </a:t>
            </a:r>
            <a:r>
              <a:rPr lang="de-DE" err="1"/>
              <a:t>to</a:t>
            </a:r>
            <a:r>
              <a:rPr lang="de-DE"/>
              <a:t> back</a:t>
            </a:r>
          </a:p>
        </p:txBody>
      </p:sp>
    </p:spTree>
    <p:extLst>
      <p:ext uri="{BB962C8B-B14F-4D97-AF65-F5344CB8AC3E}">
        <p14:creationId xmlns:p14="http://schemas.microsoft.com/office/powerpoint/2010/main" val="479705723"/>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showMasterSp="0" preserve="1">
  <p:cSld name="Final Slide 1">
    <p:bg>
      <p:bgPr>
        <a:solidFill>
          <a:srgbClr val="272936"/>
        </a:solidFill>
        <a:effectLst/>
      </p:bgPr>
    </p:bg>
    <p:spTree>
      <p:nvGrpSpPr>
        <p:cNvPr id="1" name=""/>
        <p:cNvGrpSpPr/>
        <p:nvPr/>
      </p:nvGrpSpPr>
      <p:grpSpPr>
        <a:xfrm>
          <a:off x="0" y="0"/>
          <a:ext cx="0" cy="0"/>
          <a:chOff x="0" y="0"/>
          <a:chExt cx="0" cy="0"/>
        </a:xfrm>
      </p:grpSpPr>
      <p:pic>
        <p:nvPicPr>
          <p:cNvPr id="17" name="Picture 2" descr="D:\My Work\Template\Icons\Social Media\LinkedIN.png">
            <a:hlinkClick r:id="rId2"/>
          </p:cNvPr>
          <p:cNvPicPr>
            <a:picLocks noChangeAspect="1" noChangeArrowheads="1"/>
          </p:cNvPicPr>
          <p:nvPr/>
        </p:nvPicPr>
        <p:blipFill>
          <a:blip r:embed="rId3" cstate="screen">
            <a:extLst>
              <a:ext uri="{28A0092B-C50C-407E-A947-70E740481C1C}">
                <a14:useLocalDpi xmlns:a14="http://schemas.microsoft.com/office/drawing/2010/main"/>
              </a:ext>
            </a:extLst>
          </a:blip>
          <a:srcRect/>
          <a:stretch>
            <a:fillRect/>
          </a:stretch>
        </p:blipFill>
        <p:spPr bwMode="auto">
          <a:xfrm>
            <a:off x="810097" y="4968013"/>
            <a:ext cx="333195" cy="333195"/>
          </a:xfrm>
          <a:prstGeom prst="rect">
            <a:avLst/>
          </a:prstGeom>
          <a:noFill/>
        </p:spPr>
      </p:pic>
      <p:pic>
        <p:nvPicPr>
          <p:cNvPr id="18" name="Picture 4" descr="D:\My Work\Template\Icons\Social Media\SlideShare.png">
            <a:hlinkClick r:id="rId4"/>
          </p:cNvPr>
          <p:cNvPicPr>
            <a:picLocks noChangeAspect="1" noChangeArrowheads="1"/>
          </p:cNvPicPr>
          <p:nvPr/>
        </p:nvPicPr>
        <p:blipFill>
          <a:blip r:embed="rId5" cstate="screen">
            <a:extLst>
              <a:ext uri="{28A0092B-C50C-407E-A947-70E740481C1C}">
                <a14:useLocalDpi xmlns:a14="http://schemas.microsoft.com/office/drawing/2010/main"/>
              </a:ext>
            </a:extLst>
          </a:blip>
          <a:srcRect/>
          <a:stretch>
            <a:fillRect/>
          </a:stretch>
        </p:blipFill>
        <p:spPr bwMode="auto">
          <a:xfrm>
            <a:off x="1193474" y="4968013"/>
            <a:ext cx="333195" cy="333195"/>
          </a:xfrm>
          <a:prstGeom prst="rect">
            <a:avLst/>
          </a:prstGeom>
          <a:noFill/>
        </p:spPr>
      </p:pic>
      <p:pic>
        <p:nvPicPr>
          <p:cNvPr id="19" name="Picture 5" descr="D:\My Work\Template\Icons\Social Media\Twitter.png">
            <a:hlinkClick r:id="rId6"/>
          </p:cNvPr>
          <p:cNvPicPr>
            <a:picLocks noChangeAspect="1" noChangeArrowheads="1"/>
          </p:cNvPicPr>
          <p:nvPr/>
        </p:nvPicPr>
        <p:blipFill>
          <a:blip r:embed="rId7" cstate="screen">
            <a:extLst>
              <a:ext uri="{28A0092B-C50C-407E-A947-70E740481C1C}">
                <a14:useLocalDpi xmlns:a14="http://schemas.microsoft.com/office/drawing/2010/main"/>
              </a:ext>
            </a:extLst>
          </a:blip>
          <a:srcRect/>
          <a:stretch>
            <a:fillRect/>
          </a:stretch>
        </p:blipFill>
        <p:spPr bwMode="auto">
          <a:xfrm>
            <a:off x="1576851" y="4968013"/>
            <a:ext cx="333195" cy="333195"/>
          </a:xfrm>
          <a:prstGeom prst="rect">
            <a:avLst/>
          </a:prstGeom>
          <a:noFill/>
        </p:spPr>
      </p:pic>
      <p:pic>
        <p:nvPicPr>
          <p:cNvPr id="20" name="Picture 6" descr="D:\My Work\Template\Icons\Social Media\YouTube.png">
            <a:hlinkClick r:id="rId8"/>
          </p:cNvPr>
          <p:cNvPicPr>
            <a:picLocks noChangeAspect="1" noChangeArrowheads="1"/>
          </p:cNvPicPr>
          <p:nvPr/>
        </p:nvPicPr>
        <p:blipFill>
          <a:blip r:embed="rId9" cstate="screen">
            <a:extLst>
              <a:ext uri="{28A0092B-C50C-407E-A947-70E740481C1C}">
                <a14:useLocalDpi xmlns:a14="http://schemas.microsoft.com/office/drawing/2010/main"/>
              </a:ext>
            </a:extLst>
          </a:blip>
          <a:srcRect/>
          <a:stretch>
            <a:fillRect/>
          </a:stretch>
        </p:blipFill>
        <p:spPr bwMode="auto">
          <a:xfrm>
            <a:off x="1960227" y="4968013"/>
            <a:ext cx="333195" cy="333195"/>
          </a:xfrm>
          <a:prstGeom prst="rect">
            <a:avLst/>
          </a:prstGeom>
          <a:noFill/>
        </p:spPr>
      </p:pic>
      <p:pic>
        <p:nvPicPr>
          <p:cNvPr id="21" name="Picture 7" descr="D:\My Work\Template\Icons\Social Media\Facebook.png">
            <a:hlinkClick r:id="rId10"/>
          </p:cNvPr>
          <p:cNvPicPr>
            <a:picLocks noChangeAspect="1" noChangeArrowheads="1"/>
          </p:cNvPicPr>
          <p:nvPr/>
        </p:nvPicPr>
        <p:blipFill>
          <a:blip r:embed="rId11" cstate="screen">
            <a:extLst>
              <a:ext uri="{28A0092B-C50C-407E-A947-70E740481C1C}">
                <a14:useLocalDpi xmlns:a14="http://schemas.microsoft.com/office/drawing/2010/main"/>
              </a:ext>
            </a:extLst>
          </a:blip>
          <a:srcRect/>
          <a:stretch>
            <a:fillRect/>
          </a:stretch>
        </p:blipFill>
        <p:spPr bwMode="auto">
          <a:xfrm>
            <a:off x="426720" y="4968013"/>
            <a:ext cx="333195" cy="333195"/>
          </a:xfrm>
          <a:prstGeom prst="rect">
            <a:avLst/>
          </a:prstGeom>
          <a:noFill/>
        </p:spPr>
      </p:pic>
      <p:sp>
        <p:nvSpPr>
          <p:cNvPr id="23" name="Rectangle 22"/>
          <p:cNvSpPr/>
          <p:nvPr/>
        </p:nvSpPr>
        <p:spPr>
          <a:xfrm>
            <a:off x="426720" y="5810190"/>
            <a:ext cx="3293016" cy="400110"/>
          </a:xfrm>
          <a:prstGeom prst="rect">
            <a:avLst/>
          </a:prstGeom>
        </p:spPr>
        <p:txBody>
          <a:bodyPr wrap="square" lIns="0" tIns="0" rIns="0" bIns="0" anchor="b" anchorCtr="0">
            <a:spAutoFit/>
          </a:bodyPr>
          <a:lstStyle/>
          <a:p>
            <a:pPr>
              <a:spcAft>
                <a:spcPts val="600"/>
              </a:spcAft>
            </a:pPr>
            <a:r>
              <a:rPr lang="en-US" sz="700" noProof="0">
                <a:solidFill>
                  <a:schemeClr val="bg1"/>
                </a:solidFill>
                <a:latin typeface="Ubuntu" panose="020B0504030602030204" pitchFamily="34" charset="0"/>
                <a:cs typeface="Arial"/>
              </a:rPr>
              <a:t>This presentation contains information that may be privileged or confidential and is the property of the Capgemini Group.</a:t>
            </a:r>
          </a:p>
          <a:p>
            <a:pPr>
              <a:spcAft>
                <a:spcPts val="600"/>
              </a:spcAft>
            </a:pPr>
            <a:r>
              <a:rPr lang="en-US" sz="700" noProof="0">
                <a:solidFill>
                  <a:schemeClr val="bg1"/>
                </a:solidFill>
                <a:latin typeface="Ubuntu" panose="020B0504030602030204" pitchFamily="34" charset="0"/>
                <a:cs typeface="Arial"/>
              </a:rPr>
              <a:t>Copyright © 2022 Capgemini. All rights reserved.</a:t>
            </a:r>
          </a:p>
        </p:txBody>
      </p:sp>
      <p:pic>
        <p:nvPicPr>
          <p:cNvPr id="28" name="Image 27">
            <a:extLst>
              <a:ext uri="{FF2B5EF4-FFF2-40B4-BE49-F238E27FC236}">
                <a16:creationId xmlns:a16="http://schemas.microsoft.com/office/drawing/2014/main" id="{CFD4BD67-7A96-4F02-AD8B-7157189FD651}"/>
              </a:ext>
            </a:extLst>
          </p:cNvPr>
          <p:cNvPicPr>
            <a:picLocks noChangeAspect="1"/>
          </p:cNvPicPr>
          <p:nvPr userDrawn="1"/>
        </p:nvPicPr>
        <p:blipFill>
          <a:blip r:embed="rId12" cstate="screen">
            <a:extLst>
              <a:ext uri="{28A0092B-C50C-407E-A947-70E740481C1C}">
                <a14:useLocalDpi xmlns:a14="http://schemas.microsoft.com/office/drawing/2010/main"/>
              </a:ext>
            </a:extLst>
          </a:blip>
          <a:stretch>
            <a:fillRect/>
          </a:stretch>
        </p:blipFill>
        <p:spPr>
          <a:xfrm rot="1808368" flipV="1">
            <a:off x="3661091" y="-1184328"/>
            <a:ext cx="10604299" cy="7497656"/>
          </a:xfrm>
          <a:prstGeom prst="rect">
            <a:avLst/>
          </a:prstGeom>
        </p:spPr>
      </p:pic>
      <p:sp>
        <p:nvSpPr>
          <p:cNvPr id="14" name="Rectangle 13"/>
          <p:cNvSpPr/>
          <p:nvPr/>
        </p:nvSpPr>
        <p:spPr>
          <a:xfrm>
            <a:off x="6536185" y="3318394"/>
            <a:ext cx="4638213" cy="149363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lstStyle/>
          <a:p>
            <a:pPr lvl="0" algn="just"/>
            <a:r>
              <a:rPr lang="en-GB" sz="900">
                <a:solidFill>
                  <a:schemeClr val="bg1"/>
                </a:solidFill>
                <a:effectLst/>
                <a:latin typeface="Ubuntu" panose="020B0504030602030204" pitchFamily="34" charset="0"/>
              </a:rPr>
              <a:t>Capgemini is a global leader in partnering with companies to transform and manage their business by harnessing the power of technology. The Group is guided everyday by its purpose of unleashing human energy through technology for an inclusive and sustainable future. It is a responsible and diverse organization of 270,000 team members in nearly 50 countries. With its strong 50 year heritage and deep industry expertise, Capgemini is trusted by its clients to address the entire breadth of their business needs, from strategy and design to operations, fuelled by the fast evolving and innovative world of cloud, data, AI, connectivity, software, digital engineering and platforms. The Group reported in 2020 global revenues of €16 billion.</a:t>
            </a:r>
            <a:endParaRPr lang="en-US" sz="900">
              <a:solidFill>
                <a:schemeClr val="bg1"/>
              </a:solidFill>
              <a:effectLst/>
              <a:latin typeface="Ubuntu" panose="020B0504030602030204" pitchFamily="34" charset="0"/>
            </a:endParaRPr>
          </a:p>
        </p:txBody>
      </p:sp>
      <p:sp>
        <p:nvSpPr>
          <p:cNvPr id="15" name="Rectangle 14"/>
          <p:cNvSpPr/>
          <p:nvPr/>
        </p:nvSpPr>
        <p:spPr>
          <a:xfrm>
            <a:off x="6536184" y="2939130"/>
            <a:ext cx="2219960" cy="22961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bodyPr>
          <a:lstStyle/>
          <a:p>
            <a:pPr>
              <a:lnSpc>
                <a:spcPts val="2000"/>
              </a:lnSpc>
            </a:pPr>
            <a:r>
              <a:rPr lang="en-US" sz="1400">
                <a:solidFill>
                  <a:schemeClr val="bg1"/>
                </a:solidFill>
                <a:latin typeface="Ubuntu" panose="020B0504030602030204" pitchFamily="34" charset="0"/>
              </a:rPr>
              <a:t>About Capgemini</a:t>
            </a:r>
          </a:p>
        </p:txBody>
      </p:sp>
      <p:sp>
        <p:nvSpPr>
          <p:cNvPr id="16" name="Rectangle 15"/>
          <p:cNvSpPr/>
          <p:nvPr/>
        </p:nvSpPr>
        <p:spPr>
          <a:xfrm>
            <a:off x="6536184" y="4893914"/>
            <a:ext cx="4345176" cy="407294"/>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lstStyle/>
          <a:p>
            <a:pPr marL="0" marR="0" lvl="0" indent="0" algn="l" defTabSz="914400" rtl="0" eaLnBrk="1" fontAlgn="auto" latinLnBrk="0" hangingPunct="1">
              <a:lnSpc>
                <a:spcPts val="1200"/>
              </a:lnSpc>
              <a:spcBef>
                <a:spcPts val="0"/>
              </a:spcBef>
              <a:spcAft>
                <a:spcPts val="0"/>
              </a:spcAft>
              <a:buClrTx/>
              <a:buSzTx/>
              <a:buFontTx/>
              <a:buNone/>
              <a:tabLst/>
              <a:defRPr/>
            </a:pPr>
            <a:r>
              <a:rPr lang="en-GB" sz="900">
                <a:solidFill>
                  <a:schemeClr val="bg1"/>
                </a:solidFill>
                <a:effectLst/>
                <a:latin typeface="Ubuntu" panose="020B0504030602030204" pitchFamily="34" charset="0"/>
              </a:rPr>
              <a:t>Get the Future You Want </a:t>
            </a:r>
            <a:r>
              <a:rPr lang="en-US" sz="900">
                <a:solidFill>
                  <a:schemeClr val="bg1"/>
                </a:solidFill>
                <a:effectLst/>
                <a:latin typeface="Ubuntu" panose="020B0504030602030204" pitchFamily="34" charset="0"/>
              </a:rPr>
              <a:t>|</a:t>
            </a:r>
            <a:r>
              <a:rPr lang="en-GB" sz="900">
                <a:solidFill>
                  <a:schemeClr val="bg1"/>
                </a:solidFill>
                <a:effectLst/>
                <a:latin typeface="Ubuntu" panose="020B0504030602030204" pitchFamily="34" charset="0"/>
              </a:rPr>
              <a:t> </a:t>
            </a:r>
            <a:r>
              <a:rPr lang="en-US" sz="1050">
                <a:solidFill>
                  <a:schemeClr val="accent2"/>
                </a:solidFill>
                <a:latin typeface="Ubuntu" panose="020B0504030602030204" pitchFamily="34" charset="0"/>
              </a:rPr>
              <a:t>www.capgemini.com</a:t>
            </a:r>
          </a:p>
        </p:txBody>
      </p:sp>
      <p:pic>
        <p:nvPicPr>
          <p:cNvPr id="13" name="Image 12" descr="Une image contenant texte&#10;&#10;Description générée automatiquement">
            <a:extLst>
              <a:ext uri="{FF2B5EF4-FFF2-40B4-BE49-F238E27FC236}">
                <a16:creationId xmlns:a16="http://schemas.microsoft.com/office/drawing/2014/main" id="{A0C8CF1B-496A-4A5B-A698-8344534684E8}"/>
              </a:ext>
            </a:extLst>
          </p:cNvPr>
          <p:cNvPicPr>
            <a:picLocks noChangeAspect="1"/>
          </p:cNvPicPr>
          <p:nvPr userDrawn="1"/>
        </p:nvPicPr>
        <p:blipFill>
          <a:blip r:embed="rId13" cstate="screen">
            <a:extLst>
              <a:ext uri="{28A0092B-C50C-407E-A947-70E740481C1C}">
                <a14:useLocalDpi xmlns:a14="http://schemas.microsoft.com/office/drawing/2010/main"/>
              </a:ext>
            </a:extLst>
          </a:blip>
          <a:stretch>
            <a:fillRect/>
          </a:stretch>
        </p:blipFill>
        <p:spPr>
          <a:xfrm>
            <a:off x="14669" y="622130"/>
            <a:ext cx="3024000" cy="1226177"/>
          </a:xfrm>
          <a:prstGeom prst="rect">
            <a:avLst/>
          </a:prstGeom>
        </p:spPr>
      </p:pic>
    </p:spTree>
    <p:extLst>
      <p:ext uri="{BB962C8B-B14F-4D97-AF65-F5344CB8AC3E}">
        <p14:creationId xmlns:p14="http://schemas.microsoft.com/office/powerpoint/2010/main" val="2280450640"/>
      </p:ext>
    </p:extLst>
  </p:cSld>
  <p:clrMapOvr>
    <a:masterClrMapping/>
  </p:clrMapOvr>
  <p:extLst>
    <p:ext uri="{DCECCB84-F9BA-43D5-87BE-67443E8EF086}">
      <p15:sldGuideLst xmlns:p15="http://schemas.microsoft.com/office/powerpoint/2012/main"/>
    </p:ext>
  </p:extLst>
</p:sldLayout>
</file>

<file path=ppt/slideLayouts/slideLayout19.xml><?xml version="1.0" encoding="utf-8"?>
<p:sldLayout xmlns:a="http://schemas.openxmlformats.org/drawingml/2006/main" xmlns:r="http://schemas.openxmlformats.org/officeDocument/2006/relationships" xmlns:p="http://schemas.openxmlformats.org/presentationml/2006/main" showMasterSp="0" type="blank" preserve="1">
  <p:cSld name="2_Final Slide 2">
    <p:bg>
      <p:bgPr>
        <a:solidFill>
          <a:srgbClr val="272936"/>
        </a:solidFill>
        <a:effectLst/>
      </p:bgPr>
    </p:bg>
    <p:spTree>
      <p:nvGrpSpPr>
        <p:cNvPr id="1" name=""/>
        <p:cNvGrpSpPr/>
        <p:nvPr/>
      </p:nvGrpSpPr>
      <p:grpSpPr>
        <a:xfrm>
          <a:off x="0" y="0"/>
          <a:ext cx="0" cy="0"/>
          <a:chOff x="0" y="0"/>
          <a:chExt cx="0" cy="0"/>
        </a:xfrm>
      </p:grpSpPr>
      <p:pic>
        <p:nvPicPr>
          <p:cNvPr id="16" name="Image 15">
            <a:extLst>
              <a:ext uri="{FF2B5EF4-FFF2-40B4-BE49-F238E27FC236}">
                <a16:creationId xmlns:a16="http://schemas.microsoft.com/office/drawing/2014/main" id="{0489A022-D524-4B27-A5EC-7E24500CC9BC}"/>
              </a:ext>
            </a:extLst>
          </p:cNvPr>
          <p:cNvPicPr>
            <a:picLocks noChangeAspect="1"/>
          </p:cNvPicPr>
          <p:nvPr userDrawn="1"/>
        </p:nvPicPr>
        <p:blipFill>
          <a:blip r:embed="rId6" cstate="screen">
            <a:extLst>
              <a:ext uri="{28A0092B-C50C-407E-A947-70E740481C1C}">
                <a14:useLocalDpi xmlns:a14="http://schemas.microsoft.com/office/drawing/2010/main"/>
              </a:ext>
            </a:extLst>
          </a:blip>
          <a:stretch>
            <a:fillRect/>
          </a:stretch>
        </p:blipFill>
        <p:spPr>
          <a:xfrm>
            <a:off x="432214" y="1295400"/>
            <a:ext cx="9702386" cy="6043284"/>
          </a:xfrm>
          <a:prstGeom prst="rect">
            <a:avLst/>
          </a:prstGeom>
        </p:spPr>
      </p:pic>
      <p:sp>
        <p:nvSpPr>
          <p:cNvPr id="57" name="Rectangle 56"/>
          <p:cNvSpPr/>
          <p:nvPr/>
        </p:nvSpPr>
        <p:spPr>
          <a:xfrm>
            <a:off x="426720" y="5840235"/>
            <a:ext cx="3221008" cy="400110"/>
          </a:xfrm>
          <a:prstGeom prst="rect">
            <a:avLst/>
          </a:prstGeom>
        </p:spPr>
        <p:txBody>
          <a:bodyPr wrap="square" lIns="0" tIns="0" rIns="0" bIns="0" anchor="b" anchorCtr="0">
            <a:spAutoFit/>
          </a:bodyPr>
          <a:lstStyle/>
          <a:p>
            <a:pPr lvl="0">
              <a:spcAft>
                <a:spcPts val="600"/>
              </a:spcAft>
            </a:pPr>
            <a:r>
              <a:rPr lang="en-US" sz="700" noProof="0">
                <a:solidFill>
                  <a:schemeClr val="bg1"/>
                </a:solidFill>
                <a:latin typeface="Ubuntu" panose="020B0504030602030204" pitchFamily="34" charset="0"/>
                <a:cs typeface="Arial"/>
              </a:rPr>
              <a:t>This presentation contains information that may be privileged or confidential and is the property of the Capgemini Group.</a:t>
            </a:r>
          </a:p>
          <a:p>
            <a:pPr lvl="0">
              <a:spcAft>
                <a:spcPts val="600"/>
              </a:spcAft>
            </a:pPr>
            <a:r>
              <a:rPr lang="en-US" sz="700" noProof="0">
                <a:solidFill>
                  <a:schemeClr val="bg1"/>
                </a:solidFill>
                <a:latin typeface="Ubuntu" panose="020B0504030602030204" pitchFamily="34" charset="0"/>
                <a:cs typeface="Arial"/>
              </a:rPr>
              <a:t>Copyright © 2021 Capgemini. All rights reserved.</a:t>
            </a:r>
          </a:p>
        </p:txBody>
      </p:sp>
      <p:pic>
        <p:nvPicPr>
          <p:cNvPr id="17" name="Picture 2" descr="D:\My Work\Template\Icons\Social Media\LinkedIN.png">
            <a:hlinkClick r:id="rId7"/>
            <a:extLst>
              <a:ext uri="{FF2B5EF4-FFF2-40B4-BE49-F238E27FC236}">
                <a16:creationId xmlns:a16="http://schemas.microsoft.com/office/drawing/2014/main" id="{F6DF1D6E-8462-43E1-AFC5-8A5C855024F4}"/>
              </a:ext>
            </a:extLst>
          </p:cNvPr>
          <p:cNvPicPr>
            <a:picLocks noChangeAspect="1" noChangeArrowheads="1"/>
          </p:cNvPicPr>
          <p:nvPr/>
        </p:nvPicPr>
        <p:blipFill>
          <a:blip r:embed="rId8" cstate="screen">
            <a:extLst>
              <a:ext uri="{28A0092B-C50C-407E-A947-70E740481C1C}">
                <a14:useLocalDpi xmlns:a14="http://schemas.microsoft.com/office/drawing/2010/main"/>
              </a:ext>
            </a:extLst>
          </a:blip>
          <a:srcRect/>
          <a:stretch>
            <a:fillRect/>
          </a:stretch>
        </p:blipFill>
        <p:spPr bwMode="auto">
          <a:xfrm>
            <a:off x="810097" y="5328053"/>
            <a:ext cx="333195" cy="333195"/>
          </a:xfrm>
          <a:prstGeom prst="rect">
            <a:avLst/>
          </a:prstGeom>
          <a:noFill/>
        </p:spPr>
      </p:pic>
      <p:pic>
        <p:nvPicPr>
          <p:cNvPr id="19" name="Picture 4" descr="D:\My Work\Template\Icons\Social Media\SlideShare.png">
            <a:hlinkClick r:id="rId9"/>
            <a:extLst>
              <a:ext uri="{FF2B5EF4-FFF2-40B4-BE49-F238E27FC236}">
                <a16:creationId xmlns:a16="http://schemas.microsoft.com/office/drawing/2014/main" id="{DA74C6D2-FFE3-4CE8-B52D-0A33097AEEAF}"/>
              </a:ext>
            </a:extLst>
          </p:cNvPr>
          <p:cNvPicPr>
            <a:picLocks noChangeAspect="1" noChangeArrowheads="1"/>
          </p:cNvPicPr>
          <p:nvPr/>
        </p:nvPicPr>
        <p:blipFill>
          <a:blip r:embed="rId10" cstate="screen">
            <a:extLst>
              <a:ext uri="{28A0092B-C50C-407E-A947-70E740481C1C}">
                <a14:useLocalDpi xmlns:a14="http://schemas.microsoft.com/office/drawing/2010/main"/>
              </a:ext>
            </a:extLst>
          </a:blip>
          <a:srcRect/>
          <a:stretch>
            <a:fillRect/>
          </a:stretch>
        </p:blipFill>
        <p:spPr bwMode="auto">
          <a:xfrm>
            <a:off x="1193474" y="5328053"/>
            <a:ext cx="333195" cy="333195"/>
          </a:xfrm>
          <a:prstGeom prst="rect">
            <a:avLst/>
          </a:prstGeom>
          <a:noFill/>
        </p:spPr>
      </p:pic>
      <p:pic>
        <p:nvPicPr>
          <p:cNvPr id="20" name="Picture 5" descr="D:\My Work\Template\Icons\Social Media\Twitter.png">
            <a:hlinkClick r:id="rId11"/>
            <a:extLst>
              <a:ext uri="{FF2B5EF4-FFF2-40B4-BE49-F238E27FC236}">
                <a16:creationId xmlns:a16="http://schemas.microsoft.com/office/drawing/2014/main" id="{14E10122-92A2-4535-9737-8C1BE0EE0AEC}"/>
              </a:ext>
            </a:extLst>
          </p:cNvPr>
          <p:cNvPicPr>
            <a:picLocks noChangeAspect="1" noChangeArrowheads="1"/>
          </p:cNvPicPr>
          <p:nvPr/>
        </p:nvPicPr>
        <p:blipFill>
          <a:blip r:embed="rId12" cstate="screen">
            <a:extLst>
              <a:ext uri="{28A0092B-C50C-407E-A947-70E740481C1C}">
                <a14:useLocalDpi xmlns:a14="http://schemas.microsoft.com/office/drawing/2010/main"/>
              </a:ext>
            </a:extLst>
          </a:blip>
          <a:srcRect/>
          <a:stretch>
            <a:fillRect/>
          </a:stretch>
        </p:blipFill>
        <p:spPr bwMode="auto">
          <a:xfrm>
            <a:off x="1576851" y="5328053"/>
            <a:ext cx="333195" cy="333195"/>
          </a:xfrm>
          <a:prstGeom prst="rect">
            <a:avLst/>
          </a:prstGeom>
          <a:noFill/>
        </p:spPr>
      </p:pic>
      <p:pic>
        <p:nvPicPr>
          <p:cNvPr id="21" name="Picture 6" descr="D:\My Work\Template\Icons\Social Media\YouTube.png">
            <a:hlinkClick r:id="rId13"/>
            <a:extLst>
              <a:ext uri="{FF2B5EF4-FFF2-40B4-BE49-F238E27FC236}">
                <a16:creationId xmlns:a16="http://schemas.microsoft.com/office/drawing/2014/main" id="{BA6EF96A-02CA-41A1-9095-358FE7486671}"/>
              </a:ext>
            </a:extLst>
          </p:cNvPr>
          <p:cNvPicPr>
            <a:picLocks noChangeAspect="1" noChangeArrowheads="1"/>
          </p:cNvPicPr>
          <p:nvPr/>
        </p:nvPicPr>
        <p:blipFill>
          <a:blip r:embed="rId14" cstate="screen">
            <a:extLst>
              <a:ext uri="{28A0092B-C50C-407E-A947-70E740481C1C}">
                <a14:useLocalDpi xmlns:a14="http://schemas.microsoft.com/office/drawing/2010/main"/>
              </a:ext>
            </a:extLst>
          </a:blip>
          <a:srcRect/>
          <a:stretch>
            <a:fillRect/>
          </a:stretch>
        </p:blipFill>
        <p:spPr bwMode="auto">
          <a:xfrm>
            <a:off x="1960227" y="5328053"/>
            <a:ext cx="333195" cy="333195"/>
          </a:xfrm>
          <a:prstGeom prst="rect">
            <a:avLst/>
          </a:prstGeom>
          <a:noFill/>
        </p:spPr>
      </p:pic>
      <p:pic>
        <p:nvPicPr>
          <p:cNvPr id="22" name="Picture 7" descr="D:\My Work\Template\Icons\Social Media\Facebook.png">
            <a:hlinkClick r:id="rId15"/>
            <a:extLst>
              <a:ext uri="{FF2B5EF4-FFF2-40B4-BE49-F238E27FC236}">
                <a16:creationId xmlns:a16="http://schemas.microsoft.com/office/drawing/2014/main" id="{BCC76D32-C587-45AA-A26C-ED5B038C867B}"/>
              </a:ext>
            </a:extLst>
          </p:cNvPr>
          <p:cNvPicPr>
            <a:picLocks noChangeAspect="1" noChangeArrowheads="1"/>
          </p:cNvPicPr>
          <p:nvPr/>
        </p:nvPicPr>
        <p:blipFill>
          <a:blip r:embed="rId16" cstate="screen">
            <a:extLst>
              <a:ext uri="{28A0092B-C50C-407E-A947-70E740481C1C}">
                <a14:useLocalDpi xmlns:a14="http://schemas.microsoft.com/office/drawing/2010/main"/>
              </a:ext>
            </a:extLst>
          </a:blip>
          <a:srcRect/>
          <a:stretch>
            <a:fillRect/>
          </a:stretch>
        </p:blipFill>
        <p:spPr bwMode="auto">
          <a:xfrm>
            <a:off x="426720" y="5328053"/>
            <a:ext cx="333195" cy="333195"/>
          </a:xfrm>
          <a:prstGeom prst="rect">
            <a:avLst/>
          </a:prstGeom>
          <a:noFill/>
        </p:spPr>
      </p:pic>
      <p:sp>
        <p:nvSpPr>
          <p:cNvPr id="36" name="Rectangle 35"/>
          <p:cNvSpPr/>
          <p:nvPr/>
        </p:nvSpPr>
        <p:spPr>
          <a:xfrm>
            <a:off x="426523" y="1447577"/>
            <a:ext cx="4962957" cy="1307464"/>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lstStyle/>
          <a:p>
            <a:pPr lvl="0" algn="just"/>
            <a:r>
              <a:rPr lang="en-GB" sz="900">
                <a:solidFill>
                  <a:schemeClr val="bg1"/>
                </a:solidFill>
                <a:effectLst/>
                <a:latin typeface="Ubuntu" panose="020B0504030602030204" pitchFamily="34" charset="0"/>
              </a:rPr>
              <a:t>Capgemini is a global leader in partnering with companies to transform and manage their business by harnessing the power of technology. The Group is guided everyday by its purpose of unleashing human energy through technology for an inclusive and sustainable future. It is a responsible and diverse organization of 270,000 team members in nearly 50 countries. With its strong 50 year heritage and deep industry expertise, Capgemini is trusted by its clients to address the entire breadth of their business needs, from strategy and design to operations, fuelled by the fast evolving and innovative world of cloud, data, AI, connectivity, software, digital engineering and platforms. The Group reported in 2020 global revenues of €16 billion.</a:t>
            </a:r>
            <a:endParaRPr lang="en-US" sz="900">
              <a:solidFill>
                <a:schemeClr val="bg1"/>
              </a:solidFill>
              <a:effectLst/>
              <a:latin typeface="Ubuntu" panose="020B0504030602030204" pitchFamily="34" charset="0"/>
            </a:endParaRPr>
          </a:p>
        </p:txBody>
      </p:sp>
      <p:sp>
        <p:nvSpPr>
          <p:cNvPr id="48" name="Rectangle 47"/>
          <p:cNvSpPr/>
          <p:nvPr/>
        </p:nvSpPr>
        <p:spPr>
          <a:xfrm>
            <a:off x="426523" y="1074000"/>
            <a:ext cx="2219960" cy="22961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bodyPr>
          <a:lstStyle/>
          <a:p>
            <a:pPr>
              <a:lnSpc>
                <a:spcPts val="2000"/>
              </a:lnSpc>
            </a:pPr>
            <a:r>
              <a:rPr lang="en-US" sz="1400">
                <a:solidFill>
                  <a:schemeClr val="bg1"/>
                </a:solidFill>
                <a:latin typeface="Ubuntu" panose="020B0504030602030204" pitchFamily="34" charset="0"/>
              </a:rPr>
              <a:t>About Capgemini</a:t>
            </a:r>
          </a:p>
        </p:txBody>
      </p:sp>
      <p:sp>
        <p:nvSpPr>
          <p:cNvPr id="60" name="Rectangle 59"/>
          <p:cNvSpPr/>
          <p:nvPr>
            <p:custDataLst>
              <p:tags r:id="rId1"/>
            </p:custDataLst>
          </p:nvPr>
        </p:nvSpPr>
        <p:spPr>
          <a:xfrm>
            <a:off x="6324599" y="1111153"/>
            <a:ext cx="2240280" cy="1031051"/>
          </a:xfrm>
          <a:prstGeom prst="rect">
            <a:avLst/>
          </a:prstGeom>
        </p:spPr>
        <p:txBody>
          <a:bodyPr wrap="square" lIns="0" tIns="0" rIns="0" bIns="0">
            <a:spAutoFit/>
          </a:bodyPr>
          <a:lstStyle/>
          <a:p>
            <a:pPr>
              <a:spcAft>
                <a:spcPts val="600"/>
              </a:spcAft>
            </a:pPr>
            <a:r>
              <a:rPr lang="en-US" sz="1200" b="1">
                <a:solidFill>
                  <a:schemeClr val="bg1"/>
                </a:solidFill>
                <a:latin typeface="Ubuntu" panose="020B0504030602030204" pitchFamily="34" charset="0"/>
                <a:cs typeface="Arial"/>
              </a:rPr>
              <a:t>Name, Last Name</a:t>
            </a:r>
          </a:p>
          <a:p>
            <a:pPr>
              <a:lnSpc>
                <a:spcPts val="1200"/>
              </a:lnSpc>
            </a:pPr>
            <a:r>
              <a:rPr lang="en-US" sz="1000">
                <a:solidFill>
                  <a:schemeClr val="bg1"/>
                </a:solidFill>
                <a:latin typeface="Ubuntu" panose="020B0504030602030204" pitchFamily="34" charset="0"/>
                <a:cs typeface="Arial"/>
              </a:rPr>
              <a:t>Title/Role</a:t>
            </a:r>
          </a:p>
          <a:p>
            <a:pPr>
              <a:lnSpc>
                <a:spcPts val="1200"/>
              </a:lnSpc>
            </a:pPr>
            <a:r>
              <a:rPr lang="en-US" sz="1000">
                <a:solidFill>
                  <a:schemeClr val="bg1"/>
                </a:solidFill>
                <a:latin typeface="Ubuntu" panose="020B0504030602030204" pitchFamily="34" charset="0"/>
                <a:cs typeface="Arial"/>
              </a:rPr>
              <a:t>Capgemini Office (Optional)</a:t>
            </a:r>
          </a:p>
          <a:p>
            <a:pPr>
              <a:lnSpc>
                <a:spcPts val="1200"/>
              </a:lnSpc>
            </a:pPr>
            <a:r>
              <a:rPr lang="en-US" sz="1000">
                <a:solidFill>
                  <a:schemeClr val="bg1"/>
                </a:solidFill>
                <a:latin typeface="Ubuntu" panose="020B0504030602030204" pitchFamily="34" charset="0"/>
                <a:cs typeface="Arial"/>
              </a:rPr>
              <a:t>Address Line 1</a:t>
            </a:r>
          </a:p>
          <a:p>
            <a:pPr>
              <a:lnSpc>
                <a:spcPts val="1200"/>
              </a:lnSpc>
            </a:pPr>
            <a:r>
              <a:rPr lang="en-US" sz="1000">
                <a:solidFill>
                  <a:schemeClr val="bg1"/>
                </a:solidFill>
                <a:latin typeface="Ubuntu" panose="020B0504030602030204" pitchFamily="34" charset="0"/>
                <a:cs typeface="Arial"/>
              </a:rPr>
              <a:t>Address Line 2 </a:t>
            </a:r>
          </a:p>
          <a:p>
            <a:pPr>
              <a:lnSpc>
                <a:spcPts val="1200"/>
              </a:lnSpc>
            </a:pPr>
            <a:r>
              <a:rPr lang="en-US" sz="1000">
                <a:solidFill>
                  <a:schemeClr val="bg1"/>
                </a:solidFill>
                <a:latin typeface="Ubuntu" panose="020B0504030602030204" pitchFamily="34" charset="0"/>
                <a:cs typeface="Arial"/>
              </a:rPr>
              <a:t>Address Line 3</a:t>
            </a:r>
          </a:p>
        </p:txBody>
      </p:sp>
      <p:sp>
        <p:nvSpPr>
          <p:cNvPr id="61" name="Rectangle 60"/>
          <p:cNvSpPr/>
          <p:nvPr>
            <p:custDataLst>
              <p:tags r:id="rId2"/>
            </p:custDataLst>
          </p:nvPr>
        </p:nvSpPr>
        <p:spPr>
          <a:xfrm>
            <a:off x="9499996" y="1111153"/>
            <a:ext cx="2240280" cy="1031051"/>
          </a:xfrm>
          <a:prstGeom prst="rect">
            <a:avLst/>
          </a:prstGeom>
        </p:spPr>
        <p:txBody>
          <a:bodyPr wrap="square" lIns="0" tIns="0" rIns="0" bIns="0">
            <a:spAutoFit/>
          </a:bodyPr>
          <a:lstStyle/>
          <a:p>
            <a:pPr>
              <a:spcAft>
                <a:spcPts val="600"/>
              </a:spcAft>
            </a:pPr>
            <a:r>
              <a:rPr lang="en-US" sz="1200" b="1">
                <a:solidFill>
                  <a:schemeClr val="bg1"/>
                </a:solidFill>
                <a:latin typeface="Ubuntu" panose="020B0504030602030204" pitchFamily="34" charset="0"/>
                <a:cs typeface="Arial"/>
              </a:rPr>
              <a:t>Name, Last Name</a:t>
            </a:r>
          </a:p>
          <a:p>
            <a:pPr>
              <a:lnSpc>
                <a:spcPts val="1200"/>
              </a:lnSpc>
            </a:pPr>
            <a:r>
              <a:rPr lang="en-US" sz="1000">
                <a:solidFill>
                  <a:schemeClr val="bg1"/>
                </a:solidFill>
                <a:latin typeface="Ubuntu" panose="020B0504030602030204" pitchFamily="34" charset="0"/>
                <a:cs typeface="Arial"/>
              </a:rPr>
              <a:t>Title/Role</a:t>
            </a:r>
          </a:p>
          <a:p>
            <a:pPr>
              <a:lnSpc>
                <a:spcPts val="1200"/>
              </a:lnSpc>
            </a:pPr>
            <a:r>
              <a:rPr lang="en-US" sz="1000">
                <a:solidFill>
                  <a:schemeClr val="bg1"/>
                </a:solidFill>
                <a:latin typeface="Ubuntu" panose="020B0504030602030204" pitchFamily="34" charset="0"/>
                <a:cs typeface="Arial"/>
              </a:rPr>
              <a:t>Capgemini Office (Optional)</a:t>
            </a:r>
          </a:p>
          <a:p>
            <a:pPr>
              <a:lnSpc>
                <a:spcPts val="1200"/>
              </a:lnSpc>
            </a:pPr>
            <a:r>
              <a:rPr lang="en-US" sz="1000">
                <a:solidFill>
                  <a:schemeClr val="bg1"/>
                </a:solidFill>
                <a:latin typeface="Ubuntu" panose="020B0504030602030204" pitchFamily="34" charset="0"/>
                <a:cs typeface="Arial"/>
              </a:rPr>
              <a:t>Address Line 1</a:t>
            </a:r>
          </a:p>
          <a:p>
            <a:pPr>
              <a:lnSpc>
                <a:spcPts val="1200"/>
              </a:lnSpc>
            </a:pPr>
            <a:r>
              <a:rPr lang="en-US" sz="1000">
                <a:solidFill>
                  <a:schemeClr val="bg1"/>
                </a:solidFill>
                <a:latin typeface="Ubuntu" panose="020B0504030602030204" pitchFamily="34" charset="0"/>
                <a:cs typeface="Arial"/>
              </a:rPr>
              <a:t>Address Line 2 </a:t>
            </a:r>
          </a:p>
          <a:p>
            <a:pPr>
              <a:lnSpc>
                <a:spcPts val="1200"/>
              </a:lnSpc>
            </a:pPr>
            <a:r>
              <a:rPr lang="en-US" sz="1000">
                <a:solidFill>
                  <a:schemeClr val="bg1"/>
                </a:solidFill>
                <a:latin typeface="Ubuntu" panose="020B0504030602030204" pitchFamily="34" charset="0"/>
                <a:cs typeface="Arial"/>
              </a:rPr>
              <a:t>Address Line 3</a:t>
            </a:r>
          </a:p>
        </p:txBody>
      </p:sp>
      <p:sp>
        <p:nvSpPr>
          <p:cNvPr id="62" name="Rectangle 61"/>
          <p:cNvSpPr/>
          <p:nvPr>
            <p:custDataLst>
              <p:tags r:id="rId3"/>
            </p:custDataLst>
          </p:nvPr>
        </p:nvSpPr>
        <p:spPr>
          <a:xfrm>
            <a:off x="6324599" y="2397949"/>
            <a:ext cx="2240280" cy="1031051"/>
          </a:xfrm>
          <a:prstGeom prst="rect">
            <a:avLst/>
          </a:prstGeom>
        </p:spPr>
        <p:txBody>
          <a:bodyPr wrap="square" lIns="0" tIns="0" rIns="0" bIns="0">
            <a:spAutoFit/>
          </a:bodyPr>
          <a:lstStyle/>
          <a:p>
            <a:pPr>
              <a:spcAft>
                <a:spcPts val="600"/>
              </a:spcAft>
            </a:pPr>
            <a:r>
              <a:rPr lang="en-US" sz="1200" b="1">
                <a:solidFill>
                  <a:schemeClr val="bg1"/>
                </a:solidFill>
                <a:latin typeface="Ubuntu" panose="020B0504030602030204" pitchFamily="34" charset="0"/>
                <a:cs typeface="Arial"/>
              </a:rPr>
              <a:t>Name, Last Name</a:t>
            </a:r>
          </a:p>
          <a:p>
            <a:pPr>
              <a:lnSpc>
                <a:spcPts val="1200"/>
              </a:lnSpc>
            </a:pPr>
            <a:r>
              <a:rPr lang="en-US" sz="1000">
                <a:solidFill>
                  <a:schemeClr val="bg1"/>
                </a:solidFill>
                <a:latin typeface="Ubuntu" panose="020B0504030602030204" pitchFamily="34" charset="0"/>
                <a:cs typeface="Arial"/>
              </a:rPr>
              <a:t>Title/Role</a:t>
            </a:r>
          </a:p>
          <a:p>
            <a:pPr>
              <a:lnSpc>
                <a:spcPts val="1200"/>
              </a:lnSpc>
            </a:pPr>
            <a:r>
              <a:rPr lang="en-US" sz="1000">
                <a:solidFill>
                  <a:schemeClr val="bg1"/>
                </a:solidFill>
                <a:latin typeface="Ubuntu" panose="020B0504030602030204" pitchFamily="34" charset="0"/>
                <a:cs typeface="Arial"/>
              </a:rPr>
              <a:t>Capgemini Office (Optional)</a:t>
            </a:r>
          </a:p>
          <a:p>
            <a:pPr>
              <a:lnSpc>
                <a:spcPts val="1200"/>
              </a:lnSpc>
            </a:pPr>
            <a:r>
              <a:rPr lang="en-US" sz="1000">
                <a:solidFill>
                  <a:schemeClr val="bg1"/>
                </a:solidFill>
                <a:latin typeface="Ubuntu" panose="020B0504030602030204" pitchFamily="34" charset="0"/>
                <a:cs typeface="Arial"/>
              </a:rPr>
              <a:t>Address Line 1</a:t>
            </a:r>
          </a:p>
          <a:p>
            <a:pPr>
              <a:lnSpc>
                <a:spcPts val="1200"/>
              </a:lnSpc>
            </a:pPr>
            <a:r>
              <a:rPr lang="en-US" sz="1000">
                <a:solidFill>
                  <a:schemeClr val="bg1"/>
                </a:solidFill>
                <a:latin typeface="Ubuntu" panose="020B0504030602030204" pitchFamily="34" charset="0"/>
                <a:cs typeface="Arial"/>
              </a:rPr>
              <a:t>Address Line 2 </a:t>
            </a:r>
          </a:p>
          <a:p>
            <a:pPr>
              <a:lnSpc>
                <a:spcPts val="1200"/>
              </a:lnSpc>
            </a:pPr>
            <a:r>
              <a:rPr lang="en-US" sz="1000">
                <a:solidFill>
                  <a:schemeClr val="bg1"/>
                </a:solidFill>
                <a:latin typeface="Ubuntu" panose="020B0504030602030204" pitchFamily="34" charset="0"/>
                <a:cs typeface="Arial"/>
              </a:rPr>
              <a:t>Address Line 3</a:t>
            </a:r>
          </a:p>
        </p:txBody>
      </p:sp>
      <p:sp>
        <p:nvSpPr>
          <p:cNvPr id="63" name="Rectangle 62"/>
          <p:cNvSpPr/>
          <p:nvPr>
            <p:custDataLst>
              <p:tags r:id="rId4"/>
            </p:custDataLst>
          </p:nvPr>
        </p:nvSpPr>
        <p:spPr>
          <a:xfrm>
            <a:off x="9499996" y="2397949"/>
            <a:ext cx="2240280" cy="1031051"/>
          </a:xfrm>
          <a:prstGeom prst="rect">
            <a:avLst/>
          </a:prstGeom>
        </p:spPr>
        <p:txBody>
          <a:bodyPr wrap="square" lIns="0" tIns="0" rIns="0" bIns="0">
            <a:spAutoFit/>
          </a:bodyPr>
          <a:lstStyle/>
          <a:p>
            <a:pPr>
              <a:spcAft>
                <a:spcPts val="600"/>
              </a:spcAft>
            </a:pPr>
            <a:r>
              <a:rPr lang="en-US" sz="1200" b="1">
                <a:solidFill>
                  <a:schemeClr val="bg1"/>
                </a:solidFill>
                <a:latin typeface="Ubuntu" panose="020B0504030602030204" pitchFamily="34" charset="0"/>
                <a:cs typeface="Arial"/>
              </a:rPr>
              <a:t>Name, Last Name</a:t>
            </a:r>
          </a:p>
          <a:p>
            <a:pPr>
              <a:lnSpc>
                <a:spcPts val="1200"/>
              </a:lnSpc>
            </a:pPr>
            <a:r>
              <a:rPr lang="en-US" sz="1000">
                <a:solidFill>
                  <a:schemeClr val="bg1"/>
                </a:solidFill>
                <a:latin typeface="Ubuntu" panose="020B0504030602030204" pitchFamily="34" charset="0"/>
                <a:cs typeface="Arial"/>
              </a:rPr>
              <a:t>Title/Role</a:t>
            </a:r>
          </a:p>
          <a:p>
            <a:pPr>
              <a:lnSpc>
                <a:spcPts val="1200"/>
              </a:lnSpc>
            </a:pPr>
            <a:r>
              <a:rPr lang="en-US" sz="1000">
                <a:solidFill>
                  <a:schemeClr val="bg1"/>
                </a:solidFill>
                <a:latin typeface="Ubuntu" panose="020B0504030602030204" pitchFamily="34" charset="0"/>
                <a:cs typeface="Arial"/>
              </a:rPr>
              <a:t>Capgemini Office (Optional)</a:t>
            </a:r>
          </a:p>
          <a:p>
            <a:pPr>
              <a:lnSpc>
                <a:spcPts val="1200"/>
              </a:lnSpc>
            </a:pPr>
            <a:r>
              <a:rPr lang="en-US" sz="1000">
                <a:solidFill>
                  <a:schemeClr val="bg1"/>
                </a:solidFill>
                <a:latin typeface="Ubuntu" panose="020B0504030602030204" pitchFamily="34" charset="0"/>
                <a:cs typeface="Arial"/>
              </a:rPr>
              <a:t>Address Line 1</a:t>
            </a:r>
          </a:p>
          <a:p>
            <a:pPr>
              <a:lnSpc>
                <a:spcPts val="1200"/>
              </a:lnSpc>
            </a:pPr>
            <a:r>
              <a:rPr lang="en-US" sz="1000">
                <a:solidFill>
                  <a:schemeClr val="bg1"/>
                </a:solidFill>
                <a:latin typeface="Ubuntu" panose="020B0504030602030204" pitchFamily="34" charset="0"/>
                <a:cs typeface="Arial"/>
              </a:rPr>
              <a:t>Address Line 2 </a:t>
            </a:r>
          </a:p>
          <a:p>
            <a:pPr>
              <a:lnSpc>
                <a:spcPts val="1200"/>
              </a:lnSpc>
            </a:pPr>
            <a:r>
              <a:rPr lang="en-US" sz="1000">
                <a:solidFill>
                  <a:schemeClr val="bg1"/>
                </a:solidFill>
                <a:latin typeface="Ubuntu" panose="020B0504030602030204" pitchFamily="34" charset="0"/>
                <a:cs typeface="Arial"/>
              </a:rPr>
              <a:t>Address Line 3</a:t>
            </a:r>
          </a:p>
        </p:txBody>
      </p:sp>
      <p:cxnSp>
        <p:nvCxnSpPr>
          <p:cNvPr id="64" name="Straight Connector 63"/>
          <p:cNvCxnSpPr/>
          <p:nvPr/>
        </p:nvCxnSpPr>
        <p:spPr>
          <a:xfrm flipV="1">
            <a:off x="6096000" y="1113931"/>
            <a:ext cx="0" cy="2276757"/>
          </a:xfrm>
          <a:prstGeom prst="line">
            <a:avLst/>
          </a:prstGeom>
          <a:ln>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sp>
        <p:nvSpPr>
          <p:cNvPr id="18" name="Rectangle 17">
            <a:extLst>
              <a:ext uri="{FF2B5EF4-FFF2-40B4-BE49-F238E27FC236}">
                <a16:creationId xmlns:a16="http://schemas.microsoft.com/office/drawing/2014/main" id="{6E560A55-CF18-4C11-8B57-BBD5A6CD7E74}"/>
              </a:ext>
            </a:extLst>
          </p:cNvPr>
          <p:cNvSpPr/>
          <p:nvPr/>
        </p:nvSpPr>
        <p:spPr>
          <a:xfrm>
            <a:off x="426523" y="2805111"/>
            <a:ext cx="4345176" cy="407294"/>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lstStyle/>
          <a:p>
            <a:pPr marL="0" marR="0" lvl="0" indent="0" algn="l" defTabSz="914400" rtl="0" eaLnBrk="1" fontAlgn="auto" latinLnBrk="0" hangingPunct="1">
              <a:lnSpc>
                <a:spcPts val="1200"/>
              </a:lnSpc>
              <a:spcBef>
                <a:spcPts val="0"/>
              </a:spcBef>
              <a:spcAft>
                <a:spcPts val="0"/>
              </a:spcAft>
              <a:buClrTx/>
              <a:buSzTx/>
              <a:buFontTx/>
              <a:buNone/>
              <a:tabLst/>
              <a:defRPr/>
            </a:pPr>
            <a:r>
              <a:rPr lang="en-GB" sz="900">
                <a:solidFill>
                  <a:schemeClr val="bg1"/>
                </a:solidFill>
                <a:effectLst/>
                <a:latin typeface="Ubuntu" panose="020B0504030602030204" pitchFamily="34" charset="0"/>
              </a:rPr>
              <a:t>Get the Future You Want </a:t>
            </a:r>
            <a:r>
              <a:rPr lang="en-US" sz="900">
                <a:solidFill>
                  <a:schemeClr val="bg1"/>
                </a:solidFill>
                <a:effectLst/>
                <a:latin typeface="Ubuntu" panose="020B0504030602030204" pitchFamily="34" charset="0"/>
              </a:rPr>
              <a:t>|</a:t>
            </a:r>
            <a:r>
              <a:rPr lang="en-GB" sz="900">
                <a:solidFill>
                  <a:schemeClr val="bg1"/>
                </a:solidFill>
                <a:effectLst/>
                <a:latin typeface="Ubuntu" panose="020B0504030602030204" pitchFamily="34" charset="0"/>
              </a:rPr>
              <a:t> </a:t>
            </a:r>
            <a:r>
              <a:rPr lang="en-US" sz="1050">
                <a:solidFill>
                  <a:schemeClr val="accent2"/>
                </a:solidFill>
                <a:latin typeface="Ubuntu" panose="020B0504030602030204" pitchFamily="34" charset="0"/>
              </a:rPr>
              <a:t>www.capgemini.com</a:t>
            </a:r>
          </a:p>
        </p:txBody>
      </p:sp>
      <p:pic>
        <p:nvPicPr>
          <p:cNvPr id="24" name="Image 23" descr="Une image contenant texte&#10;&#10;Description générée automatiquement">
            <a:extLst>
              <a:ext uri="{FF2B5EF4-FFF2-40B4-BE49-F238E27FC236}">
                <a16:creationId xmlns:a16="http://schemas.microsoft.com/office/drawing/2014/main" id="{67291309-8FC0-47AE-9F48-E59E45B7FC66}"/>
              </a:ext>
            </a:extLst>
          </p:cNvPr>
          <p:cNvPicPr>
            <a:picLocks noChangeAspect="1"/>
          </p:cNvPicPr>
          <p:nvPr userDrawn="1"/>
        </p:nvPicPr>
        <p:blipFill>
          <a:blip r:embed="rId17" cstate="screen">
            <a:extLst>
              <a:ext uri="{28A0092B-C50C-407E-A947-70E740481C1C}">
                <a14:useLocalDpi xmlns:a14="http://schemas.microsoft.com/office/drawing/2010/main"/>
              </a:ext>
            </a:extLst>
          </a:blip>
          <a:stretch>
            <a:fillRect/>
          </a:stretch>
        </p:blipFill>
        <p:spPr>
          <a:xfrm>
            <a:off x="8765367" y="5376781"/>
            <a:ext cx="3024000" cy="1226177"/>
          </a:xfrm>
          <a:prstGeom prst="rect">
            <a:avLst/>
          </a:prstGeom>
        </p:spPr>
      </p:pic>
    </p:spTree>
    <p:extLst>
      <p:ext uri="{BB962C8B-B14F-4D97-AF65-F5344CB8AC3E}">
        <p14:creationId xmlns:p14="http://schemas.microsoft.com/office/powerpoint/2010/main" val="652207894"/>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showMasterSp="0" preserve="1">
  <p:cSld name="1_Final Slide 1">
    <p:bg>
      <p:bgPr>
        <a:solidFill>
          <a:srgbClr val="272936"/>
        </a:solidFill>
        <a:effectLst/>
      </p:bgPr>
    </p:bg>
    <p:spTree>
      <p:nvGrpSpPr>
        <p:cNvPr id="1" name=""/>
        <p:cNvGrpSpPr/>
        <p:nvPr/>
      </p:nvGrpSpPr>
      <p:grpSpPr>
        <a:xfrm>
          <a:off x="0" y="0"/>
          <a:ext cx="0" cy="0"/>
          <a:chOff x="0" y="0"/>
          <a:chExt cx="0" cy="0"/>
        </a:xfrm>
      </p:grpSpPr>
      <p:pic>
        <p:nvPicPr>
          <p:cNvPr id="3" name="Image 2" descr="Une image contenant texte&#10;&#10;Description générée automatiquement">
            <a:extLst>
              <a:ext uri="{FF2B5EF4-FFF2-40B4-BE49-F238E27FC236}">
                <a16:creationId xmlns:a16="http://schemas.microsoft.com/office/drawing/2014/main" id="{4DF6B7E3-9385-486A-9E72-0D561900C7FA}"/>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14669" y="622130"/>
            <a:ext cx="3024000" cy="1226177"/>
          </a:xfrm>
          <a:prstGeom prst="rect">
            <a:avLst/>
          </a:prstGeom>
        </p:spPr>
      </p:pic>
    </p:spTree>
    <p:extLst>
      <p:ext uri="{BB962C8B-B14F-4D97-AF65-F5344CB8AC3E}">
        <p14:creationId xmlns:p14="http://schemas.microsoft.com/office/powerpoint/2010/main" val="790077819"/>
      </p:ext>
    </p:extLst>
  </p:cSld>
  <p:clrMapOvr>
    <a:masterClrMapping/>
  </p:clrMapOvr>
  <p:extLst>
    <p:ext uri="{DCECCB84-F9BA-43D5-87BE-67443E8EF086}">
      <p15:sldGuideLst xmlns:p15="http://schemas.microsoft.com/office/powerpoint/2012/main"/>
    </p:ext>
  </p:extLst>
</p:sldLayout>
</file>

<file path=ppt/slideLayouts/slideLayout21.xml><?xml version="1.0" encoding="utf-8"?>
<p:sldLayout xmlns:a="http://schemas.openxmlformats.org/drawingml/2006/main" xmlns:r="http://schemas.openxmlformats.org/officeDocument/2006/relationships" xmlns:p="http://schemas.openxmlformats.org/presentationml/2006/main">
  <p:cSld name="Large title &amp; large RH image 1">
    <p:bg>
      <p:bgPr>
        <a:solidFill>
          <a:schemeClr val="accent4"/>
        </a:solidFill>
        <a:effectLst/>
      </p:bgPr>
    </p:bg>
    <p:spTree>
      <p:nvGrpSpPr>
        <p:cNvPr id="1" name=""/>
        <p:cNvGrpSpPr/>
        <p:nvPr/>
      </p:nvGrpSpPr>
      <p:grpSpPr>
        <a:xfrm>
          <a:off x="0" y="0"/>
          <a:ext cx="0" cy="0"/>
          <a:chOff x="0" y="0"/>
          <a:chExt cx="0" cy="0"/>
        </a:xfrm>
      </p:grpSpPr>
      <p:sp>
        <p:nvSpPr>
          <p:cNvPr id="2" name="Title">
            <a:extLst>
              <a:ext uri="{FF2B5EF4-FFF2-40B4-BE49-F238E27FC236}">
                <a16:creationId xmlns:a16="http://schemas.microsoft.com/office/drawing/2014/main" id="{1B342561-1DD2-4DA7-BA2A-C8E3856FE9BB}"/>
              </a:ext>
            </a:extLst>
          </p:cNvPr>
          <p:cNvSpPr>
            <a:spLocks noGrp="1"/>
          </p:cNvSpPr>
          <p:nvPr>
            <p:ph type="title"/>
          </p:nvPr>
        </p:nvSpPr>
        <p:spPr>
          <a:xfrm>
            <a:off x="404813" y="692696"/>
            <a:ext cx="4562476" cy="2421466"/>
          </a:xfrm>
        </p:spPr>
        <p:txBody>
          <a:bodyPr vert="horz" lIns="72000" tIns="0" rIns="0" bIns="0" rtlCol="0" anchor="b">
            <a:noAutofit/>
          </a:bodyPr>
          <a:lstStyle>
            <a:lvl1pPr>
              <a:lnSpc>
                <a:spcPct val="80000"/>
              </a:lnSpc>
              <a:defRPr lang="en-GB" sz="5400">
                <a:solidFill>
                  <a:schemeClr val="bg1"/>
                </a:solidFill>
              </a:defRPr>
            </a:lvl1pPr>
          </a:lstStyle>
          <a:p>
            <a:pPr lvl="0"/>
            <a:r>
              <a:rPr lang="en-US"/>
              <a:t>Click to edit Master title style</a:t>
            </a:r>
            <a:endParaRPr lang="en-GB"/>
          </a:p>
        </p:txBody>
      </p:sp>
      <p:sp>
        <p:nvSpPr>
          <p:cNvPr id="10" name="Espace réservé du texte 9">
            <a:extLst>
              <a:ext uri="{FF2B5EF4-FFF2-40B4-BE49-F238E27FC236}">
                <a16:creationId xmlns:a16="http://schemas.microsoft.com/office/drawing/2014/main" id="{FC6DF15B-7249-491B-BFB7-9A33784178CD}"/>
              </a:ext>
            </a:extLst>
          </p:cNvPr>
          <p:cNvSpPr>
            <a:spLocks noGrp="1"/>
          </p:cNvSpPr>
          <p:nvPr>
            <p:ph type="body" sz="quarter" idx="12"/>
          </p:nvPr>
        </p:nvSpPr>
        <p:spPr>
          <a:xfrm>
            <a:off x="404813" y="3573040"/>
            <a:ext cx="4395787" cy="2808288"/>
          </a:xfrm>
        </p:spPr>
        <p:txBody>
          <a:bodyPr/>
          <a:lstStyle>
            <a:lvl1pPr>
              <a:defRPr>
                <a:solidFill>
                  <a:schemeClr val="bg1"/>
                </a:solidFill>
              </a:defRPr>
            </a:lvl1pPr>
            <a:lvl2pPr>
              <a:defRPr>
                <a:solidFill>
                  <a:schemeClr val="bg1"/>
                </a:solidFill>
              </a:defRPr>
            </a:lvl2pPr>
            <a:lvl3pPr>
              <a:defRPr>
                <a:solidFill>
                  <a:schemeClr val="bg1"/>
                </a:solidFill>
              </a:defRPr>
            </a:lvl3pPr>
            <a:lvl4pPr>
              <a:buClr>
                <a:schemeClr val="bg1"/>
              </a:buClr>
              <a:defRPr>
                <a:solidFill>
                  <a:schemeClr val="bg1"/>
                </a:solidFill>
              </a:defRPr>
            </a:lvl4pPr>
            <a:lvl5pPr>
              <a:buClr>
                <a:schemeClr val="bg1"/>
              </a:buClr>
              <a:defRPr>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3" name="Picture Placeholder 12">
            <a:extLst>
              <a:ext uri="{FF2B5EF4-FFF2-40B4-BE49-F238E27FC236}">
                <a16:creationId xmlns:a16="http://schemas.microsoft.com/office/drawing/2014/main" id="{5586E72C-F96D-4BE1-996B-39A71EA977D3}"/>
              </a:ext>
              <a:ext uri="{C183D7F6-B498-43B3-948B-1728B52AA6E4}">
                <adec:decorative xmlns:adec="http://schemas.microsoft.com/office/drawing/2017/decorative" val="1"/>
              </a:ext>
            </a:extLst>
          </p:cNvPr>
          <p:cNvSpPr>
            <a:spLocks noGrp="1"/>
          </p:cNvSpPr>
          <p:nvPr>
            <p:ph type="pic" sz="quarter" idx="10" hasCustomPrompt="1"/>
          </p:nvPr>
        </p:nvSpPr>
        <p:spPr>
          <a:xfrm>
            <a:off x="5128004" y="0"/>
            <a:ext cx="7063996" cy="6858000"/>
          </a:xfrm>
          <a:custGeom>
            <a:avLst/>
            <a:gdLst>
              <a:gd name="connsiteX0" fmla="*/ 6658543 w 7063996"/>
              <a:gd name="connsiteY0" fmla="*/ 205058 h 6858000"/>
              <a:gd name="connsiteX1" fmla="*/ 6434159 w 7063996"/>
              <a:gd name="connsiteY1" fmla="*/ 436971 h 6858000"/>
              <a:gd name="connsiteX2" fmla="*/ 6511887 w 7063996"/>
              <a:gd name="connsiteY2" fmla="*/ 551459 h 6858000"/>
              <a:gd name="connsiteX3" fmla="*/ 6591081 w 7063996"/>
              <a:gd name="connsiteY3" fmla="*/ 552927 h 6858000"/>
              <a:gd name="connsiteX4" fmla="*/ 6623162 w 7063996"/>
              <a:gd name="connsiteY4" fmla="*/ 536965 h 6858000"/>
              <a:gd name="connsiteX5" fmla="*/ 6649544 w 7063996"/>
              <a:gd name="connsiteY5" fmla="*/ 513474 h 6858000"/>
              <a:gd name="connsiteX6" fmla="*/ 6642500 w 7063996"/>
              <a:gd name="connsiteY6" fmla="*/ 536398 h 6858000"/>
              <a:gd name="connsiteX7" fmla="*/ 6577699 w 7063996"/>
              <a:gd name="connsiteY7" fmla="*/ 579359 h 6858000"/>
              <a:gd name="connsiteX8" fmla="*/ 6631998 w 7063996"/>
              <a:gd name="connsiteY8" fmla="*/ 594046 h 6858000"/>
              <a:gd name="connsiteX9" fmla="*/ 6761140 w 7063996"/>
              <a:gd name="connsiteY9" fmla="*/ 551453 h 6858000"/>
              <a:gd name="connsiteX10" fmla="*/ 6696569 w 7063996"/>
              <a:gd name="connsiteY10" fmla="*/ 494172 h 6858000"/>
              <a:gd name="connsiteX11" fmla="*/ 6761140 w 7063996"/>
              <a:gd name="connsiteY11" fmla="*/ 525016 h 6858000"/>
              <a:gd name="connsiteX12" fmla="*/ 6846372 w 7063996"/>
              <a:gd name="connsiteY12" fmla="*/ 467391 h 6858000"/>
              <a:gd name="connsiteX13" fmla="*/ 6853587 w 7063996"/>
              <a:gd name="connsiteY13" fmla="*/ 431058 h 6858000"/>
              <a:gd name="connsiteX14" fmla="*/ 6853595 w 7063996"/>
              <a:gd name="connsiteY14" fmla="*/ 431100 h 6858000"/>
              <a:gd name="connsiteX15" fmla="*/ 6853595 w 7063996"/>
              <a:gd name="connsiteY15" fmla="*/ 431017 h 6858000"/>
              <a:gd name="connsiteX16" fmla="*/ 6853595 w 7063996"/>
              <a:gd name="connsiteY16" fmla="*/ 428164 h 6858000"/>
              <a:gd name="connsiteX17" fmla="*/ 6781734 w 7063996"/>
              <a:gd name="connsiteY17" fmla="*/ 279916 h 6858000"/>
              <a:gd name="connsiteX18" fmla="*/ 6668809 w 7063996"/>
              <a:gd name="connsiteY18" fmla="*/ 209461 h 6858000"/>
              <a:gd name="connsiteX19" fmla="*/ 6658543 w 7063996"/>
              <a:gd name="connsiteY19" fmla="*/ 205058 h 6858000"/>
              <a:gd name="connsiteX20" fmla="*/ 0 w 7063996"/>
              <a:gd name="connsiteY20" fmla="*/ 0 h 6858000"/>
              <a:gd name="connsiteX21" fmla="*/ 7063996 w 7063996"/>
              <a:gd name="connsiteY21" fmla="*/ 0 h 6858000"/>
              <a:gd name="connsiteX22" fmla="*/ 7063996 w 7063996"/>
              <a:gd name="connsiteY22" fmla="*/ 6858000 h 6858000"/>
              <a:gd name="connsiteX23" fmla="*/ 0 w 7063996"/>
              <a:gd name="connsiteY23"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7063996" h="6858000">
                <a:moveTo>
                  <a:pt x="6658543" y="205058"/>
                </a:moveTo>
                <a:cubicBezTo>
                  <a:pt x="6608680" y="265238"/>
                  <a:pt x="6434159" y="310740"/>
                  <a:pt x="6434159" y="436971"/>
                </a:cubicBezTo>
                <a:cubicBezTo>
                  <a:pt x="6434159" y="486876"/>
                  <a:pt x="6464957" y="533846"/>
                  <a:pt x="6511887" y="551459"/>
                </a:cubicBezTo>
                <a:cubicBezTo>
                  <a:pt x="6538285" y="561734"/>
                  <a:pt x="6564683" y="561734"/>
                  <a:pt x="6591081" y="552927"/>
                </a:cubicBezTo>
                <a:cubicBezTo>
                  <a:pt x="6602814" y="549258"/>
                  <a:pt x="6613446" y="543753"/>
                  <a:pt x="6623162" y="536965"/>
                </a:cubicBezTo>
                <a:lnTo>
                  <a:pt x="6649544" y="513474"/>
                </a:lnTo>
                <a:lnTo>
                  <a:pt x="6642500" y="536398"/>
                </a:lnTo>
                <a:cubicBezTo>
                  <a:pt x="6630805" y="558154"/>
                  <a:pt x="6606316" y="574953"/>
                  <a:pt x="6577699" y="579359"/>
                </a:cubicBezTo>
                <a:cubicBezTo>
                  <a:pt x="6586504" y="588171"/>
                  <a:pt x="6607050" y="594046"/>
                  <a:pt x="6631998" y="594046"/>
                </a:cubicBezTo>
                <a:cubicBezTo>
                  <a:pt x="6677491" y="594046"/>
                  <a:pt x="6733257" y="580827"/>
                  <a:pt x="6761140" y="551453"/>
                </a:cubicBezTo>
                <a:cubicBezTo>
                  <a:pt x="6722985" y="552921"/>
                  <a:pt x="6698037" y="527953"/>
                  <a:pt x="6696569" y="494172"/>
                </a:cubicBezTo>
                <a:cubicBezTo>
                  <a:pt x="6714179" y="516203"/>
                  <a:pt x="6736192" y="525016"/>
                  <a:pt x="6761140" y="525016"/>
                </a:cubicBezTo>
                <a:cubicBezTo>
                  <a:pt x="6799663" y="525016"/>
                  <a:pt x="6832407" y="501057"/>
                  <a:pt x="6846372" y="467391"/>
                </a:cubicBezTo>
                <a:lnTo>
                  <a:pt x="6853587" y="431058"/>
                </a:lnTo>
                <a:lnTo>
                  <a:pt x="6853595" y="431100"/>
                </a:lnTo>
                <a:lnTo>
                  <a:pt x="6853595" y="431017"/>
                </a:lnTo>
                <a:lnTo>
                  <a:pt x="6853595" y="428164"/>
                </a:lnTo>
                <a:cubicBezTo>
                  <a:pt x="6853595" y="369452"/>
                  <a:pt x="6824264" y="319547"/>
                  <a:pt x="6781734" y="279916"/>
                </a:cubicBezTo>
                <a:cubicBezTo>
                  <a:pt x="6749469" y="249092"/>
                  <a:pt x="6709872" y="227075"/>
                  <a:pt x="6668809" y="209461"/>
                </a:cubicBezTo>
                <a:cubicBezTo>
                  <a:pt x="6665875" y="207994"/>
                  <a:pt x="6662942" y="206526"/>
                  <a:pt x="6658543" y="205058"/>
                </a:cubicBezTo>
                <a:close/>
                <a:moveTo>
                  <a:pt x="0" y="0"/>
                </a:moveTo>
                <a:lnTo>
                  <a:pt x="7063996" y="0"/>
                </a:lnTo>
                <a:lnTo>
                  <a:pt x="7063996" y="6858000"/>
                </a:lnTo>
                <a:lnTo>
                  <a:pt x="0" y="6858000"/>
                </a:lnTo>
                <a:close/>
              </a:path>
            </a:pathLst>
          </a:custGeom>
          <a:solidFill>
            <a:schemeClr val="bg2"/>
          </a:solidFill>
        </p:spPr>
        <p:txBody>
          <a:bodyPr wrap="square">
            <a:noAutofit/>
          </a:bodyPr>
          <a:lstStyle>
            <a:lvl1pPr>
              <a:defRPr>
                <a:solidFill>
                  <a:schemeClr val="bg2">
                    <a:lumMod val="50000"/>
                  </a:schemeClr>
                </a:solidFill>
              </a:defRPr>
            </a:lvl1pPr>
          </a:lstStyle>
          <a:p>
            <a:r>
              <a:rPr lang="en-US"/>
              <a:t>Click icon to add picture with alt text</a:t>
            </a:r>
            <a:endParaRPr lang="en-GB"/>
          </a:p>
        </p:txBody>
      </p:sp>
      <p:cxnSp>
        <p:nvCxnSpPr>
          <p:cNvPr id="4" name="Straight Connector 3">
            <a:extLst>
              <a:ext uri="{FF2B5EF4-FFF2-40B4-BE49-F238E27FC236}">
                <a16:creationId xmlns:a16="http://schemas.microsoft.com/office/drawing/2014/main" id="{78BD9B29-49C4-C14C-CB75-07A36FC0251B}"/>
              </a:ext>
            </a:extLst>
          </p:cNvPr>
          <p:cNvCxnSpPr/>
          <p:nvPr userDrawn="1"/>
        </p:nvCxnSpPr>
        <p:spPr>
          <a:xfrm>
            <a:off x="11478827" y="213555"/>
            <a:ext cx="0" cy="399003"/>
          </a:xfrm>
          <a:prstGeom prst="line">
            <a:avLst/>
          </a:prstGeom>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459918447"/>
      </p:ext>
    </p:extLst>
  </p:cSld>
  <p:clrMapOvr>
    <a:masterClrMapping/>
  </p:clrMapOvr>
  <mc:AlternateContent xmlns:mc="http://schemas.openxmlformats.org/markup-compatibility/2006" xmlns:p14="http://schemas.microsoft.com/office/powerpoint/2010/main">
    <mc:Choice Requires="p14">
      <p:transition p14:dur="10" advClick="0"/>
    </mc:Choice>
    <mc:Fallback xmlns="">
      <p:transition advClick="0"/>
    </mc:Fallback>
  </mc:AlternateContent>
</p:sldLayout>
</file>

<file path=ppt/slideLayouts/slideLayout22.xml><?xml version="1.0" encoding="utf-8"?>
<p:sldLayout xmlns:a="http://schemas.openxmlformats.org/drawingml/2006/main" xmlns:r="http://schemas.openxmlformats.org/officeDocument/2006/relationships" xmlns:p="http://schemas.openxmlformats.org/presentationml/2006/main" type="title" preserve="1">
  <p:cSld name="Diapositive de titre">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FB216F2A-E992-6B45-4682-51E9C30D6681}"/>
              </a:ext>
            </a:extLst>
          </p:cNvPr>
          <p:cNvSpPr>
            <a:spLocks noGrp="1"/>
          </p:cNvSpPr>
          <p:nvPr>
            <p:ph type="ctrTitle"/>
          </p:nvPr>
        </p:nvSpPr>
        <p:spPr>
          <a:xfrm>
            <a:off x="1524000" y="1122363"/>
            <a:ext cx="9144000" cy="2387600"/>
          </a:xfrm>
          <a:prstGeom prst="rect">
            <a:avLst/>
          </a:prstGeom>
        </p:spPr>
        <p:txBody>
          <a:bodyPr anchor="b"/>
          <a:lstStyle>
            <a:lvl1pPr algn="ctr">
              <a:defRPr sz="6000"/>
            </a:lvl1pPr>
          </a:lstStyle>
          <a:p>
            <a:r>
              <a:rPr lang="fr-FR"/>
              <a:t>Modifiez le style du titre</a:t>
            </a:r>
          </a:p>
        </p:txBody>
      </p:sp>
      <p:sp>
        <p:nvSpPr>
          <p:cNvPr id="3" name="Sous-titre 2">
            <a:extLst>
              <a:ext uri="{FF2B5EF4-FFF2-40B4-BE49-F238E27FC236}">
                <a16:creationId xmlns:a16="http://schemas.microsoft.com/office/drawing/2014/main" id="{D724EB1B-2E45-44B3-E54F-3FA8FB4A7619}"/>
              </a:ext>
            </a:extLst>
          </p:cNvPr>
          <p:cNvSpPr>
            <a:spLocks noGrp="1"/>
          </p:cNvSpPr>
          <p:nvPr>
            <p:ph type="subTitle" idx="1"/>
          </p:nvPr>
        </p:nvSpPr>
        <p:spPr>
          <a:xfrm>
            <a:off x="1524000" y="3602038"/>
            <a:ext cx="9144000" cy="1655762"/>
          </a:xfrm>
          <a:prstGeom prst="rect">
            <a:avLst/>
          </a:prstGeo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fr-FR"/>
              <a:t>Modifiez le style des sous-titres du masque</a:t>
            </a:r>
          </a:p>
        </p:txBody>
      </p:sp>
    </p:spTree>
    <p:extLst>
      <p:ext uri="{BB962C8B-B14F-4D97-AF65-F5344CB8AC3E}">
        <p14:creationId xmlns:p14="http://schemas.microsoft.com/office/powerpoint/2010/main" val="3796911441"/>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Blank-White">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5C652ADD-C35C-4E3D-8F9F-F29A26A80977}"/>
              </a:ext>
            </a:extLst>
          </p:cNvPr>
          <p:cNvPicPr>
            <a:picLocks noChangeAspect="1"/>
          </p:cNvPicPr>
          <p:nvPr userDrawn="1"/>
        </p:nvPicPr>
        <p:blipFill rotWithShape="1">
          <a:blip r:embed="rId2" cstate="screen">
            <a:extLst>
              <a:ext uri="{28A0092B-C50C-407E-A947-70E740481C1C}">
                <a14:useLocalDpi xmlns:a14="http://schemas.microsoft.com/office/drawing/2010/main"/>
              </a:ext>
            </a:extLst>
          </a:blip>
          <a:srcRect/>
          <a:stretch/>
        </p:blipFill>
        <p:spPr>
          <a:xfrm>
            <a:off x="0" y="0"/>
            <a:ext cx="2039112" cy="2036280"/>
          </a:xfrm>
          <a:prstGeom prst="rect">
            <a:avLst/>
          </a:prstGeom>
        </p:spPr>
      </p:pic>
      <p:sp>
        <p:nvSpPr>
          <p:cNvPr id="8" name="Rectangle 7">
            <a:extLst>
              <a:ext uri="{FF2B5EF4-FFF2-40B4-BE49-F238E27FC236}">
                <a16:creationId xmlns:a16="http://schemas.microsoft.com/office/drawing/2014/main" id="{727DEE3C-E06C-49B0-8C38-188BC0C2DD6F}"/>
              </a:ext>
            </a:extLst>
          </p:cNvPr>
          <p:cNvSpPr/>
          <p:nvPr userDrawn="1"/>
        </p:nvSpPr>
        <p:spPr>
          <a:xfrm>
            <a:off x="0" y="0"/>
            <a:ext cx="2039112" cy="2039112"/>
          </a:xfrm>
          <a:prstGeom prst="rect">
            <a:avLst/>
          </a:prstGeom>
          <a:gradFill flip="none" rotWithShape="1">
            <a:gsLst>
              <a:gs pos="0">
                <a:schemeClr val="bg1">
                  <a:alpha val="84000"/>
                </a:schemeClr>
              </a:gs>
              <a:gs pos="51300">
                <a:schemeClr val="bg1">
                  <a:alpha val="77000"/>
                </a:schemeClr>
              </a:gs>
              <a:gs pos="85000">
                <a:schemeClr val="bg1">
                  <a:alpha val="71000"/>
                </a:schemeClr>
              </a:gs>
            </a:gsLst>
            <a:lin ang="27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a:solidFill>
                <a:schemeClr val="tx1"/>
              </a:solidFill>
            </a:endParaRPr>
          </a:p>
        </p:txBody>
      </p:sp>
      <p:sp>
        <p:nvSpPr>
          <p:cNvPr id="6" name="Title Placeholder 1">
            <a:extLst>
              <a:ext uri="{FF2B5EF4-FFF2-40B4-BE49-F238E27FC236}">
                <a16:creationId xmlns:a16="http://schemas.microsoft.com/office/drawing/2014/main" id="{552BBB0A-405D-419D-8BD5-EC8D9F84B795}"/>
              </a:ext>
            </a:extLst>
          </p:cNvPr>
          <p:cNvSpPr>
            <a:spLocks noGrp="1"/>
          </p:cNvSpPr>
          <p:nvPr>
            <p:ph type="title" hasCustomPrompt="1"/>
          </p:nvPr>
        </p:nvSpPr>
        <p:spPr>
          <a:xfrm>
            <a:off x="407988" y="404813"/>
            <a:ext cx="9864476" cy="863600"/>
          </a:xfrm>
          <a:prstGeom prst="rect">
            <a:avLst/>
          </a:prstGeom>
        </p:spPr>
        <p:txBody>
          <a:bodyPr vert="horz" lIns="0" tIns="0" rIns="0" bIns="0" rtlCol="0" anchor="t">
            <a:noAutofit/>
          </a:bodyPr>
          <a:lstStyle>
            <a:lvl1pPr>
              <a:defRPr lang="pt-PT" dirty="0"/>
            </a:lvl1pPr>
          </a:lstStyle>
          <a:p>
            <a:pPr lvl="0">
              <a:lnSpc>
                <a:spcPts val="3000"/>
              </a:lnSpc>
            </a:pPr>
            <a:r>
              <a:rPr lang="en-US"/>
              <a:t>Click to add title</a:t>
            </a:r>
            <a:endParaRPr lang="pt-PT"/>
          </a:p>
        </p:txBody>
      </p:sp>
      <p:sp>
        <p:nvSpPr>
          <p:cNvPr id="10" name="Retângulo 43">
            <a:extLst>
              <a:ext uri="{FF2B5EF4-FFF2-40B4-BE49-F238E27FC236}">
                <a16:creationId xmlns:a16="http://schemas.microsoft.com/office/drawing/2014/main" id="{FF25331C-1064-E747-AB08-D3DAA85BBF02}"/>
              </a:ext>
            </a:extLst>
          </p:cNvPr>
          <p:cNvSpPr/>
          <p:nvPr userDrawn="1"/>
        </p:nvSpPr>
        <p:spPr>
          <a:xfrm>
            <a:off x="1961863" y="6604144"/>
            <a:ext cx="2039020" cy="123111"/>
          </a:xfrm>
          <a:prstGeom prst="rect">
            <a:avLst/>
          </a:prstGeom>
        </p:spPr>
        <p:txBody>
          <a:bodyPr wrap="none" lIns="0" tIns="0" rIns="0" bIns="0" anchor="ctr" anchorCtr="0">
            <a:spAutoFit/>
          </a:bodyPr>
          <a:lstStyle/>
          <a:p>
            <a:pPr algn="l">
              <a:lnSpc>
                <a:spcPct val="100000"/>
              </a:lnSpc>
            </a:pPr>
            <a:r>
              <a:rPr lang="en-US" sz="800">
                <a:solidFill>
                  <a:schemeClr val="bg2">
                    <a:lumMod val="50000"/>
                  </a:schemeClr>
                </a:solidFill>
                <a:cs typeface="Arial" panose="020B0604020202020204" pitchFamily="34" charset="0"/>
              </a:rPr>
              <a:t>© 2020 Capgemini. All rights reserved.</a:t>
            </a:r>
          </a:p>
        </p:txBody>
      </p:sp>
    </p:spTree>
    <p:extLst>
      <p:ext uri="{BB962C8B-B14F-4D97-AF65-F5344CB8AC3E}">
        <p14:creationId xmlns:p14="http://schemas.microsoft.com/office/powerpoint/2010/main" val="4048310774"/>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1_Blank-White">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5C652ADD-C35C-4E3D-8F9F-F29A26A80977}"/>
              </a:ext>
            </a:extLst>
          </p:cNvPr>
          <p:cNvPicPr>
            <a:picLocks noChangeAspect="1"/>
          </p:cNvPicPr>
          <p:nvPr userDrawn="1"/>
        </p:nvPicPr>
        <p:blipFill rotWithShape="1">
          <a:blip r:embed="rId2" cstate="screen">
            <a:extLst>
              <a:ext uri="{28A0092B-C50C-407E-A947-70E740481C1C}">
                <a14:useLocalDpi xmlns:a14="http://schemas.microsoft.com/office/drawing/2010/main"/>
              </a:ext>
            </a:extLst>
          </a:blip>
          <a:srcRect/>
          <a:stretch/>
        </p:blipFill>
        <p:spPr>
          <a:xfrm>
            <a:off x="0" y="0"/>
            <a:ext cx="2039112" cy="2036280"/>
          </a:xfrm>
          <a:prstGeom prst="rect">
            <a:avLst/>
          </a:prstGeom>
        </p:spPr>
      </p:pic>
      <p:sp>
        <p:nvSpPr>
          <p:cNvPr id="6" name="Title Placeholder 1">
            <a:extLst>
              <a:ext uri="{FF2B5EF4-FFF2-40B4-BE49-F238E27FC236}">
                <a16:creationId xmlns:a16="http://schemas.microsoft.com/office/drawing/2014/main" id="{552BBB0A-405D-419D-8BD5-EC8D9F84B795}"/>
              </a:ext>
            </a:extLst>
          </p:cNvPr>
          <p:cNvSpPr>
            <a:spLocks noGrp="1"/>
          </p:cNvSpPr>
          <p:nvPr>
            <p:ph type="title" hasCustomPrompt="1"/>
          </p:nvPr>
        </p:nvSpPr>
        <p:spPr>
          <a:xfrm>
            <a:off x="407988" y="404813"/>
            <a:ext cx="9864476" cy="863600"/>
          </a:xfrm>
          <a:prstGeom prst="rect">
            <a:avLst/>
          </a:prstGeom>
        </p:spPr>
        <p:txBody>
          <a:bodyPr vert="horz" lIns="0" tIns="0" rIns="0" bIns="0" rtlCol="0" anchor="t">
            <a:noAutofit/>
          </a:bodyPr>
          <a:lstStyle>
            <a:lvl1pPr>
              <a:defRPr lang="pt-PT" dirty="0"/>
            </a:lvl1pPr>
          </a:lstStyle>
          <a:p>
            <a:pPr lvl="0">
              <a:lnSpc>
                <a:spcPts val="3000"/>
              </a:lnSpc>
            </a:pPr>
            <a:r>
              <a:rPr lang="en-US"/>
              <a:t>Click to add title</a:t>
            </a:r>
            <a:endParaRPr lang="pt-PT"/>
          </a:p>
        </p:txBody>
      </p:sp>
      <p:cxnSp>
        <p:nvCxnSpPr>
          <p:cNvPr id="4" name="Conector reto 49">
            <a:extLst>
              <a:ext uri="{FF2B5EF4-FFF2-40B4-BE49-F238E27FC236}">
                <a16:creationId xmlns:a16="http://schemas.microsoft.com/office/drawing/2014/main" id="{2AA9D5FD-5BA1-4346-894B-808BD3E21E7C}"/>
              </a:ext>
            </a:extLst>
          </p:cNvPr>
          <p:cNvCxnSpPr>
            <a:cxnSpLocks/>
          </p:cNvCxnSpPr>
          <p:nvPr userDrawn="1"/>
        </p:nvCxnSpPr>
        <p:spPr>
          <a:xfrm flipV="1">
            <a:off x="1877452" y="6587911"/>
            <a:ext cx="0" cy="155576"/>
          </a:xfrm>
          <a:prstGeom prst="line">
            <a:avLst/>
          </a:prstGeom>
          <a:solidFill>
            <a:schemeClr val="tx1"/>
          </a:solidFill>
          <a:ln w="12700" cap="rnd">
            <a:solidFill>
              <a:schemeClr val="accent2"/>
            </a:solidFill>
            <a:round/>
          </a:ln>
        </p:spPr>
        <p:style>
          <a:lnRef idx="1">
            <a:schemeClr val="accent1"/>
          </a:lnRef>
          <a:fillRef idx="0">
            <a:schemeClr val="accent1"/>
          </a:fillRef>
          <a:effectRef idx="0">
            <a:schemeClr val="accent1"/>
          </a:effectRef>
          <a:fontRef idx="minor">
            <a:schemeClr val="tx1"/>
          </a:fontRef>
        </p:style>
      </p:cxnSp>
      <p:sp>
        <p:nvSpPr>
          <p:cNvPr id="5" name="Rectangle 27">
            <a:extLst>
              <a:ext uri="{FF2B5EF4-FFF2-40B4-BE49-F238E27FC236}">
                <a16:creationId xmlns:a16="http://schemas.microsoft.com/office/drawing/2014/main" id="{0C0CFC9F-A789-1F4B-8E14-6BBC662120C4}"/>
              </a:ext>
            </a:extLst>
          </p:cNvPr>
          <p:cNvSpPr/>
          <p:nvPr userDrawn="1"/>
        </p:nvSpPr>
        <p:spPr>
          <a:xfrm>
            <a:off x="407988" y="6604144"/>
            <a:ext cx="1402628" cy="123111"/>
          </a:xfrm>
          <a:prstGeom prst="rect">
            <a:avLst/>
          </a:prstGeom>
        </p:spPr>
        <p:txBody>
          <a:bodyPr wrap="none" lIns="0" tIns="0" rIns="0" bIns="0" anchor="ctr" anchorCtr="0">
            <a:spAutoFit/>
          </a:bodyPr>
          <a:lstStyle/>
          <a:p>
            <a:pPr lvl="0" algn="l" defTabSz="914400">
              <a:lnSpc>
                <a:spcPct val="100000"/>
              </a:lnSpc>
              <a:defRPr/>
            </a:pPr>
            <a:r>
              <a:rPr lang="en-US" sz="800" kern="0">
                <a:solidFill>
                  <a:srgbClr val="00458D"/>
                </a:solidFill>
                <a:latin typeface="+mj-lt"/>
                <a:cs typeface="Arial" panose="020B0604020202020204" pitchFamily="34" charset="0"/>
              </a:rPr>
              <a:t>Capgemini.com/Perform AI</a:t>
            </a:r>
          </a:p>
        </p:txBody>
      </p:sp>
    </p:spTree>
    <p:extLst>
      <p:ext uri="{BB962C8B-B14F-4D97-AF65-F5344CB8AC3E}">
        <p14:creationId xmlns:p14="http://schemas.microsoft.com/office/powerpoint/2010/main" val="1620488002"/>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2_Blank-White">
    <p:spTree>
      <p:nvGrpSpPr>
        <p:cNvPr id="1" name=""/>
        <p:cNvGrpSpPr/>
        <p:nvPr/>
      </p:nvGrpSpPr>
      <p:grpSpPr>
        <a:xfrm>
          <a:off x="0" y="0"/>
          <a:ext cx="0" cy="0"/>
          <a:chOff x="0" y="0"/>
          <a:chExt cx="0" cy="0"/>
        </a:xfrm>
      </p:grpSpPr>
      <p:sp>
        <p:nvSpPr>
          <p:cNvPr id="6" name="Title Placeholder 1">
            <a:extLst>
              <a:ext uri="{FF2B5EF4-FFF2-40B4-BE49-F238E27FC236}">
                <a16:creationId xmlns:a16="http://schemas.microsoft.com/office/drawing/2014/main" id="{552BBB0A-405D-419D-8BD5-EC8D9F84B795}"/>
              </a:ext>
            </a:extLst>
          </p:cNvPr>
          <p:cNvSpPr>
            <a:spLocks noGrp="1"/>
          </p:cNvSpPr>
          <p:nvPr>
            <p:ph type="title" hasCustomPrompt="1"/>
          </p:nvPr>
        </p:nvSpPr>
        <p:spPr>
          <a:xfrm>
            <a:off x="407988" y="404813"/>
            <a:ext cx="9864476" cy="863600"/>
          </a:xfrm>
          <a:prstGeom prst="rect">
            <a:avLst/>
          </a:prstGeom>
        </p:spPr>
        <p:txBody>
          <a:bodyPr vert="horz" lIns="0" tIns="0" rIns="0" bIns="0" rtlCol="0" anchor="t">
            <a:noAutofit/>
          </a:bodyPr>
          <a:lstStyle>
            <a:lvl1pPr>
              <a:defRPr lang="pt-PT" dirty="0"/>
            </a:lvl1pPr>
          </a:lstStyle>
          <a:p>
            <a:pPr lvl="0">
              <a:lnSpc>
                <a:spcPts val="3000"/>
              </a:lnSpc>
            </a:pPr>
            <a:r>
              <a:rPr lang="en-US"/>
              <a:t>Click to add title</a:t>
            </a:r>
            <a:endParaRPr lang="pt-PT"/>
          </a:p>
        </p:txBody>
      </p:sp>
      <p:cxnSp>
        <p:nvCxnSpPr>
          <p:cNvPr id="3" name="Conector reto 49">
            <a:extLst>
              <a:ext uri="{FF2B5EF4-FFF2-40B4-BE49-F238E27FC236}">
                <a16:creationId xmlns:a16="http://schemas.microsoft.com/office/drawing/2014/main" id="{2AA9D5FD-5BA1-4346-894B-808BD3E21E7C}"/>
              </a:ext>
            </a:extLst>
          </p:cNvPr>
          <p:cNvCxnSpPr>
            <a:cxnSpLocks/>
          </p:cNvCxnSpPr>
          <p:nvPr userDrawn="1"/>
        </p:nvCxnSpPr>
        <p:spPr>
          <a:xfrm flipV="1">
            <a:off x="1877452" y="6587911"/>
            <a:ext cx="0" cy="155576"/>
          </a:xfrm>
          <a:prstGeom prst="line">
            <a:avLst/>
          </a:prstGeom>
          <a:solidFill>
            <a:schemeClr val="tx1"/>
          </a:solidFill>
          <a:ln w="12700" cap="rnd">
            <a:solidFill>
              <a:schemeClr val="accent2"/>
            </a:solidFill>
            <a:round/>
          </a:ln>
        </p:spPr>
        <p:style>
          <a:lnRef idx="1">
            <a:schemeClr val="accent1"/>
          </a:lnRef>
          <a:fillRef idx="0">
            <a:schemeClr val="accent1"/>
          </a:fillRef>
          <a:effectRef idx="0">
            <a:schemeClr val="accent1"/>
          </a:effectRef>
          <a:fontRef idx="minor">
            <a:schemeClr val="tx1"/>
          </a:fontRef>
        </p:style>
      </p:cxnSp>
      <p:sp>
        <p:nvSpPr>
          <p:cNvPr id="4" name="Rectangle 27">
            <a:extLst>
              <a:ext uri="{FF2B5EF4-FFF2-40B4-BE49-F238E27FC236}">
                <a16:creationId xmlns:a16="http://schemas.microsoft.com/office/drawing/2014/main" id="{0C0CFC9F-A789-1F4B-8E14-6BBC662120C4}"/>
              </a:ext>
            </a:extLst>
          </p:cNvPr>
          <p:cNvSpPr/>
          <p:nvPr userDrawn="1"/>
        </p:nvSpPr>
        <p:spPr>
          <a:xfrm>
            <a:off x="407988" y="6604144"/>
            <a:ext cx="1402628" cy="123111"/>
          </a:xfrm>
          <a:prstGeom prst="rect">
            <a:avLst/>
          </a:prstGeom>
        </p:spPr>
        <p:txBody>
          <a:bodyPr wrap="none" lIns="0" tIns="0" rIns="0" bIns="0" anchor="ctr" anchorCtr="0">
            <a:spAutoFit/>
          </a:bodyPr>
          <a:lstStyle/>
          <a:p>
            <a:pPr lvl="0" algn="l" defTabSz="914400">
              <a:lnSpc>
                <a:spcPct val="100000"/>
              </a:lnSpc>
              <a:defRPr/>
            </a:pPr>
            <a:r>
              <a:rPr lang="en-US" sz="800" kern="0">
                <a:solidFill>
                  <a:srgbClr val="00458D"/>
                </a:solidFill>
                <a:latin typeface="+mj-lt"/>
                <a:cs typeface="Arial" panose="020B0604020202020204" pitchFamily="34" charset="0"/>
              </a:rPr>
              <a:t>Capgemini.com/Perform AI</a:t>
            </a:r>
          </a:p>
        </p:txBody>
      </p:sp>
      <p:sp>
        <p:nvSpPr>
          <p:cNvPr id="5" name="Retângulo 43">
            <a:extLst>
              <a:ext uri="{FF2B5EF4-FFF2-40B4-BE49-F238E27FC236}">
                <a16:creationId xmlns:a16="http://schemas.microsoft.com/office/drawing/2014/main" id="{FF25331C-1064-E747-AB08-D3DAA85BBF02}"/>
              </a:ext>
            </a:extLst>
          </p:cNvPr>
          <p:cNvSpPr/>
          <p:nvPr userDrawn="1"/>
        </p:nvSpPr>
        <p:spPr>
          <a:xfrm>
            <a:off x="1961863" y="6604144"/>
            <a:ext cx="2039020" cy="123111"/>
          </a:xfrm>
          <a:prstGeom prst="rect">
            <a:avLst/>
          </a:prstGeom>
        </p:spPr>
        <p:txBody>
          <a:bodyPr wrap="none" lIns="0" tIns="0" rIns="0" bIns="0" anchor="ctr" anchorCtr="0">
            <a:spAutoFit/>
          </a:bodyPr>
          <a:lstStyle/>
          <a:p>
            <a:pPr algn="l">
              <a:lnSpc>
                <a:spcPct val="100000"/>
              </a:lnSpc>
            </a:pPr>
            <a:r>
              <a:rPr lang="en-US" sz="800">
                <a:solidFill>
                  <a:schemeClr val="bg2">
                    <a:lumMod val="50000"/>
                  </a:schemeClr>
                </a:solidFill>
                <a:cs typeface="Arial" panose="020B0604020202020204" pitchFamily="34" charset="0"/>
              </a:rPr>
              <a:t>© 2020 Capgemini. All rights reserved.</a:t>
            </a:r>
          </a:p>
        </p:txBody>
      </p:sp>
    </p:spTree>
    <p:extLst>
      <p:ext uri="{BB962C8B-B14F-4D97-AF65-F5344CB8AC3E}">
        <p14:creationId xmlns:p14="http://schemas.microsoft.com/office/powerpoint/2010/main" val="856733189"/>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2_Blank-Grey">
    <p:spTree>
      <p:nvGrpSpPr>
        <p:cNvPr id="1" name=""/>
        <p:cNvGrpSpPr/>
        <p:nvPr/>
      </p:nvGrpSpPr>
      <p:grpSpPr>
        <a:xfrm>
          <a:off x="0" y="0"/>
          <a:ext cx="0" cy="0"/>
          <a:chOff x="0" y="0"/>
          <a:chExt cx="0" cy="0"/>
        </a:xfrm>
      </p:grpSpPr>
      <p:sp>
        <p:nvSpPr>
          <p:cNvPr id="6" name="Rectangle 5"/>
          <p:cNvSpPr/>
          <p:nvPr userDrawn="1"/>
        </p:nvSpPr>
        <p:spPr>
          <a:xfrm>
            <a:off x="0" y="0"/>
            <a:ext cx="12192000" cy="685800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9" name="Picture 8">
            <a:extLst>
              <a:ext uri="{FF2B5EF4-FFF2-40B4-BE49-F238E27FC236}">
                <a16:creationId xmlns:a16="http://schemas.microsoft.com/office/drawing/2014/main" id="{7176E58A-8846-46B2-B860-F3BDA5E28116}"/>
              </a:ext>
            </a:extLst>
          </p:cNvPr>
          <p:cNvPicPr>
            <a:picLocks noChangeAspect="1"/>
          </p:cNvPicPr>
          <p:nvPr userDrawn="1"/>
        </p:nvPicPr>
        <p:blipFill rotWithShape="1">
          <a:blip r:embed="rId2" cstate="screen">
            <a:extLst>
              <a:ext uri="{28A0092B-C50C-407E-A947-70E740481C1C}">
                <a14:useLocalDpi xmlns:a14="http://schemas.microsoft.com/office/drawing/2010/main"/>
              </a:ext>
            </a:extLst>
          </a:blip>
          <a:srcRect/>
          <a:stretch/>
        </p:blipFill>
        <p:spPr>
          <a:xfrm>
            <a:off x="0" y="0"/>
            <a:ext cx="2039112" cy="2036280"/>
          </a:xfrm>
          <a:prstGeom prst="rect">
            <a:avLst/>
          </a:prstGeom>
        </p:spPr>
      </p:pic>
      <p:sp>
        <p:nvSpPr>
          <p:cNvPr id="10" name="Rectangle 9">
            <a:extLst>
              <a:ext uri="{FF2B5EF4-FFF2-40B4-BE49-F238E27FC236}">
                <a16:creationId xmlns:a16="http://schemas.microsoft.com/office/drawing/2014/main" id="{CC9771AC-44FD-4A91-AB3D-AFDBF27BA1EF}"/>
              </a:ext>
            </a:extLst>
          </p:cNvPr>
          <p:cNvSpPr/>
          <p:nvPr userDrawn="1"/>
        </p:nvSpPr>
        <p:spPr>
          <a:xfrm>
            <a:off x="0" y="0"/>
            <a:ext cx="2039112" cy="2039112"/>
          </a:xfrm>
          <a:prstGeom prst="rect">
            <a:avLst/>
          </a:prstGeom>
          <a:gradFill flip="none" rotWithShape="1">
            <a:gsLst>
              <a:gs pos="0">
                <a:schemeClr val="bg2">
                  <a:alpha val="84000"/>
                </a:schemeClr>
              </a:gs>
              <a:gs pos="51300">
                <a:schemeClr val="bg2">
                  <a:alpha val="77000"/>
                </a:schemeClr>
              </a:gs>
              <a:gs pos="85000">
                <a:schemeClr val="bg2">
                  <a:alpha val="71000"/>
                </a:schemeClr>
              </a:gs>
            </a:gsLst>
            <a:lin ang="27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a:solidFill>
                <a:schemeClr val="tx1"/>
              </a:solidFill>
            </a:endParaRPr>
          </a:p>
        </p:txBody>
      </p:sp>
      <p:pic>
        <p:nvPicPr>
          <p:cNvPr id="7" name="Graphic 4">
            <a:extLst>
              <a:ext uri="{FF2B5EF4-FFF2-40B4-BE49-F238E27FC236}">
                <a16:creationId xmlns:a16="http://schemas.microsoft.com/office/drawing/2014/main" id="{25EEA1D4-3AF7-42D7-AE97-AE404AECFAEB}"/>
              </a:ext>
            </a:extLst>
          </p:cNvPr>
          <p:cNvPicPr>
            <a:picLocks noChangeAspect="1"/>
          </p:cNvPicPr>
          <p:nvPr userDrawn="1"/>
        </p:nvPicPr>
        <p:blipFill rotWithShape="1">
          <a:blip r:embed="rId3" cstate="screen">
            <a:extLst>
              <a:ext uri="{28A0092B-C50C-407E-A947-70E740481C1C}">
                <a14:useLocalDpi xmlns:a14="http://schemas.microsoft.com/office/drawing/2010/main"/>
              </a:ext>
              <a:ext uri="{96DAC541-7B7A-43D3-8B79-37D633B846F1}">
                <asvg:svgBlip xmlns:asvg="http://schemas.microsoft.com/office/drawing/2016/SVG/main" r:embed="rId4"/>
              </a:ext>
            </a:extLst>
          </a:blip>
          <a:srcRect l="81836" t="-4713" b="16530"/>
          <a:stretch/>
        </p:blipFill>
        <p:spPr>
          <a:xfrm>
            <a:off x="11547793" y="188640"/>
            <a:ext cx="424356" cy="459624"/>
          </a:xfrm>
          <a:prstGeom prst="rect">
            <a:avLst/>
          </a:prstGeom>
        </p:spPr>
      </p:pic>
      <p:sp>
        <p:nvSpPr>
          <p:cNvPr id="11" name="Title Placeholder 1">
            <a:extLst>
              <a:ext uri="{FF2B5EF4-FFF2-40B4-BE49-F238E27FC236}">
                <a16:creationId xmlns:a16="http://schemas.microsoft.com/office/drawing/2014/main" id="{552BBB0A-405D-419D-8BD5-EC8D9F84B795}"/>
              </a:ext>
            </a:extLst>
          </p:cNvPr>
          <p:cNvSpPr>
            <a:spLocks noGrp="1"/>
          </p:cNvSpPr>
          <p:nvPr>
            <p:ph type="title" hasCustomPrompt="1"/>
          </p:nvPr>
        </p:nvSpPr>
        <p:spPr>
          <a:xfrm>
            <a:off x="407988" y="404813"/>
            <a:ext cx="9864476" cy="863600"/>
          </a:xfrm>
          <a:prstGeom prst="rect">
            <a:avLst/>
          </a:prstGeom>
        </p:spPr>
        <p:txBody>
          <a:bodyPr vert="horz" lIns="0" tIns="0" rIns="0" bIns="0" rtlCol="0" anchor="t">
            <a:noAutofit/>
          </a:bodyPr>
          <a:lstStyle>
            <a:lvl1pPr>
              <a:defRPr lang="pt-PT" dirty="0"/>
            </a:lvl1pPr>
          </a:lstStyle>
          <a:p>
            <a:pPr lvl="0">
              <a:lnSpc>
                <a:spcPts val="3000"/>
              </a:lnSpc>
            </a:pPr>
            <a:r>
              <a:rPr lang="en-US"/>
              <a:t>Click to add title</a:t>
            </a:r>
            <a:endParaRPr lang="pt-PT"/>
          </a:p>
        </p:txBody>
      </p:sp>
      <p:cxnSp>
        <p:nvCxnSpPr>
          <p:cNvPr id="8" name="Conector reto 49">
            <a:extLst>
              <a:ext uri="{FF2B5EF4-FFF2-40B4-BE49-F238E27FC236}">
                <a16:creationId xmlns:a16="http://schemas.microsoft.com/office/drawing/2014/main" id="{2AA9D5FD-5BA1-4346-894B-808BD3E21E7C}"/>
              </a:ext>
            </a:extLst>
          </p:cNvPr>
          <p:cNvCxnSpPr>
            <a:cxnSpLocks/>
          </p:cNvCxnSpPr>
          <p:nvPr userDrawn="1"/>
        </p:nvCxnSpPr>
        <p:spPr>
          <a:xfrm flipV="1">
            <a:off x="1877452" y="6587911"/>
            <a:ext cx="0" cy="155576"/>
          </a:xfrm>
          <a:prstGeom prst="line">
            <a:avLst/>
          </a:prstGeom>
          <a:solidFill>
            <a:schemeClr val="tx1"/>
          </a:solidFill>
          <a:ln w="12700" cap="rnd">
            <a:solidFill>
              <a:schemeClr val="accent2"/>
            </a:solidFill>
            <a:round/>
          </a:ln>
        </p:spPr>
        <p:style>
          <a:lnRef idx="1">
            <a:schemeClr val="accent1"/>
          </a:lnRef>
          <a:fillRef idx="0">
            <a:schemeClr val="accent1"/>
          </a:fillRef>
          <a:effectRef idx="0">
            <a:schemeClr val="accent1"/>
          </a:effectRef>
          <a:fontRef idx="minor">
            <a:schemeClr val="tx1"/>
          </a:fontRef>
        </p:style>
      </p:cxnSp>
      <p:sp>
        <p:nvSpPr>
          <p:cNvPr id="12" name="Rectangle 27">
            <a:extLst>
              <a:ext uri="{FF2B5EF4-FFF2-40B4-BE49-F238E27FC236}">
                <a16:creationId xmlns:a16="http://schemas.microsoft.com/office/drawing/2014/main" id="{0C0CFC9F-A789-1F4B-8E14-6BBC662120C4}"/>
              </a:ext>
            </a:extLst>
          </p:cNvPr>
          <p:cNvSpPr/>
          <p:nvPr userDrawn="1"/>
        </p:nvSpPr>
        <p:spPr>
          <a:xfrm>
            <a:off x="407988" y="6604144"/>
            <a:ext cx="1402628" cy="123111"/>
          </a:xfrm>
          <a:prstGeom prst="rect">
            <a:avLst/>
          </a:prstGeom>
        </p:spPr>
        <p:txBody>
          <a:bodyPr wrap="none" lIns="0" tIns="0" rIns="0" bIns="0" anchor="ctr" anchorCtr="0">
            <a:spAutoFit/>
          </a:bodyPr>
          <a:lstStyle/>
          <a:p>
            <a:pPr lvl="0" algn="l" defTabSz="914400">
              <a:lnSpc>
                <a:spcPct val="100000"/>
              </a:lnSpc>
              <a:defRPr/>
            </a:pPr>
            <a:r>
              <a:rPr lang="en-US" sz="800" kern="0">
                <a:solidFill>
                  <a:srgbClr val="00458D"/>
                </a:solidFill>
                <a:latin typeface="+mj-lt"/>
                <a:cs typeface="Arial" panose="020B0604020202020204" pitchFamily="34" charset="0"/>
              </a:rPr>
              <a:t>Capgemini.com/Perform AI</a:t>
            </a:r>
          </a:p>
        </p:txBody>
      </p:sp>
      <p:sp>
        <p:nvSpPr>
          <p:cNvPr id="13" name="Retângulo 43">
            <a:extLst>
              <a:ext uri="{FF2B5EF4-FFF2-40B4-BE49-F238E27FC236}">
                <a16:creationId xmlns:a16="http://schemas.microsoft.com/office/drawing/2014/main" id="{FF25331C-1064-E747-AB08-D3DAA85BBF02}"/>
              </a:ext>
            </a:extLst>
          </p:cNvPr>
          <p:cNvSpPr/>
          <p:nvPr userDrawn="1"/>
        </p:nvSpPr>
        <p:spPr>
          <a:xfrm>
            <a:off x="1961863" y="6604144"/>
            <a:ext cx="2039020" cy="123111"/>
          </a:xfrm>
          <a:prstGeom prst="rect">
            <a:avLst/>
          </a:prstGeom>
        </p:spPr>
        <p:txBody>
          <a:bodyPr wrap="none" lIns="0" tIns="0" rIns="0" bIns="0" anchor="ctr" anchorCtr="0">
            <a:spAutoFit/>
          </a:bodyPr>
          <a:lstStyle/>
          <a:p>
            <a:pPr algn="l">
              <a:lnSpc>
                <a:spcPct val="100000"/>
              </a:lnSpc>
            </a:pPr>
            <a:r>
              <a:rPr lang="en-US" sz="800">
                <a:solidFill>
                  <a:schemeClr val="bg2">
                    <a:lumMod val="50000"/>
                  </a:schemeClr>
                </a:solidFill>
                <a:cs typeface="Arial" panose="020B0604020202020204" pitchFamily="34" charset="0"/>
              </a:rPr>
              <a:t>© 2020 Capgemini. All rights reserved.</a:t>
            </a:r>
          </a:p>
        </p:txBody>
      </p:sp>
    </p:spTree>
    <p:extLst>
      <p:ext uri="{BB962C8B-B14F-4D97-AF65-F5344CB8AC3E}">
        <p14:creationId xmlns:p14="http://schemas.microsoft.com/office/powerpoint/2010/main" val="520204306"/>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Blank-Grey">
    <p:spTree>
      <p:nvGrpSpPr>
        <p:cNvPr id="1" name=""/>
        <p:cNvGrpSpPr/>
        <p:nvPr/>
      </p:nvGrpSpPr>
      <p:grpSpPr>
        <a:xfrm>
          <a:off x="0" y="0"/>
          <a:ext cx="0" cy="0"/>
          <a:chOff x="0" y="0"/>
          <a:chExt cx="0" cy="0"/>
        </a:xfrm>
      </p:grpSpPr>
      <p:sp>
        <p:nvSpPr>
          <p:cNvPr id="6" name="Rectangle 5"/>
          <p:cNvSpPr/>
          <p:nvPr userDrawn="1"/>
        </p:nvSpPr>
        <p:spPr>
          <a:xfrm>
            <a:off x="0" y="0"/>
            <a:ext cx="12192000" cy="685800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7" name="Graphic 4">
            <a:extLst>
              <a:ext uri="{FF2B5EF4-FFF2-40B4-BE49-F238E27FC236}">
                <a16:creationId xmlns:a16="http://schemas.microsoft.com/office/drawing/2014/main" id="{25EEA1D4-3AF7-42D7-AE97-AE404AECFAEB}"/>
              </a:ext>
            </a:extLst>
          </p:cNvPr>
          <p:cNvPicPr>
            <a:picLocks noChangeAspect="1"/>
          </p:cNvPicPr>
          <p:nvPr userDrawn="1"/>
        </p:nvPicPr>
        <p:blipFill rotWithShape="1">
          <a:blip r:embed="rId2" cstate="screen">
            <a:extLst>
              <a:ext uri="{28A0092B-C50C-407E-A947-70E740481C1C}">
                <a14:useLocalDpi xmlns:a14="http://schemas.microsoft.com/office/drawing/2010/main"/>
              </a:ext>
              <a:ext uri="{96DAC541-7B7A-43D3-8B79-37D633B846F1}">
                <asvg:svgBlip xmlns:asvg="http://schemas.microsoft.com/office/drawing/2016/SVG/main" r:embed="rId3"/>
              </a:ext>
            </a:extLst>
          </a:blip>
          <a:srcRect l="81836" t="-4713" b="16530"/>
          <a:stretch/>
        </p:blipFill>
        <p:spPr>
          <a:xfrm>
            <a:off x="11547793" y="188640"/>
            <a:ext cx="424356" cy="459624"/>
          </a:xfrm>
          <a:prstGeom prst="rect">
            <a:avLst/>
          </a:prstGeom>
        </p:spPr>
      </p:pic>
      <p:sp>
        <p:nvSpPr>
          <p:cNvPr id="11" name="Title Placeholder 1">
            <a:extLst>
              <a:ext uri="{FF2B5EF4-FFF2-40B4-BE49-F238E27FC236}">
                <a16:creationId xmlns:a16="http://schemas.microsoft.com/office/drawing/2014/main" id="{552BBB0A-405D-419D-8BD5-EC8D9F84B795}"/>
              </a:ext>
            </a:extLst>
          </p:cNvPr>
          <p:cNvSpPr>
            <a:spLocks noGrp="1"/>
          </p:cNvSpPr>
          <p:nvPr>
            <p:ph type="title" hasCustomPrompt="1"/>
          </p:nvPr>
        </p:nvSpPr>
        <p:spPr>
          <a:xfrm>
            <a:off x="407988" y="404813"/>
            <a:ext cx="9864476" cy="863600"/>
          </a:xfrm>
          <a:prstGeom prst="rect">
            <a:avLst/>
          </a:prstGeom>
        </p:spPr>
        <p:txBody>
          <a:bodyPr vert="horz" lIns="0" tIns="0" rIns="0" bIns="0" rtlCol="0" anchor="t">
            <a:noAutofit/>
          </a:bodyPr>
          <a:lstStyle>
            <a:lvl1pPr>
              <a:defRPr lang="pt-PT" dirty="0"/>
            </a:lvl1pPr>
          </a:lstStyle>
          <a:p>
            <a:pPr lvl="0">
              <a:lnSpc>
                <a:spcPts val="3000"/>
              </a:lnSpc>
            </a:pPr>
            <a:r>
              <a:rPr lang="en-US"/>
              <a:t>Click to add title</a:t>
            </a:r>
            <a:endParaRPr lang="pt-PT"/>
          </a:p>
        </p:txBody>
      </p:sp>
      <p:cxnSp>
        <p:nvCxnSpPr>
          <p:cNvPr id="5" name="Conector reto 49">
            <a:extLst>
              <a:ext uri="{FF2B5EF4-FFF2-40B4-BE49-F238E27FC236}">
                <a16:creationId xmlns:a16="http://schemas.microsoft.com/office/drawing/2014/main" id="{2AA9D5FD-5BA1-4346-894B-808BD3E21E7C}"/>
              </a:ext>
            </a:extLst>
          </p:cNvPr>
          <p:cNvCxnSpPr>
            <a:cxnSpLocks/>
          </p:cNvCxnSpPr>
          <p:nvPr userDrawn="1"/>
        </p:nvCxnSpPr>
        <p:spPr>
          <a:xfrm flipV="1">
            <a:off x="1877452" y="6587911"/>
            <a:ext cx="0" cy="155576"/>
          </a:xfrm>
          <a:prstGeom prst="line">
            <a:avLst/>
          </a:prstGeom>
          <a:solidFill>
            <a:schemeClr val="tx1"/>
          </a:solidFill>
          <a:ln w="12700" cap="rnd">
            <a:solidFill>
              <a:schemeClr val="accent2"/>
            </a:solidFill>
            <a:round/>
          </a:ln>
        </p:spPr>
        <p:style>
          <a:lnRef idx="1">
            <a:schemeClr val="accent1"/>
          </a:lnRef>
          <a:fillRef idx="0">
            <a:schemeClr val="accent1"/>
          </a:fillRef>
          <a:effectRef idx="0">
            <a:schemeClr val="accent1"/>
          </a:effectRef>
          <a:fontRef idx="minor">
            <a:schemeClr val="tx1"/>
          </a:fontRef>
        </p:style>
      </p:cxnSp>
      <p:sp>
        <p:nvSpPr>
          <p:cNvPr id="8" name="Rectangle 27">
            <a:extLst>
              <a:ext uri="{FF2B5EF4-FFF2-40B4-BE49-F238E27FC236}">
                <a16:creationId xmlns:a16="http://schemas.microsoft.com/office/drawing/2014/main" id="{0C0CFC9F-A789-1F4B-8E14-6BBC662120C4}"/>
              </a:ext>
            </a:extLst>
          </p:cNvPr>
          <p:cNvSpPr/>
          <p:nvPr userDrawn="1"/>
        </p:nvSpPr>
        <p:spPr>
          <a:xfrm>
            <a:off x="407988" y="6604144"/>
            <a:ext cx="1402628" cy="123111"/>
          </a:xfrm>
          <a:prstGeom prst="rect">
            <a:avLst/>
          </a:prstGeom>
        </p:spPr>
        <p:txBody>
          <a:bodyPr wrap="none" lIns="0" tIns="0" rIns="0" bIns="0" anchor="ctr" anchorCtr="0">
            <a:spAutoFit/>
          </a:bodyPr>
          <a:lstStyle/>
          <a:p>
            <a:pPr lvl="0" algn="l" defTabSz="914400">
              <a:lnSpc>
                <a:spcPct val="100000"/>
              </a:lnSpc>
              <a:defRPr/>
            </a:pPr>
            <a:r>
              <a:rPr lang="en-US" sz="800" kern="0">
                <a:solidFill>
                  <a:srgbClr val="00458D"/>
                </a:solidFill>
                <a:latin typeface="+mj-lt"/>
                <a:cs typeface="Arial" panose="020B0604020202020204" pitchFamily="34" charset="0"/>
              </a:rPr>
              <a:t>Capgemini.com/Perform AI</a:t>
            </a:r>
          </a:p>
        </p:txBody>
      </p:sp>
      <p:sp>
        <p:nvSpPr>
          <p:cNvPr id="9" name="Retângulo 43">
            <a:extLst>
              <a:ext uri="{FF2B5EF4-FFF2-40B4-BE49-F238E27FC236}">
                <a16:creationId xmlns:a16="http://schemas.microsoft.com/office/drawing/2014/main" id="{FF25331C-1064-E747-AB08-D3DAA85BBF02}"/>
              </a:ext>
            </a:extLst>
          </p:cNvPr>
          <p:cNvSpPr/>
          <p:nvPr userDrawn="1"/>
        </p:nvSpPr>
        <p:spPr>
          <a:xfrm>
            <a:off x="1961863" y="6604144"/>
            <a:ext cx="2039020" cy="123111"/>
          </a:xfrm>
          <a:prstGeom prst="rect">
            <a:avLst/>
          </a:prstGeom>
        </p:spPr>
        <p:txBody>
          <a:bodyPr wrap="none" lIns="0" tIns="0" rIns="0" bIns="0" anchor="ctr" anchorCtr="0">
            <a:spAutoFit/>
          </a:bodyPr>
          <a:lstStyle/>
          <a:p>
            <a:pPr algn="l">
              <a:lnSpc>
                <a:spcPct val="100000"/>
              </a:lnSpc>
            </a:pPr>
            <a:r>
              <a:rPr lang="en-US" sz="800">
                <a:solidFill>
                  <a:schemeClr val="bg2">
                    <a:lumMod val="50000"/>
                  </a:schemeClr>
                </a:solidFill>
                <a:cs typeface="Arial" panose="020B0604020202020204" pitchFamily="34" charset="0"/>
              </a:rPr>
              <a:t>© 2020 Capgemini. All rights reserved.</a:t>
            </a:r>
          </a:p>
        </p:txBody>
      </p:sp>
    </p:spTree>
    <p:extLst>
      <p:ext uri="{BB962C8B-B14F-4D97-AF65-F5344CB8AC3E}">
        <p14:creationId xmlns:p14="http://schemas.microsoft.com/office/powerpoint/2010/main" val="3769700714"/>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1_Blank-Grey">
    <p:spTree>
      <p:nvGrpSpPr>
        <p:cNvPr id="1" name=""/>
        <p:cNvGrpSpPr/>
        <p:nvPr/>
      </p:nvGrpSpPr>
      <p:grpSpPr>
        <a:xfrm>
          <a:off x="0" y="0"/>
          <a:ext cx="0" cy="0"/>
          <a:chOff x="0" y="0"/>
          <a:chExt cx="0" cy="0"/>
        </a:xfrm>
      </p:grpSpPr>
      <p:pic>
        <p:nvPicPr>
          <p:cNvPr id="4" name="Picture 3" descr="A blue and white tile&#10;&#10;Description automatically generated">
            <a:extLst>
              <a:ext uri="{FF2B5EF4-FFF2-40B4-BE49-F238E27FC236}">
                <a16:creationId xmlns:a16="http://schemas.microsoft.com/office/drawing/2014/main" id="{A09F06D4-CDF5-495E-99A9-4C0618F17803}"/>
              </a:ext>
            </a:extLst>
          </p:cNvPr>
          <p:cNvPicPr>
            <a:picLocks noChangeAspect="1"/>
          </p:cNvPicPr>
          <p:nvPr userDrawn="1"/>
        </p:nvPicPr>
        <p:blipFill rotWithShape="1">
          <a:blip r:embed="rId2" cstate="screen">
            <a:extLst>
              <a:ext uri="{28A0092B-C50C-407E-A947-70E740481C1C}">
                <a14:useLocalDpi xmlns:a14="http://schemas.microsoft.com/office/drawing/2010/main"/>
              </a:ext>
            </a:extLst>
          </a:blip>
          <a:srcRect t="10238" b="10238"/>
          <a:stretch/>
        </p:blipFill>
        <p:spPr>
          <a:xfrm>
            <a:off x="0" y="0"/>
            <a:ext cx="12192000" cy="6858000"/>
          </a:xfrm>
          <a:prstGeom prst="rect">
            <a:avLst/>
          </a:prstGeom>
        </p:spPr>
      </p:pic>
      <p:sp>
        <p:nvSpPr>
          <p:cNvPr id="16" name="Rectangle 15">
            <a:extLst>
              <a:ext uri="{FF2B5EF4-FFF2-40B4-BE49-F238E27FC236}">
                <a16:creationId xmlns:a16="http://schemas.microsoft.com/office/drawing/2014/main" id="{7F32935A-72EF-4886-A708-84ED13049935}"/>
              </a:ext>
            </a:extLst>
          </p:cNvPr>
          <p:cNvSpPr/>
          <p:nvPr userDrawn="1"/>
        </p:nvSpPr>
        <p:spPr>
          <a:xfrm>
            <a:off x="0" y="0"/>
            <a:ext cx="12192000" cy="6858000"/>
          </a:xfrm>
          <a:prstGeom prst="rect">
            <a:avLst/>
          </a:prstGeom>
          <a:solidFill>
            <a:schemeClr val="bg2">
              <a:alpha val="42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0" name="Picture 9">
            <a:extLst>
              <a:ext uri="{FF2B5EF4-FFF2-40B4-BE49-F238E27FC236}">
                <a16:creationId xmlns:a16="http://schemas.microsoft.com/office/drawing/2014/main" id="{2E8D25EC-66FB-4B82-A3AF-F69071A955B9}"/>
              </a:ext>
            </a:extLst>
          </p:cNvPr>
          <p:cNvPicPr>
            <a:picLocks noChangeAspect="1"/>
          </p:cNvPicPr>
          <p:nvPr userDrawn="1"/>
        </p:nvPicPr>
        <p:blipFill rotWithShape="1">
          <a:blip r:embed="rId3" cstate="screen">
            <a:extLst>
              <a:ext uri="{28A0092B-C50C-407E-A947-70E740481C1C}">
                <a14:useLocalDpi xmlns:a14="http://schemas.microsoft.com/office/drawing/2010/main"/>
              </a:ext>
            </a:extLst>
          </a:blip>
          <a:srcRect/>
          <a:stretch/>
        </p:blipFill>
        <p:spPr>
          <a:xfrm>
            <a:off x="0" y="0"/>
            <a:ext cx="2039112" cy="2036280"/>
          </a:xfrm>
          <a:prstGeom prst="rect">
            <a:avLst/>
          </a:prstGeom>
        </p:spPr>
      </p:pic>
      <p:sp>
        <p:nvSpPr>
          <p:cNvPr id="12" name="Rectangle 11">
            <a:extLst>
              <a:ext uri="{FF2B5EF4-FFF2-40B4-BE49-F238E27FC236}">
                <a16:creationId xmlns:a16="http://schemas.microsoft.com/office/drawing/2014/main" id="{8079D59D-8011-4DCE-91E7-4ADE65641532}"/>
              </a:ext>
            </a:extLst>
          </p:cNvPr>
          <p:cNvSpPr/>
          <p:nvPr userDrawn="1"/>
        </p:nvSpPr>
        <p:spPr>
          <a:xfrm>
            <a:off x="0" y="0"/>
            <a:ext cx="2039112" cy="2039112"/>
          </a:xfrm>
          <a:prstGeom prst="rect">
            <a:avLst/>
          </a:prstGeom>
          <a:gradFill flip="none" rotWithShape="1">
            <a:gsLst>
              <a:gs pos="0">
                <a:srgbClr val="DDE0E0">
                  <a:alpha val="78000"/>
                </a:srgbClr>
              </a:gs>
              <a:gs pos="51300">
                <a:srgbClr val="DDE0E0">
                  <a:alpha val="67000"/>
                </a:srgbClr>
              </a:gs>
              <a:gs pos="85000">
                <a:srgbClr val="D7DADB">
                  <a:alpha val="25000"/>
                </a:srgbClr>
              </a:gs>
            </a:gsLst>
            <a:lin ang="27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a:solidFill>
                <a:schemeClr val="tx1"/>
              </a:solidFill>
            </a:endParaRPr>
          </a:p>
        </p:txBody>
      </p:sp>
      <p:pic>
        <p:nvPicPr>
          <p:cNvPr id="7" name="Graphic 4">
            <a:extLst>
              <a:ext uri="{FF2B5EF4-FFF2-40B4-BE49-F238E27FC236}">
                <a16:creationId xmlns:a16="http://schemas.microsoft.com/office/drawing/2014/main" id="{25EEA1D4-3AF7-42D7-AE97-AE404AECFAEB}"/>
              </a:ext>
            </a:extLst>
          </p:cNvPr>
          <p:cNvPicPr>
            <a:picLocks noChangeAspect="1"/>
          </p:cNvPicPr>
          <p:nvPr userDrawn="1"/>
        </p:nvPicPr>
        <p:blipFill rotWithShape="1">
          <a:blip r:embed="rId4" cstate="screen">
            <a:extLst>
              <a:ext uri="{28A0092B-C50C-407E-A947-70E740481C1C}">
                <a14:useLocalDpi xmlns:a14="http://schemas.microsoft.com/office/drawing/2010/main"/>
              </a:ext>
              <a:ext uri="{96DAC541-7B7A-43D3-8B79-37D633B846F1}">
                <asvg:svgBlip xmlns:asvg="http://schemas.microsoft.com/office/drawing/2016/SVG/main" r:embed="rId5"/>
              </a:ext>
            </a:extLst>
          </a:blip>
          <a:srcRect l="81836" t="-4713" b="16530"/>
          <a:stretch/>
        </p:blipFill>
        <p:spPr>
          <a:xfrm>
            <a:off x="11547793" y="188640"/>
            <a:ext cx="424356" cy="459624"/>
          </a:xfrm>
          <a:prstGeom prst="rect">
            <a:avLst/>
          </a:prstGeom>
        </p:spPr>
      </p:pic>
      <p:sp>
        <p:nvSpPr>
          <p:cNvPr id="11" name="Title Placeholder 1">
            <a:extLst>
              <a:ext uri="{FF2B5EF4-FFF2-40B4-BE49-F238E27FC236}">
                <a16:creationId xmlns:a16="http://schemas.microsoft.com/office/drawing/2014/main" id="{552BBB0A-405D-419D-8BD5-EC8D9F84B795}"/>
              </a:ext>
            </a:extLst>
          </p:cNvPr>
          <p:cNvSpPr>
            <a:spLocks noGrp="1"/>
          </p:cNvSpPr>
          <p:nvPr>
            <p:ph type="title" hasCustomPrompt="1"/>
          </p:nvPr>
        </p:nvSpPr>
        <p:spPr>
          <a:xfrm>
            <a:off x="407988" y="404813"/>
            <a:ext cx="9864476" cy="863600"/>
          </a:xfrm>
          <a:prstGeom prst="rect">
            <a:avLst/>
          </a:prstGeom>
        </p:spPr>
        <p:txBody>
          <a:bodyPr vert="horz" lIns="0" tIns="0" rIns="0" bIns="0" rtlCol="0" anchor="t">
            <a:noAutofit/>
          </a:bodyPr>
          <a:lstStyle>
            <a:lvl1pPr>
              <a:defRPr lang="pt-PT" dirty="0"/>
            </a:lvl1pPr>
          </a:lstStyle>
          <a:p>
            <a:pPr lvl="0">
              <a:lnSpc>
                <a:spcPts val="3000"/>
              </a:lnSpc>
            </a:pPr>
            <a:r>
              <a:rPr lang="en-US"/>
              <a:t>Click to add title</a:t>
            </a:r>
            <a:endParaRPr lang="pt-PT"/>
          </a:p>
        </p:txBody>
      </p:sp>
      <p:cxnSp>
        <p:nvCxnSpPr>
          <p:cNvPr id="8" name="Conector reto 49">
            <a:extLst>
              <a:ext uri="{FF2B5EF4-FFF2-40B4-BE49-F238E27FC236}">
                <a16:creationId xmlns:a16="http://schemas.microsoft.com/office/drawing/2014/main" id="{2AA9D5FD-5BA1-4346-894B-808BD3E21E7C}"/>
              </a:ext>
            </a:extLst>
          </p:cNvPr>
          <p:cNvCxnSpPr>
            <a:cxnSpLocks/>
          </p:cNvCxnSpPr>
          <p:nvPr userDrawn="1"/>
        </p:nvCxnSpPr>
        <p:spPr>
          <a:xfrm flipV="1">
            <a:off x="1877452" y="6587911"/>
            <a:ext cx="0" cy="155576"/>
          </a:xfrm>
          <a:prstGeom prst="line">
            <a:avLst/>
          </a:prstGeom>
          <a:solidFill>
            <a:schemeClr val="tx1"/>
          </a:solidFill>
          <a:ln w="12700" cap="rnd">
            <a:solidFill>
              <a:schemeClr val="accent2"/>
            </a:solidFill>
            <a:round/>
          </a:ln>
        </p:spPr>
        <p:style>
          <a:lnRef idx="1">
            <a:schemeClr val="accent1"/>
          </a:lnRef>
          <a:fillRef idx="0">
            <a:schemeClr val="accent1"/>
          </a:fillRef>
          <a:effectRef idx="0">
            <a:schemeClr val="accent1"/>
          </a:effectRef>
          <a:fontRef idx="minor">
            <a:schemeClr val="tx1"/>
          </a:fontRef>
        </p:style>
      </p:cxnSp>
      <p:sp>
        <p:nvSpPr>
          <p:cNvPr id="9" name="Rectangle 27">
            <a:extLst>
              <a:ext uri="{FF2B5EF4-FFF2-40B4-BE49-F238E27FC236}">
                <a16:creationId xmlns:a16="http://schemas.microsoft.com/office/drawing/2014/main" id="{0C0CFC9F-A789-1F4B-8E14-6BBC662120C4}"/>
              </a:ext>
            </a:extLst>
          </p:cNvPr>
          <p:cNvSpPr/>
          <p:nvPr userDrawn="1"/>
        </p:nvSpPr>
        <p:spPr>
          <a:xfrm>
            <a:off x="407988" y="6604144"/>
            <a:ext cx="1402628" cy="123111"/>
          </a:xfrm>
          <a:prstGeom prst="rect">
            <a:avLst/>
          </a:prstGeom>
        </p:spPr>
        <p:txBody>
          <a:bodyPr wrap="none" lIns="0" tIns="0" rIns="0" bIns="0" anchor="ctr" anchorCtr="0">
            <a:spAutoFit/>
          </a:bodyPr>
          <a:lstStyle/>
          <a:p>
            <a:pPr lvl="0" algn="l" defTabSz="914400">
              <a:lnSpc>
                <a:spcPct val="100000"/>
              </a:lnSpc>
              <a:defRPr/>
            </a:pPr>
            <a:r>
              <a:rPr lang="en-US" sz="800" kern="0">
                <a:solidFill>
                  <a:srgbClr val="00458D"/>
                </a:solidFill>
                <a:latin typeface="+mj-lt"/>
                <a:cs typeface="Arial" panose="020B0604020202020204" pitchFamily="34" charset="0"/>
              </a:rPr>
              <a:t>Capgemini.com/Perform AI</a:t>
            </a:r>
          </a:p>
        </p:txBody>
      </p:sp>
      <p:sp>
        <p:nvSpPr>
          <p:cNvPr id="13" name="Retângulo 43">
            <a:extLst>
              <a:ext uri="{FF2B5EF4-FFF2-40B4-BE49-F238E27FC236}">
                <a16:creationId xmlns:a16="http://schemas.microsoft.com/office/drawing/2014/main" id="{FF25331C-1064-E747-AB08-D3DAA85BBF02}"/>
              </a:ext>
            </a:extLst>
          </p:cNvPr>
          <p:cNvSpPr/>
          <p:nvPr userDrawn="1"/>
        </p:nvSpPr>
        <p:spPr>
          <a:xfrm>
            <a:off x="1961863" y="6604144"/>
            <a:ext cx="2039020" cy="123111"/>
          </a:xfrm>
          <a:prstGeom prst="rect">
            <a:avLst/>
          </a:prstGeom>
        </p:spPr>
        <p:txBody>
          <a:bodyPr wrap="none" lIns="0" tIns="0" rIns="0" bIns="0" anchor="ctr" anchorCtr="0">
            <a:spAutoFit/>
          </a:bodyPr>
          <a:lstStyle/>
          <a:p>
            <a:pPr algn="l">
              <a:lnSpc>
                <a:spcPct val="100000"/>
              </a:lnSpc>
            </a:pPr>
            <a:r>
              <a:rPr lang="en-US" sz="800">
                <a:solidFill>
                  <a:schemeClr val="bg2">
                    <a:lumMod val="50000"/>
                  </a:schemeClr>
                </a:solidFill>
                <a:cs typeface="Arial" panose="020B0604020202020204" pitchFamily="34" charset="0"/>
              </a:rPr>
              <a:t>© 2020 Capgemini. All rights reserved.</a:t>
            </a:r>
          </a:p>
        </p:txBody>
      </p:sp>
    </p:spTree>
    <p:extLst>
      <p:ext uri="{BB962C8B-B14F-4D97-AF65-F5344CB8AC3E}">
        <p14:creationId xmlns:p14="http://schemas.microsoft.com/office/powerpoint/2010/main" val="304025545"/>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userDrawn="1">
  <p:cSld name="1_Quotation">
    <p:bg>
      <p:bgPr>
        <a:solidFill>
          <a:schemeClr val="accent2"/>
        </a:solidFill>
        <a:effectLst/>
      </p:bgPr>
    </p:bg>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A5F839B7-E560-4FEA-8AE8-CB18C7F73EC8}"/>
              </a:ext>
            </a:extLst>
          </p:cNvPr>
          <p:cNvPicPr>
            <a:picLocks noChangeAspect="1"/>
          </p:cNvPicPr>
          <p:nvPr userDrawn="1"/>
        </p:nvPicPr>
        <p:blipFill rotWithShape="1">
          <a:blip r:embed="rId2" cstate="email">
            <a:extLst>
              <a:ext uri="{28A0092B-C50C-407E-A947-70E740481C1C}">
                <a14:useLocalDpi xmlns:a14="http://schemas.microsoft.com/office/drawing/2010/main"/>
              </a:ext>
            </a:extLst>
          </a:blip>
          <a:srcRect l="18523" t="47361"/>
          <a:stretch/>
        </p:blipFill>
        <p:spPr>
          <a:xfrm>
            <a:off x="0" y="-492494"/>
            <a:ext cx="6374990" cy="4118649"/>
          </a:xfrm>
          <a:prstGeom prst="rect">
            <a:avLst/>
          </a:prstGeom>
        </p:spPr>
      </p:pic>
      <p:sp>
        <p:nvSpPr>
          <p:cNvPr id="4" name="Text Placeholder 3"/>
          <p:cNvSpPr>
            <a:spLocks noGrp="1"/>
          </p:cNvSpPr>
          <p:nvPr>
            <p:ph type="body" sz="quarter" idx="10" hasCustomPrompt="1"/>
          </p:nvPr>
        </p:nvSpPr>
        <p:spPr>
          <a:xfrm>
            <a:off x="1601991" y="2533689"/>
            <a:ext cx="8988019" cy="1547024"/>
          </a:xfrm>
          <a:prstGeom prst="rect">
            <a:avLst/>
          </a:prstGeom>
        </p:spPr>
        <p:txBody>
          <a:bodyPr anchor="b" anchorCtr="0"/>
          <a:lstStyle>
            <a:lvl1pPr>
              <a:lnSpc>
                <a:spcPct val="110000"/>
              </a:lnSpc>
              <a:defRPr sz="2200" b="1">
                <a:solidFill>
                  <a:schemeClr val="bg1"/>
                </a:solidFill>
              </a:defRPr>
            </a:lvl1pPr>
            <a:lvl2pPr>
              <a:defRPr b="0">
                <a:solidFill>
                  <a:schemeClr val="bg1"/>
                </a:solidFill>
              </a:defRPr>
            </a:lvl2pPr>
            <a:lvl3pPr>
              <a:defRPr>
                <a:solidFill>
                  <a:schemeClr val="bg1"/>
                </a:solidFill>
              </a:defRPr>
            </a:lvl3pPr>
            <a:lvl4pPr>
              <a:buClr>
                <a:schemeClr val="bg1"/>
              </a:buClr>
              <a:defRPr>
                <a:solidFill>
                  <a:schemeClr val="bg1"/>
                </a:solidFill>
              </a:defRPr>
            </a:lvl4pPr>
            <a:lvl5pPr>
              <a:defRPr>
                <a:solidFill>
                  <a:schemeClr val="bg1"/>
                </a:solidFill>
              </a:defRPr>
            </a:lvl5pPr>
          </a:lstStyle>
          <a:p>
            <a:pPr lvl="0"/>
            <a:r>
              <a:rPr lang="en-US"/>
              <a:t>“Click to enter quotation”</a:t>
            </a:r>
          </a:p>
        </p:txBody>
      </p:sp>
      <p:sp>
        <p:nvSpPr>
          <p:cNvPr id="21" name="Text Placeholder 3">
            <a:extLst>
              <a:ext uri="{FF2B5EF4-FFF2-40B4-BE49-F238E27FC236}">
                <a16:creationId xmlns:a16="http://schemas.microsoft.com/office/drawing/2014/main" id="{1C88C944-A85D-5F46-80D7-FBB7D47A1B8C}"/>
              </a:ext>
            </a:extLst>
          </p:cNvPr>
          <p:cNvSpPr>
            <a:spLocks noGrp="1"/>
          </p:cNvSpPr>
          <p:nvPr>
            <p:ph type="body" sz="quarter" idx="11" hasCustomPrompt="1"/>
          </p:nvPr>
        </p:nvSpPr>
        <p:spPr>
          <a:xfrm>
            <a:off x="1601991" y="4118649"/>
            <a:ext cx="8988019" cy="1547024"/>
          </a:xfrm>
          <a:prstGeom prst="rect">
            <a:avLst/>
          </a:prstGeom>
        </p:spPr>
        <p:txBody>
          <a:bodyPr anchor="t" anchorCtr="0"/>
          <a:lstStyle>
            <a:lvl1pPr algn="r">
              <a:defRPr sz="1400">
                <a:solidFill>
                  <a:schemeClr val="bg1"/>
                </a:solidFill>
              </a:defRPr>
            </a:lvl1pPr>
            <a:lvl2pPr algn="r">
              <a:defRPr b="0">
                <a:solidFill>
                  <a:schemeClr val="bg1"/>
                </a:solidFill>
              </a:defRPr>
            </a:lvl2pPr>
            <a:lvl3pPr algn="r">
              <a:defRPr>
                <a:solidFill>
                  <a:schemeClr val="bg1"/>
                </a:solidFill>
              </a:defRPr>
            </a:lvl3pPr>
            <a:lvl4pPr algn="r">
              <a:buClr>
                <a:schemeClr val="bg1"/>
              </a:buClr>
              <a:defRPr>
                <a:solidFill>
                  <a:schemeClr val="bg1"/>
                </a:solidFill>
              </a:defRPr>
            </a:lvl4pPr>
            <a:lvl5pPr algn="r">
              <a:defRPr>
                <a:solidFill>
                  <a:schemeClr val="bg1"/>
                </a:solidFill>
              </a:defRPr>
            </a:lvl5pPr>
          </a:lstStyle>
          <a:p>
            <a:pPr lvl="0"/>
            <a:r>
              <a:rPr lang="en-US"/>
              <a:t>Click to enter </a:t>
            </a:r>
            <a:r>
              <a:rPr lang="en-US" err="1"/>
              <a:t>attributation</a:t>
            </a:r>
            <a:endParaRPr lang="en-US"/>
          </a:p>
        </p:txBody>
      </p:sp>
      <p:sp>
        <p:nvSpPr>
          <p:cNvPr id="13" name="Retângulo 43">
            <a:extLst>
              <a:ext uri="{FF2B5EF4-FFF2-40B4-BE49-F238E27FC236}">
                <a16:creationId xmlns:a16="http://schemas.microsoft.com/office/drawing/2014/main" id="{5B9B6B81-F908-B243-9698-BE0F9BC18DBC}"/>
              </a:ext>
            </a:extLst>
          </p:cNvPr>
          <p:cNvSpPr/>
          <p:nvPr userDrawn="1"/>
        </p:nvSpPr>
        <p:spPr>
          <a:xfrm>
            <a:off x="11665391" y="6555758"/>
            <a:ext cx="360997" cy="215444"/>
          </a:xfrm>
          <a:prstGeom prst="rect">
            <a:avLst/>
          </a:prstGeom>
        </p:spPr>
        <p:txBody>
          <a:bodyPr wrap="none">
            <a:spAutoFit/>
          </a:bodyPr>
          <a:lstStyle/>
          <a:p>
            <a:pPr algn="r"/>
            <a:fld id="{0502E5A9-B53C-401E-A0E0-4A359BB0A9E5}" type="slidenum">
              <a:rPr lang="en-US" sz="800" smtClean="0">
                <a:solidFill>
                  <a:schemeClr val="bg1"/>
                </a:solidFill>
                <a:cs typeface="Arial" panose="020B0604020202020204" pitchFamily="34" charset="0"/>
              </a:rPr>
              <a:t>‹#›</a:t>
            </a:fld>
            <a:endParaRPr lang="en-US" sz="800">
              <a:solidFill>
                <a:schemeClr val="bg1"/>
              </a:solidFill>
              <a:cs typeface="Arial" panose="020B0604020202020204" pitchFamily="34" charset="0"/>
            </a:endParaRPr>
          </a:p>
        </p:txBody>
      </p:sp>
      <p:cxnSp>
        <p:nvCxnSpPr>
          <p:cNvPr id="19" name="Conector reto 49">
            <a:extLst>
              <a:ext uri="{FF2B5EF4-FFF2-40B4-BE49-F238E27FC236}">
                <a16:creationId xmlns:a16="http://schemas.microsoft.com/office/drawing/2014/main" id="{2AA9D5FD-5BA1-4346-894B-808BD3E21E7C}"/>
              </a:ext>
            </a:extLst>
          </p:cNvPr>
          <p:cNvCxnSpPr>
            <a:cxnSpLocks/>
          </p:cNvCxnSpPr>
          <p:nvPr userDrawn="1"/>
        </p:nvCxnSpPr>
        <p:spPr>
          <a:xfrm flipV="1">
            <a:off x="1877452" y="6587911"/>
            <a:ext cx="0" cy="155576"/>
          </a:xfrm>
          <a:prstGeom prst="line">
            <a:avLst/>
          </a:prstGeom>
          <a:solidFill>
            <a:schemeClr val="tx1"/>
          </a:solidFill>
          <a:ln w="12700" cap="rnd">
            <a:solidFill>
              <a:schemeClr val="bg1"/>
            </a:solidFill>
            <a:round/>
          </a:ln>
        </p:spPr>
        <p:style>
          <a:lnRef idx="1">
            <a:schemeClr val="accent1"/>
          </a:lnRef>
          <a:fillRef idx="0">
            <a:schemeClr val="accent1"/>
          </a:fillRef>
          <a:effectRef idx="0">
            <a:schemeClr val="accent1"/>
          </a:effectRef>
          <a:fontRef idx="minor">
            <a:schemeClr val="tx1"/>
          </a:fontRef>
        </p:style>
      </p:cxnSp>
      <p:sp>
        <p:nvSpPr>
          <p:cNvPr id="20" name="Rectangle 27">
            <a:extLst>
              <a:ext uri="{FF2B5EF4-FFF2-40B4-BE49-F238E27FC236}">
                <a16:creationId xmlns:a16="http://schemas.microsoft.com/office/drawing/2014/main" id="{0C0CFC9F-A789-1F4B-8E14-6BBC662120C4}"/>
              </a:ext>
            </a:extLst>
          </p:cNvPr>
          <p:cNvSpPr/>
          <p:nvPr userDrawn="1"/>
        </p:nvSpPr>
        <p:spPr>
          <a:xfrm>
            <a:off x="407988" y="6604144"/>
            <a:ext cx="1402628" cy="123111"/>
          </a:xfrm>
          <a:prstGeom prst="rect">
            <a:avLst/>
          </a:prstGeom>
        </p:spPr>
        <p:txBody>
          <a:bodyPr wrap="none" lIns="0" tIns="0" rIns="0" bIns="0" anchor="ctr" anchorCtr="0">
            <a:spAutoFit/>
          </a:bodyPr>
          <a:lstStyle/>
          <a:p>
            <a:pPr lvl="0" algn="l" defTabSz="914400">
              <a:lnSpc>
                <a:spcPct val="100000"/>
              </a:lnSpc>
              <a:defRPr/>
            </a:pPr>
            <a:r>
              <a:rPr lang="en-US" sz="800" kern="0">
                <a:solidFill>
                  <a:schemeClr val="bg1"/>
                </a:solidFill>
                <a:latin typeface="+mj-lt"/>
                <a:cs typeface="Arial" panose="020B0604020202020204" pitchFamily="34" charset="0"/>
              </a:rPr>
              <a:t>Capgemini.com/Perform AI</a:t>
            </a:r>
          </a:p>
        </p:txBody>
      </p:sp>
      <p:sp>
        <p:nvSpPr>
          <p:cNvPr id="22" name="Retângulo 43">
            <a:extLst>
              <a:ext uri="{FF2B5EF4-FFF2-40B4-BE49-F238E27FC236}">
                <a16:creationId xmlns:a16="http://schemas.microsoft.com/office/drawing/2014/main" id="{FF25331C-1064-E747-AB08-D3DAA85BBF02}"/>
              </a:ext>
            </a:extLst>
          </p:cNvPr>
          <p:cNvSpPr/>
          <p:nvPr userDrawn="1"/>
        </p:nvSpPr>
        <p:spPr>
          <a:xfrm>
            <a:off x="1961863" y="6604144"/>
            <a:ext cx="2039020" cy="123111"/>
          </a:xfrm>
          <a:prstGeom prst="rect">
            <a:avLst/>
          </a:prstGeom>
        </p:spPr>
        <p:txBody>
          <a:bodyPr wrap="none" lIns="0" tIns="0" rIns="0" bIns="0" anchor="ctr" anchorCtr="0">
            <a:spAutoFit/>
          </a:bodyPr>
          <a:lstStyle/>
          <a:p>
            <a:pPr algn="l">
              <a:lnSpc>
                <a:spcPct val="100000"/>
              </a:lnSpc>
            </a:pPr>
            <a:r>
              <a:rPr lang="en-US" sz="800">
                <a:solidFill>
                  <a:schemeClr val="bg1"/>
                </a:solidFill>
                <a:cs typeface="Arial" panose="020B0604020202020204" pitchFamily="34" charset="0"/>
              </a:rPr>
              <a:t>© 2020 Capgemini. All rights reserved.</a:t>
            </a:r>
          </a:p>
        </p:txBody>
      </p:sp>
    </p:spTree>
    <p:extLst>
      <p:ext uri="{BB962C8B-B14F-4D97-AF65-F5344CB8AC3E}">
        <p14:creationId xmlns:p14="http://schemas.microsoft.com/office/powerpoint/2010/main" val="4132262799"/>
      </p:ext>
    </p:extLst>
  </p:cSld>
  <p:clrMapOvr>
    <a:masterClrMapping/>
  </p:clrMapOvr>
  <mc:AlternateContent xmlns:mc="http://schemas.openxmlformats.org/markup-compatibility/2006" xmlns:p14="http://schemas.microsoft.com/office/powerpoint/2010/main">
    <mc:Choice Requires="p14">
      <p:transition p14:dur="350">
        <p:fade/>
      </p:transition>
    </mc:Choice>
    <mc:Fallback xmlns="">
      <p:transition>
        <p:fade/>
      </p:transition>
    </mc:Fallback>
  </mc:AlternateContent>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userDrawn="1">
  <p:cSld name="3_Quotation">
    <p:bg>
      <p:bgPr>
        <a:solidFill>
          <a:schemeClr val="accent3"/>
        </a:solidFill>
        <a:effectLst/>
      </p:bgPr>
    </p:bg>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A5F839B7-E560-4FEA-8AE8-CB18C7F73EC8}"/>
              </a:ext>
            </a:extLst>
          </p:cNvPr>
          <p:cNvPicPr>
            <a:picLocks noChangeAspect="1"/>
          </p:cNvPicPr>
          <p:nvPr userDrawn="1"/>
        </p:nvPicPr>
        <p:blipFill rotWithShape="1">
          <a:blip r:embed="rId2" cstate="email">
            <a:extLst>
              <a:ext uri="{28A0092B-C50C-407E-A947-70E740481C1C}">
                <a14:useLocalDpi xmlns:a14="http://schemas.microsoft.com/office/drawing/2010/main"/>
              </a:ext>
            </a:extLst>
          </a:blip>
          <a:srcRect l="18523" t="47361"/>
          <a:stretch/>
        </p:blipFill>
        <p:spPr>
          <a:xfrm>
            <a:off x="0" y="-492494"/>
            <a:ext cx="6374990" cy="4118649"/>
          </a:xfrm>
          <a:prstGeom prst="rect">
            <a:avLst/>
          </a:prstGeom>
          <a:noFill/>
          <a:ln>
            <a:solidFill>
              <a:schemeClr val="tx2"/>
            </a:solidFill>
          </a:ln>
        </p:spPr>
      </p:pic>
      <p:sp>
        <p:nvSpPr>
          <p:cNvPr id="4" name="Text Placeholder 3"/>
          <p:cNvSpPr>
            <a:spLocks noGrp="1"/>
          </p:cNvSpPr>
          <p:nvPr>
            <p:ph type="body" sz="quarter" idx="10" hasCustomPrompt="1"/>
          </p:nvPr>
        </p:nvSpPr>
        <p:spPr>
          <a:xfrm>
            <a:off x="1601991" y="2533689"/>
            <a:ext cx="8988019" cy="1547024"/>
          </a:xfrm>
          <a:prstGeom prst="rect">
            <a:avLst/>
          </a:prstGeom>
        </p:spPr>
        <p:txBody>
          <a:bodyPr anchor="b" anchorCtr="0"/>
          <a:lstStyle>
            <a:lvl1pPr>
              <a:lnSpc>
                <a:spcPct val="110000"/>
              </a:lnSpc>
              <a:defRPr sz="2200" b="1">
                <a:solidFill>
                  <a:schemeClr val="bg1"/>
                </a:solidFill>
              </a:defRPr>
            </a:lvl1pPr>
            <a:lvl2pPr>
              <a:defRPr b="0">
                <a:solidFill>
                  <a:schemeClr val="bg1"/>
                </a:solidFill>
              </a:defRPr>
            </a:lvl2pPr>
            <a:lvl3pPr>
              <a:defRPr>
                <a:solidFill>
                  <a:schemeClr val="bg1"/>
                </a:solidFill>
              </a:defRPr>
            </a:lvl3pPr>
            <a:lvl4pPr>
              <a:buClr>
                <a:schemeClr val="bg1"/>
              </a:buClr>
              <a:defRPr>
                <a:solidFill>
                  <a:schemeClr val="bg1"/>
                </a:solidFill>
              </a:defRPr>
            </a:lvl4pPr>
            <a:lvl5pPr>
              <a:defRPr>
                <a:solidFill>
                  <a:schemeClr val="bg1"/>
                </a:solidFill>
              </a:defRPr>
            </a:lvl5pPr>
          </a:lstStyle>
          <a:p>
            <a:pPr lvl="0"/>
            <a:r>
              <a:rPr lang="en-US"/>
              <a:t>“Click to enter quotation”</a:t>
            </a:r>
          </a:p>
        </p:txBody>
      </p:sp>
      <p:sp>
        <p:nvSpPr>
          <p:cNvPr id="21" name="Text Placeholder 3">
            <a:extLst>
              <a:ext uri="{FF2B5EF4-FFF2-40B4-BE49-F238E27FC236}">
                <a16:creationId xmlns:a16="http://schemas.microsoft.com/office/drawing/2014/main" id="{1C88C944-A85D-5F46-80D7-FBB7D47A1B8C}"/>
              </a:ext>
            </a:extLst>
          </p:cNvPr>
          <p:cNvSpPr>
            <a:spLocks noGrp="1"/>
          </p:cNvSpPr>
          <p:nvPr>
            <p:ph type="body" sz="quarter" idx="11" hasCustomPrompt="1"/>
          </p:nvPr>
        </p:nvSpPr>
        <p:spPr>
          <a:xfrm>
            <a:off x="1601991" y="4118649"/>
            <a:ext cx="8988019" cy="1547024"/>
          </a:xfrm>
          <a:prstGeom prst="rect">
            <a:avLst/>
          </a:prstGeom>
        </p:spPr>
        <p:txBody>
          <a:bodyPr anchor="t" anchorCtr="0"/>
          <a:lstStyle>
            <a:lvl1pPr algn="r">
              <a:defRPr sz="1400">
                <a:solidFill>
                  <a:schemeClr val="bg1"/>
                </a:solidFill>
              </a:defRPr>
            </a:lvl1pPr>
            <a:lvl2pPr algn="r">
              <a:defRPr b="0">
                <a:solidFill>
                  <a:schemeClr val="bg1"/>
                </a:solidFill>
              </a:defRPr>
            </a:lvl2pPr>
            <a:lvl3pPr algn="r">
              <a:defRPr>
                <a:solidFill>
                  <a:schemeClr val="bg1"/>
                </a:solidFill>
              </a:defRPr>
            </a:lvl3pPr>
            <a:lvl4pPr algn="r">
              <a:buClr>
                <a:schemeClr val="bg1"/>
              </a:buClr>
              <a:defRPr>
                <a:solidFill>
                  <a:schemeClr val="bg1"/>
                </a:solidFill>
              </a:defRPr>
            </a:lvl4pPr>
            <a:lvl5pPr algn="r">
              <a:defRPr>
                <a:solidFill>
                  <a:schemeClr val="bg1"/>
                </a:solidFill>
              </a:defRPr>
            </a:lvl5pPr>
          </a:lstStyle>
          <a:p>
            <a:pPr lvl="0"/>
            <a:r>
              <a:rPr lang="en-US"/>
              <a:t>Click to enter </a:t>
            </a:r>
            <a:r>
              <a:rPr lang="en-US" err="1"/>
              <a:t>attributation</a:t>
            </a:r>
            <a:endParaRPr lang="en-US"/>
          </a:p>
        </p:txBody>
      </p:sp>
      <p:sp>
        <p:nvSpPr>
          <p:cNvPr id="13" name="Retângulo 43">
            <a:extLst>
              <a:ext uri="{FF2B5EF4-FFF2-40B4-BE49-F238E27FC236}">
                <a16:creationId xmlns:a16="http://schemas.microsoft.com/office/drawing/2014/main" id="{5B9B6B81-F908-B243-9698-BE0F9BC18DBC}"/>
              </a:ext>
            </a:extLst>
          </p:cNvPr>
          <p:cNvSpPr/>
          <p:nvPr userDrawn="1"/>
        </p:nvSpPr>
        <p:spPr>
          <a:xfrm>
            <a:off x="11665391" y="6555758"/>
            <a:ext cx="360997" cy="215444"/>
          </a:xfrm>
          <a:prstGeom prst="rect">
            <a:avLst/>
          </a:prstGeom>
        </p:spPr>
        <p:txBody>
          <a:bodyPr wrap="none">
            <a:spAutoFit/>
          </a:bodyPr>
          <a:lstStyle/>
          <a:p>
            <a:pPr algn="r"/>
            <a:fld id="{0502E5A9-B53C-401E-A0E0-4A359BB0A9E5}" type="slidenum">
              <a:rPr lang="en-US" sz="800" smtClean="0">
                <a:solidFill>
                  <a:schemeClr val="bg1"/>
                </a:solidFill>
                <a:cs typeface="Arial" panose="020B0604020202020204" pitchFamily="34" charset="0"/>
              </a:rPr>
              <a:t>‹#›</a:t>
            </a:fld>
            <a:endParaRPr lang="en-US" sz="800">
              <a:solidFill>
                <a:schemeClr val="bg1"/>
              </a:solidFill>
              <a:cs typeface="Arial" panose="020B0604020202020204" pitchFamily="34" charset="0"/>
            </a:endParaRPr>
          </a:p>
        </p:txBody>
      </p:sp>
      <p:cxnSp>
        <p:nvCxnSpPr>
          <p:cNvPr id="9" name="Conector reto 49">
            <a:extLst>
              <a:ext uri="{FF2B5EF4-FFF2-40B4-BE49-F238E27FC236}">
                <a16:creationId xmlns:a16="http://schemas.microsoft.com/office/drawing/2014/main" id="{2AA9D5FD-5BA1-4346-894B-808BD3E21E7C}"/>
              </a:ext>
            </a:extLst>
          </p:cNvPr>
          <p:cNvCxnSpPr>
            <a:cxnSpLocks/>
          </p:cNvCxnSpPr>
          <p:nvPr userDrawn="1"/>
        </p:nvCxnSpPr>
        <p:spPr>
          <a:xfrm flipV="1">
            <a:off x="1877452" y="6587911"/>
            <a:ext cx="0" cy="155576"/>
          </a:xfrm>
          <a:prstGeom prst="line">
            <a:avLst/>
          </a:prstGeom>
          <a:solidFill>
            <a:schemeClr val="tx1"/>
          </a:solidFill>
          <a:ln w="12700" cap="rnd">
            <a:solidFill>
              <a:schemeClr val="bg1"/>
            </a:solidFill>
            <a:round/>
          </a:ln>
        </p:spPr>
        <p:style>
          <a:lnRef idx="1">
            <a:schemeClr val="accent1"/>
          </a:lnRef>
          <a:fillRef idx="0">
            <a:schemeClr val="accent1"/>
          </a:fillRef>
          <a:effectRef idx="0">
            <a:schemeClr val="accent1"/>
          </a:effectRef>
          <a:fontRef idx="minor">
            <a:schemeClr val="tx1"/>
          </a:fontRef>
        </p:style>
      </p:cxnSp>
      <p:sp>
        <p:nvSpPr>
          <p:cNvPr id="10" name="Rectangle 27">
            <a:extLst>
              <a:ext uri="{FF2B5EF4-FFF2-40B4-BE49-F238E27FC236}">
                <a16:creationId xmlns:a16="http://schemas.microsoft.com/office/drawing/2014/main" id="{0C0CFC9F-A789-1F4B-8E14-6BBC662120C4}"/>
              </a:ext>
            </a:extLst>
          </p:cNvPr>
          <p:cNvSpPr/>
          <p:nvPr userDrawn="1"/>
        </p:nvSpPr>
        <p:spPr>
          <a:xfrm>
            <a:off x="407988" y="6604144"/>
            <a:ext cx="1402628" cy="123111"/>
          </a:xfrm>
          <a:prstGeom prst="rect">
            <a:avLst/>
          </a:prstGeom>
        </p:spPr>
        <p:txBody>
          <a:bodyPr wrap="none" lIns="0" tIns="0" rIns="0" bIns="0" anchor="ctr" anchorCtr="0">
            <a:spAutoFit/>
          </a:bodyPr>
          <a:lstStyle/>
          <a:p>
            <a:pPr lvl="0" algn="l" defTabSz="914400">
              <a:lnSpc>
                <a:spcPct val="100000"/>
              </a:lnSpc>
              <a:defRPr/>
            </a:pPr>
            <a:r>
              <a:rPr lang="en-US" sz="800" kern="0">
                <a:solidFill>
                  <a:schemeClr val="bg1"/>
                </a:solidFill>
                <a:latin typeface="+mj-lt"/>
                <a:cs typeface="Arial" panose="020B0604020202020204" pitchFamily="34" charset="0"/>
              </a:rPr>
              <a:t>Capgemini.com/Perform AI</a:t>
            </a:r>
          </a:p>
        </p:txBody>
      </p:sp>
      <p:sp>
        <p:nvSpPr>
          <p:cNvPr id="11" name="Retângulo 43">
            <a:extLst>
              <a:ext uri="{FF2B5EF4-FFF2-40B4-BE49-F238E27FC236}">
                <a16:creationId xmlns:a16="http://schemas.microsoft.com/office/drawing/2014/main" id="{FF25331C-1064-E747-AB08-D3DAA85BBF02}"/>
              </a:ext>
            </a:extLst>
          </p:cNvPr>
          <p:cNvSpPr/>
          <p:nvPr userDrawn="1"/>
        </p:nvSpPr>
        <p:spPr>
          <a:xfrm>
            <a:off x="1961863" y="6604144"/>
            <a:ext cx="2039020" cy="123111"/>
          </a:xfrm>
          <a:prstGeom prst="rect">
            <a:avLst/>
          </a:prstGeom>
        </p:spPr>
        <p:txBody>
          <a:bodyPr wrap="none" lIns="0" tIns="0" rIns="0" bIns="0" anchor="ctr" anchorCtr="0">
            <a:spAutoFit/>
          </a:bodyPr>
          <a:lstStyle/>
          <a:p>
            <a:pPr algn="l">
              <a:lnSpc>
                <a:spcPct val="100000"/>
              </a:lnSpc>
            </a:pPr>
            <a:r>
              <a:rPr lang="en-US" sz="800">
                <a:solidFill>
                  <a:schemeClr val="bg1"/>
                </a:solidFill>
                <a:cs typeface="Arial" panose="020B0604020202020204" pitchFamily="34" charset="0"/>
              </a:rPr>
              <a:t>© 2020 Capgemini. All rights reserved.</a:t>
            </a:r>
          </a:p>
        </p:txBody>
      </p:sp>
    </p:spTree>
    <p:extLst>
      <p:ext uri="{BB962C8B-B14F-4D97-AF65-F5344CB8AC3E}">
        <p14:creationId xmlns:p14="http://schemas.microsoft.com/office/powerpoint/2010/main" val="652903359"/>
      </p:ext>
    </p:extLst>
  </p:cSld>
  <p:clrMapOvr>
    <a:masterClrMapping/>
  </p:clrMapOvr>
  <mc:AlternateContent xmlns:mc="http://schemas.openxmlformats.org/markup-compatibility/2006" xmlns:p14="http://schemas.microsoft.com/office/powerpoint/2010/main">
    <mc:Choice Requires="p14">
      <p:transition p14:dur="350">
        <p:fade/>
      </p:transition>
    </mc:Choice>
    <mc:Fallback xmlns="">
      <p:transition>
        <p:fade/>
      </p:transition>
    </mc:Fallback>
  </mc:AlternateContent>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userDrawn="1">
  <p:cSld name="2_Quotation">
    <p:bg>
      <p:bgPr>
        <a:solidFill>
          <a:schemeClr val="accent4"/>
        </a:solidFill>
        <a:effectLst/>
      </p:bgPr>
    </p:bg>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A5F839B7-E560-4FEA-8AE8-CB18C7F73EC8}"/>
              </a:ext>
            </a:extLst>
          </p:cNvPr>
          <p:cNvPicPr>
            <a:picLocks noChangeAspect="1"/>
          </p:cNvPicPr>
          <p:nvPr userDrawn="1"/>
        </p:nvPicPr>
        <p:blipFill rotWithShape="1">
          <a:blip r:embed="rId2" cstate="email">
            <a:extLst>
              <a:ext uri="{28A0092B-C50C-407E-A947-70E740481C1C}">
                <a14:useLocalDpi xmlns:a14="http://schemas.microsoft.com/office/drawing/2010/main"/>
              </a:ext>
            </a:extLst>
          </a:blip>
          <a:srcRect l="18523" t="47361"/>
          <a:stretch/>
        </p:blipFill>
        <p:spPr>
          <a:xfrm>
            <a:off x="0" y="-492494"/>
            <a:ext cx="6374990" cy="4118649"/>
          </a:xfrm>
          <a:prstGeom prst="rect">
            <a:avLst/>
          </a:prstGeom>
        </p:spPr>
      </p:pic>
      <p:sp>
        <p:nvSpPr>
          <p:cNvPr id="4" name="Text Placeholder 3"/>
          <p:cNvSpPr>
            <a:spLocks noGrp="1"/>
          </p:cNvSpPr>
          <p:nvPr>
            <p:ph type="body" sz="quarter" idx="10" hasCustomPrompt="1"/>
          </p:nvPr>
        </p:nvSpPr>
        <p:spPr>
          <a:xfrm>
            <a:off x="1601991" y="2533689"/>
            <a:ext cx="8988019" cy="1547024"/>
          </a:xfrm>
          <a:prstGeom prst="rect">
            <a:avLst/>
          </a:prstGeom>
        </p:spPr>
        <p:txBody>
          <a:bodyPr anchor="b" anchorCtr="0"/>
          <a:lstStyle>
            <a:lvl1pPr>
              <a:lnSpc>
                <a:spcPct val="110000"/>
              </a:lnSpc>
              <a:defRPr sz="2200" b="1">
                <a:solidFill>
                  <a:schemeClr val="bg1"/>
                </a:solidFill>
              </a:defRPr>
            </a:lvl1pPr>
            <a:lvl2pPr>
              <a:defRPr b="0">
                <a:solidFill>
                  <a:schemeClr val="bg1"/>
                </a:solidFill>
              </a:defRPr>
            </a:lvl2pPr>
            <a:lvl3pPr>
              <a:defRPr>
                <a:solidFill>
                  <a:schemeClr val="bg1"/>
                </a:solidFill>
              </a:defRPr>
            </a:lvl3pPr>
            <a:lvl4pPr>
              <a:buClr>
                <a:schemeClr val="bg1"/>
              </a:buClr>
              <a:defRPr>
                <a:solidFill>
                  <a:schemeClr val="bg1"/>
                </a:solidFill>
              </a:defRPr>
            </a:lvl4pPr>
            <a:lvl5pPr>
              <a:defRPr>
                <a:solidFill>
                  <a:schemeClr val="bg1"/>
                </a:solidFill>
              </a:defRPr>
            </a:lvl5pPr>
          </a:lstStyle>
          <a:p>
            <a:pPr lvl="0"/>
            <a:r>
              <a:rPr lang="en-US"/>
              <a:t>“Click to enter quotation”</a:t>
            </a:r>
          </a:p>
        </p:txBody>
      </p:sp>
      <p:sp>
        <p:nvSpPr>
          <p:cNvPr id="21" name="Text Placeholder 3">
            <a:extLst>
              <a:ext uri="{FF2B5EF4-FFF2-40B4-BE49-F238E27FC236}">
                <a16:creationId xmlns:a16="http://schemas.microsoft.com/office/drawing/2014/main" id="{1C88C944-A85D-5F46-80D7-FBB7D47A1B8C}"/>
              </a:ext>
            </a:extLst>
          </p:cNvPr>
          <p:cNvSpPr>
            <a:spLocks noGrp="1"/>
          </p:cNvSpPr>
          <p:nvPr>
            <p:ph type="body" sz="quarter" idx="11" hasCustomPrompt="1"/>
          </p:nvPr>
        </p:nvSpPr>
        <p:spPr>
          <a:xfrm>
            <a:off x="1601991" y="4118649"/>
            <a:ext cx="8988019" cy="1547024"/>
          </a:xfrm>
          <a:prstGeom prst="rect">
            <a:avLst/>
          </a:prstGeom>
        </p:spPr>
        <p:txBody>
          <a:bodyPr anchor="t" anchorCtr="0"/>
          <a:lstStyle>
            <a:lvl1pPr algn="r">
              <a:defRPr sz="1400">
                <a:solidFill>
                  <a:schemeClr val="bg1"/>
                </a:solidFill>
              </a:defRPr>
            </a:lvl1pPr>
            <a:lvl2pPr algn="r">
              <a:defRPr b="0">
                <a:solidFill>
                  <a:schemeClr val="bg1"/>
                </a:solidFill>
              </a:defRPr>
            </a:lvl2pPr>
            <a:lvl3pPr algn="r">
              <a:defRPr>
                <a:solidFill>
                  <a:schemeClr val="bg1"/>
                </a:solidFill>
              </a:defRPr>
            </a:lvl3pPr>
            <a:lvl4pPr algn="r">
              <a:buClr>
                <a:schemeClr val="bg1"/>
              </a:buClr>
              <a:defRPr>
                <a:solidFill>
                  <a:schemeClr val="bg1"/>
                </a:solidFill>
              </a:defRPr>
            </a:lvl4pPr>
            <a:lvl5pPr algn="r">
              <a:defRPr>
                <a:solidFill>
                  <a:schemeClr val="bg1"/>
                </a:solidFill>
              </a:defRPr>
            </a:lvl5pPr>
          </a:lstStyle>
          <a:p>
            <a:pPr lvl="0"/>
            <a:r>
              <a:rPr lang="en-US"/>
              <a:t>Click to enter </a:t>
            </a:r>
            <a:r>
              <a:rPr lang="en-US" err="1"/>
              <a:t>attributation</a:t>
            </a:r>
            <a:endParaRPr lang="en-US"/>
          </a:p>
        </p:txBody>
      </p:sp>
      <p:sp>
        <p:nvSpPr>
          <p:cNvPr id="13" name="Retângulo 43">
            <a:extLst>
              <a:ext uri="{FF2B5EF4-FFF2-40B4-BE49-F238E27FC236}">
                <a16:creationId xmlns:a16="http://schemas.microsoft.com/office/drawing/2014/main" id="{5B9B6B81-F908-B243-9698-BE0F9BC18DBC}"/>
              </a:ext>
            </a:extLst>
          </p:cNvPr>
          <p:cNvSpPr/>
          <p:nvPr userDrawn="1"/>
        </p:nvSpPr>
        <p:spPr>
          <a:xfrm>
            <a:off x="11665391" y="6555758"/>
            <a:ext cx="360997" cy="215444"/>
          </a:xfrm>
          <a:prstGeom prst="rect">
            <a:avLst/>
          </a:prstGeom>
        </p:spPr>
        <p:txBody>
          <a:bodyPr wrap="none">
            <a:spAutoFit/>
          </a:bodyPr>
          <a:lstStyle/>
          <a:p>
            <a:pPr algn="r"/>
            <a:fld id="{0502E5A9-B53C-401E-A0E0-4A359BB0A9E5}" type="slidenum">
              <a:rPr lang="en-US" sz="800" smtClean="0">
                <a:solidFill>
                  <a:schemeClr val="bg1"/>
                </a:solidFill>
                <a:cs typeface="Arial" panose="020B0604020202020204" pitchFamily="34" charset="0"/>
              </a:rPr>
              <a:t>‹#›</a:t>
            </a:fld>
            <a:endParaRPr lang="en-US" sz="800">
              <a:solidFill>
                <a:schemeClr val="bg1"/>
              </a:solidFill>
              <a:cs typeface="Arial" panose="020B0604020202020204" pitchFamily="34" charset="0"/>
            </a:endParaRPr>
          </a:p>
        </p:txBody>
      </p:sp>
      <p:cxnSp>
        <p:nvCxnSpPr>
          <p:cNvPr id="9" name="Conector reto 49">
            <a:extLst>
              <a:ext uri="{FF2B5EF4-FFF2-40B4-BE49-F238E27FC236}">
                <a16:creationId xmlns:a16="http://schemas.microsoft.com/office/drawing/2014/main" id="{2AA9D5FD-5BA1-4346-894B-808BD3E21E7C}"/>
              </a:ext>
            </a:extLst>
          </p:cNvPr>
          <p:cNvCxnSpPr>
            <a:cxnSpLocks/>
          </p:cNvCxnSpPr>
          <p:nvPr userDrawn="1"/>
        </p:nvCxnSpPr>
        <p:spPr>
          <a:xfrm flipV="1">
            <a:off x="1877452" y="6587911"/>
            <a:ext cx="0" cy="155576"/>
          </a:xfrm>
          <a:prstGeom prst="line">
            <a:avLst/>
          </a:prstGeom>
          <a:solidFill>
            <a:schemeClr val="tx1"/>
          </a:solidFill>
          <a:ln w="12700" cap="rnd">
            <a:solidFill>
              <a:schemeClr val="bg1"/>
            </a:solidFill>
            <a:round/>
          </a:ln>
        </p:spPr>
        <p:style>
          <a:lnRef idx="1">
            <a:schemeClr val="accent1"/>
          </a:lnRef>
          <a:fillRef idx="0">
            <a:schemeClr val="accent1"/>
          </a:fillRef>
          <a:effectRef idx="0">
            <a:schemeClr val="accent1"/>
          </a:effectRef>
          <a:fontRef idx="minor">
            <a:schemeClr val="tx1"/>
          </a:fontRef>
        </p:style>
      </p:cxnSp>
      <p:sp>
        <p:nvSpPr>
          <p:cNvPr id="10" name="Rectangle 27">
            <a:extLst>
              <a:ext uri="{FF2B5EF4-FFF2-40B4-BE49-F238E27FC236}">
                <a16:creationId xmlns:a16="http://schemas.microsoft.com/office/drawing/2014/main" id="{0C0CFC9F-A789-1F4B-8E14-6BBC662120C4}"/>
              </a:ext>
            </a:extLst>
          </p:cNvPr>
          <p:cNvSpPr/>
          <p:nvPr userDrawn="1"/>
        </p:nvSpPr>
        <p:spPr>
          <a:xfrm>
            <a:off x="407988" y="6604144"/>
            <a:ext cx="1402628" cy="123111"/>
          </a:xfrm>
          <a:prstGeom prst="rect">
            <a:avLst/>
          </a:prstGeom>
        </p:spPr>
        <p:txBody>
          <a:bodyPr wrap="none" lIns="0" tIns="0" rIns="0" bIns="0" anchor="ctr" anchorCtr="0">
            <a:spAutoFit/>
          </a:bodyPr>
          <a:lstStyle/>
          <a:p>
            <a:pPr lvl="0" algn="l" defTabSz="914400">
              <a:lnSpc>
                <a:spcPct val="100000"/>
              </a:lnSpc>
              <a:defRPr/>
            </a:pPr>
            <a:r>
              <a:rPr lang="en-US" sz="800" kern="0">
                <a:solidFill>
                  <a:schemeClr val="bg1"/>
                </a:solidFill>
                <a:latin typeface="+mj-lt"/>
                <a:cs typeface="Arial" panose="020B0604020202020204" pitchFamily="34" charset="0"/>
              </a:rPr>
              <a:t>Capgemini.com/Perform AI</a:t>
            </a:r>
          </a:p>
        </p:txBody>
      </p:sp>
      <p:sp>
        <p:nvSpPr>
          <p:cNvPr id="11" name="Retângulo 43">
            <a:extLst>
              <a:ext uri="{FF2B5EF4-FFF2-40B4-BE49-F238E27FC236}">
                <a16:creationId xmlns:a16="http://schemas.microsoft.com/office/drawing/2014/main" id="{FF25331C-1064-E747-AB08-D3DAA85BBF02}"/>
              </a:ext>
            </a:extLst>
          </p:cNvPr>
          <p:cNvSpPr/>
          <p:nvPr userDrawn="1"/>
        </p:nvSpPr>
        <p:spPr>
          <a:xfrm>
            <a:off x="1961863" y="6604144"/>
            <a:ext cx="2039020" cy="123111"/>
          </a:xfrm>
          <a:prstGeom prst="rect">
            <a:avLst/>
          </a:prstGeom>
        </p:spPr>
        <p:txBody>
          <a:bodyPr wrap="none" lIns="0" tIns="0" rIns="0" bIns="0" anchor="ctr" anchorCtr="0">
            <a:spAutoFit/>
          </a:bodyPr>
          <a:lstStyle/>
          <a:p>
            <a:pPr algn="l">
              <a:lnSpc>
                <a:spcPct val="100000"/>
              </a:lnSpc>
            </a:pPr>
            <a:r>
              <a:rPr lang="en-US" sz="800">
                <a:solidFill>
                  <a:schemeClr val="bg1"/>
                </a:solidFill>
                <a:cs typeface="Arial" panose="020B0604020202020204" pitchFamily="34" charset="0"/>
              </a:rPr>
              <a:t>© 2020 Capgemini. All rights reserved.</a:t>
            </a:r>
          </a:p>
        </p:txBody>
      </p:sp>
    </p:spTree>
    <p:extLst>
      <p:ext uri="{BB962C8B-B14F-4D97-AF65-F5344CB8AC3E}">
        <p14:creationId xmlns:p14="http://schemas.microsoft.com/office/powerpoint/2010/main" val="1183271479"/>
      </p:ext>
    </p:extLst>
  </p:cSld>
  <p:clrMapOvr>
    <a:masterClrMapping/>
  </p:clrMapOvr>
  <mc:AlternateContent xmlns:mc="http://schemas.openxmlformats.org/markup-compatibility/2006" xmlns:p14="http://schemas.microsoft.com/office/powerpoint/2010/main">
    <mc:Choice Requires="p14">
      <p:transition p14:dur="350">
        <p:fade/>
      </p:transition>
    </mc:Choice>
    <mc:Fallback xmlns="">
      <p:transition>
        <p:fade/>
      </p:transition>
    </mc:Fallback>
  </mc:AlternateContent>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userDrawn="1">
  <p:cSld name="4_Quotation">
    <p:bg>
      <p:bgPr>
        <a:solidFill>
          <a:srgbClr val="7030A0"/>
        </a:solidFill>
        <a:effectLst/>
      </p:bgPr>
    </p:bg>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A5F839B7-E560-4FEA-8AE8-CB18C7F73EC8}"/>
              </a:ext>
            </a:extLst>
          </p:cNvPr>
          <p:cNvPicPr>
            <a:picLocks noChangeAspect="1"/>
          </p:cNvPicPr>
          <p:nvPr userDrawn="1"/>
        </p:nvPicPr>
        <p:blipFill rotWithShape="1">
          <a:blip r:embed="rId2" cstate="email">
            <a:extLst>
              <a:ext uri="{28A0092B-C50C-407E-A947-70E740481C1C}">
                <a14:useLocalDpi xmlns:a14="http://schemas.microsoft.com/office/drawing/2010/main"/>
              </a:ext>
            </a:extLst>
          </a:blip>
          <a:srcRect l="18523" t="47361"/>
          <a:stretch/>
        </p:blipFill>
        <p:spPr>
          <a:xfrm>
            <a:off x="0" y="-492494"/>
            <a:ext cx="6374990" cy="4118649"/>
          </a:xfrm>
          <a:prstGeom prst="rect">
            <a:avLst/>
          </a:prstGeom>
        </p:spPr>
      </p:pic>
      <p:sp>
        <p:nvSpPr>
          <p:cNvPr id="4" name="Text Placeholder 3"/>
          <p:cNvSpPr>
            <a:spLocks noGrp="1"/>
          </p:cNvSpPr>
          <p:nvPr>
            <p:ph type="body" sz="quarter" idx="10" hasCustomPrompt="1"/>
          </p:nvPr>
        </p:nvSpPr>
        <p:spPr>
          <a:xfrm>
            <a:off x="1601991" y="2533689"/>
            <a:ext cx="8988019" cy="1547024"/>
          </a:xfrm>
          <a:prstGeom prst="rect">
            <a:avLst/>
          </a:prstGeom>
        </p:spPr>
        <p:txBody>
          <a:bodyPr anchor="b" anchorCtr="0"/>
          <a:lstStyle>
            <a:lvl1pPr>
              <a:lnSpc>
                <a:spcPct val="110000"/>
              </a:lnSpc>
              <a:defRPr sz="2200" b="1">
                <a:solidFill>
                  <a:schemeClr val="bg1"/>
                </a:solidFill>
              </a:defRPr>
            </a:lvl1pPr>
            <a:lvl2pPr>
              <a:defRPr b="0">
                <a:solidFill>
                  <a:schemeClr val="bg1"/>
                </a:solidFill>
              </a:defRPr>
            </a:lvl2pPr>
            <a:lvl3pPr>
              <a:defRPr>
                <a:solidFill>
                  <a:schemeClr val="bg1"/>
                </a:solidFill>
              </a:defRPr>
            </a:lvl3pPr>
            <a:lvl4pPr>
              <a:buClr>
                <a:schemeClr val="bg1"/>
              </a:buClr>
              <a:defRPr>
                <a:solidFill>
                  <a:schemeClr val="bg1"/>
                </a:solidFill>
              </a:defRPr>
            </a:lvl4pPr>
            <a:lvl5pPr>
              <a:defRPr>
                <a:solidFill>
                  <a:schemeClr val="bg1"/>
                </a:solidFill>
              </a:defRPr>
            </a:lvl5pPr>
          </a:lstStyle>
          <a:p>
            <a:pPr lvl="0"/>
            <a:r>
              <a:rPr lang="en-US"/>
              <a:t>“Click to enter quotation”</a:t>
            </a:r>
          </a:p>
        </p:txBody>
      </p:sp>
      <p:sp>
        <p:nvSpPr>
          <p:cNvPr id="21" name="Text Placeholder 3">
            <a:extLst>
              <a:ext uri="{FF2B5EF4-FFF2-40B4-BE49-F238E27FC236}">
                <a16:creationId xmlns:a16="http://schemas.microsoft.com/office/drawing/2014/main" id="{1C88C944-A85D-5F46-80D7-FBB7D47A1B8C}"/>
              </a:ext>
            </a:extLst>
          </p:cNvPr>
          <p:cNvSpPr>
            <a:spLocks noGrp="1"/>
          </p:cNvSpPr>
          <p:nvPr>
            <p:ph type="body" sz="quarter" idx="11" hasCustomPrompt="1"/>
          </p:nvPr>
        </p:nvSpPr>
        <p:spPr>
          <a:xfrm>
            <a:off x="1601991" y="4118649"/>
            <a:ext cx="8988019" cy="1547024"/>
          </a:xfrm>
          <a:prstGeom prst="rect">
            <a:avLst/>
          </a:prstGeom>
        </p:spPr>
        <p:txBody>
          <a:bodyPr anchor="t" anchorCtr="0"/>
          <a:lstStyle>
            <a:lvl1pPr algn="r">
              <a:defRPr sz="1400">
                <a:solidFill>
                  <a:schemeClr val="bg1"/>
                </a:solidFill>
              </a:defRPr>
            </a:lvl1pPr>
            <a:lvl2pPr algn="r">
              <a:defRPr b="0">
                <a:solidFill>
                  <a:schemeClr val="bg1"/>
                </a:solidFill>
              </a:defRPr>
            </a:lvl2pPr>
            <a:lvl3pPr algn="r">
              <a:defRPr>
                <a:solidFill>
                  <a:schemeClr val="bg1"/>
                </a:solidFill>
              </a:defRPr>
            </a:lvl3pPr>
            <a:lvl4pPr algn="r">
              <a:buClr>
                <a:schemeClr val="bg1"/>
              </a:buClr>
              <a:defRPr>
                <a:solidFill>
                  <a:schemeClr val="bg1"/>
                </a:solidFill>
              </a:defRPr>
            </a:lvl4pPr>
            <a:lvl5pPr algn="r">
              <a:defRPr>
                <a:solidFill>
                  <a:schemeClr val="bg1"/>
                </a:solidFill>
              </a:defRPr>
            </a:lvl5pPr>
          </a:lstStyle>
          <a:p>
            <a:pPr lvl="0"/>
            <a:r>
              <a:rPr lang="en-US"/>
              <a:t>Click to enter </a:t>
            </a:r>
            <a:r>
              <a:rPr lang="en-US" err="1"/>
              <a:t>attributation</a:t>
            </a:r>
            <a:endParaRPr lang="en-US"/>
          </a:p>
        </p:txBody>
      </p:sp>
      <p:sp>
        <p:nvSpPr>
          <p:cNvPr id="13" name="Retângulo 43">
            <a:extLst>
              <a:ext uri="{FF2B5EF4-FFF2-40B4-BE49-F238E27FC236}">
                <a16:creationId xmlns:a16="http://schemas.microsoft.com/office/drawing/2014/main" id="{5B9B6B81-F908-B243-9698-BE0F9BC18DBC}"/>
              </a:ext>
            </a:extLst>
          </p:cNvPr>
          <p:cNvSpPr/>
          <p:nvPr userDrawn="1"/>
        </p:nvSpPr>
        <p:spPr>
          <a:xfrm>
            <a:off x="11665391" y="6555758"/>
            <a:ext cx="360997" cy="215444"/>
          </a:xfrm>
          <a:prstGeom prst="rect">
            <a:avLst/>
          </a:prstGeom>
        </p:spPr>
        <p:txBody>
          <a:bodyPr wrap="none">
            <a:spAutoFit/>
          </a:bodyPr>
          <a:lstStyle/>
          <a:p>
            <a:pPr algn="r"/>
            <a:fld id="{0502E5A9-B53C-401E-A0E0-4A359BB0A9E5}" type="slidenum">
              <a:rPr lang="en-US" sz="800" smtClean="0">
                <a:solidFill>
                  <a:schemeClr val="bg1"/>
                </a:solidFill>
                <a:cs typeface="Arial" panose="020B0604020202020204" pitchFamily="34" charset="0"/>
              </a:rPr>
              <a:t>‹#›</a:t>
            </a:fld>
            <a:endParaRPr lang="en-US" sz="800">
              <a:solidFill>
                <a:schemeClr val="bg1"/>
              </a:solidFill>
              <a:cs typeface="Arial" panose="020B0604020202020204" pitchFamily="34" charset="0"/>
            </a:endParaRPr>
          </a:p>
        </p:txBody>
      </p:sp>
      <p:cxnSp>
        <p:nvCxnSpPr>
          <p:cNvPr id="9" name="Conector reto 49">
            <a:extLst>
              <a:ext uri="{FF2B5EF4-FFF2-40B4-BE49-F238E27FC236}">
                <a16:creationId xmlns:a16="http://schemas.microsoft.com/office/drawing/2014/main" id="{2AA9D5FD-5BA1-4346-894B-808BD3E21E7C}"/>
              </a:ext>
            </a:extLst>
          </p:cNvPr>
          <p:cNvCxnSpPr>
            <a:cxnSpLocks/>
          </p:cNvCxnSpPr>
          <p:nvPr userDrawn="1"/>
        </p:nvCxnSpPr>
        <p:spPr>
          <a:xfrm flipV="1">
            <a:off x="1877452" y="6587911"/>
            <a:ext cx="0" cy="155576"/>
          </a:xfrm>
          <a:prstGeom prst="line">
            <a:avLst/>
          </a:prstGeom>
          <a:solidFill>
            <a:schemeClr val="tx1"/>
          </a:solidFill>
          <a:ln w="12700" cap="rnd">
            <a:solidFill>
              <a:schemeClr val="bg1"/>
            </a:solidFill>
            <a:round/>
          </a:ln>
        </p:spPr>
        <p:style>
          <a:lnRef idx="1">
            <a:schemeClr val="accent1"/>
          </a:lnRef>
          <a:fillRef idx="0">
            <a:schemeClr val="accent1"/>
          </a:fillRef>
          <a:effectRef idx="0">
            <a:schemeClr val="accent1"/>
          </a:effectRef>
          <a:fontRef idx="minor">
            <a:schemeClr val="tx1"/>
          </a:fontRef>
        </p:style>
      </p:cxnSp>
      <p:sp>
        <p:nvSpPr>
          <p:cNvPr id="10" name="Rectangle 27">
            <a:extLst>
              <a:ext uri="{FF2B5EF4-FFF2-40B4-BE49-F238E27FC236}">
                <a16:creationId xmlns:a16="http://schemas.microsoft.com/office/drawing/2014/main" id="{0C0CFC9F-A789-1F4B-8E14-6BBC662120C4}"/>
              </a:ext>
            </a:extLst>
          </p:cNvPr>
          <p:cNvSpPr/>
          <p:nvPr userDrawn="1"/>
        </p:nvSpPr>
        <p:spPr>
          <a:xfrm>
            <a:off x="407988" y="6604144"/>
            <a:ext cx="1402628" cy="123111"/>
          </a:xfrm>
          <a:prstGeom prst="rect">
            <a:avLst/>
          </a:prstGeom>
        </p:spPr>
        <p:txBody>
          <a:bodyPr wrap="none" lIns="0" tIns="0" rIns="0" bIns="0" anchor="ctr" anchorCtr="0">
            <a:spAutoFit/>
          </a:bodyPr>
          <a:lstStyle/>
          <a:p>
            <a:pPr lvl="0" algn="l" defTabSz="914400">
              <a:lnSpc>
                <a:spcPct val="100000"/>
              </a:lnSpc>
              <a:defRPr/>
            </a:pPr>
            <a:r>
              <a:rPr lang="en-US" sz="800" kern="0">
                <a:solidFill>
                  <a:schemeClr val="bg1"/>
                </a:solidFill>
                <a:latin typeface="+mj-lt"/>
                <a:cs typeface="Arial" panose="020B0604020202020204" pitchFamily="34" charset="0"/>
              </a:rPr>
              <a:t>Capgemini.com/Perform AI</a:t>
            </a:r>
          </a:p>
        </p:txBody>
      </p:sp>
      <p:sp>
        <p:nvSpPr>
          <p:cNvPr id="11" name="Retângulo 43">
            <a:extLst>
              <a:ext uri="{FF2B5EF4-FFF2-40B4-BE49-F238E27FC236}">
                <a16:creationId xmlns:a16="http://schemas.microsoft.com/office/drawing/2014/main" id="{FF25331C-1064-E747-AB08-D3DAA85BBF02}"/>
              </a:ext>
            </a:extLst>
          </p:cNvPr>
          <p:cNvSpPr/>
          <p:nvPr userDrawn="1"/>
        </p:nvSpPr>
        <p:spPr>
          <a:xfrm>
            <a:off x="1961863" y="6604144"/>
            <a:ext cx="2039020" cy="123111"/>
          </a:xfrm>
          <a:prstGeom prst="rect">
            <a:avLst/>
          </a:prstGeom>
        </p:spPr>
        <p:txBody>
          <a:bodyPr wrap="none" lIns="0" tIns="0" rIns="0" bIns="0" anchor="ctr" anchorCtr="0">
            <a:spAutoFit/>
          </a:bodyPr>
          <a:lstStyle/>
          <a:p>
            <a:pPr algn="l">
              <a:lnSpc>
                <a:spcPct val="100000"/>
              </a:lnSpc>
            </a:pPr>
            <a:r>
              <a:rPr lang="en-US" sz="800">
                <a:solidFill>
                  <a:schemeClr val="bg1"/>
                </a:solidFill>
                <a:cs typeface="Arial" panose="020B0604020202020204" pitchFamily="34" charset="0"/>
              </a:rPr>
              <a:t>© 2020 Capgemini. All rights reserved.</a:t>
            </a:r>
          </a:p>
        </p:txBody>
      </p:sp>
    </p:spTree>
    <p:extLst>
      <p:ext uri="{BB962C8B-B14F-4D97-AF65-F5344CB8AC3E}">
        <p14:creationId xmlns:p14="http://schemas.microsoft.com/office/powerpoint/2010/main" val="3090454092"/>
      </p:ext>
    </p:extLst>
  </p:cSld>
  <p:clrMapOvr>
    <a:masterClrMapping/>
  </p:clrMapOvr>
  <mc:AlternateContent xmlns:mc="http://schemas.openxmlformats.org/markup-compatibility/2006" xmlns:p14="http://schemas.microsoft.com/office/powerpoint/2010/main">
    <mc:Choice Requires="p14">
      <p:transition p14:dur="350">
        <p:fade/>
      </p:transition>
    </mc:Choice>
    <mc:Fallback xmlns="">
      <p:transition>
        <p:fade/>
      </p:transition>
    </mc:Fallback>
  </mc:AlternateContent>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userDrawn="1">
  <p:cSld name="5_Quotation">
    <p:bg>
      <p:bgPr>
        <a:solidFill>
          <a:srgbClr val="861764"/>
        </a:solidFill>
        <a:effectLst/>
      </p:bgPr>
    </p:bg>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A5F839B7-E560-4FEA-8AE8-CB18C7F73EC8}"/>
              </a:ext>
            </a:extLst>
          </p:cNvPr>
          <p:cNvPicPr>
            <a:picLocks noChangeAspect="1"/>
          </p:cNvPicPr>
          <p:nvPr userDrawn="1"/>
        </p:nvPicPr>
        <p:blipFill rotWithShape="1">
          <a:blip r:embed="rId2" cstate="email">
            <a:extLst>
              <a:ext uri="{28A0092B-C50C-407E-A947-70E740481C1C}">
                <a14:useLocalDpi xmlns:a14="http://schemas.microsoft.com/office/drawing/2010/main"/>
              </a:ext>
            </a:extLst>
          </a:blip>
          <a:srcRect l="18523" t="47361"/>
          <a:stretch/>
        </p:blipFill>
        <p:spPr>
          <a:xfrm>
            <a:off x="0" y="-492494"/>
            <a:ext cx="6374990" cy="4118649"/>
          </a:xfrm>
          <a:prstGeom prst="rect">
            <a:avLst/>
          </a:prstGeom>
        </p:spPr>
      </p:pic>
      <p:sp>
        <p:nvSpPr>
          <p:cNvPr id="4" name="Text Placeholder 3"/>
          <p:cNvSpPr>
            <a:spLocks noGrp="1"/>
          </p:cNvSpPr>
          <p:nvPr>
            <p:ph type="body" sz="quarter" idx="10" hasCustomPrompt="1"/>
          </p:nvPr>
        </p:nvSpPr>
        <p:spPr>
          <a:xfrm>
            <a:off x="1601991" y="2533689"/>
            <a:ext cx="8988019" cy="1547024"/>
          </a:xfrm>
          <a:prstGeom prst="rect">
            <a:avLst/>
          </a:prstGeom>
        </p:spPr>
        <p:txBody>
          <a:bodyPr anchor="b" anchorCtr="0"/>
          <a:lstStyle>
            <a:lvl1pPr>
              <a:lnSpc>
                <a:spcPct val="110000"/>
              </a:lnSpc>
              <a:defRPr sz="2200" b="1">
                <a:solidFill>
                  <a:schemeClr val="bg1"/>
                </a:solidFill>
              </a:defRPr>
            </a:lvl1pPr>
            <a:lvl2pPr>
              <a:defRPr b="0">
                <a:solidFill>
                  <a:schemeClr val="bg1"/>
                </a:solidFill>
              </a:defRPr>
            </a:lvl2pPr>
            <a:lvl3pPr>
              <a:defRPr>
                <a:solidFill>
                  <a:schemeClr val="bg1"/>
                </a:solidFill>
              </a:defRPr>
            </a:lvl3pPr>
            <a:lvl4pPr>
              <a:buClr>
                <a:schemeClr val="bg1"/>
              </a:buClr>
              <a:defRPr>
                <a:solidFill>
                  <a:schemeClr val="bg1"/>
                </a:solidFill>
              </a:defRPr>
            </a:lvl4pPr>
            <a:lvl5pPr>
              <a:defRPr>
                <a:solidFill>
                  <a:schemeClr val="bg1"/>
                </a:solidFill>
              </a:defRPr>
            </a:lvl5pPr>
          </a:lstStyle>
          <a:p>
            <a:pPr lvl="0"/>
            <a:r>
              <a:rPr lang="en-US"/>
              <a:t>“Click to enter quotation”</a:t>
            </a:r>
          </a:p>
        </p:txBody>
      </p:sp>
      <p:sp>
        <p:nvSpPr>
          <p:cNvPr id="21" name="Text Placeholder 3">
            <a:extLst>
              <a:ext uri="{FF2B5EF4-FFF2-40B4-BE49-F238E27FC236}">
                <a16:creationId xmlns:a16="http://schemas.microsoft.com/office/drawing/2014/main" id="{1C88C944-A85D-5F46-80D7-FBB7D47A1B8C}"/>
              </a:ext>
            </a:extLst>
          </p:cNvPr>
          <p:cNvSpPr>
            <a:spLocks noGrp="1"/>
          </p:cNvSpPr>
          <p:nvPr>
            <p:ph type="body" sz="quarter" idx="11" hasCustomPrompt="1"/>
          </p:nvPr>
        </p:nvSpPr>
        <p:spPr>
          <a:xfrm>
            <a:off x="1601991" y="4118649"/>
            <a:ext cx="8988019" cy="1547024"/>
          </a:xfrm>
          <a:prstGeom prst="rect">
            <a:avLst/>
          </a:prstGeom>
        </p:spPr>
        <p:txBody>
          <a:bodyPr anchor="t" anchorCtr="0"/>
          <a:lstStyle>
            <a:lvl1pPr algn="r">
              <a:defRPr sz="1400">
                <a:solidFill>
                  <a:schemeClr val="bg1"/>
                </a:solidFill>
              </a:defRPr>
            </a:lvl1pPr>
            <a:lvl2pPr algn="r">
              <a:defRPr b="0">
                <a:solidFill>
                  <a:schemeClr val="bg1"/>
                </a:solidFill>
              </a:defRPr>
            </a:lvl2pPr>
            <a:lvl3pPr algn="r">
              <a:defRPr>
                <a:solidFill>
                  <a:schemeClr val="bg1"/>
                </a:solidFill>
              </a:defRPr>
            </a:lvl3pPr>
            <a:lvl4pPr algn="r">
              <a:buClr>
                <a:schemeClr val="bg1"/>
              </a:buClr>
              <a:defRPr>
                <a:solidFill>
                  <a:schemeClr val="bg1"/>
                </a:solidFill>
              </a:defRPr>
            </a:lvl4pPr>
            <a:lvl5pPr algn="r">
              <a:defRPr>
                <a:solidFill>
                  <a:schemeClr val="bg1"/>
                </a:solidFill>
              </a:defRPr>
            </a:lvl5pPr>
          </a:lstStyle>
          <a:p>
            <a:pPr lvl="0"/>
            <a:r>
              <a:rPr lang="en-US"/>
              <a:t>Click to enter </a:t>
            </a:r>
            <a:r>
              <a:rPr lang="en-US" err="1"/>
              <a:t>attributation</a:t>
            </a:r>
            <a:endParaRPr lang="en-US"/>
          </a:p>
        </p:txBody>
      </p:sp>
      <p:sp>
        <p:nvSpPr>
          <p:cNvPr id="13" name="Retângulo 43">
            <a:extLst>
              <a:ext uri="{FF2B5EF4-FFF2-40B4-BE49-F238E27FC236}">
                <a16:creationId xmlns:a16="http://schemas.microsoft.com/office/drawing/2014/main" id="{5B9B6B81-F908-B243-9698-BE0F9BC18DBC}"/>
              </a:ext>
            </a:extLst>
          </p:cNvPr>
          <p:cNvSpPr/>
          <p:nvPr userDrawn="1"/>
        </p:nvSpPr>
        <p:spPr>
          <a:xfrm>
            <a:off x="11665391" y="6555758"/>
            <a:ext cx="360997" cy="215444"/>
          </a:xfrm>
          <a:prstGeom prst="rect">
            <a:avLst/>
          </a:prstGeom>
        </p:spPr>
        <p:txBody>
          <a:bodyPr wrap="none">
            <a:spAutoFit/>
          </a:bodyPr>
          <a:lstStyle/>
          <a:p>
            <a:pPr algn="r"/>
            <a:fld id="{0502E5A9-B53C-401E-A0E0-4A359BB0A9E5}" type="slidenum">
              <a:rPr lang="en-US" sz="800" smtClean="0">
                <a:solidFill>
                  <a:schemeClr val="bg1"/>
                </a:solidFill>
                <a:cs typeface="Arial" panose="020B0604020202020204" pitchFamily="34" charset="0"/>
              </a:rPr>
              <a:t>‹#›</a:t>
            </a:fld>
            <a:endParaRPr lang="en-US" sz="800">
              <a:solidFill>
                <a:schemeClr val="bg1"/>
              </a:solidFill>
              <a:cs typeface="Arial" panose="020B0604020202020204" pitchFamily="34" charset="0"/>
            </a:endParaRPr>
          </a:p>
        </p:txBody>
      </p:sp>
      <p:cxnSp>
        <p:nvCxnSpPr>
          <p:cNvPr id="9" name="Conector reto 49">
            <a:extLst>
              <a:ext uri="{FF2B5EF4-FFF2-40B4-BE49-F238E27FC236}">
                <a16:creationId xmlns:a16="http://schemas.microsoft.com/office/drawing/2014/main" id="{2AA9D5FD-5BA1-4346-894B-808BD3E21E7C}"/>
              </a:ext>
            </a:extLst>
          </p:cNvPr>
          <p:cNvCxnSpPr>
            <a:cxnSpLocks/>
          </p:cNvCxnSpPr>
          <p:nvPr userDrawn="1"/>
        </p:nvCxnSpPr>
        <p:spPr>
          <a:xfrm flipV="1">
            <a:off x="1877452" y="6587911"/>
            <a:ext cx="0" cy="155576"/>
          </a:xfrm>
          <a:prstGeom prst="line">
            <a:avLst/>
          </a:prstGeom>
          <a:solidFill>
            <a:schemeClr val="tx1"/>
          </a:solidFill>
          <a:ln w="12700" cap="rnd">
            <a:solidFill>
              <a:schemeClr val="bg1"/>
            </a:solidFill>
            <a:round/>
          </a:ln>
        </p:spPr>
        <p:style>
          <a:lnRef idx="1">
            <a:schemeClr val="accent1"/>
          </a:lnRef>
          <a:fillRef idx="0">
            <a:schemeClr val="accent1"/>
          </a:fillRef>
          <a:effectRef idx="0">
            <a:schemeClr val="accent1"/>
          </a:effectRef>
          <a:fontRef idx="minor">
            <a:schemeClr val="tx1"/>
          </a:fontRef>
        </p:style>
      </p:cxnSp>
      <p:sp>
        <p:nvSpPr>
          <p:cNvPr id="10" name="Rectangle 27">
            <a:extLst>
              <a:ext uri="{FF2B5EF4-FFF2-40B4-BE49-F238E27FC236}">
                <a16:creationId xmlns:a16="http://schemas.microsoft.com/office/drawing/2014/main" id="{0C0CFC9F-A789-1F4B-8E14-6BBC662120C4}"/>
              </a:ext>
            </a:extLst>
          </p:cNvPr>
          <p:cNvSpPr/>
          <p:nvPr userDrawn="1"/>
        </p:nvSpPr>
        <p:spPr>
          <a:xfrm>
            <a:off x="407988" y="6604144"/>
            <a:ext cx="1402628" cy="123111"/>
          </a:xfrm>
          <a:prstGeom prst="rect">
            <a:avLst/>
          </a:prstGeom>
        </p:spPr>
        <p:txBody>
          <a:bodyPr wrap="none" lIns="0" tIns="0" rIns="0" bIns="0" anchor="ctr" anchorCtr="0">
            <a:spAutoFit/>
          </a:bodyPr>
          <a:lstStyle/>
          <a:p>
            <a:pPr lvl="0" algn="l" defTabSz="914400">
              <a:lnSpc>
                <a:spcPct val="100000"/>
              </a:lnSpc>
              <a:defRPr/>
            </a:pPr>
            <a:r>
              <a:rPr lang="en-US" sz="800" kern="0">
                <a:solidFill>
                  <a:schemeClr val="bg1"/>
                </a:solidFill>
                <a:latin typeface="+mj-lt"/>
                <a:cs typeface="Arial" panose="020B0604020202020204" pitchFamily="34" charset="0"/>
              </a:rPr>
              <a:t>Capgemini.com/Perform AI</a:t>
            </a:r>
          </a:p>
        </p:txBody>
      </p:sp>
      <p:sp>
        <p:nvSpPr>
          <p:cNvPr id="11" name="Retângulo 43">
            <a:extLst>
              <a:ext uri="{FF2B5EF4-FFF2-40B4-BE49-F238E27FC236}">
                <a16:creationId xmlns:a16="http://schemas.microsoft.com/office/drawing/2014/main" id="{FF25331C-1064-E747-AB08-D3DAA85BBF02}"/>
              </a:ext>
            </a:extLst>
          </p:cNvPr>
          <p:cNvSpPr/>
          <p:nvPr userDrawn="1"/>
        </p:nvSpPr>
        <p:spPr>
          <a:xfrm>
            <a:off x="1961863" y="6604144"/>
            <a:ext cx="2039020" cy="123111"/>
          </a:xfrm>
          <a:prstGeom prst="rect">
            <a:avLst/>
          </a:prstGeom>
        </p:spPr>
        <p:txBody>
          <a:bodyPr wrap="none" lIns="0" tIns="0" rIns="0" bIns="0" anchor="ctr" anchorCtr="0">
            <a:spAutoFit/>
          </a:bodyPr>
          <a:lstStyle/>
          <a:p>
            <a:pPr algn="l">
              <a:lnSpc>
                <a:spcPct val="100000"/>
              </a:lnSpc>
            </a:pPr>
            <a:r>
              <a:rPr lang="en-US" sz="800">
                <a:solidFill>
                  <a:schemeClr val="bg1"/>
                </a:solidFill>
                <a:cs typeface="Arial" panose="020B0604020202020204" pitchFamily="34" charset="0"/>
              </a:rPr>
              <a:t>© 2020 Capgemini. All rights reserved.</a:t>
            </a:r>
          </a:p>
        </p:txBody>
      </p:sp>
    </p:spTree>
    <p:extLst>
      <p:ext uri="{BB962C8B-B14F-4D97-AF65-F5344CB8AC3E}">
        <p14:creationId xmlns:p14="http://schemas.microsoft.com/office/powerpoint/2010/main" val="182643613"/>
      </p:ext>
    </p:extLst>
  </p:cSld>
  <p:clrMapOvr>
    <a:masterClrMapping/>
  </p:clrMapOvr>
  <mc:AlternateContent xmlns:mc="http://schemas.openxmlformats.org/markup-compatibility/2006" xmlns:p14="http://schemas.microsoft.com/office/powerpoint/2010/main">
    <mc:Choice Requires="p14">
      <p:transition p14:dur="350">
        <p:fade/>
      </p:transition>
    </mc:Choice>
    <mc:Fallback xmlns="">
      <p:transition>
        <p:fade/>
      </p:transition>
    </mc:Fallback>
  </mc:AlternateContent>
</p:sldLayout>
</file>

<file path=ppt/slideLayouts/slideLayout34.xml><?xml version="1.0" encoding="utf-8"?>
<p:sldLayout xmlns:a="http://schemas.openxmlformats.org/drawingml/2006/main" xmlns:r="http://schemas.openxmlformats.org/officeDocument/2006/relationships" xmlns:p="http://schemas.openxmlformats.org/presentationml/2006/main" userDrawn="1">
  <p:cSld name="Learnings">
    <p:spTree>
      <p:nvGrpSpPr>
        <p:cNvPr id="1" name=""/>
        <p:cNvGrpSpPr/>
        <p:nvPr/>
      </p:nvGrpSpPr>
      <p:grpSpPr>
        <a:xfrm>
          <a:off x="0" y="0"/>
          <a:ext cx="0" cy="0"/>
          <a:chOff x="0" y="0"/>
          <a:chExt cx="0" cy="0"/>
        </a:xfrm>
      </p:grpSpPr>
      <p:graphicFrame>
        <p:nvGraphicFramePr>
          <p:cNvPr id="5" name="Object 4" hidden="1"/>
          <p:cNvGraphicFramePr>
            <a:graphicFrameLocks noChangeAspect="1"/>
          </p:cNvGraphicFramePr>
          <p:nvPr>
            <p:custDataLst>
              <p:tags r:id="rId1"/>
            </p:custDataLst>
          </p:nvPr>
        </p:nvGraphicFramePr>
        <p:xfrm>
          <a:off x="1587" y="1588"/>
          <a:ext cx="1587" cy="1587"/>
        </p:xfrm>
        <a:graphic>
          <a:graphicData uri="http://schemas.openxmlformats.org/presentationml/2006/ole">
            <mc:AlternateContent xmlns:mc="http://schemas.openxmlformats.org/markup-compatibility/2006">
              <mc:Choice xmlns:v="urn:schemas-microsoft-com:vml" Requires="v">
                <p:oleObj name="think-cell Slide" r:id="rId3" imgW="270" imgH="270" progId="TCLayout.ActiveDocument.1">
                  <p:embed/>
                </p:oleObj>
              </mc:Choice>
              <mc:Fallback>
                <p:oleObj name="think-cell Slide" r:id="rId3" imgW="270" imgH="270" progId="TCLayout.ActiveDocument.1">
                  <p:embed/>
                  <p:pic>
                    <p:nvPicPr>
                      <p:cNvPr id="5" name="Object 4" hidden="1"/>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587" y="1588"/>
                        <a:ext cx="1587" cy="1587"/>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8" name="Rectangle 7">
            <a:extLst>
              <a:ext uri="{FF2B5EF4-FFF2-40B4-BE49-F238E27FC236}">
                <a16:creationId xmlns:a16="http://schemas.microsoft.com/office/drawing/2014/main" id="{8DCBBCCA-93C3-497F-9D94-E103ABF13043}"/>
              </a:ext>
            </a:extLst>
          </p:cNvPr>
          <p:cNvSpPr/>
          <p:nvPr userDrawn="1"/>
        </p:nvSpPr>
        <p:spPr>
          <a:xfrm>
            <a:off x="-10758" y="-12882"/>
            <a:ext cx="12191999" cy="288000"/>
          </a:xfrm>
          <a:prstGeom prst="rect">
            <a:avLst/>
          </a:prstGeom>
          <a:gradFill>
            <a:gsLst>
              <a:gs pos="66000">
                <a:srgbClr val="89D5ED"/>
              </a:gs>
              <a:gs pos="0">
                <a:schemeClr val="accent1"/>
              </a:gs>
              <a:gs pos="87000">
                <a:schemeClr val="bg1">
                  <a:alpha val="0"/>
                </a:schemeClr>
              </a:gs>
            </a:gsLst>
            <a:lin ang="27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srgbClr val="FFFFFF"/>
              </a:solidFill>
              <a:effectLst/>
              <a:uLnTx/>
              <a:uFillTx/>
              <a:latin typeface="Verdana"/>
              <a:ea typeface="+mn-ea"/>
              <a:cs typeface="+mn-cs"/>
            </a:endParaRPr>
          </a:p>
        </p:txBody>
      </p:sp>
      <p:sp>
        <p:nvSpPr>
          <p:cNvPr id="15" name="Title 1">
            <a:extLst>
              <a:ext uri="{FF2B5EF4-FFF2-40B4-BE49-F238E27FC236}">
                <a16:creationId xmlns:a16="http://schemas.microsoft.com/office/drawing/2014/main" id="{25EBB603-D8A7-42C0-813D-A9B09F2DBB59}"/>
              </a:ext>
            </a:extLst>
          </p:cNvPr>
          <p:cNvSpPr>
            <a:spLocks noGrp="1"/>
          </p:cNvSpPr>
          <p:nvPr>
            <p:ph type="title" hasCustomPrompt="1"/>
          </p:nvPr>
        </p:nvSpPr>
        <p:spPr>
          <a:xfrm>
            <a:off x="198783" y="411396"/>
            <a:ext cx="11124965" cy="983725"/>
          </a:xfrm>
        </p:spPr>
        <p:txBody>
          <a:bodyPr vert="horz" lIns="0" tIns="0" rIns="0" bIns="0" rtlCol="0" anchor="t">
            <a:noAutofit/>
          </a:bodyPr>
          <a:lstStyle>
            <a:lvl1pPr>
              <a:defRPr lang="en-GB" sz="2000" b="1" dirty="0"/>
            </a:lvl1pPr>
          </a:lstStyle>
          <a:p>
            <a:pPr lvl="0"/>
            <a:r>
              <a:rPr lang="en-US"/>
              <a:t>Click to edit Master title style</a:t>
            </a:r>
            <a:endParaRPr lang="en-GB"/>
          </a:p>
        </p:txBody>
      </p:sp>
      <p:sp>
        <p:nvSpPr>
          <p:cNvPr id="18" name="Rectangle 17">
            <a:extLst>
              <a:ext uri="{FF2B5EF4-FFF2-40B4-BE49-F238E27FC236}">
                <a16:creationId xmlns:a16="http://schemas.microsoft.com/office/drawing/2014/main" id="{2791069F-ED8E-4545-B5AB-0ABC134170EB}"/>
              </a:ext>
            </a:extLst>
          </p:cNvPr>
          <p:cNvSpPr/>
          <p:nvPr userDrawn="1"/>
        </p:nvSpPr>
        <p:spPr>
          <a:xfrm>
            <a:off x="2896589" y="21936"/>
            <a:ext cx="1044000" cy="215444"/>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rtlCol="0" anchor="ctr">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fr-FR" sz="800" b="0" i="0" u="none" strike="noStrike" kern="1200" cap="none" spc="0" normalizeH="0" baseline="0" noProof="0">
                <a:ln>
                  <a:noFill/>
                </a:ln>
                <a:solidFill>
                  <a:srgbClr val="FFFFFF"/>
                </a:solidFill>
                <a:effectLst/>
                <a:uLnTx/>
                <a:uFillTx/>
                <a:latin typeface="Verdana"/>
                <a:ea typeface="+mn-ea"/>
                <a:cs typeface="+mn-cs"/>
              </a:rPr>
              <a:t>Roadmap</a:t>
            </a:r>
          </a:p>
        </p:txBody>
      </p:sp>
      <p:sp>
        <p:nvSpPr>
          <p:cNvPr id="19" name="Rectangle 18">
            <a:extLst>
              <a:ext uri="{FF2B5EF4-FFF2-40B4-BE49-F238E27FC236}">
                <a16:creationId xmlns:a16="http://schemas.microsoft.com/office/drawing/2014/main" id="{3F9A45CA-CFE8-584E-9770-E1E03408EDAD}"/>
              </a:ext>
            </a:extLst>
          </p:cNvPr>
          <p:cNvSpPr/>
          <p:nvPr userDrawn="1"/>
        </p:nvSpPr>
        <p:spPr>
          <a:xfrm>
            <a:off x="4135463" y="21936"/>
            <a:ext cx="1839498" cy="215444"/>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rtlCol="0" anchor="ctr">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fr-FR" sz="800" err="1">
                <a:solidFill>
                  <a:srgbClr val="FFFFFF"/>
                </a:solidFill>
                <a:latin typeface="Verdana"/>
              </a:rPr>
              <a:t>Next</a:t>
            </a:r>
            <a:r>
              <a:rPr lang="fr-FR" sz="800">
                <a:solidFill>
                  <a:srgbClr val="FFFFFF"/>
                </a:solidFill>
                <a:latin typeface="Verdana"/>
              </a:rPr>
              <a:t> </a:t>
            </a:r>
            <a:r>
              <a:rPr lang="fr-FR" sz="800" err="1">
                <a:solidFill>
                  <a:srgbClr val="FFFFFF"/>
                </a:solidFill>
                <a:latin typeface="Verdana"/>
              </a:rPr>
              <a:t>Steps</a:t>
            </a:r>
            <a:endParaRPr kumimoji="0" lang="fr-FR" sz="800" b="0" i="0" u="none" strike="noStrike" kern="1200" cap="none" spc="0" normalizeH="0" baseline="0" noProof="0">
              <a:ln>
                <a:noFill/>
              </a:ln>
              <a:solidFill>
                <a:srgbClr val="FFFFFF"/>
              </a:solidFill>
              <a:effectLst/>
              <a:uLnTx/>
              <a:uFillTx/>
              <a:latin typeface="Verdana"/>
              <a:ea typeface="+mn-ea"/>
              <a:cs typeface="+mn-cs"/>
            </a:endParaRPr>
          </a:p>
        </p:txBody>
      </p:sp>
      <p:sp>
        <p:nvSpPr>
          <p:cNvPr id="20" name="Rectangle 19">
            <a:extLst>
              <a:ext uri="{FF2B5EF4-FFF2-40B4-BE49-F238E27FC236}">
                <a16:creationId xmlns:a16="http://schemas.microsoft.com/office/drawing/2014/main" id="{55B53BC9-B489-6F4A-9C2C-8E515B9E8573}"/>
              </a:ext>
            </a:extLst>
          </p:cNvPr>
          <p:cNvSpPr/>
          <p:nvPr userDrawn="1"/>
        </p:nvSpPr>
        <p:spPr>
          <a:xfrm>
            <a:off x="1885082" y="21936"/>
            <a:ext cx="812024" cy="215444"/>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rtlCol="0" anchor="ctr">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fr-FR" sz="800" b="0" i="0" u="none" strike="noStrike" kern="1200" cap="none" spc="0" normalizeH="0" baseline="0" noProof="0">
                <a:ln>
                  <a:noFill/>
                </a:ln>
                <a:solidFill>
                  <a:srgbClr val="FFFFFF"/>
                </a:solidFill>
                <a:effectLst/>
                <a:uLnTx/>
                <a:uFillTx/>
                <a:latin typeface="Verdana"/>
                <a:ea typeface="+mn-ea"/>
                <a:cs typeface="+mn-cs"/>
              </a:rPr>
              <a:t>Target</a:t>
            </a:r>
          </a:p>
        </p:txBody>
      </p:sp>
      <p:sp>
        <p:nvSpPr>
          <p:cNvPr id="21" name="Rectangle 20">
            <a:extLst>
              <a:ext uri="{FF2B5EF4-FFF2-40B4-BE49-F238E27FC236}">
                <a16:creationId xmlns:a16="http://schemas.microsoft.com/office/drawing/2014/main" id="{9F970EBF-0C31-7E45-AE38-B3B10D9DFA7F}"/>
              </a:ext>
            </a:extLst>
          </p:cNvPr>
          <p:cNvSpPr/>
          <p:nvPr userDrawn="1"/>
        </p:nvSpPr>
        <p:spPr>
          <a:xfrm>
            <a:off x="1094507" y="237371"/>
            <a:ext cx="576000" cy="45719"/>
          </a:xfrm>
          <a:prstGeom prst="rect">
            <a:avLst/>
          </a:prstGeom>
          <a:solidFill>
            <a:srgbClr val="FF66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srgbClr val="FFFFFF"/>
              </a:solidFill>
              <a:effectLst/>
              <a:uLnTx/>
              <a:uFillTx/>
              <a:latin typeface="Verdana"/>
              <a:ea typeface="+mn-ea"/>
              <a:cs typeface="+mn-cs"/>
            </a:endParaRPr>
          </a:p>
        </p:txBody>
      </p:sp>
      <p:sp>
        <p:nvSpPr>
          <p:cNvPr id="22" name="Rectangle 21">
            <a:extLst>
              <a:ext uri="{FF2B5EF4-FFF2-40B4-BE49-F238E27FC236}">
                <a16:creationId xmlns:a16="http://schemas.microsoft.com/office/drawing/2014/main" id="{0C2EF2A9-9802-044F-8A14-6F7BA7F1E80E}"/>
              </a:ext>
            </a:extLst>
          </p:cNvPr>
          <p:cNvSpPr/>
          <p:nvPr userDrawn="1"/>
        </p:nvSpPr>
        <p:spPr>
          <a:xfrm>
            <a:off x="1109598" y="21936"/>
            <a:ext cx="662051" cy="215444"/>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rtlCol="0" anchor="ctr">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fr-FR" sz="800" b="0" i="0" u="none" strike="noStrike" kern="1200" cap="none" spc="0" normalizeH="0" baseline="0" noProof="0" err="1">
                <a:ln>
                  <a:noFill/>
                </a:ln>
                <a:solidFill>
                  <a:srgbClr val="FFFFFF"/>
                </a:solidFill>
                <a:effectLst/>
                <a:uLnTx/>
                <a:uFillTx/>
                <a:latin typeface="Verdana"/>
                <a:ea typeface="+mn-ea"/>
                <a:cs typeface="+mn-cs"/>
              </a:rPr>
              <a:t>Learnings</a:t>
            </a:r>
            <a:r>
              <a:rPr kumimoji="0" lang="fr-FR" sz="800" b="0" i="0" u="none" strike="noStrike" kern="1200" cap="none" spc="0" normalizeH="0" baseline="0" noProof="0">
                <a:ln>
                  <a:noFill/>
                </a:ln>
                <a:solidFill>
                  <a:srgbClr val="FFFFFF"/>
                </a:solidFill>
                <a:effectLst/>
                <a:uLnTx/>
                <a:uFillTx/>
                <a:latin typeface="Verdana"/>
                <a:ea typeface="+mn-ea"/>
                <a:cs typeface="+mn-cs"/>
              </a:rPr>
              <a:t> </a:t>
            </a:r>
          </a:p>
        </p:txBody>
      </p:sp>
    </p:spTree>
    <p:extLst>
      <p:ext uri="{BB962C8B-B14F-4D97-AF65-F5344CB8AC3E}">
        <p14:creationId xmlns:p14="http://schemas.microsoft.com/office/powerpoint/2010/main" val="806773700"/>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userDrawn="1">
  <p:cSld name="Master - Generic slides - white">
    <p:spTree>
      <p:nvGrpSpPr>
        <p:cNvPr id="1" name=""/>
        <p:cNvGrpSpPr/>
        <p:nvPr/>
      </p:nvGrpSpPr>
      <p:grpSpPr>
        <a:xfrm>
          <a:off x="0" y="0"/>
          <a:ext cx="0" cy="0"/>
          <a:chOff x="0" y="0"/>
          <a:chExt cx="0" cy="0"/>
        </a:xfrm>
      </p:grpSpPr>
      <p:graphicFrame>
        <p:nvGraphicFramePr>
          <p:cNvPr id="5" name="Object 4" hidden="1"/>
          <p:cNvGraphicFramePr>
            <a:graphicFrameLocks noChangeAspect="1"/>
          </p:cNvGraphicFramePr>
          <p:nvPr>
            <p:custDataLst>
              <p:tags r:id="rId1"/>
            </p:custDataLst>
          </p:nvPr>
        </p:nvGraphicFramePr>
        <p:xfrm>
          <a:off x="1589" y="1589"/>
          <a:ext cx="1587" cy="1587"/>
        </p:xfrm>
        <a:graphic>
          <a:graphicData uri="http://schemas.openxmlformats.org/presentationml/2006/ole">
            <mc:AlternateContent xmlns:mc="http://schemas.openxmlformats.org/markup-compatibility/2006">
              <mc:Choice xmlns:v="urn:schemas-microsoft-com:vml" Requires="v">
                <p:oleObj name="think-cell Slide" r:id="rId3" imgW="270" imgH="270" progId="TCLayout.ActiveDocument.1">
                  <p:embed/>
                </p:oleObj>
              </mc:Choice>
              <mc:Fallback>
                <p:oleObj name="think-cell Slide" r:id="rId3" imgW="270" imgH="270" progId="TCLayout.ActiveDocument.1">
                  <p:embed/>
                  <p:pic>
                    <p:nvPicPr>
                      <p:cNvPr id="5" name="Object 4" hidden="1"/>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589" y="1589"/>
                        <a:ext cx="1587" cy="1587"/>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6" name="Titre 2">
            <a:extLst>
              <a:ext uri="{FF2B5EF4-FFF2-40B4-BE49-F238E27FC236}">
                <a16:creationId xmlns:a16="http://schemas.microsoft.com/office/drawing/2014/main" id="{71508793-8330-E64F-B149-00669C7A3BA0}"/>
              </a:ext>
            </a:extLst>
          </p:cNvPr>
          <p:cNvSpPr>
            <a:spLocks noGrp="1"/>
          </p:cNvSpPr>
          <p:nvPr>
            <p:ph type="title"/>
          </p:nvPr>
        </p:nvSpPr>
        <p:spPr>
          <a:xfrm>
            <a:off x="504001" y="432001"/>
            <a:ext cx="11125236" cy="538961"/>
          </a:xfrm>
          <a:prstGeom prst="rect">
            <a:avLst/>
          </a:prstGeom>
        </p:spPr>
        <p:txBody>
          <a:bodyPr anchor="t"/>
          <a:lstStyle>
            <a:lvl1pPr>
              <a:defRPr kumimoji="0" lang="en-US" sz="3200" b="1" i="0" u="none" strike="noStrike" kern="1200" cap="none" spc="0" normalizeH="0" baseline="0" noProof="0" dirty="0">
                <a:ln>
                  <a:noFill/>
                </a:ln>
                <a:solidFill>
                  <a:schemeClr val="tx2"/>
                </a:solidFill>
                <a:effectLst/>
                <a:uLnTx/>
                <a:uFillTx/>
                <a:latin typeface="+mj-lt"/>
                <a:ea typeface="+mj-ea"/>
                <a:cs typeface="+mj-cs"/>
              </a:defRPr>
            </a:lvl1pPr>
          </a:lstStyle>
          <a:p>
            <a:endParaRPr lang="en-US"/>
          </a:p>
        </p:txBody>
      </p:sp>
    </p:spTree>
    <p:extLst>
      <p:ext uri="{BB962C8B-B14F-4D97-AF65-F5344CB8AC3E}">
        <p14:creationId xmlns:p14="http://schemas.microsoft.com/office/powerpoint/2010/main" val="1213140540"/>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userDrawn="1">
  <p:cSld name="Motivation">
    <p:spTree>
      <p:nvGrpSpPr>
        <p:cNvPr id="1" name=""/>
        <p:cNvGrpSpPr/>
        <p:nvPr/>
      </p:nvGrpSpPr>
      <p:grpSpPr>
        <a:xfrm>
          <a:off x="0" y="0"/>
          <a:ext cx="0" cy="0"/>
          <a:chOff x="0" y="0"/>
          <a:chExt cx="0" cy="0"/>
        </a:xfrm>
      </p:grpSpPr>
      <p:graphicFrame>
        <p:nvGraphicFramePr>
          <p:cNvPr id="5" name="Object 4" hidden="1"/>
          <p:cNvGraphicFramePr>
            <a:graphicFrameLocks noChangeAspect="1"/>
          </p:cNvGraphicFramePr>
          <p:nvPr>
            <p:custDataLst>
              <p:tags r:id="rId1"/>
            </p:custDataLst>
          </p:nvPr>
        </p:nvGraphicFramePr>
        <p:xfrm>
          <a:off x="1587" y="1588"/>
          <a:ext cx="1587" cy="1587"/>
        </p:xfrm>
        <a:graphic>
          <a:graphicData uri="http://schemas.openxmlformats.org/presentationml/2006/ole">
            <mc:AlternateContent xmlns:mc="http://schemas.openxmlformats.org/markup-compatibility/2006">
              <mc:Choice xmlns:v="urn:schemas-microsoft-com:vml" Requires="v">
                <p:oleObj name="think-cell Slide" r:id="rId3" imgW="270" imgH="270" progId="TCLayout.ActiveDocument.1">
                  <p:embed/>
                </p:oleObj>
              </mc:Choice>
              <mc:Fallback>
                <p:oleObj name="think-cell Slide" r:id="rId3" imgW="270" imgH="270" progId="TCLayout.ActiveDocument.1">
                  <p:embed/>
                  <p:pic>
                    <p:nvPicPr>
                      <p:cNvPr id="5" name="Object 4" hidden="1"/>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587" y="1588"/>
                        <a:ext cx="1587" cy="1587"/>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8" name="Rectangle 7">
            <a:extLst>
              <a:ext uri="{FF2B5EF4-FFF2-40B4-BE49-F238E27FC236}">
                <a16:creationId xmlns:a16="http://schemas.microsoft.com/office/drawing/2014/main" id="{8DCBBCCA-93C3-497F-9D94-E103ABF13043}"/>
              </a:ext>
            </a:extLst>
          </p:cNvPr>
          <p:cNvSpPr/>
          <p:nvPr userDrawn="1"/>
        </p:nvSpPr>
        <p:spPr>
          <a:xfrm>
            <a:off x="-10758" y="-12882"/>
            <a:ext cx="12191999" cy="288000"/>
          </a:xfrm>
          <a:prstGeom prst="rect">
            <a:avLst/>
          </a:prstGeom>
          <a:gradFill>
            <a:gsLst>
              <a:gs pos="66000">
                <a:srgbClr val="89D5ED"/>
              </a:gs>
              <a:gs pos="0">
                <a:schemeClr val="accent1"/>
              </a:gs>
              <a:gs pos="87000">
                <a:schemeClr val="bg1">
                  <a:alpha val="0"/>
                </a:schemeClr>
              </a:gs>
            </a:gsLst>
            <a:lin ang="27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srgbClr val="FFFFFF"/>
              </a:solidFill>
              <a:effectLst/>
              <a:uLnTx/>
              <a:uFillTx/>
              <a:latin typeface="Verdana"/>
              <a:ea typeface="+mn-ea"/>
              <a:cs typeface="+mn-cs"/>
            </a:endParaRPr>
          </a:p>
        </p:txBody>
      </p:sp>
      <p:sp>
        <p:nvSpPr>
          <p:cNvPr id="15" name="Title 1">
            <a:extLst>
              <a:ext uri="{FF2B5EF4-FFF2-40B4-BE49-F238E27FC236}">
                <a16:creationId xmlns:a16="http://schemas.microsoft.com/office/drawing/2014/main" id="{25EBB603-D8A7-42C0-813D-A9B09F2DBB59}"/>
              </a:ext>
            </a:extLst>
          </p:cNvPr>
          <p:cNvSpPr>
            <a:spLocks noGrp="1"/>
          </p:cNvSpPr>
          <p:nvPr>
            <p:ph type="title" hasCustomPrompt="1"/>
          </p:nvPr>
        </p:nvSpPr>
        <p:spPr>
          <a:xfrm>
            <a:off x="198783" y="411396"/>
            <a:ext cx="11124965" cy="983725"/>
          </a:xfrm>
        </p:spPr>
        <p:txBody>
          <a:bodyPr vert="horz" lIns="0" tIns="0" rIns="0" bIns="0" rtlCol="0" anchor="t">
            <a:noAutofit/>
          </a:bodyPr>
          <a:lstStyle>
            <a:lvl1pPr>
              <a:defRPr lang="en-GB" sz="2000" b="1" dirty="0"/>
            </a:lvl1pPr>
          </a:lstStyle>
          <a:p>
            <a:pPr lvl="0"/>
            <a:r>
              <a:rPr lang="en-US"/>
              <a:t>Click to edit Master title style</a:t>
            </a:r>
            <a:endParaRPr lang="en-GB"/>
          </a:p>
        </p:txBody>
      </p:sp>
      <p:sp>
        <p:nvSpPr>
          <p:cNvPr id="18" name="Rectangle 17">
            <a:extLst>
              <a:ext uri="{FF2B5EF4-FFF2-40B4-BE49-F238E27FC236}">
                <a16:creationId xmlns:a16="http://schemas.microsoft.com/office/drawing/2014/main" id="{2791069F-ED8E-4545-B5AB-0ABC134170EB}"/>
              </a:ext>
            </a:extLst>
          </p:cNvPr>
          <p:cNvSpPr/>
          <p:nvPr userDrawn="1"/>
        </p:nvSpPr>
        <p:spPr>
          <a:xfrm>
            <a:off x="2896589" y="21936"/>
            <a:ext cx="1044000" cy="215444"/>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rtlCol="0" anchor="ctr">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fr-FR" sz="800" b="0" i="0" u="none" strike="noStrike" kern="1200" cap="none" spc="0" normalizeH="0" baseline="0" noProof="0">
                <a:ln>
                  <a:noFill/>
                </a:ln>
                <a:solidFill>
                  <a:srgbClr val="FFFFFF"/>
                </a:solidFill>
                <a:effectLst/>
                <a:uLnTx/>
                <a:uFillTx/>
                <a:latin typeface="Verdana"/>
                <a:ea typeface="+mn-ea"/>
                <a:cs typeface="+mn-cs"/>
              </a:rPr>
              <a:t>Target</a:t>
            </a:r>
          </a:p>
        </p:txBody>
      </p:sp>
      <p:sp>
        <p:nvSpPr>
          <p:cNvPr id="19" name="Rectangle 18">
            <a:extLst>
              <a:ext uri="{FF2B5EF4-FFF2-40B4-BE49-F238E27FC236}">
                <a16:creationId xmlns:a16="http://schemas.microsoft.com/office/drawing/2014/main" id="{3F9A45CA-CFE8-584E-9770-E1E03408EDAD}"/>
              </a:ext>
            </a:extLst>
          </p:cNvPr>
          <p:cNvSpPr/>
          <p:nvPr userDrawn="1"/>
        </p:nvSpPr>
        <p:spPr>
          <a:xfrm>
            <a:off x="4135463" y="21936"/>
            <a:ext cx="1839498" cy="215444"/>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rtlCol="0" anchor="ctr">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fr-FR" sz="800" err="1">
                <a:solidFill>
                  <a:srgbClr val="FFFFFF"/>
                </a:solidFill>
                <a:latin typeface="Verdana"/>
              </a:rPr>
              <a:t>Next</a:t>
            </a:r>
            <a:r>
              <a:rPr lang="fr-FR" sz="800">
                <a:solidFill>
                  <a:srgbClr val="FFFFFF"/>
                </a:solidFill>
                <a:latin typeface="Verdana"/>
              </a:rPr>
              <a:t> </a:t>
            </a:r>
            <a:r>
              <a:rPr lang="fr-FR" sz="800" err="1">
                <a:solidFill>
                  <a:srgbClr val="FFFFFF"/>
                </a:solidFill>
                <a:latin typeface="Verdana"/>
              </a:rPr>
              <a:t>Steps</a:t>
            </a:r>
            <a:endParaRPr kumimoji="0" lang="fr-FR" sz="800" b="0" i="0" u="none" strike="noStrike" kern="1200" cap="none" spc="0" normalizeH="0" baseline="0" noProof="0">
              <a:ln>
                <a:noFill/>
              </a:ln>
              <a:solidFill>
                <a:srgbClr val="FFFFFF"/>
              </a:solidFill>
              <a:effectLst/>
              <a:uLnTx/>
              <a:uFillTx/>
              <a:latin typeface="Verdana"/>
              <a:ea typeface="+mn-ea"/>
              <a:cs typeface="+mn-cs"/>
            </a:endParaRPr>
          </a:p>
        </p:txBody>
      </p:sp>
      <p:sp>
        <p:nvSpPr>
          <p:cNvPr id="20" name="Rectangle 19">
            <a:extLst>
              <a:ext uri="{FF2B5EF4-FFF2-40B4-BE49-F238E27FC236}">
                <a16:creationId xmlns:a16="http://schemas.microsoft.com/office/drawing/2014/main" id="{55B53BC9-B489-6F4A-9C2C-8E515B9E8573}"/>
              </a:ext>
            </a:extLst>
          </p:cNvPr>
          <p:cNvSpPr/>
          <p:nvPr userDrawn="1"/>
        </p:nvSpPr>
        <p:spPr>
          <a:xfrm>
            <a:off x="1885082" y="21936"/>
            <a:ext cx="812024" cy="215444"/>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rtlCol="0" anchor="ctr">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fr-FR" sz="800" b="0" i="0" u="none" strike="noStrike" kern="1200" cap="none" spc="0" normalizeH="0" baseline="0" noProof="0">
                <a:ln>
                  <a:noFill/>
                </a:ln>
                <a:solidFill>
                  <a:srgbClr val="FFFFFF"/>
                </a:solidFill>
                <a:effectLst/>
                <a:uLnTx/>
                <a:uFillTx/>
                <a:latin typeface="Verdana"/>
                <a:ea typeface="+mn-ea"/>
                <a:cs typeface="+mn-cs"/>
              </a:rPr>
              <a:t>Motivation</a:t>
            </a:r>
          </a:p>
        </p:txBody>
      </p:sp>
      <p:sp>
        <p:nvSpPr>
          <p:cNvPr id="21" name="Rectangle 20">
            <a:extLst>
              <a:ext uri="{FF2B5EF4-FFF2-40B4-BE49-F238E27FC236}">
                <a16:creationId xmlns:a16="http://schemas.microsoft.com/office/drawing/2014/main" id="{9F970EBF-0C31-7E45-AE38-B3B10D9DFA7F}"/>
              </a:ext>
            </a:extLst>
          </p:cNvPr>
          <p:cNvSpPr/>
          <p:nvPr userDrawn="1"/>
        </p:nvSpPr>
        <p:spPr>
          <a:xfrm>
            <a:off x="1951757" y="237371"/>
            <a:ext cx="576000" cy="45719"/>
          </a:xfrm>
          <a:prstGeom prst="rect">
            <a:avLst/>
          </a:prstGeom>
          <a:solidFill>
            <a:srgbClr val="FF66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srgbClr val="FFFFFF"/>
              </a:solidFill>
              <a:effectLst/>
              <a:uLnTx/>
              <a:uFillTx/>
              <a:latin typeface="Verdana"/>
              <a:ea typeface="+mn-ea"/>
              <a:cs typeface="+mn-cs"/>
            </a:endParaRPr>
          </a:p>
        </p:txBody>
      </p:sp>
      <p:sp>
        <p:nvSpPr>
          <p:cNvPr id="22" name="Rectangle 21">
            <a:extLst>
              <a:ext uri="{FF2B5EF4-FFF2-40B4-BE49-F238E27FC236}">
                <a16:creationId xmlns:a16="http://schemas.microsoft.com/office/drawing/2014/main" id="{0C2EF2A9-9802-044F-8A14-6F7BA7F1E80E}"/>
              </a:ext>
            </a:extLst>
          </p:cNvPr>
          <p:cNvSpPr/>
          <p:nvPr userDrawn="1"/>
        </p:nvSpPr>
        <p:spPr>
          <a:xfrm>
            <a:off x="1109598" y="21936"/>
            <a:ext cx="662051" cy="215444"/>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rtlCol="0" anchor="ctr">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fr-FR" sz="800" b="0" i="0" u="none" strike="noStrike" kern="1200" cap="none" spc="0" normalizeH="0" baseline="0" noProof="0" err="1">
                <a:ln>
                  <a:noFill/>
                </a:ln>
                <a:solidFill>
                  <a:srgbClr val="FFFFFF"/>
                </a:solidFill>
                <a:effectLst/>
                <a:uLnTx/>
                <a:uFillTx/>
                <a:latin typeface="Verdana"/>
                <a:ea typeface="+mn-ea"/>
                <a:cs typeface="+mn-cs"/>
              </a:rPr>
              <a:t>Learnings</a:t>
            </a:r>
            <a:r>
              <a:rPr kumimoji="0" lang="fr-FR" sz="800" b="0" i="0" u="none" strike="noStrike" kern="1200" cap="none" spc="0" normalizeH="0" baseline="0" noProof="0">
                <a:ln>
                  <a:noFill/>
                </a:ln>
                <a:solidFill>
                  <a:srgbClr val="FFFFFF"/>
                </a:solidFill>
                <a:effectLst/>
                <a:uLnTx/>
                <a:uFillTx/>
                <a:latin typeface="Verdana"/>
                <a:ea typeface="+mn-ea"/>
                <a:cs typeface="+mn-cs"/>
              </a:rPr>
              <a:t> </a:t>
            </a:r>
          </a:p>
        </p:txBody>
      </p:sp>
    </p:spTree>
    <p:extLst>
      <p:ext uri="{BB962C8B-B14F-4D97-AF65-F5344CB8AC3E}">
        <p14:creationId xmlns:p14="http://schemas.microsoft.com/office/powerpoint/2010/main" val="677045415"/>
      </p:ext>
    </p:extLst>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userDrawn="1">
  <p:cSld name="Title and content">
    <p:spTree>
      <p:nvGrpSpPr>
        <p:cNvPr id="1" name=""/>
        <p:cNvGrpSpPr/>
        <p:nvPr/>
      </p:nvGrpSpPr>
      <p:grpSpPr>
        <a:xfrm>
          <a:off x="0" y="0"/>
          <a:ext cx="0" cy="0"/>
          <a:chOff x="0" y="0"/>
          <a:chExt cx="0" cy="0"/>
        </a:xfrm>
      </p:grpSpPr>
      <p:sp>
        <p:nvSpPr>
          <p:cNvPr id="4" name="Text Placeholder 3"/>
          <p:cNvSpPr>
            <a:spLocks noGrp="1"/>
          </p:cNvSpPr>
          <p:nvPr>
            <p:ph type="body" sz="quarter" idx="10"/>
          </p:nvPr>
        </p:nvSpPr>
        <p:spPr>
          <a:xfrm>
            <a:off x="227348" y="1815352"/>
            <a:ext cx="11700000" cy="4466201"/>
          </a:xfrm>
        </p:spPr>
        <p:txBody>
          <a:bodyPr/>
          <a:lstStyle/>
          <a:p>
            <a:pPr lvl="0"/>
            <a:r>
              <a:rPr lang="en-US" err="1"/>
              <a:t>Modifiez</a:t>
            </a:r>
            <a:r>
              <a:rPr lang="en-US"/>
              <a:t> les styles du </a:t>
            </a:r>
            <a:r>
              <a:rPr lang="en-US" err="1"/>
              <a:t>texte</a:t>
            </a:r>
            <a:r>
              <a:rPr lang="en-US"/>
              <a:t> du masque</a:t>
            </a:r>
          </a:p>
          <a:p>
            <a:pPr lvl="1"/>
            <a:r>
              <a:rPr lang="en-US" err="1"/>
              <a:t>Deuxième</a:t>
            </a:r>
            <a:r>
              <a:rPr lang="en-US"/>
              <a:t> </a:t>
            </a:r>
            <a:r>
              <a:rPr lang="en-US" err="1"/>
              <a:t>niveau</a:t>
            </a:r>
            <a:endParaRPr lang="en-US"/>
          </a:p>
          <a:p>
            <a:pPr lvl="2"/>
            <a:r>
              <a:rPr lang="en-US" err="1"/>
              <a:t>Troisième</a:t>
            </a:r>
            <a:r>
              <a:rPr lang="en-US"/>
              <a:t> </a:t>
            </a:r>
            <a:r>
              <a:rPr lang="en-US" err="1"/>
              <a:t>niveau</a:t>
            </a:r>
            <a:endParaRPr lang="en-US"/>
          </a:p>
          <a:p>
            <a:pPr lvl="3"/>
            <a:r>
              <a:rPr lang="en-US" err="1"/>
              <a:t>Quatrième</a:t>
            </a:r>
            <a:r>
              <a:rPr lang="en-US"/>
              <a:t> </a:t>
            </a:r>
            <a:r>
              <a:rPr lang="en-US" err="1"/>
              <a:t>niveau</a:t>
            </a:r>
            <a:endParaRPr lang="en-US"/>
          </a:p>
          <a:p>
            <a:pPr lvl="4"/>
            <a:r>
              <a:rPr lang="en-US" err="1"/>
              <a:t>Cinquième</a:t>
            </a:r>
            <a:r>
              <a:rPr lang="en-US"/>
              <a:t> </a:t>
            </a:r>
            <a:r>
              <a:rPr lang="en-US" err="1"/>
              <a:t>niveau</a:t>
            </a:r>
            <a:endParaRPr lang="en-US"/>
          </a:p>
        </p:txBody>
      </p:sp>
      <p:sp>
        <p:nvSpPr>
          <p:cNvPr id="3" name="Titre 2"/>
          <p:cNvSpPr>
            <a:spLocks noGrp="1"/>
          </p:cNvSpPr>
          <p:nvPr>
            <p:ph type="title"/>
          </p:nvPr>
        </p:nvSpPr>
        <p:spPr/>
        <p:txBody>
          <a:bodyPr/>
          <a:lstStyle/>
          <a:p>
            <a:r>
              <a:rPr lang="en-US" err="1"/>
              <a:t>Modifiez</a:t>
            </a:r>
            <a:r>
              <a:rPr lang="en-US"/>
              <a:t> le style du </a:t>
            </a:r>
            <a:r>
              <a:rPr lang="en-US" err="1"/>
              <a:t>titre</a:t>
            </a:r>
            <a:endParaRPr lang="en-US"/>
          </a:p>
        </p:txBody>
      </p:sp>
    </p:spTree>
    <p:extLst>
      <p:ext uri="{BB962C8B-B14F-4D97-AF65-F5344CB8AC3E}">
        <p14:creationId xmlns:p14="http://schemas.microsoft.com/office/powerpoint/2010/main" val="1258137160"/>
      </p:ext>
    </p:extLst>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type="blank">
  <p:cSld name="Vide">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A46C6978-5D40-334E-BAB0-8E1089AC0C3F}" type="datetimeFigureOut">
              <a:rPr lang="en-US" smtClean="0"/>
              <a:t>3/4/2026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F3AA6FF2-5DFB-7540-89A1-93A699D8B27C}" type="slidenum">
              <a:rPr lang="en-US" smtClean="0"/>
              <a:t>‹#›</a:t>
            </a:fld>
            <a:endParaRPr lang="en-US"/>
          </a:p>
        </p:txBody>
      </p:sp>
    </p:spTree>
    <p:extLst>
      <p:ext uri="{BB962C8B-B14F-4D97-AF65-F5344CB8AC3E}">
        <p14:creationId xmlns:p14="http://schemas.microsoft.com/office/powerpoint/2010/main" val="2463167963"/>
      </p:ext>
    </p:extLst>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type="title">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p:cNvSpPr>
            <a:spLocks noGrp="1"/>
          </p:cNvSpPr>
          <p:nvPr>
            <p:ph type="dt" sz="half" idx="10"/>
          </p:nvPr>
        </p:nvSpPr>
        <p:spPr/>
        <p:txBody>
          <a:bodyPr/>
          <a:lstStyle/>
          <a:p>
            <a:fld id="{F1603EC6-36DF-4136-96D1-0CE125D1E6CD}" type="datetimeFigureOut">
              <a:rPr lang="en-US" smtClean="0"/>
              <a:t>3/4/2026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15E2345-22F1-4BC0-813D-678929669597}" type="slidenum">
              <a:rPr lang="en-US" smtClean="0"/>
              <a:t>‹#›</a:t>
            </a:fld>
            <a:endParaRPr lang="en-US"/>
          </a:p>
        </p:txBody>
      </p:sp>
    </p:spTree>
    <p:extLst>
      <p:ext uri="{BB962C8B-B14F-4D97-AF65-F5344CB8AC3E}">
        <p14:creationId xmlns:p14="http://schemas.microsoft.com/office/powerpoint/2010/main" val="2897791759"/>
      </p:ext>
    </p:extLst>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userDrawn="1">
  <p:cSld name="Title &amp; text 3 columns">
    <p:spTree>
      <p:nvGrpSpPr>
        <p:cNvPr id="1" name=""/>
        <p:cNvGrpSpPr/>
        <p:nvPr/>
      </p:nvGrpSpPr>
      <p:grpSpPr>
        <a:xfrm>
          <a:off x="0" y="0"/>
          <a:ext cx="0" cy="0"/>
          <a:chOff x="0" y="0"/>
          <a:chExt cx="0" cy="0"/>
        </a:xfrm>
      </p:grpSpPr>
      <p:sp>
        <p:nvSpPr>
          <p:cNvPr id="2" name="Titre 1"/>
          <p:cNvSpPr>
            <a:spLocks noGrp="1"/>
          </p:cNvSpPr>
          <p:nvPr>
            <p:ph type="title" hasCustomPrompt="1"/>
          </p:nvPr>
        </p:nvSpPr>
        <p:spPr bwMode="gray"/>
        <p:txBody>
          <a:bodyPr/>
          <a:lstStyle>
            <a:lvl1pPr>
              <a:defRPr>
                <a:solidFill>
                  <a:schemeClr val="accent5"/>
                </a:solidFill>
              </a:defRPr>
            </a:lvl1pPr>
          </a:lstStyle>
          <a:p>
            <a:r>
              <a:rPr lang="en-US" noProof="0"/>
              <a:t>Title</a:t>
            </a:r>
          </a:p>
        </p:txBody>
      </p:sp>
      <p:sp>
        <p:nvSpPr>
          <p:cNvPr id="7" name="Espace réservé de la date 6"/>
          <p:cNvSpPr>
            <a:spLocks noGrp="1"/>
          </p:cNvSpPr>
          <p:nvPr>
            <p:ph type="dt" sz="half" idx="10"/>
          </p:nvPr>
        </p:nvSpPr>
        <p:spPr bwMode="gray"/>
        <p:txBody>
          <a:bodyPr/>
          <a:lstStyle/>
          <a:p>
            <a:endParaRPr lang="en-US" noProof="0"/>
          </a:p>
        </p:txBody>
      </p:sp>
      <p:sp>
        <p:nvSpPr>
          <p:cNvPr id="8" name="Espace réservé du pied de page 7"/>
          <p:cNvSpPr>
            <a:spLocks noGrp="1"/>
          </p:cNvSpPr>
          <p:nvPr>
            <p:ph type="ftr" sz="quarter" idx="11"/>
          </p:nvPr>
        </p:nvSpPr>
        <p:spPr bwMode="gray"/>
        <p:txBody>
          <a:bodyPr/>
          <a:lstStyle/>
          <a:p>
            <a:endParaRPr lang="en-US" noProof="0"/>
          </a:p>
        </p:txBody>
      </p:sp>
      <p:sp>
        <p:nvSpPr>
          <p:cNvPr id="9" name="Espace réservé du numéro de diapositive 8"/>
          <p:cNvSpPr>
            <a:spLocks noGrp="1"/>
          </p:cNvSpPr>
          <p:nvPr>
            <p:ph type="sldNum" sz="quarter" idx="12"/>
          </p:nvPr>
        </p:nvSpPr>
        <p:spPr bwMode="gray"/>
        <p:txBody>
          <a:bodyPr/>
          <a:lstStyle/>
          <a:p>
            <a:fld id="{733122C9-A0B9-462F-8757-0847AD287B63}" type="slidenum">
              <a:rPr lang="en-US" noProof="0" smtClean="0"/>
              <a:pPr/>
              <a:t>‹#›</a:t>
            </a:fld>
            <a:endParaRPr lang="en-US" noProof="0"/>
          </a:p>
        </p:txBody>
      </p:sp>
      <p:sp>
        <p:nvSpPr>
          <p:cNvPr id="6" name="Espace réservé du texte 5"/>
          <p:cNvSpPr>
            <a:spLocks noGrp="1"/>
          </p:cNvSpPr>
          <p:nvPr>
            <p:ph type="body" sz="quarter" idx="13" hasCustomPrompt="1"/>
          </p:nvPr>
        </p:nvSpPr>
        <p:spPr bwMode="gray">
          <a:xfrm>
            <a:off x="478367" y="2468034"/>
            <a:ext cx="3600000" cy="3409951"/>
          </a:xfrm>
        </p:spPr>
        <p:txBody>
          <a:bodyPr/>
          <a:lstStyle>
            <a:lvl1pPr algn="l">
              <a:defRPr/>
            </a:lvl1pPr>
            <a:lvl2pPr algn="l">
              <a:defRPr/>
            </a:lvl2pPr>
            <a:lvl3pPr algn="l">
              <a:defRPr/>
            </a:lvl3pPr>
            <a:lvl4pPr algn="l">
              <a:defRPr/>
            </a:lvl4pPr>
            <a:lvl5pPr algn="l">
              <a:defRPr/>
            </a:lvl5pPr>
          </a:lstStyle>
          <a:p>
            <a:pPr lvl="0"/>
            <a:r>
              <a:rPr lang="en-US" noProof="0"/>
              <a:t>Text level 1</a:t>
            </a:r>
          </a:p>
          <a:p>
            <a:pPr lvl="1"/>
            <a:r>
              <a:rPr lang="en-US" noProof="0"/>
              <a:t>Text level 2</a:t>
            </a:r>
          </a:p>
          <a:p>
            <a:pPr lvl="2"/>
            <a:r>
              <a:rPr lang="en-US" noProof="0"/>
              <a:t>Text level 3</a:t>
            </a:r>
          </a:p>
          <a:p>
            <a:pPr lvl="3"/>
            <a:r>
              <a:rPr lang="en-US" noProof="0"/>
              <a:t>Text level 4</a:t>
            </a:r>
          </a:p>
          <a:p>
            <a:pPr lvl="4"/>
            <a:r>
              <a:rPr lang="en-US" noProof="0"/>
              <a:t>Text level 5</a:t>
            </a:r>
          </a:p>
        </p:txBody>
      </p:sp>
      <p:sp>
        <p:nvSpPr>
          <p:cNvPr id="10" name="Espace réservé du texte 5"/>
          <p:cNvSpPr>
            <a:spLocks noGrp="1"/>
          </p:cNvSpPr>
          <p:nvPr>
            <p:ph type="body" sz="quarter" idx="14" hasCustomPrompt="1"/>
          </p:nvPr>
        </p:nvSpPr>
        <p:spPr bwMode="gray">
          <a:xfrm>
            <a:off x="4295296" y="2468034"/>
            <a:ext cx="3600000" cy="3409951"/>
          </a:xfrm>
        </p:spPr>
        <p:txBody>
          <a:bodyPr/>
          <a:lstStyle>
            <a:lvl1pPr algn="l">
              <a:defRPr/>
            </a:lvl1pPr>
            <a:lvl2pPr algn="l">
              <a:defRPr/>
            </a:lvl2pPr>
            <a:lvl3pPr algn="l">
              <a:defRPr/>
            </a:lvl3pPr>
            <a:lvl4pPr algn="l">
              <a:defRPr/>
            </a:lvl4pPr>
            <a:lvl5pPr algn="l">
              <a:defRPr/>
            </a:lvl5pPr>
          </a:lstStyle>
          <a:p>
            <a:pPr lvl="0"/>
            <a:r>
              <a:rPr lang="en-US" noProof="0"/>
              <a:t>Text level 1</a:t>
            </a:r>
          </a:p>
          <a:p>
            <a:pPr lvl="1"/>
            <a:r>
              <a:rPr lang="en-US" noProof="0"/>
              <a:t>Text level 2</a:t>
            </a:r>
          </a:p>
          <a:p>
            <a:pPr lvl="2"/>
            <a:r>
              <a:rPr lang="en-US" noProof="0"/>
              <a:t>Text level 3</a:t>
            </a:r>
          </a:p>
          <a:p>
            <a:pPr lvl="3"/>
            <a:r>
              <a:rPr lang="en-US" noProof="0"/>
              <a:t>Text level 4</a:t>
            </a:r>
          </a:p>
          <a:p>
            <a:pPr lvl="4"/>
            <a:r>
              <a:rPr lang="en-US" noProof="0"/>
              <a:t>Text level 5</a:t>
            </a:r>
          </a:p>
        </p:txBody>
      </p:sp>
      <p:sp>
        <p:nvSpPr>
          <p:cNvPr id="11" name="Espace réservé du texte 5"/>
          <p:cNvSpPr>
            <a:spLocks noGrp="1"/>
          </p:cNvSpPr>
          <p:nvPr>
            <p:ph type="body" sz="quarter" idx="15" hasCustomPrompt="1"/>
          </p:nvPr>
        </p:nvSpPr>
        <p:spPr bwMode="gray">
          <a:xfrm>
            <a:off x="8112225" y="2468034"/>
            <a:ext cx="3601409" cy="3409951"/>
          </a:xfrm>
        </p:spPr>
        <p:txBody>
          <a:bodyPr/>
          <a:lstStyle>
            <a:lvl1pPr algn="l">
              <a:defRPr/>
            </a:lvl1pPr>
            <a:lvl2pPr algn="l">
              <a:defRPr/>
            </a:lvl2pPr>
            <a:lvl3pPr algn="l">
              <a:defRPr/>
            </a:lvl3pPr>
            <a:lvl4pPr algn="l">
              <a:defRPr/>
            </a:lvl4pPr>
            <a:lvl5pPr algn="l">
              <a:defRPr/>
            </a:lvl5pPr>
          </a:lstStyle>
          <a:p>
            <a:pPr lvl="0"/>
            <a:r>
              <a:rPr lang="en-US" noProof="0"/>
              <a:t>Text level 1</a:t>
            </a:r>
          </a:p>
          <a:p>
            <a:pPr lvl="1"/>
            <a:r>
              <a:rPr lang="en-US" noProof="0"/>
              <a:t>Text level 2</a:t>
            </a:r>
          </a:p>
          <a:p>
            <a:pPr lvl="2"/>
            <a:r>
              <a:rPr lang="en-US" noProof="0"/>
              <a:t>Text level 3</a:t>
            </a:r>
          </a:p>
          <a:p>
            <a:pPr lvl="3"/>
            <a:r>
              <a:rPr lang="en-US" noProof="0"/>
              <a:t>Text level 4</a:t>
            </a:r>
          </a:p>
          <a:p>
            <a:pPr lvl="4"/>
            <a:r>
              <a:rPr lang="en-US" noProof="0"/>
              <a:t>Text level 5</a:t>
            </a:r>
          </a:p>
        </p:txBody>
      </p:sp>
    </p:spTree>
    <p:extLst>
      <p:ext uri="{BB962C8B-B14F-4D97-AF65-F5344CB8AC3E}">
        <p14:creationId xmlns:p14="http://schemas.microsoft.com/office/powerpoint/2010/main" val="527790628"/>
      </p:ext>
    </p:extLst>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userDrawn="1">
  <p:cSld name="1_Case study layout">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51CEB091-D0FA-47E4-91F1-968C4680EA5B}"/>
              </a:ext>
            </a:extLst>
          </p:cNvPr>
          <p:cNvSpPr/>
          <p:nvPr userDrawn="1"/>
        </p:nvSpPr>
        <p:spPr>
          <a:xfrm>
            <a:off x="895708" y="1668385"/>
            <a:ext cx="10603789" cy="2431435"/>
          </a:xfrm>
          <a:prstGeom prst="rect">
            <a:avLst/>
          </a:prstGeom>
        </p:spPr>
        <p:txBody>
          <a:bodyPr wrap="square" lIns="91334" tIns="45718" rIns="91334" bIns="45718">
            <a:spAutoFit/>
          </a:bodyPr>
          <a:lstStyle/>
          <a:p>
            <a:pPr algn="ctr"/>
            <a:r>
              <a:rPr lang="en-GB" sz="3200">
                <a:solidFill>
                  <a:prstClr val="white"/>
                </a:solidFill>
                <a:latin typeface="Arial" panose="020B0604020202020204" pitchFamily="34" charset="0"/>
                <a:cs typeface="Arial" panose="020B0604020202020204" pitchFamily="34" charset="0"/>
              </a:rPr>
              <a:t>Tessella</a:t>
            </a:r>
          </a:p>
          <a:p>
            <a:pPr algn="ctr"/>
            <a:endParaRPr lang="en-GB" sz="3200">
              <a:solidFill>
                <a:prstClr val="white"/>
              </a:solidFill>
              <a:latin typeface="Arial" panose="020B0604020202020204" pitchFamily="34" charset="0"/>
              <a:cs typeface="Arial" panose="020B0604020202020204" pitchFamily="34" charset="0"/>
            </a:endParaRPr>
          </a:p>
          <a:p>
            <a:pPr algn="ctr"/>
            <a:r>
              <a:rPr lang="en-GB" sz="2400">
                <a:solidFill>
                  <a:prstClr val="white"/>
                </a:solidFill>
                <a:latin typeface="Arial" panose="020B0604020202020204" pitchFamily="34" charset="0"/>
                <a:cs typeface="Arial" panose="020B0604020202020204" pitchFamily="34" charset="0"/>
              </a:rPr>
              <a:t>international data science, analytics and AI technology consulting services provider</a:t>
            </a:r>
          </a:p>
          <a:p>
            <a:pPr algn="ctr"/>
            <a:endParaRPr lang="en-GB" sz="2400">
              <a:solidFill>
                <a:prstClr val="white"/>
              </a:solidFill>
              <a:latin typeface="Arial" panose="020B0604020202020204" pitchFamily="34" charset="0"/>
              <a:cs typeface="Arial" panose="020B0604020202020204" pitchFamily="34" charset="0"/>
            </a:endParaRPr>
          </a:p>
          <a:p>
            <a:pPr algn="ctr"/>
            <a:endParaRPr lang="en-GB" sz="1600">
              <a:solidFill>
                <a:prstClr val="white"/>
              </a:solidFill>
              <a:latin typeface="Arial" panose="020B0604020202020204" pitchFamily="34" charset="0"/>
              <a:cs typeface="Arial" panose="020B0604020202020204" pitchFamily="34" charset="0"/>
            </a:endParaRPr>
          </a:p>
        </p:txBody>
      </p:sp>
      <p:cxnSp>
        <p:nvCxnSpPr>
          <p:cNvPr id="10" name="Straight Connector 9">
            <a:extLst>
              <a:ext uri="{FF2B5EF4-FFF2-40B4-BE49-F238E27FC236}">
                <a16:creationId xmlns:a16="http://schemas.microsoft.com/office/drawing/2014/main" id="{1B77BA0D-1A1D-4A32-B1BB-E62F70CF54DB}"/>
              </a:ext>
            </a:extLst>
          </p:cNvPr>
          <p:cNvCxnSpPr/>
          <p:nvPr userDrawn="1"/>
        </p:nvCxnSpPr>
        <p:spPr>
          <a:xfrm>
            <a:off x="4068009" y="5084764"/>
            <a:ext cx="0" cy="1335837"/>
          </a:xfrm>
          <a:prstGeom prst="line">
            <a:avLst/>
          </a:prstGeom>
          <a:ln>
            <a:solidFill>
              <a:srgbClr val="005288"/>
            </a:solidFill>
          </a:ln>
        </p:spPr>
        <p:style>
          <a:lnRef idx="1">
            <a:schemeClr val="accent1"/>
          </a:lnRef>
          <a:fillRef idx="0">
            <a:schemeClr val="accent1"/>
          </a:fillRef>
          <a:effectRef idx="0">
            <a:schemeClr val="accent1"/>
          </a:effectRef>
          <a:fontRef idx="minor">
            <a:schemeClr val="tx1"/>
          </a:fontRef>
        </p:style>
      </p:cxnSp>
      <p:cxnSp>
        <p:nvCxnSpPr>
          <p:cNvPr id="15" name="Straight Connector 14">
            <a:extLst>
              <a:ext uri="{FF2B5EF4-FFF2-40B4-BE49-F238E27FC236}">
                <a16:creationId xmlns:a16="http://schemas.microsoft.com/office/drawing/2014/main" id="{76FCD42C-0FB1-474E-997F-6DDFD0241D9A}"/>
              </a:ext>
            </a:extLst>
          </p:cNvPr>
          <p:cNvCxnSpPr/>
          <p:nvPr userDrawn="1"/>
        </p:nvCxnSpPr>
        <p:spPr>
          <a:xfrm>
            <a:off x="8141940" y="5089292"/>
            <a:ext cx="0" cy="1335837"/>
          </a:xfrm>
          <a:prstGeom prst="line">
            <a:avLst/>
          </a:prstGeom>
          <a:ln>
            <a:solidFill>
              <a:srgbClr val="005288"/>
            </a:solidFill>
          </a:ln>
        </p:spPr>
        <p:style>
          <a:lnRef idx="1">
            <a:schemeClr val="accent1"/>
          </a:lnRef>
          <a:fillRef idx="0">
            <a:schemeClr val="accent1"/>
          </a:fillRef>
          <a:effectRef idx="0">
            <a:schemeClr val="accent1"/>
          </a:effectRef>
          <a:fontRef idx="minor">
            <a:schemeClr val="tx1"/>
          </a:fontRef>
        </p:style>
      </p:cxnSp>
      <p:sp>
        <p:nvSpPr>
          <p:cNvPr id="4" name="Text Placeholder 3">
            <a:extLst>
              <a:ext uri="{FF2B5EF4-FFF2-40B4-BE49-F238E27FC236}">
                <a16:creationId xmlns:a16="http://schemas.microsoft.com/office/drawing/2014/main" id="{F4AD4FA4-2E1B-49C6-8235-1FBB65473B75}"/>
              </a:ext>
            </a:extLst>
          </p:cNvPr>
          <p:cNvSpPr>
            <a:spLocks noGrp="1"/>
          </p:cNvSpPr>
          <p:nvPr>
            <p:ph type="body" sz="quarter" idx="22" hasCustomPrompt="1"/>
          </p:nvPr>
        </p:nvSpPr>
        <p:spPr>
          <a:xfrm>
            <a:off x="-1" y="5094288"/>
            <a:ext cx="4064400" cy="961200"/>
          </a:xfrm>
        </p:spPr>
        <p:txBody>
          <a:bodyPr/>
          <a:lstStyle>
            <a:lvl1pPr marL="0" indent="0" algn="ctr">
              <a:lnSpc>
                <a:spcPct val="100000"/>
              </a:lnSpc>
              <a:spcBef>
                <a:spcPts val="0"/>
              </a:spcBef>
              <a:buNone/>
              <a:defRPr sz="1900"/>
            </a:lvl1pPr>
          </a:lstStyle>
          <a:p>
            <a:pPr lvl="0"/>
            <a:r>
              <a:rPr lang="en-GB"/>
              <a:t>Body text – business challenge</a:t>
            </a:r>
          </a:p>
        </p:txBody>
      </p:sp>
      <p:sp>
        <p:nvSpPr>
          <p:cNvPr id="13" name="Text Placeholder 3">
            <a:extLst>
              <a:ext uri="{FF2B5EF4-FFF2-40B4-BE49-F238E27FC236}">
                <a16:creationId xmlns:a16="http://schemas.microsoft.com/office/drawing/2014/main" id="{36A287FD-CD6B-4F25-8BDF-F903D59010C6}"/>
              </a:ext>
            </a:extLst>
          </p:cNvPr>
          <p:cNvSpPr>
            <a:spLocks noGrp="1"/>
          </p:cNvSpPr>
          <p:nvPr>
            <p:ph type="body" sz="quarter" idx="23" hasCustomPrompt="1"/>
          </p:nvPr>
        </p:nvSpPr>
        <p:spPr>
          <a:xfrm>
            <a:off x="4073325" y="5088341"/>
            <a:ext cx="4065003" cy="961200"/>
          </a:xfrm>
        </p:spPr>
        <p:txBody>
          <a:bodyPr/>
          <a:lstStyle>
            <a:lvl1pPr marL="0" indent="0" algn="ctr">
              <a:lnSpc>
                <a:spcPct val="100000"/>
              </a:lnSpc>
              <a:spcBef>
                <a:spcPts val="0"/>
              </a:spcBef>
              <a:buNone/>
              <a:defRPr sz="1900"/>
            </a:lvl1pPr>
          </a:lstStyle>
          <a:p>
            <a:pPr lvl="0"/>
            <a:r>
              <a:rPr lang="en-GB"/>
              <a:t>Body text – </a:t>
            </a:r>
            <a:r>
              <a:rPr lang="en-GB" err="1"/>
              <a:t>Tessella</a:t>
            </a:r>
            <a:r>
              <a:rPr lang="en-GB"/>
              <a:t> approach</a:t>
            </a:r>
          </a:p>
        </p:txBody>
      </p:sp>
      <p:sp>
        <p:nvSpPr>
          <p:cNvPr id="17" name="Text Placeholder 3">
            <a:extLst>
              <a:ext uri="{FF2B5EF4-FFF2-40B4-BE49-F238E27FC236}">
                <a16:creationId xmlns:a16="http://schemas.microsoft.com/office/drawing/2014/main" id="{5B3BF6C0-F946-488A-9B15-F70FF6401238}"/>
              </a:ext>
            </a:extLst>
          </p:cNvPr>
          <p:cNvSpPr>
            <a:spLocks noGrp="1"/>
          </p:cNvSpPr>
          <p:nvPr>
            <p:ph type="body" sz="quarter" idx="24" hasCustomPrompt="1"/>
          </p:nvPr>
        </p:nvSpPr>
        <p:spPr>
          <a:xfrm>
            <a:off x="8141943" y="5089939"/>
            <a:ext cx="4050060" cy="961200"/>
          </a:xfrm>
        </p:spPr>
        <p:txBody>
          <a:bodyPr/>
          <a:lstStyle>
            <a:lvl1pPr marL="0" indent="0" algn="ctr">
              <a:lnSpc>
                <a:spcPct val="100000"/>
              </a:lnSpc>
              <a:spcBef>
                <a:spcPts val="0"/>
              </a:spcBef>
              <a:buNone/>
              <a:defRPr sz="1900"/>
            </a:lvl1pPr>
          </a:lstStyle>
          <a:p>
            <a:pPr lvl="0"/>
            <a:r>
              <a:rPr lang="en-GB"/>
              <a:t>Body text – outcome</a:t>
            </a:r>
          </a:p>
        </p:txBody>
      </p:sp>
      <p:sp>
        <p:nvSpPr>
          <p:cNvPr id="5" name="Rectangle 4">
            <a:extLst>
              <a:ext uri="{FF2B5EF4-FFF2-40B4-BE49-F238E27FC236}">
                <a16:creationId xmlns:a16="http://schemas.microsoft.com/office/drawing/2014/main" id="{BC957C04-7491-4048-A801-F55F2AE64274}"/>
              </a:ext>
            </a:extLst>
          </p:cNvPr>
          <p:cNvSpPr/>
          <p:nvPr userDrawn="1"/>
        </p:nvSpPr>
        <p:spPr>
          <a:xfrm>
            <a:off x="9825" y="-9097"/>
            <a:ext cx="12192000" cy="4797425"/>
          </a:xfrm>
          <a:prstGeom prst="rect">
            <a:avLst/>
          </a:prstGeom>
          <a:solidFill>
            <a:srgbClr val="F58426"/>
          </a:solidFill>
        </p:spPr>
        <p:style>
          <a:lnRef idx="2">
            <a:schemeClr val="accent2">
              <a:shade val="50000"/>
            </a:schemeClr>
          </a:lnRef>
          <a:fillRef idx="1">
            <a:schemeClr val="accent2"/>
          </a:fillRef>
          <a:effectRef idx="0">
            <a:schemeClr val="accent2"/>
          </a:effectRef>
          <a:fontRef idx="minor">
            <a:schemeClr val="lt1"/>
          </a:fontRef>
        </p:style>
        <p:txBody>
          <a:bodyPr lIns="91334" tIns="45718" rIns="91334" bIns="45718" rtlCol="0" anchor="ctr"/>
          <a:lstStyle/>
          <a:p>
            <a:pPr algn="ctr"/>
            <a:endParaRPr lang="en-GB"/>
          </a:p>
        </p:txBody>
      </p:sp>
      <p:sp>
        <p:nvSpPr>
          <p:cNvPr id="9" name="Text Placeholder 8">
            <a:extLst>
              <a:ext uri="{FF2B5EF4-FFF2-40B4-BE49-F238E27FC236}">
                <a16:creationId xmlns:a16="http://schemas.microsoft.com/office/drawing/2014/main" id="{05BB2811-A874-4A85-8564-D93FE74F9357}"/>
              </a:ext>
            </a:extLst>
          </p:cNvPr>
          <p:cNvSpPr>
            <a:spLocks noGrp="1"/>
          </p:cNvSpPr>
          <p:nvPr>
            <p:ph type="body" sz="quarter" idx="26" hasCustomPrompt="1"/>
          </p:nvPr>
        </p:nvSpPr>
        <p:spPr>
          <a:xfrm>
            <a:off x="287408" y="374722"/>
            <a:ext cx="9557417" cy="330199"/>
          </a:xfrm>
        </p:spPr>
        <p:txBody>
          <a:bodyPr/>
          <a:lstStyle>
            <a:lvl1pPr marL="0" indent="0">
              <a:lnSpc>
                <a:spcPct val="100000"/>
              </a:lnSpc>
              <a:spcBef>
                <a:spcPts val="0"/>
              </a:spcBef>
              <a:buNone/>
              <a:defRPr sz="3200" b="1">
                <a:solidFill>
                  <a:schemeClr val="bg1"/>
                </a:solidFill>
                <a:latin typeface="+mj-lt"/>
              </a:defRPr>
            </a:lvl1pPr>
            <a:lvl2pPr>
              <a:defRPr>
                <a:latin typeface="+mj-lt"/>
              </a:defRPr>
            </a:lvl2pPr>
            <a:lvl3pPr>
              <a:defRPr>
                <a:latin typeface="+mj-lt"/>
              </a:defRPr>
            </a:lvl3pPr>
            <a:lvl4pPr>
              <a:defRPr>
                <a:latin typeface="+mj-lt"/>
              </a:defRPr>
            </a:lvl4pPr>
            <a:lvl5pPr>
              <a:defRPr>
                <a:latin typeface="+mj-lt"/>
              </a:defRPr>
            </a:lvl5pPr>
          </a:lstStyle>
          <a:p>
            <a:pPr lvl="0"/>
            <a:r>
              <a:rPr lang="en-US"/>
              <a:t>Case Study Title Text</a:t>
            </a:r>
            <a:endParaRPr lang="en-GB"/>
          </a:p>
        </p:txBody>
      </p:sp>
      <p:sp>
        <p:nvSpPr>
          <p:cNvPr id="6" name="Text Placeholder 5">
            <a:extLst>
              <a:ext uri="{FF2B5EF4-FFF2-40B4-BE49-F238E27FC236}">
                <a16:creationId xmlns:a16="http://schemas.microsoft.com/office/drawing/2014/main" id="{10E34AFC-C55C-4982-A508-2023CF952530}"/>
              </a:ext>
            </a:extLst>
          </p:cNvPr>
          <p:cNvSpPr>
            <a:spLocks noGrp="1"/>
          </p:cNvSpPr>
          <p:nvPr>
            <p:ph type="body" sz="quarter" idx="27" hasCustomPrompt="1"/>
          </p:nvPr>
        </p:nvSpPr>
        <p:spPr>
          <a:xfrm>
            <a:off x="312367" y="811626"/>
            <a:ext cx="8699500" cy="488951"/>
          </a:xfrm>
        </p:spPr>
        <p:txBody>
          <a:bodyPr/>
          <a:lstStyle>
            <a:lvl1pPr marL="0" indent="0">
              <a:lnSpc>
                <a:spcPct val="100000"/>
              </a:lnSpc>
              <a:spcBef>
                <a:spcPts val="0"/>
              </a:spcBef>
              <a:buNone/>
              <a:defRPr sz="2800">
                <a:solidFill>
                  <a:schemeClr val="bg1"/>
                </a:solidFill>
              </a:defRPr>
            </a:lvl1pPr>
          </a:lstStyle>
          <a:p>
            <a:pPr lvl="0"/>
            <a:r>
              <a:rPr lang="en-GB"/>
              <a:t>Case study subtitle: technical description</a:t>
            </a:r>
          </a:p>
        </p:txBody>
      </p:sp>
      <p:cxnSp>
        <p:nvCxnSpPr>
          <p:cNvPr id="7" name="Straight Connector 6"/>
          <p:cNvCxnSpPr/>
          <p:nvPr userDrawn="1"/>
        </p:nvCxnSpPr>
        <p:spPr>
          <a:xfrm>
            <a:off x="0" y="0"/>
            <a:ext cx="12192000"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14" name="Straight Connector 13"/>
          <p:cNvCxnSpPr/>
          <p:nvPr userDrawn="1"/>
        </p:nvCxnSpPr>
        <p:spPr>
          <a:xfrm>
            <a:off x="12192000" y="70"/>
            <a:ext cx="0" cy="4797425"/>
          </a:xfrm>
          <a:prstGeom prst="line">
            <a:avLst/>
          </a:prstGeom>
        </p:spPr>
        <p:style>
          <a:lnRef idx="1">
            <a:schemeClr val="accent1"/>
          </a:lnRef>
          <a:fillRef idx="0">
            <a:schemeClr val="accent1"/>
          </a:fillRef>
          <a:effectRef idx="0">
            <a:schemeClr val="accent1"/>
          </a:effectRef>
          <a:fontRef idx="minor">
            <a:schemeClr val="tx1"/>
          </a:fontRef>
        </p:style>
      </p:cxnSp>
      <p:cxnSp>
        <p:nvCxnSpPr>
          <p:cNvPr id="18" name="Straight Connector 17"/>
          <p:cNvCxnSpPr/>
          <p:nvPr userDrawn="1"/>
        </p:nvCxnSpPr>
        <p:spPr>
          <a:xfrm>
            <a:off x="0" y="-1"/>
            <a:ext cx="0" cy="4797425"/>
          </a:xfrm>
          <a:prstGeom prst="line">
            <a:avLst/>
          </a:prstGeom>
        </p:spPr>
        <p:style>
          <a:lnRef idx="1">
            <a:schemeClr val="accent1"/>
          </a:lnRef>
          <a:fillRef idx="0">
            <a:schemeClr val="accent1"/>
          </a:fillRef>
          <a:effectRef idx="0">
            <a:schemeClr val="accent1"/>
          </a:effectRef>
          <a:fontRef idx="minor">
            <a:schemeClr val="tx1"/>
          </a:fontRef>
        </p:style>
      </p:cxnSp>
      <p:cxnSp>
        <p:nvCxnSpPr>
          <p:cNvPr id="16" name="Straight Connector 15">
            <a:extLst>
              <a:ext uri="{FF2B5EF4-FFF2-40B4-BE49-F238E27FC236}">
                <a16:creationId xmlns:a16="http://schemas.microsoft.com/office/drawing/2014/main" id="{F38BE6B0-5C52-438E-89AC-2708CB55302D}"/>
              </a:ext>
            </a:extLst>
          </p:cNvPr>
          <p:cNvCxnSpPr/>
          <p:nvPr userDrawn="1"/>
        </p:nvCxnSpPr>
        <p:spPr>
          <a:xfrm>
            <a:off x="0" y="4786051"/>
            <a:ext cx="12192000" cy="0"/>
          </a:xfrm>
          <a:prstGeom prst="line">
            <a:avLst/>
          </a:prstGeom>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99091311"/>
      </p:ext>
    </p:extLst>
  </p:cSld>
  <p:clrMapOvr>
    <a:masterClrMapping/>
  </p:clrMapOvr>
  <p:extLst>
    <p:ext uri="{DCECCB84-F9BA-43D5-87BE-67443E8EF086}">
      <p15:sldGuideLst xmlns:p15="http://schemas.microsoft.com/office/powerpoint/2012/main">
        <p15:guide id="1" orient="horz" pos="913">
          <p15:clr>
            <a:srgbClr val="FBAE40"/>
          </p15:clr>
        </p15:guide>
        <p15:guide id="2" pos="5654">
          <p15:clr>
            <a:srgbClr val="FBAE40"/>
          </p15:clr>
        </p15:guide>
        <p15:guide id="3" orient="horz" pos="3203">
          <p15:clr>
            <a:srgbClr val="FBAE40"/>
          </p15:clr>
        </p15:guide>
        <p15:guide id="4" pos="3840">
          <p15:clr>
            <a:srgbClr val="FBAE40"/>
          </p15:clr>
        </p15:guide>
        <p15:guide id="5" orient="horz" pos="3521">
          <p15:clr>
            <a:srgbClr val="FBAE40"/>
          </p15:clr>
        </p15:guide>
        <p15:guide id="6" orient="horz" pos="3022">
          <p15:clr>
            <a:srgbClr val="FBAE40"/>
          </p15:clr>
        </p15:guide>
        <p15:guide id="7" pos="2026">
          <p15:clr>
            <a:srgbClr val="FBAE40"/>
          </p15:clr>
        </p15:guide>
        <p15:guide id="8" orient="horz" pos="164">
          <p15:clr>
            <a:srgbClr val="FBAE40"/>
          </p15:clr>
        </p15:guide>
      </p15:sldGuideLst>
    </p:ext>
  </p:extLst>
</p:sldLayout>
</file>

<file path=ppt/slideLayouts/slideLayout42.xml><?xml version="1.0" encoding="utf-8"?>
<p:sldLayout xmlns:a="http://schemas.openxmlformats.org/drawingml/2006/main" xmlns:r="http://schemas.openxmlformats.org/officeDocument/2006/relationships" xmlns:p="http://schemas.openxmlformats.org/presentationml/2006/main" showMasterSp="0">
  <p:cSld name="1_Two columns">
    <p:spTree>
      <p:nvGrpSpPr>
        <p:cNvPr id="1" name=""/>
        <p:cNvGrpSpPr/>
        <p:nvPr/>
      </p:nvGrpSpPr>
      <p:grpSpPr>
        <a:xfrm>
          <a:off x="0" y="0"/>
          <a:ext cx="0" cy="0"/>
          <a:chOff x="0" y="0"/>
          <a:chExt cx="0" cy="0"/>
        </a:xfrm>
      </p:grpSpPr>
      <p:sp>
        <p:nvSpPr>
          <p:cNvPr id="9" name="Title Placeholder 1">
            <a:extLst>
              <a:ext uri="{FF2B5EF4-FFF2-40B4-BE49-F238E27FC236}">
                <a16:creationId xmlns:a16="http://schemas.microsoft.com/office/drawing/2014/main" id="{6733E381-C11A-4F10-88ED-DDEA4B9167E2}"/>
              </a:ext>
            </a:extLst>
          </p:cNvPr>
          <p:cNvSpPr>
            <a:spLocks noGrp="1"/>
          </p:cNvSpPr>
          <p:nvPr>
            <p:ph type="title" hasCustomPrompt="1"/>
          </p:nvPr>
        </p:nvSpPr>
        <p:spPr>
          <a:xfrm>
            <a:off x="407988" y="404813"/>
            <a:ext cx="10944596" cy="865054"/>
          </a:xfrm>
          <a:prstGeom prst="rect">
            <a:avLst/>
          </a:prstGeom>
        </p:spPr>
        <p:txBody>
          <a:bodyPr vert="horz" lIns="0" tIns="0" rIns="0" bIns="0" rtlCol="0" anchor="t">
            <a:normAutofit/>
          </a:bodyPr>
          <a:lstStyle>
            <a:lvl1pPr>
              <a:defRPr lang="pt-PT" dirty="0">
                <a:solidFill>
                  <a:schemeClr val="tx2"/>
                </a:solidFill>
              </a:defRPr>
            </a:lvl1pPr>
          </a:lstStyle>
          <a:p>
            <a:pPr lvl="0">
              <a:lnSpc>
                <a:spcPts val="3000"/>
              </a:lnSpc>
            </a:pPr>
            <a:r>
              <a:rPr lang="en-US"/>
              <a:t>Click to insert title</a:t>
            </a:r>
            <a:endParaRPr lang="pt-PT"/>
          </a:p>
        </p:txBody>
      </p:sp>
      <p:sp>
        <p:nvSpPr>
          <p:cNvPr id="16" name="Retângulo 43">
            <a:extLst>
              <a:ext uri="{FF2B5EF4-FFF2-40B4-BE49-F238E27FC236}">
                <a16:creationId xmlns:a16="http://schemas.microsoft.com/office/drawing/2014/main" id="{25FC8637-25BD-4C09-AF25-56B4243DAB3D}"/>
              </a:ext>
            </a:extLst>
          </p:cNvPr>
          <p:cNvSpPr/>
          <p:nvPr/>
        </p:nvSpPr>
        <p:spPr>
          <a:xfrm>
            <a:off x="11784013" y="6555758"/>
            <a:ext cx="242375" cy="215444"/>
          </a:xfrm>
          <a:prstGeom prst="rect">
            <a:avLst/>
          </a:prstGeom>
        </p:spPr>
        <p:txBody>
          <a:bodyPr wrap="none">
            <a:spAutoFit/>
          </a:bodyPr>
          <a:lstStyle/>
          <a:p>
            <a:pPr algn="r"/>
            <a:fld id="{0502E5A9-B53C-401E-A0E0-4A359BB0A9E5}" type="slidenum">
              <a:rPr lang="en-US" sz="800" smtClean="0">
                <a:solidFill>
                  <a:prstClr val="black">
                    <a:lumMod val="50000"/>
                    <a:lumOff val="50000"/>
                  </a:prstClr>
                </a:solidFill>
                <a:cs typeface="Arial" panose="020B0604020202020204" pitchFamily="34" charset="0"/>
              </a:rPr>
              <a:pPr algn="r"/>
              <a:t>‹#›</a:t>
            </a:fld>
            <a:endParaRPr lang="en-US" sz="800">
              <a:solidFill>
                <a:prstClr val="black">
                  <a:lumMod val="50000"/>
                  <a:lumOff val="50000"/>
                </a:prstClr>
              </a:solidFill>
              <a:cs typeface="Arial" panose="020B0604020202020204" pitchFamily="34" charset="0"/>
            </a:endParaRPr>
          </a:p>
        </p:txBody>
      </p:sp>
      <p:cxnSp>
        <p:nvCxnSpPr>
          <p:cNvPr id="20" name="Conector reto 49">
            <a:extLst>
              <a:ext uri="{FF2B5EF4-FFF2-40B4-BE49-F238E27FC236}">
                <a16:creationId xmlns:a16="http://schemas.microsoft.com/office/drawing/2014/main" id="{6B6D7F6B-C184-4C2B-8EB7-067E0C1E8DF2}"/>
              </a:ext>
            </a:extLst>
          </p:cNvPr>
          <p:cNvCxnSpPr>
            <a:cxnSpLocks/>
          </p:cNvCxnSpPr>
          <p:nvPr/>
        </p:nvCxnSpPr>
        <p:spPr>
          <a:xfrm flipV="1">
            <a:off x="3283674" y="6587911"/>
            <a:ext cx="0" cy="155576"/>
          </a:xfrm>
          <a:prstGeom prst="line">
            <a:avLst/>
          </a:prstGeom>
          <a:solidFill>
            <a:schemeClr val="tx1"/>
          </a:solidFill>
          <a:ln w="12700" cap="rnd">
            <a:solidFill>
              <a:schemeClr val="accent2"/>
            </a:solidFill>
            <a:round/>
          </a:ln>
        </p:spPr>
        <p:style>
          <a:lnRef idx="1">
            <a:schemeClr val="accent1"/>
          </a:lnRef>
          <a:fillRef idx="0">
            <a:schemeClr val="accent1"/>
          </a:fillRef>
          <a:effectRef idx="0">
            <a:schemeClr val="accent1"/>
          </a:effectRef>
          <a:fontRef idx="minor">
            <a:schemeClr val="tx1"/>
          </a:fontRef>
        </p:style>
      </p:cxnSp>
      <p:sp>
        <p:nvSpPr>
          <p:cNvPr id="21" name="Rectangle 27">
            <a:hlinkClick r:id="rId2"/>
            <a:extLst>
              <a:ext uri="{FF2B5EF4-FFF2-40B4-BE49-F238E27FC236}">
                <a16:creationId xmlns:a16="http://schemas.microsoft.com/office/drawing/2014/main" id="{F376ABD1-4930-42EB-9A73-9A9C7C6BF2D3}"/>
              </a:ext>
            </a:extLst>
          </p:cNvPr>
          <p:cNvSpPr/>
          <p:nvPr/>
        </p:nvSpPr>
        <p:spPr>
          <a:xfrm>
            <a:off x="407988" y="6555971"/>
            <a:ext cx="2829007" cy="219456"/>
          </a:xfrm>
          <a:prstGeom prst="rect">
            <a:avLst/>
          </a:prstGeom>
        </p:spPr>
        <p:txBody>
          <a:bodyPr wrap="square" lIns="0" tIns="0" rIns="0" bIns="0" anchor="ctr" anchorCtr="0">
            <a:noAutofit/>
          </a:bodyPr>
          <a:lstStyle/>
          <a:p>
            <a:pPr lvl="0" algn="l" defTabSz="914400">
              <a:lnSpc>
                <a:spcPct val="85000"/>
              </a:lnSpc>
              <a:defRPr/>
            </a:pPr>
            <a:r>
              <a:rPr lang="en-US" sz="800" kern="0">
                <a:solidFill>
                  <a:srgbClr val="00458D"/>
                </a:solidFill>
                <a:latin typeface="+mj-lt"/>
                <a:cs typeface="Arial" panose="020B0604020202020204" pitchFamily="34" charset="0"/>
              </a:rPr>
              <a:t>Presentation Title | Author | Date</a:t>
            </a:r>
          </a:p>
        </p:txBody>
      </p:sp>
      <p:sp>
        <p:nvSpPr>
          <p:cNvPr id="22" name="Retângulo 43">
            <a:extLst>
              <a:ext uri="{FF2B5EF4-FFF2-40B4-BE49-F238E27FC236}">
                <a16:creationId xmlns:a16="http://schemas.microsoft.com/office/drawing/2014/main" id="{834ADCB4-BFB1-450D-8F6D-64217F4CD92C}"/>
              </a:ext>
            </a:extLst>
          </p:cNvPr>
          <p:cNvSpPr/>
          <p:nvPr/>
        </p:nvSpPr>
        <p:spPr>
          <a:xfrm>
            <a:off x="3411379" y="6555758"/>
            <a:ext cx="2223686" cy="219456"/>
          </a:xfrm>
          <a:prstGeom prst="rect">
            <a:avLst/>
          </a:prstGeom>
        </p:spPr>
        <p:txBody>
          <a:bodyPr wrap="none" lIns="0" tIns="0" rIns="0" bIns="0" anchor="ctr">
            <a:noAutofit/>
          </a:bodyPr>
          <a:lstStyle/>
          <a:p>
            <a:pPr algn="l"/>
            <a:r>
              <a:rPr lang="en-US" sz="800">
                <a:solidFill>
                  <a:schemeClr val="bg2">
                    <a:lumMod val="50000"/>
                  </a:schemeClr>
                </a:solidFill>
                <a:cs typeface="Arial" panose="020B0604020202020204" pitchFamily="34" charset="0"/>
              </a:rPr>
              <a:t>© 2018 Capgemini. All rights reserved.</a:t>
            </a:r>
          </a:p>
        </p:txBody>
      </p:sp>
    </p:spTree>
    <p:extLst>
      <p:ext uri="{BB962C8B-B14F-4D97-AF65-F5344CB8AC3E}">
        <p14:creationId xmlns:p14="http://schemas.microsoft.com/office/powerpoint/2010/main" val="1690756898"/>
      </p:ext>
    </p:extLst>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userDrawn="1">
  <p:cSld name="Title and subtitle">
    <p:spTree>
      <p:nvGrpSpPr>
        <p:cNvPr id="1" name=""/>
        <p:cNvGrpSpPr/>
        <p:nvPr/>
      </p:nvGrpSpPr>
      <p:grpSpPr>
        <a:xfrm>
          <a:off x="0" y="0"/>
          <a:ext cx="0" cy="0"/>
          <a:chOff x="0" y="0"/>
          <a:chExt cx="0" cy="0"/>
        </a:xfrm>
      </p:grpSpPr>
      <p:sp>
        <p:nvSpPr>
          <p:cNvPr id="5" name="Espace réservé du texte 4"/>
          <p:cNvSpPr>
            <a:spLocks noGrp="1"/>
          </p:cNvSpPr>
          <p:nvPr>
            <p:ph type="body" sz="quarter" idx="11" hasCustomPrompt="1"/>
          </p:nvPr>
        </p:nvSpPr>
        <p:spPr>
          <a:xfrm>
            <a:off x="404813" y="1327150"/>
            <a:ext cx="11379200" cy="457688"/>
          </a:xfrm>
          <a:prstGeom prst="rect">
            <a:avLst/>
          </a:prstGeom>
        </p:spPr>
        <p:txBody>
          <a:bodyPr/>
          <a:lstStyle>
            <a:lvl1pPr>
              <a:defRPr>
                <a:solidFill>
                  <a:schemeClr val="accent2"/>
                </a:solidFill>
              </a:defRPr>
            </a:lvl1pPr>
          </a:lstStyle>
          <a:p>
            <a:pPr lvl="0"/>
            <a:r>
              <a:rPr lang="en-US"/>
              <a:t>Click to edit Master subtitle styles</a:t>
            </a:r>
          </a:p>
        </p:txBody>
      </p:sp>
      <p:sp>
        <p:nvSpPr>
          <p:cNvPr id="2" name="Title 1">
            <a:extLst>
              <a:ext uri="{FF2B5EF4-FFF2-40B4-BE49-F238E27FC236}">
                <a16:creationId xmlns:a16="http://schemas.microsoft.com/office/drawing/2014/main" id="{171054D7-80F5-442C-9F9E-FCC6CF14C5F1}"/>
              </a:ext>
            </a:extLst>
          </p:cNvPr>
          <p:cNvSpPr>
            <a:spLocks noGrp="1"/>
          </p:cNvSpPr>
          <p:nvPr>
            <p:ph type="title"/>
          </p:nvPr>
        </p:nvSpPr>
        <p:spPr/>
        <p:txBody>
          <a:bodyPr/>
          <a:lstStyle/>
          <a:p>
            <a:r>
              <a:rPr lang="fr-FR"/>
              <a:t>Modifiez le style du titre</a:t>
            </a:r>
            <a:endParaRPr lang="de-DE"/>
          </a:p>
        </p:txBody>
      </p:sp>
    </p:spTree>
    <p:extLst>
      <p:ext uri="{BB962C8B-B14F-4D97-AF65-F5344CB8AC3E}">
        <p14:creationId xmlns:p14="http://schemas.microsoft.com/office/powerpoint/2010/main" val="2190338516"/>
      </p:ext>
    </p:extLst>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showMasterSp="0" type="tx">
  <p:cSld name="10_Foto (horizontal) copia 10">
    <p:spTree>
      <p:nvGrpSpPr>
        <p:cNvPr id="1" name=""/>
        <p:cNvGrpSpPr/>
        <p:nvPr/>
      </p:nvGrpSpPr>
      <p:grpSpPr>
        <a:xfrm>
          <a:off x="0" y="0"/>
          <a:ext cx="0" cy="0"/>
          <a:chOff x="0" y="0"/>
          <a:chExt cx="0" cy="0"/>
        </a:xfrm>
      </p:grpSpPr>
      <p:sp>
        <p:nvSpPr>
          <p:cNvPr id="122" name="Imagen"/>
          <p:cNvSpPr>
            <a:spLocks noGrp="1"/>
          </p:cNvSpPr>
          <p:nvPr>
            <p:ph type="pic" idx="13"/>
          </p:nvPr>
        </p:nvSpPr>
        <p:spPr>
          <a:xfrm>
            <a:off x="4886028" y="-113157"/>
            <a:ext cx="7373989" cy="7084312"/>
          </a:xfrm>
          <a:prstGeom prst="rect">
            <a:avLst/>
          </a:prstGeom>
        </p:spPr>
        <p:txBody>
          <a:bodyPr lIns="91439" tIns="45719" rIns="91439" bIns="45719" anchor="t">
            <a:noAutofit/>
          </a:bodyPr>
          <a:lstStyle/>
          <a:p>
            <a:endParaRPr/>
          </a:p>
        </p:txBody>
      </p:sp>
      <p:sp>
        <p:nvSpPr>
          <p:cNvPr id="123" name="Nivel de texto 1…"/>
          <p:cNvSpPr>
            <a:spLocks noGrp="1"/>
          </p:cNvSpPr>
          <p:nvPr>
            <p:ph type="body" idx="1"/>
          </p:nvPr>
        </p:nvSpPr>
        <p:spPr>
          <a:xfrm>
            <a:off x="-293555" y="-1031822"/>
            <a:ext cx="6385086" cy="8180035"/>
          </a:xfrm>
          <a:prstGeom prst="rect">
            <a:avLst/>
          </a:prstGeom>
          <a:solidFill>
            <a:srgbClr val="FFFFFF"/>
          </a:solidFill>
        </p:spPr>
        <p:txBody>
          <a:bodyPr lIns="91436" tIns="91436" rIns="91436" bIns="91436" anchor="t"/>
          <a:lstStyle>
            <a:lvl1pPr marL="0" indent="0" algn="ctr">
              <a:spcBef>
                <a:spcPts val="0"/>
              </a:spcBef>
              <a:buSzTx/>
              <a:buNone/>
              <a:defRPr sz="2200"/>
            </a:lvl1pPr>
            <a:lvl2pPr marL="0" indent="0" algn="ctr">
              <a:spcBef>
                <a:spcPts val="0"/>
              </a:spcBef>
              <a:buSzTx/>
              <a:buNone/>
              <a:defRPr sz="2200"/>
            </a:lvl2pPr>
            <a:lvl3pPr marL="0" indent="0" algn="ctr">
              <a:spcBef>
                <a:spcPts val="0"/>
              </a:spcBef>
              <a:buSzTx/>
              <a:buNone/>
              <a:defRPr sz="2200"/>
            </a:lvl3pPr>
            <a:lvl4pPr marL="0" indent="0" algn="ctr">
              <a:spcBef>
                <a:spcPts val="0"/>
              </a:spcBef>
              <a:buSzTx/>
              <a:buNone/>
              <a:defRPr sz="2200"/>
            </a:lvl4pPr>
            <a:lvl5pPr marL="0" indent="0" algn="ctr">
              <a:spcBef>
                <a:spcPts val="0"/>
              </a:spcBef>
              <a:buSzTx/>
              <a:buNone/>
              <a:defRPr sz="2200"/>
            </a:lvl5pPr>
          </a:lstStyle>
          <a:p>
            <a:r>
              <a:t>Nivel de texto 1</a:t>
            </a:r>
          </a:p>
          <a:p>
            <a:pPr lvl="1"/>
            <a:r>
              <a:t>Nivel de texto 2</a:t>
            </a:r>
          </a:p>
          <a:p>
            <a:pPr lvl="2"/>
            <a:r>
              <a:t>Nivel de texto 3</a:t>
            </a:r>
          </a:p>
          <a:p>
            <a:pPr lvl="3"/>
            <a:r>
              <a:t>Nivel de texto 4</a:t>
            </a:r>
          </a:p>
          <a:p>
            <a:pPr lvl="4"/>
            <a:r>
              <a:t>Nivel de texto 5</a:t>
            </a:r>
          </a:p>
        </p:txBody>
      </p:sp>
      <p:sp>
        <p:nvSpPr>
          <p:cNvPr id="124" name="Shape 4118"/>
          <p:cNvSpPr>
            <a:spLocks noGrp="1"/>
          </p:cNvSpPr>
          <p:nvPr>
            <p:ph type="body" sz="quarter" idx="14"/>
          </p:nvPr>
        </p:nvSpPr>
        <p:spPr>
          <a:xfrm>
            <a:off x="640926" y="1633114"/>
            <a:ext cx="3760452" cy="376421"/>
          </a:xfrm>
          <a:prstGeom prst="rect">
            <a:avLst/>
          </a:prstGeom>
        </p:spPr>
        <p:txBody>
          <a:bodyPr lIns="182842" tIns="182842" rIns="182842" bIns="182842"/>
          <a:lstStyle>
            <a:lvl1pPr marL="152400" indent="-152400" defTabSz="198120">
              <a:spcBef>
                <a:spcPts val="1400"/>
              </a:spcBef>
              <a:defRPr sz="2496"/>
            </a:lvl1pPr>
          </a:lstStyle>
          <a:p>
            <a:pPr marL="304800" indent="-304800" defTabSz="396239">
              <a:spcBef>
                <a:spcPts val="2800"/>
              </a:spcBef>
              <a:defRPr sz="2496"/>
            </a:pPr>
            <a:endParaRPr/>
          </a:p>
        </p:txBody>
      </p:sp>
      <p:sp>
        <p:nvSpPr>
          <p:cNvPr id="125" name="Shape 4117"/>
          <p:cNvSpPr>
            <a:spLocks noGrp="1"/>
          </p:cNvSpPr>
          <p:nvPr>
            <p:ph type="body" sz="quarter" idx="15"/>
          </p:nvPr>
        </p:nvSpPr>
        <p:spPr>
          <a:xfrm>
            <a:off x="653111" y="2139443"/>
            <a:ext cx="4128524" cy="1614114"/>
          </a:xfrm>
          <a:prstGeom prst="rect">
            <a:avLst/>
          </a:prstGeom>
        </p:spPr>
        <p:txBody>
          <a:bodyPr lIns="182842" tIns="182842" rIns="182842" bIns="182842" anchor="t"/>
          <a:lstStyle/>
          <a:p>
            <a:endParaRPr/>
          </a:p>
        </p:txBody>
      </p:sp>
      <p:sp>
        <p:nvSpPr>
          <p:cNvPr id="126" name="Shape 4118"/>
          <p:cNvSpPr>
            <a:spLocks noGrp="1"/>
          </p:cNvSpPr>
          <p:nvPr>
            <p:ph type="body" sz="quarter" idx="16"/>
          </p:nvPr>
        </p:nvSpPr>
        <p:spPr>
          <a:xfrm>
            <a:off x="640926" y="3950865"/>
            <a:ext cx="3760452" cy="376421"/>
          </a:xfrm>
          <a:prstGeom prst="rect">
            <a:avLst/>
          </a:prstGeom>
        </p:spPr>
        <p:txBody>
          <a:bodyPr lIns="182842" tIns="182842" rIns="182842" bIns="182842"/>
          <a:lstStyle>
            <a:lvl1pPr marL="152400" indent="-152400" defTabSz="198120">
              <a:spcBef>
                <a:spcPts val="1400"/>
              </a:spcBef>
              <a:defRPr sz="2496"/>
            </a:lvl1pPr>
          </a:lstStyle>
          <a:p>
            <a:pPr marL="304800" indent="-304800" defTabSz="396239">
              <a:spcBef>
                <a:spcPts val="2800"/>
              </a:spcBef>
              <a:defRPr sz="2496"/>
            </a:pPr>
            <a:endParaRPr/>
          </a:p>
        </p:txBody>
      </p:sp>
      <p:sp>
        <p:nvSpPr>
          <p:cNvPr id="127" name="Shape 4117"/>
          <p:cNvSpPr>
            <a:spLocks noGrp="1"/>
          </p:cNvSpPr>
          <p:nvPr>
            <p:ph type="body" sz="quarter" idx="17"/>
          </p:nvPr>
        </p:nvSpPr>
        <p:spPr>
          <a:xfrm>
            <a:off x="653111" y="4457196"/>
            <a:ext cx="4128524" cy="1500559"/>
          </a:xfrm>
          <a:prstGeom prst="rect">
            <a:avLst/>
          </a:prstGeom>
        </p:spPr>
        <p:txBody>
          <a:bodyPr lIns="182842" tIns="182842" rIns="182842" bIns="182842" anchor="t"/>
          <a:lstStyle/>
          <a:p>
            <a:endParaRPr/>
          </a:p>
        </p:txBody>
      </p:sp>
      <p:sp>
        <p:nvSpPr>
          <p:cNvPr id="128" name="Título de Sección"/>
          <p:cNvSpPr>
            <a:spLocks noGrp="1"/>
          </p:cNvSpPr>
          <p:nvPr>
            <p:ph type="body" sz="quarter" idx="18"/>
          </p:nvPr>
        </p:nvSpPr>
        <p:spPr>
          <a:xfrm>
            <a:off x="668777" y="543330"/>
            <a:ext cx="4768594" cy="589746"/>
          </a:xfrm>
          <a:prstGeom prst="rect">
            <a:avLst/>
          </a:prstGeom>
        </p:spPr>
        <p:txBody>
          <a:bodyPr lIns="101600" tIns="101600" rIns="101600" bIns="101600"/>
          <a:lstStyle/>
          <a:p>
            <a:endParaRPr/>
          </a:p>
        </p:txBody>
      </p:sp>
      <p:sp>
        <p:nvSpPr>
          <p:cNvPr id="129" name="Número de diapositiva"/>
          <p:cNvSpPr>
            <a:spLocks noGrp="1"/>
          </p:cNvSpPr>
          <p:nvPr>
            <p:ph type="sldNum" sz="quarter" idx="2"/>
          </p:nvPr>
        </p:nvSpPr>
        <p:spPr>
          <a:xfrm>
            <a:off x="5979516" y="6540500"/>
            <a:ext cx="277419" cy="285750"/>
          </a:xfrm>
          <a:prstGeom prst="rect">
            <a:avLst/>
          </a:prstGeom>
        </p:spPr>
        <p:txBody>
          <a:bodyPr lIns="101600" tIns="101600" rIns="101600" bIns="101600" anchor="t"/>
          <a:lstStyle>
            <a:lvl1pPr algn="l" defTabSz="914400">
              <a:defRPr sz="1200">
                <a:solidFill>
                  <a:srgbClr val="000000"/>
                </a:solidFill>
                <a:latin typeface="Helvetica Light"/>
                <a:ea typeface="Helvetica Light"/>
                <a:cs typeface="Helvetica Light"/>
                <a:sym typeface="Helvetica Light"/>
              </a:defRPr>
            </a:lvl1pPr>
          </a:lstStyle>
          <a:p>
            <a:fld id="{86CB4B4D-7CA3-9044-876B-883B54F8677D}" type="slidenum">
              <a:t>‹#›</a:t>
            </a:fld>
            <a:endParaRPr/>
          </a:p>
        </p:txBody>
      </p:sp>
      <p:grpSp>
        <p:nvGrpSpPr>
          <p:cNvPr id="10" name="Groupe 1">
            <a:extLst>
              <a:ext uri="{FF2B5EF4-FFF2-40B4-BE49-F238E27FC236}">
                <a16:creationId xmlns:a16="http://schemas.microsoft.com/office/drawing/2014/main" id="{5E47A141-8C97-4E49-B61A-EF8CC8BD524A}"/>
              </a:ext>
            </a:extLst>
          </p:cNvPr>
          <p:cNvGrpSpPr/>
          <p:nvPr userDrawn="1"/>
        </p:nvGrpSpPr>
        <p:grpSpPr>
          <a:xfrm>
            <a:off x="11501102" y="171573"/>
            <a:ext cx="419437" cy="388989"/>
            <a:chOff x="0" y="0"/>
            <a:chExt cx="838871" cy="777975"/>
          </a:xfrm>
        </p:grpSpPr>
        <p:sp>
          <p:nvSpPr>
            <p:cNvPr id="11" name="Freeform 13">
              <a:extLst>
                <a:ext uri="{FF2B5EF4-FFF2-40B4-BE49-F238E27FC236}">
                  <a16:creationId xmlns:a16="http://schemas.microsoft.com/office/drawing/2014/main" id="{ADDB3394-E19F-4593-A09E-F98D1BE874E5}"/>
                </a:ext>
              </a:extLst>
            </p:cNvPr>
            <p:cNvSpPr/>
            <p:nvPr/>
          </p:nvSpPr>
          <p:spPr>
            <a:xfrm>
              <a:off x="287079" y="325605"/>
              <a:ext cx="551793" cy="452372"/>
            </a:xfrm>
            <a:custGeom>
              <a:avLst/>
              <a:gdLst/>
              <a:ahLst/>
              <a:cxnLst>
                <a:cxn ang="0">
                  <a:pos x="wd2" y="hd2"/>
                </a:cxn>
                <a:cxn ang="5400000">
                  <a:pos x="wd2" y="hd2"/>
                </a:cxn>
                <a:cxn ang="10800000">
                  <a:pos x="wd2" y="hd2"/>
                </a:cxn>
                <a:cxn ang="16200000">
                  <a:pos x="wd2" y="hd2"/>
                </a:cxn>
              </a:cxnLst>
              <a:rect l="0" t="0" r="r" b="b"/>
              <a:pathLst>
                <a:path w="21600" h="21600" extrusionOk="0">
                  <a:moveTo>
                    <a:pt x="14362" y="15008"/>
                  </a:moveTo>
                  <a:cubicBezTo>
                    <a:pt x="18383" y="15008"/>
                    <a:pt x="21600" y="10940"/>
                    <a:pt x="21600" y="6031"/>
                  </a:cubicBezTo>
                  <a:cubicBezTo>
                    <a:pt x="21370" y="3927"/>
                    <a:pt x="20796" y="0"/>
                    <a:pt x="16200" y="0"/>
                  </a:cubicBezTo>
                  <a:cubicBezTo>
                    <a:pt x="11374" y="0"/>
                    <a:pt x="9651" y="8416"/>
                    <a:pt x="5630" y="13886"/>
                  </a:cubicBezTo>
                  <a:cubicBezTo>
                    <a:pt x="5400" y="16971"/>
                    <a:pt x="2987" y="19636"/>
                    <a:pt x="0" y="20197"/>
                  </a:cubicBezTo>
                  <a:cubicBezTo>
                    <a:pt x="689" y="21039"/>
                    <a:pt x="2298" y="21600"/>
                    <a:pt x="4251" y="21600"/>
                  </a:cubicBezTo>
                  <a:cubicBezTo>
                    <a:pt x="7813" y="21600"/>
                    <a:pt x="12179" y="20338"/>
                    <a:pt x="14362" y="17532"/>
                  </a:cubicBezTo>
                  <a:cubicBezTo>
                    <a:pt x="11374" y="17673"/>
                    <a:pt x="9421" y="15288"/>
                    <a:pt x="9306" y="12062"/>
                  </a:cubicBezTo>
                  <a:cubicBezTo>
                    <a:pt x="10685" y="14166"/>
                    <a:pt x="12409" y="15008"/>
                    <a:pt x="14362" y="15008"/>
                  </a:cubicBezTo>
                </a:path>
              </a:pathLst>
            </a:custGeom>
            <a:solidFill>
              <a:srgbClr val="12ABDB"/>
            </a:solidFill>
            <a:ln w="12700" cap="flat">
              <a:noFill/>
              <a:miter lim="400000"/>
            </a:ln>
            <a:effectLst/>
          </p:spPr>
          <p:txBody>
            <a:bodyPr wrap="square" lIns="50800" tIns="50800" rIns="50800" bIns="50800" numCol="1" anchor="t">
              <a:noAutofit/>
            </a:bodyPr>
            <a:lstStyle/>
            <a:p>
              <a:pPr>
                <a:defRPr sz="10000">
                  <a:latin typeface="Verdana"/>
                  <a:ea typeface="Verdana"/>
                  <a:cs typeface="Verdana"/>
                  <a:sym typeface="Verdana"/>
                </a:defRPr>
              </a:pPr>
              <a:endParaRPr sz="5000"/>
            </a:p>
          </p:txBody>
        </p:sp>
        <p:sp>
          <p:nvSpPr>
            <p:cNvPr id="12" name="Freeform 14">
              <a:extLst>
                <a:ext uri="{FF2B5EF4-FFF2-40B4-BE49-F238E27FC236}">
                  <a16:creationId xmlns:a16="http://schemas.microsoft.com/office/drawing/2014/main" id="{76E101DA-DA2E-41F9-B16E-C74B0EE8EC65}"/>
                </a:ext>
              </a:extLst>
            </p:cNvPr>
            <p:cNvSpPr/>
            <p:nvPr/>
          </p:nvSpPr>
          <p:spPr>
            <a:xfrm>
              <a:off x="-1" y="0"/>
              <a:ext cx="838873" cy="708603"/>
            </a:xfrm>
            <a:custGeom>
              <a:avLst/>
              <a:gdLst/>
              <a:ahLst/>
              <a:cxnLst>
                <a:cxn ang="0">
                  <a:pos x="wd2" y="hd2"/>
                </a:cxn>
                <a:cxn ang="5400000">
                  <a:pos x="wd2" y="hd2"/>
                </a:cxn>
                <a:cxn ang="10800000">
                  <a:pos x="wd2" y="hd2"/>
                </a:cxn>
                <a:cxn ang="16200000">
                  <a:pos x="wd2" y="hd2"/>
                </a:cxn>
              </a:cxnLst>
              <a:rect l="0" t="0" r="r" b="b"/>
              <a:pathLst>
                <a:path w="21600" h="21456" extrusionOk="0">
                  <a:moveTo>
                    <a:pt x="21600" y="13511"/>
                  </a:moveTo>
                  <a:cubicBezTo>
                    <a:pt x="21600" y="9956"/>
                    <a:pt x="20090" y="6933"/>
                    <a:pt x="17899" y="4533"/>
                  </a:cubicBezTo>
                  <a:cubicBezTo>
                    <a:pt x="16238" y="2667"/>
                    <a:pt x="14199" y="1333"/>
                    <a:pt x="12084" y="267"/>
                  </a:cubicBezTo>
                  <a:cubicBezTo>
                    <a:pt x="11933" y="178"/>
                    <a:pt x="11782" y="89"/>
                    <a:pt x="11555" y="0"/>
                  </a:cubicBezTo>
                  <a:cubicBezTo>
                    <a:pt x="11555" y="0"/>
                    <a:pt x="11555" y="0"/>
                    <a:pt x="11555" y="0"/>
                  </a:cubicBezTo>
                  <a:cubicBezTo>
                    <a:pt x="8987" y="3644"/>
                    <a:pt x="0" y="6400"/>
                    <a:pt x="0" y="14044"/>
                  </a:cubicBezTo>
                  <a:cubicBezTo>
                    <a:pt x="0" y="17067"/>
                    <a:pt x="1586" y="19911"/>
                    <a:pt x="4003" y="20978"/>
                  </a:cubicBezTo>
                  <a:cubicBezTo>
                    <a:pt x="5362" y="21600"/>
                    <a:pt x="6722" y="21600"/>
                    <a:pt x="8081" y="21067"/>
                  </a:cubicBezTo>
                  <a:cubicBezTo>
                    <a:pt x="9290" y="20622"/>
                    <a:pt x="10271" y="19733"/>
                    <a:pt x="11102" y="18667"/>
                  </a:cubicBezTo>
                  <a:cubicBezTo>
                    <a:pt x="13745" y="15200"/>
                    <a:pt x="14878" y="9867"/>
                    <a:pt x="18050" y="9867"/>
                  </a:cubicBezTo>
                  <a:cubicBezTo>
                    <a:pt x="21071" y="9867"/>
                    <a:pt x="21449" y="12356"/>
                    <a:pt x="21600" y="13689"/>
                  </a:cubicBezTo>
                  <a:cubicBezTo>
                    <a:pt x="21600" y="13689"/>
                    <a:pt x="21600" y="13600"/>
                    <a:pt x="21600" y="13511"/>
                  </a:cubicBezTo>
                </a:path>
              </a:pathLst>
            </a:custGeom>
            <a:solidFill>
              <a:srgbClr val="0070AD"/>
            </a:solidFill>
            <a:ln w="12700" cap="flat">
              <a:noFill/>
              <a:miter lim="400000"/>
            </a:ln>
            <a:effectLst/>
          </p:spPr>
          <p:txBody>
            <a:bodyPr wrap="square" lIns="50800" tIns="50800" rIns="50800" bIns="50800" numCol="1" anchor="t">
              <a:noAutofit/>
            </a:bodyPr>
            <a:lstStyle/>
            <a:p>
              <a:pPr>
                <a:defRPr sz="10000">
                  <a:latin typeface="Verdana"/>
                  <a:ea typeface="Verdana"/>
                  <a:cs typeface="Verdana"/>
                  <a:sym typeface="Verdana"/>
                </a:defRPr>
              </a:pPr>
              <a:endParaRPr sz="5000"/>
            </a:p>
          </p:txBody>
        </p:sp>
      </p:grpSp>
    </p:spTree>
    <p:extLst>
      <p:ext uri="{BB962C8B-B14F-4D97-AF65-F5344CB8AC3E}">
        <p14:creationId xmlns:p14="http://schemas.microsoft.com/office/powerpoint/2010/main" val="4044293900"/>
      </p:ext>
    </p:extLst>
  </p:cSld>
  <p:clrMapOvr>
    <a:masterClrMapping/>
  </p:clrMapOvr>
  <p:transition spd="med"/>
</p:sldLayout>
</file>

<file path=ppt/slideLayouts/slideLayout45.xml><?xml version="1.0" encoding="utf-8"?>
<p:sldLayout xmlns:a="http://schemas.openxmlformats.org/drawingml/2006/main" xmlns:r="http://schemas.openxmlformats.org/officeDocument/2006/relationships" xmlns:p="http://schemas.openxmlformats.org/presentationml/2006/main" userDrawn="1">
  <p:cSld name="Titre seul">
    <p:spTree>
      <p:nvGrpSpPr>
        <p:cNvPr id="1" name=""/>
        <p:cNvGrpSpPr/>
        <p:nvPr/>
      </p:nvGrpSpPr>
      <p:grpSpPr>
        <a:xfrm>
          <a:off x="0" y="0"/>
          <a:ext cx="0" cy="0"/>
          <a:chOff x="0" y="0"/>
          <a:chExt cx="0" cy="0"/>
        </a:xfrm>
      </p:grpSpPr>
      <p:graphicFrame>
        <p:nvGraphicFramePr>
          <p:cNvPr id="5" name="Object 4" hidden="1"/>
          <p:cNvGraphicFramePr>
            <a:graphicFrameLocks noChangeAspect="1"/>
          </p:cNvGraphicFramePr>
          <p:nvPr>
            <p:custDataLst>
              <p:tags r:id="rId1"/>
            </p:custDataLst>
          </p:nvPr>
        </p:nvGraphicFramePr>
        <p:xfrm>
          <a:off x="1587" y="1588"/>
          <a:ext cx="1587" cy="1587"/>
        </p:xfrm>
        <a:graphic>
          <a:graphicData uri="http://schemas.openxmlformats.org/presentationml/2006/ole">
            <mc:AlternateContent xmlns:mc="http://schemas.openxmlformats.org/markup-compatibility/2006">
              <mc:Choice xmlns:v="urn:schemas-microsoft-com:vml" Requires="v">
                <p:oleObj name="think-cell Slide" r:id="rId3" imgW="270" imgH="270" progId="TCLayout.ActiveDocument.1">
                  <p:embed/>
                </p:oleObj>
              </mc:Choice>
              <mc:Fallback>
                <p:oleObj name="think-cell Slide" r:id="rId3" imgW="270" imgH="270" progId="TCLayout.ActiveDocument.1">
                  <p:embed/>
                  <p:pic>
                    <p:nvPicPr>
                      <p:cNvPr id="5" name="Object 4" hidden="1"/>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587" y="1588"/>
                        <a:ext cx="1587" cy="1587"/>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2" name="Title 1"/>
          <p:cNvSpPr>
            <a:spLocks noGrp="1"/>
          </p:cNvSpPr>
          <p:nvPr>
            <p:ph type="title"/>
          </p:nvPr>
        </p:nvSpPr>
        <p:spPr/>
        <p:txBody>
          <a:bodyPr vert="horz" lIns="0" tIns="180000" rIns="0" bIns="0" rtlCol="0" anchor="t">
            <a:noAutofit/>
          </a:bodyPr>
          <a:lstStyle>
            <a:lvl1pPr>
              <a:defRPr lang="en-GB" dirty="0"/>
            </a:lvl1pPr>
          </a:lstStyle>
          <a:p>
            <a:pPr lvl="0"/>
            <a:r>
              <a:rPr lang="en-US"/>
              <a:t>Click to edit Master title style</a:t>
            </a:r>
            <a:endParaRPr lang="en-GB"/>
          </a:p>
        </p:txBody>
      </p:sp>
    </p:spTree>
    <p:extLst>
      <p:ext uri="{BB962C8B-B14F-4D97-AF65-F5344CB8AC3E}">
        <p14:creationId xmlns:p14="http://schemas.microsoft.com/office/powerpoint/2010/main" val="1169910944"/>
      </p:ext>
    </p:extLst>
  </p:cSld>
  <p:clrMapOvr>
    <a:masterClrMapping/>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showMasterSp="0" preserve="1" userDrawn="1">
  <p:cSld name="Title Slide 2">
    <p:bg>
      <p:bgPr>
        <a:solidFill>
          <a:schemeClr val="accent4"/>
        </a:solidFill>
        <a:effectLst/>
      </p:bgPr>
    </p:bg>
    <p:spTree>
      <p:nvGrpSpPr>
        <p:cNvPr id="1" name=""/>
        <p:cNvGrpSpPr/>
        <p:nvPr/>
      </p:nvGrpSpPr>
      <p:grpSpPr>
        <a:xfrm>
          <a:off x="0" y="0"/>
          <a:ext cx="0" cy="0"/>
          <a:chOff x="0" y="0"/>
          <a:chExt cx="0" cy="0"/>
        </a:xfrm>
      </p:grpSpPr>
      <p:sp>
        <p:nvSpPr>
          <p:cNvPr id="10" name="Picture Placeholder 9">
            <a:extLst>
              <a:ext uri="{FF2B5EF4-FFF2-40B4-BE49-F238E27FC236}">
                <a16:creationId xmlns:a16="http://schemas.microsoft.com/office/drawing/2014/main" id="{5F0D51B9-A61A-4FDC-9E0F-E2A63E0E942C}"/>
              </a:ext>
            </a:extLst>
          </p:cNvPr>
          <p:cNvSpPr>
            <a:spLocks noGrp="1"/>
          </p:cNvSpPr>
          <p:nvPr>
            <p:ph type="pic" sz="quarter" idx="10" hasCustomPrompt="1"/>
          </p:nvPr>
        </p:nvSpPr>
        <p:spPr>
          <a:xfrm>
            <a:off x="5303838" y="0"/>
            <a:ext cx="6888162" cy="6858000"/>
          </a:xfrm>
          <a:solidFill>
            <a:schemeClr val="bg2">
              <a:lumMod val="90000"/>
            </a:schemeClr>
          </a:solidFill>
        </p:spPr>
        <p:txBody>
          <a:bodyPr/>
          <a:lstStyle>
            <a:lvl1pPr>
              <a:defRPr>
                <a:solidFill>
                  <a:schemeClr val="tx1">
                    <a:lumMod val="50000"/>
                    <a:lumOff val="50000"/>
                  </a:schemeClr>
                </a:solidFill>
              </a:defRPr>
            </a:lvl1pPr>
          </a:lstStyle>
          <a:p>
            <a:r>
              <a:rPr lang="de-DE"/>
              <a:t>Insert Picture and send </a:t>
            </a:r>
            <a:r>
              <a:rPr lang="de-DE" err="1"/>
              <a:t>to</a:t>
            </a:r>
            <a:r>
              <a:rPr lang="de-DE"/>
              <a:t> back</a:t>
            </a:r>
          </a:p>
        </p:txBody>
      </p:sp>
      <p:sp>
        <p:nvSpPr>
          <p:cNvPr id="3" name="Subtitle">
            <a:extLst>
              <a:ext uri="{FF2B5EF4-FFF2-40B4-BE49-F238E27FC236}">
                <a16:creationId xmlns:a16="http://schemas.microsoft.com/office/drawing/2014/main" id="{81D5C5CA-E0F9-4194-9FD7-26150AB2A870}"/>
              </a:ext>
            </a:extLst>
          </p:cNvPr>
          <p:cNvSpPr>
            <a:spLocks noGrp="1"/>
          </p:cNvSpPr>
          <p:nvPr>
            <p:ph type="subTitle" idx="1"/>
          </p:nvPr>
        </p:nvSpPr>
        <p:spPr>
          <a:xfrm>
            <a:off x="404813" y="4561383"/>
            <a:ext cx="11386134" cy="307777"/>
          </a:xfrm>
        </p:spPr>
        <p:txBody>
          <a:bodyPr wrap="square" lIns="36000" tIns="0" rIns="36000">
            <a:spAutoFit/>
          </a:bodyPr>
          <a:lstStyle>
            <a:lvl1pPr marL="0" indent="0" algn="l">
              <a:buNone/>
              <a:defRPr sz="200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GB"/>
          </a:p>
        </p:txBody>
      </p:sp>
      <p:sp>
        <p:nvSpPr>
          <p:cNvPr id="2" name="Title">
            <a:extLst>
              <a:ext uri="{FF2B5EF4-FFF2-40B4-BE49-F238E27FC236}">
                <a16:creationId xmlns:a16="http://schemas.microsoft.com/office/drawing/2014/main" id="{A5A39C93-A915-45D6-953A-AAC473CA2FEC}"/>
              </a:ext>
            </a:extLst>
          </p:cNvPr>
          <p:cNvSpPr>
            <a:spLocks noGrp="1"/>
          </p:cNvSpPr>
          <p:nvPr>
            <p:ph type="ctrTitle"/>
          </p:nvPr>
        </p:nvSpPr>
        <p:spPr>
          <a:xfrm>
            <a:off x="404813" y="2293129"/>
            <a:ext cx="11386134" cy="2215991"/>
          </a:xfrm>
        </p:spPr>
        <p:txBody>
          <a:bodyPr wrap="square" lIns="36000" rIns="36000" bIns="0" anchor="b" anchorCtr="0">
            <a:spAutoFit/>
          </a:bodyPr>
          <a:lstStyle>
            <a:lvl1pPr algn="l">
              <a:lnSpc>
                <a:spcPct val="90000"/>
              </a:lnSpc>
              <a:defRPr sz="8000" b="1" baseline="0">
                <a:solidFill>
                  <a:schemeClr val="bg1"/>
                </a:solidFill>
                <a:latin typeface="Ubuntu" panose="020B0504030602030204" pitchFamily="34" charset="0"/>
              </a:defRPr>
            </a:lvl1pPr>
          </a:lstStyle>
          <a:p>
            <a:r>
              <a:rPr lang="en-US"/>
              <a:t>Click to edit Master title style</a:t>
            </a:r>
            <a:endParaRPr lang="en-GB"/>
          </a:p>
        </p:txBody>
      </p:sp>
    </p:spTree>
    <p:extLst>
      <p:ext uri="{BB962C8B-B14F-4D97-AF65-F5344CB8AC3E}">
        <p14:creationId xmlns:p14="http://schemas.microsoft.com/office/powerpoint/2010/main" val="2315498244"/>
      </p:ext>
    </p:extLst>
  </p:cSld>
  <p:clrMapOvr>
    <a:masterClrMapping/>
  </p:clrMapOvr>
  <p:extLst>
    <p:ext uri="{DCECCB84-F9BA-43D5-87BE-67443E8EF086}">
      <p15:sldGuideLst xmlns:p15="http://schemas.microsoft.com/office/powerpoint/2012/main"/>
    </p:ext>
  </p:extLst>
</p:sldLayout>
</file>

<file path=ppt/slideLayouts/slideLayout47.xml><?xml version="1.0" encoding="utf-8"?>
<p:sldLayout xmlns:a="http://schemas.openxmlformats.org/drawingml/2006/main" xmlns:r="http://schemas.openxmlformats.org/officeDocument/2006/relationships" xmlns:p="http://schemas.openxmlformats.org/presentationml/2006/main" userDrawn="1">
  <p:cSld name="Title and subtitle">
    <p:spTree>
      <p:nvGrpSpPr>
        <p:cNvPr id="1" name=""/>
        <p:cNvGrpSpPr/>
        <p:nvPr/>
      </p:nvGrpSpPr>
      <p:grpSpPr>
        <a:xfrm>
          <a:off x="0" y="0"/>
          <a:ext cx="0" cy="0"/>
          <a:chOff x="0" y="0"/>
          <a:chExt cx="0" cy="0"/>
        </a:xfrm>
      </p:grpSpPr>
      <p:sp>
        <p:nvSpPr>
          <p:cNvPr id="5" name="Espace réservé du texte 4"/>
          <p:cNvSpPr>
            <a:spLocks noGrp="1"/>
          </p:cNvSpPr>
          <p:nvPr>
            <p:ph type="body" sz="quarter" idx="11" hasCustomPrompt="1"/>
          </p:nvPr>
        </p:nvSpPr>
        <p:spPr>
          <a:xfrm>
            <a:off x="404813" y="1327150"/>
            <a:ext cx="11379200" cy="457688"/>
          </a:xfrm>
          <a:prstGeom prst="rect">
            <a:avLst/>
          </a:prstGeom>
        </p:spPr>
        <p:txBody>
          <a:bodyPr/>
          <a:lstStyle>
            <a:lvl1pPr>
              <a:defRPr>
                <a:solidFill>
                  <a:schemeClr val="accent2"/>
                </a:solidFill>
              </a:defRPr>
            </a:lvl1pPr>
          </a:lstStyle>
          <a:p>
            <a:pPr lvl="0"/>
            <a:r>
              <a:rPr lang="en-US"/>
              <a:t>Click to edit Master subtitle styles</a:t>
            </a:r>
          </a:p>
        </p:txBody>
      </p:sp>
      <p:sp>
        <p:nvSpPr>
          <p:cNvPr id="2" name="Title 1">
            <a:extLst>
              <a:ext uri="{FF2B5EF4-FFF2-40B4-BE49-F238E27FC236}">
                <a16:creationId xmlns:a16="http://schemas.microsoft.com/office/drawing/2014/main" id="{171054D7-80F5-442C-9F9E-FCC6CF14C5F1}"/>
              </a:ext>
            </a:extLst>
          </p:cNvPr>
          <p:cNvSpPr>
            <a:spLocks noGrp="1"/>
          </p:cNvSpPr>
          <p:nvPr>
            <p:ph type="title"/>
          </p:nvPr>
        </p:nvSpPr>
        <p:spPr/>
        <p:txBody>
          <a:bodyPr/>
          <a:lstStyle/>
          <a:p>
            <a:r>
              <a:rPr lang="en-US"/>
              <a:t>Click to edit Master title style</a:t>
            </a:r>
            <a:endParaRPr lang="de-DE"/>
          </a:p>
        </p:txBody>
      </p:sp>
    </p:spTree>
    <p:extLst>
      <p:ext uri="{BB962C8B-B14F-4D97-AF65-F5344CB8AC3E}">
        <p14:creationId xmlns:p14="http://schemas.microsoft.com/office/powerpoint/2010/main" val="594595459"/>
      </p:ext>
    </p:extLst>
  </p:cSld>
  <p:clrMapOvr>
    <a:masterClrMapping/>
  </p:clrMapOvr>
</p:sldLayout>
</file>

<file path=ppt/slideLayouts/slideLayout48.xml><?xml version="1.0" encoding="utf-8"?>
<p:sldLayout xmlns:a="http://schemas.openxmlformats.org/drawingml/2006/main" xmlns:r="http://schemas.openxmlformats.org/officeDocument/2006/relationships" xmlns:p="http://schemas.openxmlformats.org/presentationml/2006/main" preserve="1" userDrawn="1">
  <p:cSld name="Titre et contenu">
    <p:spTree>
      <p:nvGrpSpPr>
        <p:cNvPr id="1" name=""/>
        <p:cNvGrpSpPr/>
        <p:nvPr/>
      </p:nvGrpSpPr>
      <p:grpSpPr>
        <a:xfrm>
          <a:off x="0" y="0"/>
          <a:ext cx="0" cy="0"/>
          <a:chOff x="0" y="0"/>
          <a:chExt cx="0" cy="0"/>
        </a:xfrm>
      </p:grpSpPr>
      <p:sp>
        <p:nvSpPr>
          <p:cNvPr id="11" name="Title 10">
            <a:extLst>
              <a:ext uri="{FF2B5EF4-FFF2-40B4-BE49-F238E27FC236}">
                <a16:creationId xmlns:a16="http://schemas.microsoft.com/office/drawing/2014/main" id="{006B5C2B-B0BF-4136-9EC7-0E7F54D1D264}"/>
              </a:ext>
            </a:extLst>
          </p:cNvPr>
          <p:cNvSpPr>
            <a:spLocks noGrp="1"/>
          </p:cNvSpPr>
          <p:nvPr>
            <p:ph type="title"/>
          </p:nvPr>
        </p:nvSpPr>
        <p:spPr/>
        <p:txBody>
          <a:bodyPr/>
          <a:lstStyle/>
          <a:p>
            <a:r>
              <a:rPr lang="en-US"/>
              <a:t>Click to edit Master title style</a:t>
            </a:r>
            <a:endParaRPr lang="en-GB"/>
          </a:p>
        </p:txBody>
      </p:sp>
      <p:pic>
        <p:nvPicPr>
          <p:cNvPr id="5" name="3341_CapGeminiW_img.png" descr="3341_CapGeminiW_img.png">
            <a:extLst>
              <a:ext uri="{FF2B5EF4-FFF2-40B4-BE49-F238E27FC236}">
                <a16:creationId xmlns:a16="http://schemas.microsoft.com/office/drawing/2014/main" id="{A4A83F2E-27AC-41DF-8C26-026D697DA22C}"/>
              </a:ext>
            </a:extLst>
          </p:cNvPr>
          <p:cNvPicPr>
            <a:picLocks noChangeAspect="1"/>
          </p:cNvPicPr>
          <p:nvPr userDrawn="1"/>
        </p:nvPicPr>
        <p:blipFill>
          <a:blip r:embed="rId2" cstate="email">
            <a:extLst>
              <a:ext uri="{28A0092B-C50C-407E-A947-70E740481C1C}">
                <a14:useLocalDpi xmlns:a14="http://schemas.microsoft.com/office/drawing/2010/main"/>
              </a:ext>
            </a:extLst>
          </a:blip>
          <a:srcRect/>
          <a:stretch>
            <a:fillRect/>
          </a:stretch>
        </p:blipFill>
        <p:spPr>
          <a:xfrm>
            <a:off x="11608494" y="251977"/>
            <a:ext cx="357386" cy="443523"/>
          </a:xfrm>
          <a:prstGeom prst="rect">
            <a:avLst/>
          </a:prstGeom>
          <a:ln w="3175">
            <a:miter lim="400000"/>
          </a:ln>
        </p:spPr>
      </p:pic>
    </p:spTree>
    <p:extLst>
      <p:ext uri="{BB962C8B-B14F-4D97-AF65-F5344CB8AC3E}">
        <p14:creationId xmlns:p14="http://schemas.microsoft.com/office/powerpoint/2010/main" val="2123856031"/>
      </p:ext>
    </p:extLst>
  </p:cSld>
  <p:clrMapOvr>
    <a:masterClrMapping/>
  </p:clrMapOvr>
</p:sldLayout>
</file>

<file path=ppt/slideLayouts/slideLayout49.xml><?xml version="1.0" encoding="utf-8"?>
<p:sldLayout xmlns:a="http://schemas.openxmlformats.org/drawingml/2006/main" xmlns:r="http://schemas.openxmlformats.org/officeDocument/2006/relationships" xmlns:p="http://schemas.openxmlformats.org/presentationml/2006/main" showMasterSp="0" preserve="1" userDrawn="1">
  <p:cSld name="3_Diapositive de titre">
    <p:bg>
      <p:bgPr>
        <a:solidFill>
          <a:schemeClr val="accent4"/>
        </a:solidFill>
        <a:effectLst/>
      </p:bgPr>
    </p:bg>
    <p:spTree>
      <p:nvGrpSpPr>
        <p:cNvPr id="1" name=""/>
        <p:cNvGrpSpPr/>
        <p:nvPr/>
      </p:nvGrpSpPr>
      <p:grpSpPr>
        <a:xfrm>
          <a:off x="0" y="0"/>
          <a:ext cx="0" cy="0"/>
          <a:chOff x="0" y="0"/>
          <a:chExt cx="0" cy="0"/>
        </a:xfrm>
      </p:grpSpPr>
      <p:pic>
        <p:nvPicPr>
          <p:cNvPr id="9" name="Picture 8">
            <a:extLst>
              <a:ext uri="{FF2B5EF4-FFF2-40B4-BE49-F238E27FC236}">
                <a16:creationId xmlns:a16="http://schemas.microsoft.com/office/drawing/2014/main" id="{F29793F0-4030-45C2-965E-87A82421EFA6}"/>
              </a:ext>
            </a:extLst>
          </p:cNvPr>
          <p:cNvPicPr>
            <a:picLocks noChangeAspect="1"/>
          </p:cNvPicPr>
          <p:nvPr userDrawn="1"/>
        </p:nvPicPr>
        <p:blipFill rotWithShape="1">
          <a:blip r:embed="rId2" cstate="email">
            <a:extLst>
              <a:ext uri="{28A0092B-C50C-407E-A947-70E740481C1C}">
                <a14:useLocalDpi xmlns:a14="http://schemas.microsoft.com/office/drawing/2010/main"/>
              </a:ext>
            </a:extLst>
          </a:blip>
          <a:srcRect/>
          <a:stretch/>
        </p:blipFill>
        <p:spPr>
          <a:xfrm>
            <a:off x="0" y="0"/>
            <a:ext cx="12192000" cy="6858000"/>
          </a:xfrm>
          <a:prstGeom prst="rect">
            <a:avLst/>
          </a:prstGeom>
        </p:spPr>
      </p:pic>
      <p:sp>
        <p:nvSpPr>
          <p:cNvPr id="3" name="Subtitle">
            <a:extLst>
              <a:ext uri="{FF2B5EF4-FFF2-40B4-BE49-F238E27FC236}">
                <a16:creationId xmlns:a16="http://schemas.microsoft.com/office/drawing/2014/main" id="{81D5C5CA-E0F9-4194-9FD7-26150AB2A870}"/>
              </a:ext>
            </a:extLst>
          </p:cNvPr>
          <p:cNvSpPr>
            <a:spLocks noGrp="1"/>
          </p:cNvSpPr>
          <p:nvPr>
            <p:ph type="subTitle" idx="1"/>
          </p:nvPr>
        </p:nvSpPr>
        <p:spPr>
          <a:xfrm>
            <a:off x="404813" y="4797152"/>
            <a:ext cx="11379200" cy="307777"/>
          </a:xfrm>
          <a:prstGeom prst="rect">
            <a:avLst/>
          </a:prstGeom>
        </p:spPr>
        <p:txBody>
          <a:bodyPr wrap="square" lIns="36000" tIns="0" rIns="36000">
            <a:spAutoFit/>
          </a:bodyPr>
          <a:lstStyle>
            <a:lvl1pPr marL="0" indent="0" algn="l">
              <a:buNone/>
              <a:defRPr sz="2000">
                <a:solidFill>
                  <a:schemeClr val="bg1"/>
                </a:solidFill>
                <a:latin typeface="Ubuntu Light" panose="020B0304030602030204" pitchFamily="34"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GB"/>
          </a:p>
        </p:txBody>
      </p:sp>
      <p:sp>
        <p:nvSpPr>
          <p:cNvPr id="2" name="Title">
            <a:extLst>
              <a:ext uri="{FF2B5EF4-FFF2-40B4-BE49-F238E27FC236}">
                <a16:creationId xmlns:a16="http://schemas.microsoft.com/office/drawing/2014/main" id="{A5A39C93-A915-45D6-953A-AAC473CA2FEC}"/>
              </a:ext>
            </a:extLst>
          </p:cNvPr>
          <p:cNvSpPr>
            <a:spLocks noGrp="1"/>
          </p:cNvSpPr>
          <p:nvPr>
            <p:ph type="ctrTitle"/>
          </p:nvPr>
        </p:nvSpPr>
        <p:spPr>
          <a:xfrm>
            <a:off x="404813" y="2339007"/>
            <a:ext cx="11386134" cy="2031325"/>
          </a:xfrm>
        </p:spPr>
        <p:txBody>
          <a:bodyPr wrap="square" lIns="36000" rIns="36000" bIns="0" anchor="b" anchorCtr="0">
            <a:spAutoFit/>
          </a:bodyPr>
          <a:lstStyle>
            <a:lvl1pPr algn="l">
              <a:lnSpc>
                <a:spcPct val="100000"/>
              </a:lnSpc>
              <a:defRPr sz="6600" b="1" cap="all" baseline="0">
                <a:solidFill>
                  <a:schemeClr val="bg1"/>
                </a:solidFill>
                <a:latin typeface="+mj-lt"/>
              </a:defRPr>
            </a:lvl1pPr>
          </a:lstStyle>
          <a:p>
            <a:r>
              <a:rPr lang="en-US"/>
              <a:t>Click to edit Master title style</a:t>
            </a:r>
            <a:endParaRPr lang="en-GB"/>
          </a:p>
        </p:txBody>
      </p:sp>
      <p:pic>
        <p:nvPicPr>
          <p:cNvPr id="8" name="3341_CapGeminiW_img.png" descr="3341_CapGeminiW_img.png">
            <a:extLst>
              <a:ext uri="{FF2B5EF4-FFF2-40B4-BE49-F238E27FC236}">
                <a16:creationId xmlns:a16="http://schemas.microsoft.com/office/drawing/2014/main" id="{0AE093B3-D04A-4403-A313-44A2A5EE915D}"/>
              </a:ext>
            </a:extLst>
          </p:cNvPr>
          <p:cNvPicPr>
            <a:picLocks noChangeAspect="1"/>
          </p:cNvPicPr>
          <p:nvPr userDrawn="1"/>
        </p:nvPicPr>
        <p:blipFill>
          <a:blip r:embed="rId3" cstate="email">
            <a:extLst>
              <a:ext uri="{28A0092B-C50C-407E-A947-70E740481C1C}">
                <a14:useLocalDpi xmlns:a14="http://schemas.microsoft.com/office/drawing/2010/main"/>
              </a:ext>
            </a:extLst>
          </a:blip>
          <a:stretch>
            <a:fillRect/>
          </a:stretch>
        </p:blipFill>
        <p:spPr>
          <a:xfrm>
            <a:off x="9989603" y="322820"/>
            <a:ext cx="1772970" cy="415732"/>
          </a:xfrm>
          <a:prstGeom prst="rect">
            <a:avLst/>
          </a:prstGeom>
          <a:ln w="3175">
            <a:miter lim="400000"/>
          </a:ln>
        </p:spPr>
      </p:pic>
    </p:spTree>
    <p:extLst>
      <p:ext uri="{BB962C8B-B14F-4D97-AF65-F5344CB8AC3E}">
        <p14:creationId xmlns:p14="http://schemas.microsoft.com/office/powerpoint/2010/main" val="980782310"/>
      </p:ext>
    </p:extLst>
  </p:cSld>
  <p:clrMapOvr>
    <a:masterClrMapping/>
  </p:clrMapOvr>
  <p:extLst>
    <p:ext uri="{DCECCB84-F9BA-43D5-87BE-67443E8EF086}">
      <p15:sldGuideLst xmlns:p15="http://schemas.microsoft.com/office/powerpoint/2012/main"/>
    </p:ext>
  </p:extLst>
</p:sldLayout>
</file>

<file path=ppt/slideLayouts/slideLayout50.xml><?xml version="1.0" encoding="utf-8"?>
<p:sldLayout xmlns:a="http://schemas.openxmlformats.org/drawingml/2006/main" xmlns:r="http://schemas.openxmlformats.org/officeDocument/2006/relationships" xmlns:p="http://schemas.openxmlformats.org/presentationml/2006/main" showMasterSp="0" preserve="1" userDrawn="1">
  <p:cSld name="Diapositive de titre">
    <p:bg>
      <p:bgPr>
        <a:solidFill>
          <a:schemeClr val="accent4"/>
        </a:solidFill>
        <a:effectLst/>
      </p:bgPr>
    </p:bg>
    <p:spTree>
      <p:nvGrpSpPr>
        <p:cNvPr id="1" name=""/>
        <p:cNvGrpSpPr/>
        <p:nvPr/>
      </p:nvGrpSpPr>
      <p:grpSpPr>
        <a:xfrm>
          <a:off x="0" y="0"/>
          <a:ext cx="0" cy="0"/>
          <a:chOff x="0" y="0"/>
          <a:chExt cx="0" cy="0"/>
        </a:xfrm>
      </p:grpSpPr>
      <p:sp>
        <p:nvSpPr>
          <p:cNvPr id="15" name="Graphic 13">
            <a:extLst>
              <a:ext uri="{FF2B5EF4-FFF2-40B4-BE49-F238E27FC236}">
                <a16:creationId xmlns:a16="http://schemas.microsoft.com/office/drawing/2014/main" id="{5D1B5F70-39A3-4E01-8EEB-A624F6527260}"/>
              </a:ext>
            </a:extLst>
          </p:cNvPr>
          <p:cNvSpPr>
            <a:spLocks noChangeAspect="1"/>
          </p:cNvSpPr>
          <p:nvPr/>
        </p:nvSpPr>
        <p:spPr>
          <a:xfrm>
            <a:off x="263352" y="908720"/>
            <a:ext cx="10199251" cy="6192688"/>
          </a:xfrm>
          <a:custGeom>
            <a:avLst/>
            <a:gdLst>
              <a:gd name="connsiteX0" fmla="*/ 36195 w 8117205"/>
              <a:gd name="connsiteY0" fmla="*/ 4710199 h 4710198"/>
              <a:gd name="connsiteX1" fmla="*/ 0 w 8117205"/>
              <a:gd name="connsiteY1" fmla="*/ 4697817 h 4710198"/>
              <a:gd name="connsiteX2" fmla="*/ 538163 w 8117205"/>
              <a:gd name="connsiteY2" fmla="*/ 3739602 h 4710198"/>
              <a:gd name="connsiteX3" fmla="*/ 1340168 w 8117205"/>
              <a:gd name="connsiteY3" fmla="*/ 2915689 h 4710198"/>
              <a:gd name="connsiteX4" fmla="*/ 2613660 w 8117205"/>
              <a:gd name="connsiteY4" fmla="*/ 2190837 h 4710198"/>
              <a:gd name="connsiteX5" fmla="*/ 2621280 w 8117205"/>
              <a:gd name="connsiteY5" fmla="*/ 2187979 h 4710198"/>
              <a:gd name="connsiteX6" fmla="*/ 2628900 w 8117205"/>
              <a:gd name="connsiteY6" fmla="*/ 2191789 h 4710198"/>
              <a:gd name="connsiteX7" fmla="*/ 4513898 w 8117205"/>
              <a:gd name="connsiteY7" fmla="*/ 2830917 h 4710198"/>
              <a:gd name="connsiteX8" fmla="*/ 5841683 w 8117205"/>
              <a:gd name="connsiteY8" fmla="*/ 2599459 h 4710198"/>
              <a:gd name="connsiteX9" fmla="*/ 6102668 w 8117205"/>
              <a:gd name="connsiteY9" fmla="*/ 1288819 h 4710198"/>
              <a:gd name="connsiteX10" fmla="*/ 6256020 w 8117205"/>
              <a:gd name="connsiteY10" fmla="*/ 204874 h 4710198"/>
              <a:gd name="connsiteX11" fmla="*/ 7391400 w 8117205"/>
              <a:gd name="connsiteY11" fmla="*/ 43901 h 4710198"/>
              <a:gd name="connsiteX12" fmla="*/ 8117205 w 8117205"/>
              <a:gd name="connsiteY12" fmla="*/ 242021 h 4710198"/>
              <a:gd name="connsiteX13" fmla="*/ 8102918 w 8117205"/>
              <a:gd name="connsiteY13" fmla="*/ 277264 h 4710198"/>
              <a:gd name="connsiteX14" fmla="*/ 7384733 w 8117205"/>
              <a:gd name="connsiteY14" fmla="*/ 82001 h 4710198"/>
              <a:gd name="connsiteX15" fmla="*/ 6281738 w 8117205"/>
              <a:gd name="connsiteY15" fmla="*/ 233449 h 4710198"/>
              <a:gd name="connsiteX16" fmla="*/ 6139815 w 8117205"/>
              <a:gd name="connsiteY16" fmla="*/ 1279294 h 4710198"/>
              <a:gd name="connsiteX17" fmla="*/ 6187440 w 8117205"/>
              <a:gd name="connsiteY17" fmla="*/ 2101302 h 4710198"/>
              <a:gd name="connsiteX18" fmla="*/ 5866448 w 8117205"/>
              <a:gd name="connsiteY18" fmla="*/ 2629939 h 4710198"/>
              <a:gd name="connsiteX19" fmla="*/ 4510088 w 8117205"/>
              <a:gd name="connsiteY19" fmla="*/ 2869969 h 4710198"/>
              <a:gd name="connsiteX20" fmla="*/ 2620328 w 8117205"/>
              <a:gd name="connsiteY20" fmla="*/ 2230842 h 4710198"/>
              <a:gd name="connsiteX21" fmla="*/ 568643 w 8117205"/>
              <a:gd name="connsiteY21" fmla="*/ 3763414 h 4710198"/>
              <a:gd name="connsiteX22" fmla="*/ 36195 w 8117205"/>
              <a:gd name="connsiteY22" fmla="*/ 4710199 h 4710198"/>
              <a:gd name="connsiteX0" fmla="*/ 36195 w 8117205"/>
              <a:gd name="connsiteY0" fmla="*/ 4710199 h 4710199"/>
              <a:gd name="connsiteX1" fmla="*/ 0 w 8117205"/>
              <a:gd name="connsiteY1" fmla="*/ 4697817 h 4710199"/>
              <a:gd name="connsiteX2" fmla="*/ 538163 w 8117205"/>
              <a:gd name="connsiteY2" fmla="*/ 3739602 h 4710199"/>
              <a:gd name="connsiteX3" fmla="*/ 1340168 w 8117205"/>
              <a:gd name="connsiteY3" fmla="*/ 2915689 h 4710199"/>
              <a:gd name="connsiteX4" fmla="*/ 2613660 w 8117205"/>
              <a:gd name="connsiteY4" fmla="*/ 2190837 h 4710199"/>
              <a:gd name="connsiteX5" fmla="*/ 2621280 w 8117205"/>
              <a:gd name="connsiteY5" fmla="*/ 2187979 h 4710199"/>
              <a:gd name="connsiteX6" fmla="*/ 2628900 w 8117205"/>
              <a:gd name="connsiteY6" fmla="*/ 2191789 h 4710199"/>
              <a:gd name="connsiteX7" fmla="*/ 4513898 w 8117205"/>
              <a:gd name="connsiteY7" fmla="*/ 2830917 h 4710199"/>
              <a:gd name="connsiteX8" fmla="*/ 5841683 w 8117205"/>
              <a:gd name="connsiteY8" fmla="*/ 2599459 h 4710199"/>
              <a:gd name="connsiteX9" fmla="*/ 6102668 w 8117205"/>
              <a:gd name="connsiteY9" fmla="*/ 1288819 h 4710199"/>
              <a:gd name="connsiteX10" fmla="*/ 6256020 w 8117205"/>
              <a:gd name="connsiteY10" fmla="*/ 204874 h 4710199"/>
              <a:gd name="connsiteX11" fmla="*/ 7391400 w 8117205"/>
              <a:gd name="connsiteY11" fmla="*/ 43901 h 4710199"/>
              <a:gd name="connsiteX12" fmla="*/ 8117205 w 8117205"/>
              <a:gd name="connsiteY12" fmla="*/ 242021 h 4710199"/>
              <a:gd name="connsiteX13" fmla="*/ 7384733 w 8117205"/>
              <a:gd name="connsiteY13" fmla="*/ 82001 h 4710199"/>
              <a:gd name="connsiteX14" fmla="*/ 6281738 w 8117205"/>
              <a:gd name="connsiteY14" fmla="*/ 233449 h 4710199"/>
              <a:gd name="connsiteX15" fmla="*/ 6139815 w 8117205"/>
              <a:gd name="connsiteY15" fmla="*/ 1279294 h 4710199"/>
              <a:gd name="connsiteX16" fmla="*/ 6187440 w 8117205"/>
              <a:gd name="connsiteY16" fmla="*/ 2101302 h 4710199"/>
              <a:gd name="connsiteX17" fmla="*/ 5866448 w 8117205"/>
              <a:gd name="connsiteY17" fmla="*/ 2629939 h 4710199"/>
              <a:gd name="connsiteX18" fmla="*/ 4510088 w 8117205"/>
              <a:gd name="connsiteY18" fmla="*/ 2869969 h 4710199"/>
              <a:gd name="connsiteX19" fmla="*/ 2620328 w 8117205"/>
              <a:gd name="connsiteY19" fmla="*/ 2230842 h 4710199"/>
              <a:gd name="connsiteX20" fmla="*/ 568643 w 8117205"/>
              <a:gd name="connsiteY20" fmla="*/ 3763414 h 4710199"/>
              <a:gd name="connsiteX21" fmla="*/ 36195 w 8117205"/>
              <a:gd name="connsiteY21" fmla="*/ 4710199 h 4710199"/>
              <a:gd name="connsiteX0" fmla="*/ 36195 w 7528033"/>
              <a:gd name="connsiteY0" fmla="*/ 4673434 h 4673434"/>
              <a:gd name="connsiteX1" fmla="*/ 0 w 7528033"/>
              <a:gd name="connsiteY1" fmla="*/ 4661052 h 4673434"/>
              <a:gd name="connsiteX2" fmla="*/ 538163 w 7528033"/>
              <a:gd name="connsiteY2" fmla="*/ 3702837 h 4673434"/>
              <a:gd name="connsiteX3" fmla="*/ 1340168 w 7528033"/>
              <a:gd name="connsiteY3" fmla="*/ 2878924 h 4673434"/>
              <a:gd name="connsiteX4" fmla="*/ 2613660 w 7528033"/>
              <a:gd name="connsiteY4" fmla="*/ 2154072 h 4673434"/>
              <a:gd name="connsiteX5" fmla="*/ 2621280 w 7528033"/>
              <a:gd name="connsiteY5" fmla="*/ 2151214 h 4673434"/>
              <a:gd name="connsiteX6" fmla="*/ 2628900 w 7528033"/>
              <a:gd name="connsiteY6" fmla="*/ 2155024 h 4673434"/>
              <a:gd name="connsiteX7" fmla="*/ 4513898 w 7528033"/>
              <a:gd name="connsiteY7" fmla="*/ 2794152 h 4673434"/>
              <a:gd name="connsiteX8" fmla="*/ 5841683 w 7528033"/>
              <a:gd name="connsiteY8" fmla="*/ 2562694 h 4673434"/>
              <a:gd name="connsiteX9" fmla="*/ 6102668 w 7528033"/>
              <a:gd name="connsiteY9" fmla="*/ 1252054 h 4673434"/>
              <a:gd name="connsiteX10" fmla="*/ 6256020 w 7528033"/>
              <a:gd name="connsiteY10" fmla="*/ 168109 h 4673434"/>
              <a:gd name="connsiteX11" fmla="*/ 7391400 w 7528033"/>
              <a:gd name="connsiteY11" fmla="*/ 7136 h 4673434"/>
              <a:gd name="connsiteX12" fmla="*/ 7384733 w 7528033"/>
              <a:gd name="connsiteY12" fmla="*/ 45236 h 4673434"/>
              <a:gd name="connsiteX13" fmla="*/ 6281738 w 7528033"/>
              <a:gd name="connsiteY13" fmla="*/ 196684 h 4673434"/>
              <a:gd name="connsiteX14" fmla="*/ 6139815 w 7528033"/>
              <a:gd name="connsiteY14" fmla="*/ 1242529 h 4673434"/>
              <a:gd name="connsiteX15" fmla="*/ 6187440 w 7528033"/>
              <a:gd name="connsiteY15" fmla="*/ 2064537 h 4673434"/>
              <a:gd name="connsiteX16" fmla="*/ 5866448 w 7528033"/>
              <a:gd name="connsiteY16" fmla="*/ 2593174 h 4673434"/>
              <a:gd name="connsiteX17" fmla="*/ 4510088 w 7528033"/>
              <a:gd name="connsiteY17" fmla="*/ 2833204 h 4673434"/>
              <a:gd name="connsiteX18" fmla="*/ 2620328 w 7528033"/>
              <a:gd name="connsiteY18" fmla="*/ 2194077 h 4673434"/>
              <a:gd name="connsiteX19" fmla="*/ 568643 w 7528033"/>
              <a:gd name="connsiteY19" fmla="*/ 3726649 h 4673434"/>
              <a:gd name="connsiteX20" fmla="*/ 36195 w 7528033"/>
              <a:gd name="connsiteY20" fmla="*/ 4673434 h 467343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7528033" h="4673434">
                <a:moveTo>
                  <a:pt x="36195" y="4673434"/>
                </a:moveTo>
                <a:lnTo>
                  <a:pt x="0" y="4661052"/>
                </a:lnTo>
                <a:cubicBezTo>
                  <a:pt x="953" y="4656289"/>
                  <a:pt x="145733" y="4224807"/>
                  <a:pt x="538163" y="3702837"/>
                </a:cubicBezTo>
                <a:cubicBezTo>
                  <a:pt x="768668" y="3396132"/>
                  <a:pt x="1038225" y="3118954"/>
                  <a:pt x="1340168" y="2878924"/>
                </a:cubicBezTo>
                <a:cubicBezTo>
                  <a:pt x="1717358" y="2577934"/>
                  <a:pt x="2145983" y="2334094"/>
                  <a:pt x="2613660" y="2154072"/>
                </a:cubicBezTo>
                <a:lnTo>
                  <a:pt x="2621280" y="2151214"/>
                </a:lnTo>
                <a:lnTo>
                  <a:pt x="2628900" y="2155024"/>
                </a:lnTo>
                <a:cubicBezTo>
                  <a:pt x="3289935" y="2497924"/>
                  <a:pt x="3941445" y="2718904"/>
                  <a:pt x="4513898" y="2794152"/>
                </a:cubicBezTo>
                <a:cubicBezTo>
                  <a:pt x="5095875" y="2871304"/>
                  <a:pt x="5554980" y="2790341"/>
                  <a:pt x="5841683" y="2562694"/>
                </a:cubicBezTo>
                <a:cubicBezTo>
                  <a:pt x="6168390" y="2302662"/>
                  <a:pt x="6257925" y="1849271"/>
                  <a:pt x="6102668" y="1252054"/>
                </a:cubicBezTo>
                <a:cubicBezTo>
                  <a:pt x="5969318" y="741514"/>
                  <a:pt x="6020753" y="376706"/>
                  <a:pt x="6256020" y="168109"/>
                </a:cubicBezTo>
                <a:cubicBezTo>
                  <a:pt x="6480810" y="-31916"/>
                  <a:pt x="7203281" y="27615"/>
                  <a:pt x="7391400" y="7136"/>
                </a:cubicBezTo>
                <a:cubicBezTo>
                  <a:pt x="7579519" y="-13343"/>
                  <a:pt x="7569677" y="13645"/>
                  <a:pt x="7384733" y="45236"/>
                </a:cubicBezTo>
                <a:cubicBezTo>
                  <a:pt x="7199789" y="76827"/>
                  <a:pt x="6550343" y="-41441"/>
                  <a:pt x="6281738" y="196684"/>
                </a:cubicBezTo>
                <a:cubicBezTo>
                  <a:pt x="6058853" y="394804"/>
                  <a:pt x="6011228" y="747229"/>
                  <a:pt x="6139815" y="1242529"/>
                </a:cubicBezTo>
                <a:cubicBezTo>
                  <a:pt x="6221730" y="1557806"/>
                  <a:pt x="6237923" y="1834031"/>
                  <a:pt x="6187440" y="2064537"/>
                </a:cubicBezTo>
                <a:cubicBezTo>
                  <a:pt x="6138863" y="2283612"/>
                  <a:pt x="6031230" y="2460777"/>
                  <a:pt x="5866448" y="2593174"/>
                </a:cubicBezTo>
                <a:cubicBezTo>
                  <a:pt x="5572125" y="2828441"/>
                  <a:pt x="5102543" y="2911309"/>
                  <a:pt x="4510088" y="2833204"/>
                </a:cubicBezTo>
                <a:cubicBezTo>
                  <a:pt x="3935730" y="2757004"/>
                  <a:pt x="3282315" y="2536024"/>
                  <a:pt x="2620328" y="2194077"/>
                </a:cubicBezTo>
                <a:cubicBezTo>
                  <a:pt x="1574483" y="2598889"/>
                  <a:pt x="927735" y="3251352"/>
                  <a:pt x="568643" y="3726649"/>
                </a:cubicBezTo>
                <a:cubicBezTo>
                  <a:pt x="180023" y="4242904"/>
                  <a:pt x="37148" y="4668672"/>
                  <a:pt x="36195" y="4673434"/>
                </a:cubicBezTo>
                <a:close/>
              </a:path>
            </a:pathLst>
          </a:custGeom>
          <a:gradFill>
            <a:gsLst>
              <a:gs pos="99000">
                <a:schemeClr val="accent2">
                  <a:alpha val="0"/>
                </a:schemeClr>
              </a:gs>
              <a:gs pos="32000">
                <a:srgbClr val="12ABDB">
                  <a:alpha val="17000"/>
                </a:srgbClr>
              </a:gs>
              <a:gs pos="17000">
                <a:schemeClr val="accent2">
                  <a:alpha val="0"/>
                </a:schemeClr>
              </a:gs>
              <a:gs pos="49000">
                <a:srgbClr val="12ABDB"/>
              </a:gs>
              <a:gs pos="70000">
                <a:schemeClr val="accent2"/>
              </a:gs>
            </a:gsLst>
            <a:lin ang="16200000" scaled="0"/>
          </a:gradFill>
          <a:ln w="9525" cap="flat">
            <a:noFill/>
            <a:prstDash val="solid"/>
            <a:miter/>
          </a:ln>
        </p:spPr>
        <p:txBody>
          <a:bodyPr rtlCol="0" anchor="ctr"/>
          <a:lstStyle/>
          <a:p>
            <a:endParaRPr lang="de-DE"/>
          </a:p>
        </p:txBody>
      </p:sp>
      <p:sp>
        <p:nvSpPr>
          <p:cNvPr id="3" name="Subtitle">
            <a:extLst>
              <a:ext uri="{FF2B5EF4-FFF2-40B4-BE49-F238E27FC236}">
                <a16:creationId xmlns:a16="http://schemas.microsoft.com/office/drawing/2014/main" id="{81D5C5CA-E0F9-4194-9FD7-26150AB2A870}"/>
              </a:ext>
            </a:extLst>
          </p:cNvPr>
          <p:cNvSpPr>
            <a:spLocks noGrp="1"/>
          </p:cNvSpPr>
          <p:nvPr>
            <p:ph type="subTitle" idx="1"/>
          </p:nvPr>
        </p:nvSpPr>
        <p:spPr>
          <a:xfrm>
            <a:off x="404813" y="4242574"/>
            <a:ext cx="11379200" cy="307777"/>
          </a:xfrm>
        </p:spPr>
        <p:txBody>
          <a:bodyPr wrap="square" lIns="36000" tIns="0" rIns="36000">
            <a:spAutoFit/>
          </a:bodyPr>
          <a:lstStyle>
            <a:lvl1pPr marL="0" indent="0" algn="ctr">
              <a:buNone/>
              <a:defRPr sz="200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GB"/>
          </a:p>
        </p:txBody>
      </p:sp>
      <p:sp>
        <p:nvSpPr>
          <p:cNvPr id="2" name="Title">
            <a:extLst>
              <a:ext uri="{FF2B5EF4-FFF2-40B4-BE49-F238E27FC236}">
                <a16:creationId xmlns:a16="http://schemas.microsoft.com/office/drawing/2014/main" id="{A5A39C93-A915-45D6-953A-AAC473CA2FEC}"/>
              </a:ext>
            </a:extLst>
          </p:cNvPr>
          <p:cNvSpPr>
            <a:spLocks noGrp="1"/>
          </p:cNvSpPr>
          <p:nvPr>
            <p:ph type="ctrTitle"/>
          </p:nvPr>
        </p:nvSpPr>
        <p:spPr>
          <a:xfrm>
            <a:off x="404813" y="2339007"/>
            <a:ext cx="11386134" cy="2031325"/>
          </a:xfrm>
        </p:spPr>
        <p:txBody>
          <a:bodyPr wrap="square" lIns="36000" rIns="36000" bIns="0" anchor="b" anchorCtr="0">
            <a:spAutoFit/>
          </a:bodyPr>
          <a:lstStyle>
            <a:lvl1pPr algn="l">
              <a:lnSpc>
                <a:spcPct val="100000"/>
              </a:lnSpc>
              <a:defRPr sz="6600" b="1" baseline="0">
                <a:solidFill>
                  <a:schemeClr val="bg1"/>
                </a:solidFill>
                <a:latin typeface="Ubuntu" panose="020B0504030602030204" pitchFamily="34" charset="0"/>
              </a:defRPr>
            </a:lvl1pPr>
          </a:lstStyle>
          <a:p>
            <a:r>
              <a:rPr lang="en-US"/>
              <a:t>Click to edit Master title style</a:t>
            </a:r>
            <a:endParaRPr lang="en-GB"/>
          </a:p>
        </p:txBody>
      </p:sp>
      <p:pic>
        <p:nvPicPr>
          <p:cNvPr id="6" name="Image 5" descr="Une image contenant texte&#10;&#10;Description générée automatiquement">
            <a:extLst>
              <a:ext uri="{FF2B5EF4-FFF2-40B4-BE49-F238E27FC236}">
                <a16:creationId xmlns:a16="http://schemas.microsoft.com/office/drawing/2014/main" id="{B290AA58-6524-4A50-851C-8EA6E75AA5EE}"/>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9155116" y="260648"/>
            <a:ext cx="3024000" cy="1226177"/>
          </a:xfrm>
          <a:prstGeom prst="rect">
            <a:avLst/>
          </a:prstGeom>
        </p:spPr>
      </p:pic>
    </p:spTree>
    <p:extLst>
      <p:ext uri="{BB962C8B-B14F-4D97-AF65-F5344CB8AC3E}">
        <p14:creationId xmlns:p14="http://schemas.microsoft.com/office/powerpoint/2010/main" val="2573805480"/>
      </p:ext>
    </p:extLst>
  </p:cSld>
  <p:clrMapOvr>
    <a:masterClrMapping/>
  </p:clrMapOvr>
  <p:extLst>
    <p:ext uri="{DCECCB84-F9BA-43D5-87BE-67443E8EF086}">
      <p15:sldGuideLst xmlns:p15="http://schemas.microsoft.com/office/powerpoint/2012/main"/>
    </p:ext>
  </p:extLst>
</p:sldLayout>
</file>

<file path=ppt/slideLayouts/slideLayout51.xml><?xml version="1.0" encoding="utf-8"?>
<p:sldLayout xmlns:a="http://schemas.openxmlformats.org/drawingml/2006/main" xmlns:r="http://schemas.openxmlformats.org/officeDocument/2006/relationships" xmlns:p="http://schemas.openxmlformats.org/presentationml/2006/main" showMasterSp="0" preserve="1" userDrawn="1">
  <p:cSld name="Title Slide 2">
    <p:bg>
      <p:bgPr>
        <a:solidFill>
          <a:schemeClr val="accent4"/>
        </a:solidFill>
        <a:effectLst/>
      </p:bgPr>
    </p:bg>
    <p:spTree>
      <p:nvGrpSpPr>
        <p:cNvPr id="1" name=""/>
        <p:cNvGrpSpPr/>
        <p:nvPr/>
      </p:nvGrpSpPr>
      <p:grpSpPr>
        <a:xfrm>
          <a:off x="0" y="0"/>
          <a:ext cx="0" cy="0"/>
          <a:chOff x="0" y="0"/>
          <a:chExt cx="0" cy="0"/>
        </a:xfrm>
      </p:grpSpPr>
      <p:sp>
        <p:nvSpPr>
          <p:cNvPr id="10" name="Picture Placeholder 9">
            <a:extLst>
              <a:ext uri="{FF2B5EF4-FFF2-40B4-BE49-F238E27FC236}">
                <a16:creationId xmlns:a16="http://schemas.microsoft.com/office/drawing/2014/main" id="{5F0D51B9-A61A-4FDC-9E0F-E2A63E0E942C}"/>
              </a:ext>
            </a:extLst>
          </p:cNvPr>
          <p:cNvSpPr>
            <a:spLocks noGrp="1"/>
          </p:cNvSpPr>
          <p:nvPr>
            <p:ph type="pic" sz="quarter" idx="10" hasCustomPrompt="1"/>
          </p:nvPr>
        </p:nvSpPr>
        <p:spPr>
          <a:xfrm>
            <a:off x="5303838" y="0"/>
            <a:ext cx="6888162" cy="6858000"/>
          </a:xfrm>
          <a:solidFill>
            <a:schemeClr val="bg2">
              <a:lumMod val="90000"/>
            </a:schemeClr>
          </a:solidFill>
        </p:spPr>
        <p:txBody>
          <a:bodyPr/>
          <a:lstStyle>
            <a:lvl1pPr>
              <a:defRPr>
                <a:solidFill>
                  <a:schemeClr val="tx1">
                    <a:lumMod val="50000"/>
                    <a:lumOff val="50000"/>
                  </a:schemeClr>
                </a:solidFill>
              </a:defRPr>
            </a:lvl1pPr>
          </a:lstStyle>
          <a:p>
            <a:r>
              <a:rPr lang="de-DE"/>
              <a:t>Insert Picture and send </a:t>
            </a:r>
            <a:r>
              <a:rPr lang="de-DE" err="1"/>
              <a:t>to</a:t>
            </a:r>
            <a:r>
              <a:rPr lang="de-DE"/>
              <a:t> back</a:t>
            </a:r>
          </a:p>
        </p:txBody>
      </p:sp>
      <p:sp>
        <p:nvSpPr>
          <p:cNvPr id="3" name="Subtitle">
            <a:extLst>
              <a:ext uri="{FF2B5EF4-FFF2-40B4-BE49-F238E27FC236}">
                <a16:creationId xmlns:a16="http://schemas.microsoft.com/office/drawing/2014/main" id="{81D5C5CA-E0F9-4194-9FD7-26150AB2A870}"/>
              </a:ext>
            </a:extLst>
          </p:cNvPr>
          <p:cNvSpPr>
            <a:spLocks noGrp="1"/>
          </p:cNvSpPr>
          <p:nvPr>
            <p:ph type="subTitle" idx="1"/>
          </p:nvPr>
        </p:nvSpPr>
        <p:spPr>
          <a:xfrm>
            <a:off x="404813" y="4561383"/>
            <a:ext cx="11386134" cy="307777"/>
          </a:xfrm>
        </p:spPr>
        <p:txBody>
          <a:bodyPr wrap="square" lIns="36000" tIns="0" rIns="36000">
            <a:spAutoFit/>
          </a:bodyPr>
          <a:lstStyle>
            <a:lvl1pPr marL="0" indent="0" algn="l">
              <a:buNone/>
              <a:defRPr sz="200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GB"/>
          </a:p>
        </p:txBody>
      </p:sp>
      <p:sp>
        <p:nvSpPr>
          <p:cNvPr id="2" name="Title">
            <a:extLst>
              <a:ext uri="{FF2B5EF4-FFF2-40B4-BE49-F238E27FC236}">
                <a16:creationId xmlns:a16="http://schemas.microsoft.com/office/drawing/2014/main" id="{A5A39C93-A915-45D6-953A-AAC473CA2FEC}"/>
              </a:ext>
            </a:extLst>
          </p:cNvPr>
          <p:cNvSpPr>
            <a:spLocks noGrp="1"/>
          </p:cNvSpPr>
          <p:nvPr>
            <p:ph type="ctrTitle"/>
          </p:nvPr>
        </p:nvSpPr>
        <p:spPr>
          <a:xfrm>
            <a:off x="404813" y="2293129"/>
            <a:ext cx="11386134" cy="2215991"/>
          </a:xfrm>
        </p:spPr>
        <p:txBody>
          <a:bodyPr wrap="square" lIns="36000" rIns="36000" bIns="0" anchor="b" anchorCtr="0">
            <a:spAutoFit/>
          </a:bodyPr>
          <a:lstStyle>
            <a:lvl1pPr algn="l">
              <a:lnSpc>
                <a:spcPct val="90000"/>
              </a:lnSpc>
              <a:defRPr sz="8000" b="1" baseline="0">
                <a:solidFill>
                  <a:schemeClr val="bg1"/>
                </a:solidFill>
                <a:latin typeface="Ubuntu" panose="020B0504030602030204" pitchFamily="34" charset="0"/>
              </a:defRPr>
            </a:lvl1pPr>
          </a:lstStyle>
          <a:p>
            <a:r>
              <a:rPr lang="en-US"/>
              <a:t>Click to edit Master title style</a:t>
            </a:r>
            <a:endParaRPr lang="en-GB"/>
          </a:p>
        </p:txBody>
      </p:sp>
      <p:pic>
        <p:nvPicPr>
          <p:cNvPr id="7" name="Image 6" descr="Une image contenant texte&#10;&#10;Description générée automatiquement">
            <a:extLst>
              <a:ext uri="{FF2B5EF4-FFF2-40B4-BE49-F238E27FC236}">
                <a16:creationId xmlns:a16="http://schemas.microsoft.com/office/drawing/2014/main" id="{873884F3-4760-488E-A25C-0D285C88AE32}"/>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98408" y="260648"/>
            <a:ext cx="3024000" cy="1226177"/>
          </a:xfrm>
          <a:prstGeom prst="rect">
            <a:avLst/>
          </a:prstGeom>
        </p:spPr>
      </p:pic>
    </p:spTree>
    <p:extLst>
      <p:ext uri="{BB962C8B-B14F-4D97-AF65-F5344CB8AC3E}">
        <p14:creationId xmlns:p14="http://schemas.microsoft.com/office/powerpoint/2010/main" val="744737640"/>
      </p:ext>
    </p:extLst>
  </p:cSld>
  <p:clrMapOvr>
    <a:masterClrMapping/>
  </p:clrMapOvr>
  <p:extLst>
    <p:ext uri="{DCECCB84-F9BA-43D5-87BE-67443E8EF086}">
      <p15:sldGuideLst xmlns:p15="http://schemas.microsoft.com/office/powerpoint/2012/main"/>
    </p:ext>
  </p:extLst>
</p:sldLayout>
</file>

<file path=ppt/slideLayouts/slideLayout52.xml><?xml version="1.0" encoding="utf-8"?>
<p:sldLayout xmlns:a="http://schemas.openxmlformats.org/drawingml/2006/main" xmlns:r="http://schemas.openxmlformats.org/officeDocument/2006/relationships" xmlns:p="http://schemas.openxmlformats.org/presentationml/2006/main" showMasterSp="0" preserve="1" userDrawn="1">
  <p:cSld name="Title Slide 3 Full Picture">
    <p:bg>
      <p:bgPr>
        <a:solidFill>
          <a:schemeClr val="accent4"/>
        </a:solidFill>
        <a:effectLst/>
      </p:bgPr>
    </p:bg>
    <p:spTree>
      <p:nvGrpSpPr>
        <p:cNvPr id="1" name=""/>
        <p:cNvGrpSpPr/>
        <p:nvPr/>
      </p:nvGrpSpPr>
      <p:grpSpPr>
        <a:xfrm>
          <a:off x="0" y="0"/>
          <a:ext cx="0" cy="0"/>
          <a:chOff x="0" y="0"/>
          <a:chExt cx="0" cy="0"/>
        </a:xfrm>
      </p:grpSpPr>
      <p:sp>
        <p:nvSpPr>
          <p:cNvPr id="23" name="Picture Placeholder 22">
            <a:extLst>
              <a:ext uri="{FF2B5EF4-FFF2-40B4-BE49-F238E27FC236}">
                <a16:creationId xmlns:a16="http://schemas.microsoft.com/office/drawing/2014/main" id="{B92814EB-708F-421C-9F3F-E5C7B767B62F}"/>
              </a:ext>
            </a:extLst>
          </p:cNvPr>
          <p:cNvSpPr>
            <a:spLocks noGrp="1"/>
          </p:cNvSpPr>
          <p:nvPr>
            <p:ph type="pic" sz="quarter" idx="10" hasCustomPrompt="1"/>
          </p:nvPr>
        </p:nvSpPr>
        <p:spPr>
          <a:xfrm>
            <a:off x="0" y="0"/>
            <a:ext cx="12192000" cy="6858000"/>
          </a:xfrm>
          <a:custGeom>
            <a:avLst/>
            <a:gdLst>
              <a:gd name="connsiteX0" fmla="*/ 10205289 w 12192000"/>
              <a:gd name="connsiteY0" fmla="*/ 966629 h 6858000"/>
              <a:gd name="connsiteX1" fmla="*/ 10155045 w 12192000"/>
              <a:gd name="connsiteY1" fmla="*/ 1089100 h 6858000"/>
              <a:gd name="connsiteX2" fmla="*/ 10129923 w 12192000"/>
              <a:gd name="connsiteY2" fmla="*/ 1057697 h 6858000"/>
              <a:gd name="connsiteX3" fmla="*/ 10205289 w 12192000"/>
              <a:gd name="connsiteY3" fmla="*/ 966629 h 6858000"/>
              <a:gd name="connsiteX4" fmla="*/ 10359163 w 12192000"/>
              <a:gd name="connsiteY4" fmla="*/ 768791 h 6858000"/>
              <a:gd name="connsiteX5" fmla="*/ 10381145 w 12192000"/>
              <a:gd name="connsiteY5" fmla="*/ 803334 h 6858000"/>
              <a:gd name="connsiteX6" fmla="*/ 10330900 w 12192000"/>
              <a:gd name="connsiteY6" fmla="*/ 875561 h 6858000"/>
              <a:gd name="connsiteX7" fmla="*/ 10359163 w 12192000"/>
              <a:gd name="connsiteY7" fmla="*/ 768791 h 6858000"/>
              <a:gd name="connsiteX8" fmla="*/ 11203898 w 12192000"/>
              <a:gd name="connsiteY8" fmla="*/ 658881 h 6858000"/>
              <a:gd name="connsiteX9" fmla="*/ 11178776 w 12192000"/>
              <a:gd name="connsiteY9" fmla="*/ 684003 h 6858000"/>
              <a:gd name="connsiteX10" fmla="*/ 11203898 w 12192000"/>
              <a:gd name="connsiteY10" fmla="*/ 709126 h 6858000"/>
              <a:gd name="connsiteX11" fmla="*/ 11229020 w 12192000"/>
              <a:gd name="connsiteY11" fmla="*/ 684003 h 6858000"/>
              <a:gd name="connsiteX12" fmla="*/ 11203898 w 12192000"/>
              <a:gd name="connsiteY12" fmla="*/ 658881 h 6858000"/>
              <a:gd name="connsiteX13" fmla="*/ 10842765 w 12192000"/>
              <a:gd name="connsiteY13" fmla="*/ 646320 h 6858000"/>
              <a:gd name="connsiteX14" fmla="*/ 10817643 w 12192000"/>
              <a:gd name="connsiteY14" fmla="*/ 674583 h 6858000"/>
              <a:gd name="connsiteX15" fmla="*/ 10842765 w 12192000"/>
              <a:gd name="connsiteY15" fmla="*/ 699705 h 6858000"/>
              <a:gd name="connsiteX16" fmla="*/ 10867887 w 12192000"/>
              <a:gd name="connsiteY16" fmla="*/ 671442 h 6858000"/>
              <a:gd name="connsiteX17" fmla="*/ 10842765 w 12192000"/>
              <a:gd name="connsiteY17" fmla="*/ 646320 h 6858000"/>
              <a:gd name="connsiteX18" fmla="*/ 9570952 w 12192000"/>
              <a:gd name="connsiteY18" fmla="*/ 621198 h 6858000"/>
              <a:gd name="connsiteX19" fmla="*/ 9420219 w 12192000"/>
              <a:gd name="connsiteY19" fmla="*/ 806475 h 6858000"/>
              <a:gd name="connsiteX20" fmla="*/ 9545830 w 12192000"/>
              <a:gd name="connsiteY20" fmla="*/ 969769 h 6858000"/>
              <a:gd name="connsiteX21" fmla="*/ 9665161 w 12192000"/>
              <a:gd name="connsiteY21" fmla="*/ 894402 h 6858000"/>
              <a:gd name="connsiteX22" fmla="*/ 9724826 w 12192000"/>
              <a:gd name="connsiteY22" fmla="*/ 954068 h 6858000"/>
              <a:gd name="connsiteX23" fmla="*/ 9797053 w 12192000"/>
              <a:gd name="connsiteY23" fmla="*/ 900683 h 6858000"/>
              <a:gd name="connsiteX24" fmla="*/ 9847297 w 12192000"/>
              <a:gd name="connsiteY24" fmla="*/ 954068 h 6858000"/>
              <a:gd name="connsiteX25" fmla="*/ 9894401 w 12192000"/>
              <a:gd name="connsiteY25" fmla="*/ 928946 h 6858000"/>
              <a:gd name="connsiteX26" fmla="*/ 9947786 w 12192000"/>
              <a:gd name="connsiteY26" fmla="*/ 1092240 h 6858000"/>
              <a:gd name="connsiteX27" fmla="*/ 9935225 w 12192000"/>
              <a:gd name="connsiteY27" fmla="*/ 957208 h 6858000"/>
              <a:gd name="connsiteX28" fmla="*/ 9985470 w 12192000"/>
              <a:gd name="connsiteY28" fmla="*/ 775072 h 6858000"/>
              <a:gd name="connsiteX29" fmla="*/ 10013732 w 12192000"/>
              <a:gd name="connsiteY29" fmla="*/ 828457 h 6858000"/>
              <a:gd name="connsiteX30" fmla="*/ 10007452 w 12192000"/>
              <a:gd name="connsiteY30" fmla="*/ 875561 h 6858000"/>
              <a:gd name="connsiteX31" fmla="*/ 9944646 w 12192000"/>
              <a:gd name="connsiteY31" fmla="*/ 935226 h 6858000"/>
              <a:gd name="connsiteX32" fmla="*/ 9969768 w 12192000"/>
              <a:gd name="connsiteY32" fmla="*/ 954068 h 6858000"/>
              <a:gd name="connsiteX33" fmla="*/ 10045135 w 12192000"/>
              <a:gd name="connsiteY33" fmla="*/ 878701 h 6858000"/>
              <a:gd name="connsiteX34" fmla="*/ 10092239 w 12192000"/>
              <a:gd name="connsiteY34" fmla="*/ 844158 h 6858000"/>
              <a:gd name="connsiteX35" fmla="*/ 10092239 w 12192000"/>
              <a:gd name="connsiteY35" fmla="*/ 859859 h 6858000"/>
              <a:gd name="connsiteX36" fmla="*/ 10148764 w 12192000"/>
              <a:gd name="connsiteY36" fmla="*/ 938366 h 6858000"/>
              <a:gd name="connsiteX37" fmla="*/ 10208430 w 12192000"/>
              <a:gd name="connsiteY37" fmla="*/ 891262 h 6858000"/>
              <a:gd name="connsiteX38" fmla="*/ 10211570 w 12192000"/>
              <a:gd name="connsiteY38" fmla="*/ 935226 h 6858000"/>
              <a:gd name="connsiteX39" fmla="*/ 10098520 w 12192000"/>
              <a:gd name="connsiteY39" fmla="*/ 1057697 h 6858000"/>
              <a:gd name="connsiteX40" fmla="*/ 10158185 w 12192000"/>
              <a:gd name="connsiteY40" fmla="*/ 1120503 h 6858000"/>
              <a:gd name="connsiteX41" fmla="*/ 10252393 w 12192000"/>
              <a:gd name="connsiteY41" fmla="*/ 947787 h 6858000"/>
              <a:gd name="connsiteX42" fmla="*/ 10315199 w 12192000"/>
              <a:gd name="connsiteY42" fmla="*/ 919525 h 6858000"/>
              <a:gd name="connsiteX43" fmla="*/ 10381145 w 12192000"/>
              <a:gd name="connsiteY43" fmla="*/ 954068 h 6858000"/>
              <a:gd name="connsiteX44" fmla="*/ 10481634 w 12192000"/>
              <a:gd name="connsiteY44" fmla="*/ 884982 h 6858000"/>
              <a:gd name="connsiteX45" fmla="*/ 10513037 w 12192000"/>
              <a:gd name="connsiteY45" fmla="*/ 954068 h 6858000"/>
              <a:gd name="connsiteX46" fmla="*/ 10578983 w 12192000"/>
              <a:gd name="connsiteY46" fmla="*/ 778212 h 6858000"/>
              <a:gd name="connsiteX47" fmla="*/ 10632367 w 12192000"/>
              <a:gd name="connsiteY47" fmla="*/ 969769 h 6858000"/>
              <a:gd name="connsiteX48" fmla="*/ 10704594 w 12192000"/>
              <a:gd name="connsiteY48" fmla="*/ 800194 h 6858000"/>
              <a:gd name="connsiteX49" fmla="*/ 10767400 w 12192000"/>
              <a:gd name="connsiteY49" fmla="*/ 954068 h 6858000"/>
              <a:gd name="connsiteX50" fmla="*/ 10830205 w 12192000"/>
              <a:gd name="connsiteY50" fmla="*/ 866140 h 6858000"/>
              <a:gd name="connsiteX51" fmla="*/ 10893011 w 12192000"/>
              <a:gd name="connsiteY51" fmla="*/ 954068 h 6858000"/>
              <a:gd name="connsiteX52" fmla="*/ 10949536 w 12192000"/>
              <a:gd name="connsiteY52" fmla="*/ 900683 h 6858000"/>
              <a:gd name="connsiteX53" fmla="*/ 10980939 w 12192000"/>
              <a:gd name="connsiteY53" fmla="*/ 954068 h 6858000"/>
              <a:gd name="connsiteX54" fmla="*/ 11059446 w 12192000"/>
              <a:gd name="connsiteY54" fmla="*/ 778212 h 6858000"/>
              <a:gd name="connsiteX55" fmla="*/ 11144233 w 12192000"/>
              <a:gd name="connsiteY55" fmla="*/ 954068 h 6858000"/>
              <a:gd name="connsiteX56" fmla="*/ 11197618 w 12192000"/>
              <a:gd name="connsiteY56" fmla="*/ 894402 h 6858000"/>
              <a:gd name="connsiteX57" fmla="*/ 11244722 w 12192000"/>
              <a:gd name="connsiteY57" fmla="*/ 954068 h 6858000"/>
              <a:gd name="connsiteX58" fmla="*/ 11272985 w 12192000"/>
              <a:gd name="connsiteY58" fmla="*/ 938366 h 6858000"/>
              <a:gd name="connsiteX59" fmla="*/ 11225881 w 12192000"/>
              <a:gd name="connsiteY59" fmla="*/ 784493 h 6858000"/>
              <a:gd name="connsiteX60" fmla="*/ 11207039 w 12192000"/>
              <a:gd name="connsiteY60" fmla="*/ 740529 h 6858000"/>
              <a:gd name="connsiteX61" fmla="*/ 11188197 w 12192000"/>
              <a:gd name="connsiteY61" fmla="*/ 743669 h 6858000"/>
              <a:gd name="connsiteX62" fmla="*/ 11147374 w 12192000"/>
              <a:gd name="connsiteY62" fmla="*/ 913244 h 6858000"/>
              <a:gd name="connsiteX63" fmla="*/ 11062586 w 12192000"/>
              <a:gd name="connsiteY63" fmla="*/ 721687 h 6858000"/>
              <a:gd name="connsiteX64" fmla="*/ 10984079 w 12192000"/>
              <a:gd name="connsiteY64" fmla="*/ 875561 h 6858000"/>
              <a:gd name="connsiteX65" fmla="*/ 10977798 w 12192000"/>
              <a:gd name="connsiteY65" fmla="*/ 803334 h 6858000"/>
              <a:gd name="connsiteX66" fmla="*/ 10980939 w 12192000"/>
              <a:gd name="connsiteY66" fmla="*/ 765651 h 6858000"/>
              <a:gd name="connsiteX67" fmla="*/ 10943255 w 12192000"/>
              <a:gd name="connsiteY67" fmla="*/ 740529 h 6858000"/>
              <a:gd name="connsiteX68" fmla="*/ 10896151 w 12192000"/>
              <a:gd name="connsiteY68" fmla="*/ 916384 h 6858000"/>
              <a:gd name="connsiteX69" fmla="*/ 10858468 w 12192000"/>
              <a:gd name="connsiteY69" fmla="*/ 790773 h 6858000"/>
              <a:gd name="connsiteX70" fmla="*/ 10820784 w 12192000"/>
              <a:gd name="connsiteY70" fmla="*/ 740529 h 6858000"/>
              <a:gd name="connsiteX71" fmla="*/ 10773680 w 12192000"/>
              <a:gd name="connsiteY71" fmla="*/ 906964 h 6858000"/>
              <a:gd name="connsiteX72" fmla="*/ 10707734 w 12192000"/>
              <a:gd name="connsiteY72" fmla="*/ 740529 h 6858000"/>
              <a:gd name="connsiteX73" fmla="*/ 10638648 w 12192000"/>
              <a:gd name="connsiteY73" fmla="*/ 897543 h 6858000"/>
              <a:gd name="connsiteX74" fmla="*/ 10578983 w 12192000"/>
              <a:gd name="connsiteY74" fmla="*/ 721687 h 6858000"/>
              <a:gd name="connsiteX75" fmla="*/ 10516177 w 12192000"/>
              <a:gd name="connsiteY75" fmla="*/ 847298 h 6858000"/>
              <a:gd name="connsiteX76" fmla="*/ 10509897 w 12192000"/>
              <a:gd name="connsiteY76" fmla="*/ 847298 h 6858000"/>
              <a:gd name="connsiteX77" fmla="*/ 10509897 w 12192000"/>
              <a:gd name="connsiteY77" fmla="*/ 809615 h 6858000"/>
              <a:gd name="connsiteX78" fmla="*/ 10475353 w 12192000"/>
              <a:gd name="connsiteY78" fmla="*/ 737388 h 6858000"/>
              <a:gd name="connsiteX79" fmla="*/ 10387426 w 12192000"/>
              <a:gd name="connsiteY79" fmla="*/ 919525 h 6858000"/>
              <a:gd name="connsiteX80" fmla="*/ 10349742 w 12192000"/>
              <a:gd name="connsiteY80" fmla="*/ 903823 h 6858000"/>
              <a:gd name="connsiteX81" fmla="*/ 10425109 w 12192000"/>
              <a:gd name="connsiteY81" fmla="*/ 800194 h 6858000"/>
              <a:gd name="connsiteX82" fmla="*/ 10365444 w 12192000"/>
              <a:gd name="connsiteY82" fmla="*/ 740529 h 6858000"/>
              <a:gd name="connsiteX83" fmla="*/ 10286937 w 12192000"/>
              <a:gd name="connsiteY83" fmla="*/ 837877 h 6858000"/>
              <a:gd name="connsiteX84" fmla="*/ 10299498 w 12192000"/>
              <a:gd name="connsiteY84" fmla="*/ 900683 h 6858000"/>
              <a:gd name="connsiteX85" fmla="*/ 10249253 w 12192000"/>
              <a:gd name="connsiteY85" fmla="*/ 922665 h 6858000"/>
              <a:gd name="connsiteX86" fmla="*/ 10239832 w 12192000"/>
              <a:gd name="connsiteY86" fmla="*/ 784493 h 6858000"/>
              <a:gd name="connsiteX87" fmla="*/ 10202149 w 12192000"/>
              <a:gd name="connsiteY87" fmla="*/ 815895 h 6858000"/>
              <a:gd name="connsiteX88" fmla="*/ 10155045 w 12192000"/>
              <a:gd name="connsiteY88" fmla="*/ 897543 h 6858000"/>
              <a:gd name="connsiteX89" fmla="*/ 10133063 w 12192000"/>
              <a:gd name="connsiteY89" fmla="*/ 863000 h 6858000"/>
              <a:gd name="connsiteX90" fmla="*/ 10236692 w 12192000"/>
              <a:gd name="connsiteY90" fmla="*/ 762511 h 6858000"/>
              <a:gd name="connsiteX91" fmla="*/ 10202149 w 12192000"/>
              <a:gd name="connsiteY91" fmla="*/ 727968 h 6858000"/>
              <a:gd name="connsiteX92" fmla="*/ 10107941 w 12192000"/>
              <a:gd name="connsiteY92" fmla="*/ 784493 h 6858000"/>
              <a:gd name="connsiteX93" fmla="*/ 10051415 w 12192000"/>
              <a:gd name="connsiteY93" fmla="*/ 841018 h 6858000"/>
              <a:gd name="connsiteX94" fmla="*/ 10051415 w 12192000"/>
              <a:gd name="connsiteY94" fmla="*/ 825316 h 6858000"/>
              <a:gd name="connsiteX95" fmla="*/ 9985470 w 12192000"/>
              <a:gd name="connsiteY95" fmla="*/ 734248 h 6858000"/>
              <a:gd name="connsiteX96" fmla="*/ 9932085 w 12192000"/>
              <a:gd name="connsiteY96" fmla="*/ 775072 h 6858000"/>
              <a:gd name="connsiteX97" fmla="*/ 9910103 w 12192000"/>
              <a:gd name="connsiteY97" fmla="*/ 740529 h 6858000"/>
              <a:gd name="connsiteX98" fmla="*/ 9884981 w 12192000"/>
              <a:gd name="connsiteY98" fmla="*/ 746809 h 6858000"/>
              <a:gd name="connsiteX99" fmla="*/ 9891261 w 12192000"/>
              <a:gd name="connsiteY99" fmla="*/ 812755 h 6858000"/>
              <a:gd name="connsiteX100" fmla="*/ 9850437 w 12192000"/>
              <a:gd name="connsiteY100" fmla="*/ 922665 h 6858000"/>
              <a:gd name="connsiteX101" fmla="*/ 9822175 w 12192000"/>
              <a:gd name="connsiteY101" fmla="*/ 800194 h 6858000"/>
              <a:gd name="connsiteX102" fmla="*/ 9809614 w 12192000"/>
              <a:gd name="connsiteY102" fmla="*/ 797054 h 6858000"/>
              <a:gd name="connsiteX103" fmla="*/ 9781351 w 12192000"/>
              <a:gd name="connsiteY103" fmla="*/ 853579 h 6858000"/>
              <a:gd name="connsiteX104" fmla="*/ 9734247 w 12192000"/>
              <a:gd name="connsiteY104" fmla="*/ 919525 h 6858000"/>
              <a:gd name="connsiteX105" fmla="*/ 9709125 w 12192000"/>
              <a:gd name="connsiteY105" fmla="*/ 878701 h 6858000"/>
              <a:gd name="connsiteX106" fmla="*/ 9819035 w 12192000"/>
              <a:gd name="connsiteY106" fmla="*/ 778212 h 6858000"/>
              <a:gd name="connsiteX107" fmla="*/ 9784492 w 12192000"/>
              <a:gd name="connsiteY107" fmla="*/ 740529 h 6858000"/>
              <a:gd name="connsiteX108" fmla="*/ 9674582 w 12192000"/>
              <a:gd name="connsiteY108" fmla="*/ 825316 h 6858000"/>
              <a:gd name="connsiteX109" fmla="*/ 9555251 w 12192000"/>
              <a:gd name="connsiteY109" fmla="*/ 925805 h 6858000"/>
              <a:gd name="connsiteX110" fmla="*/ 9473604 w 12192000"/>
              <a:gd name="connsiteY110" fmla="*/ 800194 h 6858000"/>
              <a:gd name="connsiteX111" fmla="*/ 9567812 w 12192000"/>
              <a:gd name="connsiteY111" fmla="*/ 655741 h 6858000"/>
              <a:gd name="connsiteX112" fmla="*/ 9608636 w 12192000"/>
              <a:gd name="connsiteY112" fmla="*/ 721687 h 6858000"/>
              <a:gd name="connsiteX113" fmla="*/ 9655740 w 12192000"/>
              <a:gd name="connsiteY113" fmla="*/ 687144 h 6858000"/>
              <a:gd name="connsiteX114" fmla="*/ 9570952 w 12192000"/>
              <a:gd name="connsiteY114" fmla="*/ 621198 h 6858000"/>
              <a:gd name="connsiteX115" fmla="*/ 11503938 w 12192000"/>
              <a:gd name="connsiteY115" fmla="*/ 612538 h 6858000"/>
              <a:gd name="connsiteX116" fmla="*/ 11291551 w 12192000"/>
              <a:gd name="connsiteY116" fmla="*/ 832051 h 6858000"/>
              <a:gd name="connsiteX117" fmla="*/ 11365123 w 12192000"/>
              <a:gd name="connsiteY117" fmla="*/ 940418 h 6858000"/>
              <a:gd name="connsiteX118" fmla="*/ 11440083 w 12192000"/>
              <a:gd name="connsiteY118" fmla="*/ 941808 h 6858000"/>
              <a:gd name="connsiteX119" fmla="*/ 11444304 w 12192000"/>
              <a:gd name="connsiteY119" fmla="*/ 939708 h 6858000"/>
              <a:gd name="connsiteX120" fmla="*/ 11445324 w 12192000"/>
              <a:gd name="connsiteY120" fmla="*/ 939542 h 6858000"/>
              <a:gd name="connsiteX121" fmla="*/ 11475268 w 12192000"/>
              <a:gd name="connsiteY121" fmla="*/ 924644 h 6858000"/>
              <a:gd name="connsiteX122" fmla="*/ 11494474 w 12192000"/>
              <a:gd name="connsiteY122" fmla="*/ 907542 h 6858000"/>
              <a:gd name="connsiteX123" fmla="*/ 11488753 w 12192000"/>
              <a:gd name="connsiteY123" fmla="*/ 926162 h 6858000"/>
              <a:gd name="connsiteX124" fmla="*/ 11464846 w 12192000"/>
              <a:gd name="connsiteY124" fmla="*/ 951842 h 6858000"/>
              <a:gd name="connsiteX125" fmla="*/ 11432834 w 12192000"/>
              <a:gd name="connsiteY125" fmla="*/ 964214 h 6858000"/>
              <a:gd name="connsiteX126" fmla="*/ 11433416 w 12192000"/>
              <a:gd name="connsiteY126" fmla="*/ 964508 h 6858000"/>
              <a:gd name="connsiteX127" fmla="*/ 11427416 w 12192000"/>
              <a:gd name="connsiteY127" fmla="*/ 966826 h 6858000"/>
              <a:gd name="connsiteX128" fmla="*/ 11478812 w 12192000"/>
              <a:gd name="connsiteY128" fmla="*/ 980728 h 6858000"/>
              <a:gd name="connsiteX129" fmla="*/ 11601049 w 12192000"/>
              <a:gd name="connsiteY129" fmla="*/ 940412 h 6858000"/>
              <a:gd name="connsiteX130" fmla="*/ 11600229 w 12192000"/>
              <a:gd name="connsiteY130" fmla="*/ 940299 h 6858000"/>
              <a:gd name="connsiteX131" fmla="*/ 11604054 w 12192000"/>
              <a:gd name="connsiteY131" fmla="*/ 938167 h 6858000"/>
              <a:gd name="connsiteX132" fmla="*/ 11561078 w 12192000"/>
              <a:gd name="connsiteY132" fmla="*/ 923772 h 6858000"/>
              <a:gd name="connsiteX133" fmla="*/ 11546930 w 12192000"/>
              <a:gd name="connsiteY133" fmla="*/ 891807 h 6858000"/>
              <a:gd name="connsiteX134" fmla="*/ 11567885 w 12192000"/>
              <a:gd name="connsiteY134" fmla="*/ 908611 h 6858000"/>
              <a:gd name="connsiteX135" fmla="*/ 11601049 w 12192000"/>
              <a:gd name="connsiteY135" fmla="*/ 915389 h 6858000"/>
              <a:gd name="connsiteX136" fmla="*/ 11650104 w 12192000"/>
              <a:gd name="connsiteY136" fmla="*/ 900067 h 6858000"/>
              <a:gd name="connsiteX137" fmla="*/ 11650828 w 12192000"/>
              <a:gd name="connsiteY137" fmla="*/ 899169 h 6858000"/>
              <a:gd name="connsiteX138" fmla="*/ 11652427 w 12192000"/>
              <a:gd name="connsiteY138" fmla="*/ 898382 h 6858000"/>
              <a:gd name="connsiteX139" fmla="*/ 11683608 w 12192000"/>
              <a:gd name="connsiteY139" fmla="*/ 859705 h 6858000"/>
              <a:gd name="connsiteX140" fmla="*/ 11690343 w 12192000"/>
              <a:gd name="connsiteY140" fmla="*/ 825792 h 6858000"/>
              <a:gd name="connsiteX141" fmla="*/ 11690350 w 12192000"/>
              <a:gd name="connsiteY141" fmla="*/ 825831 h 6858000"/>
              <a:gd name="connsiteX142" fmla="*/ 11690350 w 12192000"/>
              <a:gd name="connsiteY142" fmla="*/ 825754 h 6858000"/>
              <a:gd name="connsiteX143" fmla="*/ 11690350 w 12192000"/>
              <a:gd name="connsiteY143" fmla="*/ 823091 h 6858000"/>
              <a:gd name="connsiteX144" fmla="*/ 11623276 w 12192000"/>
              <a:gd name="connsiteY144" fmla="*/ 684719 h 6858000"/>
              <a:gd name="connsiteX145" fmla="*/ 11573655 w 12192000"/>
              <a:gd name="connsiteY145" fmla="*/ 647215 h 6858000"/>
              <a:gd name="connsiteX146" fmla="*/ 11570681 w 12192000"/>
              <a:gd name="connsiteY146" fmla="*/ 645708 h 6858000"/>
              <a:gd name="connsiteX147" fmla="*/ 11570221 w 12192000"/>
              <a:gd name="connsiteY147" fmla="*/ 645361 h 6858000"/>
              <a:gd name="connsiteX148" fmla="*/ 11513655 w 12192000"/>
              <a:gd name="connsiteY148" fmla="*/ 616706 h 6858000"/>
              <a:gd name="connsiteX149" fmla="*/ 11503938 w 12192000"/>
              <a:gd name="connsiteY149" fmla="*/ 612538 h 6858000"/>
              <a:gd name="connsiteX150" fmla="*/ 0 w 12192000"/>
              <a:gd name="connsiteY150" fmla="*/ 0 h 6858000"/>
              <a:gd name="connsiteX151" fmla="*/ 12192000 w 12192000"/>
              <a:gd name="connsiteY151" fmla="*/ 0 h 6858000"/>
              <a:gd name="connsiteX152" fmla="*/ 12192000 w 12192000"/>
              <a:gd name="connsiteY152" fmla="*/ 6858000 h 6858000"/>
              <a:gd name="connsiteX153" fmla="*/ 0 w 12192000"/>
              <a:gd name="connsiteY153"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Lst>
            <a:rect l="l" t="t" r="r" b="b"/>
            <a:pathLst>
              <a:path w="12192000" h="6858000">
                <a:moveTo>
                  <a:pt x="10205289" y="966629"/>
                </a:moveTo>
                <a:cubicBezTo>
                  <a:pt x="10205289" y="1067118"/>
                  <a:pt x="10180167" y="1089100"/>
                  <a:pt x="10155045" y="1089100"/>
                </a:cubicBezTo>
                <a:cubicBezTo>
                  <a:pt x="10139343" y="1089100"/>
                  <a:pt x="10129923" y="1073399"/>
                  <a:pt x="10129923" y="1057697"/>
                </a:cubicBezTo>
                <a:cubicBezTo>
                  <a:pt x="10129923" y="1013733"/>
                  <a:pt x="10164466" y="988611"/>
                  <a:pt x="10205289" y="966629"/>
                </a:cubicBezTo>
                <a:close/>
                <a:moveTo>
                  <a:pt x="10359163" y="768791"/>
                </a:moveTo>
                <a:cubicBezTo>
                  <a:pt x="10374864" y="768791"/>
                  <a:pt x="10384285" y="781352"/>
                  <a:pt x="10381145" y="803334"/>
                </a:cubicBezTo>
                <a:cubicBezTo>
                  <a:pt x="10378005" y="828457"/>
                  <a:pt x="10362303" y="853579"/>
                  <a:pt x="10330900" y="875561"/>
                </a:cubicBezTo>
                <a:cubicBezTo>
                  <a:pt x="10318339" y="828457"/>
                  <a:pt x="10327760" y="768791"/>
                  <a:pt x="10359163" y="768791"/>
                </a:cubicBezTo>
                <a:close/>
                <a:moveTo>
                  <a:pt x="11203898" y="658881"/>
                </a:moveTo>
                <a:cubicBezTo>
                  <a:pt x="11191337" y="658881"/>
                  <a:pt x="11178776" y="671442"/>
                  <a:pt x="11178776" y="684003"/>
                </a:cubicBezTo>
                <a:cubicBezTo>
                  <a:pt x="11181916" y="696564"/>
                  <a:pt x="11191337" y="709126"/>
                  <a:pt x="11203898" y="709126"/>
                </a:cubicBezTo>
                <a:cubicBezTo>
                  <a:pt x="11216459" y="709126"/>
                  <a:pt x="11229020" y="696564"/>
                  <a:pt x="11229020" y="684003"/>
                </a:cubicBezTo>
                <a:cubicBezTo>
                  <a:pt x="11229020" y="668302"/>
                  <a:pt x="11219600" y="658881"/>
                  <a:pt x="11203898" y="658881"/>
                </a:cubicBezTo>
                <a:close/>
                <a:moveTo>
                  <a:pt x="10842765" y="646320"/>
                </a:moveTo>
                <a:cubicBezTo>
                  <a:pt x="10827064" y="646320"/>
                  <a:pt x="10817643" y="658881"/>
                  <a:pt x="10817643" y="674583"/>
                </a:cubicBezTo>
                <a:cubicBezTo>
                  <a:pt x="10817643" y="690284"/>
                  <a:pt x="10830204" y="702845"/>
                  <a:pt x="10842765" y="699705"/>
                </a:cubicBezTo>
                <a:cubicBezTo>
                  <a:pt x="10858467" y="699705"/>
                  <a:pt x="10867887" y="687144"/>
                  <a:pt x="10867887" y="671442"/>
                </a:cubicBezTo>
                <a:cubicBezTo>
                  <a:pt x="10867887" y="655741"/>
                  <a:pt x="10858467" y="646320"/>
                  <a:pt x="10842765" y="646320"/>
                </a:cubicBezTo>
                <a:close/>
                <a:moveTo>
                  <a:pt x="9570952" y="621198"/>
                </a:moveTo>
                <a:cubicBezTo>
                  <a:pt x="9492445" y="621198"/>
                  <a:pt x="9420219" y="702845"/>
                  <a:pt x="9420219" y="806475"/>
                </a:cubicBezTo>
                <a:cubicBezTo>
                  <a:pt x="9420219" y="906964"/>
                  <a:pt x="9470463" y="969769"/>
                  <a:pt x="9545830" y="969769"/>
                </a:cubicBezTo>
                <a:cubicBezTo>
                  <a:pt x="9592934" y="969769"/>
                  <a:pt x="9636898" y="944647"/>
                  <a:pt x="9665161" y="894402"/>
                </a:cubicBezTo>
                <a:cubicBezTo>
                  <a:pt x="9671441" y="935226"/>
                  <a:pt x="9702844" y="954068"/>
                  <a:pt x="9724826" y="954068"/>
                </a:cubicBezTo>
                <a:cubicBezTo>
                  <a:pt x="9759369" y="954068"/>
                  <a:pt x="9784492" y="932086"/>
                  <a:pt x="9797053" y="900683"/>
                </a:cubicBezTo>
                <a:cubicBezTo>
                  <a:pt x="9803333" y="932086"/>
                  <a:pt x="9822175" y="954068"/>
                  <a:pt x="9847297" y="954068"/>
                </a:cubicBezTo>
                <a:cubicBezTo>
                  <a:pt x="9866139" y="954068"/>
                  <a:pt x="9881840" y="944647"/>
                  <a:pt x="9894401" y="928946"/>
                </a:cubicBezTo>
                <a:cubicBezTo>
                  <a:pt x="9891261" y="1035715"/>
                  <a:pt x="9884981" y="1104801"/>
                  <a:pt x="9947786" y="1092240"/>
                </a:cubicBezTo>
                <a:cubicBezTo>
                  <a:pt x="9938365" y="1060837"/>
                  <a:pt x="9935225" y="1007453"/>
                  <a:pt x="9935225" y="957208"/>
                </a:cubicBezTo>
                <a:cubicBezTo>
                  <a:pt x="9935225" y="822176"/>
                  <a:pt x="9957207" y="775072"/>
                  <a:pt x="9985470" y="775072"/>
                </a:cubicBezTo>
                <a:cubicBezTo>
                  <a:pt x="10007452" y="775072"/>
                  <a:pt x="10013732" y="800194"/>
                  <a:pt x="10013732" y="828457"/>
                </a:cubicBezTo>
                <a:cubicBezTo>
                  <a:pt x="10013732" y="844158"/>
                  <a:pt x="10013732" y="859859"/>
                  <a:pt x="10007452" y="875561"/>
                </a:cubicBezTo>
                <a:cubicBezTo>
                  <a:pt x="9972908" y="897543"/>
                  <a:pt x="9944646" y="913244"/>
                  <a:pt x="9944646" y="935226"/>
                </a:cubicBezTo>
                <a:cubicBezTo>
                  <a:pt x="9944646" y="954068"/>
                  <a:pt x="9957207" y="954068"/>
                  <a:pt x="9969768" y="954068"/>
                </a:cubicBezTo>
                <a:cubicBezTo>
                  <a:pt x="9994890" y="954068"/>
                  <a:pt x="10029433" y="928946"/>
                  <a:pt x="10045135" y="878701"/>
                </a:cubicBezTo>
                <a:cubicBezTo>
                  <a:pt x="10060836" y="869280"/>
                  <a:pt x="10076538" y="859859"/>
                  <a:pt x="10092239" y="844158"/>
                </a:cubicBezTo>
                <a:cubicBezTo>
                  <a:pt x="10092239" y="850439"/>
                  <a:pt x="10092239" y="853579"/>
                  <a:pt x="10092239" y="859859"/>
                </a:cubicBezTo>
                <a:cubicBezTo>
                  <a:pt x="10092239" y="910104"/>
                  <a:pt x="10114221" y="938366"/>
                  <a:pt x="10148764" y="938366"/>
                </a:cubicBezTo>
                <a:cubicBezTo>
                  <a:pt x="10177027" y="938366"/>
                  <a:pt x="10195868" y="919525"/>
                  <a:pt x="10208430" y="891262"/>
                </a:cubicBezTo>
                <a:cubicBezTo>
                  <a:pt x="10208430" y="906964"/>
                  <a:pt x="10208430" y="922665"/>
                  <a:pt x="10211570" y="935226"/>
                </a:cubicBezTo>
                <a:cubicBezTo>
                  <a:pt x="10158185" y="960348"/>
                  <a:pt x="10098520" y="985471"/>
                  <a:pt x="10098520" y="1057697"/>
                </a:cubicBezTo>
                <a:cubicBezTo>
                  <a:pt x="10098520" y="1095380"/>
                  <a:pt x="10123642" y="1120503"/>
                  <a:pt x="10158185" y="1120503"/>
                </a:cubicBezTo>
                <a:cubicBezTo>
                  <a:pt x="10233552" y="1120503"/>
                  <a:pt x="10252393" y="1041996"/>
                  <a:pt x="10252393" y="947787"/>
                </a:cubicBezTo>
                <a:cubicBezTo>
                  <a:pt x="10277516" y="938366"/>
                  <a:pt x="10296357" y="928946"/>
                  <a:pt x="10315199" y="919525"/>
                </a:cubicBezTo>
                <a:cubicBezTo>
                  <a:pt x="10334041" y="941507"/>
                  <a:pt x="10359163" y="954068"/>
                  <a:pt x="10381145" y="954068"/>
                </a:cubicBezTo>
                <a:cubicBezTo>
                  <a:pt x="10425109" y="954068"/>
                  <a:pt x="10456512" y="932086"/>
                  <a:pt x="10481634" y="884982"/>
                </a:cubicBezTo>
                <a:cubicBezTo>
                  <a:pt x="10484774" y="919525"/>
                  <a:pt x="10494195" y="954068"/>
                  <a:pt x="10513037" y="954068"/>
                </a:cubicBezTo>
                <a:cubicBezTo>
                  <a:pt x="10547580" y="954068"/>
                  <a:pt x="10553860" y="778212"/>
                  <a:pt x="10578983" y="778212"/>
                </a:cubicBezTo>
                <a:cubicBezTo>
                  <a:pt x="10597824" y="778212"/>
                  <a:pt x="10582123" y="969769"/>
                  <a:pt x="10632367" y="969769"/>
                </a:cubicBezTo>
                <a:cubicBezTo>
                  <a:pt x="10676331" y="969769"/>
                  <a:pt x="10685752" y="800194"/>
                  <a:pt x="10704594" y="800194"/>
                </a:cubicBezTo>
                <a:cubicBezTo>
                  <a:pt x="10720295" y="800194"/>
                  <a:pt x="10720295" y="954068"/>
                  <a:pt x="10767400" y="954068"/>
                </a:cubicBezTo>
                <a:cubicBezTo>
                  <a:pt x="10789381" y="954068"/>
                  <a:pt x="10817644" y="925805"/>
                  <a:pt x="10830205" y="866140"/>
                </a:cubicBezTo>
                <a:cubicBezTo>
                  <a:pt x="10836486" y="903823"/>
                  <a:pt x="10855327" y="954068"/>
                  <a:pt x="10893011" y="954068"/>
                </a:cubicBezTo>
                <a:cubicBezTo>
                  <a:pt x="10914993" y="954068"/>
                  <a:pt x="10933834" y="932086"/>
                  <a:pt x="10949536" y="900683"/>
                </a:cubicBezTo>
                <a:cubicBezTo>
                  <a:pt x="10952676" y="932086"/>
                  <a:pt x="10962097" y="954068"/>
                  <a:pt x="10980939" y="954068"/>
                </a:cubicBezTo>
                <a:cubicBezTo>
                  <a:pt x="11024903" y="954068"/>
                  <a:pt x="11024903" y="778212"/>
                  <a:pt x="11059446" y="778212"/>
                </a:cubicBezTo>
                <a:cubicBezTo>
                  <a:pt x="11087708" y="778212"/>
                  <a:pt x="11078287" y="954068"/>
                  <a:pt x="11144233" y="954068"/>
                </a:cubicBezTo>
                <a:cubicBezTo>
                  <a:pt x="11175636" y="954068"/>
                  <a:pt x="11191337" y="928946"/>
                  <a:pt x="11197618" y="894402"/>
                </a:cubicBezTo>
                <a:cubicBezTo>
                  <a:pt x="11210179" y="944647"/>
                  <a:pt x="11229021" y="954068"/>
                  <a:pt x="11244722" y="954068"/>
                </a:cubicBezTo>
                <a:cubicBezTo>
                  <a:pt x="11254143" y="954068"/>
                  <a:pt x="11263564" y="950928"/>
                  <a:pt x="11272985" y="938366"/>
                </a:cubicBezTo>
                <a:cubicBezTo>
                  <a:pt x="11219600" y="916384"/>
                  <a:pt x="11225881" y="837877"/>
                  <a:pt x="11225881" y="784493"/>
                </a:cubicBezTo>
                <a:cubicBezTo>
                  <a:pt x="11225881" y="759370"/>
                  <a:pt x="11222740" y="740529"/>
                  <a:pt x="11207039" y="740529"/>
                </a:cubicBezTo>
                <a:cubicBezTo>
                  <a:pt x="11197618" y="740529"/>
                  <a:pt x="11194478" y="740529"/>
                  <a:pt x="11188197" y="743669"/>
                </a:cubicBezTo>
                <a:cubicBezTo>
                  <a:pt x="11194478" y="834737"/>
                  <a:pt x="11172496" y="913244"/>
                  <a:pt x="11147374" y="913244"/>
                </a:cubicBezTo>
                <a:cubicBezTo>
                  <a:pt x="11115971" y="913244"/>
                  <a:pt x="11131672" y="721687"/>
                  <a:pt x="11062586" y="721687"/>
                </a:cubicBezTo>
                <a:cubicBezTo>
                  <a:pt x="10999780" y="721687"/>
                  <a:pt x="10990359" y="875561"/>
                  <a:pt x="10984079" y="875561"/>
                </a:cubicBezTo>
                <a:cubicBezTo>
                  <a:pt x="10977798" y="875561"/>
                  <a:pt x="10977798" y="834737"/>
                  <a:pt x="10977798" y="803334"/>
                </a:cubicBezTo>
                <a:cubicBezTo>
                  <a:pt x="10980939" y="787633"/>
                  <a:pt x="10980939" y="775072"/>
                  <a:pt x="10980939" y="765651"/>
                </a:cubicBezTo>
                <a:cubicBezTo>
                  <a:pt x="10980939" y="749950"/>
                  <a:pt x="10974658" y="727968"/>
                  <a:pt x="10943255" y="740529"/>
                </a:cubicBezTo>
                <a:cubicBezTo>
                  <a:pt x="10943255" y="850439"/>
                  <a:pt x="10921273" y="916384"/>
                  <a:pt x="10896151" y="916384"/>
                </a:cubicBezTo>
                <a:cubicBezTo>
                  <a:pt x="10858468" y="916384"/>
                  <a:pt x="10858468" y="815895"/>
                  <a:pt x="10858468" y="790773"/>
                </a:cubicBezTo>
                <a:cubicBezTo>
                  <a:pt x="10858468" y="762511"/>
                  <a:pt x="10861608" y="727968"/>
                  <a:pt x="10820784" y="740529"/>
                </a:cubicBezTo>
                <a:cubicBezTo>
                  <a:pt x="10814504" y="834737"/>
                  <a:pt x="10789381" y="906964"/>
                  <a:pt x="10773680" y="906964"/>
                </a:cubicBezTo>
                <a:cubicBezTo>
                  <a:pt x="10754838" y="906964"/>
                  <a:pt x="10757979" y="740529"/>
                  <a:pt x="10707734" y="740529"/>
                </a:cubicBezTo>
                <a:cubicBezTo>
                  <a:pt x="10660630" y="740529"/>
                  <a:pt x="10648069" y="897543"/>
                  <a:pt x="10638648" y="897543"/>
                </a:cubicBezTo>
                <a:cubicBezTo>
                  <a:pt x="10622947" y="897543"/>
                  <a:pt x="10644929" y="721687"/>
                  <a:pt x="10578983" y="721687"/>
                </a:cubicBezTo>
                <a:cubicBezTo>
                  <a:pt x="10544440" y="721687"/>
                  <a:pt x="10531879" y="781352"/>
                  <a:pt x="10516177" y="847298"/>
                </a:cubicBezTo>
                <a:cubicBezTo>
                  <a:pt x="10513037" y="859859"/>
                  <a:pt x="10509897" y="859859"/>
                  <a:pt x="10509897" y="847298"/>
                </a:cubicBezTo>
                <a:cubicBezTo>
                  <a:pt x="10509897" y="834737"/>
                  <a:pt x="10509897" y="822176"/>
                  <a:pt x="10509897" y="809615"/>
                </a:cubicBezTo>
                <a:cubicBezTo>
                  <a:pt x="10525598" y="743669"/>
                  <a:pt x="10506756" y="718547"/>
                  <a:pt x="10475353" y="737388"/>
                </a:cubicBezTo>
                <a:cubicBezTo>
                  <a:pt x="10484774" y="859859"/>
                  <a:pt x="10428249" y="919525"/>
                  <a:pt x="10387426" y="919525"/>
                </a:cubicBezTo>
                <a:cubicBezTo>
                  <a:pt x="10371724" y="919525"/>
                  <a:pt x="10359163" y="913244"/>
                  <a:pt x="10349742" y="903823"/>
                </a:cubicBezTo>
                <a:cubicBezTo>
                  <a:pt x="10399987" y="872421"/>
                  <a:pt x="10425109" y="834737"/>
                  <a:pt x="10425109" y="800194"/>
                </a:cubicBezTo>
                <a:cubicBezTo>
                  <a:pt x="10425109" y="762511"/>
                  <a:pt x="10403127" y="740529"/>
                  <a:pt x="10365444" y="740529"/>
                </a:cubicBezTo>
                <a:cubicBezTo>
                  <a:pt x="10315199" y="740529"/>
                  <a:pt x="10286937" y="793913"/>
                  <a:pt x="10286937" y="837877"/>
                </a:cubicBezTo>
                <a:cubicBezTo>
                  <a:pt x="10286937" y="863000"/>
                  <a:pt x="10290077" y="881841"/>
                  <a:pt x="10299498" y="900683"/>
                </a:cubicBezTo>
                <a:cubicBezTo>
                  <a:pt x="10280656" y="910104"/>
                  <a:pt x="10264955" y="916384"/>
                  <a:pt x="10249253" y="922665"/>
                </a:cubicBezTo>
                <a:cubicBezTo>
                  <a:pt x="10249253" y="875561"/>
                  <a:pt x="10242973" y="828457"/>
                  <a:pt x="10239832" y="784493"/>
                </a:cubicBezTo>
                <a:cubicBezTo>
                  <a:pt x="10211570" y="778212"/>
                  <a:pt x="10205289" y="790773"/>
                  <a:pt x="10202149" y="815895"/>
                </a:cubicBezTo>
                <a:cubicBezTo>
                  <a:pt x="10192728" y="863000"/>
                  <a:pt x="10173886" y="897543"/>
                  <a:pt x="10155045" y="897543"/>
                </a:cubicBezTo>
                <a:cubicBezTo>
                  <a:pt x="10142484" y="897543"/>
                  <a:pt x="10133063" y="881841"/>
                  <a:pt x="10133063" y="863000"/>
                </a:cubicBezTo>
                <a:cubicBezTo>
                  <a:pt x="10126782" y="775072"/>
                  <a:pt x="10199009" y="749950"/>
                  <a:pt x="10236692" y="762511"/>
                </a:cubicBezTo>
                <a:cubicBezTo>
                  <a:pt x="10242973" y="743669"/>
                  <a:pt x="10236692" y="727968"/>
                  <a:pt x="10202149" y="727968"/>
                </a:cubicBezTo>
                <a:cubicBezTo>
                  <a:pt x="10161325" y="727968"/>
                  <a:pt x="10129923" y="753090"/>
                  <a:pt x="10107941" y="784493"/>
                </a:cubicBezTo>
                <a:cubicBezTo>
                  <a:pt x="10092239" y="806475"/>
                  <a:pt x="10076538" y="822176"/>
                  <a:pt x="10051415" y="841018"/>
                </a:cubicBezTo>
                <a:cubicBezTo>
                  <a:pt x="10051415" y="834737"/>
                  <a:pt x="10051415" y="831597"/>
                  <a:pt x="10051415" y="825316"/>
                </a:cubicBezTo>
                <a:cubicBezTo>
                  <a:pt x="10051415" y="762511"/>
                  <a:pt x="10016872" y="734248"/>
                  <a:pt x="9985470" y="734248"/>
                </a:cubicBezTo>
                <a:cubicBezTo>
                  <a:pt x="9957207" y="734248"/>
                  <a:pt x="9941506" y="749950"/>
                  <a:pt x="9932085" y="775072"/>
                </a:cubicBezTo>
                <a:cubicBezTo>
                  <a:pt x="9928945" y="753090"/>
                  <a:pt x="9925804" y="740529"/>
                  <a:pt x="9910103" y="740529"/>
                </a:cubicBezTo>
                <a:cubicBezTo>
                  <a:pt x="9903822" y="740529"/>
                  <a:pt x="9894401" y="743669"/>
                  <a:pt x="9884981" y="746809"/>
                </a:cubicBezTo>
                <a:cubicBezTo>
                  <a:pt x="9888121" y="759370"/>
                  <a:pt x="9891261" y="790773"/>
                  <a:pt x="9891261" y="812755"/>
                </a:cubicBezTo>
                <a:cubicBezTo>
                  <a:pt x="9891261" y="888122"/>
                  <a:pt x="9869279" y="922665"/>
                  <a:pt x="9850437" y="922665"/>
                </a:cubicBezTo>
                <a:cubicBezTo>
                  <a:pt x="9825315" y="922665"/>
                  <a:pt x="9822175" y="834737"/>
                  <a:pt x="9822175" y="800194"/>
                </a:cubicBezTo>
                <a:cubicBezTo>
                  <a:pt x="9819035" y="800194"/>
                  <a:pt x="9815894" y="797054"/>
                  <a:pt x="9809614" y="797054"/>
                </a:cubicBezTo>
                <a:cubicBezTo>
                  <a:pt x="9787632" y="797054"/>
                  <a:pt x="9784492" y="825316"/>
                  <a:pt x="9781351" y="853579"/>
                </a:cubicBezTo>
                <a:cubicBezTo>
                  <a:pt x="9775071" y="881841"/>
                  <a:pt x="9759369" y="919525"/>
                  <a:pt x="9734247" y="919525"/>
                </a:cubicBezTo>
                <a:cubicBezTo>
                  <a:pt x="9718546" y="919525"/>
                  <a:pt x="9709125" y="903823"/>
                  <a:pt x="9709125" y="878701"/>
                </a:cubicBezTo>
                <a:cubicBezTo>
                  <a:pt x="9702844" y="822176"/>
                  <a:pt x="9749949" y="759370"/>
                  <a:pt x="9819035" y="778212"/>
                </a:cubicBezTo>
                <a:cubicBezTo>
                  <a:pt x="9825315" y="759370"/>
                  <a:pt x="9812754" y="740529"/>
                  <a:pt x="9784492" y="740529"/>
                </a:cubicBezTo>
                <a:cubicBezTo>
                  <a:pt x="9734247" y="740529"/>
                  <a:pt x="9690283" y="781352"/>
                  <a:pt x="9674582" y="825316"/>
                </a:cubicBezTo>
                <a:cubicBezTo>
                  <a:pt x="9655740" y="866140"/>
                  <a:pt x="9621197" y="925805"/>
                  <a:pt x="9555251" y="925805"/>
                </a:cubicBezTo>
                <a:cubicBezTo>
                  <a:pt x="9508147" y="925805"/>
                  <a:pt x="9473604" y="884982"/>
                  <a:pt x="9473604" y="800194"/>
                </a:cubicBezTo>
                <a:cubicBezTo>
                  <a:pt x="9473604" y="727968"/>
                  <a:pt x="9520708" y="655741"/>
                  <a:pt x="9567812" y="655741"/>
                </a:cubicBezTo>
                <a:cubicBezTo>
                  <a:pt x="9602355" y="655741"/>
                  <a:pt x="9611776" y="690284"/>
                  <a:pt x="9608636" y="721687"/>
                </a:cubicBezTo>
                <a:cubicBezTo>
                  <a:pt x="9627478" y="737388"/>
                  <a:pt x="9655740" y="721687"/>
                  <a:pt x="9655740" y="687144"/>
                </a:cubicBezTo>
                <a:cubicBezTo>
                  <a:pt x="9655740" y="662022"/>
                  <a:pt x="9636898" y="621198"/>
                  <a:pt x="9570952" y="621198"/>
                </a:cubicBezTo>
                <a:close/>
                <a:moveTo>
                  <a:pt x="11503938" y="612538"/>
                </a:moveTo>
                <a:cubicBezTo>
                  <a:pt x="11456741" y="669501"/>
                  <a:pt x="11291551" y="712570"/>
                  <a:pt x="11291551" y="832051"/>
                </a:cubicBezTo>
                <a:cubicBezTo>
                  <a:pt x="11291551" y="879288"/>
                  <a:pt x="11320702" y="923747"/>
                  <a:pt x="11365123" y="940418"/>
                </a:cubicBezTo>
                <a:cubicBezTo>
                  <a:pt x="11390110" y="950144"/>
                  <a:pt x="11415096" y="950144"/>
                  <a:pt x="11440083" y="941808"/>
                </a:cubicBezTo>
                <a:lnTo>
                  <a:pt x="11444304" y="939708"/>
                </a:lnTo>
                <a:lnTo>
                  <a:pt x="11445324" y="939542"/>
                </a:lnTo>
                <a:cubicBezTo>
                  <a:pt x="11456276" y="936118"/>
                  <a:pt x="11466199" y="930980"/>
                  <a:pt x="11475268" y="924644"/>
                </a:cubicBezTo>
                <a:lnTo>
                  <a:pt x="11494474" y="907542"/>
                </a:lnTo>
                <a:lnTo>
                  <a:pt x="11488753" y="926162"/>
                </a:lnTo>
                <a:lnTo>
                  <a:pt x="11464846" y="951842"/>
                </a:lnTo>
                <a:lnTo>
                  <a:pt x="11432834" y="964214"/>
                </a:lnTo>
                <a:lnTo>
                  <a:pt x="11433416" y="964508"/>
                </a:lnTo>
                <a:lnTo>
                  <a:pt x="11427416" y="966826"/>
                </a:lnTo>
                <a:cubicBezTo>
                  <a:pt x="11435751" y="975167"/>
                  <a:pt x="11455198" y="980728"/>
                  <a:pt x="11478812" y="980728"/>
                </a:cubicBezTo>
                <a:cubicBezTo>
                  <a:pt x="11521873" y="980728"/>
                  <a:pt x="11574657" y="968216"/>
                  <a:pt x="11601049" y="940412"/>
                </a:cubicBezTo>
                <a:lnTo>
                  <a:pt x="11600229" y="940299"/>
                </a:lnTo>
                <a:lnTo>
                  <a:pt x="11604054" y="938167"/>
                </a:lnTo>
                <a:cubicBezTo>
                  <a:pt x="11586248" y="938852"/>
                  <a:pt x="11571523" y="933368"/>
                  <a:pt x="11561078" y="923772"/>
                </a:cubicBezTo>
                <a:lnTo>
                  <a:pt x="11546930" y="891807"/>
                </a:lnTo>
                <a:lnTo>
                  <a:pt x="11567885" y="908611"/>
                </a:lnTo>
                <a:cubicBezTo>
                  <a:pt x="11578129" y="913304"/>
                  <a:pt x="11589242" y="915389"/>
                  <a:pt x="11601049" y="915389"/>
                </a:cubicBezTo>
                <a:cubicBezTo>
                  <a:pt x="11619281" y="915389"/>
                  <a:pt x="11636145" y="909719"/>
                  <a:pt x="11650104" y="900067"/>
                </a:cubicBezTo>
                <a:lnTo>
                  <a:pt x="11650828" y="899169"/>
                </a:lnTo>
                <a:lnTo>
                  <a:pt x="11652427" y="898382"/>
                </a:lnTo>
                <a:cubicBezTo>
                  <a:pt x="11666192" y="888863"/>
                  <a:pt x="11677091" y="875417"/>
                  <a:pt x="11683608" y="859705"/>
                </a:cubicBezTo>
                <a:lnTo>
                  <a:pt x="11690343" y="825792"/>
                </a:lnTo>
                <a:lnTo>
                  <a:pt x="11690350" y="825831"/>
                </a:lnTo>
                <a:lnTo>
                  <a:pt x="11690350" y="825754"/>
                </a:lnTo>
                <a:lnTo>
                  <a:pt x="11690350" y="823091"/>
                </a:lnTo>
                <a:cubicBezTo>
                  <a:pt x="11690350" y="768290"/>
                  <a:pt x="11662973" y="721710"/>
                  <a:pt x="11623276" y="684719"/>
                </a:cubicBezTo>
                <a:cubicBezTo>
                  <a:pt x="11608219" y="670334"/>
                  <a:pt x="11591450" y="658004"/>
                  <a:pt x="11573655" y="647215"/>
                </a:cubicBezTo>
                <a:lnTo>
                  <a:pt x="11570681" y="645708"/>
                </a:lnTo>
                <a:lnTo>
                  <a:pt x="11570221" y="645361"/>
                </a:lnTo>
                <a:cubicBezTo>
                  <a:pt x="11552175" y="634420"/>
                  <a:pt x="11533088" y="625042"/>
                  <a:pt x="11513655" y="616706"/>
                </a:cubicBezTo>
                <a:cubicBezTo>
                  <a:pt x="11510878" y="615317"/>
                  <a:pt x="11508102" y="613928"/>
                  <a:pt x="11503938" y="612538"/>
                </a:cubicBezTo>
                <a:close/>
                <a:moveTo>
                  <a:pt x="0" y="0"/>
                </a:moveTo>
                <a:lnTo>
                  <a:pt x="12192000" y="0"/>
                </a:lnTo>
                <a:lnTo>
                  <a:pt x="12192000" y="6858000"/>
                </a:lnTo>
                <a:lnTo>
                  <a:pt x="0" y="6858000"/>
                </a:lnTo>
                <a:close/>
              </a:path>
            </a:pathLst>
          </a:custGeom>
          <a:solidFill>
            <a:schemeClr val="accent4"/>
          </a:solidFill>
        </p:spPr>
        <p:txBody>
          <a:bodyPr wrap="square">
            <a:noAutofit/>
          </a:bodyPr>
          <a:lstStyle>
            <a:lvl1pPr>
              <a:defRPr>
                <a:solidFill>
                  <a:schemeClr val="tx1">
                    <a:lumMod val="50000"/>
                    <a:lumOff val="50000"/>
                  </a:schemeClr>
                </a:solidFill>
              </a:defRPr>
            </a:lvl1pPr>
          </a:lstStyle>
          <a:p>
            <a:r>
              <a:rPr lang="de-DE"/>
              <a:t>Insert Picture and send </a:t>
            </a:r>
            <a:r>
              <a:rPr lang="de-DE" err="1"/>
              <a:t>to</a:t>
            </a:r>
            <a:r>
              <a:rPr lang="de-DE"/>
              <a:t> back</a:t>
            </a:r>
          </a:p>
        </p:txBody>
      </p:sp>
      <p:sp>
        <p:nvSpPr>
          <p:cNvPr id="3" name="Subtitle">
            <a:extLst>
              <a:ext uri="{FF2B5EF4-FFF2-40B4-BE49-F238E27FC236}">
                <a16:creationId xmlns:a16="http://schemas.microsoft.com/office/drawing/2014/main" id="{81D5C5CA-E0F9-4194-9FD7-26150AB2A870}"/>
              </a:ext>
            </a:extLst>
          </p:cNvPr>
          <p:cNvSpPr>
            <a:spLocks noGrp="1"/>
          </p:cNvSpPr>
          <p:nvPr>
            <p:ph type="subTitle" idx="1"/>
          </p:nvPr>
        </p:nvSpPr>
        <p:spPr>
          <a:xfrm>
            <a:off x="404813" y="4561383"/>
            <a:ext cx="11386134" cy="307777"/>
          </a:xfrm>
        </p:spPr>
        <p:txBody>
          <a:bodyPr wrap="square" lIns="36000" tIns="0" rIns="36000">
            <a:spAutoFit/>
          </a:bodyPr>
          <a:lstStyle>
            <a:lvl1pPr marL="0" indent="0" algn="l">
              <a:buNone/>
              <a:defRPr sz="200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GB"/>
          </a:p>
        </p:txBody>
      </p:sp>
      <p:sp>
        <p:nvSpPr>
          <p:cNvPr id="2" name="Title">
            <a:extLst>
              <a:ext uri="{FF2B5EF4-FFF2-40B4-BE49-F238E27FC236}">
                <a16:creationId xmlns:a16="http://schemas.microsoft.com/office/drawing/2014/main" id="{A5A39C93-A915-45D6-953A-AAC473CA2FEC}"/>
              </a:ext>
            </a:extLst>
          </p:cNvPr>
          <p:cNvSpPr>
            <a:spLocks noGrp="1"/>
          </p:cNvSpPr>
          <p:nvPr>
            <p:ph type="ctrTitle"/>
          </p:nvPr>
        </p:nvSpPr>
        <p:spPr>
          <a:xfrm>
            <a:off x="404813" y="2847127"/>
            <a:ext cx="11386134" cy="1661993"/>
          </a:xfrm>
        </p:spPr>
        <p:txBody>
          <a:bodyPr wrap="square" lIns="36000" rIns="36000" bIns="0" anchor="b" anchorCtr="0">
            <a:spAutoFit/>
          </a:bodyPr>
          <a:lstStyle>
            <a:lvl1pPr algn="l">
              <a:lnSpc>
                <a:spcPct val="90000"/>
              </a:lnSpc>
              <a:defRPr sz="6000" b="1" baseline="0">
                <a:solidFill>
                  <a:schemeClr val="bg1"/>
                </a:solidFill>
                <a:latin typeface="Ubuntu" panose="020B0504030602030204" pitchFamily="34" charset="0"/>
              </a:defRPr>
            </a:lvl1pPr>
          </a:lstStyle>
          <a:p>
            <a:r>
              <a:rPr lang="en-US"/>
              <a:t>Click to edit Master title style</a:t>
            </a:r>
            <a:endParaRPr lang="en-GB"/>
          </a:p>
        </p:txBody>
      </p:sp>
      <p:pic>
        <p:nvPicPr>
          <p:cNvPr id="6" name="Image 5" descr="Une image contenant texte&#10;&#10;Description générée automatiquement">
            <a:extLst>
              <a:ext uri="{FF2B5EF4-FFF2-40B4-BE49-F238E27FC236}">
                <a16:creationId xmlns:a16="http://schemas.microsoft.com/office/drawing/2014/main" id="{4E7913BD-2F2A-43EA-9355-0DD8C035B5EB}"/>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9014016" y="246471"/>
            <a:ext cx="3078000" cy="1248074"/>
          </a:xfrm>
          <a:prstGeom prst="rect">
            <a:avLst/>
          </a:prstGeom>
        </p:spPr>
      </p:pic>
    </p:spTree>
    <p:extLst>
      <p:ext uri="{BB962C8B-B14F-4D97-AF65-F5344CB8AC3E}">
        <p14:creationId xmlns:p14="http://schemas.microsoft.com/office/powerpoint/2010/main" val="1438761924"/>
      </p:ext>
    </p:extLst>
  </p:cSld>
  <p:clrMapOvr>
    <a:masterClrMapping/>
  </p:clrMapOvr>
  <p:extLst>
    <p:ext uri="{DCECCB84-F9BA-43D5-87BE-67443E8EF086}">
      <p15:sldGuideLst xmlns:p15="http://schemas.microsoft.com/office/powerpoint/2012/main"/>
    </p:ext>
  </p:extLst>
</p:sldLayout>
</file>

<file path=ppt/slideLayouts/slideLayout53.xml><?xml version="1.0" encoding="utf-8"?>
<p:sldLayout xmlns:a="http://schemas.openxmlformats.org/drawingml/2006/main" xmlns:r="http://schemas.openxmlformats.org/officeDocument/2006/relationships" xmlns:p="http://schemas.openxmlformats.org/presentationml/2006/main" preserve="1" userDrawn="1">
  <p:cSld name="Titre et contenu">
    <p:spTree>
      <p:nvGrpSpPr>
        <p:cNvPr id="1" name=""/>
        <p:cNvGrpSpPr/>
        <p:nvPr/>
      </p:nvGrpSpPr>
      <p:grpSpPr>
        <a:xfrm>
          <a:off x="0" y="0"/>
          <a:ext cx="0" cy="0"/>
          <a:chOff x="0" y="0"/>
          <a:chExt cx="0" cy="0"/>
        </a:xfrm>
      </p:grpSpPr>
      <p:sp>
        <p:nvSpPr>
          <p:cNvPr id="4" name="Text Placeholder 3"/>
          <p:cNvSpPr>
            <a:spLocks noGrp="1"/>
          </p:cNvSpPr>
          <p:nvPr>
            <p:ph type="body" sz="quarter" idx="10"/>
          </p:nvPr>
        </p:nvSpPr>
        <p:spPr>
          <a:xfrm>
            <a:off x="404812" y="1447201"/>
            <a:ext cx="11379201" cy="502261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1" name="Title 10">
            <a:extLst>
              <a:ext uri="{FF2B5EF4-FFF2-40B4-BE49-F238E27FC236}">
                <a16:creationId xmlns:a16="http://schemas.microsoft.com/office/drawing/2014/main" id="{006B5C2B-B0BF-4136-9EC7-0E7F54D1D264}"/>
              </a:ext>
            </a:extLst>
          </p:cNvPr>
          <p:cNvSpPr>
            <a:spLocks noGrp="1"/>
          </p:cNvSpPr>
          <p:nvPr>
            <p:ph type="title"/>
          </p:nvPr>
        </p:nvSpPr>
        <p:spPr/>
        <p:txBody>
          <a:bodyPr/>
          <a:lstStyle/>
          <a:p>
            <a:r>
              <a:rPr lang="en-US"/>
              <a:t>Click to edit Master title style</a:t>
            </a:r>
            <a:endParaRPr lang="en-GB"/>
          </a:p>
        </p:txBody>
      </p:sp>
    </p:spTree>
    <p:extLst>
      <p:ext uri="{BB962C8B-B14F-4D97-AF65-F5344CB8AC3E}">
        <p14:creationId xmlns:p14="http://schemas.microsoft.com/office/powerpoint/2010/main" val="1898184102"/>
      </p:ext>
    </p:extLst>
  </p:cSld>
  <p:clrMapOvr>
    <a:masterClrMapping/>
  </p:clrMapOvr>
</p:sldLayout>
</file>

<file path=ppt/slideLayouts/slideLayout54.xml><?xml version="1.0" encoding="utf-8"?>
<p:sldLayout xmlns:a="http://schemas.openxmlformats.org/drawingml/2006/main" xmlns:r="http://schemas.openxmlformats.org/officeDocument/2006/relationships" xmlns:p="http://schemas.openxmlformats.org/presentationml/2006/main" preserve="1" userDrawn="1">
  <p:cSld name="Title, subtitle and content ">
    <p:spTree>
      <p:nvGrpSpPr>
        <p:cNvPr id="1" name=""/>
        <p:cNvGrpSpPr/>
        <p:nvPr/>
      </p:nvGrpSpPr>
      <p:grpSpPr>
        <a:xfrm>
          <a:off x="0" y="0"/>
          <a:ext cx="0" cy="0"/>
          <a:chOff x="0" y="0"/>
          <a:chExt cx="0" cy="0"/>
        </a:xfrm>
      </p:grpSpPr>
      <p:sp>
        <p:nvSpPr>
          <p:cNvPr id="4" name="Text Placeholder 3"/>
          <p:cNvSpPr>
            <a:spLocks noGrp="1"/>
          </p:cNvSpPr>
          <p:nvPr>
            <p:ph type="body" sz="quarter" idx="10"/>
          </p:nvPr>
        </p:nvSpPr>
        <p:spPr>
          <a:xfrm>
            <a:off x="404812" y="1899138"/>
            <a:ext cx="11379201" cy="457067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Espace réservé du texte 4"/>
          <p:cNvSpPr>
            <a:spLocks noGrp="1"/>
          </p:cNvSpPr>
          <p:nvPr>
            <p:ph type="body" sz="quarter" idx="11" hasCustomPrompt="1"/>
          </p:nvPr>
        </p:nvSpPr>
        <p:spPr>
          <a:xfrm>
            <a:off x="404813" y="1327150"/>
            <a:ext cx="11379200" cy="457688"/>
          </a:xfrm>
          <a:prstGeom prst="rect">
            <a:avLst/>
          </a:prstGeom>
        </p:spPr>
        <p:txBody>
          <a:bodyPr/>
          <a:lstStyle>
            <a:lvl1pPr>
              <a:defRPr>
                <a:solidFill>
                  <a:schemeClr val="accent2"/>
                </a:solidFill>
              </a:defRPr>
            </a:lvl1pPr>
          </a:lstStyle>
          <a:p>
            <a:pPr lvl="0"/>
            <a:r>
              <a:rPr lang="en-US"/>
              <a:t>Click to edit Master subtitle styles</a:t>
            </a:r>
          </a:p>
        </p:txBody>
      </p:sp>
      <p:sp>
        <p:nvSpPr>
          <p:cNvPr id="2" name="Title 1">
            <a:extLst>
              <a:ext uri="{FF2B5EF4-FFF2-40B4-BE49-F238E27FC236}">
                <a16:creationId xmlns:a16="http://schemas.microsoft.com/office/drawing/2014/main" id="{171054D7-80F5-442C-9F9E-FCC6CF14C5F1}"/>
              </a:ext>
            </a:extLst>
          </p:cNvPr>
          <p:cNvSpPr>
            <a:spLocks noGrp="1"/>
          </p:cNvSpPr>
          <p:nvPr>
            <p:ph type="title"/>
          </p:nvPr>
        </p:nvSpPr>
        <p:spPr/>
        <p:txBody>
          <a:bodyPr/>
          <a:lstStyle/>
          <a:p>
            <a:r>
              <a:rPr lang="en-US"/>
              <a:t>Click to edit Master title style</a:t>
            </a:r>
            <a:endParaRPr lang="de-DE"/>
          </a:p>
        </p:txBody>
      </p:sp>
    </p:spTree>
    <p:extLst>
      <p:ext uri="{BB962C8B-B14F-4D97-AF65-F5344CB8AC3E}">
        <p14:creationId xmlns:p14="http://schemas.microsoft.com/office/powerpoint/2010/main" val="3348819350"/>
      </p:ext>
    </p:extLst>
  </p:cSld>
  <p:clrMapOvr>
    <a:masterClrMapping/>
  </p:clrMapOvr>
</p:sldLayout>
</file>

<file path=ppt/slideLayouts/slideLayout55.xml><?xml version="1.0" encoding="utf-8"?>
<p:sldLayout xmlns:a="http://schemas.openxmlformats.org/drawingml/2006/main" xmlns:r="http://schemas.openxmlformats.org/officeDocument/2006/relationships" xmlns:p="http://schemas.openxmlformats.org/presentationml/2006/main" preserve="1" userDrawn="1">
  <p:cSld name="Title and subtitle">
    <p:spTree>
      <p:nvGrpSpPr>
        <p:cNvPr id="1" name=""/>
        <p:cNvGrpSpPr/>
        <p:nvPr/>
      </p:nvGrpSpPr>
      <p:grpSpPr>
        <a:xfrm>
          <a:off x="0" y="0"/>
          <a:ext cx="0" cy="0"/>
          <a:chOff x="0" y="0"/>
          <a:chExt cx="0" cy="0"/>
        </a:xfrm>
      </p:grpSpPr>
      <p:sp>
        <p:nvSpPr>
          <p:cNvPr id="5" name="Espace réservé du texte 4"/>
          <p:cNvSpPr>
            <a:spLocks noGrp="1"/>
          </p:cNvSpPr>
          <p:nvPr>
            <p:ph type="body" sz="quarter" idx="11" hasCustomPrompt="1"/>
          </p:nvPr>
        </p:nvSpPr>
        <p:spPr>
          <a:xfrm>
            <a:off x="404813" y="1327150"/>
            <a:ext cx="11379200" cy="457688"/>
          </a:xfrm>
          <a:prstGeom prst="rect">
            <a:avLst/>
          </a:prstGeom>
        </p:spPr>
        <p:txBody>
          <a:bodyPr/>
          <a:lstStyle>
            <a:lvl1pPr>
              <a:defRPr>
                <a:solidFill>
                  <a:schemeClr val="accent2"/>
                </a:solidFill>
              </a:defRPr>
            </a:lvl1pPr>
          </a:lstStyle>
          <a:p>
            <a:pPr lvl="0"/>
            <a:r>
              <a:rPr lang="en-US"/>
              <a:t>Click to edit Master subtitle styles</a:t>
            </a:r>
          </a:p>
        </p:txBody>
      </p:sp>
      <p:sp>
        <p:nvSpPr>
          <p:cNvPr id="2" name="Title 1">
            <a:extLst>
              <a:ext uri="{FF2B5EF4-FFF2-40B4-BE49-F238E27FC236}">
                <a16:creationId xmlns:a16="http://schemas.microsoft.com/office/drawing/2014/main" id="{171054D7-80F5-442C-9F9E-FCC6CF14C5F1}"/>
              </a:ext>
            </a:extLst>
          </p:cNvPr>
          <p:cNvSpPr>
            <a:spLocks noGrp="1"/>
          </p:cNvSpPr>
          <p:nvPr>
            <p:ph type="title"/>
          </p:nvPr>
        </p:nvSpPr>
        <p:spPr/>
        <p:txBody>
          <a:bodyPr/>
          <a:lstStyle/>
          <a:p>
            <a:r>
              <a:rPr lang="en-US"/>
              <a:t>Click to edit Master title style</a:t>
            </a:r>
            <a:endParaRPr lang="de-DE"/>
          </a:p>
        </p:txBody>
      </p:sp>
    </p:spTree>
    <p:extLst>
      <p:ext uri="{BB962C8B-B14F-4D97-AF65-F5344CB8AC3E}">
        <p14:creationId xmlns:p14="http://schemas.microsoft.com/office/powerpoint/2010/main" val="3605931343"/>
      </p:ext>
    </p:extLst>
  </p:cSld>
  <p:clrMapOvr>
    <a:masterClrMapping/>
  </p:clrMapOvr>
</p:sldLayout>
</file>

<file path=ppt/slideLayouts/slideLayout56.xml><?xml version="1.0" encoding="utf-8"?>
<p:sldLayout xmlns:a="http://schemas.openxmlformats.org/drawingml/2006/main" xmlns:r="http://schemas.openxmlformats.org/officeDocument/2006/relationships" xmlns:p="http://schemas.openxmlformats.org/presentationml/2006/main" preserve="1" userDrawn="1">
  <p:cSld name="Content two columns">
    <p:spTree>
      <p:nvGrpSpPr>
        <p:cNvPr id="1" name=""/>
        <p:cNvGrpSpPr/>
        <p:nvPr/>
      </p:nvGrpSpPr>
      <p:grpSpPr>
        <a:xfrm>
          <a:off x="0" y="0"/>
          <a:ext cx="0" cy="0"/>
          <a:chOff x="0" y="0"/>
          <a:chExt cx="0" cy="0"/>
        </a:xfrm>
      </p:grpSpPr>
      <p:sp>
        <p:nvSpPr>
          <p:cNvPr id="8" name="Text Placeholder 7">
            <a:extLst>
              <a:ext uri="{FF2B5EF4-FFF2-40B4-BE49-F238E27FC236}">
                <a16:creationId xmlns:a16="http://schemas.microsoft.com/office/drawing/2014/main" id="{27CE2609-37DA-4C4C-BF45-E56CE85AA41D}"/>
              </a:ext>
            </a:extLst>
          </p:cNvPr>
          <p:cNvSpPr>
            <a:spLocks noGrp="1"/>
          </p:cNvSpPr>
          <p:nvPr>
            <p:ph type="body" sz="quarter" idx="10"/>
          </p:nvPr>
        </p:nvSpPr>
        <p:spPr>
          <a:xfrm>
            <a:off x="404812" y="2205318"/>
            <a:ext cx="5600701" cy="4257394"/>
          </a:xfrm>
          <a:prstGeom prst="rect">
            <a:avLst/>
          </a:prstGeom>
        </p:spPr>
        <p:txBody>
          <a:bodyPr>
            <a:noAutofit/>
          </a:bodyPr>
          <a:lstStyle>
            <a:lvl1pPr>
              <a:lnSpc>
                <a:spcPct val="100000"/>
              </a:lnSpc>
              <a:spcBef>
                <a:spcPts val="0"/>
              </a:spcBef>
              <a:spcAft>
                <a:spcPts val="600"/>
              </a:spcAft>
              <a:defRPr sz="1600"/>
            </a:lvl1pPr>
            <a:lvl2pPr>
              <a:lnSpc>
                <a:spcPct val="100000"/>
              </a:lnSpc>
              <a:spcBef>
                <a:spcPts val="0"/>
              </a:spcBef>
              <a:spcAft>
                <a:spcPts val="600"/>
              </a:spcAft>
              <a:defRPr sz="1600"/>
            </a:lvl2pPr>
            <a:lvl3pPr>
              <a:lnSpc>
                <a:spcPct val="100000"/>
              </a:lnSpc>
              <a:spcBef>
                <a:spcPts val="0"/>
              </a:spcBef>
              <a:spcAft>
                <a:spcPts val="600"/>
              </a:spcAft>
              <a:defRPr sz="1600"/>
            </a:lvl3pPr>
            <a:lvl4pPr>
              <a:lnSpc>
                <a:spcPct val="100000"/>
              </a:lnSpc>
              <a:spcBef>
                <a:spcPts val="0"/>
              </a:spcBef>
              <a:spcAft>
                <a:spcPts val="600"/>
              </a:spcAft>
              <a:defRPr sz="1600"/>
            </a:lvl4pPr>
            <a:lvl5pPr>
              <a:lnSpc>
                <a:spcPct val="100000"/>
              </a:lnSpc>
              <a:spcBef>
                <a:spcPts val="0"/>
              </a:spcBef>
              <a:spcAft>
                <a:spcPts val="600"/>
              </a:spcAft>
              <a:defRPr sz="16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3" name="Text Placeholder 7">
            <a:extLst>
              <a:ext uri="{FF2B5EF4-FFF2-40B4-BE49-F238E27FC236}">
                <a16:creationId xmlns:a16="http://schemas.microsoft.com/office/drawing/2014/main" id="{D8D7F005-BA7C-423E-87B0-6782D88233F6}"/>
              </a:ext>
            </a:extLst>
          </p:cNvPr>
          <p:cNvSpPr>
            <a:spLocks noGrp="1"/>
          </p:cNvSpPr>
          <p:nvPr>
            <p:ph type="body" sz="quarter" idx="12" hasCustomPrompt="1"/>
          </p:nvPr>
        </p:nvSpPr>
        <p:spPr>
          <a:xfrm>
            <a:off x="404812" y="1327151"/>
            <a:ext cx="5600701" cy="743987"/>
          </a:xfrm>
          <a:prstGeom prst="rect">
            <a:avLst/>
          </a:prstGeom>
        </p:spPr>
        <p:txBody>
          <a:bodyPr anchor="ctr" anchorCtr="0">
            <a:noAutofit/>
          </a:bodyPr>
          <a:lstStyle>
            <a:lvl1pPr>
              <a:lnSpc>
                <a:spcPct val="100000"/>
              </a:lnSpc>
              <a:defRPr sz="1800" b="1">
                <a:solidFill>
                  <a:srgbClr val="12ABDB"/>
                </a:solidFill>
                <a:latin typeface="Ubuntu" panose="020B0504030602030204" pitchFamily="34" charset="0"/>
              </a:defRPr>
            </a:lvl1pPr>
            <a:lvl2pPr>
              <a:lnSpc>
                <a:spcPct val="100000"/>
              </a:lnSpc>
              <a:defRPr sz="1200"/>
            </a:lvl2pPr>
            <a:lvl3pPr>
              <a:lnSpc>
                <a:spcPct val="100000"/>
              </a:lnSpc>
              <a:defRPr sz="1200"/>
            </a:lvl3pPr>
            <a:lvl4pPr>
              <a:lnSpc>
                <a:spcPct val="100000"/>
              </a:lnSpc>
              <a:defRPr sz="1200"/>
            </a:lvl4pPr>
            <a:lvl5pPr>
              <a:lnSpc>
                <a:spcPct val="100000"/>
              </a:lnSpc>
              <a:defRPr sz="1200"/>
            </a:lvl5pPr>
          </a:lstStyle>
          <a:p>
            <a:pPr lvl="0"/>
            <a:r>
              <a:rPr lang="en-US"/>
              <a:t>CLICK TO INSERT TITLE</a:t>
            </a:r>
          </a:p>
        </p:txBody>
      </p:sp>
      <p:sp>
        <p:nvSpPr>
          <p:cNvPr id="14" name="Text Placeholder 7">
            <a:extLst>
              <a:ext uri="{FF2B5EF4-FFF2-40B4-BE49-F238E27FC236}">
                <a16:creationId xmlns:a16="http://schemas.microsoft.com/office/drawing/2014/main" id="{47BDC0DA-1585-454D-9E74-41D2AFC0FEE5}"/>
              </a:ext>
            </a:extLst>
          </p:cNvPr>
          <p:cNvSpPr>
            <a:spLocks noGrp="1"/>
          </p:cNvSpPr>
          <p:nvPr>
            <p:ph type="body" sz="quarter" idx="13" hasCustomPrompt="1"/>
          </p:nvPr>
        </p:nvSpPr>
        <p:spPr>
          <a:xfrm>
            <a:off x="6196013" y="1327151"/>
            <a:ext cx="5588001" cy="743987"/>
          </a:xfrm>
          <a:prstGeom prst="rect">
            <a:avLst/>
          </a:prstGeom>
        </p:spPr>
        <p:txBody>
          <a:bodyPr anchor="ctr" anchorCtr="0">
            <a:noAutofit/>
          </a:bodyPr>
          <a:lstStyle>
            <a:lvl1pPr>
              <a:lnSpc>
                <a:spcPct val="100000"/>
              </a:lnSpc>
              <a:defRPr sz="1800" b="1">
                <a:solidFill>
                  <a:srgbClr val="12ABDB"/>
                </a:solidFill>
                <a:latin typeface="Ubuntu" panose="020B0504030602030204" pitchFamily="34" charset="0"/>
              </a:defRPr>
            </a:lvl1pPr>
            <a:lvl2pPr>
              <a:lnSpc>
                <a:spcPct val="100000"/>
              </a:lnSpc>
              <a:defRPr sz="1200"/>
            </a:lvl2pPr>
            <a:lvl3pPr>
              <a:lnSpc>
                <a:spcPct val="100000"/>
              </a:lnSpc>
              <a:defRPr sz="1200"/>
            </a:lvl3pPr>
            <a:lvl4pPr>
              <a:lnSpc>
                <a:spcPct val="100000"/>
              </a:lnSpc>
              <a:defRPr sz="1200"/>
            </a:lvl4pPr>
            <a:lvl5pPr>
              <a:lnSpc>
                <a:spcPct val="100000"/>
              </a:lnSpc>
              <a:defRPr sz="1200"/>
            </a:lvl5pPr>
          </a:lstStyle>
          <a:p>
            <a:pPr lvl="0"/>
            <a:r>
              <a:rPr lang="en-US"/>
              <a:t>CLICK TO INSERT TITLE</a:t>
            </a:r>
          </a:p>
        </p:txBody>
      </p:sp>
      <p:sp>
        <p:nvSpPr>
          <p:cNvPr id="16" name="Text Placeholder 7">
            <a:extLst>
              <a:ext uri="{FF2B5EF4-FFF2-40B4-BE49-F238E27FC236}">
                <a16:creationId xmlns:a16="http://schemas.microsoft.com/office/drawing/2014/main" id="{27CE2609-37DA-4C4C-BF45-E56CE85AA41D}"/>
              </a:ext>
            </a:extLst>
          </p:cNvPr>
          <p:cNvSpPr>
            <a:spLocks noGrp="1"/>
          </p:cNvSpPr>
          <p:nvPr>
            <p:ph type="body" sz="quarter" idx="14"/>
          </p:nvPr>
        </p:nvSpPr>
        <p:spPr>
          <a:xfrm>
            <a:off x="6196013" y="2205318"/>
            <a:ext cx="5594351" cy="4257393"/>
          </a:xfrm>
          <a:prstGeom prst="rect">
            <a:avLst/>
          </a:prstGeom>
        </p:spPr>
        <p:txBody>
          <a:bodyPr>
            <a:noAutofit/>
          </a:bodyPr>
          <a:lstStyle>
            <a:lvl1pPr>
              <a:lnSpc>
                <a:spcPct val="100000"/>
              </a:lnSpc>
              <a:spcBef>
                <a:spcPts val="0"/>
              </a:spcBef>
              <a:spcAft>
                <a:spcPts val="600"/>
              </a:spcAft>
              <a:defRPr sz="1600"/>
            </a:lvl1pPr>
            <a:lvl2pPr>
              <a:lnSpc>
                <a:spcPct val="100000"/>
              </a:lnSpc>
              <a:spcBef>
                <a:spcPts val="0"/>
              </a:spcBef>
              <a:spcAft>
                <a:spcPts val="600"/>
              </a:spcAft>
              <a:defRPr sz="1600"/>
            </a:lvl2pPr>
            <a:lvl3pPr>
              <a:lnSpc>
                <a:spcPct val="100000"/>
              </a:lnSpc>
              <a:spcBef>
                <a:spcPts val="0"/>
              </a:spcBef>
              <a:spcAft>
                <a:spcPts val="600"/>
              </a:spcAft>
              <a:defRPr sz="1600"/>
            </a:lvl3pPr>
            <a:lvl4pPr>
              <a:lnSpc>
                <a:spcPct val="100000"/>
              </a:lnSpc>
              <a:spcBef>
                <a:spcPts val="0"/>
              </a:spcBef>
              <a:spcAft>
                <a:spcPts val="600"/>
              </a:spcAft>
              <a:defRPr sz="1600"/>
            </a:lvl4pPr>
            <a:lvl5pPr>
              <a:lnSpc>
                <a:spcPct val="100000"/>
              </a:lnSpc>
              <a:spcBef>
                <a:spcPts val="0"/>
              </a:spcBef>
              <a:spcAft>
                <a:spcPts val="600"/>
              </a:spcAft>
              <a:defRPr sz="16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 name="Title 1">
            <a:extLst>
              <a:ext uri="{FF2B5EF4-FFF2-40B4-BE49-F238E27FC236}">
                <a16:creationId xmlns:a16="http://schemas.microsoft.com/office/drawing/2014/main" id="{D996D1AE-BB05-402A-8454-CE893B60496E}"/>
              </a:ext>
            </a:extLst>
          </p:cNvPr>
          <p:cNvSpPr>
            <a:spLocks noGrp="1"/>
          </p:cNvSpPr>
          <p:nvPr>
            <p:ph type="title"/>
          </p:nvPr>
        </p:nvSpPr>
        <p:spPr/>
        <p:txBody>
          <a:bodyPr/>
          <a:lstStyle/>
          <a:p>
            <a:r>
              <a:rPr lang="en-US"/>
              <a:t>Click to edit Master title style</a:t>
            </a:r>
            <a:endParaRPr lang="de-DE"/>
          </a:p>
        </p:txBody>
      </p:sp>
    </p:spTree>
    <p:extLst>
      <p:ext uri="{BB962C8B-B14F-4D97-AF65-F5344CB8AC3E}">
        <p14:creationId xmlns:p14="http://schemas.microsoft.com/office/powerpoint/2010/main" val="2388722941"/>
      </p:ext>
    </p:extLst>
  </p:cSld>
  <p:clrMapOvr>
    <a:masterClrMapping/>
  </p:clrMapOvr>
</p:sldLayout>
</file>

<file path=ppt/slideLayouts/slideLayout57.xml><?xml version="1.0" encoding="utf-8"?>
<p:sldLayout xmlns:a="http://schemas.openxmlformats.org/drawingml/2006/main" xmlns:r="http://schemas.openxmlformats.org/officeDocument/2006/relationships" xmlns:p="http://schemas.openxmlformats.org/presentationml/2006/main" preserve="1" userDrawn="1">
  <p:cSld name="Content 3 columns">
    <p:spTree>
      <p:nvGrpSpPr>
        <p:cNvPr id="1" name=""/>
        <p:cNvGrpSpPr/>
        <p:nvPr/>
      </p:nvGrpSpPr>
      <p:grpSpPr>
        <a:xfrm>
          <a:off x="0" y="0"/>
          <a:ext cx="0" cy="0"/>
          <a:chOff x="0" y="0"/>
          <a:chExt cx="0" cy="0"/>
        </a:xfrm>
      </p:grpSpPr>
      <p:sp>
        <p:nvSpPr>
          <p:cNvPr id="3" name="Text Placeholder 7">
            <a:extLst>
              <a:ext uri="{FF2B5EF4-FFF2-40B4-BE49-F238E27FC236}">
                <a16:creationId xmlns:a16="http://schemas.microsoft.com/office/drawing/2014/main" id="{27CE2609-37DA-4C4C-BF45-E56CE85AA41D}"/>
              </a:ext>
            </a:extLst>
          </p:cNvPr>
          <p:cNvSpPr>
            <a:spLocks noGrp="1"/>
          </p:cNvSpPr>
          <p:nvPr>
            <p:ph type="body" sz="quarter" idx="10"/>
          </p:nvPr>
        </p:nvSpPr>
        <p:spPr>
          <a:xfrm>
            <a:off x="404813" y="2205319"/>
            <a:ext cx="3456432" cy="4076234"/>
          </a:xfrm>
          <a:prstGeom prst="rect">
            <a:avLst/>
          </a:prstGeom>
        </p:spPr>
        <p:txBody>
          <a:bodyPr>
            <a:noAutofit/>
          </a:bodyPr>
          <a:lstStyle>
            <a:lvl1pPr>
              <a:lnSpc>
                <a:spcPct val="100000"/>
              </a:lnSpc>
              <a:spcBef>
                <a:spcPts val="0"/>
              </a:spcBef>
              <a:defRPr sz="1400"/>
            </a:lvl1pPr>
            <a:lvl2pPr>
              <a:lnSpc>
                <a:spcPct val="100000"/>
              </a:lnSpc>
              <a:spcBef>
                <a:spcPts val="0"/>
              </a:spcBef>
              <a:defRPr sz="1400"/>
            </a:lvl2pPr>
            <a:lvl3pPr>
              <a:lnSpc>
                <a:spcPct val="100000"/>
              </a:lnSpc>
              <a:spcBef>
                <a:spcPts val="0"/>
              </a:spcBef>
              <a:defRPr sz="1400"/>
            </a:lvl3pPr>
            <a:lvl4pPr>
              <a:lnSpc>
                <a:spcPct val="100000"/>
              </a:lnSpc>
              <a:spcBef>
                <a:spcPts val="0"/>
              </a:spcBef>
              <a:defRPr sz="1400"/>
            </a:lvl4pPr>
            <a:lvl5pPr>
              <a:lnSpc>
                <a:spcPct val="100000"/>
              </a:lnSpc>
              <a:spcBef>
                <a:spcPts val="0"/>
              </a:spcBef>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7">
            <a:extLst>
              <a:ext uri="{FF2B5EF4-FFF2-40B4-BE49-F238E27FC236}">
                <a16:creationId xmlns:a16="http://schemas.microsoft.com/office/drawing/2014/main" id="{D8D7F005-BA7C-423E-87B0-6782D88233F6}"/>
              </a:ext>
            </a:extLst>
          </p:cNvPr>
          <p:cNvSpPr>
            <a:spLocks noGrp="1"/>
          </p:cNvSpPr>
          <p:nvPr>
            <p:ph type="body" sz="quarter" idx="12" hasCustomPrompt="1"/>
          </p:nvPr>
        </p:nvSpPr>
        <p:spPr>
          <a:xfrm>
            <a:off x="404813" y="1327151"/>
            <a:ext cx="3456432" cy="837826"/>
          </a:xfrm>
          <a:prstGeom prst="rect">
            <a:avLst/>
          </a:prstGeom>
        </p:spPr>
        <p:txBody>
          <a:bodyPr vert="horz" lIns="0" tIns="0" rIns="0" bIns="0" rtlCol="0" anchor="ctr" anchorCtr="0">
            <a:noAutofit/>
          </a:bodyPr>
          <a:lstStyle>
            <a:lvl1pPr algn="ctr">
              <a:lnSpc>
                <a:spcPct val="100000"/>
              </a:lnSpc>
              <a:defRPr lang="en-US" sz="1600" b="0" kern="1200" dirty="0">
                <a:solidFill>
                  <a:srgbClr val="12ABDB"/>
                </a:solidFill>
                <a:latin typeface="Ubuntu" panose="020B0504030602030204" pitchFamily="34" charset="0"/>
                <a:ea typeface="+mn-ea"/>
                <a:cs typeface="+mn-cs"/>
              </a:defRPr>
            </a:lvl1pPr>
            <a:lvl2pPr>
              <a:lnSpc>
                <a:spcPct val="100000"/>
              </a:lnSpc>
              <a:defRPr sz="1200"/>
            </a:lvl2pPr>
            <a:lvl3pPr>
              <a:lnSpc>
                <a:spcPct val="100000"/>
              </a:lnSpc>
              <a:defRPr sz="1200"/>
            </a:lvl3pPr>
            <a:lvl4pPr>
              <a:lnSpc>
                <a:spcPct val="100000"/>
              </a:lnSpc>
              <a:defRPr sz="1200"/>
            </a:lvl4pPr>
            <a:lvl5pPr>
              <a:lnSpc>
                <a:spcPct val="100000"/>
              </a:lnSpc>
              <a:defRPr sz="1200"/>
            </a:lvl5pPr>
          </a:lstStyle>
          <a:p>
            <a:pPr marL="0" lvl="0" indent="0" algn="l" defTabSz="914400" rtl="0" eaLnBrk="1" latinLnBrk="0" hangingPunct="1">
              <a:lnSpc>
                <a:spcPct val="100000"/>
              </a:lnSpc>
              <a:spcBef>
                <a:spcPts val="1000"/>
              </a:spcBef>
              <a:buFont typeface="Arial" panose="020B0604020202020204" pitchFamily="34" charset="0"/>
              <a:buNone/>
            </a:pPr>
            <a:r>
              <a:rPr lang="en-US"/>
              <a:t>CLICK TO INSERT TITLE</a:t>
            </a:r>
          </a:p>
        </p:txBody>
      </p:sp>
      <p:sp>
        <p:nvSpPr>
          <p:cNvPr id="9" name="Text Placeholder 7">
            <a:extLst>
              <a:ext uri="{FF2B5EF4-FFF2-40B4-BE49-F238E27FC236}">
                <a16:creationId xmlns:a16="http://schemas.microsoft.com/office/drawing/2014/main" id="{27CE2609-37DA-4C4C-BF45-E56CE85AA41D}"/>
              </a:ext>
            </a:extLst>
          </p:cNvPr>
          <p:cNvSpPr>
            <a:spLocks noGrp="1"/>
          </p:cNvSpPr>
          <p:nvPr>
            <p:ph type="body" sz="quarter" idx="14"/>
          </p:nvPr>
        </p:nvSpPr>
        <p:spPr>
          <a:xfrm>
            <a:off x="4371047" y="2205319"/>
            <a:ext cx="3456432" cy="4076234"/>
          </a:xfrm>
          <a:prstGeom prst="rect">
            <a:avLst/>
          </a:prstGeom>
        </p:spPr>
        <p:txBody>
          <a:bodyPr>
            <a:noAutofit/>
          </a:bodyPr>
          <a:lstStyle>
            <a:lvl1pPr>
              <a:lnSpc>
                <a:spcPct val="100000"/>
              </a:lnSpc>
              <a:spcBef>
                <a:spcPts val="0"/>
              </a:spcBef>
              <a:defRPr sz="1400"/>
            </a:lvl1pPr>
            <a:lvl2pPr>
              <a:lnSpc>
                <a:spcPct val="100000"/>
              </a:lnSpc>
              <a:spcBef>
                <a:spcPts val="0"/>
              </a:spcBef>
              <a:defRPr sz="1400"/>
            </a:lvl2pPr>
            <a:lvl3pPr>
              <a:lnSpc>
                <a:spcPct val="100000"/>
              </a:lnSpc>
              <a:spcBef>
                <a:spcPts val="0"/>
              </a:spcBef>
              <a:defRPr sz="1400"/>
            </a:lvl3pPr>
            <a:lvl4pPr>
              <a:lnSpc>
                <a:spcPct val="100000"/>
              </a:lnSpc>
              <a:spcBef>
                <a:spcPts val="0"/>
              </a:spcBef>
              <a:defRPr sz="1400"/>
            </a:lvl4pPr>
            <a:lvl5pPr>
              <a:lnSpc>
                <a:spcPct val="100000"/>
              </a:lnSpc>
              <a:spcBef>
                <a:spcPts val="0"/>
              </a:spcBef>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 name="Text Placeholder 7">
            <a:extLst>
              <a:ext uri="{FF2B5EF4-FFF2-40B4-BE49-F238E27FC236}">
                <a16:creationId xmlns:a16="http://schemas.microsoft.com/office/drawing/2014/main" id="{D8D7F005-BA7C-423E-87B0-6782D88233F6}"/>
              </a:ext>
            </a:extLst>
          </p:cNvPr>
          <p:cNvSpPr>
            <a:spLocks noGrp="1"/>
          </p:cNvSpPr>
          <p:nvPr>
            <p:ph type="body" sz="quarter" idx="15" hasCustomPrompt="1"/>
          </p:nvPr>
        </p:nvSpPr>
        <p:spPr>
          <a:xfrm>
            <a:off x="4371047" y="1327151"/>
            <a:ext cx="3456432" cy="743987"/>
          </a:xfrm>
          <a:prstGeom prst="rect">
            <a:avLst/>
          </a:prstGeom>
        </p:spPr>
        <p:txBody>
          <a:bodyPr vert="horz" lIns="0" tIns="0" rIns="0" bIns="0" rtlCol="0" anchor="ctr" anchorCtr="0">
            <a:noAutofit/>
          </a:bodyPr>
          <a:lstStyle>
            <a:lvl1pPr algn="ctr">
              <a:lnSpc>
                <a:spcPct val="100000"/>
              </a:lnSpc>
              <a:defRPr lang="en-US" sz="1600" b="0" kern="1200" dirty="0">
                <a:solidFill>
                  <a:srgbClr val="12ABDB"/>
                </a:solidFill>
                <a:latin typeface="Ubuntu" panose="020B0504030602030204" pitchFamily="34" charset="0"/>
                <a:ea typeface="+mn-ea"/>
                <a:cs typeface="+mn-cs"/>
              </a:defRPr>
            </a:lvl1pPr>
            <a:lvl2pPr>
              <a:lnSpc>
                <a:spcPct val="100000"/>
              </a:lnSpc>
              <a:defRPr sz="1200"/>
            </a:lvl2pPr>
            <a:lvl3pPr>
              <a:lnSpc>
                <a:spcPct val="100000"/>
              </a:lnSpc>
              <a:defRPr sz="1200"/>
            </a:lvl3pPr>
            <a:lvl4pPr>
              <a:lnSpc>
                <a:spcPct val="100000"/>
              </a:lnSpc>
              <a:defRPr sz="1200"/>
            </a:lvl4pPr>
            <a:lvl5pPr>
              <a:lnSpc>
                <a:spcPct val="100000"/>
              </a:lnSpc>
              <a:defRPr sz="1200"/>
            </a:lvl5pPr>
          </a:lstStyle>
          <a:p>
            <a:pPr marL="0" lvl="0" indent="0" algn="l" defTabSz="914400" rtl="0" eaLnBrk="1" latinLnBrk="0" hangingPunct="1">
              <a:lnSpc>
                <a:spcPct val="100000"/>
              </a:lnSpc>
              <a:spcBef>
                <a:spcPts val="1000"/>
              </a:spcBef>
              <a:buFont typeface="Arial" panose="020B0604020202020204" pitchFamily="34" charset="0"/>
              <a:buNone/>
            </a:pPr>
            <a:r>
              <a:rPr lang="en-US"/>
              <a:t>CLICK TO INSERT TITLE</a:t>
            </a:r>
          </a:p>
        </p:txBody>
      </p:sp>
      <p:sp>
        <p:nvSpPr>
          <p:cNvPr id="11" name="Text Placeholder 7">
            <a:extLst>
              <a:ext uri="{FF2B5EF4-FFF2-40B4-BE49-F238E27FC236}">
                <a16:creationId xmlns:a16="http://schemas.microsoft.com/office/drawing/2014/main" id="{27CE2609-37DA-4C4C-BF45-E56CE85AA41D}"/>
              </a:ext>
            </a:extLst>
          </p:cNvPr>
          <p:cNvSpPr>
            <a:spLocks noGrp="1"/>
          </p:cNvSpPr>
          <p:nvPr>
            <p:ph type="body" sz="quarter" idx="16"/>
          </p:nvPr>
        </p:nvSpPr>
        <p:spPr>
          <a:xfrm>
            <a:off x="8330755" y="2205319"/>
            <a:ext cx="3456432" cy="4076234"/>
          </a:xfrm>
          <a:prstGeom prst="rect">
            <a:avLst/>
          </a:prstGeom>
        </p:spPr>
        <p:txBody>
          <a:bodyPr>
            <a:noAutofit/>
          </a:bodyPr>
          <a:lstStyle>
            <a:lvl1pPr>
              <a:lnSpc>
                <a:spcPct val="100000"/>
              </a:lnSpc>
              <a:spcBef>
                <a:spcPts val="0"/>
              </a:spcBef>
              <a:defRPr sz="1400"/>
            </a:lvl1pPr>
            <a:lvl2pPr>
              <a:lnSpc>
                <a:spcPct val="100000"/>
              </a:lnSpc>
              <a:spcBef>
                <a:spcPts val="0"/>
              </a:spcBef>
              <a:defRPr sz="1400"/>
            </a:lvl2pPr>
            <a:lvl3pPr>
              <a:lnSpc>
                <a:spcPct val="100000"/>
              </a:lnSpc>
              <a:spcBef>
                <a:spcPts val="0"/>
              </a:spcBef>
              <a:defRPr sz="1400"/>
            </a:lvl3pPr>
            <a:lvl4pPr>
              <a:lnSpc>
                <a:spcPct val="100000"/>
              </a:lnSpc>
              <a:spcBef>
                <a:spcPts val="0"/>
              </a:spcBef>
              <a:defRPr sz="1400"/>
            </a:lvl4pPr>
            <a:lvl5pPr>
              <a:lnSpc>
                <a:spcPct val="100000"/>
              </a:lnSpc>
              <a:spcBef>
                <a:spcPts val="0"/>
              </a:spcBef>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2" name="Text Placeholder 7">
            <a:extLst>
              <a:ext uri="{FF2B5EF4-FFF2-40B4-BE49-F238E27FC236}">
                <a16:creationId xmlns:a16="http://schemas.microsoft.com/office/drawing/2014/main" id="{D8D7F005-BA7C-423E-87B0-6782D88233F6}"/>
              </a:ext>
            </a:extLst>
          </p:cNvPr>
          <p:cNvSpPr>
            <a:spLocks noGrp="1"/>
          </p:cNvSpPr>
          <p:nvPr>
            <p:ph type="body" sz="quarter" idx="17" hasCustomPrompt="1"/>
          </p:nvPr>
        </p:nvSpPr>
        <p:spPr>
          <a:xfrm>
            <a:off x="8330755" y="1327151"/>
            <a:ext cx="3456432" cy="743987"/>
          </a:xfrm>
          <a:prstGeom prst="rect">
            <a:avLst/>
          </a:prstGeom>
        </p:spPr>
        <p:txBody>
          <a:bodyPr vert="horz" lIns="0" tIns="0" rIns="0" bIns="0" rtlCol="0" anchor="ctr" anchorCtr="0">
            <a:noAutofit/>
          </a:bodyPr>
          <a:lstStyle>
            <a:lvl1pPr algn="ctr">
              <a:lnSpc>
                <a:spcPct val="100000"/>
              </a:lnSpc>
              <a:defRPr lang="en-US" sz="1600" b="0" kern="1200" dirty="0">
                <a:solidFill>
                  <a:srgbClr val="12ABDB"/>
                </a:solidFill>
                <a:latin typeface="Ubuntu" panose="020B0504030602030204" pitchFamily="34" charset="0"/>
                <a:ea typeface="+mn-ea"/>
                <a:cs typeface="+mn-cs"/>
              </a:defRPr>
            </a:lvl1pPr>
            <a:lvl2pPr>
              <a:lnSpc>
                <a:spcPct val="100000"/>
              </a:lnSpc>
              <a:defRPr sz="1200"/>
            </a:lvl2pPr>
            <a:lvl3pPr>
              <a:lnSpc>
                <a:spcPct val="100000"/>
              </a:lnSpc>
              <a:defRPr sz="1200"/>
            </a:lvl3pPr>
            <a:lvl4pPr>
              <a:lnSpc>
                <a:spcPct val="100000"/>
              </a:lnSpc>
              <a:defRPr sz="1200"/>
            </a:lvl4pPr>
            <a:lvl5pPr>
              <a:lnSpc>
                <a:spcPct val="100000"/>
              </a:lnSpc>
              <a:defRPr sz="1200"/>
            </a:lvl5pPr>
          </a:lstStyle>
          <a:p>
            <a:pPr marL="0" lvl="0" indent="0" algn="l" defTabSz="914400" rtl="0" eaLnBrk="1" latinLnBrk="0" hangingPunct="1">
              <a:lnSpc>
                <a:spcPct val="100000"/>
              </a:lnSpc>
              <a:spcBef>
                <a:spcPts val="1000"/>
              </a:spcBef>
              <a:buFont typeface="Arial" panose="020B0604020202020204" pitchFamily="34" charset="0"/>
              <a:buNone/>
            </a:pPr>
            <a:r>
              <a:rPr lang="en-US"/>
              <a:t>CLICK TO INSERT TITLE</a:t>
            </a:r>
          </a:p>
        </p:txBody>
      </p:sp>
      <p:sp>
        <p:nvSpPr>
          <p:cNvPr id="5" name="Title 4">
            <a:extLst>
              <a:ext uri="{FF2B5EF4-FFF2-40B4-BE49-F238E27FC236}">
                <a16:creationId xmlns:a16="http://schemas.microsoft.com/office/drawing/2014/main" id="{294515F3-E20E-47CC-8314-0A030AB3D1FD}"/>
              </a:ext>
            </a:extLst>
          </p:cNvPr>
          <p:cNvSpPr>
            <a:spLocks noGrp="1"/>
          </p:cNvSpPr>
          <p:nvPr>
            <p:ph type="title"/>
          </p:nvPr>
        </p:nvSpPr>
        <p:spPr/>
        <p:txBody>
          <a:bodyPr/>
          <a:lstStyle/>
          <a:p>
            <a:r>
              <a:rPr lang="en-US"/>
              <a:t>Click to edit Master title style</a:t>
            </a:r>
            <a:endParaRPr lang="de-DE"/>
          </a:p>
        </p:txBody>
      </p:sp>
    </p:spTree>
    <p:extLst>
      <p:ext uri="{BB962C8B-B14F-4D97-AF65-F5344CB8AC3E}">
        <p14:creationId xmlns:p14="http://schemas.microsoft.com/office/powerpoint/2010/main" val="747848029"/>
      </p:ext>
    </p:extLst>
  </p:cSld>
  <p:clrMapOvr>
    <a:masterClrMapping/>
  </p:clrMapOvr>
</p:sldLayout>
</file>

<file path=ppt/slideLayouts/slideLayout58.xml><?xml version="1.0" encoding="utf-8"?>
<p:sldLayout xmlns:a="http://schemas.openxmlformats.org/drawingml/2006/main" xmlns:r="http://schemas.openxmlformats.org/officeDocument/2006/relationships" xmlns:p="http://schemas.openxmlformats.org/presentationml/2006/main" preserve="1" userDrawn="1">
  <p:cSld name="1_Content 3 columns">
    <p:spTree>
      <p:nvGrpSpPr>
        <p:cNvPr id="1" name=""/>
        <p:cNvGrpSpPr/>
        <p:nvPr/>
      </p:nvGrpSpPr>
      <p:grpSpPr>
        <a:xfrm>
          <a:off x="0" y="0"/>
          <a:ext cx="0" cy="0"/>
          <a:chOff x="0" y="0"/>
          <a:chExt cx="0" cy="0"/>
        </a:xfrm>
      </p:grpSpPr>
      <p:sp>
        <p:nvSpPr>
          <p:cNvPr id="13" name="Rectangle 12">
            <a:extLst>
              <a:ext uri="{FF2B5EF4-FFF2-40B4-BE49-F238E27FC236}">
                <a16:creationId xmlns:a16="http://schemas.microsoft.com/office/drawing/2014/main" id="{7B9A63D1-B6C5-4F10-ABD1-7445EB2D8ADC}"/>
              </a:ext>
            </a:extLst>
          </p:cNvPr>
          <p:cNvSpPr/>
          <p:nvPr userDrawn="1"/>
        </p:nvSpPr>
        <p:spPr>
          <a:xfrm>
            <a:off x="407988" y="2423886"/>
            <a:ext cx="3524250" cy="4046888"/>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PT"/>
          </a:p>
        </p:txBody>
      </p:sp>
      <p:sp>
        <p:nvSpPr>
          <p:cNvPr id="14" name="Rectangle 13">
            <a:extLst>
              <a:ext uri="{FF2B5EF4-FFF2-40B4-BE49-F238E27FC236}">
                <a16:creationId xmlns:a16="http://schemas.microsoft.com/office/drawing/2014/main" id="{A69DEBB0-4052-42E9-B8A1-20FEA957F747}"/>
              </a:ext>
            </a:extLst>
          </p:cNvPr>
          <p:cNvSpPr/>
          <p:nvPr userDrawn="1"/>
        </p:nvSpPr>
        <p:spPr>
          <a:xfrm>
            <a:off x="4333875" y="2423886"/>
            <a:ext cx="3524250" cy="4046888"/>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PT"/>
          </a:p>
        </p:txBody>
      </p:sp>
      <p:sp>
        <p:nvSpPr>
          <p:cNvPr id="15" name="Rectangle 14">
            <a:extLst>
              <a:ext uri="{FF2B5EF4-FFF2-40B4-BE49-F238E27FC236}">
                <a16:creationId xmlns:a16="http://schemas.microsoft.com/office/drawing/2014/main" id="{270917E2-630D-4941-BA4B-7EB65D4A7850}"/>
              </a:ext>
            </a:extLst>
          </p:cNvPr>
          <p:cNvSpPr/>
          <p:nvPr userDrawn="1"/>
        </p:nvSpPr>
        <p:spPr>
          <a:xfrm>
            <a:off x="8259763" y="2406300"/>
            <a:ext cx="3524250" cy="4046888"/>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PT"/>
          </a:p>
        </p:txBody>
      </p:sp>
      <p:sp>
        <p:nvSpPr>
          <p:cNvPr id="16" name="Text Placeholder 4">
            <a:extLst>
              <a:ext uri="{FF2B5EF4-FFF2-40B4-BE49-F238E27FC236}">
                <a16:creationId xmlns:a16="http://schemas.microsoft.com/office/drawing/2014/main" id="{5AE9BC27-7262-47DA-99EA-4AB1F52A8C33}"/>
              </a:ext>
            </a:extLst>
          </p:cNvPr>
          <p:cNvSpPr>
            <a:spLocks noGrp="1"/>
          </p:cNvSpPr>
          <p:nvPr>
            <p:ph type="body" sz="quarter" idx="13" hasCustomPrompt="1"/>
          </p:nvPr>
        </p:nvSpPr>
        <p:spPr>
          <a:xfrm>
            <a:off x="725016" y="3332368"/>
            <a:ext cx="2890194" cy="645047"/>
          </a:xfrm>
          <a:prstGeom prst="rect">
            <a:avLst/>
          </a:prstGeom>
          <a:noFill/>
        </p:spPr>
        <p:txBody>
          <a:bodyPr anchor="ctr">
            <a:noAutofit/>
          </a:bodyPr>
          <a:lstStyle>
            <a:lvl1pPr algn="l">
              <a:lnSpc>
                <a:spcPts val="1800"/>
              </a:lnSpc>
              <a:defRPr sz="1600" b="0">
                <a:solidFill>
                  <a:schemeClr val="accent1"/>
                </a:solidFill>
                <a:latin typeface="+mj-lt"/>
              </a:defRPr>
            </a:lvl1pPr>
            <a:lvl2pPr>
              <a:defRPr sz="1400"/>
            </a:lvl2pPr>
            <a:lvl3pPr>
              <a:defRPr sz="1200"/>
            </a:lvl3pPr>
            <a:lvl4pPr>
              <a:defRPr sz="1100"/>
            </a:lvl4pPr>
            <a:lvl5pPr>
              <a:defRPr sz="1100"/>
            </a:lvl5pPr>
          </a:lstStyle>
          <a:p>
            <a:pPr lvl="0"/>
            <a:r>
              <a:rPr lang="en-US"/>
              <a:t>Click to insert title</a:t>
            </a:r>
          </a:p>
        </p:txBody>
      </p:sp>
      <p:sp>
        <p:nvSpPr>
          <p:cNvPr id="18" name="Text Placeholder 4">
            <a:extLst>
              <a:ext uri="{FF2B5EF4-FFF2-40B4-BE49-F238E27FC236}">
                <a16:creationId xmlns:a16="http://schemas.microsoft.com/office/drawing/2014/main" id="{EBBF7568-EC18-40A1-B3C2-1E64D0BFDEFF}"/>
              </a:ext>
            </a:extLst>
          </p:cNvPr>
          <p:cNvSpPr>
            <a:spLocks noGrp="1"/>
          </p:cNvSpPr>
          <p:nvPr>
            <p:ph type="body" sz="quarter" idx="33" hasCustomPrompt="1"/>
          </p:nvPr>
        </p:nvSpPr>
        <p:spPr>
          <a:xfrm>
            <a:off x="4650903" y="3332368"/>
            <a:ext cx="2890194" cy="645047"/>
          </a:xfrm>
          <a:prstGeom prst="rect">
            <a:avLst/>
          </a:prstGeom>
          <a:noFill/>
        </p:spPr>
        <p:txBody>
          <a:bodyPr anchor="ctr">
            <a:noAutofit/>
          </a:bodyPr>
          <a:lstStyle>
            <a:lvl1pPr algn="l">
              <a:lnSpc>
                <a:spcPts val="1800"/>
              </a:lnSpc>
              <a:defRPr sz="1600" b="0">
                <a:solidFill>
                  <a:srgbClr val="2EA657"/>
                </a:solidFill>
                <a:latin typeface="+mj-lt"/>
              </a:defRPr>
            </a:lvl1pPr>
            <a:lvl2pPr>
              <a:defRPr sz="1400"/>
            </a:lvl2pPr>
            <a:lvl3pPr>
              <a:defRPr sz="1200"/>
            </a:lvl3pPr>
            <a:lvl4pPr>
              <a:defRPr sz="1100"/>
            </a:lvl4pPr>
            <a:lvl5pPr>
              <a:defRPr sz="1100"/>
            </a:lvl5pPr>
          </a:lstStyle>
          <a:p>
            <a:pPr lvl="0"/>
            <a:r>
              <a:rPr lang="en-US"/>
              <a:t>Click to insert title</a:t>
            </a:r>
          </a:p>
        </p:txBody>
      </p:sp>
      <p:sp>
        <p:nvSpPr>
          <p:cNvPr id="19" name="Text Placeholder 4">
            <a:extLst>
              <a:ext uri="{FF2B5EF4-FFF2-40B4-BE49-F238E27FC236}">
                <a16:creationId xmlns:a16="http://schemas.microsoft.com/office/drawing/2014/main" id="{0C0A1379-EE65-47B3-B113-45D1ED57400C}"/>
              </a:ext>
            </a:extLst>
          </p:cNvPr>
          <p:cNvSpPr>
            <a:spLocks noGrp="1"/>
          </p:cNvSpPr>
          <p:nvPr>
            <p:ph type="body" sz="quarter" idx="35" hasCustomPrompt="1"/>
          </p:nvPr>
        </p:nvSpPr>
        <p:spPr>
          <a:xfrm>
            <a:off x="8576791" y="3332368"/>
            <a:ext cx="2890194" cy="645047"/>
          </a:xfrm>
          <a:prstGeom prst="rect">
            <a:avLst/>
          </a:prstGeom>
          <a:noFill/>
        </p:spPr>
        <p:txBody>
          <a:bodyPr anchor="ctr">
            <a:noAutofit/>
          </a:bodyPr>
          <a:lstStyle>
            <a:lvl1pPr algn="l">
              <a:lnSpc>
                <a:spcPts val="1800"/>
              </a:lnSpc>
              <a:defRPr sz="1600" b="0">
                <a:solidFill>
                  <a:srgbClr val="BA2980"/>
                </a:solidFill>
                <a:latin typeface="+mj-lt"/>
              </a:defRPr>
            </a:lvl1pPr>
            <a:lvl2pPr>
              <a:defRPr sz="1400"/>
            </a:lvl2pPr>
            <a:lvl3pPr>
              <a:defRPr sz="1200"/>
            </a:lvl3pPr>
            <a:lvl4pPr>
              <a:defRPr sz="1100"/>
            </a:lvl4pPr>
            <a:lvl5pPr>
              <a:defRPr sz="1100"/>
            </a:lvl5pPr>
          </a:lstStyle>
          <a:p>
            <a:pPr lvl="0"/>
            <a:r>
              <a:rPr lang="en-US"/>
              <a:t>Click to insert title</a:t>
            </a:r>
          </a:p>
        </p:txBody>
      </p:sp>
      <p:sp>
        <p:nvSpPr>
          <p:cNvPr id="22" name="Text Placeholder 7">
            <a:extLst>
              <a:ext uri="{FF2B5EF4-FFF2-40B4-BE49-F238E27FC236}">
                <a16:creationId xmlns:a16="http://schemas.microsoft.com/office/drawing/2014/main" id="{E24DC023-E500-4824-A661-003A568299EA}"/>
              </a:ext>
            </a:extLst>
          </p:cNvPr>
          <p:cNvSpPr>
            <a:spLocks noGrp="1"/>
          </p:cNvSpPr>
          <p:nvPr>
            <p:ph type="body" sz="quarter" idx="10"/>
          </p:nvPr>
        </p:nvSpPr>
        <p:spPr>
          <a:xfrm>
            <a:off x="725015" y="4079991"/>
            <a:ext cx="2890194" cy="2201561"/>
          </a:xfrm>
          <a:prstGeom prst="rect">
            <a:avLst/>
          </a:prstGeom>
        </p:spPr>
        <p:txBody>
          <a:bodyPr>
            <a:noAutofit/>
          </a:bodyPr>
          <a:lstStyle>
            <a:lvl1pPr>
              <a:lnSpc>
                <a:spcPct val="100000"/>
              </a:lnSpc>
              <a:spcBef>
                <a:spcPts val="0"/>
              </a:spcBef>
              <a:defRPr sz="1400"/>
            </a:lvl1pPr>
            <a:lvl2pPr>
              <a:lnSpc>
                <a:spcPct val="100000"/>
              </a:lnSpc>
              <a:spcBef>
                <a:spcPts val="0"/>
              </a:spcBef>
              <a:buClr>
                <a:schemeClr val="accent1"/>
              </a:buClr>
              <a:defRPr sz="1400"/>
            </a:lvl2pPr>
            <a:lvl3pPr>
              <a:lnSpc>
                <a:spcPct val="100000"/>
              </a:lnSpc>
              <a:spcBef>
                <a:spcPts val="0"/>
              </a:spcBef>
              <a:buClr>
                <a:schemeClr val="accent1"/>
              </a:buClr>
              <a:defRPr sz="1400"/>
            </a:lvl3pPr>
            <a:lvl4pPr>
              <a:lnSpc>
                <a:spcPct val="100000"/>
              </a:lnSpc>
              <a:spcBef>
                <a:spcPts val="0"/>
              </a:spcBef>
              <a:buClr>
                <a:schemeClr val="accent1"/>
              </a:buClr>
              <a:defRPr sz="1400"/>
            </a:lvl4pPr>
            <a:lvl5pPr>
              <a:lnSpc>
                <a:spcPct val="100000"/>
              </a:lnSpc>
              <a:spcBef>
                <a:spcPts val="0"/>
              </a:spcBef>
              <a:buClr>
                <a:schemeClr val="accent1"/>
              </a:buClr>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3" name="Text Placeholder 7">
            <a:extLst>
              <a:ext uri="{FF2B5EF4-FFF2-40B4-BE49-F238E27FC236}">
                <a16:creationId xmlns:a16="http://schemas.microsoft.com/office/drawing/2014/main" id="{B1037A2D-940F-4255-984B-C4A7AABBB724}"/>
              </a:ext>
            </a:extLst>
          </p:cNvPr>
          <p:cNvSpPr>
            <a:spLocks noGrp="1"/>
          </p:cNvSpPr>
          <p:nvPr>
            <p:ph type="body" sz="quarter" idx="40"/>
          </p:nvPr>
        </p:nvSpPr>
        <p:spPr>
          <a:xfrm>
            <a:off x="4650903" y="4079991"/>
            <a:ext cx="2890194" cy="2201561"/>
          </a:xfrm>
          <a:prstGeom prst="rect">
            <a:avLst/>
          </a:prstGeom>
        </p:spPr>
        <p:txBody>
          <a:bodyPr>
            <a:noAutofit/>
          </a:bodyPr>
          <a:lstStyle>
            <a:lvl1pPr>
              <a:lnSpc>
                <a:spcPct val="100000"/>
              </a:lnSpc>
              <a:spcBef>
                <a:spcPts val="0"/>
              </a:spcBef>
              <a:defRPr sz="1400"/>
            </a:lvl1pPr>
            <a:lvl2pPr>
              <a:lnSpc>
                <a:spcPct val="100000"/>
              </a:lnSpc>
              <a:spcBef>
                <a:spcPts val="0"/>
              </a:spcBef>
              <a:buClr>
                <a:srgbClr val="2EA657"/>
              </a:buClr>
              <a:defRPr sz="1400"/>
            </a:lvl2pPr>
            <a:lvl3pPr>
              <a:lnSpc>
                <a:spcPct val="100000"/>
              </a:lnSpc>
              <a:spcBef>
                <a:spcPts val="0"/>
              </a:spcBef>
              <a:buClr>
                <a:srgbClr val="2EA657"/>
              </a:buClr>
              <a:defRPr sz="1400"/>
            </a:lvl3pPr>
            <a:lvl4pPr>
              <a:lnSpc>
                <a:spcPct val="100000"/>
              </a:lnSpc>
              <a:spcBef>
                <a:spcPts val="0"/>
              </a:spcBef>
              <a:buClr>
                <a:srgbClr val="2EA657"/>
              </a:buClr>
              <a:defRPr sz="1400"/>
            </a:lvl4pPr>
            <a:lvl5pPr>
              <a:lnSpc>
                <a:spcPct val="100000"/>
              </a:lnSpc>
              <a:spcBef>
                <a:spcPts val="0"/>
              </a:spcBef>
              <a:buClr>
                <a:srgbClr val="2EA657"/>
              </a:buClr>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4" name="Text Placeholder 7">
            <a:extLst>
              <a:ext uri="{FF2B5EF4-FFF2-40B4-BE49-F238E27FC236}">
                <a16:creationId xmlns:a16="http://schemas.microsoft.com/office/drawing/2014/main" id="{5849E3D5-EF9E-46F2-9C73-58806A392B34}"/>
              </a:ext>
            </a:extLst>
          </p:cNvPr>
          <p:cNvSpPr>
            <a:spLocks noGrp="1"/>
          </p:cNvSpPr>
          <p:nvPr>
            <p:ph type="body" sz="quarter" idx="41"/>
          </p:nvPr>
        </p:nvSpPr>
        <p:spPr>
          <a:xfrm>
            <a:off x="8576791" y="4079991"/>
            <a:ext cx="2890194" cy="2201561"/>
          </a:xfrm>
          <a:prstGeom prst="rect">
            <a:avLst/>
          </a:prstGeom>
        </p:spPr>
        <p:txBody>
          <a:bodyPr>
            <a:noAutofit/>
          </a:bodyPr>
          <a:lstStyle>
            <a:lvl1pPr>
              <a:lnSpc>
                <a:spcPct val="100000"/>
              </a:lnSpc>
              <a:spcBef>
                <a:spcPts val="0"/>
              </a:spcBef>
              <a:defRPr sz="1400"/>
            </a:lvl1pPr>
            <a:lvl2pPr>
              <a:lnSpc>
                <a:spcPct val="100000"/>
              </a:lnSpc>
              <a:spcBef>
                <a:spcPts val="0"/>
              </a:spcBef>
              <a:buClr>
                <a:srgbClr val="BA2980"/>
              </a:buClr>
              <a:defRPr sz="1400"/>
            </a:lvl2pPr>
            <a:lvl3pPr>
              <a:lnSpc>
                <a:spcPct val="100000"/>
              </a:lnSpc>
              <a:spcBef>
                <a:spcPts val="0"/>
              </a:spcBef>
              <a:buClr>
                <a:srgbClr val="BA2980"/>
              </a:buClr>
              <a:defRPr sz="1400"/>
            </a:lvl3pPr>
            <a:lvl4pPr>
              <a:lnSpc>
                <a:spcPct val="100000"/>
              </a:lnSpc>
              <a:spcBef>
                <a:spcPts val="0"/>
              </a:spcBef>
              <a:buClr>
                <a:srgbClr val="BA2980"/>
              </a:buClr>
              <a:defRPr sz="1400"/>
            </a:lvl4pPr>
            <a:lvl5pPr>
              <a:lnSpc>
                <a:spcPct val="100000"/>
              </a:lnSpc>
              <a:spcBef>
                <a:spcPts val="0"/>
              </a:spcBef>
              <a:buClr>
                <a:srgbClr val="BA2980"/>
              </a:buClr>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 name="Title 2">
            <a:extLst>
              <a:ext uri="{FF2B5EF4-FFF2-40B4-BE49-F238E27FC236}">
                <a16:creationId xmlns:a16="http://schemas.microsoft.com/office/drawing/2014/main" id="{18A66D25-366C-4142-B5D9-9A4107D8BC80}"/>
              </a:ext>
            </a:extLst>
          </p:cNvPr>
          <p:cNvSpPr>
            <a:spLocks noGrp="1"/>
          </p:cNvSpPr>
          <p:nvPr>
            <p:ph type="title"/>
          </p:nvPr>
        </p:nvSpPr>
        <p:spPr/>
        <p:txBody>
          <a:bodyPr/>
          <a:lstStyle/>
          <a:p>
            <a:r>
              <a:rPr lang="en-US"/>
              <a:t>Click to edit Master title style</a:t>
            </a:r>
            <a:endParaRPr lang="de-DE"/>
          </a:p>
        </p:txBody>
      </p:sp>
    </p:spTree>
    <p:extLst>
      <p:ext uri="{BB962C8B-B14F-4D97-AF65-F5344CB8AC3E}">
        <p14:creationId xmlns:p14="http://schemas.microsoft.com/office/powerpoint/2010/main" val="4010289437"/>
      </p:ext>
    </p:extLst>
  </p:cSld>
  <p:clrMapOvr>
    <a:masterClrMapping/>
  </p:clrMapOvr>
</p:sldLayout>
</file>

<file path=ppt/slideLayouts/slideLayout59.xml><?xml version="1.0" encoding="utf-8"?>
<p:sldLayout xmlns:a="http://schemas.openxmlformats.org/drawingml/2006/main" xmlns:r="http://schemas.openxmlformats.org/officeDocument/2006/relationships" xmlns:p="http://schemas.openxmlformats.org/presentationml/2006/main" preserve="1" userDrawn="1">
  <p:cSld name="Only Title">
    <p:spTree>
      <p:nvGrpSpPr>
        <p:cNvPr id="1" name=""/>
        <p:cNvGrpSpPr/>
        <p:nvPr/>
      </p:nvGrpSpPr>
      <p:grpSpPr>
        <a:xfrm>
          <a:off x="0" y="0"/>
          <a:ext cx="0" cy="0"/>
          <a:chOff x="0" y="0"/>
          <a:chExt cx="0" cy="0"/>
        </a:xfrm>
      </p:grpSpPr>
      <p:graphicFrame>
        <p:nvGraphicFramePr>
          <p:cNvPr id="5" name="Object 4" hidden="1"/>
          <p:cNvGraphicFramePr>
            <a:graphicFrameLocks noChangeAspect="1"/>
          </p:cNvGraphicFramePr>
          <p:nvPr>
            <p:custDataLst>
              <p:tags r:id="rId1"/>
            </p:custDataLst>
          </p:nvPr>
        </p:nvGraphicFramePr>
        <p:xfrm>
          <a:off x="1587" y="1588"/>
          <a:ext cx="1587" cy="1587"/>
        </p:xfrm>
        <a:graphic>
          <a:graphicData uri="http://schemas.openxmlformats.org/presentationml/2006/ole">
            <mc:AlternateContent xmlns:mc="http://schemas.openxmlformats.org/markup-compatibility/2006">
              <mc:Choice xmlns:v="urn:schemas-microsoft-com:vml" Requires="v">
                <p:oleObj name="think-cell Slide" r:id="rId3" imgW="270" imgH="270" progId="TCLayout.ActiveDocument.1">
                  <p:embed/>
                </p:oleObj>
              </mc:Choice>
              <mc:Fallback>
                <p:oleObj name="think-cell Slide" r:id="rId3" imgW="270" imgH="270" progId="TCLayout.ActiveDocument.1">
                  <p:embed/>
                  <p:pic>
                    <p:nvPicPr>
                      <p:cNvPr id="5" name="Object 4" hidden="1"/>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587" y="1588"/>
                        <a:ext cx="1587" cy="1587"/>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3" name="Title 2">
            <a:extLst>
              <a:ext uri="{FF2B5EF4-FFF2-40B4-BE49-F238E27FC236}">
                <a16:creationId xmlns:a16="http://schemas.microsoft.com/office/drawing/2014/main" id="{57F0C9DF-D1FA-45A1-91F6-147FDC3E7341}"/>
              </a:ext>
            </a:extLst>
          </p:cNvPr>
          <p:cNvSpPr>
            <a:spLocks noGrp="1"/>
          </p:cNvSpPr>
          <p:nvPr>
            <p:ph type="title"/>
          </p:nvPr>
        </p:nvSpPr>
        <p:spPr/>
        <p:txBody>
          <a:bodyPr/>
          <a:lstStyle/>
          <a:p>
            <a:r>
              <a:rPr lang="en-US"/>
              <a:t>Click to edit Master title style</a:t>
            </a:r>
            <a:endParaRPr lang="de-DE"/>
          </a:p>
        </p:txBody>
      </p:sp>
    </p:spTree>
    <p:extLst>
      <p:ext uri="{BB962C8B-B14F-4D97-AF65-F5344CB8AC3E}">
        <p14:creationId xmlns:p14="http://schemas.microsoft.com/office/powerpoint/2010/main" val="912246450"/>
      </p:ext>
    </p:extLst>
  </p:cSld>
  <p:clrMapOvr>
    <a:masterClrMapping/>
  </p:clrMapOvr>
</p:sldLayout>
</file>

<file path=ppt/slideLayouts/slideLayout60.xml><?xml version="1.0" encoding="utf-8"?>
<p:sldLayout xmlns:a="http://schemas.openxmlformats.org/drawingml/2006/main" xmlns:r="http://schemas.openxmlformats.org/officeDocument/2006/relationships" xmlns:p="http://schemas.openxmlformats.org/presentationml/2006/main" preserve="1" userDrawn="1">
  <p:cSld name="1_Titre seul">
    <p:bg>
      <p:bgPr>
        <a:solidFill>
          <a:schemeClr val="accent3"/>
        </a:solidFill>
        <a:effectLst/>
      </p:bgPr>
    </p:bg>
    <p:spTree>
      <p:nvGrpSpPr>
        <p:cNvPr id="1" name=""/>
        <p:cNvGrpSpPr/>
        <p:nvPr/>
      </p:nvGrpSpPr>
      <p:grpSpPr>
        <a:xfrm>
          <a:off x="0" y="0"/>
          <a:ext cx="0" cy="0"/>
          <a:chOff x="0" y="0"/>
          <a:chExt cx="0" cy="0"/>
        </a:xfrm>
      </p:grpSpPr>
      <p:sp>
        <p:nvSpPr>
          <p:cNvPr id="6" name="Picture Placeholder 9">
            <a:extLst>
              <a:ext uri="{FF2B5EF4-FFF2-40B4-BE49-F238E27FC236}">
                <a16:creationId xmlns:a16="http://schemas.microsoft.com/office/drawing/2014/main" id="{F144033B-3394-4CF8-9549-53420D5671FA}"/>
              </a:ext>
            </a:extLst>
          </p:cNvPr>
          <p:cNvSpPr>
            <a:spLocks noGrp="1"/>
          </p:cNvSpPr>
          <p:nvPr>
            <p:ph type="pic" sz="quarter" idx="11" hasCustomPrompt="1"/>
          </p:nvPr>
        </p:nvSpPr>
        <p:spPr>
          <a:xfrm>
            <a:off x="0" y="0"/>
            <a:ext cx="4648200" cy="6858000"/>
          </a:xfrm>
          <a:solidFill>
            <a:schemeClr val="bg2">
              <a:lumMod val="90000"/>
            </a:schemeClr>
          </a:solidFill>
        </p:spPr>
        <p:txBody>
          <a:bodyPr/>
          <a:lstStyle>
            <a:lvl1pPr>
              <a:defRPr>
                <a:solidFill>
                  <a:schemeClr val="tx1">
                    <a:lumMod val="50000"/>
                    <a:lumOff val="50000"/>
                  </a:schemeClr>
                </a:solidFill>
              </a:defRPr>
            </a:lvl1pPr>
          </a:lstStyle>
          <a:p>
            <a:r>
              <a:rPr lang="de-DE"/>
              <a:t>Insert Picture and send </a:t>
            </a:r>
            <a:r>
              <a:rPr lang="de-DE" err="1"/>
              <a:t>to</a:t>
            </a:r>
            <a:r>
              <a:rPr lang="de-DE"/>
              <a:t> back</a:t>
            </a:r>
          </a:p>
        </p:txBody>
      </p:sp>
      <p:graphicFrame>
        <p:nvGraphicFramePr>
          <p:cNvPr id="5" name="Object 4" hidden="1"/>
          <p:cNvGraphicFramePr>
            <a:graphicFrameLocks noChangeAspect="1"/>
          </p:cNvGraphicFramePr>
          <p:nvPr>
            <p:custDataLst>
              <p:tags r:id="rId1"/>
            </p:custDataLst>
          </p:nvPr>
        </p:nvGraphicFramePr>
        <p:xfrm>
          <a:off x="1587" y="1588"/>
          <a:ext cx="1587" cy="1587"/>
        </p:xfrm>
        <a:graphic>
          <a:graphicData uri="http://schemas.openxmlformats.org/presentationml/2006/ole">
            <mc:AlternateContent xmlns:mc="http://schemas.openxmlformats.org/markup-compatibility/2006">
              <mc:Choice xmlns:v="urn:schemas-microsoft-com:vml" Requires="v">
                <p:oleObj name="think-cell Slide" r:id="rId3" imgW="270" imgH="270" progId="TCLayout.ActiveDocument.1">
                  <p:embed/>
                </p:oleObj>
              </mc:Choice>
              <mc:Fallback>
                <p:oleObj name="think-cell Slide" r:id="rId3" imgW="270" imgH="270" progId="TCLayout.ActiveDocument.1">
                  <p:embed/>
                  <p:pic>
                    <p:nvPicPr>
                      <p:cNvPr id="5" name="Object 4" hidden="1"/>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587" y="1588"/>
                        <a:ext cx="1587" cy="1587"/>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10" name="Espace réservé du texte 9">
            <a:extLst>
              <a:ext uri="{FF2B5EF4-FFF2-40B4-BE49-F238E27FC236}">
                <a16:creationId xmlns:a16="http://schemas.microsoft.com/office/drawing/2014/main" id="{0850DA69-657E-41C3-B340-B16C354CA1D0}"/>
              </a:ext>
            </a:extLst>
          </p:cNvPr>
          <p:cNvSpPr>
            <a:spLocks noGrp="1"/>
          </p:cNvSpPr>
          <p:nvPr>
            <p:ph type="body" sz="quarter" idx="10"/>
          </p:nvPr>
        </p:nvSpPr>
        <p:spPr>
          <a:xfrm>
            <a:off x="4800600" y="1282701"/>
            <a:ext cx="7010400" cy="393700"/>
          </a:xfrm>
        </p:spPr>
        <p:txBody>
          <a:bodyPr/>
          <a:lstStyle>
            <a:lvl1pPr marL="0" algn="l" defTabSz="914400" rtl="0" eaLnBrk="1" latinLnBrk="0" hangingPunct="1">
              <a:defRPr lang="en-US" sz="1600" b="1" kern="1200" dirty="0">
                <a:solidFill>
                  <a:srgbClr val="57CE80"/>
                </a:solidFill>
                <a:latin typeface="Ubuntu"/>
                <a:ea typeface="+mn-ea"/>
                <a:cs typeface="Arial"/>
              </a:defRPr>
            </a:lvl1pPr>
            <a:lvl2pPr>
              <a:defRPr>
                <a:solidFill>
                  <a:schemeClr val="bg1"/>
                </a:solidFill>
              </a:defRPr>
            </a:lvl2pPr>
            <a:lvl3pPr>
              <a:defRPr>
                <a:solidFill>
                  <a:schemeClr val="bg1"/>
                </a:solidFill>
              </a:defRPr>
            </a:lvl3pPr>
            <a:lvl4pPr>
              <a:buClr>
                <a:schemeClr val="accent5"/>
              </a:buClr>
              <a:defRPr>
                <a:solidFill>
                  <a:schemeClr val="bg1"/>
                </a:solidFill>
              </a:defRPr>
            </a:lvl4pPr>
            <a:lvl5pPr>
              <a:buClr>
                <a:schemeClr val="bg1"/>
              </a:buClr>
              <a:defRPr>
                <a:solidFill>
                  <a:schemeClr val="bg1"/>
                </a:solidFill>
              </a:defRPr>
            </a:lvl5pPr>
          </a:lstStyle>
          <a:p>
            <a:pPr lvl="0"/>
            <a:r>
              <a:rPr lang="en-US"/>
              <a:t>Click to edit Master text styles</a:t>
            </a:r>
          </a:p>
        </p:txBody>
      </p:sp>
      <p:sp>
        <p:nvSpPr>
          <p:cNvPr id="3" name="Title 2">
            <a:extLst>
              <a:ext uri="{FF2B5EF4-FFF2-40B4-BE49-F238E27FC236}">
                <a16:creationId xmlns:a16="http://schemas.microsoft.com/office/drawing/2014/main" id="{5E6BB52B-0C5D-4023-89D5-282E9A520223}"/>
              </a:ext>
            </a:extLst>
          </p:cNvPr>
          <p:cNvSpPr>
            <a:spLocks noGrp="1"/>
          </p:cNvSpPr>
          <p:nvPr>
            <p:ph type="title"/>
          </p:nvPr>
        </p:nvSpPr>
        <p:spPr>
          <a:xfrm>
            <a:off x="4800599" y="388188"/>
            <a:ext cx="4876801" cy="716711"/>
          </a:xfrm>
        </p:spPr>
        <p:txBody>
          <a:bodyPr/>
          <a:lstStyle>
            <a:lvl1pPr>
              <a:defRPr>
                <a:solidFill>
                  <a:schemeClr val="bg1"/>
                </a:solidFill>
              </a:defRPr>
            </a:lvl1pPr>
          </a:lstStyle>
          <a:p>
            <a:r>
              <a:rPr lang="en-US"/>
              <a:t>Click to edit Master title style</a:t>
            </a:r>
            <a:endParaRPr lang="de-DE"/>
          </a:p>
        </p:txBody>
      </p:sp>
      <p:pic>
        <p:nvPicPr>
          <p:cNvPr id="7" name="Picture 6">
            <a:extLst>
              <a:ext uri="{FF2B5EF4-FFF2-40B4-BE49-F238E27FC236}">
                <a16:creationId xmlns:a16="http://schemas.microsoft.com/office/drawing/2014/main" id="{1EC33C5B-7655-4A84-AC50-C33359C0CECA}"/>
              </a:ext>
            </a:extLst>
          </p:cNvPr>
          <p:cNvPicPr>
            <a:picLocks noChangeAspect="1"/>
          </p:cNvPicPr>
          <p:nvPr userDrawn="1"/>
        </p:nvPicPr>
        <p:blipFill>
          <a:blip r:embed="rId5" cstate="screen">
            <a:extLst>
              <a:ext uri="{28A0092B-C50C-407E-A947-70E740481C1C}">
                <a14:useLocalDpi xmlns:a14="http://schemas.microsoft.com/office/drawing/2010/main"/>
              </a:ext>
            </a:extLst>
          </a:blip>
          <a:stretch>
            <a:fillRect/>
          </a:stretch>
        </p:blipFill>
        <p:spPr>
          <a:xfrm rot="20998090" flipH="1">
            <a:off x="6505597" y="478949"/>
            <a:ext cx="5604242" cy="1199261"/>
          </a:xfrm>
          <a:prstGeom prst="rect">
            <a:avLst/>
          </a:prstGeom>
        </p:spPr>
      </p:pic>
    </p:spTree>
    <p:extLst>
      <p:ext uri="{BB962C8B-B14F-4D97-AF65-F5344CB8AC3E}">
        <p14:creationId xmlns:p14="http://schemas.microsoft.com/office/powerpoint/2010/main" val="959306509"/>
      </p:ext>
    </p:extLst>
  </p:cSld>
  <p:clrMapOvr>
    <a:masterClrMapping/>
  </p:clrMapOvr>
</p:sldLayout>
</file>

<file path=ppt/slideLayouts/slideLayout61.xml><?xml version="1.0" encoding="utf-8"?>
<p:sldLayout xmlns:a="http://schemas.openxmlformats.org/drawingml/2006/main" xmlns:r="http://schemas.openxmlformats.org/officeDocument/2006/relationships" xmlns:p="http://schemas.openxmlformats.org/presentationml/2006/main" preserve="1" userDrawn="1">
  <p:cSld name="2_Titre seul">
    <p:bg>
      <p:bgPr>
        <a:solidFill>
          <a:schemeClr val="accent3"/>
        </a:solidFill>
        <a:effectLst/>
      </p:bgPr>
    </p:bg>
    <p:spTree>
      <p:nvGrpSpPr>
        <p:cNvPr id="1" name=""/>
        <p:cNvGrpSpPr/>
        <p:nvPr/>
      </p:nvGrpSpPr>
      <p:grpSpPr>
        <a:xfrm>
          <a:off x="0" y="0"/>
          <a:ext cx="0" cy="0"/>
          <a:chOff x="0" y="0"/>
          <a:chExt cx="0" cy="0"/>
        </a:xfrm>
      </p:grpSpPr>
      <p:sp>
        <p:nvSpPr>
          <p:cNvPr id="6" name="Picture Placeholder 9">
            <a:extLst>
              <a:ext uri="{FF2B5EF4-FFF2-40B4-BE49-F238E27FC236}">
                <a16:creationId xmlns:a16="http://schemas.microsoft.com/office/drawing/2014/main" id="{F144033B-3394-4CF8-9549-53420D5671FA}"/>
              </a:ext>
            </a:extLst>
          </p:cNvPr>
          <p:cNvSpPr>
            <a:spLocks noGrp="1"/>
          </p:cNvSpPr>
          <p:nvPr>
            <p:ph type="pic" sz="quarter" idx="11" hasCustomPrompt="1"/>
          </p:nvPr>
        </p:nvSpPr>
        <p:spPr>
          <a:xfrm>
            <a:off x="0" y="0"/>
            <a:ext cx="4648200" cy="6858000"/>
          </a:xfrm>
          <a:solidFill>
            <a:schemeClr val="bg2">
              <a:lumMod val="90000"/>
            </a:schemeClr>
          </a:solidFill>
        </p:spPr>
        <p:txBody>
          <a:bodyPr/>
          <a:lstStyle>
            <a:lvl1pPr>
              <a:defRPr>
                <a:solidFill>
                  <a:schemeClr val="tx1">
                    <a:lumMod val="50000"/>
                    <a:lumOff val="50000"/>
                  </a:schemeClr>
                </a:solidFill>
              </a:defRPr>
            </a:lvl1pPr>
          </a:lstStyle>
          <a:p>
            <a:r>
              <a:rPr lang="de-DE"/>
              <a:t>Insert Picture and send </a:t>
            </a:r>
            <a:r>
              <a:rPr lang="de-DE" err="1"/>
              <a:t>to</a:t>
            </a:r>
            <a:r>
              <a:rPr lang="de-DE"/>
              <a:t> back</a:t>
            </a:r>
          </a:p>
        </p:txBody>
      </p:sp>
      <p:graphicFrame>
        <p:nvGraphicFramePr>
          <p:cNvPr id="5" name="Object 4" hidden="1"/>
          <p:cNvGraphicFramePr>
            <a:graphicFrameLocks noChangeAspect="1"/>
          </p:cNvGraphicFramePr>
          <p:nvPr>
            <p:custDataLst>
              <p:tags r:id="rId1"/>
            </p:custDataLst>
          </p:nvPr>
        </p:nvGraphicFramePr>
        <p:xfrm>
          <a:off x="1587" y="1588"/>
          <a:ext cx="1587" cy="1587"/>
        </p:xfrm>
        <a:graphic>
          <a:graphicData uri="http://schemas.openxmlformats.org/presentationml/2006/ole">
            <mc:AlternateContent xmlns:mc="http://schemas.openxmlformats.org/markup-compatibility/2006">
              <mc:Choice xmlns:v="urn:schemas-microsoft-com:vml" Requires="v">
                <p:oleObj name="think-cell Slide" r:id="rId3" imgW="270" imgH="270" progId="TCLayout.ActiveDocument.1">
                  <p:embed/>
                </p:oleObj>
              </mc:Choice>
              <mc:Fallback>
                <p:oleObj name="think-cell Slide" r:id="rId3" imgW="270" imgH="270" progId="TCLayout.ActiveDocument.1">
                  <p:embed/>
                  <p:pic>
                    <p:nvPicPr>
                      <p:cNvPr id="5" name="Object 4" hidden="1"/>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587" y="1588"/>
                        <a:ext cx="1587" cy="1587"/>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10" name="Espace réservé du texte 9">
            <a:extLst>
              <a:ext uri="{FF2B5EF4-FFF2-40B4-BE49-F238E27FC236}">
                <a16:creationId xmlns:a16="http://schemas.microsoft.com/office/drawing/2014/main" id="{0850DA69-657E-41C3-B340-B16C354CA1D0}"/>
              </a:ext>
            </a:extLst>
          </p:cNvPr>
          <p:cNvSpPr>
            <a:spLocks noGrp="1"/>
          </p:cNvSpPr>
          <p:nvPr>
            <p:ph type="body" sz="quarter" idx="10"/>
          </p:nvPr>
        </p:nvSpPr>
        <p:spPr>
          <a:xfrm>
            <a:off x="4800600" y="1282701"/>
            <a:ext cx="7010400" cy="393700"/>
          </a:xfrm>
        </p:spPr>
        <p:txBody>
          <a:bodyPr/>
          <a:lstStyle>
            <a:lvl1pPr marL="0" algn="l" defTabSz="914400" rtl="0" eaLnBrk="1" latinLnBrk="0" hangingPunct="1">
              <a:defRPr lang="en-US" sz="1600" b="1" kern="1200" dirty="0">
                <a:solidFill>
                  <a:srgbClr val="57CE80"/>
                </a:solidFill>
                <a:latin typeface="Ubuntu"/>
                <a:ea typeface="+mn-ea"/>
                <a:cs typeface="Arial"/>
              </a:defRPr>
            </a:lvl1pPr>
            <a:lvl2pPr>
              <a:defRPr>
                <a:solidFill>
                  <a:schemeClr val="bg1"/>
                </a:solidFill>
              </a:defRPr>
            </a:lvl2pPr>
            <a:lvl3pPr>
              <a:defRPr>
                <a:solidFill>
                  <a:schemeClr val="bg1"/>
                </a:solidFill>
              </a:defRPr>
            </a:lvl3pPr>
            <a:lvl4pPr>
              <a:buClr>
                <a:schemeClr val="accent5"/>
              </a:buClr>
              <a:defRPr>
                <a:solidFill>
                  <a:schemeClr val="bg1"/>
                </a:solidFill>
              </a:defRPr>
            </a:lvl4pPr>
            <a:lvl5pPr>
              <a:buClr>
                <a:schemeClr val="bg1"/>
              </a:buClr>
              <a:defRPr>
                <a:solidFill>
                  <a:schemeClr val="bg1"/>
                </a:solidFill>
              </a:defRPr>
            </a:lvl5pPr>
          </a:lstStyle>
          <a:p>
            <a:pPr lvl="0"/>
            <a:r>
              <a:rPr lang="en-US"/>
              <a:t>Click to edit Master text styles</a:t>
            </a:r>
          </a:p>
        </p:txBody>
      </p:sp>
      <p:sp>
        <p:nvSpPr>
          <p:cNvPr id="3" name="Title 2">
            <a:extLst>
              <a:ext uri="{FF2B5EF4-FFF2-40B4-BE49-F238E27FC236}">
                <a16:creationId xmlns:a16="http://schemas.microsoft.com/office/drawing/2014/main" id="{5E6BB52B-0C5D-4023-89D5-282E9A520223}"/>
              </a:ext>
            </a:extLst>
          </p:cNvPr>
          <p:cNvSpPr>
            <a:spLocks noGrp="1"/>
          </p:cNvSpPr>
          <p:nvPr>
            <p:ph type="title"/>
          </p:nvPr>
        </p:nvSpPr>
        <p:spPr>
          <a:xfrm>
            <a:off x="4800599" y="388188"/>
            <a:ext cx="4876801" cy="716711"/>
          </a:xfrm>
        </p:spPr>
        <p:txBody>
          <a:bodyPr/>
          <a:lstStyle>
            <a:lvl1pPr>
              <a:defRPr>
                <a:solidFill>
                  <a:schemeClr val="bg1"/>
                </a:solidFill>
              </a:defRPr>
            </a:lvl1pPr>
          </a:lstStyle>
          <a:p>
            <a:r>
              <a:rPr lang="en-US"/>
              <a:t>Click to edit Master title style</a:t>
            </a:r>
            <a:endParaRPr lang="de-DE"/>
          </a:p>
        </p:txBody>
      </p:sp>
    </p:spTree>
    <p:extLst>
      <p:ext uri="{BB962C8B-B14F-4D97-AF65-F5344CB8AC3E}">
        <p14:creationId xmlns:p14="http://schemas.microsoft.com/office/powerpoint/2010/main" val="519646478"/>
      </p:ext>
    </p:extLst>
  </p:cSld>
  <p:clrMapOvr>
    <a:masterClrMapping/>
  </p:clrMapOvr>
</p:sldLayout>
</file>

<file path=ppt/slideLayouts/slideLayout62.xml><?xml version="1.0" encoding="utf-8"?>
<p:sldLayout xmlns:a="http://schemas.openxmlformats.org/drawingml/2006/main" xmlns:r="http://schemas.openxmlformats.org/officeDocument/2006/relationships" xmlns:p="http://schemas.openxmlformats.org/presentationml/2006/main" preserve="1" userDrawn="1">
  <p:cSld name="Title and content light Grey">
    <p:bg>
      <p:bgPr>
        <a:solidFill>
          <a:schemeClr val="bg2"/>
        </a:solidFill>
        <a:effectLst/>
      </p:bgPr>
    </p:bg>
    <p:spTree>
      <p:nvGrpSpPr>
        <p:cNvPr id="1" name=""/>
        <p:cNvGrpSpPr/>
        <p:nvPr/>
      </p:nvGrpSpPr>
      <p:grpSpPr>
        <a:xfrm>
          <a:off x="0" y="0"/>
          <a:ext cx="0" cy="0"/>
          <a:chOff x="0" y="0"/>
          <a:chExt cx="0" cy="0"/>
        </a:xfrm>
      </p:grpSpPr>
      <p:graphicFrame>
        <p:nvGraphicFramePr>
          <p:cNvPr id="5" name="Object 4" hidden="1"/>
          <p:cNvGraphicFramePr>
            <a:graphicFrameLocks noChangeAspect="1"/>
          </p:cNvGraphicFramePr>
          <p:nvPr>
            <p:custDataLst>
              <p:tags r:id="rId1"/>
            </p:custDataLst>
          </p:nvPr>
        </p:nvGraphicFramePr>
        <p:xfrm>
          <a:off x="1587" y="1588"/>
          <a:ext cx="1587" cy="1587"/>
        </p:xfrm>
        <a:graphic>
          <a:graphicData uri="http://schemas.openxmlformats.org/presentationml/2006/ole">
            <mc:AlternateContent xmlns:mc="http://schemas.openxmlformats.org/markup-compatibility/2006">
              <mc:Choice xmlns:v="urn:schemas-microsoft-com:vml" Requires="v">
                <p:oleObj name="think-cell Slide" r:id="rId3" imgW="270" imgH="270" progId="TCLayout.ActiveDocument.1">
                  <p:embed/>
                </p:oleObj>
              </mc:Choice>
              <mc:Fallback>
                <p:oleObj name="think-cell Slide" r:id="rId3" imgW="270" imgH="270" progId="TCLayout.ActiveDocument.1">
                  <p:embed/>
                  <p:pic>
                    <p:nvPicPr>
                      <p:cNvPr id="5" name="Object 4" hidden="1"/>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587" y="1588"/>
                        <a:ext cx="1587" cy="1587"/>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9" name="Espace réservé du texte 8">
            <a:extLst>
              <a:ext uri="{FF2B5EF4-FFF2-40B4-BE49-F238E27FC236}">
                <a16:creationId xmlns:a16="http://schemas.microsoft.com/office/drawing/2014/main" id="{E7C5D7A7-45E9-4756-B28B-644907783FEA}"/>
              </a:ext>
            </a:extLst>
          </p:cNvPr>
          <p:cNvSpPr>
            <a:spLocks noGrp="1"/>
          </p:cNvSpPr>
          <p:nvPr>
            <p:ph type="body" sz="quarter" idx="10"/>
          </p:nvPr>
        </p:nvSpPr>
        <p:spPr>
          <a:xfrm>
            <a:off x="404812" y="1447800"/>
            <a:ext cx="11406188" cy="495165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 name="Title 2">
            <a:extLst>
              <a:ext uri="{FF2B5EF4-FFF2-40B4-BE49-F238E27FC236}">
                <a16:creationId xmlns:a16="http://schemas.microsoft.com/office/drawing/2014/main" id="{0C89E73A-8AF6-4995-85C4-948312F9A282}"/>
              </a:ext>
            </a:extLst>
          </p:cNvPr>
          <p:cNvSpPr>
            <a:spLocks noGrp="1"/>
          </p:cNvSpPr>
          <p:nvPr>
            <p:ph type="title"/>
          </p:nvPr>
        </p:nvSpPr>
        <p:spPr/>
        <p:txBody>
          <a:bodyPr/>
          <a:lstStyle/>
          <a:p>
            <a:r>
              <a:rPr lang="en-US"/>
              <a:t>Click to edit Master title style</a:t>
            </a:r>
            <a:endParaRPr lang="de-DE"/>
          </a:p>
        </p:txBody>
      </p:sp>
    </p:spTree>
    <p:extLst>
      <p:ext uri="{BB962C8B-B14F-4D97-AF65-F5344CB8AC3E}">
        <p14:creationId xmlns:p14="http://schemas.microsoft.com/office/powerpoint/2010/main" val="1024480363"/>
      </p:ext>
    </p:extLst>
  </p:cSld>
  <p:clrMapOvr>
    <a:masterClrMapping/>
  </p:clrMapOvr>
</p:sldLayout>
</file>

<file path=ppt/slideLayouts/slideLayout63.xml><?xml version="1.0" encoding="utf-8"?>
<p:sldLayout xmlns:a="http://schemas.openxmlformats.org/drawingml/2006/main" xmlns:r="http://schemas.openxmlformats.org/officeDocument/2006/relationships" xmlns:p="http://schemas.openxmlformats.org/presentationml/2006/main" preserve="1" userDrawn="1">
  <p:cSld name="Section Break dark">
    <p:bg>
      <p:bgPr>
        <a:solidFill>
          <a:schemeClr val="accent4"/>
        </a:solidFill>
        <a:effectLst/>
      </p:bgPr>
    </p:bg>
    <p:spTree>
      <p:nvGrpSpPr>
        <p:cNvPr id="1" name=""/>
        <p:cNvGrpSpPr/>
        <p:nvPr/>
      </p:nvGrpSpPr>
      <p:grpSpPr>
        <a:xfrm>
          <a:off x="0" y="0"/>
          <a:ext cx="0" cy="0"/>
          <a:chOff x="0" y="0"/>
          <a:chExt cx="0" cy="0"/>
        </a:xfrm>
      </p:grpSpPr>
      <p:sp>
        <p:nvSpPr>
          <p:cNvPr id="3" name="Subtitle">
            <a:extLst>
              <a:ext uri="{FF2B5EF4-FFF2-40B4-BE49-F238E27FC236}">
                <a16:creationId xmlns:a16="http://schemas.microsoft.com/office/drawing/2014/main" id="{81D5C5CA-E0F9-4194-9FD7-26150AB2A870}"/>
              </a:ext>
            </a:extLst>
          </p:cNvPr>
          <p:cNvSpPr>
            <a:spLocks noGrp="1"/>
          </p:cNvSpPr>
          <p:nvPr>
            <p:ph type="subTitle" idx="1"/>
          </p:nvPr>
        </p:nvSpPr>
        <p:spPr>
          <a:xfrm>
            <a:off x="404813" y="3772800"/>
            <a:ext cx="11329987" cy="307777"/>
          </a:xfrm>
        </p:spPr>
        <p:txBody>
          <a:bodyPr lIns="0" tIns="0">
            <a:spAutoFit/>
          </a:bodyPr>
          <a:lstStyle>
            <a:lvl1pPr marL="0" indent="0" algn="l">
              <a:buNone/>
              <a:defRPr sz="200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GB"/>
          </a:p>
        </p:txBody>
      </p:sp>
      <p:sp>
        <p:nvSpPr>
          <p:cNvPr id="2" name="Title">
            <a:extLst>
              <a:ext uri="{FF2B5EF4-FFF2-40B4-BE49-F238E27FC236}">
                <a16:creationId xmlns:a16="http://schemas.microsoft.com/office/drawing/2014/main" id="{A5A39C93-A915-45D6-953A-AAC473CA2FEC}"/>
              </a:ext>
            </a:extLst>
          </p:cNvPr>
          <p:cNvSpPr>
            <a:spLocks noGrp="1"/>
          </p:cNvSpPr>
          <p:nvPr>
            <p:ph type="ctrTitle"/>
          </p:nvPr>
        </p:nvSpPr>
        <p:spPr>
          <a:xfrm>
            <a:off x="404813" y="2264961"/>
            <a:ext cx="11329987" cy="1477328"/>
          </a:xfrm>
        </p:spPr>
        <p:txBody>
          <a:bodyPr lIns="0" bIns="0" anchor="b" anchorCtr="0">
            <a:spAutoFit/>
          </a:bodyPr>
          <a:lstStyle>
            <a:lvl1pPr algn="l">
              <a:lnSpc>
                <a:spcPct val="80000"/>
              </a:lnSpc>
              <a:defRPr sz="6000" baseline="0">
                <a:solidFill>
                  <a:schemeClr val="bg1"/>
                </a:solidFill>
              </a:defRPr>
            </a:lvl1pPr>
          </a:lstStyle>
          <a:p>
            <a:r>
              <a:rPr lang="en-US"/>
              <a:t>Click to edit Master title style</a:t>
            </a:r>
            <a:endParaRPr lang="en-GB"/>
          </a:p>
        </p:txBody>
      </p:sp>
      <p:sp>
        <p:nvSpPr>
          <p:cNvPr id="9" name="Text Placeholder 8">
            <a:extLst>
              <a:ext uri="{FF2B5EF4-FFF2-40B4-BE49-F238E27FC236}">
                <a16:creationId xmlns:a16="http://schemas.microsoft.com/office/drawing/2014/main" id="{E744C52A-2030-4EFF-B1D2-B60B2B279897}"/>
              </a:ext>
            </a:extLst>
          </p:cNvPr>
          <p:cNvSpPr>
            <a:spLocks noGrp="1"/>
          </p:cNvSpPr>
          <p:nvPr>
            <p:ph type="body" sz="quarter" idx="10" hasCustomPrompt="1"/>
          </p:nvPr>
        </p:nvSpPr>
        <p:spPr>
          <a:xfrm>
            <a:off x="404813" y="1825079"/>
            <a:ext cx="4611067" cy="307777"/>
          </a:xfrm>
        </p:spPr>
        <p:txBody>
          <a:bodyPr wrap="square" anchor="b">
            <a:spAutoFit/>
          </a:bodyPr>
          <a:lstStyle>
            <a:lvl1pPr>
              <a:defRPr>
                <a:solidFill>
                  <a:schemeClr val="accent2"/>
                </a:solidFill>
                <a:latin typeface="Ubuntu Light" panose="020B0304030602030204" pitchFamily="34" charset="0"/>
              </a:defRPr>
            </a:lvl1pPr>
            <a:lvl2pPr marL="88900" indent="0">
              <a:buNone/>
              <a:defRPr/>
            </a:lvl2pPr>
          </a:lstStyle>
          <a:p>
            <a:pPr lvl="0"/>
            <a:r>
              <a:rPr lang="fr-FR"/>
              <a:t>INSERT A LABEL/ALBEIT</a:t>
            </a:r>
          </a:p>
        </p:txBody>
      </p:sp>
    </p:spTree>
    <p:extLst>
      <p:ext uri="{BB962C8B-B14F-4D97-AF65-F5344CB8AC3E}">
        <p14:creationId xmlns:p14="http://schemas.microsoft.com/office/powerpoint/2010/main" val="2763529291"/>
      </p:ext>
    </p:extLst>
  </p:cSld>
  <p:clrMapOvr>
    <a:masterClrMapping/>
  </p:clrMapOvr>
  <p:extLst>
    <p:ext uri="{DCECCB84-F9BA-43D5-87BE-67443E8EF086}">
      <p15:sldGuideLst xmlns:p15="http://schemas.microsoft.com/office/powerpoint/2012/main"/>
    </p:ext>
  </p:extLst>
</p:sldLayout>
</file>

<file path=ppt/slideLayouts/slideLayout64.xml><?xml version="1.0" encoding="utf-8"?>
<p:sldLayout xmlns:a="http://schemas.openxmlformats.org/drawingml/2006/main" xmlns:r="http://schemas.openxmlformats.org/officeDocument/2006/relationships" xmlns:p="http://schemas.openxmlformats.org/presentationml/2006/main" userDrawn="1">
  <p:cSld name="Title and full screen image">
    <p:bg>
      <p:bgPr>
        <a:solidFill>
          <a:schemeClr val="accent4"/>
        </a:solidFill>
        <a:effectLst/>
      </p:bgPr>
    </p:bg>
    <p:spTree>
      <p:nvGrpSpPr>
        <p:cNvPr id="1" name=""/>
        <p:cNvGrpSpPr/>
        <p:nvPr/>
      </p:nvGrpSpPr>
      <p:grpSpPr>
        <a:xfrm>
          <a:off x="0" y="0"/>
          <a:ext cx="0" cy="0"/>
          <a:chOff x="0" y="0"/>
          <a:chExt cx="0" cy="0"/>
        </a:xfrm>
      </p:grpSpPr>
      <p:sp>
        <p:nvSpPr>
          <p:cNvPr id="6" name="Picture Placeholder 5">
            <a:extLst>
              <a:ext uri="{FF2B5EF4-FFF2-40B4-BE49-F238E27FC236}">
                <a16:creationId xmlns:a16="http://schemas.microsoft.com/office/drawing/2014/main" id="{7E832AC1-21AF-4DAD-A220-3541D7B3D0D5}"/>
              </a:ext>
            </a:extLst>
          </p:cNvPr>
          <p:cNvSpPr>
            <a:spLocks noGrp="1"/>
          </p:cNvSpPr>
          <p:nvPr>
            <p:ph type="pic" sz="quarter" idx="10" hasCustomPrompt="1"/>
          </p:nvPr>
        </p:nvSpPr>
        <p:spPr>
          <a:xfrm>
            <a:off x="0" y="0"/>
            <a:ext cx="12192000" cy="6858000"/>
          </a:xfrm>
          <a:custGeom>
            <a:avLst/>
            <a:gdLst>
              <a:gd name="connsiteX0" fmla="*/ 11786547 w 12192000"/>
              <a:gd name="connsiteY0" fmla="*/ 205058 h 6858000"/>
              <a:gd name="connsiteX1" fmla="*/ 11562163 w 12192000"/>
              <a:gd name="connsiteY1" fmla="*/ 436971 h 6858000"/>
              <a:gd name="connsiteX2" fmla="*/ 11639891 w 12192000"/>
              <a:gd name="connsiteY2" fmla="*/ 551459 h 6858000"/>
              <a:gd name="connsiteX3" fmla="*/ 11719085 w 12192000"/>
              <a:gd name="connsiteY3" fmla="*/ 552927 h 6858000"/>
              <a:gd name="connsiteX4" fmla="*/ 11751166 w 12192000"/>
              <a:gd name="connsiteY4" fmla="*/ 536965 h 6858000"/>
              <a:gd name="connsiteX5" fmla="*/ 11777548 w 12192000"/>
              <a:gd name="connsiteY5" fmla="*/ 513474 h 6858000"/>
              <a:gd name="connsiteX6" fmla="*/ 11770504 w 12192000"/>
              <a:gd name="connsiteY6" fmla="*/ 536398 h 6858000"/>
              <a:gd name="connsiteX7" fmla="*/ 11705703 w 12192000"/>
              <a:gd name="connsiteY7" fmla="*/ 579359 h 6858000"/>
              <a:gd name="connsiteX8" fmla="*/ 11760002 w 12192000"/>
              <a:gd name="connsiteY8" fmla="*/ 594046 h 6858000"/>
              <a:gd name="connsiteX9" fmla="*/ 11889144 w 12192000"/>
              <a:gd name="connsiteY9" fmla="*/ 551453 h 6858000"/>
              <a:gd name="connsiteX10" fmla="*/ 11824573 w 12192000"/>
              <a:gd name="connsiteY10" fmla="*/ 494172 h 6858000"/>
              <a:gd name="connsiteX11" fmla="*/ 11889144 w 12192000"/>
              <a:gd name="connsiteY11" fmla="*/ 525016 h 6858000"/>
              <a:gd name="connsiteX12" fmla="*/ 11974376 w 12192000"/>
              <a:gd name="connsiteY12" fmla="*/ 467391 h 6858000"/>
              <a:gd name="connsiteX13" fmla="*/ 11981591 w 12192000"/>
              <a:gd name="connsiteY13" fmla="*/ 431058 h 6858000"/>
              <a:gd name="connsiteX14" fmla="*/ 11981599 w 12192000"/>
              <a:gd name="connsiteY14" fmla="*/ 431100 h 6858000"/>
              <a:gd name="connsiteX15" fmla="*/ 11981599 w 12192000"/>
              <a:gd name="connsiteY15" fmla="*/ 431017 h 6858000"/>
              <a:gd name="connsiteX16" fmla="*/ 11981599 w 12192000"/>
              <a:gd name="connsiteY16" fmla="*/ 428164 h 6858000"/>
              <a:gd name="connsiteX17" fmla="*/ 11909738 w 12192000"/>
              <a:gd name="connsiteY17" fmla="*/ 279916 h 6858000"/>
              <a:gd name="connsiteX18" fmla="*/ 11796813 w 12192000"/>
              <a:gd name="connsiteY18" fmla="*/ 209461 h 6858000"/>
              <a:gd name="connsiteX19" fmla="*/ 11786547 w 12192000"/>
              <a:gd name="connsiteY19" fmla="*/ 205058 h 6858000"/>
              <a:gd name="connsiteX20" fmla="*/ 0 w 12192000"/>
              <a:gd name="connsiteY20" fmla="*/ 0 h 6858000"/>
              <a:gd name="connsiteX21" fmla="*/ 12192000 w 12192000"/>
              <a:gd name="connsiteY21" fmla="*/ 0 h 6858000"/>
              <a:gd name="connsiteX22" fmla="*/ 12192000 w 12192000"/>
              <a:gd name="connsiteY22" fmla="*/ 6858000 h 6858000"/>
              <a:gd name="connsiteX23" fmla="*/ 0 w 12192000"/>
              <a:gd name="connsiteY23"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2192000" h="6858000">
                <a:moveTo>
                  <a:pt x="11786547" y="205058"/>
                </a:moveTo>
                <a:cubicBezTo>
                  <a:pt x="11736684" y="265238"/>
                  <a:pt x="11562163" y="310740"/>
                  <a:pt x="11562163" y="436971"/>
                </a:cubicBezTo>
                <a:cubicBezTo>
                  <a:pt x="11562163" y="486876"/>
                  <a:pt x="11592961" y="533846"/>
                  <a:pt x="11639891" y="551459"/>
                </a:cubicBezTo>
                <a:cubicBezTo>
                  <a:pt x="11666289" y="561734"/>
                  <a:pt x="11692687" y="561734"/>
                  <a:pt x="11719085" y="552927"/>
                </a:cubicBezTo>
                <a:cubicBezTo>
                  <a:pt x="11730818" y="549258"/>
                  <a:pt x="11741450" y="543753"/>
                  <a:pt x="11751166" y="536965"/>
                </a:cubicBezTo>
                <a:lnTo>
                  <a:pt x="11777548" y="513474"/>
                </a:lnTo>
                <a:lnTo>
                  <a:pt x="11770504" y="536398"/>
                </a:lnTo>
                <a:cubicBezTo>
                  <a:pt x="11758809" y="558154"/>
                  <a:pt x="11734320" y="574953"/>
                  <a:pt x="11705703" y="579359"/>
                </a:cubicBezTo>
                <a:cubicBezTo>
                  <a:pt x="11714508" y="588171"/>
                  <a:pt x="11735054" y="594046"/>
                  <a:pt x="11760002" y="594046"/>
                </a:cubicBezTo>
                <a:cubicBezTo>
                  <a:pt x="11805495" y="594046"/>
                  <a:pt x="11861261" y="580827"/>
                  <a:pt x="11889144" y="551453"/>
                </a:cubicBezTo>
                <a:cubicBezTo>
                  <a:pt x="11850989" y="552921"/>
                  <a:pt x="11826041" y="527953"/>
                  <a:pt x="11824573" y="494172"/>
                </a:cubicBezTo>
                <a:cubicBezTo>
                  <a:pt x="11842183" y="516203"/>
                  <a:pt x="11864196" y="525016"/>
                  <a:pt x="11889144" y="525016"/>
                </a:cubicBezTo>
                <a:cubicBezTo>
                  <a:pt x="11927667" y="525016"/>
                  <a:pt x="11960411" y="501057"/>
                  <a:pt x="11974376" y="467391"/>
                </a:cubicBezTo>
                <a:lnTo>
                  <a:pt x="11981591" y="431058"/>
                </a:lnTo>
                <a:lnTo>
                  <a:pt x="11981599" y="431100"/>
                </a:lnTo>
                <a:lnTo>
                  <a:pt x="11981599" y="431017"/>
                </a:lnTo>
                <a:lnTo>
                  <a:pt x="11981599" y="428164"/>
                </a:lnTo>
                <a:cubicBezTo>
                  <a:pt x="11981599" y="369452"/>
                  <a:pt x="11952268" y="319547"/>
                  <a:pt x="11909738" y="279916"/>
                </a:cubicBezTo>
                <a:cubicBezTo>
                  <a:pt x="11877473" y="249092"/>
                  <a:pt x="11837876" y="227075"/>
                  <a:pt x="11796813" y="209461"/>
                </a:cubicBezTo>
                <a:cubicBezTo>
                  <a:pt x="11793879" y="207994"/>
                  <a:pt x="11790946" y="206526"/>
                  <a:pt x="11786547" y="205058"/>
                </a:cubicBezTo>
                <a:close/>
                <a:moveTo>
                  <a:pt x="0" y="0"/>
                </a:moveTo>
                <a:lnTo>
                  <a:pt x="12192000" y="0"/>
                </a:lnTo>
                <a:lnTo>
                  <a:pt x="12192000" y="6858000"/>
                </a:lnTo>
                <a:lnTo>
                  <a:pt x="0" y="6858000"/>
                </a:lnTo>
                <a:close/>
              </a:path>
            </a:pathLst>
          </a:custGeom>
        </p:spPr>
        <p:txBody>
          <a:bodyPr wrap="square">
            <a:noAutofit/>
          </a:bodyPr>
          <a:lstStyle>
            <a:lvl1pPr>
              <a:defRPr>
                <a:solidFill>
                  <a:schemeClr val="bg2">
                    <a:lumMod val="50000"/>
                  </a:schemeClr>
                </a:solidFill>
              </a:defRPr>
            </a:lvl1pPr>
          </a:lstStyle>
          <a:p>
            <a:r>
              <a:rPr lang="en-US"/>
              <a:t>Click icon to add picture and arrange the picture in the background</a:t>
            </a:r>
            <a:endParaRPr lang="en-GB"/>
          </a:p>
        </p:txBody>
      </p:sp>
      <p:sp>
        <p:nvSpPr>
          <p:cNvPr id="2" name="Title 1">
            <a:extLst>
              <a:ext uri="{FF2B5EF4-FFF2-40B4-BE49-F238E27FC236}">
                <a16:creationId xmlns:a16="http://schemas.microsoft.com/office/drawing/2014/main" id="{FDB0CAFF-8B20-4B52-A18C-BFD139761BF9}"/>
              </a:ext>
            </a:extLst>
          </p:cNvPr>
          <p:cNvSpPr>
            <a:spLocks noGrp="1"/>
          </p:cNvSpPr>
          <p:nvPr>
            <p:ph type="title"/>
          </p:nvPr>
        </p:nvSpPr>
        <p:spPr>
          <a:xfrm>
            <a:off x="404813" y="1951673"/>
            <a:ext cx="4562475" cy="2954655"/>
          </a:xfrm>
        </p:spPr>
        <p:txBody>
          <a:bodyPr vert="horz" wrap="square" lIns="72000" tIns="0" rIns="0" bIns="0" rtlCol="0" anchor="ctr">
            <a:spAutoFit/>
          </a:bodyPr>
          <a:lstStyle>
            <a:lvl1pPr>
              <a:lnSpc>
                <a:spcPct val="80000"/>
              </a:lnSpc>
              <a:defRPr lang="en-GB" sz="6000" dirty="0">
                <a:solidFill>
                  <a:schemeClr val="bg1"/>
                </a:solidFill>
              </a:defRPr>
            </a:lvl1pPr>
          </a:lstStyle>
          <a:p>
            <a:pPr lvl="0"/>
            <a:r>
              <a:rPr lang="en-US"/>
              <a:t>Click to edit Master title style</a:t>
            </a:r>
            <a:endParaRPr lang="en-GB"/>
          </a:p>
        </p:txBody>
      </p:sp>
    </p:spTree>
    <p:extLst>
      <p:ext uri="{BB962C8B-B14F-4D97-AF65-F5344CB8AC3E}">
        <p14:creationId xmlns:p14="http://schemas.microsoft.com/office/powerpoint/2010/main" val="721186071"/>
      </p:ext>
    </p:extLst>
  </p:cSld>
  <p:clrMapOvr>
    <a:masterClrMapping/>
  </p:clrMapOvr>
</p:sldLayout>
</file>

<file path=ppt/slideLayouts/slideLayout65.xml><?xml version="1.0" encoding="utf-8"?>
<p:sldLayout xmlns:a="http://schemas.openxmlformats.org/drawingml/2006/main" xmlns:r="http://schemas.openxmlformats.org/officeDocument/2006/relationships" xmlns:p="http://schemas.openxmlformats.org/presentationml/2006/main" preserve="1" userDrawn="1">
  <p:cSld name="2_Content RH image 2">
    <p:bg>
      <p:bgPr>
        <a:solidFill>
          <a:schemeClr val="accent4"/>
        </a:solidFill>
        <a:effectLst/>
      </p:bgPr>
    </p:bg>
    <p:spTree>
      <p:nvGrpSpPr>
        <p:cNvPr id="1" name=""/>
        <p:cNvGrpSpPr/>
        <p:nvPr/>
      </p:nvGrpSpPr>
      <p:grpSpPr>
        <a:xfrm>
          <a:off x="0" y="0"/>
          <a:ext cx="0" cy="0"/>
          <a:chOff x="0" y="0"/>
          <a:chExt cx="0" cy="0"/>
        </a:xfrm>
      </p:grpSpPr>
      <p:sp>
        <p:nvSpPr>
          <p:cNvPr id="14" name="Picture Placeholder 13">
            <a:extLst>
              <a:ext uri="{FF2B5EF4-FFF2-40B4-BE49-F238E27FC236}">
                <a16:creationId xmlns:a16="http://schemas.microsoft.com/office/drawing/2014/main" id="{5C94FEA8-066A-4CC1-BFCC-10ED1764A21E}"/>
              </a:ext>
            </a:extLst>
          </p:cNvPr>
          <p:cNvSpPr>
            <a:spLocks noGrp="1"/>
          </p:cNvSpPr>
          <p:nvPr>
            <p:ph type="pic" sz="quarter" idx="10"/>
          </p:nvPr>
        </p:nvSpPr>
        <p:spPr>
          <a:xfrm>
            <a:off x="7223124" y="0"/>
            <a:ext cx="4968876" cy="6858000"/>
          </a:xfrm>
          <a:custGeom>
            <a:avLst/>
            <a:gdLst>
              <a:gd name="connsiteX0" fmla="*/ 4563423 w 4968876"/>
              <a:gd name="connsiteY0" fmla="*/ 205058 h 6858000"/>
              <a:gd name="connsiteX1" fmla="*/ 4339039 w 4968876"/>
              <a:gd name="connsiteY1" fmla="*/ 436971 h 6858000"/>
              <a:gd name="connsiteX2" fmla="*/ 4416767 w 4968876"/>
              <a:gd name="connsiteY2" fmla="*/ 551459 h 6858000"/>
              <a:gd name="connsiteX3" fmla="*/ 4495961 w 4968876"/>
              <a:gd name="connsiteY3" fmla="*/ 552927 h 6858000"/>
              <a:gd name="connsiteX4" fmla="*/ 4528042 w 4968876"/>
              <a:gd name="connsiteY4" fmla="*/ 536965 h 6858000"/>
              <a:gd name="connsiteX5" fmla="*/ 4554424 w 4968876"/>
              <a:gd name="connsiteY5" fmla="*/ 513474 h 6858000"/>
              <a:gd name="connsiteX6" fmla="*/ 4547380 w 4968876"/>
              <a:gd name="connsiteY6" fmla="*/ 536398 h 6858000"/>
              <a:gd name="connsiteX7" fmla="*/ 4482579 w 4968876"/>
              <a:gd name="connsiteY7" fmla="*/ 579359 h 6858000"/>
              <a:gd name="connsiteX8" fmla="*/ 4536878 w 4968876"/>
              <a:gd name="connsiteY8" fmla="*/ 594046 h 6858000"/>
              <a:gd name="connsiteX9" fmla="*/ 4666020 w 4968876"/>
              <a:gd name="connsiteY9" fmla="*/ 551453 h 6858000"/>
              <a:gd name="connsiteX10" fmla="*/ 4601449 w 4968876"/>
              <a:gd name="connsiteY10" fmla="*/ 494172 h 6858000"/>
              <a:gd name="connsiteX11" fmla="*/ 4666020 w 4968876"/>
              <a:gd name="connsiteY11" fmla="*/ 525016 h 6858000"/>
              <a:gd name="connsiteX12" fmla="*/ 4751252 w 4968876"/>
              <a:gd name="connsiteY12" fmla="*/ 467391 h 6858000"/>
              <a:gd name="connsiteX13" fmla="*/ 4758467 w 4968876"/>
              <a:gd name="connsiteY13" fmla="*/ 431058 h 6858000"/>
              <a:gd name="connsiteX14" fmla="*/ 4758475 w 4968876"/>
              <a:gd name="connsiteY14" fmla="*/ 431100 h 6858000"/>
              <a:gd name="connsiteX15" fmla="*/ 4758475 w 4968876"/>
              <a:gd name="connsiteY15" fmla="*/ 431017 h 6858000"/>
              <a:gd name="connsiteX16" fmla="*/ 4758475 w 4968876"/>
              <a:gd name="connsiteY16" fmla="*/ 428164 h 6858000"/>
              <a:gd name="connsiteX17" fmla="*/ 4686614 w 4968876"/>
              <a:gd name="connsiteY17" fmla="*/ 279916 h 6858000"/>
              <a:gd name="connsiteX18" fmla="*/ 4573689 w 4968876"/>
              <a:gd name="connsiteY18" fmla="*/ 209461 h 6858000"/>
              <a:gd name="connsiteX19" fmla="*/ 4563423 w 4968876"/>
              <a:gd name="connsiteY19" fmla="*/ 205058 h 6858000"/>
              <a:gd name="connsiteX20" fmla="*/ 0 w 4968876"/>
              <a:gd name="connsiteY20" fmla="*/ 0 h 6858000"/>
              <a:gd name="connsiteX21" fmla="*/ 4968876 w 4968876"/>
              <a:gd name="connsiteY21" fmla="*/ 0 h 6858000"/>
              <a:gd name="connsiteX22" fmla="*/ 4968876 w 4968876"/>
              <a:gd name="connsiteY22" fmla="*/ 6858000 h 6858000"/>
              <a:gd name="connsiteX23" fmla="*/ 0 w 4968876"/>
              <a:gd name="connsiteY23"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4968876" h="6858000">
                <a:moveTo>
                  <a:pt x="4563423" y="205058"/>
                </a:moveTo>
                <a:cubicBezTo>
                  <a:pt x="4513560" y="265238"/>
                  <a:pt x="4339039" y="310740"/>
                  <a:pt x="4339039" y="436971"/>
                </a:cubicBezTo>
                <a:cubicBezTo>
                  <a:pt x="4339039" y="486876"/>
                  <a:pt x="4369837" y="533846"/>
                  <a:pt x="4416767" y="551459"/>
                </a:cubicBezTo>
                <a:cubicBezTo>
                  <a:pt x="4443165" y="561734"/>
                  <a:pt x="4469563" y="561734"/>
                  <a:pt x="4495961" y="552927"/>
                </a:cubicBezTo>
                <a:cubicBezTo>
                  <a:pt x="4507694" y="549258"/>
                  <a:pt x="4518326" y="543753"/>
                  <a:pt x="4528042" y="536965"/>
                </a:cubicBezTo>
                <a:lnTo>
                  <a:pt x="4554424" y="513474"/>
                </a:lnTo>
                <a:lnTo>
                  <a:pt x="4547380" y="536398"/>
                </a:lnTo>
                <a:cubicBezTo>
                  <a:pt x="4535685" y="558154"/>
                  <a:pt x="4511196" y="574953"/>
                  <a:pt x="4482579" y="579359"/>
                </a:cubicBezTo>
                <a:cubicBezTo>
                  <a:pt x="4491384" y="588171"/>
                  <a:pt x="4511930" y="594046"/>
                  <a:pt x="4536878" y="594046"/>
                </a:cubicBezTo>
                <a:cubicBezTo>
                  <a:pt x="4582371" y="594046"/>
                  <a:pt x="4638137" y="580827"/>
                  <a:pt x="4666020" y="551453"/>
                </a:cubicBezTo>
                <a:cubicBezTo>
                  <a:pt x="4627865" y="552921"/>
                  <a:pt x="4602917" y="527953"/>
                  <a:pt x="4601449" y="494172"/>
                </a:cubicBezTo>
                <a:cubicBezTo>
                  <a:pt x="4619059" y="516203"/>
                  <a:pt x="4641072" y="525016"/>
                  <a:pt x="4666020" y="525016"/>
                </a:cubicBezTo>
                <a:cubicBezTo>
                  <a:pt x="4704543" y="525016"/>
                  <a:pt x="4737287" y="501057"/>
                  <a:pt x="4751252" y="467391"/>
                </a:cubicBezTo>
                <a:lnTo>
                  <a:pt x="4758467" y="431058"/>
                </a:lnTo>
                <a:lnTo>
                  <a:pt x="4758475" y="431100"/>
                </a:lnTo>
                <a:lnTo>
                  <a:pt x="4758475" y="431017"/>
                </a:lnTo>
                <a:lnTo>
                  <a:pt x="4758475" y="428164"/>
                </a:lnTo>
                <a:cubicBezTo>
                  <a:pt x="4758475" y="369452"/>
                  <a:pt x="4729144" y="319547"/>
                  <a:pt x="4686614" y="279916"/>
                </a:cubicBezTo>
                <a:cubicBezTo>
                  <a:pt x="4654349" y="249092"/>
                  <a:pt x="4614752" y="227075"/>
                  <a:pt x="4573689" y="209461"/>
                </a:cubicBezTo>
                <a:cubicBezTo>
                  <a:pt x="4570755" y="207994"/>
                  <a:pt x="4567822" y="206526"/>
                  <a:pt x="4563423" y="205058"/>
                </a:cubicBezTo>
                <a:close/>
                <a:moveTo>
                  <a:pt x="0" y="0"/>
                </a:moveTo>
                <a:lnTo>
                  <a:pt x="4968876" y="0"/>
                </a:lnTo>
                <a:lnTo>
                  <a:pt x="4968876" y="6858000"/>
                </a:lnTo>
                <a:lnTo>
                  <a:pt x="0" y="6858000"/>
                </a:lnTo>
                <a:close/>
              </a:path>
            </a:pathLst>
          </a:custGeom>
          <a:solidFill>
            <a:schemeClr val="bg2"/>
          </a:solidFill>
        </p:spPr>
        <p:txBody>
          <a:bodyPr wrap="square">
            <a:noAutofit/>
          </a:bodyPr>
          <a:lstStyle>
            <a:lvl1pPr>
              <a:defRPr>
                <a:solidFill>
                  <a:schemeClr val="bg2">
                    <a:lumMod val="50000"/>
                  </a:schemeClr>
                </a:solidFill>
              </a:defRPr>
            </a:lvl1pPr>
          </a:lstStyle>
          <a:p>
            <a:r>
              <a:rPr lang="en-US"/>
              <a:t>Click icon to add picture</a:t>
            </a:r>
            <a:endParaRPr lang="en-GB"/>
          </a:p>
        </p:txBody>
      </p:sp>
      <p:sp>
        <p:nvSpPr>
          <p:cNvPr id="6" name="Title">
            <a:extLst>
              <a:ext uri="{FF2B5EF4-FFF2-40B4-BE49-F238E27FC236}">
                <a16:creationId xmlns:a16="http://schemas.microsoft.com/office/drawing/2014/main" id="{7C66CA50-7228-4629-BC47-9C45C0C3DE65}"/>
              </a:ext>
            </a:extLst>
          </p:cNvPr>
          <p:cNvSpPr>
            <a:spLocks noGrp="1"/>
          </p:cNvSpPr>
          <p:nvPr>
            <p:ph type="title"/>
          </p:nvPr>
        </p:nvSpPr>
        <p:spPr>
          <a:xfrm>
            <a:off x="404813" y="1965449"/>
            <a:ext cx="5600700" cy="2421466"/>
          </a:xfrm>
        </p:spPr>
        <p:txBody>
          <a:bodyPr vert="horz" lIns="0" tIns="0" rIns="0" bIns="0" rtlCol="0" anchor="b">
            <a:noAutofit/>
          </a:bodyPr>
          <a:lstStyle>
            <a:lvl1pPr>
              <a:lnSpc>
                <a:spcPct val="80000"/>
              </a:lnSpc>
              <a:defRPr lang="en-GB" sz="5400">
                <a:solidFill>
                  <a:schemeClr val="bg1"/>
                </a:solidFill>
              </a:defRPr>
            </a:lvl1pPr>
          </a:lstStyle>
          <a:p>
            <a:pPr lvl="0"/>
            <a:r>
              <a:rPr lang="en-US"/>
              <a:t>Click to edit Master title style</a:t>
            </a:r>
            <a:endParaRPr lang="en-GB"/>
          </a:p>
        </p:txBody>
      </p:sp>
      <p:sp>
        <p:nvSpPr>
          <p:cNvPr id="7" name="Espace réservé du texte 9">
            <a:extLst>
              <a:ext uri="{FF2B5EF4-FFF2-40B4-BE49-F238E27FC236}">
                <a16:creationId xmlns:a16="http://schemas.microsoft.com/office/drawing/2014/main" id="{1AD1CE84-A207-48B1-9395-A61627560BEA}"/>
              </a:ext>
            </a:extLst>
          </p:cNvPr>
          <p:cNvSpPr>
            <a:spLocks noGrp="1"/>
          </p:cNvSpPr>
          <p:nvPr>
            <p:ph type="body" sz="quarter" idx="12"/>
          </p:nvPr>
        </p:nvSpPr>
        <p:spPr>
          <a:xfrm>
            <a:off x="404813" y="4701753"/>
            <a:ext cx="5600700" cy="1760960"/>
          </a:xfrm>
        </p:spPr>
        <p:txBody>
          <a:bodyPr/>
          <a:lstStyle>
            <a:lvl1pPr>
              <a:defRPr>
                <a:solidFill>
                  <a:schemeClr val="bg1"/>
                </a:solidFill>
              </a:defRPr>
            </a:lvl1pPr>
            <a:lvl2pPr>
              <a:defRPr>
                <a:solidFill>
                  <a:schemeClr val="bg1"/>
                </a:solidFill>
              </a:defRPr>
            </a:lvl2pPr>
            <a:lvl3pPr>
              <a:defRPr>
                <a:solidFill>
                  <a:schemeClr val="bg1"/>
                </a:solidFill>
              </a:defRPr>
            </a:lvl3pPr>
            <a:lvl4pPr>
              <a:buClr>
                <a:schemeClr val="bg1"/>
              </a:buClr>
              <a:defRPr>
                <a:solidFill>
                  <a:schemeClr val="bg1"/>
                </a:solidFill>
              </a:defRPr>
            </a:lvl4pPr>
            <a:lvl5pPr>
              <a:buClr>
                <a:schemeClr val="bg1"/>
              </a:buClr>
              <a:defRPr>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2598581810"/>
      </p:ext>
    </p:extLst>
  </p:cSld>
  <p:clrMapOvr>
    <a:masterClrMapping/>
  </p:clrMapOvr>
</p:sldLayout>
</file>

<file path=ppt/slideLayouts/slideLayout66.xml><?xml version="1.0" encoding="utf-8"?>
<p:sldLayout xmlns:a="http://schemas.openxmlformats.org/drawingml/2006/main" xmlns:r="http://schemas.openxmlformats.org/officeDocument/2006/relationships" xmlns:p="http://schemas.openxmlformats.org/presentationml/2006/main" type="blank">
  <p:cSld name="White">
    <p:spTree>
      <p:nvGrpSpPr>
        <p:cNvPr id="1" name=""/>
        <p:cNvGrpSpPr/>
        <p:nvPr/>
      </p:nvGrpSpPr>
      <p:grpSpPr>
        <a:xfrm>
          <a:off x="0" y="0"/>
          <a:ext cx="0" cy="0"/>
          <a:chOff x="0" y="0"/>
          <a:chExt cx="0" cy="0"/>
        </a:xfrm>
      </p:grpSpPr>
    </p:spTree>
    <p:extLst>
      <p:ext uri="{BB962C8B-B14F-4D97-AF65-F5344CB8AC3E}">
        <p14:creationId xmlns:p14="http://schemas.microsoft.com/office/powerpoint/2010/main" val="352062777"/>
      </p:ext>
    </p:extLst>
  </p:cSld>
  <p:clrMapOvr>
    <a:masterClrMapping/>
  </p:clrMapOvr>
</p:sldLayout>
</file>

<file path=ppt/slideLayouts/slideLayout67.xml><?xml version="1.0" encoding="utf-8"?>
<p:sldLayout xmlns:a="http://schemas.openxmlformats.org/drawingml/2006/main" xmlns:r="http://schemas.openxmlformats.org/officeDocument/2006/relationships" xmlns:p="http://schemas.openxmlformats.org/presentationml/2006/main" preserve="1" userDrawn="1">
  <p:cSld name="Purple">
    <p:bg>
      <p:bgPr>
        <a:solidFill>
          <a:srgbClr val="2B0A3D"/>
        </a:solid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17449571"/>
      </p:ext>
    </p:extLst>
  </p:cSld>
  <p:clrMapOvr>
    <a:masterClrMapping/>
  </p:clrMapOvr>
</p:sldLayout>
</file>

<file path=ppt/slideLayouts/slideLayout68.xml><?xml version="1.0" encoding="utf-8"?>
<p:sldLayout xmlns:a="http://schemas.openxmlformats.org/drawingml/2006/main" xmlns:r="http://schemas.openxmlformats.org/officeDocument/2006/relationships" xmlns:p="http://schemas.openxmlformats.org/presentationml/2006/main" showMasterSp="0" preserve="1" userDrawn="1">
  <p:cSld name="Full picture white Pik">
    <p:bg>
      <p:bgPr>
        <a:solidFill>
          <a:schemeClr val="bg2"/>
        </a:solidFill>
        <a:effectLst/>
      </p:bgPr>
    </p:bg>
    <p:spTree>
      <p:nvGrpSpPr>
        <p:cNvPr id="1" name=""/>
        <p:cNvGrpSpPr/>
        <p:nvPr/>
      </p:nvGrpSpPr>
      <p:grpSpPr>
        <a:xfrm>
          <a:off x="0" y="0"/>
          <a:ext cx="0" cy="0"/>
          <a:chOff x="0" y="0"/>
          <a:chExt cx="0" cy="0"/>
        </a:xfrm>
      </p:grpSpPr>
      <p:sp>
        <p:nvSpPr>
          <p:cNvPr id="14" name="Picture Placeholder 13">
            <a:extLst>
              <a:ext uri="{FF2B5EF4-FFF2-40B4-BE49-F238E27FC236}">
                <a16:creationId xmlns:a16="http://schemas.microsoft.com/office/drawing/2014/main" id="{1EB2D5A7-8ABD-41FC-934A-8D0E9E07B98D}"/>
              </a:ext>
            </a:extLst>
          </p:cNvPr>
          <p:cNvSpPr>
            <a:spLocks noGrp="1"/>
          </p:cNvSpPr>
          <p:nvPr>
            <p:ph type="pic" sz="quarter" idx="13" hasCustomPrompt="1"/>
          </p:nvPr>
        </p:nvSpPr>
        <p:spPr>
          <a:xfrm>
            <a:off x="0" y="0"/>
            <a:ext cx="12192000" cy="6858000"/>
          </a:xfrm>
          <a:custGeom>
            <a:avLst/>
            <a:gdLst>
              <a:gd name="connsiteX0" fmla="*/ 11904137 w 12192000"/>
              <a:gd name="connsiteY0" fmla="*/ 374761 h 6858000"/>
              <a:gd name="connsiteX1" fmla="*/ 11851113 w 12192000"/>
              <a:gd name="connsiteY1" fmla="*/ 409256 h 6858000"/>
              <a:gd name="connsiteX2" fmla="*/ 11813853 w 12192000"/>
              <a:gd name="connsiteY2" fmla="*/ 476806 h 6858000"/>
              <a:gd name="connsiteX3" fmla="*/ 11772294 w 12192000"/>
              <a:gd name="connsiteY3" fmla="*/ 537171 h 6858000"/>
              <a:gd name="connsiteX4" fmla="*/ 11703507 w 12192000"/>
              <a:gd name="connsiteY4" fmla="*/ 580289 h 6858000"/>
              <a:gd name="connsiteX5" fmla="*/ 11747932 w 12192000"/>
              <a:gd name="connsiteY5" fmla="*/ 591787 h 6858000"/>
              <a:gd name="connsiteX6" fmla="*/ 11796656 w 12192000"/>
              <a:gd name="connsiteY6" fmla="*/ 587475 h 6858000"/>
              <a:gd name="connsiteX7" fmla="*/ 11879774 w 12192000"/>
              <a:gd name="connsiteY7" fmla="*/ 551544 h 6858000"/>
              <a:gd name="connsiteX8" fmla="*/ 11816719 w 12192000"/>
              <a:gd name="connsiteY8" fmla="*/ 494054 h 6858000"/>
              <a:gd name="connsiteX9" fmla="*/ 11904137 w 12192000"/>
              <a:gd name="connsiteY9" fmla="*/ 521361 h 6858000"/>
              <a:gd name="connsiteX10" fmla="*/ 11965759 w 12192000"/>
              <a:gd name="connsiteY10" fmla="*/ 460997 h 6858000"/>
              <a:gd name="connsiteX11" fmla="*/ 11964326 w 12192000"/>
              <a:gd name="connsiteY11" fmla="*/ 404944 h 6858000"/>
              <a:gd name="connsiteX12" fmla="*/ 11904137 w 12192000"/>
              <a:gd name="connsiteY12" fmla="*/ 374761 h 6858000"/>
              <a:gd name="connsiteX13" fmla="*/ 11779497 w 12192000"/>
              <a:gd name="connsiteY13" fmla="*/ 210928 h 6858000"/>
              <a:gd name="connsiteX14" fmla="*/ 11559747 w 12192000"/>
              <a:gd name="connsiteY14" fmla="*/ 439472 h 6858000"/>
              <a:gd name="connsiteX15" fmla="*/ 11635870 w 12192000"/>
              <a:gd name="connsiteY15" fmla="*/ 550150 h 6858000"/>
              <a:gd name="connsiteX16" fmla="*/ 11720610 w 12192000"/>
              <a:gd name="connsiteY16" fmla="*/ 545838 h 6858000"/>
              <a:gd name="connsiteX17" fmla="*/ 11780933 w 12192000"/>
              <a:gd name="connsiteY17" fmla="*/ 489780 h 6858000"/>
              <a:gd name="connsiteX18" fmla="*/ 11826894 w 12192000"/>
              <a:gd name="connsiteY18" fmla="*/ 413599 h 6858000"/>
              <a:gd name="connsiteX19" fmla="*/ 11888654 w 12192000"/>
              <a:gd name="connsiteY19" fmla="*/ 361853 h 6858000"/>
              <a:gd name="connsiteX20" fmla="*/ 11963340 w 12192000"/>
              <a:gd name="connsiteY20" fmla="*/ 380539 h 6858000"/>
              <a:gd name="connsiteX21" fmla="*/ 11900144 w 12192000"/>
              <a:gd name="connsiteY21" fmla="*/ 284235 h 6858000"/>
              <a:gd name="connsiteX22" fmla="*/ 11789551 w 12192000"/>
              <a:gd name="connsiteY22" fmla="*/ 215240 h 6858000"/>
              <a:gd name="connsiteX23" fmla="*/ 11779497 w 12192000"/>
              <a:gd name="connsiteY23" fmla="*/ 210928 h 6858000"/>
              <a:gd name="connsiteX24" fmla="*/ 0 w 12192000"/>
              <a:gd name="connsiteY24" fmla="*/ 0 h 6858000"/>
              <a:gd name="connsiteX25" fmla="*/ 12192000 w 12192000"/>
              <a:gd name="connsiteY25" fmla="*/ 0 h 6858000"/>
              <a:gd name="connsiteX26" fmla="*/ 12192000 w 12192000"/>
              <a:gd name="connsiteY26" fmla="*/ 6858000 h 6858000"/>
              <a:gd name="connsiteX27" fmla="*/ 0 w 12192000"/>
              <a:gd name="connsiteY27"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Lst>
            <a:rect l="l" t="t" r="r" b="b"/>
            <a:pathLst>
              <a:path w="12192000" h="6858000">
                <a:moveTo>
                  <a:pt x="11904137" y="374761"/>
                </a:moveTo>
                <a:cubicBezTo>
                  <a:pt x="11881208" y="376199"/>
                  <a:pt x="11864011" y="390571"/>
                  <a:pt x="11851113" y="409256"/>
                </a:cubicBezTo>
                <a:cubicBezTo>
                  <a:pt x="11835349" y="429377"/>
                  <a:pt x="11825318" y="453810"/>
                  <a:pt x="11813853" y="476806"/>
                </a:cubicBezTo>
                <a:cubicBezTo>
                  <a:pt x="11802389" y="498365"/>
                  <a:pt x="11789491" y="518487"/>
                  <a:pt x="11772294" y="537171"/>
                </a:cubicBezTo>
                <a:cubicBezTo>
                  <a:pt x="11753664" y="557293"/>
                  <a:pt x="11730735" y="573103"/>
                  <a:pt x="11703507" y="580289"/>
                </a:cubicBezTo>
                <a:cubicBezTo>
                  <a:pt x="11716405" y="588912"/>
                  <a:pt x="11733601" y="591787"/>
                  <a:pt x="11747932" y="591787"/>
                </a:cubicBezTo>
                <a:cubicBezTo>
                  <a:pt x="11763696" y="593224"/>
                  <a:pt x="11780893" y="590350"/>
                  <a:pt x="11796656" y="587475"/>
                </a:cubicBezTo>
                <a:cubicBezTo>
                  <a:pt x="11826751" y="583163"/>
                  <a:pt x="11858278" y="573103"/>
                  <a:pt x="11879774" y="551544"/>
                </a:cubicBezTo>
                <a:cubicBezTo>
                  <a:pt x="11845381" y="551544"/>
                  <a:pt x="11818153" y="528548"/>
                  <a:pt x="11816719" y="494054"/>
                </a:cubicBezTo>
                <a:cubicBezTo>
                  <a:pt x="11838216" y="519924"/>
                  <a:pt x="11871176" y="529985"/>
                  <a:pt x="11904137" y="521361"/>
                </a:cubicBezTo>
                <a:cubicBezTo>
                  <a:pt x="11932798" y="512738"/>
                  <a:pt x="11957160" y="489742"/>
                  <a:pt x="11965759" y="460997"/>
                </a:cubicBezTo>
                <a:cubicBezTo>
                  <a:pt x="11971491" y="442312"/>
                  <a:pt x="11972924" y="423628"/>
                  <a:pt x="11964326" y="404944"/>
                </a:cubicBezTo>
                <a:cubicBezTo>
                  <a:pt x="11952861" y="383385"/>
                  <a:pt x="11928499" y="373324"/>
                  <a:pt x="11904137" y="374761"/>
                </a:cubicBezTo>
                <a:close/>
                <a:moveTo>
                  <a:pt x="11779497" y="210928"/>
                </a:moveTo>
                <a:cubicBezTo>
                  <a:pt x="11730664" y="271298"/>
                  <a:pt x="11559747" y="314420"/>
                  <a:pt x="11559747" y="439472"/>
                </a:cubicBezTo>
                <a:cubicBezTo>
                  <a:pt x="11559747" y="486906"/>
                  <a:pt x="11589909" y="532902"/>
                  <a:pt x="11635870" y="550150"/>
                </a:cubicBezTo>
                <a:cubicBezTo>
                  <a:pt x="11663159" y="560212"/>
                  <a:pt x="11693320" y="558775"/>
                  <a:pt x="11720610" y="545838"/>
                </a:cubicBezTo>
                <a:cubicBezTo>
                  <a:pt x="11746463" y="534339"/>
                  <a:pt x="11765134" y="514216"/>
                  <a:pt x="11780933" y="489780"/>
                </a:cubicBezTo>
                <a:cubicBezTo>
                  <a:pt x="11798168" y="465345"/>
                  <a:pt x="11811095" y="439472"/>
                  <a:pt x="11826894" y="413599"/>
                </a:cubicBezTo>
                <a:cubicBezTo>
                  <a:pt x="11841257" y="390601"/>
                  <a:pt x="11861365" y="367603"/>
                  <a:pt x="11888654" y="361853"/>
                </a:cubicBezTo>
                <a:cubicBezTo>
                  <a:pt x="11914507" y="354666"/>
                  <a:pt x="11944668" y="361853"/>
                  <a:pt x="11963340" y="380539"/>
                </a:cubicBezTo>
                <a:cubicBezTo>
                  <a:pt x="11951850" y="343167"/>
                  <a:pt x="11930306" y="311545"/>
                  <a:pt x="11900144" y="284235"/>
                </a:cubicBezTo>
                <a:cubicBezTo>
                  <a:pt x="11867110" y="254050"/>
                  <a:pt x="11829767" y="232489"/>
                  <a:pt x="11789551" y="215240"/>
                </a:cubicBezTo>
                <a:cubicBezTo>
                  <a:pt x="11786678" y="213803"/>
                  <a:pt x="11782369" y="212365"/>
                  <a:pt x="11779497" y="210928"/>
                </a:cubicBezTo>
                <a:close/>
                <a:moveTo>
                  <a:pt x="0" y="0"/>
                </a:moveTo>
                <a:lnTo>
                  <a:pt x="12192000" y="0"/>
                </a:lnTo>
                <a:lnTo>
                  <a:pt x="12192000" y="6858000"/>
                </a:lnTo>
                <a:lnTo>
                  <a:pt x="0" y="6858000"/>
                </a:lnTo>
                <a:close/>
              </a:path>
            </a:pathLst>
          </a:custGeom>
          <a:solidFill>
            <a:schemeClr val="accent4"/>
          </a:solidFill>
        </p:spPr>
        <p:txBody>
          <a:bodyPr wrap="square">
            <a:noAutofit/>
          </a:bodyPr>
          <a:lstStyle>
            <a:lvl1pPr>
              <a:defRPr>
                <a:solidFill>
                  <a:schemeClr val="bg2">
                    <a:lumMod val="50000"/>
                  </a:schemeClr>
                </a:solidFill>
              </a:defRPr>
            </a:lvl1pPr>
          </a:lstStyle>
          <a:p>
            <a:r>
              <a:rPr lang="de-DE"/>
              <a:t>Insert Picture and send </a:t>
            </a:r>
            <a:r>
              <a:rPr lang="de-DE" err="1"/>
              <a:t>to</a:t>
            </a:r>
            <a:r>
              <a:rPr lang="de-DE"/>
              <a:t> back</a:t>
            </a:r>
          </a:p>
        </p:txBody>
      </p:sp>
      <p:grpSp>
        <p:nvGrpSpPr>
          <p:cNvPr id="5" name="Group 37">
            <a:extLst>
              <a:ext uri="{FF2B5EF4-FFF2-40B4-BE49-F238E27FC236}">
                <a16:creationId xmlns:a16="http://schemas.microsoft.com/office/drawing/2014/main" id="{175605CD-31A1-4F5E-8CC8-FA82332DB3A0}"/>
              </a:ext>
            </a:extLst>
          </p:cNvPr>
          <p:cNvGrpSpPr/>
          <p:nvPr userDrawn="1"/>
        </p:nvGrpSpPr>
        <p:grpSpPr>
          <a:xfrm>
            <a:off x="11562864" y="207688"/>
            <a:ext cx="418487" cy="387209"/>
            <a:chOff x="5481638" y="2859088"/>
            <a:chExt cx="1231900" cy="1139825"/>
          </a:xfrm>
          <a:solidFill>
            <a:schemeClr val="bg1"/>
          </a:solidFill>
        </p:grpSpPr>
        <p:sp>
          <p:nvSpPr>
            <p:cNvPr id="6" name="Freeform 320">
              <a:extLst>
                <a:ext uri="{FF2B5EF4-FFF2-40B4-BE49-F238E27FC236}">
                  <a16:creationId xmlns:a16="http://schemas.microsoft.com/office/drawing/2014/main" id="{AE5DD593-FDBD-4A70-83DE-64E2F0ED00BB}"/>
                </a:ext>
              </a:extLst>
            </p:cNvPr>
            <p:cNvSpPr>
              <a:spLocks/>
            </p:cNvSpPr>
            <p:nvPr userDrawn="1"/>
          </p:nvSpPr>
          <p:spPr bwMode="auto">
            <a:xfrm>
              <a:off x="5481638" y="2859088"/>
              <a:ext cx="1203325" cy="1041400"/>
            </a:xfrm>
            <a:custGeom>
              <a:avLst/>
              <a:gdLst>
                <a:gd name="T0" fmla="*/ 229 w 281"/>
                <a:gd name="T1" fmla="*/ 105 h 243"/>
                <a:gd name="T2" fmla="*/ 186 w 281"/>
                <a:gd name="T3" fmla="*/ 141 h 243"/>
                <a:gd name="T4" fmla="*/ 154 w 281"/>
                <a:gd name="T5" fmla="*/ 194 h 243"/>
                <a:gd name="T6" fmla="*/ 112 w 281"/>
                <a:gd name="T7" fmla="*/ 233 h 243"/>
                <a:gd name="T8" fmla="*/ 53 w 281"/>
                <a:gd name="T9" fmla="*/ 236 h 243"/>
                <a:gd name="T10" fmla="*/ 0 w 281"/>
                <a:gd name="T11" fmla="*/ 159 h 243"/>
                <a:gd name="T12" fmla="*/ 153 w 281"/>
                <a:gd name="T13" fmla="*/ 0 h 243"/>
                <a:gd name="T14" fmla="*/ 153 w 281"/>
                <a:gd name="T15" fmla="*/ 0 h 243"/>
                <a:gd name="T16" fmla="*/ 160 w 281"/>
                <a:gd name="T17" fmla="*/ 3 h 243"/>
                <a:gd name="T18" fmla="*/ 237 w 281"/>
                <a:gd name="T19" fmla="*/ 51 h 243"/>
                <a:gd name="T20" fmla="*/ 281 w 281"/>
                <a:gd name="T21" fmla="*/ 118 h 243"/>
                <a:gd name="T22" fmla="*/ 229 w 281"/>
                <a:gd name="T23" fmla="*/ 105 h 24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281" h="243">
                  <a:moveTo>
                    <a:pt x="229" y="105"/>
                  </a:moveTo>
                  <a:cubicBezTo>
                    <a:pt x="210" y="109"/>
                    <a:pt x="196" y="125"/>
                    <a:pt x="186" y="141"/>
                  </a:cubicBezTo>
                  <a:cubicBezTo>
                    <a:pt x="175" y="159"/>
                    <a:pt x="166" y="177"/>
                    <a:pt x="154" y="194"/>
                  </a:cubicBezTo>
                  <a:cubicBezTo>
                    <a:pt x="143" y="211"/>
                    <a:pt x="130" y="225"/>
                    <a:pt x="112" y="233"/>
                  </a:cubicBezTo>
                  <a:cubicBezTo>
                    <a:pt x="93" y="242"/>
                    <a:pt x="72" y="243"/>
                    <a:pt x="53" y="236"/>
                  </a:cubicBezTo>
                  <a:cubicBezTo>
                    <a:pt x="21" y="224"/>
                    <a:pt x="0" y="192"/>
                    <a:pt x="0" y="159"/>
                  </a:cubicBezTo>
                  <a:cubicBezTo>
                    <a:pt x="0" y="72"/>
                    <a:pt x="119" y="42"/>
                    <a:pt x="153" y="0"/>
                  </a:cubicBezTo>
                  <a:cubicBezTo>
                    <a:pt x="153" y="0"/>
                    <a:pt x="153" y="0"/>
                    <a:pt x="153" y="0"/>
                  </a:cubicBezTo>
                  <a:cubicBezTo>
                    <a:pt x="155" y="1"/>
                    <a:pt x="158" y="2"/>
                    <a:pt x="160" y="3"/>
                  </a:cubicBezTo>
                  <a:cubicBezTo>
                    <a:pt x="188" y="15"/>
                    <a:pt x="214" y="30"/>
                    <a:pt x="237" y="51"/>
                  </a:cubicBezTo>
                  <a:cubicBezTo>
                    <a:pt x="258" y="70"/>
                    <a:pt x="273" y="92"/>
                    <a:pt x="281" y="118"/>
                  </a:cubicBezTo>
                  <a:cubicBezTo>
                    <a:pt x="268" y="105"/>
                    <a:pt x="247" y="100"/>
                    <a:pt x="229" y="105"/>
                  </a:cubicBezTo>
                </a:path>
              </a:pathLst>
            </a:custGeom>
            <a:grpFill/>
            <a:ln>
              <a:noFill/>
            </a:ln>
          </p:spPr>
          <p:txBody>
            <a:bodyPr vert="horz" wrap="square" lIns="91440" tIns="45720" rIns="91440" bIns="45720" numCol="1" anchor="t" anchorCtr="0" compatLnSpc="1">
              <a:prstTxWarp prst="textNoShape">
                <a:avLst/>
              </a:prstTxWarp>
            </a:bodyPr>
            <a:lstStyle/>
            <a:p>
              <a:endParaRPr lang="en-US"/>
            </a:p>
          </p:txBody>
        </p:sp>
        <p:sp>
          <p:nvSpPr>
            <p:cNvPr id="7" name="Freeform 321">
              <a:extLst>
                <a:ext uri="{FF2B5EF4-FFF2-40B4-BE49-F238E27FC236}">
                  <a16:creationId xmlns:a16="http://schemas.microsoft.com/office/drawing/2014/main" id="{5E1F1E46-28BC-4B11-9A4D-30E587571815}"/>
                </a:ext>
              </a:extLst>
            </p:cNvPr>
            <p:cNvSpPr>
              <a:spLocks/>
            </p:cNvSpPr>
            <p:nvPr userDrawn="1"/>
          </p:nvSpPr>
          <p:spPr bwMode="auto">
            <a:xfrm>
              <a:off x="5910263" y="3343275"/>
              <a:ext cx="803275" cy="655638"/>
            </a:xfrm>
            <a:custGeom>
              <a:avLst/>
              <a:gdLst>
                <a:gd name="T0" fmla="*/ 183 w 188"/>
                <a:gd name="T1" fmla="*/ 61 h 153"/>
                <a:gd name="T2" fmla="*/ 140 w 188"/>
                <a:gd name="T3" fmla="*/ 103 h 153"/>
                <a:gd name="T4" fmla="*/ 79 w 188"/>
                <a:gd name="T5" fmla="*/ 84 h 153"/>
                <a:gd name="T6" fmla="*/ 123 w 188"/>
                <a:gd name="T7" fmla="*/ 124 h 153"/>
                <a:gd name="T8" fmla="*/ 65 w 188"/>
                <a:gd name="T9" fmla="*/ 149 h 153"/>
                <a:gd name="T10" fmla="*/ 31 w 188"/>
                <a:gd name="T11" fmla="*/ 152 h 153"/>
                <a:gd name="T12" fmla="*/ 0 w 188"/>
                <a:gd name="T13" fmla="*/ 144 h 153"/>
                <a:gd name="T14" fmla="*/ 48 w 188"/>
                <a:gd name="T15" fmla="*/ 114 h 153"/>
                <a:gd name="T16" fmla="*/ 77 w 188"/>
                <a:gd name="T17" fmla="*/ 72 h 153"/>
                <a:gd name="T18" fmla="*/ 103 w 188"/>
                <a:gd name="T19" fmla="*/ 25 h 153"/>
                <a:gd name="T20" fmla="*/ 140 w 188"/>
                <a:gd name="T21" fmla="*/ 1 h 153"/>
                <a:gd name="T22" fmla="*/ 182 w 188"/>
                <a:gd name="T23" fmla="*/ 22 h 153"/>
                <a:gd name="T24" fmla="*/ 183 w 188"/>
                <a:gd name="T25" fmla="*/ 61 h 15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88" h="153">
                  <a:moveTo>
                    <a:pt x="183" y="61"/>
                  </a:moveTo>
                  <a:cubicBezTo>
                    <a:pt x="177" y="81"/>
                    <a:pt x="160" y="97"/>
                    <a:pt x="140" y="103"/>
                  </a:cubicBezTo>
                  <a:cubicBezTo>
                    <a:pt x="117" y="109"/>
                    <a:pt x="94" y="102"/>
                    <a:pt x="79" y="84"/>
                  </a:cubicBezTo>
                  <a:cubicBezTo>
                    <a:pt x="80" y="108"/>
                    <a:pt x="99" y="124"/>
                    <a:pt x="123" y="124"/>
                  </a:cubicBezTo>
                  <a:cubicBezTo>
                    <a:pt x="108" y="139"/>
                    <a:pt x="86" y="146"/>
                    <a:pt x="65" y="149"/>
                  </a:cubicBezTo>
                  <a:cubicBezTo>
                    <a:pt x="54" y="151"/>
                    <a:pt x="42" y="153"/>
                    <a:pt x="31" y="152"/>
                  </a:cubicBezTo>
                  <a:cubicBezTo>
                    <a:pt x="21" y="152"/>
                    <a:pt x="9" y="150"/>
                    <a:pt x="0" y="144"/>
                  </a:cubicBezTo>
                  <a:cubicBezTo>
                    <a:pt x="19" y="139"/>
                    <a:pt x="35" y="128"/>
                    <a:pt x="48" y="114"/>
                  </a:cubicBezTo>
                  <a:cubicBezTo>
                    <a:pt x="60" y="101"/>
                    <a:pt x="69" y="87"/>
                    <a:pt x="77" y="72"/>
                  </a:cubicBezTo>
                  <a:cubicBezTo>
                    <a:pt x="85" y="56"/>
                    <a:pt x="92" y="39"/>
                    <a:pt x="103" y="25"/>
                  </a:cubicBezTo>
                  <a:cubicBezTo>
                    <a:pt x="112" y="12"/>
                    <a:pt x="124" y="2"/>
                    <a:pt x="140" y="1"/>
                  </a:cubicBezTo>
                  <a:cubicBezTo>
                    <a:pt x="157" y="0"/>
                    <a:pt x="174" y="7"/>
                    <a:pt x="182" y="22"/>
                  </a:cubicBezTo>
                  <a:cubicBezTo>
                    <a:pt x="188" y="35"/>
                    <a:pt x="187" y="48"/>
                    <a:pt x="183" y="61"/>
                  </a:cubicBezTo>
                </a:path>
              </a:pathLst>
            </a:custGeom>
            <a:grpFill/>
            <a:ln>
              <a:noFill/>
            </a:ln>
          </p:spPr>
          <p:txBody>
            <a:bodyPr vert="horz" wrap="square" lIns="91440" tIns="45720" rIns="91440" bIns="45720" numCol="1" anchor="t" anchorCtr="0" compatLnSpc="1">
              <a:prstTxWarp prst="textNoShape">
                <a:avLst/>
              </a:prstTxWarp>
            </a:bodyPr>
            <a:lstStyle/>
            <a:p>
              <a:endParaRPr lang="en-US"/>
            </a:p>
          </p:txBody>
        </p:sp>
      </p:grpSp>
    </p:spTree>
    <p:extLst>
      <p:ext uri="{BB962C8B-B14F-4D97-AF65-F5344CB8AC3E}">
        <p14:creationId xmlns:p14="http://schemas.microsoft.com/office/powerpoint/2010/main" val="2452139882"/>
      </p:ext>
    </p:extLst>
  </p:cSld>
  <p:clrMapOvr>
    <a:masterClrMapping/>
  </p:clrMapOvr>
</p:sldLayout>
</file>

<file path=ppt/slideLayouts/slideLayout69.xml><?xml version="1.0" encoding="utf-8"?>
<p:sldLayout xmlns:a="http://schemas.openxmlformats.org/drawingml/2006/main" xmlns:r="http://schemas.openxmlformats.org/officeDocument/2006/relationships" xmlns:p="http://schemas.openxmlformats.org/presentationml/2006/main" preserve="1" userDrawn="1">
  <p:cSld name="Full picture blue Pik">
    <p:bg>
      <p:bgPr>
        <a:solidFill>
          <a:schemeClr val="bg2"/>
        </a:solidFill>
        <a:effectLst/>
      </p:bgPr>
    </p:bg>
    <p:spTree>
      <p:nvGrpSpPr>
        <p:cNvPr id="1" name=""/>
        <p:cNvGrpSpPr/>
        <p:nvPr/>
      </p:nvGrpSpPr>
      <p:grpSpPr>
        <a:xfrm>
          <a:off x="0" y="0"/>
          <a:ext cx="0" cy="0"/>
          <a:chOff x="0" y="0"/>
          <a:chExt cx="0" cy="0"/>
        </a:xfrm>
      </p:grpSpPr>
      <p:sp>
        <p:nvSpPr>
          <p:cNvPr id="11" name="Picture Placeholder 10">
            <a:extLst>
              <a:ext uri="{FF2B5EF4-FFF2-40B4-BE49-F238E27FC236}">
                <a16:creationId xmlns:a16="http://schemas.microsoft.com/office/drawing/2014/main" id="{0B335D29-1EFC-4491-AD11-74BC952F53E5}"/>
              </a:ext>
            </a:extLst>
          </p:cNvPr>
          <p:cNvSpPr>
            <a:spLocks noGrp="1"/>
          </p:cNvSpPr>
          <p:nvPr>
            <p:ph type="pic" sz="quarter" idx="13" hasCustomPrompt="1"/>
          </p:nvPr>
        </p:nvSpPr>
        <p:spPr>
          <a:xfrm>
            <a:off x="0" y="0"/>
            <a:ext cx="12192000" cy="6858000"/>
          </a:xfrm>
          <a:custGeom>
            <a:avLst/>
            <a:gdLst>
              <a:gd name="connsiteX0" fmla="*/ 11785528 w 12192000"/>
              <a:gd name="connsiteY0" fmla="*/ 202927 h 6858000"/>
              <a:gd name="connsiteX1" fmla="*/ 11561144 w 12192000"/>
              <a:gd name="connsiteY1" fmla="*/ 434840 h 6858000"/>
              <a:gd name="connsiteX2" fmla="*/ 11638872 w 12192000"/>
              <a:gd name="connsiteY2" fmla="*/ 549328 h 6858000"/>
              <a:gd name="connsiteX3" fmla="*/ 11718066 w 12192000"/>
              <a:gd name="connsiteY3" fmla="*/ 550796 h 6858000"/>
              <a:gd name="connsiteX4" fmla="*/ 11750147 w 12192000"/>
              <a:gd name="connsiteY4" fmla="*/ 534834 h 6858000"/>
              <a:gd name="connsiteX5" fmla="*/ 11776529 w 12192000"/>
              <a:gd name="connsiteY5" fmla="*/ 511343 h 6858000"/>
              <a:gd name="connsiteX6" fmla="*/ 11769485 w 12192000"/>
              <a:gd name="connsiteY6" fmla="*/ 534267 h 6858000"/>
              <a:gd name="connsiteX7" fmla="*/ 11704684 w 12192000"/>
              <a:gd name="connsiteY7" fmla="*/ 577228 h 6858000"/>
              <a:gd name="connsiteX8" fmla="*/ 11758983 w 12192000"/>
              <a:gd name="connsiteY8" fmla="*/ 591915 h 6858000"/>
              <a:gd name="connsiteX9" fmla="*/ 11888125 w 12192000"/>
              <a:gd name="connsiteY9" fmla="*/ 549322 h 6858000"/>
              <a:gd name="connsiteX10" fmla="*/ 11823554 w 12192000"/>
              <a:gd name="connsiteY10" fmla="*/ 492041 h 6858000"/>
              <a:gd name="connsiteX11" fmla="*/ 11888125 w 12192000"/>
              <a:gd name="connsiteY11" fmla="*/ 522885 h 6858000"/>
              <a:gd name="connsiteX12" fmla="*/ 11973357 w 12192000"/>
              <a:gd name="connsiteY12" fmla="*/ 465260 h 6858000"/>
              <a:gd name="connsiteX13" fmla="*/ 11980572 w 12192000"/>
              <a:gd name="connsiteY13" fmla="*/ 428927 h 6858000"/>
              <a:gd name="connsiteX14" fmla="*/ 11980580 w 12192000"/>
              <a:gd name="connsiteY14" fmla="*/ 428969 h 6858000"/>
              <a:gd name="connsiteX15" fmla="*/ 11980580 w 12192000"/>
              <a:gd name="connsiteY15" fmla="*/ 428886 h 6858000"/>
              <a:gd name="connsiteX16" fmla="*/ 11980580 w 12192000"/>
              <a:gd name="connsiteY16" fmla="*/ 426033 h 6858000"/>
              <a:gd name="connsiteX17" fmla="*/ 11908719 w 12192000"/>
              <a:gd name="connsiteY17" fmla="*/ 277785 h 6858000"/>
              <a:gd name="connsiteX18" fmla="*/ 11795794 w 12192000"/>
              <a:gd name="connsiteY18" fmla="*/ 207330 h 6858000"/>
              <a:gd name="connsiteX19" fmla="*/ 11785528 w 12192000"/>
              <a:gd name="connsiteY19" fmla="*/ 202927 h 6858000"/>
              <a:gd name="connsiteX20" fmla="*/ 0 w 12192000"/>
              <a:gd name="connsiteY20" fmla="*/ 0 h 6858000"/>
              <a:gd name="connsiteX21" fmla="*/ 12192000 w 12192000"/>
              <a:gd name="connsiteY21" fmla="*/ 0 h 6858000"/>
              <a:gd name="connsiteX22" fmla="*/ 12192000 w 12192000"/>
              <a:gd name="connsiteY22" fmla="*/ 6858000 h 6858000"/>
              <a:gd name="connsiteX23" fmla="*/ 0 w 12192000"/>
              <a:gd name="connsiteY23"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2192000" h="6858000">
                <a:moveTo>
                  <a:pt x="11785528" y="202927"/>
                </a:moveTo>
                <a:cubicBezTo>
                  <a:pt x="11735665" y="263107"/>
                  <a:pt x="11561144" y="308609"/>
                  <a:pt x="11561144" y="434840"/>
                </a:cubicBezTo>
                <a:cubicBezTo>
                  <a:pt x="11561144" y="484745"/>
                  <a:pt x="11591942" y="531715"/>
                  <a:pt x="11638872" y="549328"/>
                </a:cubicBezTo>
                <a:cubicBezTo>
                  <a:pt x="11665270" y="559603"/>
                  <a:pt x="11691668" y="559603"/>
                  <a:pt x="11718066" y="550796"/>
                </a:cubicBezTo>
                <a:cubicBezTo>
                  <a:pt x="11729799" y="547127"/>
                  <a:pt x="11740431" y="541622"/>
                  <a:pt x="11750147" y="534834"/>
                </a:cubicBezTo>
                <a:lnTo>
                  <a:pt x="11776529" y="511343"/>
                </a:lnTo>
                <a:lnTo>
                  <a:pt x="11769485" y="534267"/>
                </a:lnTo>
                <a:cubicBezTo>
                  <a:pt x="11757790" y="556023"/>
                  <a:pt x="11733301" y="572822"/>
                  <a:pt x="11704684" y="577228"/>
                </a:cubicBezTo>
                <a:cubicBezTo>
                  <a:pt x="11713489" y="586040"/>
                  <a:pt x="11734035" y="591915"/>
                  <a:pt x="11758983" y="591915"/>
                </a:cubicBezTo>
                <a:cubicBezTo>
                  <a:pt x="11804476" y="591915"/>
                  <a:pt x="11860242" y="578696"/>
                  <a:pt x="11888125" y="549322"/>
                </a:cubicBezTo>
                <a:cubicBezTo>
                  <a:pt x="11849970" y="550790"/>
                  <a:pt x="11825022" y="525822"/>
                  <a:pt x="11823554" y="492041"/>
                </a:cubicBezTo>
                <a:cubicBezTo>
                  <a:pt x="11841164" y="514072"/>
                  <a:pt x="11863177" y="522885"/>
                  <a:pt x="11888125" y="522885"/>
                </a:cubicBezTo>
                <a:cubicBezTo>
                  <a:pt x="11926648" y="522885"/>
                  <a:pt x="11959392" y="498926"/>
                  <a:pt x="11973357" y="465260"/>
                </a:cubicBezTo>
                <a:lnTo>
                  <a:pt x="11980572" y="428927"/>
                </a:lnTo>
                <a:lnTo>
                  <a:pt x="11980580" y="428969"/>
                </a:lnTo>
                <a:lnTo>
                  <a:pt x="11980580" y="428886"/>
                </a:lnTo>
                <a:lnTo>
                  <a:pt x="11980580" y="426033"/>
                </a:lnTo>
                <a:cubicBezTo>
                  <a:pt x="11980580" y="367321"/>
                  <a:pt x="11951249" y="317416"/>
                  <a:pt x="11908719" y="277785"/>
                </a:cubicBezTo>
                <a:cubicBezTo>
                  <a:pt x="11876454" y="246961"/>
                  <a:pt x="11836857" y="224944"/>
                  <a:pt x="11795794" y="207330"/>
                </a:cubicBezTo>
                <a:cubicBezTo>
                  <a:pt x="11792860" y="205863"/>
                  <a:pt x="11789927" y="204395"/>
                  <a:pt x="11785528" y="202927"/>
                </a:cubicBezTo>
                <a:close/>
                <a:moveTo>
                  <a:pt x="0" y="0"/>
                </a:moveTo>
                <a:lnTo>
                  <a:pt x="12192000" y="0"/>
                </a:lnTo>
                <a:lnTo>
                  <a:pt x="12192000" y="6858000"/>
                </a:lnTo>
                <a:lnTo>
                  <a:pt x="0" y="6858000"/>
                </a:lnTo>
                <a:close/>
              </a:path>
            </a:pathLst>
          </a:custGeom>
          <a:solidFill>
            <a:schemeClr val="bg2"/>
          </a:solidFill>
        </p:spPr>
        <p:txBody>
          <a:bodyPr wrap="square">
            <a:noAutofit/>
          </a:bodyPr>
          <a:lstStyle>
            <a:lvl1pPr>
              <a:defRPr>
                <a:solidFill>
                  <a:schemeClr val="bg2">
                    <a:lumMod val="50000"/>
                  </a:schemeClr>
                </a:solidFill>
              </a:defRPr>
            </a:lvl1pPr>
          </a:lstStyle>
          <a:p>
            <a:r>
              <a:rPr lang="de-DE"/>
              <a:t>Insert Picture and send </a:t>
            </a:r>
            <a:r>
              <a:rPr lang="de-DE" err="1"/>
              <a:t>to</a:t>
            </a:r>
            <a:r>
              <a:rPr lang="de-DE"/>
              <a:t> back</a:t>
            </a:r>
          </a:p>
        </p:txBody>
      </p:sp>
    </p:spTree>
    <p:extLst>
      <p:ext uri="{BB962C8B-B14F-4D97-AF65-F5344CB8AC3E}">
        <p14:creationId xmlns:p14="http://schemas.microsoft.com/office/powerpoint/2010/main" val="3207300033"/>
      </p:ext>
    </p:extLst>
  </p:cSld>
  <p:clrMapOvr>
    <a:masterClrMapping/>
  </p:clrMapOvr>
</p:sldLayout>
</file>

<file path=ppt/slideLayouts/slideLayout70.xml><?xml version="1.0" encoding="utf-8"?>
<p:sldLayout xmlns:a="http://schemas.openxmlformats.org/drawingml/2006/main" xmlns:r="http://schemas.openxmlformats.org/officeDocument/2006/relationships" xmlns:p="http://schemas.openxmlformats.org/presentationml/2006/main" showMasterSp="0" preserve="1">
  <p:cSld name="Final Slide 1">
    <p:bg>
      <p:bgPr>
        <a:solidFill>
          <a:srgbClr val="272936"/>
        </a:solidFill>
        <a:effectLst/>
      </p:bgPr>
    </p:bg>
    <p:spTree>
      <p:nvGrpSpPr>
        <p:cNvPr id="1" name=""/>
        <p:cNvGrpSpPr/>
        <p:nvPr/>
      </p:nvGrpSpPr>
      <p:grpSpPr>
        <a:xfrm>
          <a:off x="0" y="0"/>
          <a:ext cx="0" cy="0"/>
          <a:chOff x="0" y="0"/>
          <a:chExt cx="0" cy="0"/>
        </a:xfrm>
      </p:grpSpPr>
      <p:pic>
        <p:nvPicPr>
          <p:cNvPr id="17" name="Picture 2" descr="D:\My Work\Template\Icons\Social Media\LinkedIN.png">
            <a:hlinkClick r:id="rId2"/>
          </p:cNvPr>
          <p:cNvPicPr>
            <a:picLocks noChangeAspect="1" noChangeArrowheads="1"/>
          </p:cNvPicPr>
          <p:nvPr/>
        </p:nvPicPr>
        <p:blipFill>
          <a:blip r:embed="rId3" cstate="screen">
            <a:extLst>
              <a:ext uri="{28A0092B-C50C-407E-A947-70E740481C1C}">
                <a14:useLocalDpi xmlns:a14="http://schemas.microsoft.com/office/drawing/2010/main"/>
              </a:ext>
            </a:extLst>
          </a:blip>
          <a:srcRect/>
          <a:stretch>
            <a:fillRect/>
          </a:stretch>
        </p:blipFill>
        <p:spPr bwMode="auto">
          <a:xfrm>
            <a:off x="810097" y="4968013"/>
            <a:ext cx="333195" cy="333195"/>
          </a:xfrm>
          <a:prstGeom prst="rect">
            <a:avLst/>
          </a:prstGeom>
          <a:noFill/>
        </p:spPr>
      </p:pic>
      <p:pic>
        <p:nvPicPr>
          <p:cNvPr id="18" name="Picture 4" descr="D:\My Work\Template\Icons\Social Media\SlideShare.png">
            <a:hlinkClick r:id="rId4"/>
          </p:cNvPr>
          <p:cNvPicPr>
            <a:picLocks noChangeAspect="1" noChangeArrowheads="1"/>
          </p:cNvPicPr>
          <p:nvPr/>
        </p:nvPicPr>
        <p:blipFill>
          <a:blip r:embed="rId5" cstate="screen">
            <a:extLst>
              <a:ext uri="{28A0092B-C50C-407E-A947-70E740481C1C}">
                <a14:useLocalDpi xmlns:a14="http://schemas.microsoft.com/office/drawing/2010/main"/>
              </a:ext>
            </a:extLst>
          </a:blip>
          <a:srcRect/>
          <a:stretch>
            <a:fillRect/>
          </a:stretch>
        </p:blipFill>
        <p:spPr bwMode="auto">
          <a:xfrm>
            <a:off x="1193474" y="4968013"/>
            <a:ext cx="333195" cy="333195"/>
          </a:xfrm>
          <a:prstGeom prst="rect">
            <a:avLst/>
          </a:prstGeom>
          <a:noFill/>
        </p:spPr>
      </p:pic>
      <p:pic>
        <p:nvPicPr>
          <p:cNvPr id="19" name="Picture 5" descr="D:\My Work\Template\Icons\Social Media\Twitter.png">
            <a:hlinkClick r:id="rId6"/>
          </p:cNvPr>
          <p:cNvPicPr>
            <a:picLocks noChangeAspect="1" noChangeArrowheads="1"/>
          </p:cNvPicPr>
          <p:nvPr/>
        </p:nvPicPr>
        <p:blipFill>
          <a:blip r:embed="rId7" cstate="screen">
            <a:extLst>
              <a:ext uri="{28A0092B-C50C-407E-A947-70E740481C1C}">
                <a14:useLocalDpi xmlns:a14="http://schemas.microsoft.com/office/drawing/2010/main"/>
              </a:ext>
            </a:extLst>
          </a:blip>
          <a:srcRect/>
          <a:stretch>
            <a:fillRect/>
          </a:stretch>
        </p:blipFill>
        <p:spPr bwMode="auto">
          <a:xfrm>
            <a:off x="1576851" y="4968013"/>
            <a:ext cx="333195" cy="333195"/>
          </a:xfrm>
          <a:prstGeom prst="rect">
            <a:avLst/>
          </a:prstGeom>
          <a:noFill/>
        </p:spPr>
      </p:pic>
      <p:pic>
        <p:nvPicPr>
          <p:cNvPr id="20" name="Picture 6" descr="D:\My Work\Template\Icons\Social Media\YouTube.png">
            <a:hlinkClick r:id="rId8"/>
          </p:cNvPr>
          <p:cNvPicPr>
            <a:picLocks noChangeAspect="1" noChangeArrowheads="1"/>
          </p:cNvPicPr>
          <p:nvPr/>
        </p:nvPicPr>
        <p:blipFill>
          <a:blip r:embed="rId9" cstate="screen">
            <a:extLst>
              <a:ext uri="{28A0092B-C50C-407E-A947-70E740481C1C}">
                <a14:useLocalDpi xmlns:a14="http://schemas.microsoft.com/office/drawing/2010/main"/>
              </a:ext>
            </a:extLst>
          </a:blip>
          <a:srcRect/>
          <a:stretch>
            <a:fillRect/>
          </a:stretch>
        </p:blipFill>
        <p:spPr bwMode="auto">
          <a:xfrm>
            <a:off x="1960227" y="4968013"/>
            <a:ext cx="333195" cy="333195"/>
          </a:xfrm>
          <a:prstGeom prst="rect">
            <a:avLst/>
          </a:prstGeom>
          <a:noFill/>
        </p:spPr>
      </p:pic>
      <p:pic>
        <p:nvPicPr>
          <p:cNvPr id="21" name="Picture 7" descr="D:\My Work\Template\Icons\Social Media\Facebook.png">
            <a:hlinkClick r:id="rId10"/>
          </p:cNvPr>
          <p:cNvPicPr>
            <a:picLocks noChangeAspect="1" noChangeArrowheads="1"/>
          </p:cNvPicPr>
          <p:nvPr/>
        </p:nvPicPr>
        <p:blipFill>
          <a:blip r:embed="rId11" cstate="screen">
            <a:extLst>
              <a:ext uri="{28A0092B-C50C-407E-A947-70E740481C1C}">
                <a14:useLocalDpi xmlns:a14="http://schemas.microsoft.com/office/drawing/2010/main"/>
              </a:ext>
            </a:extLst>
          </a:blip>
          <a:srcRect/>
          <a:stretch>
            <a:fillRect/>
          </a:stretch>
        </p:blipFill>
        <p:spPr bwMode="auto">
          <a:xfrm>
            <a:off x="426720" y="4968013"/>
            <a:ext cx="333195" cy="333195"/>
          </a:xfrm>
          <a:prstGeom prst="rect">
            <a:avLst/>
          </a:prstGeom>
          <a:noFill/>
        </p:spPr>
      </p:pic>
      <p:sp>
        <p:nvSpPr>
          <p:cNvPr id="23" name="Rectangle 22"/>
          <p:cNvSpPr/>
          <p:nvPr/>
        </p:nvSpPr>
        <p:spPr>
          <a:xfrm>
            <a:off x="426720" y="5810190"/>
            <a:ext cx="3293016" cy="400110"/>
          </a:xfrm>
          <a:prstGeom prst="rect">
            <a:avLst/>
          </a:prstGeom>
        </p:spPr>
        <p:txBody>
          <a:bodyPr wrap="square" lIns="0" tIns="0" rIns="0" bIns="0" anchor="b" anchorCtr="0">
            <a:spAutoFit/>
          </a:bodyPr>
          <a:lstStyle/>
          <a:p>
            <a:pPr>
              <a:spcAft>
                <a:spcPts val="600"/>
              </a:spcAft>
            </a:pPr>
            <a:r>
              <a:rPr lang="en-US" sz="700" noProof="0">
                <a:solidFill>
                  <a:schemeClr val="bg1"/>
                </a:solidFill>
                <a:latin typeface="Ubuntu" panose="020B0504030602030204" pitchFamily="34" charset="0"/>
                <a:cs typeface="Arial"/>
              </a:rPr>
              <a:t>This presentation contains information that may be privileged or confidential and is the property of the Capgemini Group.</a:t>
            </a:r>
          </a:p>
          <a:p>
            <a:pPr>
              <a:spcAft>
                <a:spcPts val="600"/>
              </a:spcAft>
            </a:pPr>
            <a:r>
              <a:rPr lang="en-US" sz="700" noProof="0">
                <a:solidFill>
                  <a:schemeClr val="bg1"/>
                </a:solidFill>
                <a:latin typeface="Ubuntu" panose="020B0504030602030204" pitchFamily="34" charset="0"/>
                <a:cs typeface="Arial"/>
              </a:rPr>
              <a:t>Copyright © 2021 Capgemini. All rights reserved.</a:t>
            </a:r>
          </a:p>
        </p:txBody>
      </p:sp>
      <p:pic>
        <p:nvPicPr>
          <p:cNvPr id="28" name="Image 27">
            <a:extLst>
              <a:ext uri="{FF2B5EF4-FFF2-40B4-BE49-F238E27FC236}">
                <a16:creationId xmlns:a16="http://schemas.microsoft.com/office/drawing/2014/main" id="{CFD4BD67-7A96-4F02-AD8B-7157189FD651}"/>
              </a:ext>
            </a:extLst>
          </p:cNvPr>
          <p:cNvPicPr>
            <a:picLocks noChangeAspect="1"/>
          </p:cNvPicPr>
          <p:nvPr userDrawn="1"/>
        </p:nvPicPr>
        <p:blipFill>
          <a:blip r:embed="rId12" cstate="screen">
            <a:extLst>
              <a:ext uri="{28A0092B-C50C-407E-A947-70E740481C1C}">
                <a14:useLocalDpi xmlns:a14="http://schemas.microsoft.com/office/drawing/2010/main"/>
              </a:ext>
            </a:extLst>
          </a:blip>
          <a:stretch>
            <a:fillRect/>
          </a:stretch>
        </p:blipFill>
        <p:spPr>
          <a:xfrm rot="1808368" flipV="1">
            <a:off x="3661091" y="-1184328"/>
            <a:ext cx="10604299" cy="7497656"/>
          </a:xfrm>
          <a:prstGeom prst="rect">
            <a:avLst/>
          </a:prstGeom>
        </p:spPr>
      </p:pic>
      <p:sp>
        <p:nvSpPr>
          <p:cNvPr id="14" name="Rectangle 13"/>
          <p:cNvSpPr/>
          <p:nvPr/>
        </p:nvSpPr>
        <p:spPr>
          <a:xfrm>
            <a:off x="6536185" y="3318394"/>
            <a:ext cx="4638213" cy="149363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lstStyle/>
          <a:p>
            <a:pPr lvl="0" algn="just"/>
            <a:r>
              <a:rPr lang="en-GB" sz="900">
                <a:solidFill>
                  <a:schemeClr val="bg1"/>
                </a:solidFill>
                <a:effectLst/>
                <a:latin typeface="Ubuntu" panose="020B0504030602030204" pitchFamily="34" charset="0"/>
              </a:rPr>
              <a:t>Capgemini is a global leader in partnering with companies to transform and manage their business by harnessing the power of technology. The Group is guided everyday by its purpose of unleashing human energy through technology for an inclusive and sustainable future. It is a responsible and diverse organization of 270,000 team members in nearly 50 countries. With its strong 50 year heritage and deep industry expertise, Capgemini is trusted by its clients to address the entire breadth of their business needs, from strategy and design to operations, fuelled by the fast evolving and innovative world of cloud, data, AI, connectivity, software, digital engineering and platforms. The Group reported in 2020 global revenues of €16 billion.</a:t>
            </a:r>
            <a:endParaRPr lang="en-US" sz="900">
              <a:solidFill>
                <a:schemeClr val="bg1"/>
              </a:solidFill>
              <a:effectLst/>
              <a:latin typeface="Ubuntu" panose="020B0504030602030204" pitchFamily="34" charset="0"/>
            </a:endParaRPr>
          </a:p>
        </p:txBody>
      </p:sp>
      <p:sp>
        <p:nvSpPr>
          <p:cNvPr id="15" name="Rectangle 14"/>
          <p:cNvSpPr/>
          <p:nvPr/>
        </p:nvSpPr>
        <p:spPr>
          <a:xfrm>
            <a:off x="6536184" y="2939130"/>
            <a:ext cx="2219960" cy="22961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bodyPr>
          <a:lstStyle/>
          <a:p>
            <a:pPr>
              <a:lnSpc>
                <a:spcPts val="2000"/>
              </a:lnSpc>
            </a:pPr>
            <a:r>
              <a:rPr lang="en-US" sz="1400">
                <a:solidFill>
                  <a:schemeClr val="bg1"/>
                </a:solidFill>
                <a:latin typeface="Ubuntu" panose="020B0504030602030204" pitchFamily="34" charset="0"/>
              </a:rPr>
              <a:t>About Capgemini</a:t>
            </a:r>
          </a:p>
        </p:txBody>
      </p:sp>
      <p:sp>
        <p:nvSpPr>
          <p:cNvPr id="16" name="Rectangle 15"/>
          <p:cNvSpPr/>
          <p:nvPr/>
        </p:nvSpPr>
        <p:spPr>
          <a:xfrm>
            <a:off x="6536184" y="4893914"/>
            <a:ext cx="4345176" cy="407294"/>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lstStyle/>
          <a:p>
            <a:pPr marL="0" marR="0" lvl="0" indent="0" algn="l" defTabSz="914400" rtl="0" eaLnBrk="1" fontAlgn="auto" latinLnBrk="0" hangingPunct="1">
              <a:lnSpc>
                <a:spcPts val="1200"/>
              </a:lnSpc>
              <a:spcBef>
                <a:spcPts val="0"/>
              </a:spcBef>
              <a:spcAft>
                <a:spcPts val="0"/>
              </a:spcAft>
              <a:buClrTx/>
              <a:buSzTx/>
              <a:buFontTx/>
              <a:buNone/>
              <a:tabLst/>
              <a:defRPr/>
            </a:pPr>
            <a:r>
              <a:rPr lang="en-GB" sz="900">
                <a:solidFill>
                  <a:schemeClr val="bg1"/>
                </a:solidFill>
                <a:effectLst/>
                <a:latin typeface="Ubuntu" panose="020B0504030602030204" pitchFamily="34" charset="0"/>
              </a:rPr>
              <a:t>Get the Future You Want </a:t>
            </a:r>
            <a:r>
              <a:rPr lang="en-US" sz="900">
                <a:solidFill>
                  <a:schemeClr val="bg1"/>
                </a:solidFill>
                <a:effectLst/>
                <a:latin typeface="Ubuntu" panose="020B0504030602030204" pitchFamily="34" charset="0"/>
              </a:rPr>
              <a:t>|</a:t>
            </a:r>
            <a:r>
              <a:rPr lang="en-GB" sz="900">
                <a:solidFill>
                  <a:schemeClr val="bg1"/>
                </a:solidFill>
                <a:effectLst/>
                <a:latin typeface="Ubuntu" panose="020B0504030602030204" pitchFamily="34" charset="0"/>
              </a:rPr>
              <a:t> </a:t>
            </a:r>
            <a:r>
              <a:rPr lang="en-US" sz="1050">
                <a:solidFill>
                  <a:schemeClr val="accent2"/>
                </a:solidFill>
                <a:latin typeface="Ubuntu" panose="020B0504030602030204" pitchFamily="34" charset="0"/>
              </a:rPr>
              <a:t>www.capgemini.com</a:t>
            </a:r>
          </a:p>
        </p:txBody>
      </p:sp>
      <p:pic>
        <p:nvPicPr>
          <p:cNvPr id="13" name="Image 12" descr="Une image contenant texte&#10;&#10;Description générée automatiquement">
            <a:extLst>
              <a:ext uri="{FF2B5EF4-FFF2-40B4-BE49-F238E27FC236}">
                <a16:creationId xmlns:a16="http://schemas.microsoft.com/office/drawing/2014/main" id="{A0C8CF1B-496A-4A5B-A698-8344534684E8}"/>
              </a:ext>
            </a:extLst>
          </p:cNvPr>
          <p:cNvPicPr>
            <a:picLocks noChangeAspect="1"/>
          </p:cNvPicPr>
          <p:nvPr userDrawn="1"/>
        </p:nvPicPr>
        <p:blipFill>
          <a:blip r:embed="rId13" cstate="screen">
            <a:extLst>
              <a:ext uri="{28A0092B-C50C-407E-A947-70E740481C1C}">
                <a14:useLocalDpi xmlns:a14="http://schemas.microsoft.com/office/drawing/2010/main"/>
              </a:ext>
            </a:extLst>
          </a:blip>
          <a:stretch>
            <a:fillRect/>
          </a:stretch>
        </p:blipFill>
        <p:spPr>
          <a:xfrm>
            <a:off x="14669" y="622130"/>
            <a:ext cx="3024000" cy="1226177"/>
          </a:xfrm>
          <a:prstGeom prst="rect">
            <a:avLst/>
          </a:prstGeom>
        </p:spPr>
      </p:pic>
    </p:spTree>
    <p:extLst>
      <p:ext uri="{BB962C8B-B14F-4D97-AF65-F5344CB8AC3E}">
        <p14:creationId xmlns:p14="http://schemas.microsoft.com/office/powerpoint/2010/main" val="4125773778"/>
      </p:ext>
    </p:extLst>
  </p:cSld>
  <p:clrMapOvr>
    <a:masterClrMapping/>
  </p:clrMapOvr>
  <p:extLst>
    <p:ext uri="{DCECCB84-F9BA-43D5-87BE-67443E8EF086}">
      <p15:sldGuideLst xmlns:p15="http://schemas.microsoft.com/office/powerpoint/2012/main"/>
    </p:ext>
  </p:extLst>
</p:sldLayout>
</file>

<file path=ppt/slideLayouts/slideLayout71.xml><?xml version="1.0" encoding="utf-8"?>
<p:sldLayout xmlns:a="http://schemas.openxmlformats.org/drawingml/2006/main" xmlns:r="http://schemas.openxmlformats.org/officeDocument/2006/relationships" xmlns:p="http://schemas.openxmlformats.org/presentationml/2006/main" showMasterSp="0" type="blank" preserve="1">
  <p:cSld name="2_Final Slide 2">
    <p:bg>
      <p:bgPr>
        <a:solidFill>
          <a:srgbClr val="272936"/>
        </a:solidFill>
        <a:effectLst/>
      </p:bgPr>
    </p:bg>
    <p:spTree>
      <p:nvGrpSpPr>
        <p:cNvPr id="1" name=""/>
        <p:cNvGrpSpPr/>
        <p:nvPr/>
      </p:nvGrpSpPr>
      <p:grpSpPr>
        <a:xfrm>
          <a:off x="0" y="0"/>
          <a:ext cx="0" cy="0"/>
          <a:chOff x="0" y="0"/>
          <a:chExt cx="0" cy="0"/>
        </a:xfrm>
      </p:grpSpPr>
      <p:pic>
        <p:nvPicPr>
          <p:cNvPr id="16" name="Image 15">
            <a:extLst>
              <a:ext uri="{FF2B5EF4-FFF2-40B4-BE49-F238E27FC236}">
                <a16:creationId xmlns:a16="http://schemas.microsoft.com/office/drawing/2014/main" id="{0489A022-D524-4B27-A5EC-7E24500CC9BC}"/>
              </a:ext>
            </a:extLst>
          </p:cNvPr>
          <p:cNvPicPr>
            <a:picLocks noChangeAspect="1"/>
          </p:cNvPicPr>
          <p:nvPr userDrawn="1"/>
        </p:nvPicPr>
        <p:blipFill>
          <a:blip r:embed="rId6" cstate="screen">
            <a:extLst>
              <a:ext uri="{28A0092B-C50C-407E-A947-70E740481C1C}">
                <a14:useLocalDpi xmlns:a14="http://schemas.microsoft.com/office/drawing/2010/main"/>
              </a:ext>
            </a:extLst>
          </a:blip>
          <a:stretch>
            <a:fillRect/>
          </a:stretch>
        </p:blipFill>
        <p:spPr>
          <a:xfrm>
            <a:off x="432214" y="1295400"/>
            <a:ext cx="9702386" cy="6043284"/>
          </a:xfrm>
          <a:prstGeom prst="rect">
            <a:avLst/>
          </a:prstGeom>
        </p:spPr>
      </p:pic>
      <p:sp>
        <p:nvSpPr>
          <p:cNvPr id="57" name="Rectangle 56"/>
          <p:cNvSpPr/>
          <p:nvPr/>
        </p:nvSpPr>
        <p:spPr>
          <a:xfrm>
            <a:off x="426720" y="5840235"/>
            <a:ext cx="3221008" cy="400110"/>
          </a:xfrm>
          <a:prstGeom prst="rect">
            <a:avLst/>
          </a:prstGeom>
        </p:spPr>
        <p:txBody>
          <a:bodyPr wrap="square" lIns="0" tIns="0" rIns="0" bIns="0" anchor="b" anchorCtr="0">
            <a:spAutoFit/>
          </a:bodyPr>
          <a:lstStyle/>
          <a:p>
            <a:pPr lvl="0">
              <a:spcAft>
                <a:spcPts val="600"/>
              </a:spcAft>
            </a:pPr>
            <a:r>
              <a:rPr lang="en-US" sz="700" noProof="0">
                <a:solidFill>
                  <a:schemeClr val="bg1"/>
                </a:solidFill>
                <a:latin typeface="Ubuntu" panose="020B0504030602030204" pitchFamily="34" charset="0"/>
                <a:cs typeface="Arial"/>
              </a:rPr>
              <a:t>This presentation contains information that may be privileged or confidential and is the property of the Capgemini Group.</a:t>
            </a:r>
          </a:p>
          <a:p>
            <a:pPr lvl="0">
              <a:spcAft>
                <a:spcPts val="600"/>
              </a:spcAft>
            </a:pPr>
            <a:r>
              <a:rPr lang="en-US" sz="700" noProof="0">
                <a:solidFill>
                  <a:schemeClr val="bg1"/>
                </a:solidFill>
                <a:latin typeface="Ubuntu" panose="020B0504030602030204" pitchFamily="34" charset="0"/>
                <a:cs typeface="Arial"/>
              </a:rPr>
              <a:t>Copyright © 2021 Capgemini. All rights reserved.</a:t>
            </a:r>
          </a:p>
        </p:txBody>
      </p:sp>
      <p:pic>
        <p:nvPicPr>
          <p:cNvPr id="17" name="Picture 2" descr="D:\My Work\Template\Icons\Social Media\LinkedIN.png">
            <a:hlinkClick r:id="rId7"/>
            <a:extLst>
              <a:ext uri="{FF2B5EF4-FFF2-40B4-BE49-F238E27FC236}">
                <a16:creationId xmlns:a16="http://schemas.microsoft.com/office/drawing/2014/main" id="{F6DF1D6E-8462-43E1-AFC5-8A5C855024F4}"/>
              </a:ext>
            </a:extLst>
          </p:cNvPr>
          <p:cNvPicPr>
            <a:picLocks noChangeAspect="1" noChangeArrowheads="1"/>
          </p:cNvPicPr>
          <p:nvPr/>
        </p:nvPicPr>
        <p:blipFill>
          <a:blip r:embed="rId8" cstate="screen">
            <a:extLst>
              <a:ext uri="{28A0092B-C50C-407E-A947-70E740481C1C}">
                <a14:useLocalDpi xmlns:a14="http://schemas.microsoft.com/office/drawing/2010/main"/>
              </a:ext>
            </a:extLst>
          </a:blip>
          <a:srcRect/>
          <a:stretch>
            <a:fillRect/>
          </a:stretch>
        </p:blipFill>
        <p:spPr bwMode="auto">
          <a:xfrm>
            <a:off x="810097" y="5328053"/>
            <a:ext cx="333195" cy="333195"/>
          </a:xfrm>
          <a:prstGeom prst="rect">
            <a:avLst/>
          </a:prstGeom>
          <a:noFill/>
        </p:spPr>
      </p:pic>
      <p:pic>
        <p:nvPicPr>
          <p:cNvPr id="19" name="Picture 4" descr="D:\My Work\Template\Icons\Social Media\SlideShare.png">
            <a:hlinkClick r:id="rId9"/>
            <a:extLst>
              <a:ext uri="{FF2B5EF4-FFF2-40B4-BE49-F238E27FC236}">
                <a16:creationId xmlns:a16="http://schemas.microsoft.com/office/drawing/2014/main" id="{DA74C6D2-FFE3-4CE8-B52D-0A33097AEEAF}"/>
              </a:ext>
            </a:extLst>
          </p:cNvPr>
          <p:cNvPicPr>
            <a:picLocks noChangeAspect="1" noChangeArrowheads="1"/>
          </p:cNvPicPr>
          <p:nvPr/>
        </p:nvPicPr>
        <p:blipFill>
          <a:blip r:embed="rId10" cstate="screen">
            <a:extLst>
              <a:ext uri="{28A0092B-C50C-407E-A947-70E740481C1C}">
                <a14:useLocalDpi xmlns:a14="http://schemas.microsoft.com/office/drawing/2010/main"/>
              </a:ext>
            </a:extLst>
          </a:blip>
          <a:srcRect/>
          <a:stretch>
            <a:fillRect/>
          </a:stretch>
        </p:blipFill>
        <p:spPr bwMode="auto">
          <a:xfrm>
            <a:off x="1193474" y="5328053"/>
            <a:ext cx="333195" cy="333195"/>
          </a:xfrm>
          <a:prstGeom prst="rect">
            <a:avLst/>
          </a:prstGeom>
          <a:noFill/>
        </p:spPr>
      </p:pic>
      <p:pic>
        <p:nvPicPr>
          <p:cNvPr id="20" name="Picture 5" descr="D:\My Work\Template\Icons\Social Media\Twitter.png">
            <a:hlinkClick r:id="rId11"/>
            <a:extLst>
              <a:ext uri="{FF2B5EF4-FFF2-40B4-BE49-F238E27FC236}">
                <a16:creationId xmlns:a16="http://schemas.microsoft.com/office/drawing/2014/main" id="{14E10122-92A2-4535-9737-8C1BE0EE0AEC}"/>
              </a:ext>
            </a:extLst>
          </p:cNvPr>
          <p:cNvPicPr>
            <a:picLocks noChangeAspect="1" noChangeArrowheads="1"/>
          </p:cNvPicPr>
          <p:nvPr/>
        </p:nvPicPr>
        <p:blipFill>
          <a:blip r:embed="rId12" cstate="screen">
            <a:extLst>
              <a:ext uri="{28A0092B-C50C-407E-A947-70E740481C1C}">
                <a14:useLocalDpi xmlns:a14="http://schemas.microsoft.com/office/drawing/2010/main"/>
              </a:ext>
            </a:extLst>
          </a:blip>
          <a:srcRect/>
          <a:stretch>
            <a:fillRect/>
          </a:stretch>
        </p:blipFill>
        <p:spPr bwMode="auto">
          <a:xfrm>
            <a:off x="1576851" y="5328053"/>
            <a:ext cx="333195" cy="333195"/>
          </a:xfrm>
          <a:prstGeom prst="rect">
            <a:avLst/>
          </a:prstGeom>
          <a:noFill/>
        </p:spPr>
      </p:pic>
      <p:pic>
        <p:nvPicPr>
          <p:cNvPr id="21" name="Picture 6" descr="D:\My Work\Template\Icons\Social Media\YouTube.png">
            <a:hlinkClick r:id="rId13"/>
            <a:extLst>
              <a:ext uri="{FF2B5EF4-FFF2-40B4-BE49-F238E27FC236}">
                <a16:creationId xmlns:a16="http://schemas.microsoft.com/office/drawing/2014/main" id="{BA6EF96A-02CA-41A1-9095-358FE7486671}"/>
              </a:ext>
            </a:extLst>
          </p:cNvPr>
          <p:cNvPicPr>
            <a:picLocks noChangeAspect="1" noChangeArrowheads="1"/>
          </p:cNvPicPr>
          <p:nvPr/>
        </p:nvPicPr>
        <p:blipFill>
          <a:blip r:embed="rId14" cstate="screen">
            <a:extLst>
              <a:ext uri="{28A0092B-C50C-407E-A947-70E740481C1C}">
                <a14:useLocalDpi xmlns:a14="http://schemas.microsoft.com/office/drawing/2010/main"/>
              </a:ext>
            </a:extLst>
          </a:blip>
          <a:srcRect/>
          <a:stretch>
            <a:fillRect/>
          </a:stretch>
        </p:blipFill>
        <p:spPr bwMode="auto">
          <a:xfrm>
            <a:off x="1960227" y="5328053"/>
            <a:ext cx="333195" cy="333195"/>
          </a:xfrm>
          <a:prstGeom prst="rect">
            <a:avLst/>
          </a:prstGeom>
          <a:noFill/>
        </p:spPr>
      </p:pic>
      <p:pic>
        <p:nvPicPr>
          <p:cNvPr id="22" name="Picture 7" descr="D:\My Work\Template\Icons\Social Media\Facebook.png">
            <a:hlinkClick r:id="rId15"/>
            <a:extLst>
              <a:ext uri="{FF2B5EF4-FFF2-40B4-BE49-F238E27FC236}">
                <a16:creationId xmlns:a16="http://schemas.microsoft.com/office/drawing/2014/main" id="{BCC76D32-C587-45AA-A26C-ED5B038C867B}"/>
              </a:ext>
            </a:extLst>
          </p:cNvPr>
          <p:cNvPicPr>
            <a:picLocks noChangeAspect="1" noChangeArrowheads="1"/>
          </p:cNvPicPr>
          <p:nvPr/>
        </p:nvPicPr>
        <p:blipFill>
          <a:blip r:embed="rId16" cstate="screen">
            <a:extLst>
              <a:ext uri="{28A0092B-C50C-407E-A947-70E740481C1C}">
                <a14:useLocalDpi xmlns:a14="http://schemas.microsoft.com/office/drawing/2010/main"/>
              </a:ext>
            </a:extLst>
          </a:blip>
          <a:srcRect/>
          <a:stretch>
            <a:fillRect/>
          </a:stretch>
        </p:blipFill>
        <p:spPr bwMode="auto">
          <a:xfrm>
            <a:off x="426720" y="5328053"/>
            <a:ext cx="333195" cy="333195"/>
          </a:xfrm>
          <a:prstGeom prst="rect">
            <a:avLst/>
          </a:prstGeom>
          <a:noFill/>
        </p:spPr>
      </p:pic>
      <p:sp>
        <p:nvSpPr>
          <p:cNvPr id="36" name="Rectangle 35"/>
          <p:cNvSpPr/>
          <p:nvPr/>
        </p:nvSpPr>
        <p:spPr>
          <a:xfrm>
            <a:off x="426523" y="1447577"/>
            <a:ext cx="4962957" cy="1307464"/>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lstStyle/>
          <a:p>
            <a:pPr lvl="0" algn="just"/>
            <a:r>
              <a:rPr lang="en-GB" sz="900">
                <a:solidFill>
                  <a:schemeClr val="bg1"/>
                </a:solidFill>
                <a:effectLst/>
                <a:latin typeface="Ubuntu" panose="020B0504030602030204" pitchFamily="34" charset="0"/>
              </a:rPr>
              <a:t>Capgemini is a global leader in partnering with companies to transform and manage their business by harnessing the power of technology. The Group is guided everyday by its purpose of unleashing human energy through technology for an inclusive and sustainable future. It is a responsible and diverse organization of 270,000 team members in nearly 50 countries. With its strong 50 year heritage and deep industry expertise, Capgemini is trusted by its clients to address the entire breadth of their business needs, from strategy and design to operations, fuelled by the fast evolving and innovative world of cloud, data, AI, connectivity, software, digital engineering and platforms. The Group reported in 2020 global revenues of €16 billion.</a:t>
            </a:r>
            <a:endParaRPr lang="en-US" sz="900">
              <a:solidFill>
                <a:schemeClr val="bg1"/>
              </a:solidFill>
              <a:effectLst/>
              <a:latin typeface="Ubuntu" panose="020B0504030602030204" pitchFamily="34" charset="0"/>
            </a:endParaRPr>
          </a:p>
        </p:txBody>
      </p:sp>
      <p:sp>
        <p:nvSpPr>
          <p:cNvPr id="48" name="Rectangle 47"/>
          <p:cNvSpPr/>
          <p:nvPr/>
        </p:nvSpPr>
        <p:spPr>
          <a:xfrm>
            <a:off x="426523" y="1074000"/>
            <a:ext cx="2219960" cy="22961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bodyPr>
          <a:lstStyle/>
          <a:p>
            <a:pPr>
              <a:lnSpc>
                <a:spcPts val="2000"/>
              </a:lnSpc>
            </a:pPr>
            <a:r>
              <a:rPr lang="en-US" sz="1400">
                <a:solidFill>
                  <a:schemeClr val="bg1"/>
                </a:solidFill>
                <a:latin typeface="Ubuntu" panose="020B0504030602030204" pitchFamily="34" charset="0"/>
              </a:rPr>
              <a:t>About Capgemini</a:t>
            </a:r>
          </a:p>
        </p:txBody>
      </p:sp>
      <p:sp>
        <p:nvSpPr>
          <p:cNvPr id="60" name="Rectangle 59"/>
          <p:cNvSpPr/>
          <p:nvPr>
            <p:custDataLst>
              <p:tags r:id="rId1"/>
            </p:custDataLst>
          </p:nvPr>
        </p:nvSpPr>
        <p:spPr>
          <a:xfrm>
            <a:off x="6324599" y="1111153"/>
            <a:ext cx="2240280" cy="1031051"/>
          </a:xfrm>
          <a:prstGeom prst="rect">
            <a:avLst/>
          </a:prstGeom>
        </p:spPr>
        <p:txBody>
          <a:bodyPr wrap="square" lIns="0" tIns="0" rIns="0" bIns="0">
            <a:spAutoFit/>
          </a:bodyPr>
          <a:lstStyle/>
          <a:p>
            <a:pPr>
              <a:spcAft>
                <a:spcPts val="600"/>
              </a:spcAft>
            </a:pPr>
            <a:r>
              <a:rPr lang="en-US" sz="1200" b="1">
                <a:solidFill>
                  <a:schemeClr val="bg1"/>
                </a:solidFill>
                <a:latin typeface="Ubuntu" panose="020B0504030602030204" pitchFamily="34" charset="0"/>
                <a:cs typeface="Arial"/>
              </a:rPr>
              <a:t>Name, Last Name</a:t>
            </a:r>
          </a:p>
          <a:p>
            <a:pPr>
              <a:lnSpc>
                <a:spcPts val="1200"/>
              </a:lnSpc>
            </a:pPr>
            <a:r>
              <a:rPr lang="en-US" sz="1000">
                <a:solidFill>
                  <a:schemeClr val="bg1"/>
                </a:solidFill>
                <a:latin typeface="Ubuntu" panose="020B0504030602030204" pitchFamily="34" charset="0"/>
                <a:cs typeface="Arial"/>
              </a:rPr>
              <a:t>Title/Role</a:t>
            </a:r>
          </a:p>
          <a:p>
            <a:pPr>
              <a:lnSpc>
                <a:spcPts val="1200"/>
              </a:lnSpc>
            </a:pPr>
            <a:r>
              <a:rPr lang="en-US" sz="1000">
                <a:solidFill>
                  <a:schemeClr val="bg1"/>
                </a:solidFill>
                <a:latin typeface="Ubuntu" panose="020B0504030602030204" pitchFamily="34" charset="0"/>
                <a:cs typeface="Arial"/>
              </a:rPr>
              <a:t>Capgemini Office (Optional)</a:t>
            </a:r>
          </a:p>
          <a:p>
            <a:pPr>
              <a:lnSpc>
                <a:spcPts val="1200"/>
              </a:lnSpc>
            </a:pPr>
            <a:r>
              <a:rPr lang="en-US" sz="1000">
                <a:solidFill>
                  <a:schemeClr val="bg1"/>
                </a:solidFill>
                <a:latin typeface="Ubuntu" panose="020B0504030602030204" pitchFamily="34" charset="0"/>
                <a:cs typeface="Arial"/>
              </a:rPr>
              <a:t>Address Line 1</a:t>
            </a:r>
          </a:p>
          <a:p>
            <a:pPr>
              <a:lnSpc>
                <a:spcPts val="1200"/>
              </a:lnSpc>
            </a:pPr>
            <a:r>
              <a:rPr lang="en-US" sz="1000">
                <a:solidFill>
                  <a:schemeClr val="bg1"/>
                </a:solidFill>
                <a:latin typeface="Ubuntu" panose="020B0504030602030204" pitchFamily="34" charset="0"/>
                <a:cs typeface="Arial"/>
              </a:rPr>
              <a:t>Address Line 2 </a:t>
            </a:r>
          </a:p>
          <a:p>
            <a:pPr>
              <a:lnSpc>
                <a:spcPts val="1200"/>
              </a:lnSpc>
            </a:pPr>
            <a:r>
              <a:rPr lang="en-US" sz="1000">
                <a:solidFill>
                  <a:schemeClr val="bg1"/>
                </a:solidFill>
                <a:latin typeface="Ubuntu" panose="020B0504030602030204" pitchFamily="34" charset="0"/>
                <a:cs typeface="Arial"/>
              </a:rPr>
              <a:t>Address Line 3</a:t>
            </a:r>
          </a:p>
        </p:txBody>
      </p:sp>
      <p:sp>
        <p:nvSpPr>
          <p:cNvPr id="61" name="Rectangle 60"/>
          <p:cNvSpPr/>
          <p:nvPr>
            <p:custDataLst>
              <p:tags r:id="rId2"/>
            </p:custDataLst>
          </p:nvPr>
        </p:nvSpPr>
        <p:spPr>
          <a:xfrm>
            <a:off x="9499996" y="1111153"/>
            <a:ext cx="2240280" cy="1031051"/>
          </a:xfrm>
          <a:prstGeom prst="rect">
            <a:avLst/>
          </a:prstGeom>
        </p:spPr>
        <p:txBody>
          <a:bodyPr wrap="square" lIns="0" tIns="0" rIns="0" bIns="0">
            <a:spAutoFit/>
          </a:bodyPr>
          <a:lstStyle/>
          <a:p>
            <a:pPr>
              <a:spcAft>
                <a:spcPts val="600"/>
              </a:spcAft>
            </a:pPr>
            <a:r>
              <a:rPr lang="en-US" sz="1200" b="1">
                <a:solidFill>
                  <a:schemeClr val="bg1"/>
                </a:solidFill>
                <a:latin typeface="Ubuntu" panose="020B0504030602030204" pitchFamily="34" charset="0"/>
                <a:cs typeface="Arial"/>
              </a:rPr>
              <a:t>Name, Last Name</a:t>
            </a:r>
          </a:p>
          <a:p>
            <a:pPr>
              <a:lnSpc>
                <a:spcPts val="1200"/>
              </a:lnSpc>
            </a:pPr>
            <a:r>
              <a:rPr lang="en-US" sz="1000">
                <a:solidFill>
                  <a:schemeClr val="bg1"/>
                </a:solidFill>
                <a:latin typeface="Ubuntu" panose="020B0504030602030204" pitchFamily="34" charset="0"/>
                <a:cs typeface="Arial"/>
              </a:rPr>
              <a:t>Title/Role</a:t>
            </a:r>
          </a:p>
          <a:p>
            <a:pPr>
              <a:lnSpc>
                <a:spcPts val="1200"/>
              </a:lnSpc>
            </a:pPr>
            <a:r>
              <a:rPr lang="en-US" sz="1000">
                <a:solidFill>
                  <a:schemeClr val="bg1"/>
                </a:solidFill>
                <a:latin typeface="Ubuntu" panose="020B0504030602030204" pitchFamily="34" charset="0"/>
                <a:cs typeface="Arial"/>
              </a:rPr>
              <a:t>Capgemini Office (Optional)</a:t>
            </a:r>
          </a:p>
          <a:p>
            <a:pPr>
              <a:lnSpc>
                <a:spcPts val="1200"/>
              </a:lnSpc>
            </a:pPr>
            <a:r>
              <a:rPr lang="en-US" sz="1000">
                <a:solidFill>
                  <a:schemeClr val="bg1"/>
                </a:solidFill>
                <a:latin typeface="Ubuntu" panose="020B0504030602030204" pitchFamily="34" charset="0"/>
                <a:cs typeface="Arial"/>
              </a:rPr>
              <a:t>Address Line 1</a:t>
            </a:r>
          </a:p>
          <a:p>
            <a:pPr>
              <a:lnSpc>
                <a:spcPts val="1200"/>
              </a:lnSpc>
            </a:pPr>
            <a:r>
              <a:rPr lang="en-US" sz="1000">
                <a:solidFill>
                  <a:schemeClr val="bg1"/>
                </a:solidFill>
                <a:latin typeface="Ubuntu" panose="020B0504030602030204" pitchFamily="34" charset="0"/>
                <a:cs typeface="Arial"/>
              </a:rPr>
              <a:t>Address Line 2 </a:t>
            </a:r>
          </a:p>
          <a:p>
            <a:pPr>
              <a:lnSpc>
                <a:spcPts val="1200"/>
              </a:lnSpc>
            </a:pPr>
            <a:r>
              <a:rPr lang="en-US" sz="1000">
                <a:solidFill>
                  <a:schemeClr val="bg1"/>
                </a:solidFill>
                <a:latin typeface="Ubuntu" panose="020B0504030602030204" pitchFamily="34" charset="0"/>
                <a:cs typeface="Arial"/>
              </a:rPr>
              <a:t>Address Line 3</a:t>
            </a:r>
          </a:p>
        </p:txBody>
      </p:sp>
      <p:sp>
        <p:nvSpPr>
          <p:cNvPr id="62" name="Rectangle 61"/>
          <p:cNvSpPr/>
          <p:nvPr>
            <p:custDataLst>
              <p:tags r:id="rId3"/>
            </p:custDataLst>
          </p:nvPr>
        </p:nvSpPr>
        <p:spPr>
          <a:xfrm>
            <a:off x="6324599" y="2397949"/>
            <a:ext cx="2240280" cy="1031051"/>
          </a:xfrm>
          <a:prstGeom prst="rect">
            <a:avLst/>
          </a:prstGeom>
        </p:spPr>
        <p:txBody>
          <a:bodyPr wrap="square" lIns="0" tIns="0" rIns="0" bIns="0">
            <a:spAutoFit/>
          </a:bodyPr>
          <a:lstStyle/>
          <a:p>
            <a:pPr>
              <a:spcAft>
                <a:spcPts val="600"/>
              </a:spcAft>
            </a:pPr>
            <a:r>
              <a:rPr lang="en-US" sz="1200" b="1">
                <a:solidFill>
                  <a:schemeClr val="bg1"/>
                </a:solidFill>
                <a:latin typeface="Ubuntu" panose="020B0504030602030204" pitchFamily="34" charset="0"/>
                <a:cs typeface="Arial"/>
              </a:rPr>
              <a:t>Name, Last Name</a:t>
            </a:r>
          </a:p>
          <a:p>
            <a:pPr>
              <a:lnSpc>
                <a:spcPts val="1200"/>
              </a:lnSpc>
            </a:pPr>
            <a:r>
              <a:rPr lang="en-US" sz="1000">
                <a:solidFill>
                  <a:schemeClr val="bg1"/>
                </a:solidFill>
                <a:latin typeface="Ubuntu" panose="020B0504030602030204" pitchFamily="34" charset="0"/>
                <a:cs typeface="Arial"/>
              </a:rPr>
              <a:t>Title/Role</a:t>
            </a:r>
          </a:p>
          <a:p>
            <a:pPr>
              <a:lnSpc>
                <a:spcPts val="1200"/>
              </a:lnSpc>
            </a:pPr>
            <a:r>
              <a:rPr lang="en-US" sz="1000">
                <a:solidFill>
                  <a:schemeClr val="bg1"/>
                </a:solidFill>
                <a:latin typeface="Ubuntu" panose="020B0504030602030204" pitchFamily="34" charset="0"/>
                <a:cs typeface="Arial"/>
              </a:rPr>
              <a:t>Capgemini Office (Optional)</a:t>
            </a:r>
          </a:p>
          <a:p>
            <a:pPr>
              <a:lnSpc>
                <a:spcPts val="1200"/>
              </a:lnSpc>
            </a:pPr>
            <a:r>
              <a:rPr lang="en-US" sz="1000">
                <a:solidFill>
                  <a:schemeClr val="bg1"/>
                </a:solidFill>
                <a:latin typeface="Ubuntu" panose="020B0504030602030204" pitchFamily="34" charset="0"/>
                <a:cs typeface="Arial"/>
              </a:rPr>
              <a:t>Address Line 1</a:t>
            </a:r>
          </a:p>
          <a:p>
            <a:pPr>
              <a:lnSpc>
                <a:spcPts val="1200"/>
              </a:lnSpc>
            </a:pPr>
            <a:r>
              <a:rPr lang="en-US" sz="1000">
                <a:solidFill>
                  <a:schemeClr val="bg1"/>
                </a:solidFill>
                <a:latin typeface="Ubuntu" panose="020B0504030602030204" pitchFamily="34" charset="0"/>
                <a:cs typeface="Arial"/>
              </a:rPr>
              <a:t>Address Line 2 </a:t>
            </a:r>
          </a:p>
          <a:p>
            <a:pPr>
              <a:lnSpc>
                <a:spcPts val="1200"/>
              </a:lnSpc>
            </a:pPr>
            <a:r>
              <a:rPr lang="en-US" sz="1000">
                <a:solidFill>
                  <a:schemeClr val="bg1"/>
                </a:solidFill>
                <a:latin typeface="Ubuntu" panose="020B0504030602030204" pitchFamily="34" charset="0"/>
                <a:cs typeface="Arial"/>
              </a:rPr>
              <a:t>Address Line 3</a:t>
            </a:r>
          </a:p>
        </p:txBody>
      </p:sp>
      <p:sp>
        <p:nvSpPr>
          <p:cNvPr id="63" name="Rectangle 62"/>
          <p:cNvSpPr/>
          <p:nvPr>
            <p:custDataLst>
              <p:tags r:id="rId4"/>
            </p:custDataLst>
          </p:nvPr>
        </p:nvSpPr>
        <p:spPr>
          <a:xfrm>
            <a:off x="9499996" y="2397949"/>
            <a:ext cx="2240280" cy="1031051"/>
          </a:xfrm>
          <a:prstGeom prst="rect">
            <a:avLst/>
          </a:prstGeom>
        </p:spPr>
        <p:txBody>
          <a:bodyPr wrap="square" lIns="0" tIns="0" rIns="0" bIns="0">
            <a:spAutoFit/>
          </a:bodyPr>
          <a:lstStyle/>
          <a:p>
            <a:pPr>
              <a:spcAft>
                <a:spcPts val="600"/>
              </a:spcAft>
            </a:pPr>
            <a:r>
              <a:rPr lang="en-US" sz="1200" b="1">
                <a:solidFill>
                  <a:schemeClr val="bg1"/>
                </a:solidFill>
                <a:latin typeface="Ubuntu" panose="020B0504030602030204" pitchFamily="34" charset="0"/>
                <a:cs typeface="Arial"/>
              </a:rPr>
              <a:t>Name, Last Name</a:t>
            </a:r>
          </a:p>
          <a:p>
            <a:pPr>
              <a:lnSpc>
                <a:spcPts val="1200"/>
              </a:lnSpc>
            </a:pPr>
            <a:r>
              <a:rPr lang="en-US" sz="1000">
                <a:solidFill>
                  <a:schemeClr val="bg1"/>
                </a:solidFill>
                <a:latin typeface="Ubuntu" panose="020B0504030602030204" pitchFamily="34" charset="0"/>
                <a:cs typeface="Arial"/>
              </a:rPr>
              <a:t>Title/Role</a:t>
            </a:r>
          </a:p>
          <a:p>
            <a:pPr>
              <a:lnSpc>
                <a:spcPts val="1200"/>
              </a:lnSpc>
            </a:pPr>
            <a:r>
              <a:rPr lang="en-US" sz="1000">
                <a:solidFill>
                  <a:schemeClr val="bg1"/>
                </a:solidFill>
                <a:latin typeface="Ubuntu" panose="020B0504030602030204" pitchFamily="34" charset="0"/>
                <a:cs typeface="Arial"/>
              </a:rPr>
              <a:t>Capgemini Office (Optional)</a:t>
            </a:r>
          </a:p>
          <a:p>
            <a:pPr>
              <a:lnSpc>
                <a:spcPts val="1200"/>
              </a:lnSpc>
            </a:pPr>
            <a:r>
              <a:rPr lang="en-US" sz="1000">
                <a:solidFill>
                  <a:schemeClr val="bg1"/>
                </a:solidFill>
                <a:latin typeface="Ubuntu" panose="020B0504030602030204" pitchFamily="34" charset="0"/>
                <a:cs typeface="Arial"/>
              </a:rPr>
              <a:t>Address Line 1</a:t>
            </a:r>
          </a:p>
          <a:p>
            <a:pPr>
              <a:lnSpc>
                <a:spcPts val="1200"/>
              </a:lnSpc>
            </a:pPr>
            <a:r>
              <a:rPr lang="en-US" sz="1000">
                <a:solidFill>
                  <a:schemeClr val="bg1"/>
                </a:solidFill>
                <a:latin typeface="Ubuntu" panose="020B0504030602030204" pitchFamily="34" charset="0"/>
                <a:cs typeface="Arial"/>
              </a:rPr>
              <a:t>Address Line 2 </a:t>
            </a:r>
          </a:p>
          <a:p>
            <a:pPr>
              <a:lnSpc>
                <a:spcPts val="1200"/>
              </a:lnSpc>
            </a:pPr>
            <a:r>
              <a:rPr lang="en-US" sz="1000">
                <a:solidFill>
                  <a:schemeClr val="bg1"/>
                </a:solidFill>
                <a:latin typeface="Ubuntu" panose="020B0504030602030204" pitchFamily="34" charset="0"/>
                <a:cs typeface="Arial"/>
              </a:rPr>
              <a:t>Address Line 3</a:t>
            </a:r>
          </a:p>
        </p:txBody>
      </p:sp>
      <p:cxnSp>
        <p:nvCxnSpPr>
          <p:cNvPr id="64" name="Straight Connector 63"/>
          <p:cNvCxnSpPr/>
          <p:nvPr/>
        </p:nvCxnSpPr>
        <p:spPr>
          <a:xfrm flipV="1">
            <a:off x="6096000" y="1113931"/>
            <a:ext cx="0" cy="2276757"/>
          </a:xfrm>
          <a:prstGeom prst="line">
            <a:avLst/>
          </a:prstGeom>
          <a:ln>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sp>
        <p:nvSpPr>
          <p:cNvPr id="18" name="Rectangle 17">
            <a:extLst>
              <a:ext uri="{FF2B5EF4-FFF2-40B4-BE49-F238E27FC236}">
                <a16:creationId xmlns:a16="http://schemas.microsoft.com/office/drawing/2014/main" id="{6E560A55-CF18-4C11-8B57-BBD5A6CD7E74}"/>
              </a:ext>
            </a:extLst>
          </p:cNvPr>
          <p:cNvSpPr/>
          <p:nvPr/>
        </p:nvSpPr>
        <p:spPr>
          <a:xfrm>
            <a:off x="426523" y="2805111"/>
            <a:ext cx="4345176" cy="407294"/>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lstStyle/>
          <a:p>
            <a:pPr marL="0" marR="0" lvl="0" indent="0" algn="l" defTabSz="914400" rtl="0" eaLnBrk="1" fontAlgn="auto" latinLnBrk="0" hangingPunct="1">
              <a:lnSpc>
                <a:spcPts val="1200"/>
              </a:lnSpc>
              <a:spcBef>
                <a:spcPts val="0"/>
              </a:spcBef>
              <a:spcAft>
                <a:spcPts val="0"/>
              </a:spcAft>
              <a:buClrTx/>
              <a:buSzTx/>
              <a:buFontTx/>
              <a:buNone/>
              <a:tabLst/>
              <a:defRPr/>
            </a:pPr>
            <a:r>
              <a:rPr lang="en-GB" sz="900">
                <a:solidFill>
                  <a:schemeClr val="bg1"/>
                </a:solidFill>
                <a:effectLst/>
                <a:latin typeface="Ubuntu" panose="020B0504030602030204" pitchFamily="34" charset="0"/>
              </a:rPr>
              <a:t>Get the Future You Want </a:t>
            </a:r>
            <a:r>
              <a:rPr lang="en-US" sz="900">
                <a:solidFill>
                  <a:schemeClr val="bg1"/>
                </a:solidFill>
                <a:effectLst/>
                <a:latin typeface="Ubuntu" panose="020B0504030602030204" pitchFamily="34" charset="0"/>
              </a:rPr>
              <a:t>|</a:t>
            </a:r>
            <a:r>
              <a:rPr lang="en-GB" sz="900">
                <a:solidFill>
                  <a:schemeClr val="bg1"/>
                </a:solidFill>
                <a:effectLst/>
                <a:latin typeface="Ubuntu" panose="020B0504030602030204" pitchFamily="34" charset="0"/>
              </a:rPr>
              <a:t> </a:t>
            </a:r>
            <a:r>
              <a:rPr lang="en-US" sz="1050">
                <a:solidFill>
                  <a:schemeClr val="accent2"/>
                </a:solidFill>
                <a:latin typeface="Ubuntu" panose="020B0504030602030204" pitchFamily="34" charset="0"/>
              </a:rPr>
              <a:t>www.capgemini.com</a:t>
            </a:r>
          </a:p>
        </p:txBody>
      </p:sp>
      <p:pic>
        <p:nvPicPr>
          <p:cNvPr id="24" name="Image 23" descr="Une image contenant texte&#10;&#10;Description générée automatiquement">
            <a:extLst>
              <a:ext uri="{FF2B5EF4-FFF2-40B4-BE49-F238E27FC236}">
                <a16:creationId xmlns:a16="http://schemas.microsoft.com/office/drawing/2014/main" id="{67291309-8FC0-47AE-9F48-E59E45B7FC66}"/>
              </a:ext>
            </a:extLst>
          </p:cNvPr>
          <p:cNvPicPr>
            <a:picLocks noChangeAspect="1"/>
          </p:cNvPicPr>
          <p:nvPr userDrawn="1"/>
        </p:nvPicPr>
        <p:blipFill>
          <a:blip r:embed="rId17" cstate="screen">
            <a:extLst>
              <a:ext uri="{28A0092B-C50C-407E-A947-70E740481C1C}">
                <a14:useLocalDpi xmlns:a14="http://schemas.microsoft.com/office/drawing/2010/main"/>
              </a:ext>
            </a:extLst>
          </a:blip>
          <a:stretch>
            <a:fillRect/>
          </a:stretch>
        </p:blipFill>
        <p:spPr>
          <a:xfrm>
            <a:off x="8765367" y="5376781"/>
            <a:ext cx="3024000" cy="1226177"/>
          </a:xfrm>
          <a:prstGeom prst="rect">
            <a:avLst/>
          </a:prstGeom>
        </p:spPr>
      </p:pic>
    </p:spTree>
    <p:extLst>
      <p:ext uri="{BB962C8B-B14F-4D97-AF65-F5344CB8AC3E}">
        <p14:creationId xmlns:p14="http://schemas.microsoft.com/office/powerpoint/2010/main" val="1383798635"/>
      </p:ext>
    </p:extLst>
  </p:cSld>
  <p:clrMapOvr>
    <a:masterClrMapping/>
  </p:clrMapOvr>
</p:sldLayout>
</file>

<file path=ppt/slideLayouts/slideLayout72.xml><?xml version="1.0" encoding="utf-8"?>
<p:sldLayout xmlns:a="http://schemas.openxmlformats.org/drawingml/2006/main" xmlns:r="http://schemas.openxmlformats.org/officeDocument/2006/relationships" xmlns:p="http://schemas.openxmlformats.org/presentationml/2006/main" showMasterSp="0" preserve="1">
  <p:cSld name="1_Final Slide 1">
    <p:bg>
      <p:bgPr>
        <a:solidFill>
          <a:srgbClr val="272936"/>
        </a:solidFill>
        <a:effectLst/>
      </p:bgPr>
    </p:bg>
    <p:spTree>
      <p:nvGrpSpPr>
        <p:cNvPr id="1" name=""/>
        <p:cNvGrpSpPr/>
        <p:nvPr/>
      </p:nvGrpSpPr>
      <p:grpSpPr>
        <a:xfrm>
          <a:off x="0" y="0"/>
          <a:ext cx="0" cy="0"/>
          <a:chOff x="0" y="0"/>
          <a:chExt cx="0" cy="0"/>
        </a:xfrm>
      </p:grpSpPr>
      <p:pic>
        <p:nvPicPr>
          <p:cNvPr id="3" name="Image 2" descr="Une image contenant texte&#10;&#10;Description générée automatiquement">
            <a:extLst>
              <a:ext uri="{FF2B5EF4-FFF2-40B4-BE49-F238E27FC236}">
                <a16:creationId xmlns:a16="http://schemas.microsoft.com/office/drawing/2014/main" id="{4DF6B7E3-9385-486A-9E72-0D561900C7FA}"/>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14669" y="622130"/>
            <a:ext cx="3024000" cy="1226177"/>
          </a:xfrm>
          <a:prstGeom prst="rect">
            <a:avLst/>
          </a:prstGeom>
        </p:spPr>
      </p:pic>
    </p:spTree>
    <p:extLst>
      <p:ext uri="{BB962C8B-B14F-4D97-AF65-F5344CB8AC3E}">
        <p14:creationId xmlns:p14="http://schemas.microsoft.com/office/powerpoint/2010/main" val="4066567698"/>
      </p:ext>
    </p:extLst>
  </p:cSld>
  <p:clrMapOvr>
    <a:masterClrMapping/>
  </p:clrMapOvr>
  <p:extLst>
    <p:ext uri="{DCECCB84-F9BA-43D5-87BE-67443E8EF086}">
      <p15:sldGuideLst xmlns:p15="http://schemas.microsoft.com/office/powerpoint/2012/main"/>
    </p:ext>
  </p:extLst>
</p:sldLayout>
</file>

<file path=ppt/slideLayouts/slideLayout73.xml><?xml version="1.0" encoding="utf-8"?>
<p:sldLayout xmlns:a="http://schemas.openxmlformats.org/drawingml/2006/main" xmlns:r="http://schemas.openxmlformats.org/officeDocument/2006/relationships" xmlns:p="http://schemas.openxmlformats.org/presentationml/2006/main" userDrawn="1">
  <p:cSld name="1_Title Only">
    <p:spTree>
      <p:nvGrpSpPr>
        <p:cNvPr id="1" name=""/>
        <p:cNvGrpSpPr/>
        <p:nvPr/>
      </p:nvGrpSpPr>
      <p:grpSpPr>
        <a:xfrm>
          <a:off x="0" y="0"/>
          <a:ext cx="0" cy="0"/>
          <a:chOff x="0" y="0"/>
          <a:chExt cx="0" cy="0"/>
        </a:xfrm>
      </p:grpSpPr>
      <p:graphicFrame>
        <p:nvGraphicFramePr>
          <p:cNvPr id="2" name="Object 1" hidden="1">
            <a:extLst>
              <a:ext uri="{FF2B5EF4-FFF2-40B4-BE49-F238E27FC236}">
                <a16:creationId xmlns:a16="http://schemas.microsoft.com/office/drawing/2014/main" id="{535CC730-2D2A-4526-8A02-2947562E59F8}"/>
              </a:ext>
            </a:extLst>
          </p:cNvPr>
          <p:cNvGraphicFramePr>
            <a:graphicFrameLocks noChangeAspect="1"/>
          </p:cNvGraphicFramePr>
          <p:nvPr userDrawn="1">
            <p:custDataLst>
              <p:tags r:id="rId1"/>
            </p:custDataLst>
            <p:extLst>
              <p:ext uri="{D42A27DB-BD31-4B8C-83A1-F6EECF244321}">
                <p14:modId xmlns:p14="http://schemas.microsoft.com/office/powerpoint/2010/main" val="159455452"/>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6" imgW="270" imgH="270" progId="TCLayout.ActiveDocument.1">
                  <p:embed/>
                </p:oleObj>
              </mc:Choice>
              <mc:Fallback>
                <p:oleObj name="think-cell Slide" r:id="rId6" imgW="270" imgH="270" progId="TCLayout.ActiveDocument.1">
                  <p:embed/>
                  <p:pic>
                    <p:nvPicPr>
                      <p:cNvPr id="2" name="Object 1" hidden="1">
                        <a:extLst>
                          <a:ext uri="{FF2B5EF4-FFF2-40B4-BE49-F238E27FC236}">
                            <a16:creationId xmlns:a16="http://schemas.microsoft.com/office/drawing/2014/main" id="{535CC730-2D2A-4526-8A02-2947562E59F8}"/>
                          </a:ext>
                        </a:extLst>
                      </p:cNvPr>
                      <p:cNvPicPr/>
                      <p:nvPr/>
                    </p:nvPicPr>
                    <p:blipFill>
                      <a:blip r:embed="rId7"/>
                      <a:stretch>
                        <a:fillRect/>
                      </a:stretch>
                    </p:blipFill>
                    <p:spPr>
                      <a:xfrm>
                        <a:off x="1588" y="1588"/>
                        <a:ext cx="1588" cy="1588"/>
                      </a:xfrm>
                      <a:prstGeom prst="rect">
                        <a:avLst/>
                      </a:prstGeom>
                    </p:spPr>
                  </p:pic>
                </p:oleObj>
              </mc:Fallback>
            </mc:AlternateContent>
          </a:graphicData>
        </a:graphic>
      </p:graphicFrame>
      <p:sp>
        <p:nvSpPr>
          <p:cNvPr id="7" name="Rectangle 6" hidden="1">
            <a:extLst>
              <a:ext uri="{FF2B5EF4-FFF2-40B4-BE49-F238E27FC236}">
                <a16:creationId xmlns:a16="http://schemas.microsoft.com/office/drawing/2014/main" id="{3A0BA9B0-3DAE-4749-8DE9-854BA8D1802B}"/>
              </a:ext>
            </a:extLst>
          </p:cNvPr>
          <p:cNvSpPr/>
          <p:nvPr userDrawn="1">
            <p:custDataLst>
              <p:tags r:id="rId2"/>
            </p:custDataLst>
          </p:nvPr>
        </p:nvSpPr>
        <p:spPr>
          <a:xfrm>
            <a:off x="0" y="0"/>
            <a:ext cx="158750" cy="15875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vert="horz" wrap="none" lIns="0" tIns="0" rIns="0" bIns="0" numCol="1" spcCol="0" rtlCol="0" anchor="ctr" anchorCtr="0">
            <a:noAutofit/>
          </a:bodyPr>
          <a:lstStyle/>
          <a:p>
            <a:pPr marL="0" lvl="0" indent="0" algn="ctr" eaLnBrk="1">
              <a:lnSpc>
                <a:spcPct val="100000"/>
              </a:lnSpc>
              <a:spcBef>
                <a:spcPct val="0"/>
              </a:spcBef>
              <a:spcAft>
                <a:spcPct val="0"/>
              </a:spcAft>
            </a:pPr>
            <a:endParaRPr lang="en-US" sz="2800" b="0" i="0" baseline="0">
              <a:solidFill>
                <a:schemeClr val="tx1"/>
              </a:solidFill>
              <a:latin typeface="Ubuntu" panose="020B0504030602030204" pitchFamily="34" charset="0"/>
              <a:ea typeface="+mj-ea"/>
              <a:cs typeface="+mj-cs"/>
              <a:sym typeface="Ubuntu" panose="020B0504030602030204" pitchFamily="34" charset="0"/>
            </a:endParaRPr>
          </a:p>
        </p:txBody>
      </p:sp>
      <p:sp>
        <p:nvSpPr>
          <p:cNvPr id="5" name="Title 4">
            <a:extLst>
              <a:ext uri="{FF2B5EF4-FFF2-40B4-BE49-F238E27FC236}">
                <a16:creationId xmlns:a16="http://schemas.microsoft.com/office/drawing/2014/main" id="{B5B15895-2835-468A-AD6E-B8C687DB6771}"/>
              </a:ext>
            </a:extLst>
          </p:cNvPr>
          <p:cNvSpPr>
            <a:spLocks noGrp="1"/>
          </p:cNvSpPr>
          <p:nvPr>
            <p:ph type="title"/>
          </p:nvPr>
        </p:nvSpPr>
        <p:spPr>
          <a:xfrm>
            <a:off x="551384" y="8744"/>
            <a:ext cx="10872000" cy="1116000"/>
          </a:xfrm>
          <a:prstGeom prst="rect">
            <a:avLst/>
          </a:prstGeom>
        </p:spPr>
        <p:txBody>
          <a:bodyPr/>
          <a:lstStyle/>
          <a:p>
            <a:r>
              <a:rPr lang="en-US"/>
              <a:t>Click to edit Master title style</a:t>
            </a:r>
            <a:endParaRPr lang="de-DE"/>
          </a:p>
        </p:txBody>
      </p:sp>
      <p:sp>
        <p:nvSpPr>
          <p:cNvPr id="13" name="TextBox 12">
            <a:extLst>
              <a:ext uri="{FF2B5EF4-FFF2-40B4-BE49-F238E27FC236}">
                <a16:creationId xmlns:a16="http://schemas.microsoft.com/office/drawing/2014/main" id="{025830AC-A3AD-44CA-8ABF-5BB61E9BFDB2}"/>
              </a:ext>
            </a:extLst>
          </p:cNvPr>
          <p:cNvSpPr txBox="1"/>
          <p:nvPr userDrawn="1">
            <p:custDataLst>
              <p:tags r:id="rId3"/>
            </p:custDataLst>
          </p:nvPr>
        </p:nvSpPr>
        <p:spPr>
          <a:xfrm>
            <a:off x="8102301" y="6650661"/>
            <a:ext cx="1090042" cy="123111"/>
          </a:xfrm>
          <a:prstGeom prst="rect">
            <a:avLst/>
          </a:prstGeom>
          <a:noFill/>
        </p:spPr>
        <p:txBody>
          <a:bodyPr vert="horz" wrap="none" lIns="0" tIns="0" rIns="0" bIns="0" rtlCol="0" anchor="ctr" anchorCtr="0">
            <a:spAutoFit/>
          </a:bodyPr>
          <a:lstStyle/>
          <a:p>
            <a:pPr algn="r">
              <a:spcBef>
                <a:spcPts val="1000"/>
              </a:spcBef>
              <a:spcAft>
                <a:spcPts val="0"/>
              </a:spcAft>
            </a:pPr>
            <a:r>
              <a:rPr lang="en-GB" sz="800" b="1">
                <a:solidFill>
                  <a:schemeClr val="bg1">
                    <a:lumMod val="65000"/>
                  </a:schemeClr>
                </a:solidFill>
                <a:cs typeface="Times New Roman" pitchFamily="18" charset="0"/>
              </a:rPr>
              <a:t>Company Confidential</a:t>
            </a:r>
            <a:endParaRPr lang="en-GB" sz="800" b="1">
              <a:solidFill>
                <a:schemeClr val="bg1">
                  <a:lumMod val="65000"/>
                </a:schemeClr>
              </a:solidFill>
              <a:ea typeface="Times New Roman" pitchFamily="18" charset="0"/>
              <a:cs typeface="Times New Roman" pitchFamily="18" charset="0"/>
            </a:endParaRPr>
          </a:p>
        </p:txBody>
      </p:sp>
      <p:sp>
        <p:nvSpPr>
          <p:cNvPr id="10" name="Text Placeholder 9">
            <a:extLst>
              <a:ext uri="{FF2B5EF4-FFF2-40B4-BE49-F238E27FC236}">
                <a16:creationId xmlns:a16="http://schemas.microsoft.com/office/drawing/2014/main" id="{4345F656-6DC9-4390-93B6-A182FEA77D68}"/>
              </a:ext>
            </a:extLst>
          </p:cNvPr>
          <p:cNvSpPr>
            <a:spLocks noGrp="1"/>
          </p:cNvSpPr>
          <p:nvPr>
            <p:ph type="body" sz="quarter" idx="15"/>
          </p:nvPr>
        </p:nvSpPr>
        <p:spPr>
          <a:xfrm>
            <a:off x="550200" y="1125538"/>
            <a:ext cx="11090938" cy="246221"/>
          </a:xfrm>
          <a:prstGeom prst="rect">
            <a:avLst/>
          </a:prstGeom>
        </p:spPr>
        <p:txBody>
          <a:bodyPr>
            <a:spAutoFit/>
          </a:bodyPr>
          <a:lstStyle>
            <a:lvl1pPr>
              <a:defRPr sz="1600" b="1">
                <a:solidFill>
                  <a:schemeClr val="tx1"/>
                </a:solidFill>
                <a:latin typeface="+mn-lt"/>
              </a:defRPr>
            </a:lvl1pPr>
          </a:lstStyle>
          <a:p>
            <a:pPr lvl="0"/>
            <a:r>
              <a:rPr lang="en-US"/>
              <a:t>Click to edit Master text styles</a:t>
            </a:r>
          </a:p>
        </p:txBody>
      </p:sp>
      <p:sp>
        <p:nvSpPr>
          <p:cNvPr id="14" name="Title 4">
            <a:extLst>
              <a:ext uri="{FF2B5EF4-FFF2-40B4-BE49-F238E27FC236}">
                <a16:creationId xmlns:a16="http://schemas.microsoft.com/office/drawing/2014/main" id="{C692CED1-401F-4360-BE9F-3989BDE70EE0}"/>
              </a:ext>
            </a:extLst>
          </p:cNvPr>
          <p:cNvSpPr txBox="1">
            <a:spLocks/>
          </p:cNvSpPr>
          <p:nvPr userDrawn="1"/>
        </p:nvSpPr>
        <p:spPr>
          <a:xfrm>
            <a:off x="551384" y="8744"/>
            <a:ext cx="10872000" cy="1116000"/>
          </a:xfrm>
          <a:prstGeom prst="rect">
            <a:avLst/>
          </a:prstGeom>
        </p:spPr>
        <p:txBody>
          <a:bodyPr vert="horz" lIns="0" tIns="0" rIns="0" bIns="0" rtlCol="0" anchor="ctr">
            <a:noAutofit/>
          </a:bodyPr>
          <a:lstStyle>
            <a:lvl1pPr marL="0" marR="0" indent="0" algn="l" defTabSz="914400" rtl="0" eaLnBrk="1" fontAlgn="auto" latinLnBrk="0" hangingPunct="1">
              <a:lnSpc>
                <a:spcPct val="90000"/>
              </a:lnSpc>
              <a:spcBef>
                <a:spcPct val="0"/>
              </a:spcBef>
              <a:spcAft>
                <a:spcPts val="0"/>
              </a:spcAft>
              <a:buClrTx/>
              <a:buSzTx/>
              <a:buFontTx/>
              <a:buNone/>
              <a:tabLst/>
              <a:defRPr kumimoji="0" lang="en-US" sz="3000" b="0" i="0" u="none" strike="noStrike" kern="1200" cap="none" spc="0" normalizeH="0" baseline="0" noProof="0" dirty="0">
                <a:ln>
                  <a:noFill/>
                </a:ln>
                <a:solidFill>
                  <a:schemeClr val="accent1"/>
                </a:solidFill>
                <a:effectLst/>
                <a:uLnTx/>
                <a:uFillTx/>
                <a:latin typeface="+mj-lt"/>
                <a:ea typeface="+mj-ea"/>
                <a:cs typeface="+mj-cs"/>
              </a:defRPr>
            </a:lvl1pPr>
          </a:lstStyle>
          <a:p>
            <a:r>
              <a:rPr lang="en-US"/>
              <a:t>Click to edit Master title style</a:t>
            </a:r>
          </a:p>
        </p:txBody>
      </p:sp>
      <p:sp>
        <p:nvSpPr>
          <p:cNvPr id="15" name="TextBox 14">
            <a:extLst>
              <a:ext uri="{FF2B5EF4-FFF2-40B4-BE49-F238E27FC236}">
                <a16:creationId xmlns:a16="http://schemas.microsoft.com/office/drawing/2014/main" id="{CED5C2BF-E70E-4F44-A188-579744D27A2C}"/>
              </a:ext>
            </a:extLst>
          </p:cNvPr>
          <p:cNvSpPr txBox="1"/>
          <p:nvPr userDrawn="1">
            <p:custDataLst>
              <p:tags r:id="rId4"/>
            </p:custDataLst>
          </p:nvPr>
        </p:nvSpPr>
        <p:spPr>
          <a:xfrm>
            <a:off x="8102301" y="6650661"/>
            <a:ext cx="1090042" cy="123111"/>
          </a:xfrm>
          <a:prstGeom prst="rect">
            <a:avLst/>
          </a:prstGeom>
          <a:noFill/>
        </p:spPr>
        <p:txBody>
          <a:bodyPr vert="horz" wrap="none" lIns="0" tIns="0" rIns="0" bIns="0" rtlCol="0" anchor="ctr" anchorCtr="0">
            <a:spAutoFit/>
          </a:bodyPr>
          <a:lstStyle/>
          <a:p>
            <a:pPr algn="r">
              <a:spcBef>
                <a:spcPts val="1000"/>
              </a:spcBef>
              <a:spcAft>
                <a:spcPts val="0"/>
              </a:spcAft>
            </a:pPr>
            <a:r>
              <a:rPr lang="en-GB" sz="800" b="1">
                <a:solidFill>
                  <a:schemeClr val="bg1">
                    <a:lumMod val="65000"/>
                  </a:schemeClr>
                </a:solidFill>
                <a:cs typeface="Times New Roman" pitchFamily="18" charset="0"/>
              </a:rPr>
              <a:t>Company Confidential</a:t>
            </a:r>
            <a:endParaRPr lang="en-GB" sz="800" b="1">
              <a:solidFill>
                <a:schemeClr val="bg1">
                  <a:lumMod val="65000"/>
                </a:schemeClr>
              </a:solidFill>
              <a:ea typeface="Times New Roman" pitchFamily="18" charset="0"/>
              <a:cs typeface="Times New Roman" pitchFamily="18" charset="0"/>
            </a:endParaRPr>
          </a:p>
        </p:txBody>
      </p:sp>
      <p:pic>
        <p:nvPicPr>
          <p:cNvPr id="16" name="Picture 15">
            <a:extLst>
              <a:ext uri="{FF2B5EF4-FFF2-40B4-BE49-F238E27FC236}">
                <a16:creationId xmlns:a16="http://schemas.microsoft.com/office/drawing/2014/main" id="{BEE3C927-260A-4CDC-9B18-9AE914C36D20}"/>
              </a:ext>
            </a:extLst>
          </p:cNvPr>
          <p:cNvPicPr>
            <a:picLocks noChangeAspect="1"/>
          </p:cNvPicPr>
          <p:nvPr userDrawn="1"/>
        </p:nvPicPr>
        <p:blipFill rotWithShape="1">
          <a:blip r:embed="rId8" cstate="screen">
            <a:extLst>
              <a:ext uri="{28A0092B-C50C-407E-A947-70E740481C1C}">
                <a14:useLocalDpi xmlns:a14="http://schemas.microsoft.com/office/drawing/2010/main"/>
              </a:ext>
            </a:extLst>
          </a:blip>
          <a:srcRect/>
          <a:stretch/>
        </p:blipFill>
        <p:spPr>
          <a:xfrm>
            <a:off x="0" y="-5333"/>
            <a:ext cx="12192000" cy="6883335"/>
          </a:xfrm>
          <a:prstGeom prst="rect">
            <a:avLst/>
          </a:prstGeom>
        </p:spPr>
      </p:pic>
      <p:grpSp>
        <p:nvGrpSpPr>
          <p:cNvPr id="17" name="Group 37">
            <a:extLst>
              <a:ext uri="{FF2B5EF4-FFF2-40B4-BE49-F238E27FC236}">
                <a16:creationId xmlns:a16="http://schemas.microsoft.com/office/drawing/2014/main" id="{821BAE5D-1A05-453B-8856-3ACB7FB9B301}"/>
              </a:ext>
            </a:extLst>
          </p:cNvPr>
          <p:cNvGrpSpPr/>
          <p:nvPr userDrawn="1"/>
        </p:nvGrpSpPr>
        <p:grpSpPr>
          <a:xfrm>
            <a:off x="11501102" y="171573"/>
            <a:ext cx="419436" cy="388087"/>
            <a:chOff x="5481638" y="2859088"/>
            <a:chExt cx="1231900" cy="1139825"/>
          </a:xfrm>
          <a:solidFill>
            <a:schemeClr val="bg1"/>
          </a:solidFill>
        </p:grpSpPr>
        <p:sp>
          <p:nvSpPr>
            <p:cNvPr id="18" name="Freeform 320">
              <a:extLst>
                <a:ext uri="{FF2B5EF4-FFF2-40B4-BE49-F238E27FC236}">
                  <a16:creationId xmlns:a16="http://schemas.microsoft.com/office/drawing/2014/main" id="{5CEDC5A4-A837-435B-9A0B-DD8F834DA103}"/>
                </a:ext>
              </a:extLst>
            </p:cNvPr>
            <p:cNvSpPr>
              <a:spLocks/>
            </p:cNvSpPr>
            <p:nvPr userDrawn="1"/>
          </p:nvSpPr>
          <p:spPr bwMode="auto">
            <a:xfrm>
              <a:off x="5481638" y="2859088"/>
              <a:ext cx="1203325" cy="1041400"/>
            </a:xfrm>
            <a:custGeom>
              <a:avLst/>
              <a:gdLst>
                <a:gd name="T0" fmla="*/ 229 w 281"/>
                <a:gd name="T1" fmla="*/ 105 h 243"/>
                <a:gd name="T2" fmla="*/ 186 w 281"/>
                <a:gd name="T3" fmla="*/ 141 h 243"/>
                <a:gd name="T4" fmla="*/ 154 w 281"/>
                <a:gd name="T5" fmla="*/ 194 h 243"/>
                <a:gd name="T6" fmla="*/ 112 w 281"/>
                <a:gd name="T7" fmla="*/ 233 h 243"/>
                <a:gd name="T8" fmla="*/ 53 w 281"/>
                <a:gd name="T9" fmla="*/ 236 h 243"/>
                <a:gd name="T10" fmla="*/ 0 w 281"/>
                <a:gd name="T11" fmla="*/ 159 h 243"/>
                <a:gd name="T12" fmla="*/ 153 w 281"/>
                <a:gd name="T13" fmla="*/ 0 h 243"/>
                <a:gd name="T14" fmla="*/ 153 w 281"/>
                <a:gd name="T15" fmla="*/ 0 h 243"/>
                <a:gd name="T16" fmla="*/ 160 w 281"/>
                <a:gd name="T17" fmla="*/ 3 h 243"/>
                <a:gd name="T18" fmla="*/ 237 w 281"/>
                <a:gd name="T19" fmla="*/ 51 h 243"/>
                <a:gd name="T20" fmla="*/ 281 w 281"/>
                <a:gd name="T21" fmla="*/ 118 h 243"/>
                <a:gd name="T22" fmla="*/ 229 w 281"/>
                <a:gd name="T23" fmla="*/ 105 h 24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281" h="243">
                  <a:moveTo>
                    <a:pt x="229" y="105"/>
                  </a:moveTo>
                  <a:cubicBezTo>
                    <a:pt x="210" y="109"/>
                    <a:pt x="196" y="125"/>
                    <a:pt x="186" y="141"/>
                  </a:cubicBezTo>
                  <a:cubicBezTo>
                    <a:pt x="175" y="159"/>
                    <a:pt x="166" y="177"/>
                    <a:pt x="154" y="194"/>
                  </a:cubicBezTo>
                  <a:cubicBezTo>
                    <a:pt x="143" y="211"/>
                    <a:pt x="130" y="225"/>
                    <a:pt x="112" y="233"/>
                  </a:cubicBezTo>
                  <a:cubicBezTo>
                    <a:pt x="93" y="242"/>
                    <a:pt x="72" y="243"/>
                    <a:pt x="53" y="236"/>
                  </a:cubicBezTo>
                  <a:cubicBezTo>
                    <a:pt x="21" y="224"/>
                    <a:pt x="0" y="192"/>
                    <a:pt x="0" y="159"/>
                  </a:cubicBezTo>
                  <a:cubicBezTo>
                    <a:pt x="0" y="72"/>
                    <a:pt x="119" y="42"/>
                    <a:pt x="153" y="0"/>
                  </a:cubicBezTo>
                  <a:cubicBezTo>
                    <a:pt x="153" y="0"/>
                    <a:pt x="153" y="0"/>
                    <a:pt x="153" y="0"/>
                  </a:cubicBezTo>
                  <a:cubicBezTo>
                    <a:pt x="155" y="1"/>
                    <a:pt x="158" y="2"/>
                    <a:pt x="160" y="3"/>
                  </a:cubicBezTo>
                  <a:cubicBezTo>
                    <a:pt x="188" y="15"/>
                    <a:pt x="214" y="30"/>
                    <a:pt x="237" y="51"/>
                  </a:cubicBezTo>
                  <a:cubicBezTo>
                    <a:pt x="258" y="70"/>
                    <a:pt x="273" y="92"/>
                    <a:pt x="281" y="118"/>
                  </a:cubicBezTo>
                  <a:cubicBezTo>
                    <a:pt x="268" y="105"/>
                    <a:pt x="247" y="100"/>
                    <a:pt x="229" y="105"/>
                  </a:cubicBezTo>
                </a:path>
              </a:pathLst>
            </a:custGeom>
            <a:grpFill/>
            <a:ln>
              <a:noFill/>
            </a:ln>
          </p:spPr>
          <p:txBody>
            <a:bodyPr vert="horz" wrap="square" lIns="91440" tIns="45720" rIns="91440" bIns="45720" numCol="1" anchor="t" anchorCtr="0" compatLnSpc="1">
              <a:prstTxWarp prst="textNoShape">
                <a:avLst/>
              </a:prstTxWarp>
            </a:bodyPr>
            <a:lstStyle/>
            <a:p>
              <a:endParaRPr lang="en-US"/>
            </a:p>
          </p:txBody>
        </p:sp>
        <p:sp>
          <p:nvSpPr>
            <p:cNvPr id="19" name="Freeform 321">
              <a:extLst>
                <a:ext uri="{FF2B5EF4-FFF2-40B4-BE49-F238E27FC236}">
                  <a16:creationId xmlns:a16="http://schemas.microsoft.com/office/drawing/2014/main" id="{055881F2-40A2-41B2-B013-FBA3B3CC187D}"/>
                </a:ext>
              </a:extLst>
            </p:cNvPr>
            <p:cNvSpPr>
              <a:spLocks/>
            </p:cNvSpPr>
            <p:nvPr userDrawn="1"/>
          </p:nvSpPr>
          <p:spPr bwMode="auto">
            <a:xfrm>
              <a:off x="5910263" y="3343275"/>
              <a:ext cx="803275" cy="655638"/>
            </a:xfrm>
            <a:custGeom>
              <a:avLst/>
              <a:gdLst>
                <a:gd name="T0" fmla="*/ 183 w 188"/>
                <a:gd name="T1" fmla="*/ 61 h 153"/>
                <a:gd name="T2" fmla="*/ 140 w 188"/>
                <a:gd name="T3" fmla="*/ 103 h 153"/>
                <a:gd name="T4" fmla="*/ 79 w 188"/>
                <a:gd name="T5" fmla="*/ 84 h 153"/>
                <a:gd name="T6" fmla="*/ 123 w 188"/>
                <a:gd name="T7" fmla="*/ 124 h 153"/>
                <a:gd name="T8" fmla="*/ 65 w 188"/>
                <a:gd name="T9" fmla="*/ 149 h 153"/>
                <a:gd name="T10" fmla="*/ 31 w 188"/>
                <a:gd name="T11" fmla="*/ 152 h 153"/>
                <a:gd name="T12" fmla="*/ 0 w 188"/>
                <a:gd name="T13" fmla="*/ 144 h 153"/>
                <a:gd name="T14" fmla="*/ 48 w 188"/>
                <a:gd name="T15" fmla="*/ 114 h 153"/>
                <a:gd name="T16" fmla="*/ 77 w 188"/>
                <a:gd name="T17" fmla="*/ 72 h 153"/>
                <a:gd name="T18" fmla="*/ 103 w 188"/>
                <a:gd name="T19" fmla="*/ 25 h 153"/>
                <a:gd name="T20" fmla="*/ 140 w 188"/>
                <a:gd name="T21" fmla="*/ 1 h 153"/>
                <a:gd name="T22" fmla="*/ 182 w 188"/>
                <a:gd name="T23" fmla="*/ 22 h 153"/>
                <a:gd name="T24" fmla="*/ 183 w 188"/>
                <a:gd name="T25" fmla="*/ 61 h 15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88" h="153">
                  <a:moveTo>
                    <a:pt x="183" y="61"/>
                  </a:moveTo>
                  <a:cubicBezTo>
                    <a:pt x="177" y="81"/>
                    <a:pt x="160" y="97"/>
                    <a:pt x="140" y="103"/>
                  </a:cubicBezTo>
                  <a:cubicBezTo>
                    <a:pt x="117" y="109"/>
                    <a:pt x="94" y="102"/>
                    <a:pt x="79" y="84"/>
                  </a:cubicBezTo>
                  <a:cubicBezTo>
                    <a:pt x="80" y="108"/>
                    <a:pt x="99" y="124"/>
                    <a:pt x="123" y="124"/>
                  </a:cubicBezTo>
                  <a:cubicBezTo>
                    <a:pt x="108" y="139"/>
                    <a:pt x="86" y="146"/>
                    <a:pt x="65" y="149"/>
                  </a:cubicBezTo>
                  <a:cubicBezTo>
                    <a:pt x="54" y="151"/>
                    <a:pt x="42" y="153"/>
                    <a:pt x="31" y="152"/>
                  </a:cubicBezTo>
                  <a:cubicBezTo>
                    <a:pt x="21" y="152"/>
                    <a:pt x="9" y="150"/>
                    <a:pt x="0" y="144"/>
                  </a:cubicBezTo>
                  <a:cubicBezTo>
                    <a:pt x="19" y="139"/>
                    <a:pt x="35" y="128"/>
                    <a:pt x="48" y="114"/>
                  </a:cubicBezTo>
                  <a:cubicBezTo>
                    <a:pt x="60" y="101"/>
                    <a:pt x="69" y="87"/>
                    <a:pt x="77" y="72"/>
                  </a:cubicBezTo>
                  <a:cubicBezTo>
                    <a:pt x="85" y="56"/>
                    <a:pt x="92" y="39"/>
                    <a:pt x="103" y="25"/>
                  </a:cubicBezTo>
                  <a:cubicBezTo>
                    <a:pt x="112" y="12"/>
                    <a:pt x="124" y="2"/>
                    <a:pt x="140" y="1"/>
                  </a:cubicBezTo>
                  <a:cubicBezTo>
                    <a:pt x="157" y="0"/>
                    <a:pt x="174" y="7"/>
                    <a:pt x="182" y="22"/>
                  </a:cubicBezTo>
                  <a:cubicBezTo>
                    <a:pt x="188" y="35"/>
                    <a:pt x="187" y="48"/>
                    <a:pt x="183" y="61"/>
                  </a:cubicBezTo>
                </a:path>
              </a:pathLst>
            </a:custGeom>
            <a:grpFill/>
            <a:ln>
              <a:noFill/>
            </a:ln>
          </p:spPr>
          <p:txBody>
            <a:bodyPr vert="horz" wrap="square" lIns="91440" tIns="45720" rIns="91440" bIns="45720" numCol="1" anchor="t" anchorCtr="0" compatLnSpc="1">
              <a:prstTxWarp prst="textNoShape">
                <a:avLst/>
              </a:prstTxWarp>
            </a:bodyPr>
            <a:lstStyle/>
            <a:p>
              <a:endParaRPr lang="en-US"/>
            </a:p>
          </p:txBody>
        </p:sp>
      </p:grpSp>
    </p:spTree>
    <p:extLst>
      <p:ext uri="{BB962C8B-B14F-4D97-AF65-F5344CB8AC3E}">
        <p14:creationId xmlns:p14="http://schemas.microsoft.com/office/powerpoint/2010/main" val="1129164748"/>
      </p:ext>
    </p:extLst>
  </p:cSld>
  <p:clrMapOvr>
    <a:masterClrMapping/>
  </p:clrMapOvr>
</p:sldLayout>
</file>

<file path=ppt/slideLayouts/slideLayout74.xml><?xml version="1.0" encoding="utf-8"?>
<p:sldLayout xmlns:a="http://schemas.openxmlformats.org/drawingml/2006/main" xmlns:r="http://schemas.openxmlformats.org/officeDocument/2006/relationships" xmlns:p="http://schemas.openxmlformats.org/presentationml/2006/main" matchingName="Blank">
  <p:cSld name="Blank">
    <p:spTree>
      <p:nvGrpSpPr>
        <p:cNvPr id="1" name="Shape 1373"/>
        <p:cNvGrpSpPr/>
        <p:nvPr/>
      </p:nvGrpSpPr>
      <p:grpSpPr>
        <a:xfrm>
          <a:off x="0" y="0"/>
          <a:ext cx="0" cy="0"/>
          <a:chOff x="0" y="0"/>
          <a:chExt cx="0" cy="0"/>
        </a:xfrm>
      </p:grpSpPr>
      <p:sp>
        <p:nvSpPr>
          <p:cNvPr id="1374" name="Google Shape;1374;p171"/>
          <p:cNvSpPr txBox="1">
            <a:spLocks noGrp="1"/>
          </p:cNvSpPr>
          <p:nvPr>
            <p:ph type="sldNum" idx="12"/>
          </p:nvPr>
        </p:nvSpPr>
        <p:spPr>
          <a:xfrm>
            <a:off x="4673600" y="6477416"/>
            <a:ext cx="2844800" cy="226000"/>
          </a:xfrm>
          <a:prstGeom prst="rect">
            <a:avLst/>
          </a:prstGeom>
          <a:noFill/>
          <a:ln>
            <a:noFill/>
          </a:ln>
        </p:spPr>
        <p:txBody>
          <a:bodyPr spcFirstLastPara="1" wrap="square" lIns="0" tIns="0" rIns="0" bIns="0" anchor="b" anchorCtr="0">
            <a:noAutofit/>
          </a:bodyPr>
          <a:lstStyle>
            <a:lvl1pPr marL="0" marR="0" lvl="0" indent="0" algn="ctr" rtl="0">
              <a:lnSpc>
                <a:spcPct val="100000"/>
              </a:lnSpc>
              <a:spcBef>
                <a:spcPts val="0"/>
              </a:spcBef>
              <a:spcAft>
                <a:spcPts val="0"/>
              </a:spcAft>
              <a:buClr>
                <a:srgbClr val="000000"/>
              </a:buClr>
              <a:buSzPts val="700"/>
              <a:buFont typeface="Arial"/>
              <a:buNone/>
              <a:defRPr sz="933" b="1" i="0" u="none" strike="noStrike" cap="none">
                <a:solidFill>
                  <a:schemeClr val="lt2"/>
                </a:solidFill>
                <a:latin typeface="Helvetica Neue"/>
                <a:ea typeface="Helvetica Neue"/>
                <a:cs typeface="Helvetica Neue"/>
                <a:sym typeface="Helvetica Neue"/>
              </a:defRPr>
            </a:lvl1pPr>
            <a:lvl2pPr marL="0" marR="0" lvl="1" indent="0" algn="ctr" rtl="0">
              <a:lnSpc>
                <a:spcPct val="100000"/>
              </a:lnSpc>
              <a:spcBef>
                <a:spcPts val="0"/>
              </a:spcBef>
              <a:spcAft>
                <a:spcPts val="0"/>
              </a:spcAft>
              <a:buClr>
                <a:srgbClr val="000000"/>
              </a:buClr>
              <a:buSzPts val="700"/>
              <a:buFont typeface="Arial"/>
              <a:buNone/>
              <a:defRPr sz="933" b="1" i="0" u="none" strike="noStrike" cap="none">
                <a:solidFill>
                  <a:schemeClr val="lt2"/>
                </a:solidFill>
                <a:latin typeface="Helvetica Neue"/>
                <a:ea typeface="Helvetica Neue"/>
                <a:cs typeface="Helvetica Neue"/>
                <a:sym typeface="Helvetica Neue"/>
              </a:defRPr>
            </a:lvl2pPr>
            <a:lvl3pPr marL="0" marR="0" lvl="2" indent="0" algn="ctr" rtl="0">
              <a:lnSpc>
                <a:spcPct val="100000"/>
              </a:lnSpc>
              <a:spcBef>
                <a:spcPts val="0"/>
              </a:spcBef>
              <a:spcAft>
                <a:spcPts val="0"/>
              </a:spcAft>
              <a:buClr>
                <a:srgbClr val="000000"/>
              </a:buClr>
              <a:buSzPts val="700"/>
              <a:buFont typeface="Arial"/>
              <a:buNone/>
              <a:defRPr sz="933" b="1" i="0" u="none" strike="noStrike" cap="none">
                <a:solidFill>
                  <a:schemeClr val="lt2"/>
                </a:solidFill>
                <a:latin typeface="Helvetica Neue"/>
                <a:ea typeface="Helvetica Neue"/>
                <a:cs typeface="Helvetica Neue"/>
                <a:sym typeface="Helvetica Neue"/>
              </a:defRPr>
            </a:lvl3pPr>
            <a:lvl4pPr marL="0" marR="0" lvl="3" indent="0" algn="ctr" rtl="0">
              <a:lnSpc>
                <a:spcPct val="100000"/>
              </a:lnSpc>
              <a:spcBef>
                <a:spcPts val="0"/>
              </a:spcBef>
              <a:spcAft>
                <a:spcPts val="0"/>
              </a:spcAft>
              <a:buClr>
                <a:srgbClr val="000000"/>
              </a:buClr>
              <a:buSzPts val="700"/>
              <a:buFont typeface="Arial"/>
              <a:buNone/>
              <a:defRPr sz="933" b="1" i="0" u="none" strike="noStrike" cap="none">
                <a:solidFill>
                  <a:schemeClr val="lt2"/>
                </a:solidFill>
                <a:latin typeface="Helvetica Neue"/>
                <a:ea typeface="Helvetica Neue"/>
                <a:cs typeface="Helvetica Neue"/>
                <a:sym typeface="Helvetica Neue"/>
              </a:defRPr>
            </a:lvl4pPr>
            <a:lvl5pPr marL="0" marR="0" lvl="4" indent="0" algn="ctr" rtl="0">
              <a:lnSpc>
                <a:spcPct val="100000"/>
              </a:lnSpc>
              <a:spcBef>
                <a:spcPts val="0"/>
              </a:spcBef>
              <a:spcAft>
                <a:spcPts val="0"/>
              </a:spcAft>
              <a:buClr>
                <a:srgbClr val="000000"/>
              </a:buClr>
              <a:buSzPts val="700"/>
              <a:buFont typeface="Arial"/>
              <a:buNone/>
              <a:defRPr sz="933" b="1" i="0" u="none" strike="noStrike" cap="none">
                <a:solidFill>
                  <a:schemeClr val="lt2"/>
                </a:solidFill>
                <a:latin typeface="Helvetica Neue"/>
                <a:ea typeface="Helvetica Neue"/>
                <a:cs typeface="Helvetica Neue"/>
                <a:sym typeface="Helvetica Neue"/>
              </a:defRPr>
            </a:lvl5pPr>
            <a:lvl6pPr marL="0" marR="0" lvl="5" indent="0" algn="ctr" rtl="0">
              <a:lnSpc>
                <a:spcPct val="100000"/>
              </a:lnSpc>
              <a:spcBef>
                <a:spcPts val="0"/>
              </a:spcBef>
              <a:spcAft>
                <a:spcPts val="0"/>
              </a:spcAft>
              <a:buClr>
                <a:srgbClr val="000000"/>
              </a:buClr>
              <a:buSzPts val="700"/>
              <a:buFont typeface="Arial"/>
              <a:buNone/>
              <a:defRPr sz="933" b="1" i="0" u="none" strike="noStrike" cap="none">
                <a:solidFill>
                  <a:schemeClr val="lt2"/>
                </a:solidFill>
                <a:latin typeface="Helvetica Neue"/>
                <a:ea typeface="Helvetica Neue"/>
                <a:cs typeface="Helvetica Neue"/>
                <a:sym typeface="Helvetica Neue"/>
              </a:defRPr>
            </a:lvl6pPr>
            <a:lvl7pPr marL="0" marR="0" lvl="6" indent="0" algn="ctr" rtl="0">
              <a:lnSpc>
                <a:spcPct val="100000"/>
              </a:lnSpc>
              <a:spcBef>
                <a:spcPts val="0"/>
              </a:spcBef>
              <a:spcAft>
                <a:spcPts val="0"/>
              </a:spcAft>
              <a:buClr>
                <a:srgbClr val="000000"/>
              </a:buClr>
              <a:buSzPts val="700"/>
              <a:buFont typeface="Arial"/>
              <a:buNone/>
              <a:defRPr sz="933" b="1" i="0" u="none" strike="noStrike" cap="none">
                <a:solidFill>
                  <a:schemeClr val="lt2"/>
                </a:solidFill>
                <a:latin typeface="Helvetica Neue"/>
                <a:ea typeface="Helvetica Neue"/>
                <a:cs typeface="Helvetica Neue"/>
                <a:sym typeface="Helvetica Neue"/>
              </a:defRPr>
            </a:lvl7pPr>
            <a:lvl8pPr marL="0" marR="0" lvl="7" indent="0" algn="ctr" rtl="0">
              <a:lnSpc>
                <a:spcPct val="100000"/>
              </a:lnSpc>
              <a:spcBef>
                <a:spcPts val="0"/>
              </a:spcBef>
              <a:spcAft>
                <a:spcPts val="0"/>
              </a:spcAft>
              <a:buClr>
                <a:srgbClr val="000000"/>
              </a:buClr>
              <a:buSzPts val="700"/>
              <a:buFont typeface="Arial"/>
              <a:buNone/>
              <a:defRPr sz="933" b="1" i="0" u="none" strike="noStrike" cap="none">
                <a:solidFill>
                  <a:schemeClr val="lt2"/>
                </a:solidFill>
                <a:latin typeface="Helvetica Neue"/>
                <a:ea typeface="Helvetica Neue"/>
                <a:cs typeface="Helvetica Neue"/>
                <a:sym typeface="Helvetica Neue"/>
              </a:defRPr>
            </a:lvl8pPr>
            <a:lvl9pPr marL="0" marR="0" lvl="8" indent="0" algn="ctr" rtl="0">
              <a:lnSpc>
                <a:spcPct val="100000"/>
              </a:lnSpc>
              <a:spcBef>
                <a:spcPts val="0"/>
              </a:spcBef>
              <a:spcAft>
                <a:spcPts val="0"/>
              </a:spcAft>
              <a:buClr>
                <a:srgbClr val="000000"/>
              </a:buClr>
              <a:buSzPts val="700"/>
              <a:buFont typeface="Arial"/>
              <a:buNone/>
              <a:defRPr sz="933" b="1" i="0" u="none" strike="noStrike" cap="none">
                <a:solidFill>
                  <a:schemeClr val="lt2"/>
                </a:solidFill>
                <a:latin typeface="Helvetica Neue"/>
                <a:ea typeface="Helvetica Neue"/>
                <a:cs typeface="Helvetica Neue"/>
                <a:sym typeface="Helvetica Neue"/>
              </a:defRPr>
            </a:lvl9pPr>
          </a:lstStyle>
          <a:p>
            <a:fld id="{00000000-1234-1234-1234-123412341234}" type="slidenum">
              <a:rPr lang="en" smtClean="0"/>
              <a:pPr/>
              <a:t>‹#›</a:t>
            </a:fld>
            <a:endParaRPr lang="en"/>
          </a:p>
        </p:txBody>
      </p:sp>
    </p:spTree>
    <p:extLst>
      <p:ext uri="{BB962C8B-B14F-4D97-AF65-F5344CB8AC3E}">
        <p14:creationId xmlns:p14="http://schemas.microsoft.com/office/powerpoint/2010/main" val="3488612175"/>
      </p:ext>
    </p:extLst>
  </p:cSld>
  <p:clrMapOvr>
    <a:masterClrMapping/>
  </p:clrMapOvr>
</p:sldLayout>
</file>

<file path=ppt/slideLayouts/slideLayout75.xml><?xml version="1.0" encoding="utf-8"?>
<p:sldLayout xmlns:a="http://schemas.openxmlformats.org/drawingml/2006/main" xmlns:r="http://schemas.openxmlformats.org/officeDocument/2006/relationships" xmlns:p="http://schemas.openxmlformats.org/presentationml/2006/main" userDrawn="1">
  <p:cSld name="1_Titre et contenu">
    <p:spTree>
      <p:nvGrpSpPr>
        <p:cNvPr id="1" name=""/>
        <p:cNvGrpSpPr/>
        <p:nvPr/>
      </p:nvGrpSpPr>
      <p:grpSpPr>
        <a:xfrm>
          <a:off x="0" y="0"/>
          <a:ext cx="0" cy="0"/>
          <a:chOff x="0" y="0"/>
          <a:chExt cx="0" cy="0"/>
        </a:xfrm>
      </p:grpSpPr>
      <p:sp>
        <p:nvSpPr>
          <p:cNvPr id="11" name="Title 10">
            <a:extLst>
              <a:ext uri="{FF2B5EF4-FFF2-40B4-BE49-F238E27FC236}">
                <a16:creationId xmlns:a16="http://schemas.microsoft.com/office/drawing/2014/main" id="{006B5C2B-B0BF-4136-9EC7-0E7F54D1D264}"/>
              </a:ext>
            </a:extLst>
          </p:cNvPr>
          <p:cNvSpPr>
            <a:spLocks noGrp="1"/>
          </p:cNvSpPr>
          <p:nvPr>
            <p:ph type="title"/>
          </p:nvPr>
        </p:nvSpPr>
        <p:spPr/>
        <p:txBody>
          <a:bodyPr/>
          <a:lstStyle/>
          <a:p>
            <a:r>
              <a:rPr lang="en-US"/>
              <a:t>Click to edit Master title style</a:t>
            </a:r>
            <a:endParaRPr lang="en-GB"/>
          </a:p>
        </p:txBody>
      </p:sp>
      <p:pic>
        <p:nvPicPr>
          <p:cNvPr id="5" name="3341_CapGeminiW_img.png" descr="3341_CapGeminiW_img.png">
            <a:extLst>
              <a:ext uri="{FF2B5EF4-FFF2-40B4-BE49-F238E27FC236}">
                <a16:creationId xmlns:a16="http://schemas.microsoft.com/office/drawing/2014/main" id="{A4A83F2E-27AC-41DF-8C26-026D697DA22C}"/>
              </a:ext>
            </a:extLst>
          </p:cNvPr>
          <p:cNvPicPr>
            <a:picLocks noChangeAspect="1"/>
          </p:cNvPicPr>
          <p:nvPr userDrawn="1"/>
        </p:nvPicPr>
        <p:blipFill>
          <a:blip r:embed="rId2" cstate="email">
            <a:extLst>
              <a:ext uri="{28A0092B-C50C-407E-A947-70E740481C1C}">
                <a14:useLocalDpi xmlns:a14="http://schemas.microsoft.com/office/drawing/2010/main"/>
              </a:ext>
            </a:extLst>
          </a:blip>
          <a:srcRect/>
          <a:stretch>
            <a:fillRect/>
          </a:stretch>
        </p:blipFill>
        <p:spPr>
          <a:xfrm>
            <a:off x="11608494" y="251977"/>
            <a:ext cx="357386" cy="443523"/>
          </a:xfrm>
          <a:prstGeom prst="rect">
            <a:avLst/>
          </a:prstGeom>
          <a:ln w="3175">
            <a:miter lim="400000"/>
          </a:ln>
        </p:spPr>
      </p:pic>
    </p:spTree>
    <p:extLst>
      <p:ext uri="{BB962C8B-B14F-4D97-AF65-F5344CB8AC3E}">
        <p14:creationId xmlns:p14="http://schemas.microsoft.com/office/powerpoint/2010/main" val="1462345685"/>
      </p:ext>
    </p:extLst>
  </p:cSld>
  <p:clrMapOvr>
    <a:masterClrMapping/>
  </p:clrMapOvr>
</p:sldLayout>
</file>

<file path=ppt/slideLayouts/slideLayout76.xml><?xml version="1.0" encoding="utf-8"?>
<p:sldLayout xmlns:a="http://schemas.openxmlformats.org/drawingml/2006/main" xmlns:r="http://schemas.openxmlformats.org/officeDocument/2006/relationships" xmlns:p="http://schemas.openxmlformats.org/presentationml/2006/main" showMasterSp="0" preserve="1" userDrawn="1">
  <p:cSld name="Diapositive de titre">
    <p:bg>
      <p:bgPr>
        <a:solidFill>
          <a:schemeClr val="accent4"/>
        </a:solidFill>
        <a:effectLst/>
      </p:bgPr>
    </p:bg>
    <p:spTree>
      <p:nvGrpSpPr>
        <p:cNvPr id="1" name=""/>
        <p:cNvGrpSpPr/>
        <p:nvPr/>
      </p:nvGrpSpPr>
      <p:grpSpPr>
        <a:xfrm>
          <a:off x="0" y="0"/>
          <a:ext cx="0" cy="0"/>
          <a:chOff x="0" y="0"/>
          <a:chExt cx="0" cy="0"/>
        </a:xfrm>
      </p:grpSpPr>
      <p:sp>
        <p:nvSpPr>
          <p:cNvPr id="15" name="Graphic 13">
            <a:extLst>
              <a:ext uri="{FF2B5EF4-FFF2-40B4-BE49-F238E27FC236}">
                <a16:creationId xmlns:a16="http://schemas.microsoft.com/office/drawing/2014/main" id="{5D1B5F70-39A3-4E01-8EEB-A624F6527260}"/>
              </a:ext>
            </a:extLst>
          </p:cNvPr>
          <p:cNvSpPr>
            <a:spLocks noChangeAspect="1"/>
          </p:cNvSpPr>
          <p:nvPr/>
        </p:nvSpPr>
        <p:spPr>
          <a:xfrm>
            <a:off x="263352" y="908720"/>
            <a:ext cx="10199251" cy="6192688"/>
          </a:xfrm>
          <a:custGeom>
            <a:avLst/>
            <a:gdLst>
              <a:gd name="connsiteX0" fmla="*/ 36195 w 8117205"/>
              <a:gd name="connsiteY0" fmla="*/ 4710199 h 4710198"/>
              <a:gd name="connsiteX1" fmla="*/ 0 w 8117205"/>
              <a:gd name="connsiteY1" fmla="*/ 4697817 h 4710198"/>
              <a:gd name="connsiteX2" fmla="*/ 538163 w 8117205"/>
              <a:gd name="connsiteY2" fmla="*/ 3739602 h 4710198"/>
              <a:gd name="connsiteX3" fmla="*/ 1340168 w 8117205"/>
              <a:gd name="connsiteY3" fmla="*/ 2915689 h 4710198"/>
              <a:gd name="connsiteX4" fmla="*/ 2613660 w 8117205"/>
              <a:gd name="connsiteY4" fmla="*/ 2190837 h 4710198"/>
              <a:gd name="connsiteX5" fmla="*/ 2621280 w 8117205"/>
              <a:gd name="connsiteY5" fmla="*/ 2187979 h 4710198"/>
              <a:gd name="connsiteX6" fmla="*/ 2628900 w 8117205"/>
              <a:gd name="connsiteY6" fmla="*/ 2191789 h 4710198"/>
              <a:gd name="connsiteX7" fmla="*/ 4513898 w 8117205"/>
              <a:gd name="connsiteY7" fmla="*/ 2830917 h 4710198"/>
              <a:gd name="connsiteX8" fmla="*/ 5841683 w 8117205"/>
              <a:gd name="connsiteY8" fmla="*/ 2599459 h 4710198"/>
              <a:gd name="connsiteX9" fmla="*/ 6102668 w 8117205"/>
              <a:gd name="connsiteY9" fmla="*/ 1288819 h 4710198"/>
              <a:gd name="connsiteX10" fmla="*/ 6256020 w 8117205"/>
              <a:gd name="connsiteY10" fmla="*/ 204874 h 4710198"/>
              <a:gd name="connsiteX11" fmla="*/ 7391400 w 8117205"/>
              <a:gd name="connsiteY11" fmla="*/ 43901 h 4710198"/>
              <a:gd name="connsiteX12" fmla="*/ 8117205 w 8117205"/>
              <a:gd name="connsiteY12" fmla="*/ 242021 h 4710198"/>
              <a:gd name="connsiteX13" fmla="*/ 8102918 w 8117205"/>
              <a:gd name="connsiteY13" fmla="*/ 277264 h 4710198"/>
              <a:gd name="connsiteX14" fmla="*/ 7384733 w 8117205"/>
              <a:gd name="connsiteY14" fmla="*/ 82001 h 4710198"/>
              <a:gd name="connsiteX15" fmla="*/ 6281738 w 8117205"/>
              <a:gd name="connsiteY15" fmla="*/ 233449 h 4710198"/>
              <a:gd name="connsiteX16" fmla="*/ 6139815 w 8117205"/>
              <a:gd name="connsiteY16" fmla="*/ 1279294 h 4710198"/>
              <a:gd name="connsiteX17" fmla="*/ 6187440 w 8117205"/>
              <a:gd name="connsiteY17" fmla="*/ 2101302 h 4710198"/>
              <a:gd name="connsiteX18" fmla="*/ 5866448 w 8117205"/>
              <a:gd name="connsiteY18" fmla="*/ 2629939 h 4710198"/>
              <a:gd name="connsiteX19" fmla="*/ 4510088 w 8117205"/>
              <a:gd name="connsiteY19" fmla="*/ 2869969 h 4710198"/>
              <a:gd name="connsiteX20" fmla="*/ 2620328 w 8117205"/>
              <a:gd name="connsiteY20" fmla="*/ 2230842 h 4710198"/>
              <a:gd name="connsiteX21" fmla="*/ 568643 w 8117205"/>
              <a:gd name="connsiteY21" fmla="*/ 3763414 h 4710198"/>
              <a:gd name="connsiteX22" fmla="*/ 36195 w 8117205"/>
              <a:gd name="connsiteY22" fmla="*/ 4710199 h 4710198"/>
              <a:gd name="connsiteX0" fmla="*/ 36195 w 8117205"/>
              <a:gd name="connsiteY0" fmla="*/ 4710199 h 4710199"/>
              <a:gd name="connsiteX1" fmla="*/ 0 w 8117205"/>
              <a:gd name="connsiteY1" fmla="*/ 4697817 h 4710199"/>
              <a:gd name="connsiteX2" fmla="*/ 538163 w 8117205"/>
              <a:gd name="connsiteY2" fmla="*/ 3739602 h 4710199"/>
              <a:gd name="connsiteX3" fmla="*/ 1340168 w 8117205"/>
              <a:gd name="connsiteY3" fmla="*/ 2915689 h 4710199"/>
              <a:gd name="connsiteX4" fmla="*/ 2613660 w 8117205"/>
              <a:gd name="connsiteY4" fmla="*/ 2190837 h 4710199"/>
              <a:gd name="connsiteX5" fmla="*/ 2621280 w 8117205"/>
              <a:gd name="connsiteY5" fmla="*/ 2187979 h 4710199"/>
              <a:gd name="connsiteX6" fmla="*/ 2628900 w 8117205"/>
              <a:gd name="connsiteY6" fmla="*/ 2191789 h 4710199"/>
              <a:gd name="connsiteX7" fmla="*/ 4513898 w 8117205"/>
              <a:gd name="connsiteY7" fmla="*/ 2830917 h 4710199"/>
              <a:gd name="connsiteX8" fmla="*/ 5841683 w 8117205"/>
              <a:gd name="connsiteY8" fmla="*/ 2599459 h 4710199"/>
              <a:gd name="connsiteX9" fmla="*/ 6102668 w 8117205"/>
              <a:gd name="connsiteY9" fmla="*/ 1288819 h 4710199"/>
              <a:gd name="connsiteX10" fmla="*/ 6256020 w 8117205"/>
              <a:gd name="connsiteY10" fmla="*/ 204874 h 4710199"/>
              <a:gd name="connsiteX11" fmla="*/ 7391400 w 8117205"/>
              <a:gd name="connsiteY11" fmla="*/ 43901 h 4710199"/>
              <a:gd name="connsiteX12" fmla="*/ 8117205 w 8117205"/>
              <a:gd name="connsiteY12" fmla="*/ 242021 h 4710199"/>
              <a:gd name="connsiteX13" fmla="*/ 7384733 w 8117205"/>
              <a:gd name="connsiteY13" fmla="*/ 82001 h 4710199"/>
              <a:gd name="connsiteX14" fmla="*/ 6281738 w 8117205"/>
              <a:gd name="connsiteY14" fmla="*/ 233449 h 4710199"/>
              <a:gd name="connsiteX15" fmla="*/ 6139815 w 8117205"/>
              <a:gd name="connsiteY15" fmla="*/ 1279294 h 4710199"/>
              <a:gd name="connsiteX16" fmla="*/ 6187440 w 8117205"/>
              <a:gd name="connsiteY16" fmla="*/ 2101302 h 4710199"/>
              <a:gd name="connsiteX17" fmla="*/ 5866448 w 8117205"/>
              <a:gd name="connsiteY17" fmla="*/ 2629939 h 4710199"/>
              <a:gd name="connsiteX18" fmla="*/ 4510088 w 8117205"/>
              <a:gd name="connsiteY18" fmla="*/ 2869969 h 4710199"/>
              <a:gd name="connsiteX19" fmla="*/ 2620328 w 8117205"/>
              <a:gd name="connsiteY19" fmla="*/ 2230842 h 4710199"/>
              <a:gd name="connsiteX20" fmla="*/ 568643 w 8117205"/>
              <a:gd name="connsiteY20" fmla="*/ 3763414 h 4710199"/>
              <a:gd name="connsiteX21" fmla="*/ 36195 w 8117205"/>
              <a:gd name="connsiteY21" fmla="*/ 4710199 h 4710199"/>
              <a:gd name="connsiteX0" fmla="*/ 36195 w 7528033"/>
              <a:gd name="connsiteY0" fmla="*/ 4673434 h 4673434"/>
              <a:gd name="connsiteX1" fmla="*/ 0 w 7528033"/>
              <a:gd name="connsiteY1" fmla="*/ 4661052 h 4673434"/>
              <a:gd name="connsiteX2" fmla="*/ 538163 w 7528033"/>
              <a:gd name="connsiteY2" fmla="*/ 3702837 h 4673434"/>
              <a:gd name="connsiteX3" fmla="*/ 1340168 w 7528033"/>
              <a:gd name="connsiteY3" fmla="*/ 2878924 h 4673434"/>
              <a:gd name="connsiteX4" fmla="*/ 2613660 w 7528033"/>
              <a:gd name="connsiteY4" fmla="*/ 2154072 h 4673434"/>
              <a:gd name="connsiteX5" fmla="*/ 2621280 w 7528033"/>
              <a:gd name="connsiteY5" fmla="*/ 2151214 h 4673434"/>
              <a:gd name="connsiteX6" fmla="*/ 2628900 w 7528033"/>
              <a:gd name="connsiteY6" fmla="*/ 2155024 h 4673434"/>
              <a:gd name="connsiteX7" fmla="*/ 4513898 w 7528033"/>
              <a:gd name="connsiteY7" fmla="*/ 2794152 h 4673434"/>
              <a:gd name="connsiteX8" fmla="*/ 5841683 w 7528033"/>
              <a:gd name="connsiteY8" fmla="*/ 2562694 h 4673434"/>
              <a:gd name="connsiteX9" fmla="*/ 6102668 w 7528033"/>
              <a:gd name="connsiteY9" fmla="*/ 1252054 h 4673434"/>
              <a:gd name="connsiteX10" fmla="*/ 6256020 w 7528033"/>
              <a:gd name="connsiteY10" fmla="*/ 168109 h 4673434"/>
              <a:gd name="connsiteX11" fmla="*/ 7391400 w 7528033"/>
              <a:gd name="connsiteY11" fmla="*/ 7136 h 4673434"/>
              <a:gd name="connsiteX12" fmla="*/ 7384733 w 7528033"/>
              <a:gd name="connsiteY12" fmla="*/ 45236 h 4673434"/>
              <a:gd name="connsiteX13" fmla="*/ 6281738 w 7528033"/>
              <a:gd name="connsiteY13" fmla="*/ 196684 h 4673434"/>
              <a:gd name="connsiteX14" fmla="*/ 6139815 w 7528033"/>
              <a:gd name="connsiteY14" fmla="*/ 1242529 h 4673434"/>
              <a:gd name="connsiteX15" fmla="*/ 6187440 w 7528033"/>
              <a:gd name="connsiteY15" fmla="*/ 2064537 h 4673434"/>
              <a:gd name="connsiteX16" fmla="*/ 5866448 w 7528033"/>
              <a:gd name="connsiteY16" fmla="*/ 2593174 h 4673434"/>
              <a:gd name="connsiteX17" fmla="*/ 4510088 w 7528033"/>
              <a:gd name="connsiteY17" fmla="*/ 2833204 h 4673434"/>
              <a:gd name="connsiteX18" fmla="*/ 2620328 w 7528033"/>
              <a:gd name="connsiteY18" fmla="*/ 2194077 h 4673434"/>
              <a:gd name="connsiteX19" fmla="*/ 568643 w 7528033"/>
              <a:gd name="connsiteY19" fmla="*/ 3726649 h 4673434"/>
              <a:gd name="connsiteX20" fmla="*/ 36195 w 7528033"/>
              <a:gd name="connsiteY20" fmla="*/ 4673434 h 467343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7528033" h="4673434">
                <a:moveTo>
                  <a:pt x="36195" y="4673434"/>
                </a:moveTo>
                <a:lnTo>
                  <a:pt x="0" y="4661052"/>
                </a:lnTo>
                <a:cubicBezTo>
                  <a:pt x="953" y="4656289"/>
                  <a:pt x="145733" y="4224807"/>
                  <a:pt x="538163" y="3702837"/>
                </a:cubicBezTo>
                <a:cubicBezTo>
                  <a:pt x="768668" y="3396132"/>
                  <a:pt x="1038225" y="3118954"/>
                  <a:pt x="1340168" y="2878924"/>
                </a:cubicBezTo>
                <a:cubicBezTo>
                  <a:pt x="1717358" y="2577934"/>
                  <a:pt x="2145983" y="2334094"/>
                  <a:pt x="2613660" y="2154072"/>
                </a:cubicBezTo>
                <a:lnTo>
                  <a:pt x="2621280" y="2151214"/>
                </a:lnTo>
                <a:lnTo>
                  <a:pt x="2628900" y="2155024"/>
                </a:lnTo>
                <a:cubicBezTo>
                  <a:pt x="3289935" y="2497924"/>
                  <a:pt x="3941445" y="2718904"/>
                  <a:pt x="4513898" y="2794152"/>
                </a:cubicBezTo>
                <a:cubicBezTo>
                  <a:pt x="5095875" y="2871304"/>
                  <a:pt x="5554980" y="2790341"/>
                  <a:pt x="5841683" y="2562694"/>
                </a:cubicBezTo>
                <a:cubicBezTo>
                  <a:pt x="6168390" y="2302662"/>
                  <a:pt x="6257925" y="1849271"/>
                  <a:pt x="6102668" y="1252054"/>
                </a:cubicBezTo>
                <a:cubicBezTo>
                  <a:pt x="5969318" y="741514"/>
                  <a:pt x="6020753" y="376706"/>
                  <a:pt x="6256020" y="168109"/>
                </a:cubicBezTo>
                <a:cubicBezTo>
                  <a:pt x="6480810" y="-31916"/>
                  <a:pt x="7203281" y="27615"/>
                  <a:pt x="7391400" y="7136"/>
                </a:cubicBezTo>
                <a:cubicBezTo>
                  <a:pt x="7579519" y="-13343"/>
                  <a:pt x="7569677" y="13645"/>
                  <a:pt x="7384733" y="45236"/>
                </a:cubicBezTo>
                <a:cubicBezTo>
                  <a:pt x="7199789" y="76827"/>
                  <a:pt x="6550343" y="-41441"/>
                  <a:pt x="6281738" y="196684"/>
                </a:cubicBezTo>
                <a:cubicBezTo>
                  <a:pt x="6058853" y="394804"/>
                  <a:pt x="6011228" y="747229"/>
                  <a:pt x="6139815" y="1242529"/>
                </a:cubicBezTo>
                <a:cubicBezTo>
                  <a:pt x="6221730" y="1557806"/>
                  <a:pt x="6237923" y="1834031"/>
                  <a:pt x="6187440" y="2064537"/>
                </a:cubicBezTo>
                <a:cubicBezTo>
                  <a:pt x="6138863" y="2283612"/>
                  <a:pt x="6031230" y="2460777"/>
                  <a:pt x="5866448" y="2593174"/>
                </a:cubicBezTo>
                <a:cubicBezTo>
                  <a:pt x="5572125" y="2828441"/>
                  <a:pt x="5102543" y="2911309"/>
                  <a:pt x="4510088" y="2833204"/>
                </a:cubicBezTo>
                <a:cubicBezTo>
                  <a:pt x="3935730" y="2757004"/>
                  <a:pt x="3282315" y="2536024"/>
                  <a:pt x="2620328" y="2194077"/>
                </a:cubicBezTo>
                <a:cubicBezTo>
                  <a:pt x="1574483" y="2598889"/>
                  <a:pt x="927735" y="3251352"/>
                  <a:pt x="568643" y="3726649"/>
                </a:cubicBezTo>
                <a:cubicBezTo>
                  <a:pt x="180023" y="4242904"/>
                  <a:pt x="37148" y="4668672"/>
                  <a:pt x="36195" y="4673434"/>
                </a:cubicBezTo>
                <a:close/>
              </a:path>
            </a:pathLst>
          </a:custGeom>
          <a:gradFill>
            <a:gsLst>
              <a:gs pos="99000">
                <a:schemeClr val="accent2">
                  <a:alpha val="0"/>
                </a:schemeClr>
              </a:gs>
              <a:gs pos="32000">
                <a:srgbClr val="12ABDB">
                  <a:alpha val="17000"/>
                </a:srgbClr>
              </a:gs>
              <a:gs pos="17000">
                <a:schemeClr val="accent2">
                  <a:alpha val="0"/>
                </a:schemeClr>
              </a:gs>
              <a:gs pos="49000">
                <a:srgbClr val="12ABDB"/>
              </a:gs>
              <a:gs pos="70000">
                <a:schemeClr val="accent2"/>
              </a:gs>
            </a:gsLst>
            <a:lin ang="16200000" scaled="0"/>
          </a:gradFill>
          <a:ln w="9525" cap="flat">
            <a:noFill/>
            <a:prstDash val="solid"/>
            <a:miter/>
          </a:ln>
        </p:spPr>
        <p:txBody>
          <a:bodyPr rtlCol="0" anchor="ctr"/>
          <a:lstStyle/>
          <a:p>
            <a:endParaRPr lang="de-DE"/>
          </a:p>
        </p:txBody>
      </p:sp>
      <p:sp>
        <p:nvSpPr>
          <p:cNvPr id="3" name="Subtitle">
            <a:extLst>
              <a:ext uri="{FF2B5EF4-FFF2-40B4-BE49-F238E27FC236}">
                <a16:creationId xmlns:a16="http://schemas.microsoft.com/office/drawing/2014/main" id="{81D5C5CA-E0F9-4194-9FD7-26150AB2A870}"/>
              </a:ext>
            </a:extLst>
          </p:cNvPr>
          <p:cNvSpPr>
            <a:spLocks noGrp="1"/>
          </p:cNvSpPr>
          <p:nvPr>
            <p:ph type="subTitle" idx="1"/>
          </p:nvPr>
        </p:nvSpPr>
        <p:spPr>
          <a:xfrm>
            <a:off x="404813" y="4242574"/>
            <a:ext cx="11379200" cy="307777"/>
          </a:xfrm>
        </p:spPr>
        <p:txBody>
          <a:bodyPr wrap="square" lIns="36000" tIns="0" rIns="36000">
            <a:spAutoFit/>
          </a:bodyPr>
          <a:lstStyle>
            <a:lvl1pPr marL="0" indent="0" algn="ctr">
              <a:buNone/>
              <a:defRPr sz="200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GB"/>
          </a:p>
        </p:txBody>
      </p:sp>
      <p:sp>
        <p:nvSpPr>
          <p:cNvPr id="2" name="Title">
            <a:extLst>
              <a:ext uri="{FF2B5EF4-FFF2-40B4-BE49-F238E27FC236}">
                <a16:creationId xmlns:a16="http://schemas.microsoft.com/office/drawing/2014/main" id="{A5A39C93-A915-45D6-953A-AAC473CA2FEC}"/>
              </a:ext>
            </a:extLst>
          </p:cNvPr>
          <p:cNvSpPr>
            <a:spLocks noGrp="1"/>
          </p:cNvSpPr>
          <p:nvPr>
            <p:ph type="ctrTitle"/>
          </p:nvPr>
        </p:nvSpPr>
        <p:spPr>
          <a:xfrm>
            <a:off x="404813" y="2339007"/>
            <a:ext cx="11386134" cy="2031325"/>
          </a:xfrm>
        </p:spPr>
        <p:txBody>
          <a:bodyPr wrap="square" lIns="36000" rIns="36000" bIns="0" anchor="b" anchorCtr="0">
            <a:spAutoFit/>
          </a:bodyPr>
          <a:lstStyle>
            <a:lvl1pPr algn="l">
              <a:lnSpc>
                <a:spcPct val="100000"/>
              </a:lnSpc>
              <a:defRPr sz="6600" b="1" baseline="0">
                <a:solidFill>
                  <a:schemeClr val="bg1"/>
                </a:solidFill>
                <a:latin typeface="Ubuntu" panose="020B0504030602030204" pitchFamily="34" charset="0"/>
              </a:defRPr>
            </a:lvl1pPr>
          </a:lstStyle>
          <a:p>
            <a:r>
              <a:rPr lang="en-US"/>
              <a:t>Click to edit Master title style</a:t>
            </a:r>
            <a:endParaRPr lang="en-GB"/>
          </a:p>
        </p:txBody>
      </p:sp>
      <p:pic>
        <p:nvPicPr>
          <p:cNvPr id="6" name="Image 5" descr="Une image contenant texte&#10;&#10;Description générée automatiquement">
            <a:extLst>
              <a:ext uri="{FF2B5EF4-FFF2-40B4-BE49-F238E27FC236}">
                <a16:creationId xmlns:a16="http://schemas.microsoft.com/office/drawing/2014/main" id="{B290AA58-6524-4A50-851C-8EA6E75AA5EE}"/>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9155116" y="260648"/>
            <a:ext cx="3024000" cy="1226177"/>
          </a:xfrm>
          <a:prstGeom prst="rect">
            <a:avLst/>
          </a:prstGeom>
        </p:spPr>
      </p:pic>
    </p:spTree>
    <p:extLst>
      <p:ext uri="{BB962C8B-B14F-4D97-AF65-F5344CB8AC3E}">
        <p14:creationId xmlns:p14="http://schemas.microsoft.com/office/powerpoint/2010/main" val="2078646251"/>
      </p:ext>
    </p:extLst>
  </p:cSld>
  <p:clrMapOvr>
    <a:masterClrMapping/>
  </p:clrMapOvr>
  <p:extLst>
    <p:ext uri="{DCECCB84-F9BA-43D5-87BE-67443E8EF086}">
      <p15:sldGuideLst xmlns:p15="http://schemas.microsoft.com/office/powerpoint/2012/main"/>
    </p:ext>
  </p:extLst>
</p:sldLayout>
</file>

<file path=ppt/slideLayouts/slideLayout77.xml><?xml version="1.0" encoding="utf-8"?>
<p:sldLayout xmlns:a="http://schemas.openxmlformats.org/drawingml/2006/main" xmlns:r="http://schemas.openxmlformats.org/officeDocument/2006/relationships" xmlns:p="http://schemas.openxmlformats.org/presentationml/2006/main" showMasterSp="0" preserve="1" userDrawn="1">
  <p:cSld name="Title Slide 2">
    <p:bg>
      <p:bgPr>
        <a:solidFill>
          <a:schemeClr val="accent4"/>
        </a:solidFill>
        <a:effectLst/>
      </p:bgPr>
    </p:bg>
    <p:spTree>
      <p:nvGrpSpPr>
        <p:cNvPr id="1" name=""/>
        <p:cNvGrpSpPr/>
        <p:nvPr/>
      </p:nvGrpSpPr>
      <p:grpSpPr>
        <a:xfrm>
          <a:off x="0" y="0"/>
          <a:ext cx="0" cy="0"/>
          <a:chOff x="0" y="0"/>
          <a:chExt cx="0" cy="0"/>
        </a:xfrm>
      </p:grpSpPr>
      <p:sp>
        <p:nvSpPr>
          <p:cNvPr id="10" name="Picture Placeholder 9">
            <a:extLst>
              <a:ext uri="{FF2B5EF4-FFF2-40B4-BE49-F238E27FC236}">
                <a16:creationId xmlns:a16="http://schemas.microsoft.com/office/drawing/2014/main" id="{5F0D51B9-A61A-4FDC-9E0F-E2A63E0E942C}"/>
              </a:ext>
            </a:extLst>
          </p:cNvPr>
          <p:cNvSpPr>
            <a:spLocks noGrp="1"/>
          </p:cNvSpPr>
          <p:nvPr>
            <p:ph type="pic" sz="quarter" idx="10" hasCustomPrompt="1"/>
          </p:nvPr>
        </p:nvSpPr>
        <p:spPr>
          <a:xfrm>
            <a:off x="5303838" y="0"/>
            <a:ext cx="6888162" cy="6858000"/>
          </a:xfrm>
          <a:solidFill>
            <a:schemeClr val="bg2">
              <a:lumMod val="90000"/>
            </a:schemeClr>
          </a:solidFill>
        </p:spPr>
        <p:txBody>
          <a:bodyPr/>
          <a:lstStyle>
            <a:lvl1pPr>
              <a:defRPr>
                <a:solidFill>
                  <a:schemeClr val="tx1">
                    <a:lumMod val="50000"/>
                    <a:lumOff val="50000"/>
                  </a:schemeClr>
                </a:solidFill>
              </a:defRPr>
            </a:lvl1pPr>
          </a:lstStyle>
          <a:p>
            <a:r>
              <a:rPr lang="de-DE"/>
              <a:t>Insert Picture and send </a:t>
            </a:r>
            <a:r>
              <a:rPr lang="de-DE" err="1"/>
              <a:t>to</a:t>
            </a:r>
            <a:r>
              <a:rPr lang="de-DE"/>
              <a:t> back</a:t>
            </a:r>
          </a:p>
        </p:txBody>
      </p:sp>
      <p:sp>
        <p:nvSpPr>
          <p:cNvPr id="3" name="Subtitle">
            <a:extLst>
              <a:ext uri="{FF2B5EF4-FFF2-40B4-BE49-F238E27FC236}">
                <a16:creationId xmlns:a16="http://schemas.microsoft.com/office/drawing/2014/main" id="{81D5C5CA-E0F9-4194-9FD7-26150AB2A870}"/>
              </a:ext>
            </a:extLst>
          </p:cNvPr>
          <p:cNvSpPr>
            <a:spLocks noGrp="1"/>
          </p:cNvSpPr>
          <p:nvPr>
            <p:ph type="subTitle" idx="1"/>
          </p:nvPr>
        </p:nvSpPr>
        <p:spPr>
          <a:xfrm>
            <a:off x="404813" y="4561383"/>
            <a:ext cx="11386134" cy="307777"/>
          </a:xfrm>
        </p:spPr>
        <p:txBody>
          <a:bodyPr wrap="square" lIns="36000" tIns="0" rIns="36000">
            <a:spAutoFit/>
          </a:bodyPr>
          <a:lstStyle>
            <a:lvl1pPr marL="0" indent="0" algn="l">
              <a:buNone/>
              <a:defRPr sz="200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GB"/>
          </a:p>
        </p:txBody>
      </p:sp>
      <p:sp>
        <p:nvSpPr>
          <p:cNvPr id="2" name="Title">
            <a:extLst>
              <a:ext uri="{FF2B5EF4-FFF2-40B4-BE49-F238E27FC236}">
                <a16:creationId xmlns:a16="http://schemas.microsoft.com/office/drawing/2014/main" id="{A5A39C93-A915-45D6-953A-AAC473CA2FEC}"/>
              </a:ext>
            </a:extLst>
          </p:cNvPr>
          <p:cNvSpPr>
            <a:spLocks noGrp="1"/>
          </p:cNvSpPr>
          <p:nvPr>
            <p:ph type="ctrTitle"/>
          </p:nvPr>
        </p:nvSpPr>
        <p:spPr>
          <a:xfrm>
            <a:off x="404813" y="2293129"/>
            <a:ext cx="11386134" cy="2215991"/>
          </a:xfrm>
        </p:spPr>
        <p:txBody>
          <a:bodyPr wrap="square" lIns="36000" rIns="36000" bIns="0" anchor="b" anchorCtr="0">
            <a:spAutoFit/>
          </a:bodyPr>
          <a:lstStyle>
            <a:lvl1pPr algn="l">
              <a:lnSpc>
                <a:spcPct val="90000"/>
              </a:lnSpc>
              <a:defRPr sz="8000" b="1" baseline="0">
                <a:solidFill>
                  <a:schemeClr val="bg1"/>
                </a:solidFill>
                <a:latin typeface="Ubuntu" panose="020B0504030602030204" pitchFamily="34" charset="0"/>
              </a:defRPr>
            </a:lvl1pPr>
          </a:lstStyle>
          <a:p>
            <a:r>
              <a:rPr lang="en-US"/>
              <a:t>Click to edit Master title style</a:t>
            </a:r>
            <a:endParaRPr lang="en-GB"/>
          </a:p>
        </p:txBody>
      </p:sp>
      <p:pic>
        <p:nvPicPr>
          <p:cNvPr id="7" name="Image 6" descr="Une image contenant texte&#10;&#10;Description générée automatiquement">
            <a:extLst>
              <a:ext uri="{FF2B5EF4-FFF2-40B4-BE49-F238E27FC236}">
                <a16:creationId xmlns:a16="http://schemas.microsoft.com/office/drawing/2014/main" id="{873884F3-4760-488E-A25C-0D285C88AE32}"/>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98408" y="260648"/>
            <a:ext cx="3024000" cy="1226177"/>
          </a:xfrm>
          <a:prstGeom prst="rect">
            <a:avLst/>
          </a:prstGeom>
        </p:spPr>
      </p:pic>
    </p:spTree>
    <p:extLst>
      <p:ext uri="{BB962C8B-B14F-4D97-AF65-F5344CB8AC3E}">
        <p14:creationId xmlns:p14="http://schemas.microsoft.com/office/powerpoint/2010/main" val="3642103992"/>
      </p:ext>
    </p:extLst>
  </p:cSld>
  <p:clrMapOvr>
    <a:masterClrMapping/>
  </p:clrMapOvr>
  <p:extLst>
    <p:ext uri="{DCECCB84-F9BA-43D5-87BE-67443E8EF086}">
      <p15:sldGuideLst xmlns:p15="http://schemas.microsoft.com/office/powerpoint/2012/main"/>
    </p:ext>
  </p:extLst>
</p:sldLayout>
</file>

<file path=ppt/slideLayouts/slideLayout78.xml><?xml version="1.0" encoding="utf-8"?>
<p:sldLayout xmlns:a="http://schemas.openxmlformats.org/drawingml/2006/main" xmlns:r="http://schemas.openxmlformats.org/officeDocument/2006/relationships" xmlns:p="http://schemas.openxmlformats.org/presentationml/2006/main" showMasterSp="0" preserve="1" userDrawn="1">
  <p:cSld name="Title Slide 3 Full Picture">
    <p:bg>
      <p:bgPr>
        <a:solidFill>
          <a:schemeClr val="accent4"/>
        </a:solidFill>
        <a:effectLst/>
      </p:bgPr>
    </p:bg>
    <p:spTree>
      <p:nvGrpSpPr>
        <p:cNvPr id="1" name=""/>
        <p:cNvGrpSpPr/>
        <p:nvPr/>
      </p:nvGrpSpPr>
      <p:grpSpPr>
        <a:xfrm>
          <a:off x="0" y="0"/>
          <a:ext cx="0" cy="0"/>
          <a:chOff x="0" y="0"/>
          <a:chExt cx="0" cy="0"/>
        </a:xfrm>
      </p:grpSpPr>
      <p:sp>
        <p:nvSpPr>
          <p:cNvPr id="23" name="Picture Placeholder 22">
            <a:extLst>
              <a:ext uri="{FF2B5EF4-FFF2-40B4-BE49-F238E27FC236}">
                <a16:creationId xmlns:a16="http://schemas.microsoft.com/office/drawing/2014/main" id="{B92814EB-708F-421C-9F3F-E5C7B767B62F}"/>
              </a:ext>
            </a:extLst>
          </p:cNvPr>
          <p:cNvSpPr>
            <a:spLocks noGrp="1"/>
          </p:cNvSpPr>
          <p:nvPr>
            <p:ph type="pic" sz="quarter" idx="10" hasCustomPrompt="1"/>
          </p:nvPr>
        </p:nvSpPr>
        <p:spPr>
          <a:xfrm>
            <a:off x="0" y="0"/>
            <a:ext cx="12192000" cy="6858000"/>
          </a:xfrm>
          <a:custGeom>
            <a:avLst/>
            <a:gdLst>
              <a:gd name="connsiteX0" fmla="*/ 10205289 w 12192000"/>
              <a:gd name="connsiteY0" fmla="*/ 966629 h 6858000"/>
              <a:gd name="connsiteX1" fmla="*/ 10155045 w 12192000"/>
              <a:gd name="connsiteY1" fmla="*/ 1089100 h 6858000"/>
              <a:gd name="connsiteX2" fmla="*/ 10129923 w 12192000"/>
              <a:gd name="connsiteY2" fmla="*/ 1057697 h 6858000"/>
              <a:gd name="connsiteX3" fmla="*/ 10205289 w 12192000"/>
              <a:gd name="connsiteY3" fmla="*/ 966629 h 6858000"/>
              <a:gd name="connsiteX4" fmla="*/ 10359163 w 12192000"/>
              <a:gd name="connsiteY4" fmla="*/ 768791 h 6858000"/>
              <a:gd name="connsiteX5" fmla="*/ 10381145 w 12192000"/>
              <a:gd name="connsiteY5" fmla="*/ 803334 h 6858000"/>
              <a:gd name="connsiteX6" fmla="*/ 10330900 w 12192000"/>
              <a:gd name="connsiteY6" fmla="*/ 875561 h 6858000"/>
              <a:gd name="connsiteX7" fmla="*/ 10359163 w 12192000"/>
              <a:gd name="connsiteY7" fmla="*/ 768791 h 6858000"/>
              <a:gd name="connsiteX8" fmla="*/ 11203898 w 12192000"/>
              <a:gd name="connsiteY8" fmla="*/ 658881 h 6858000"/>
              <a:gd name="connsiteX9" fmla="*/ 11178776 w 12192000"/>
              <a:gd name="connsiteY9" fmla="*/ 684003 h 6858000"/>
              <a:gd name="connsiteX10" fmla="*/ 11203898 w 12192000"/>
              <a:gd name="connsiteY10" fmla="*/ 709126 h 6858000"/>
              <a:gd name="connsiteX11" fmla="*/ 11229020 w 12192000"/>
              <a:gd name="connsiteY11" fmla="*/ 684003 h 6858000"/>
              <a:gd name="connsiteX12" fmla="*/ 11203898 w 12192000"/>
              <a:gd name="connsiteY12" fmla="*/ 658881 h 6858000"/>
              <a:gd name="connsiteX13" fmla="*/ 10842765 w 12192000"/>
              <a:gd name="connsiteY13" fmla="*/ 646320 h 6858000"/>
              <a:gd name="connsiteX14" fmla="*/ 10817643 w 12192000"/>
              <a:gd name="connsiteY14" fmla="*/ 674583 h 6858000"/>
              <a:gd name="connsiteX15" fmla="*/ 10842765 w 12192000"/>
              <a:gd name="connsiteY15" fmla="*/ 699705 h 6858000"/>
              <a:gd name="connsiteX16" fmla="*/ 10867887 w 12192000"/>
              <a:gd name="connsiteY16" fmla="*/ 671442 h 6858000"/>
              <a:gd name="connsiteX17" fmla="*/ 10842765 w 12192000"/>
              <a:gd name="connsiteY17" fmla="*/ 646320 h 6858000"/>
              <a:gd name="connsiteX18" fmla="*/ 9570952 w 12192000"/>
              <a:gd name="connsiteY18" fmla="*/ 621198 h 6858000"/>
              <a:gd name="connsiteX19" fmla="*/ 9420219 w 12192000"/>
              <a:gd name="connsiteY19" fmla="*/ 806475 h 6858000"/>
              <a:gd name="connsiteX20" fmla="*/ 9545830 w 12192000"/>
              <a:gd name="connsiteY20" fmla="*/ 969769 h 6858000"/>
              <a:gd name="connsiteX21" fmla="*/ 9665161 w 12192000"/>
              <a:gd name="connsiteY21" fmla="*/ 894402 h 6858000"/>
              <a:gd name="connsiteX22" fmla="*/ 9724826 w 12192000"/>
              <a:gd name="connsiteY22" fmla="*/ 954068 h 6858000"/>
              <a:gd name="connsiteX23" fmla="*/ 9797053 w 12192000"/>
              <a:gd name="connsiteY23" fmla="*/ 900683 h 6858000"/>
              <a:gd name="connsiteX24" fmla="*/ 9847297 w 12192000"/>
              <a:gd name="connsiteY24" fmla="*/ 954068 h 6858000"/>
              <a:gd name="connsiteX25" fmla="*/ 9894401 w 12192000"/>
              <a:gd name="connsiteY25" fmla="*/ 928946 h 6858000"/>
              <a:gd name="connsiteX26" fmla="*/ 9947786 w 12192000"/>
              <a:gd name="connsiteY26" fmla="*/ 1092240 h 6858000"/>
              <a:gd name="connsiteX27" fmla="*/ 9935225 w 12192000"/>
              <a:gd name="connsiteY27" fmla="*/ 957208 h 6858000"/>
              <a:gd name="connsiteX28" fmla="*/ 9985470 w 12192000"/>
              <a:gd name="connsiteY28" fmla="*/ 775072 h 6858000"/>
              <a:gd name="connsiteX29" fmla="*/ 10013732 w 12192000"/>
              <a:gd name="connsiteY29" fmla="*/ 828457 h 6858000"/>
              <a:gd name="connsiteX30" fmla="*/ 10007452 w 12192000"/>
              <a:gd name="connsiteY30" fmla="*/ 875561 h 6858000"/>
              <a:gd name="connsiteX31" fmla="*/ 9944646 w 12192000"/>
              <a:gd name="connsiteY31" fmla="*/ 935226 h 6858000"/>
              <a:gd name="connsiteX32" fmla="*/ 9969768 w 12192000"/>
              <a:gd name="connsiteY32" fmla="*/ 954068 h 6858000"/>
              <a:gd name="connsiteX33" fmla="*/ 10045135 w 12192000"/>
              <a:gd name="connsiteY33" fmla="*/ 878701 h 6858000"/>
              <a:gd name="connsiteX34" fmla="*/ 10092239 w 12192000"/>
              <a:gd name="connsiteY34" fmla="*/ 844158 h 6858000"/>
              <a:gd name="connsiteX35" fmla="*/ 10092239 w 12192000"/>
              <a:gd name="connsiteY35" fmla="*/ 859859 h 6858000"/>
              <a:gd name="connsiteX36" fmla="*/ 10148764 w 12192000"/>
              <a:gd name="connsiteY36" fmla="*/ 938366 h 6858000"/>
              <a:gd name="connsiteX37" fmla="*/ 10208430 w 12192000"/>
              <a:gd name="connsiteY37" fmla="*/ 891262 h 6858000"/>
              <a:gd name="connsiteX38" fmla="*/ 10211570 w 12192000"/>
              <a:gd name="connsiteY38" fmla="*/ 935226 h 6858000"/>
              <a:gd name="connsiteX39" fmla="*/ 10098520 w 12192000"/>
              <a:gd name="connsiteY39" fmla="*/ 1057697 h 6858000"/>
              <a:gd name="connsiteX40" fmla="*/ 10158185 w 12192000"/>
              <a:gd name="connsiteY40" fmla="*/ 1120503 h 6858000"/>
              <a:gd name="connsiteX41" fmla="*/ 10252393 w 12192000"/>
              <a:gd name="connsiteY41" fmla="*/ 947787 h 6858000"/>
              <a:gd name="connsiteX42" fmla="*/ 10315199 w 12192000"/>
              <a:gd name="connsiteY42" fmla="*/ 919525 h 6858000"/>
              <a:gd name="connsiteX43" fmla="*/ 10381145 w 12192000"/>
              <a:gd name="connsiteY43" fmla="*/ 954068 h 6858000"/>
              <a:gd name="connsiteX44" fmla="*/ 10481634 w 12192000"/>
              <a:gd name="connsiteY44" fmla="*/ 884982 h 6858000"/>
              <a:gd name="connsiteX45" fmla="*/ 10513037 w 12192000"/>
              <a:gd name="connsiteY45" fmla="*/ 954068 h 6858000"/>
              <a:gd name="connsiteX46" fmla="*/ 10578983 w 12192000"/>
              <a:gd name="connsiteY46" fmla="*/ 778212 h 6858000"/>
              <a:gd name="connsiteX47" fmla="*/ 10632367 w 12192000"/>
              <a:gd name="connsiteY47" fmla="*/ 969769 h 6858000"/>
              <a:gd name="connsiteX48" fmla="*/ 10704594 w 12192000"/>
              <a:gd name="connsiteY48" fmla="*/ 800194 h 6858000"/>
              <a:gd name="connsiteX49" fmla="*/ 10767400 w 12192000"/>
              <a:gd name="connsiteY49" fmla="*/ 954068 h 6858000"/>
              <a:gd name="connsiteX50" fmla="*/ 10830205 w 12192000"/>
              <a:gd name="connsiteY50" fmla="*/ 866140 h 6858000"/>
              <a:gd name="connsiteX51" fmla="*/ 10893011 w 12192000"/>
              <a:gd name="connsiteY51" fmla="*/ 954068 h 6858000"/>
              <a:gd name="connsiteX52" fmla="*/ 10949536 w 12192000"/>
              <a:gd name="connsiteY52" fmla="*/ 900683 h 6858000"/>
              <a:gd name="connsiteX53" fmla="*/ 10980939 w 12192000"/>
              <a:gd name="connsiteY53" fmla="*/ 954068 h 6858000"/>
              <a:gd name="connsiteX54" fmla="*/ 11059446 w 12192000"/>
              <a:gd name="connsiteY54" fmla="*/ 778212 h 6858000"/>
              <a:gd name="connsiteX55" fmla="*/ 11144233 w 12192000"/>
              <a:gd name="connsiteY55" fmla="*/ 954068 h 6858000"/>
              <a:gd name="connsiteX56" fmla="*/ 11197618 w 12192000"/>
              <a:gd name="connsiteY56" fmla="*/ 894402 h 6858000"/>
              <a:gd name="connsiteX57" fmla="*/ 11244722 w 12192000"/>
              <a:gd name="connsiteY57" fmla="*/ 954068 h 6858000"/>
              <a:gd name="connsiteX58" fmla="*/ 11272985 w 12192000"/>
              <a:gd name="connsiteY58" fmla="*/ 938366 h 6858000"/>
              <a:gd name="connsiteX59" fmla="*/ 11225881 w 12192000"/>
              <a:gd name="connsiteY59" fmla="*/ 784493 h 6858000"/>
              <a:gd name="connsiteX60" fmla="*/ 11207039 w 12192000"/>
              <a:gd name="connsiteY60" fmla="*/ 740529 h 6858000"/>
              <a:gd name="connsiteX61" fmla="*/ 11188197 w 12192000"/>
              <a:gd name="connsiteY61" fmla="*/ 743669 h 6858000"/>
              <a:gd name="connsiteX62" fmla="*/ 11147374 w 12192000"/>
              <a:gd name="connsiteY62" fmla="*/ 913244 h 6858000"/>
              <a:gd name="connsiteX63" fmla="*/ 11062586 w 12192000"/>
              <a:gd name="connsiteY63" fmla="*/ 721687 h 6858000"/>
              <a:gd name="connsiteX64" fmla="*/ 10984079 w 12192000"/>
              <a:gd name="connsiteY64" fmla="*/ 875561 h 6858000"/>
              <a:gd name="connsiteX65" fmla="*/ 10977798 w 12192000"/>
              <a:gd name="connsiteY65" fmla="*/ 803334 h 6858000"/>
              <a:gd name="connsiteX66" fmla="*/ 10980939 w 12192000"/>
              <a:gd name="connsiteY66" fmla="*/ 765651 h 6858000"/>
              <a:gd name="connsiteX67" fmla="*/ 10943255 w 12192000"/>
              <a:gd name="connsiteY67" fmla="*/ 740529 h 6858000"/>
              <a:gd name="connsiteX68" fmla="*/ 10896151 w 12192000"/>
              <a:gd name="connsiteY68" fmla="*/ 916384 h 6858000"/>
              <a:gd name="connsiteX69" fmla="*/ 10858468 w 12192000"/>
              <a:gd name="connsiteY69" fmla="*/ 790773 h 6858000"/>
              <a:gd name="connsiteX70" fmla="*/ 10820784 w 12192000"/>
              <a:gd name="connsiteY70" fmla="*/ 740529 h 6858000"/>
              <a:gd name="connsiteX71" fmla="*/ 10773680 w 12192000"/>
              <a:gd name="connsiteY71" fmla="*/ 906964 h 6858000"/>
              <a:gd name="connsiteX72" fmla="*/ 10707734 w 12192000"/>
              <a:gd name="connsiteY72" fmla="*/ 740529 h 6858000"/>
              <a:gd name="connsiteX73" fmla="*/ 10638648 w 12192000"/>
              <a:gd name="connsiteY73" fmla="*/ 897543 h 6858000"/>
              <a:gd name="connsiteX74" fmla="*/ 10578983 w 12192000"/>
              <a:gd name="connsiteY74" fmla="*/ 721687 h 6858000"/>
              <a:gd name="connsiteX75" fmla="*/ 10516177 w 12192000"/>
              <a:gd name="connsiteY75" fmla="*/ 847298 h 6858000"/>
              <a:gd name="connsiteX76" fmla="*/ 10509897 w 12192000"/>
              <a:gd name="connsiteY76" fmla="*/ 847298 h 6858000"/>
              <a:gd name="connsiteX77" fmla="*/ 10509897 w 12192000"/>
              <a:gd name="connsiteY77" fmla="*/ 809615 h 6858000"/>
              <a:gd name="connsiteX78" fmla="*/ 10475353 w 12192000"/>
              <a:gd name="connsiteY78" fmla="*/ 737388 h 6858000"/>
              <a:gd name="connsiteX79" fmla="*/ 10387426 w 12192000"/>
              <a:gd name="connsiteY79" fmla="*/ 919525 h 6858000"/>
              <a:gd name="connsiteX80" fmla="*/ 10349742 w 12192000"/>
              <a:gd name="connsiteY80" fmla="*/ 903823 h 6858000"/>
              <a:gd name="connsiteX81" fmla="*/ 10425109 w 12192000"/>
              <a:gd name="connsiteY81" fmla="*/ 800194 h 6858000"/>
              <a:gd name="connsiteX82" fmla="*/ 10365444 w 12192000"/>
              <a:gd name="connsiteY82" fmla="*/ 740529 h 6858000"/>
              <a:gd name="connsiteX83" fmla="*/ 10286937 w 12192000"/>
              <a:gd name="connsiteY83" fmla="*/ 837877 h 6858000"/>
              <a:gd name="connsiteX84" fmla="*/ 10299498 w 12192000"/>
              <a:gd name="connsiteY84" fmla="*/ 900683 h 6858000"/>
              <a:gd name="connsiteX85" fmla="*/ 10249253 w 12192000"/>
              <a:gd name="connsiteY85" fmla="*/ 922665 h 6858000"/>
              <a:gd name="connsiteX86" fmla="*/ 10239832 w 12192000"/>
              <a:gd name="connsiteY86" fmla="*/ 784493 h 6858000"/>
              <a:gd name="connsiteX87" fmla="*/ 10202149 w 12192000"/>
              <a:gd name="connsiteY87" fmla="*/ 815895 h 6858000"/>
              <a:gd name="connsiteX88" fmla="*/ 10155045 w 12192000"/>
              <a:gd name="connsiteY88" fmla="*/ 897543 h 6858000"/>
              <a:gd name="connsiteX89" fmla="*/ 10133063 w 12192000"/>
              <a:gd name="connsiteY89" fmla="*/ 863000 h 6858000"/>
              <a:gd name="connsiteX90" fmla="*/ 10236692 w 12192000"/>
              <a:gd name="connsiteY90" fmla="*/ 762511 h 6858000"/>
              <a:gd name="connsiteX91" fmla="*/ 10202149 w 12192000"/>
              <a:gd name="connsiteY91" fmla="*/ 727968 h 6858000"/>
              <a:gd name="connsiteX92" fmla="*/ 10107941 w 12192000"/>
              <a:gd name="connsiteY92" fmla="*/ 784493 h 6858000"/>
              <a:gd name="connsiteX93" fmla="*/ 10051415 w 12192000"/>
              <a:gd name="connsiteY93" fmla="*/ 841018 h 6858000"/>
              <a:gd name="connsiteX94" fmla="*/ 10051415 w 12192000"/>
              <a:gd name="connsiteY94" fmla="*/ 825316 h 6858000"/>
              <a:gd name="connsiteX95" fmla="*/ 9985470 w 12192000"/>
              <a:gd name="connsiteY95" fmla="*/ 734248 h 6858000"/>
              <a:gd name="connsiteX96" fmla="*/ 9932085 w 12192000"/>
              <a:gd name="connsiteY96" fmla="*/ 775072 h 6858000"/>
              <a:gd name="connsiteX97" fmla="*/ 9910103 w 12192000"/>
              <a:gd name="connsiteY97" fmla="*/ 740529 h 6858000"/>
              <a:gd name="connsiteX98" fmla="*/ 9884981 w 12192000"/>
              <a:gd name="connsiteY98" fmla="*/ 746809 h 6858000"/>
              <a:gd name="connsiteX99" fmla="*/ 9891261 w 12192000"/>
              <a:gd name="connsiteY99" fmla="*/ 812755 h 6858000"/>
              <a:gd name="connsiteX100" fmla="*/ 9850437 w 12192000"/>
              <a:gd name="connsiteY100" fmla="*/ 922665 h 6858000"/>
              <a:gd name="connsiteX101" fmla="*/ 9822175 w 12192000"/>
              <a:gd name="connsiteY101" fmla="*/ 800194 h 6858000"/>
              <a:gd name="connsiteX102" fmla="*/ 9809614 w 12192000"/>
              <a:gd name="connsiteY102" fmla="*/ 797054 h 6858000"/>
              <a:gd name="connsiteX103" fmla="*/ 9781351 w 12192000"/>
              <a:gd name="connsiteY103" fmla="*/ 853579 h 6858000"/>
              <a:gd name="connsiteX104" fmla="*/ 9734247 w 12192000"/>
              <a:gd name="connsiteY104" fmla="*/ 919525 h 6858000"/>
              <a:gd name="connsiteX105" fmla="*/ 9709125 w 12192000"/>
              <a:gd name="connsiteY105" fmla="*/ 878701 h 6858000"/>
              <a:gd name="connsiteX106" fmla="*/ 9819035 w 12192000"/>
              <a:gd name="connsiteY106" fmla="*/ 778212 h 6858000"/>
              <a:gd name="connsiteX107" fmla="*/ 9784492 w 12192000"/>
              <a:gd name="connsiteY107" fmla="*/ 740529 h 6858000"/>
              <a:gd name="connsiteX108" fmla="*/ 9674582 w 12192000"/>
              <a:gd name="connsiteY108" fmla="*/ 825316 h 6858000"/>
              <a:gd name="connsiteX109" fmla="*/ 9555251 w 12192000"/>
              <a:gd name="connsiteY109" fmla="*/ 925805 h 6858000"/>
              <a:gd name="connsiteX110" fmla="*/ 9473604 w 12192000"/>
              <a:gd name="connsiteY110" fmla="*/ 800194 h 6858000"/>
              <a:gd name="connsiteX111" fmla="*/ 9567812 w 12192000"/>
              <a:gd name="connsiteY111" fmla="*/ 655741 h 6858000"/>
              <a:gd name="connsiteX112" fmla="*/ 9608636 w 12192000"/>
              <a:gd name="connsiteY112" fmla="*/ 721687 h 6858000"/>
              <a:gd name="connsiteX113" fmla="*/ 9655740 w 12192000"/>
              <a:gd name="connsiteY113" fmla="*/ 687144 h 6858000"/>
              <a:gd name="connsiteX114" fmla="*/ 9570952 w 12192000"/>
              <a:gd name="connsiteY114" fmla="*/ 621198 h 6858000"/>
              <a:gd name="connsiteX115" fmla="*/ 11503938 w 12192000"/>
              <a:gd name="connsiteY115" fmla="*/ 612538 h 6858000"/>
              <a:gd name="connsiteX116" fmla="*/ 11291551 w 12192000"/>
              <a:gd name="connsiteY116" fmla="*/ 832051 h 6858000"/>
              <a:gd name="connsiteX117" fmla="*/ 11365123 w 12192000"/>
              <a:gd name="connsiteY117" fmla="*/ 940418 h 6858000"/>
              <a:gd name="connsiteX118" fmla="*/ 11440083 w 12192000"/>
              <a:gd name="connsiteY118" fmla="*/ 941808 h 6858000"/>
              <a:gd name="connsiteX119" fmla="*/ 11444304 w 12192000"/>
              <a:gd name="connsiteY119" fmla="*/ 939708 h 6858000"/>
              <a:gd name="connsiteX120" fmla="*/ 11445324 w 12192000"/>
              <a:gd name="connsiteY120" fmla="*/ 939542 h 6858000"/>
              <a:gd name="connsiteX121" fmla="*/ 11475268 w 12192000"/>
              <a:gd name="connsiteY121" fmla="*/ 924644 h 6858000"/>
              <a:gd name="connsiteX122" fmla="*/ 11494474 w 12192000"/>
              <a:gd name="connsiteY122" fmla="*/ 907542 h 6858000"/>
              <a:gd name="connsiteX123" fmla="*/ 11488753 w 12192000"/>
              <a:gd name="connsiteY123" fmla="*/ 926162 h 6858000"/>
              <a:gd name="connsiteX124" fmla="*/ 11464846 w 12192000"/>
              <a:gd name="connsiteY124" fmla="*/ 951842 h 6858000"/>
              <a:gd name="connsiteX125" fmla="*/ 11432834 w 12192000"/>
              <a:gd name="connsiteY125" fmla="*/ 964214 h 6858000"/>
              <a:gd name="connsiteX126" fmla="*/ 11433416 w 12192000"/>
              <a:gd name="connsiteY126" fmla="*/ 964508 h 6858000"/>
              <a:gd name="connsiteX127" fmla="*/ 11427416 w 12192000"/>
              <a:gd name="connsiteY127" fmla="*/ 966826 h 6858000"/>
              <a:gd name="connsiteX128" fmla="*/ 11478812 w 12192000"/>
              <a:gd name="connsiteY128" fmla="*/ 980728 h 6858000"/>
              <a:gd name="connsiteX129" fmla="*/ 11601049 w 12192000"/>
              <a:gd name="connsiteY129" fmla="*/ 940412 h 6858000"/>
              <a:gd name="connsiteX130" fmla="*/ 11600229 w 12192000"/>
              <a:gd name="connsiteY130" fmla="*/ 940299 h 6858000"/>
              <a:gd name="connsiteX131" fmla="*/ 11604054 w 12192000"/>
              <a:gd name="connsiteY131" fmla="*/ 938167 h 6858000"/>
              <a:gd name="connsiteX132" fmla="*/ 11561078 w 12192000"/>
              <a:gd name="connsiteY132" fmla="*/ 923772 h 6858000"/>
              <a:gd name="connsiteX133" fmla="*/ 11546930 w 12192000"/>
              <a:gd name="connsiteY133" fmla="*/ 891807 h 6858000"/>
              <a:gd name="connsiteX134" fmla="*/ 11567885 w 12192000"/>
              <a:gd name="connsiteY134" fmla="*/ 908611 h 6858000"/>
              <a:gd name="connsiteX135" fmla="*/ 11601049 w 12192000"/>
              <a:gd name="connsiteY135" fmla="*/ 915389 h 6858000"/>
              <a:gd name="connsiteX136" fmla="*/ 11650104 w 12192000"/>
              <a:gd name="connsiteY136" fmla="*/ 900067 h 6858000"/>
              <a:gd name="connsiteX137" fmla="*/ 11650828 w 12192000"/>
              <a:gd name="connsiteY137" fmla="*/ 899169 h 6858000"/>
              <a:gd name="connsiteX138" fmla="*/ 11652427 w 12192000"/>
              <a:gd name="connsiteY138" fmla="*/ 898382 h 6858000"/>
              <a:gd name="connsiteX139" fmla="*/ 11683608 w 12192000"/>
              <a:gd name="connsiteY139" fmla="*/ 859705 h 6858000"/>
              <a:gd name="connsiteX140" fmla="*/ 11690343 w 12192000"/>
              <a:gd name="connsiteY140" fmla="*/ 825792 h 6858000"/>
              <a:gd name="connsiteX141" fmla="*/ 11690350 w 12192000"/>
              <a:gd name="connsiteY141" fmla="*/ 825831 h 6858000"/>
              <a:gd name="connsiteX142" fmla="*/ 11690350 w 12192000"/>
              <a:gd name="connsiteY142" fmla="*/ 825754 h 6858000"/>
              <a:gd name="connsiteX143" fmla="*/ 11690350 w 12192000"/>
              <a:gd name="connsiteY143" fmla="*/ 823091 h 6858000"/>
              <a:gd name="connsiteX144" fmla="*/ 11623276 w 12192000"/>
              <a:gd name="connsiteY144" fmla="*/ 684719 h 6858000"/>
              <a:gd name="connsiteX145" fmla="*/ 11573655 w 12192000"/>
              <a:gd name="connsiteY145" fmla="*/ 647215 h 6858000"/>
              <a:gd name="connsiteX146" fmla="*/ 11570681 w 12192000"/>
              <a:gd name="connsiteY146" fmla="*/ 645708 h 6858000"/>
              <a:gd name="connsiteX147" fmla="*/ 11570221 w 12192000"/>
              <a:gd name="connsiteY147" fmla="*/ 645361 h 6858000"/>
              <a:gd name="connsiteX148" fmla="*/ 11513655 w 12192000"/>
              <a:gd name="connsiteY148" fmla="*/ 616706 h 6858000"/>
              <a:gd name="connsiteX149" fmla="*/ 11503938 w 12192000"/>
              <a:gd name="connsiteY149" fmla="*/ 612538 h 6858000"/>
              <a:gd name="connsiteX150" fmla="*/ 0 w 12192000"/>
              <a:gd name="connsiteY150" fmla="*/ 0 h 6858000"/>
              <a:gd name="connsiteX151" fmla="*/ 12192000 w 12192000"/>
              <a:gd name="connsiteY151" fmla="*/ 0 h 6858000"/>
              <a:gd name="connsiteX152" fmla="*/ 12192000 w 12192000"/>
              <a:gd name="connsiteY152" fmla="*/ 6858000 h 6858000"/>
              <a:gd name="connsiteX153" fmla="*/ 0 w 12192000"/>
              <a:gd name="connsiteY153"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Lst>
            <a:rect l="l" t="t" r="r" b="b"/>
            <a:pathLst>
              <a:path w="12192000" h="6858000">
                <a:moveTo>
                  <a:pt x="10205289" y="966629"/>
                </a:moveTo>
                <a:cubicBezTo>
                  <a:pt x="10205289" y="1067118"/>
                  <a:pt x="10180167" y="1089100"/>
                  <a:pt x="10155045" y="1089100"/>
                </a:cubicBezTo>
                <a:cubicBezTo>
                  <a:pt x="10139343" y="1089100"/>
                  <a:pt x="10129923" y="1073399"/>
                  <a:pt x="10129923" y="1057697"/>
                </a:cubicBezTo>
                <a:cubicBezTo>
                  <a:pt x="10129923" y="1013733"/>
                  <a:pt x="10164466" y="988611"/>
                  <a:pt x="10205289" y="966629"/>
                </a:cubicBezTo>
                <a:close/>
                <a:moveTo>
                  <a:pt x="10359163" y="768791"/>
                </a:moveTo>
                <a:cubicBezTo>
                  <a:pt x="10374864" y="768791"/>
                  <a:pt x="10384285" y="781352"/>
                  <a:pt x="10381145" y="803334"/>
                </a:cubicBezTo>
                <a:cubicBezTo>
                  <a:pt x="10378005" y="828457"/>
                  <a:pt x="10362303" y="853579"/>
                  <a:pt x="10330900" y="875561"/>
                </a:cubicBezTo>
                <a:cubicBezTo>
                  <a:pt x="10318339" y="828457"/>
                  <a:pt x="10327760" y="768791"/>
                  <a:pt x="10359163" y="768791"/>
                </a:cubicBezTo>
                <a:close/>
                <a:moveTo>
                  <a:pt x="11203898" y="658881"/>
                </a:moveTo>
                <a:cubicBezTo>
                  <a:pt x="11191337" y="658881"/>
                  <a:pt x="11178776" y="671442"/>
                  <a:pt x="11178776" y="684003"/>
                </a:cubicBezTo>
                <a:cubicBezTo>
                  <a:pt x="11181916" y="696564"/>
                  <a:pt x="11191337" y="709126"/>
                  <a:pt x="11203898" y="709126"/>
                </a:cubicBezTo>
                <a:cubicBezTo>
                  <a:pt x="11216459" y="709126"/>
                  <a:pt x="11229020" y="696564"/>
                  <a:pt x="11229020" y="684003"/>
                </a:cubicBezTo>
                <a:cubicBezTo>
                  <a:pt x="11229020" y="668302"/>
                  <a:pt x="11219600" y="658881"/>
                  <a:pt x="11203898" y="658881"/>
                </a:cubicBezTo>
                <a:close/>
                <a:moveTo>
                  <a:pt x="10842765" y="646320"/>
                </a:moveTo>
                <a:cubicBezTo>
                  <a:pt x="10827064" y="646320"/>
                  <a:pt x="10817643" y="658881"/>
                  <a:pt x="10817643" y="674583"/>
                </a:cubicBezTo>
                <a:cubicBezTo>
                  <a:pt x="10817643" y="690284"/>
                  <a:pt x="10830204" y="702845"/>
                  <a:pt x="10842765" y="699705"/>
                </a:cubicBezTo>
                <a:cubicBezTo>
                  <a:pt x="10858467" y="699705"/>
                  <a:pt x="10867887" y="687144"/>
                  <a:pt x="10867887" y="671442"/>
                </a:cubicBezTo>
                <a:cubicBezTo>
                  <a:pt x="10867887" y="655741"/>
                  <a:pt x="10858467" y="646320"/>
                  <a:pt x="10842765" y="646320"/>
                </a:cubicBezTo>
                <a:close/>
                <a:moveTo>
                  <a:pt x="9570952" y="621198"/>
                </a:moveTo>
                <a:cubicBezTo>
                  <a:pt x="9492445" y="621198"/>
                  <a:pt x="9420219" y="702845"/>
                  <a:pt x="9420219" y="806475"/>
                </a:cubicBezTo>
                <a:cubicBezTo>
                  <a:pt x="9420219" y="906964"/>
                  <a:pt x="9470463" y="969769"/>
                  <a:pt x="9545830" y="969769"/>
                </a:cubicBezTo>
                <a:cubicBezTo>
                  <a:pt x="9592934" y="969769"/>
                  <a:pt x="9636898" y="944647"/>
                  <a:pt x="9665161" y="894402"/>
                </a:cubicBezTo>
                <a:cubicBezTo>
                  <a:pt x="9671441" y="935226"/>
                  <a:pt x="9702844" y="954068"/>
                  <a:pt x="9724826" y="954068"/>
                </a:cubicBezTo>
                <a:cubicBezTo>
                  <a:pt x="9759369" y="954068"/>
                  <a:pt x="9784492" y="932086"/>
                  <a:pt x="9797053" y="900683"/>
                </a:cubicBezTo>
                <a:cubicBezTo>
                  <a:pt x="9803333" y="932086"/>
                  <a:pt x="9822175" y="954068"/>
                  <a:pt x="9847297" y="954068"/>
                </a:cubicBezTo>
                <a:cubicBezTo>
                  <a:pt x="9866139" y="954068"/>
                  <a:pt x="9881840" y="944647"/>
                  <a:pt x="9894401" y="928946"/>
                </a:cubicBezTo>
                <a:cubicBezTo>
                  <a:pt x="9891261" y="1035715"/>
                  <a:pt x="9884981" y="1104801"/>
                  <a:pt x="9947786" y="1092240"/>
                </a:cubicBezTo>
                <a:cubicBezTo>
                  <a:pt x="9938365" y="1060837"/>
                  <a:pt x="9935225" y="1007453"/>
                  <a:pt x="9935225" y="957208"/>
                </a:cubicBezTo>
                <a:cubicBezTo>
                  <a:pt x="9935225" y="822176"/>
                  <a:pt x="9957207" y="775072"/>
                  <a:pt x="9985470" y="775072"/>
                </a:cubicBezTo>
                <a:cubicBezTo>
                  <a:pt x="10007452" y="775072"/>
                  <a:pt x="10013732" y="800194"/>
                  <a:pt x="10013732" y="828457"/>
                </a:cubicBezTo>
                <a:cubicBezTo>
                  <a:pt x="10013732" y="844158"/>
                  <a:pt x="10013732" y="859859"/>
                  <a:pt x="10007452" y="875561"/>
                </a:cubicBezTo>
                <a:cubicBezTo>
                  <a:pt x="9972908" y="897543"/>
                  <a:pt x="9944646" y="913244"/>
                  <a:pt x="9944646" y="935226"/>
                </a:cubicBezTo>
                <a:cubicBezTo>
                  <a:pt x="9944646" y="954068"/>
                  <a:pt x="9957207" y="954068"/>
                  <a:pt x="9969768" y="954068"/>
                </a:cubicBezTo>
                <a:cubicBezTo>
                  <a:pt x="9994890" y="954068"/>
                  <a:pt x="10029433" y="928946"/>
                  <a:pt x="10045135" y="878701"/>
                </a:cubicBezTo>
                <a:cubicBezTo>
                  <a:pt x="10060836" y="869280"/>
                  <a:pt x="10076538" y="859859"/>
                  <a:pt x="10092239" y="844158"/>
                </a:cubicBezTo>
                <a:cubicBezTo>
                  <a:pt x="10092239" y="850439"/>
                  <a:pt x="10092239" y="853579"/>
                  <a:pt x="10092239" y="859859"/>
                </a:cubicBezTo>
                <a:cubicBezTo>
                  <a:pt x="10092239" y="910104"/>
                  <a:pt x="10114221" y="938366"/>
                  <a:pt x="10148764" y="938366"/>
                </a:cubicBezTo>
                <a:cubicBezTo>
                  <a:pt x="10177027" y="938366"/>
                  <a:pt x="10195868" y="919525"/>
                  <a:pt x="10208430" y="891262"/>
                </a:cubicBezTo>
                <a:cubicBezTo>
                  <a:pt x="10208430" y="906964"/>
                  <a:pt x="10208430" y="922665"/>
                  <a:pt x="10211570" y="935226"/>
                </a:cubicBezTo>
                <a:cubicBezTo>
                  <a:pt x="10158185" y="960348"/>
                  <a:pt x="10098520" y="985471"/>
                  <a:pt x="10098520" y="1057697"/>
                </a:cubicBezTo>
                <a:cubicBezTo>
                  <a:pt x="10098520" y="1095380"/>
                  <a:pt x="10123642" y="1120503"/>
                  <a:pt x="10158185" y="1120503"/>
                </a:cubicBezTo>
                <a:cubicBezTo>
                  <a:pt x="10233552" y="1120503"/>
                  <a:pt x="10252393" y="1041996"/>
                  <a:pt x="10252393" y="947787"/>
                </a:cubicBezTo>
                <a:cubicBezTo>
                  <a:pt x="10277516" y="938366"/>
                  <a:pt x="10296357" y="928946"/>
                  <a:pt x="10315199" y="919525"/>
                </a:cubicBezTo>
                <a:cubicBezTo>
                  <a:pt x="10334041" y="941507"/>
                  <a:pt x="10359163" y="954068"/>
                  <a:pt x="10381145" y="954068"/>
                </a:cubicBezTo>
                <a:cubicBezTo>
                  <a:pt x="10425109" y="954068"/>
                  <a:pt x="10456512" y="932086"/>
                  <a:pt x="10481634" y="884982"/>
                </a:cubicBezTo>
                <a:cubicBezTo>
                  <a:pt x="10484774" y="919525"/>
                  <a:pt x="10494195" y="954068"/>
                  <a:pt x="10513037" y="954068"/>
                </a:cubicBezTo>
                <a:cubicBezTo>
                  <a:pt x="10547580" y="954068"/>
                  <a:pt x="10553860" y="778212"/>
                  <a:pt x="10578983" y="778212"/>
                </a:cubicBezTo>
                <a:cubicBezTo>
                  <a:pt x="10597824" y="778212"/>
                  <a:pt x="10582123" y="969769"/>
                  <a:pt x="10632367" y="969769"/>
                </a:cubicBezTo>
                <a:cubicBezTo>
                  <a:pt x="10676331" y="969769"/>
                  <a:pt x="10685752" y="800194"/>
                  <a:pt x="10704594" y="800194"/>
                </a:cubicBezTo>
                <a:cubicBezTo>
                  <a:pt x="10720295" y="800194"/>
                  <a:pt x="10720295" y="954068"/>
                  <a:pt x="10767400" y="954068"/>
                </a:cubicBezTo>
                <a:cubicBezTo>
                  <a:pt x="10789381" y="954068"/>
                  <a:pt x="10817644" y="925805"/>
                  <a:pt x="10830205" y="866140"/>
                </a:cubicBezTo>
                <a:cubicBezTo>
                  <a:pt x="10836486" y="903823"/>
                  <a:pt x="10855327" y="954068"/>
                  <a:pt x="10893011" y="954068"/>
                </a:cubicBezTo>
                <a:cubicBezTo>
                  <a:pt x="10914993" y="954068"/>
                  <a:pt x="10933834" y="932086"/>
                  <a:pt x="10949536" y="900683"/>
                </a:cubicBezTo>
                <a:cubicBezTo>
                  <a:pt x="10952676" y="932086"/>
                  <a:pt x="10962097" y="954068"/>
                  <a:pt x="10980939" y="954068"/>
                </a:cubicBezTo>
                <a:cubicBezTo>
                  <a:pt x="11024903" y="954068"/>
                  <a:pt x="11024903" y="778212"/>
                  <a:pt x="11059446" y="778212"/>
                </a:cubicBezTo>
                <a:cubicBezTo>
                  <a:pt x="11087708" y="778212"/>
                  <a:pt x="11078287" y="954068"/>
                  <a:pt x="11144233" y="954068"/>
                </a:cubicBezTo>
                <a:cubicBezTo>
                  <a:pt x="11175636" y="954068"/>
                  <a:pt x="11191337" y="928946"/>
                  <a:pt x="11197618" y="894402"/>
                </a:cubicBezTo>
                <a:cubicBezTo>
                  <a:pt x="11210179" y="944647"/>
                  <a:pt x="11229021" y="954068"/>
                  <a:pt x="11244722" y="954068"/>
                </a:cubicBezTo>
                <a:cubicBezTo>
                  <a:pt x="11254143" y="954068"/>
                  <a:pt x="11263564" y="950928"/>
                  <a:pt x="11272985" y="938366"/>
                </a:cubicBezTo>
                <a:cubicBezTo>
                  <a:pt x="11219600" y="916384"/>
                  <a:pt x="11225881" y="837877"/>
                  <a:pt x="11225881" y="784493"/>
                </a:cubicBezTo>
                <a:cubicBezTo>
                  <a:pt x="11225881" y="759370"/>
                  <a:pt x="11222740" y="740529"/>
                  <a:pt x="11207039" y="740529"/>
                </a:cubicBezTo>
                <a:cubicBezTo>
                  <a:pt x="11197618" y="740529"/>
                  <a:pt x="11194478" y="740529"/>
                  <a:pt x="11188197" y="743669"/>
                </a:cubicBezTo>
                <a:cubicBezTo>
                  <a:pt x="11194478" y="834737"/>
                  <a:pt x="11172496" y="913244"/>
                  <a:pt x="11147374" y="913244"/>
                </a:cubicBezTo>
                <a:cubicBezTo>
                  <a:pt x="11115971" y="913244"/>
                  <a:pt x="11131672" y="721687"/>
                  <a:pt x="11062586" y="721687"/>
                </a:cubicBezTo>
                <a:cubicBezTo>
                  <a:pt x="10999780" y="721687"/>
                  <a:pt x="10990359" y="875561"/>
                  <a:pt x="10984079" y="875561"/>
                </a:cubicBezTo>
                <a:cubicBezTo>
                  <a:pt x="10977798" y="875561"/>
                  <a:pt x="10977798" y="834737"/>
                  <a:pt x="10977798" y="803334"/>
                </a:cubicBezTo>
                <a:cubicBezTo>
                  <a:pt x="10980939" y="787633"/>
                  <a:pt x="10980939" y="775072"/>
                  <a:pt x="10980939" y="765651"/>
                </a:cubicBezTo>
                <a:cubicBezTo>
                  <a:pt x="10980939" y="749950"/>
                  <a:pt x="10974658" y="727968"/>
                  <a:pt x="10943255" y="740529"/>
                </a:cubicBezTo>
                <a:cubicBezTo>
                  <a:pt x="10943255" y="850439"/>
                  <a:pt x="10921273" y="916384"/>
                  <a:pt x="10896151" y="916384"/>
                </a:cubicBezTo>
                <a:cubicBezTo>
                  <a:pt x="10858468" y="916384"/>
                  <a:pt x="10858468" y="815895"/>
                  <a:pt x="10858468" y="790773"/>
                </a:cubicBezTo>
                <a:cubicBezTo>
                  <a:pt x="10858468" y="762511"/>
                  <a:pt x="10861608" y="727968"/>
                  <a:pt x="10820784" y="740529"/>
                </a:cubicBezTo>
                <a:cubicBezTo>
                  <a:pt x="10814504" y="834737"/>
                  <a:pt x="10789381" y="906964"/>
                  <a:pt x="10773680" y="906964"/>
                </a:cubicBezTo>
                <a:cubicBezTo>
                  <a:pt x="10754838" y="906964"/>
                  <a:pt x="10757979" y="740529"/>
                  <a:pt x="10707734" y="740529"/>
                </a:cubicBezTo>
                <a:cubicBezTo>
                  <a:pt x="10660630" y="740529"/>
                  <a:pt x="10648069" y="897543"/>
                  <a:pt x="10638648" y="897543"/>
                </a:cubicBezTo>
                <a:cubicBezTo>
                  <a:pt x="10622947" y="897543"/>
                  <a:pt x="10644929" y="721687"/>
                  <a:pt x="10578983" y="721687"/>
                </a:cubicBezTo>
                <a:cubicBezTo>
                  <a:pt x="10544440" y="721687"/>
                  <a:pt x="10531879" y="781352"/>
                  <a:pt x="10516177" y="847298"/>
                </a:cubicBezTo>
                <a:cubicBezTo>
                  <a:pt x="10513037" y="859859"/>
                  <a:pt x="10509897" y="859859"/>
                  <a:pt x="10509897" y="847298"/>
                </a:cubicBezTo>
                <a:cubicBezTo>
                  <a:pt x="10509897" y="834737"/>
                  <a:pt x="10509897" y="822176"/>
                  <a:pt x="10509897" y="809615"/>
                </a:cubicBezTo>
                <a:cubicBezTo>
                  <a:pt x="10525598" y="743669"/>
                  <a:pt x="10506756" y="718547"/>
                  <a:pt x="10475353" y="737388"/>
                </a:cubicBezTo>
                <a:cubicBezTo>
                  <a:pt x="10484774" y="859859"/>
                  <a:pt x="10428249" y="919525"/>
                  <a:pt x="10387426" y="919525"/>
                </a:cubicBezTo>
                <a:cubicBezTo>
                  <a:pt x="10371724" y="919525"/>
                  <a:pt x="10359163" y="913244"/>
                  <a:pt x="10349742" y="903823"/>
                </a:cubicBezTo>
                <a:cubicBezTo>
                  <a:pt x="10399987" y="872421"/>
                  <a:pt x="10425109" y="834737"/>
                  <a:pt x="10425109" y="800194"/>
                </a:cubicBezTo>
                <a:cubicBezTo>
                  <a:pt x="10425109" y="762511"/>
                  <a:pt x="10403127" y="740529"/>
                  <a:pt x="10365444" y="740529"/>
                </a:cubicBezTo>
                <a:cubicBezTo>
                  <a:pt x="10315199" y="740529"/>
                  <a:pt x="10286937" y="793913"/>
                  <a:pt x="10286937" y="837877"/>
                </a:cubicBezTo>
                <a:cubicBezTo>
                  <a:pt x="10286937" y="863000"/>
                  <a:pt x="10290077" y="881841"/>
                  <a:pt x="10299498" y="900683"/>
                </a:cubicBezTo>
                <a:cubicBezTo>
                  <a:pt x="10280656" y="910104"/>
                  <a:pt x="10264955" y="916384"/>
                  <a:pt x="10249253" y="922665"/>
                </a:cubicBezTo>
                <a:cubicBezTo>
                  <a:pt x="10249253" y="875561"/>
                  <a:pt x="10242973" y="828457"/>
                  <a:pt x="10239832" y="784493"/>
                </a:cubicBezTo>
                <a:cubicBezTo>
                  <a:pt x="10211570" y="778212"/>
                  <a:pt x="10205289" y="790773"/>
                  <a:pt x="10202149" y="815895"/>
                </a:cubicBezTo>
                <a:cubicBezTo>
                  <a:pt x="10192728" y="863000"/>
                  <a:pt x="10173886" y="897543"/>
                  <a:pt x="10155045" y="897543"/>
                </a:cubicBezTo>
                <a:cubicBezTo>
                  <a:pt x="10142484" y="897543"/>
                  <a:pt x="10133063" y="881841"/>
                  <a:pt x="10133063" y="863000"/>
                </a:cubicBezTo>
                <a:cubicBezTo>
                  <a:pt x="10126782" y="775072"/>
                  <a:pt x="10199009" y="749950"/>
                  <a:pt x="10236692" y="762511"/>
                </a:cubicBezTo>
                <a:cubicBezTo>
                  <a:pt x="10242973" y="743669"/>
                  <a:pt x="10236692" y="727968"/>
                  <a:pt x="10202149" y="727968"/>
                </a:cubicBezTo>
                <a:cubicBezTo>
                  <a:pt x="10161325" y="727968"/>
                  <a:pt x="10129923" y="753090"/>
                  <a:pt x="10107941" y="784493"/>
                </a:cubicBezTo>
                <a:cubicBezTo>
                  <a:pt x="10092239" y="806475"/>
                  <a:pt x="10076538" y="822176"/>
                  <a:pt x="10051415" y="841018"/>
                </a:cubicBezTo>
                <a:cubicBezTo>
                  <a:pt x="10051415" y="834737"/>
                  <a:pt x="10051415" y="831597"/>
                  <a:pt x="10051415" y="825316"/>
                </a:cubicBezTo>
                <a:cubicBezTo>
                  <a:pt x="10051415" y="762511"/>
                  <a:pt x="10016872" y="734248"/>
                  <a:pt x="9985470" y="734248"/>
                </a:cubicBezTo>
                <a:cubicBezTo>
                  <a:pt x="9957207" y="734248"/>
                  <a:pt x="9941506" y="749950"/>
                  <a:pt x="9932085" y="775072"/>
                </a:cubicBezTo>
                <a:cubicBezTo>
                  <a:pt x="9928945" y="753090"/>
                  <a:pt x="9925804" y="740529"/>
                  <a:pt x="9910103" y="740529"/>
                </a:cubicBezTo>
                <a:cubicBezTo>
                  <a:pt x="9903822" y="740529"/>
                  <a:pt x="9894401" y="743669"/>
                  <a:pt x="9884981" y="746809"/>
                </a:cubicBezTo>
                <a:cubicBezTo>
                  <a:pt x="9888121" y="759370"/>
                  <a:pt x="9891261" y="790773"/>
                  <a:pt x="9891261" y="812755"/>
                </a:cubicBezTo>
                <a:cubicBezTo>
                  <a:pt x="9891261" y="888122"/>
                  <a:pt x="9869279" y="922665"/>
                  <a:pt x="9850437" y="922665"/>
                </a:cubicBezTo>
                <a:cubicBezTo>
                  <a:pt x="9825315" y="922665"/>
                  <a:pt x="9822175" y="834737"/>
                  <a:pt x="9822175" y="800194"/>
                </a:cubicBezTo>
                <a:cubicBezTo>
                  <a:pt x="9819035" y="800194"/>
                  <a:pt x="9815894" y="797054"/>
                  <a:pt x="9809614" y="797054"/>
                </a:cubicBezTo>
                <a:cubicBezTo>
                  <a:pt x="9787632" y="797054"/>
                  <a:pt x="9784492" y="825316"/>
                  <a:pt x="9781351" y="853579"/>
                </a:cubicBezTo>
                <a:cubicBezTo>
                  <a:pt x="9775071" y="881841"/>
                  <a:pt x="9759369" y="919525"/>
                  <a:pt x="9734247" y="919525"/>
                </a:cubicBezTo>
                <a:cubicBezTo>
                  <a:pt x="9718546" y="919525"/>
                  <a:pt x="9709125" y="903823"/>
                  <a:pt x="9709125" y="878701"/>
                </a:cubicBezTo>
                <a:cubicBezTo>
                  <a:pt x="9702844" y="822176"/>
                  <a:pt x="9749949" y="759370"/>
                  <a:pt x="9819035" y="778212"/>
                </a:cubicBezTo>
                <a:cubicBezTo>
                  <a:pt x="9825315" y="759370"/>
                  <a:pt x="9812754" y="740529"/>
                  <a:pt x="9784492" y="740529"/>
                </a:cubicBezTo>
                <a:cubicBezTo>
                  <a:pt x="9734247" y="740529"/>
                  <a:pt x="9690283" y="781352"/>
                  <a:pt x="9674582" y="825316"/>
                </a:cubicBezTo>
                <a:cubicBezTo>
                  <a:pt x="9655740" y="866140"/>
                  <a:pt x="9621197" y="925805"/>
                  <a:pt x="9555251" y="925805"/>
                </a:cubicBezTo>
                <a:cubicBezTo>
                  <a:pt x="9508147" y="925805"/>
                  <a:pt x="9473604" y="884982"/>
                  <a:pt x="9473604" y="800194"/>
                </a:cubicBezTo>
                <a:cubicBezTo>
                  <a:pt x="9473604" y="727968"/>
                  <a:pt x="9520708" y="655741"/>
                  <a:pt x="9567812" y="655741"/>
                </a:cubicBezTo>
                <a:cubicBezTo>
                  <a:pt x="9602355" y="655741"/>
                  <a:pt x="9611776" y="690284"/>
                  <a:pt x="9608636" y="721687"/>
                </a:cubicBezTo>
                <a:cubicBezTo>
                  <a:pt x="9627478" y="737388"/>
                  <a:pt x="9655740" y="721687"/>
                  <a:pt x="9655740" y="687144"/>
                </a:cubicBezTo>
                <a:cubicBezTo>
                  <a:pt x="9655740" y="662022"/>
                  <a:pt x="9636898" y="621198"/>
                  <a:pt x="9570952" y="621198"/>
                </a:cubicBezTo>
                <a:close/>
                <a:moveTo>
                  <a:pt x="11503938" y="612538"/>
                </a:moveTo>
                <a:cubicBezTo>
                  <a:pt x="11456741" y="669501"/>
                  <a:pt x="11291551" y="712570"/>
                  <a:pt x="11291551" y="832051"/>
                </a:cubicBezTo>
                <a:cubicBezTo>
                  <a:pt x="11291551" y="879288"/>
                  <a:pt x="11320702" y="923747"/>
                  <a:pt x="11365123" y="940418"/>
                </a:cubicBezTo>
                <a:cubicBezTo>
                  <a:pt x="11390110" y="950144"/>
                  <a:pt x="11415096" y="950144"/>
                  <a:pt x="11440083" y="941808"/>
                </a:cubicBezTo>
                <a:lnTo>
                  <a:pt x="11444304" y="939708"/>
                </a:lnTo>
                <a:lnTo>
                  <a:pt x="11445324" y="939542"/>
                </a:lnTo>
                <a:cubicBezTo>
                  <a:pt x="11456276" y="936118"/>
                  <a:pt x="11466199" y="930980"/>
                  <a:pt x="11475268" y="924644"/>
                </a:cubicBezTo>
                <a:lnTo>
                  <a:pt x="11494474" y="907542"/>
                </a:lnTo>
                <a:lnTo>
                  <a:pt x="11488753" y="926162"/>
                </a:lnTo>
                <a:lnTo>
                  <a:pt x="11464846" y="951842"/>
                </a:lnTo>
                <a:lnTo>
                  <a:pt x="11432834" y="964214"/>
                </a:lnTo>
                <a:lnTo>
                  <a:pt x="11433416" y="964508"/>
                </a:lnTo>
                <a:lnTo>
                  <a:pt x="11427416" y="966826"/>
                </a:lnTo>
                <a:cubicBezTo>
                  <a:pt x="11435751" y="975167"/>
                  <a:pt x="11455198" y="980728"/>
                  <a:pt x="11478812" y="980728"/>
                </a:cubicBezTo>
                <a:cubicBezTo>
                  <a:pt x="11521873" y="980728"/>
                  <a:pt x="11574657" y="968216"/>
                  <a:pt x="11601049" y="940412"/>
                </a:cubicBezTo>
                <a:lnTo>
                  <a:pt x="11600229" y="940299"/>
                </a:lnTo>
                <a:lnTo>
                  <a:pt x="11604054" y="938167"/>
                </a:lnTo>
                <a:cubicBezTo>
                  <a:pt x="11586248" y="938852"/>
                  <a:pt x="11571523" y="933368"/>
                  <a:pt x="11561078" y="923772"/>
                </a:cubicBezTo>
                <a:lnTo>
                  <a:pt x="11546930" y="891807"/>
                </a:lnTo>
                <a:lnTo>
                  <a:pt x="11567885" y="908611"/>
                </a:lnTo>
                <a:cubicBezTo>
                  <a:pt x="11578129" y="913304"/>
                  <a:pt x="11589242" y="915389"/>
                  <a:pt x="11601049" y="915389"/>
                </a:cubicBezTo>
                <a:cubicBezTo>
                  <a:pt x="11619281" y="915389"/>
                  <a:pt x="11636145" y="909719"/>
                  <a:pt x="11650104" y="900067"/>
                </a:cubicBezTo>
                <a:lnTo>
                  <a:pt x="11650828" y="899169"/>
                </a:lnTo>
                <a:lnTo>
                  <a:pt x="11652427" y="898382"/>
                </a:lnTo>
                <a:cubicBezTo>
                  <a:pt x="11666192" y="888863"/>
                  <a:pt x="11677091" y="875417"/>
                  <a:pt x="11683608" y="859705"/>
                </a:cubicBezTo>
                <a:lnTo>
                  <a:pt x="11690343" y="825792"/>
                </a:lnTo>
                <a:lnTo>
                  <a:pt x="11690350" y="825831"/>
                </a:lnTo>
                <a:lnTo>
                  <a:pt x="11690350" y="825754"/>
                </a:lnTo>
                <a:lnTo>
                  <a:pt x="11690350" y="823091"/>
                </a:lnTo>
                <a:cubicBezTo>
                  <a:pt x="11690350" y="768290"/>
                  <a:pt x="11662973" y="721710"/>
                  <a:pt x="11623276" y="684719"/>
                </a:cubicBezTo>
                <a:cubicBezTo>
                  <a:pt x="11608219" y="670334"/>
                  <a:pt x="11591450" y="658004"/>
                  <a:pt x="11573655" y="647215"/>
                </a:cubicBezTo>
                <a:lnTo>
                  <a:pt x="11570681" y="645708"/>
                </a:lnTo>
                <a:lnTo>
                  <a:pt x="11570221" y="645361"/>
                </a:lnTo>
                <a:cubicBezTo>
                  <a:pt x="11552175" y="634420"/>
                  <a:pt x="11533088" y="625042"/>
                  <a:pt x="11513655" y="616706"/>
                </a:cubicBezTo>
                <a:cubicBezTo>
                  <a:pt x="11510878" y="615317"/>
                  <a:pt x="11508102" y="613928"/>
                  <a:pt x="11503938" y="612538"/>
                </a:cubicBezTo>
                <a:close/>
                <a:moveTo>
                  <a:pt x="0" y="0"/>
                </a:moveTo>
                <a:lnTo>
                  <a:pt x="12192000" y="0"/>
                </a:lnTo>
                <a:lnTo>
                  <a:pt x="12192000" y="6858000"/>
                </a:lnTo>
                <a:lnTo>
                  <a:pt x="0" y="6858000"/>
                </a:lnTo>
                <a:close/>
              </a:path>
            </a:pathLst>
          </a:custGeom>
          <a:solidFill>
            <a:schemeClr val="accent4"/>
          </a:solidFill>
        </p:spPr>
        <p:txBody>
          <a:bodyPr wrap="square">
            <a:noAutofit/>
          </a:bodyPr>
          <a:lstStyle>
            <a:lvl1pPr>
              <a:defRPr>
                <a:solidFill>
                  <a:schemeClr val="tx1">
                    <a:lumMod val="50000"/>
                    <a:lumOff val="50000"/>
                  </a:schemeClr>
                </a:solidFill>
              </a:defRPr>
            </a:lvl1pPr>
          </a:lstStyle>
          <a:p>
            <a:r>
              <a:rPr lang="de-DE"/>
              <a:t>Insert Picture and send </a:t>
            </a:r>
            <a:r>
              <a:rPr lang="de-DE" err="1"/>
              <a:t>to</a:t>
            </a:r>
            <a:r>
              <a:rPr lang="de-DE"/>
              <a:t> back</a:t>
            </a:r>
          </a:p>
        </p:txBody>
      </p:sp>
      <p:sp>
        <p:nvSpPr>
          <p:cNvPr id="3" name="Subtitle">
            <a:extLst>
              <a:ext uri="{FF2B5EF4-FFF2-40B4-BE49-F238E27FC236}">
                <a16:creationId xmlns:a16="http://schemas.microsoft.com/office/drawing/2014/main" id="{81D5C5CA-E0F9-4194-9FD7-26150AB2A870}"/>
              </a:ext>
            </a:extLst>
          </p:cNvPr>
          <p:cNvSpPr>
            <a:spLocks noGrp="1"/>
          </p:cNvSpPr>
          <p:nvPr>
            <p:ph type="subTitle" idx="1"/>
          </p:nvPr>
        </p:nvSpPr>
        <p:spPr>
          <a:xfrm>
            <a:off x="404813" y="4561383"/>
            <a:ext cx="11386134" cy="307777"/>
          </a:xfrm>
        </p:spPr>
        <p:txBody>
          <a:bodyPr wrap="square" lIns="36000" tIns="0" rIns="36000">
            <a:spAutoFit/>
          </a:bodyPr>
          <a:lstStyle>
            <a:lvl1pPr marL="0" indent="0" algn="l">
              <a:buNone/>
              <a:defRPr sz="200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GB"/>
          </a:p>
        </p:txBody>
      </p:sp>
      <p:sp>
        <p:nvSpPr>
          <p:cNvPr id="2" name="Title">
            <a:extLst>
              <a:ext uri="{FF2B5EF4-FFF2-40B4-BE49-F238E27FC236}">
                <a16:creationId xmlns:a16="http://schemas.microsoft.com/office/drawing/2014/main" id="{A5A39C93-A915-45D6-953A-AAC473CA2FEC}"/>
              </a:ext>
            </a:extLst>
          </p:cNvPr>
          <p:cNvSpPr>
            <a:spLocks noGrp="1"/>
          </p:cNvSpPr>
          <p:nvPr>
            <p:ph type="ctrTitle"/>
          </p:nvPr>
        </p:nvSpPr>
        <p:spPr>
          <a:xfrm>
            <a:off x="404813" y="2847127"/>
            <a:ext cx="11386134" cy="1661993"/>
          </a:xfrm>
        </p:spPr>
        <p:txBody>
          <a:bodyPr wrap="square" lIns="36000" rIns="36000" bIns="0" anchor="b" anchorCtr="0">
            <a:spAutoFit/>
          </a:bodyPr>
          <a:lstStyle>
            <a:lvl1pPr algn="l">
              <a:lnSpc>
                <a:spcPct val="90000"/>
              </a:lnSpc>
              <a:defRPr sz="6000" b="1" baseline="0">
                <a:solidFill>
                  <a:schemeClr val="bg1"/>
                </a:solidFill>
                <a:latin typeface="Ubuntu" panose="020B0504030602030204" pitchFamily="34" charset="0"/>
              </a:defRPr>
            </a:lvl1pPr>
          </a:lstStyle>
          <a:p>
            <a:r>
              <a:rPr lang="en-US"/>
              <a:t>Click to edit Master title style</a:t>
            </a:r>
            <a:endParaRPr lang="en-GB"/>
          </a:p>
        </p:txBody>
      </p:sp>
      <p:pic>
        <p:nvPicPr>
          <p:cNvPr id="6" name="Image 5" descr="Une image contenant texte&#10;&#10;Description générée automatiquement">
            <a:extLst>
              <a:ext uri="{FF2B5EF4-FFF2-40B4-BE49-F238E27FC236}">
                <a16:creationId xmlns:a16="http://schemas.microsoft.com/office/drawing/2014/main" id="{4E7913BD-2F2A-43EA-9355-0DD8C035B5EB}"/>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9014016" y="246471"/>
            <a:ext cx="3078000" cy="1248074"/>
          </a:xfrm>
          <a:prstGeom prst="rect">
            <a:avLst/>
          </a:prstGeom>
        </p:spPr>
      </p:pic>
    </p:spTree>
    <p:extLst>
      <p:ext uri="{BB962C8B-B14F-4D97-AF65-F5344CB8AC3E}">
        <p14:creationId xmlns:p14="http://schemas.microsoft.com/office/powerpoint/2010/main" val="2952725133"/>
      </p:ext>
    </p:extLst>
  </p:cSld>
  <p:clrMapOvr>
    <a:masterClrMapping/>
  </p:clrMapOvr>
  <p:extLst>
    <p:ext uri="{DCECCB84-F9BA-43D5-87BE-67443E8EF086}">
      <p15:sldGuideLst xmlns:p15="http://schemas.microsoft.com/office/powerpoint/2012/main"/>
    </p:ext>
  </p:extLst>
</p:sldLayout>
</file>

<file path=ppt/slideLayouts/slideLayout79.xml><?xml version="1.0" encoding="utf-8"?>
<p:sldLayout xmlns:a="http://schemas.openxmlformats.org/drawingml/2006/main" xmlns:r="http://schemas.openxmlformats.org/officeDocument/2006/relationships" xmlns:p="http://schemas.openxmlformats.org/presentationml/2006/main" preserve="1" userDrawn="1">
  <p:cSld name="Titre et contenu">
    <p:spTree>
      <p:nvGrpSpPr>
        <p:cNvPr id="1" name=""/>
        <p:cNvGrpSpPr/>
        <p:nvPr/>
      </p:nvGrpSpPr>
      <p:grpSpPr>
        <a:xfrm>
          <a:off x="0" y="0"/>
          <a:ext cx="0" cy="0"/>
          <a:chOff x="0" y="0"/>
          <a:chExt cx="0" cy="0"/>
        </a:xfrm>
      </p:grpSpPr>
      <p:sp>
        <p:nvSpPr>
          <p:cNvPr id="4" name="Text Placeholder 3"/>
          <p:cNvSpPr>
            <a:spLocks noGrp="1"/>
          </p:cNvSpPr>
          <p:nvPr>
            <p:ph type="body" sz="quarter" idx="10"/>
          </p:nvPr>
        </p:nvSpPr>
        <p:spPr>
          <a:xfrm>
            <a:off x="404812" y="1447201"/>
            <a:ext cx="11379201" cy="502261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1" name="Title 10">
            <a:extLst>
              <a:ext uri="{FF2B5EF4-FFF2-40B4-BE49-F238E27FC236}">
                <a16:creationId xmlns:a16="http://schemas.microsoft.com/office/drawing/2014/main" id="{006B5C2B-B0BF-4136-9EC7-0E7F54D1D264}"/>
              </a:ext>
            </a:extLst>
          </p:cNvPr>
          <p:cNvSpPr>
            <a:spLocks noGrp="1"/>
          </p:cNvSpPr>
          <p:nvPr>
            <p:ph type="title"/>
          </p:nvPr>
        </p:nvSpPr>
        <p:spPr/>
        <p:txBody>
          <a:bodyPr/>
          <a:lstStyle/>
          <a:p>
            <a:r>
              <a:rPr lang="en-US"/>
              <a:t>Click to edit Master title style</a:t>
            </a:r>
            <a:endParaRPr lang="en-GB"/>
          </a:p>
        </p:txBody>
      </p:sp>
    </p:spTree>
    <p:extLst>
      <p:ext uri="{BB962C8B-B14F-4D97-AF65-F5344CB8AC3E}">
        <p14:creationId xmlns:p14="http://schemas.microsoft.com/office/powerpoint/2010/main" val="2330676034"/>
      </p:ext>
    </p:extLst>
  </p:cSld>
  <p:clrMapOvr>
    <a:masterClrMapping/>
  </p:clrMapOvr>
</p:sldLayout>
</file>

<file path=ppt/slideLayouts/slideLayout80.xml><?xml version="1.0" encoding="utf-8"?>
<p:sldLayout xmlns:a="http://schemas.openxmlformats.org/drawingml/2006/main" xmlns:r="http://schemas.openxmlformats.org/officeDocument/2006/relationships" xmlns:p="http://schemas.openxmlformats.org/presentationml/2006/main" preserve="1" userDrawn="1">
  <p:cSld name="Title, subtitle and content ">
    <p:spTree>
      <p:nvGrpSpPr>
        <p:cNvPr id="1" name=""/>
        <p:cNvGrpSpPr/>
        <p:nvPr/>
      </p:nvGrpSpPr>
      <p:grpSpPr>
        <a:xfrm>
          <a:off x="0" y="0"/>
          <a:ext cx="0" cy="0"/>
          <a:chOff x="0" y="0"/>
          <a:chExt cx="0" cy="0"/>
        </a:xfrm>
      </p:grpSpPr>
      <p:sp>
        <p:nvSpPr>
          <p:cNvPr id="4" name="Text Placeholder 3"/>
          <p:cNvSpPr>
            <a:spLocks noGrp="1"/>
          </p:cNvSpPr>
          <p:nvPr>
            <p:ph type="body" sz="quarter" idx="10"/>
          </p:nvPr>
        </p:nvSpPr>
        <p:spPr>
          <a:xfrm>
            <a:off x="404812" y="1899138"/>
            <a:ext cx="11379201" cy="457067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Espace réservé du texte 4"/>
          <p:cNvSpPr>
            <a:spLocks noGrp="1"/>
          </p:cNvSpPr>
          <p:nvPr>
            <p:ph type="body" sz="quarter" idx="11" hasCustomPrompt="1"/>
          </p:nvPr>
        </p:nvSpPr>
        <p:spPr>
          <a:xfrm>
            <a:off x="404813" y="1327150"/>
            <a:ext cx="11379200" cy="457688"/>
          </a:xfrm>
          <a:prstGeom prst="rect">
            <a:avLst/>
          </a:prstGeom>
        </p:spPr>
        <p:txBody>
          <a:bodyPr/>
          <a:lstStyle>
            <a:lvl1pPr>
              <a:defRPr>
                <a:solidFill>
                  <a:schemeClr val="accent2"/>
                </a:solidFill>
              </a:defRPr>
            </a:lvl1pPr>
          </a:lstStyle>
          <a:p>
            <a:pPr lvl="0"/>
            <a:r>
              <a:rPr lang="en-US"/>
              <a:t>Click to edit Master subtitle styles</a:t>
            </a:r>
          </a:p>
        </p:txBody>
      </p:sp>
      <p:sp>
        <p:nvSpPr>
          <p:cNvPr id="2" name="Title 1">
            <a:extLst>
              <a:ext uri="{FF2B5EF4-FFF2-40B4-BE49-F238E27FC236}">
                <a16:creationId xmlns:a16="http://schemas.microsoft.com/office/drawing/2014/main" id="{171054D7-80F5-442C-9F9E-FCC6CF14C5F1}"/>
              </a:ext>
            </a:extLst>
          </p:cNvPr>
          <p:cNvSpPr>
            <a:spLocks noGrp="1"/>
          </p:cNvSpPr>
          <p:nvPr>
            <p:ph type="title"/>
          </p:nvPr>
        </p:nvSpPr>
        <p:spPr/>
        <p:txBody>
          <a:bodyPr/>
          <a:lstStyle/>
          <a:p>
            <a:r>
              <a:rPr lang="en-US"/>
              <a:t>Click to edit Master title style</a:t>
            </a:r>
            <a:endParaRPr lang="de-DE"/>
          </a:p>
        </p:txBody>
      </p:sp>
    </p:spTree>
    <p:extLst>
      <p:ext uri="{BB962C8B-B14F-4D97-AF65-F5344CB8AC3E}">
        <p14:creationId xmlns:p14="http://schemas.microsoft.com/office/powerpoint/2010/main" val="4118024704"/>
      </p:ext>
    </p:extLst>
  </p:cSld>
  <p:clrMapOvr>
    <a:masterClrMapping/>
  </p:clrMapOvr>
</p:sldLayout>
</file>

<file path=ppt/slideLayouts/slideLayout81.xml><?xml version="1.0" encoding="utf-8"?>
<p:sldLayout xmlns:a="http://schemas.openxmlformats.org/drawingml/2006/main" xmlns:r="http://schemas.openxmlformats.org/officeDocument/2006/relationships" xmlns:p="http://schemas.openxmlformats.org/presentationml/2006/main" preserve="1" userDrawn="1">
  <p:cSld name="Title and subtitle">
    <p:spTree>
      <p:nvGrpSpPr>
        <p:cNvPr id="1" name=""/>
        <p:cNvGrpSpPr/>
        <p:nvPr/>
      </p:nvGrpSpPr>
      <p:grpSpPr>
        <a:xfrm>
          <a:off x="0" y="0"/>
          <a:ext cx="0" cy="0"/>
          <a:chOff x="0" y="0"/>
          <a:chExt cx="0" cy="0"/>
        </a:xfrm>
      </p:grpSpPr>
      <p:sp>
        <p:nvSpPr>
          <p:cNvPr id="5" name="Espace réservé du texte 4"/>
          <p:cNvSpPr>
            <a:spLocks noGrp="1"/>
          </p:cNvSpPr>
          <p:nvPr>
            <p:ph type="body" sz="quarter" idx="11" hasCustomPrompt="1"/>
          </p:nvPr>
        </p:nvSpPr>
        <p:spPr>
          <a:xfrm>
            <a:off x="404813" y="1327150"/>
            <a:ext cx="11379200" cy="457688"/>
          </a:xfrm>
          <a:prstGeom prst="rect">
            <a:avLst/>
          </a:prstGeom>
        </p:spPr>
        <p:txBody>
          <a:bodyPr/>
          <a:lstStyle>
            <a:lvl1pPr>
              <a:defRPr>
                <a:solidFill>
                  <a:schemeClr val="accent2"/>
                </a:solidFill>
              </a:defRPr>
            </a:lvl1pPr>
          </a:lstStyle>
          <a:p>
            <a:pPr lvl="0"/>
            <a:r>
              <a:rPr lang="en-US"/>
              <a:t>Click to edit Master subtitle styles</a:t>
            </a:r>
          </a:p>
        </p:txBody>
      </p:sp>
      <p:sp>
        <p:nvSpPr>
          <p:cNvPr id="2" name="Title 1">
            <a:extLst>
              <a:ext uri="{FF2B5EF4-FFF2-40B4-BE49-F238E27FC236}">
                <a16:creationId xmlns:a16="http://schemas.microsoft.com/office/drawing/2014/main" id="{171054D7-80F5-442C-9F9E-FCC6CF14C5F1}"/>
              </a:ext>
            </a:extLst>
          </p:cNvPr>
          <p:cNvSpPr>
            <a:spLocks noGrp="1"/>
          </p:cNvSpPr>
          <p:nvPr>
            <p:ph type="title"/>
          </p:nvPr>
        </p:nvSpPr>
        <p:spPr/>
        <p:txBody>
          <a:bodyPr/>
          <a:lstStyle/>
          <a:p>
            <a:r>
              <a:rPr lang="en-US"/>
              <a:t>Click to edit Master title style</a:t>
            </a:r>
            <a:endParaRPr lang="de-DE"/>
          </a:p>
        </p:txBody>
      </p:sp>
    </p:spTree>
    <p:extLst>
      <p:ext uri="{BB962C8B-B14F-4D97-AF65-F5344CB8AC3E}">
        <p14:creationId xmlns:p14="http://schemas.microsoft.com/office/powerpoint/2010/main" val="2660638047"/>
      </p:ext>
    </p:extLst>
  </p:cSld>
  <p:clrMapOvr>
    <a:masterClrMapping/>
  </p:clrMapOvr>
</p:sldLayout>
</file>

<file path=ppt/slideLayouts/slideLayout82.xml><?xml version="1.0" encoding="utf-8"?>
<p:sldLayout xmlns:a="http://schemas.openxmlformats.org/drawingml/2006/main" xmlns:r="http://schemas.openxmlformats.org/officeDocument/2006/relationships" xmlns:p="http://schemas.openxmlformats.org/presentationml/2006/main" preserve="1" userDrawn="1">
  <p:cSld name="Content two columns">
    <p:spTree>
      <p:nvGrpSpPr>
        <p:cNvPr id="1" name=""/>
        <p:cNvGrpSpPr/>
        <p:nvPr/>
      </p:nvGrpSpPr>
      <p:grpSpPr>
        <a:xfrm>
          <a:off x="0" y="0"/>
          <a:ext cx="0" cy="0"/>
          <a:chOff x="0" y="0"/>
          <a:chExt cx="0" cy="0"/>
        </a:xfrm>
      </p:grpSpPr>
      <p:sp>
        <p:nvSpPr>
          <p:cNvPr id="8" name="Text Placeholder 7">
            <a:extLst>
              <a:ext uri="{FF2B5EF4-FFF2-40B4-BE49-F238E27FC236}">
                <a16:creationId xmlns:a16="http://schemas.microsoft.com/office/drawing/2014/main" id="{27CE2609-37DA-4C4C-BF45-E56CE85AA41D}"/>
              </a:ext>
            </a:extLst>
          </p:cNvPr>
          <p:cNvSpPr>
            <a:spLocks noGrp="1"/>
          </p:cNvSpPr>
          <p:nvPr>
            <p:ph type="body" sz="quarter" idx="10"/>
          </p:nvPr>
        </p:nvSpPr>
        <p:spPr>
          <a:xfrm>
            <a:off x="404812" y="2205318"/>
            <a:ext cx="5600701" cy="4257394"/>
          </a:xfrm>
          <a:prstGeom prst="rect">
            <a:avLst/>
          </a:prstGeom>
        </p:spPr>
        <p:txBody>
          <a:bodyPr>
            <a:noAutofit/>
          </a:bodyPr>
          <a:lstStyle>
            <a:lvl1pPr>
              <a:lnSpc>
                <a:spcPct val="100000"/>
              </a:lnSpc>
              <a:spcBef>
                <a:spcPts val="0"/>
              </a:spcBef>
              <a:spcAft>
                <a:spcPts val="600"/>
              </a:spcAft>
              <a:defRPr sz="1600"/>
            </a:lvl1pPr>
            <a:lvl2pPr>
              <a:lnSpc>
                <a:spcPct val="100000"/>
              </a:lnSpc>
              <a:spcBef>
                <a:spcPts val="0"/>
              </a:spcBef>
              <a:spcAft>
                <a:spcPts val="600"/>
              </a:spcAft>
              <a:defRPr sz="1600"/>
            </a:lvl2pPr>
            <a:lvl3pPr>
              <a:lnSpc>
                <a:spcPct val="100000"/>
              </a:lnSpc>
              <a:spcBef>
                <a:spcPts val="0"/>
              </a:spcBef>
              <a:spcAft>
                <a:spcPts val="600"/>
              </a:spcAft>
              <a:defRPr sz="1600"/>
            </a:lvl3pPr>
            <a:lvl4pPr>
              <a:lnSpc>
                <a:spcPct val="100000"/>
              </a:lnSpc>
              <a:spcBef>
                <a:spcPts val="0"/>
              </a:spcBef>
              <a:spcAft>
                <a:spcPts val="600"/>
              </a:spcAft>
              <a:defRPr sz="1600"/>
            </a:lvl4pPr>
            <a:lvl5pPr>
              <a:lnSpc>
                <a:spcPct val="100000"/>
              </a:lnSpc>
              <a:spcBef>
                <a:spcPts val="0"/>
              </a:spcBef>
              <a:spcAft>
                <a:spcPts val="600"/>
              </a:spcAft>
              <a:defRPr sz="16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3" name="Text Placeholder 7">
            <a:extLst>
              <a:ext uri="{FF2B5EF4-FFF2-40B4-BE49-F238E27FC236}">
                <a16:creationId xmlns:a16="http://schemas.microsoft.com/office/drawing/2014/main" id="{D8D7F005-BA7C-423E-87B0-6782D88233F6}"/>
              </a:ext>
            </a:extLst>
          </p:cNvPr>
          <p:cNvSpPr>
            <a:spLocks noGrp="1"/>
          </p:cNvSpPr>
          <p:nvPr>
            <p:ph type="body" sz="quarter" idx="12" hasCustomPrompt="1"/>
          </p:nvPr>
        </p:nvSpPr>
        <p:spPr>
          <a:xfrm>
            <a:off x="404812" y="1327151"/>
            <a:ext cx="5600701" cy="743987"/>
          </a:xfrm>
          <a:prstGeom prst="rect">
            <a:avLst/>
          </a:prstGeom>
        </p:spPr>
        <p:txBody>
          <a:bodyPr anchor="ctr" anchorCtr="0">
            <a:noAutofit/>
          </a:bodyPr>
          <a:lstStyle>
            <a:lvl1pPr>
              <a:lnSpc>
                <a:spcPct val="100000"/>
              </a:lnSpc>
              <a:defRPr sz="1800" b="1">
                <a:solidFill>
                  <a:srgbClr val="12ABDB"/>
                </a:solidFill>
                <a:latin typeface="Ubuntu" panose="020B0504030602030204" pitchFamily="34" charset="0"/>
              </a:defRPr>
            </a:lvl1pPr>
            <a:lvl2pPr>
              <a:lnSpc>
                <a:spcPct val="100000"/>
              </a:lnSpc>
              <a:defRPr sz="1200"/>
            </a:lvl2pPr>
            <a:lvl3pPr>
              <a:lnSpc>
                <a:spcPct val="100000"/>
              </a:lnSpc>
              <a:defRPr sz="1200"/>
            </a:lvl3pPr>
            <a:lvl4pPr>
              <a:lnSpc>
                <a:spcPct val="100000"/>
              </a:lnSpc>
              <a:defRPr sz="1200"/>
            </a:lvl4pPr>
            <a:lvl5pPr>
              <a:lnSpc>
                <a:spcPct val="100000"/>
              </a:lnSpc>
              <a:defRPr sz="1200"/>
            </a:lvl5pPr>
          </a:lstStyle>
          <a:p>
            <a:pPr lvl="0"/>
            <a:r>
              <a:rPr lang="en-US"/>
              <a:t>CLICK TO INSERT TITLE</a:t>
            </a:r>
          </a:p>
        </p:txBody>
      </p:sp>
      <p:sp>
        <p:nvSpPr>
          <p:cNvPr id="14" name="Text Placeholder 7">
            <a:extLst>
              <a:ext uri="{FF2B5EF4-FFF2-40B4-BE49-F238E27FC236}">
                <a16:creationId xmlns:a16="http://schemas.microsoft.com/office/drawing/2014/main" id="{47BDC0DA-1585-454D-9E74-41D2AFC0FEE5}"/>
              </a:ext>
            </a:extLst>
          </p:cNvPr>
          <p:cNvSpPr>
            <a:spLocks noGrp="1"/>
          </p:cNvSpPr>
          <p:nvPr>
            <p:ph type="body" sz="quarter" idx="13" hasCustomPrompt="1"/>
          </p:nvPr>
        </p:nvSpPr>
        <p:spPr>
          <a:xfrm>
            <a:off x="6196013" y="1327151"/>
            <a:ext cx="5588001" cy="743987"/>
          </a:xfrm>
          <a:prstGeom prst="rect">
            <a:avLst/>
          </a:prstGeom>
        </p:spPr>
        <p:txBody>
          <a:bodyPr anchor="ctr" anchorCtr="0">
            <a:noAutofit/>
          </a:bodyPr>
          <a:lstStyle>
            <a:lvl1pPr>
              <a:lnSpc>
                <a:spcPct val="100000"/>
              </a:lnSpc>
              <a:defRPr sz="1800" b="1">
                <a:solidFill>
                  <a:srgbClr val="12ABDB"/>
                </a:solidFill>
                <a:latin typeface="Ubuntu" panose="020B0504030602030204" pitchFamily="34" charset="0"/>
              </a:defRPr>
            </a:lvl1pPr>
            <a:lvl2pPr>
              <a:lnSpc>
                <a:spcPct val="100000"/>
              </a:lnSpc>
              <a:defRPr sz="1200"/>
            </a:lvl2pPr>
            <a:lvl3pPr>
              <a:lnSpc>
                <a:spcPct val="100000"/>
              </a:lnSpc>
              <a:defRPr sz="1200"/>
            </a:lvl3pPr>
            <a:lvl4pPr>
              <a:lnSpc>
                <a:spcPct val="100000"/>
              </a:lnSpc>
              <a:defRPr sz="1200"/>
            </a:lvl4pPr>
            <a:lvl5pPr>
              <a:lnSpc>
                <a:spcPct val="100000"/>
              </a:lnSpc>
              <a:defRPr sz="1200"/>
            </a:lvl5pPr>
          </a:lstStyle>
          <a:p>
            <a:pPr lvl="0"/>
            <a:r>
              <a:rPr lang="en-US"/>
              <a:t>CLICK TO INSERT TITLE</a:t>
            </a:r>
          </a:p>
        </p:txBody>
      </p:sp>
      <p:sp>
        <p:nvSpPr>
          <p:cNvPr id="16" name="Text Placeholder 7">
            <a:extLst>
              <a:ext uri="{FF2B5EF4-FFF2-40B4-BE49-F238E27FC236}">
                <a16:creationId xmlns:a16="http://schemas.microsoft.com/office/drawing/2014/main" id="{27CE2609-37DA-4C4C-BF45-E56CE85AA41D}"/>
              </a:ext>
            </a:extLst>
          </p:cNvPr>
          <p:cNvSpPr>
            <a:spLocks noGrp="1"/>
          </p:cNvSpPr>
          <p:nvPr>
            <p:ph type="body" sz="quarter" idx="14"/>
          </p:nvPr>
        </p:nvSpPr>
        <p:spPr>
          <a:xfrm>
            <a:off x="6196013" y="2205318"/>
            <a:ext cx="5594351" cy="4257393"/>
          </a:xfrm>
          <a:prstGeom prst="rect">
            <a:avLst/>
          </a:prstGeom>
        </p:spPr>
        <p:txBody>
          <a:bodyPr>
            <a:noAutofit/>
          </a:bodyPr>
          <a:lstStyle>
            <a:lvl1pPr>
              <a:lnSpc>
                <a:spcPct val="100000"/>
              </a:lnSpc>
              <a:spcBef>
                <a:spcPts val="0"/>
              </a:spcBef>
              <a:spcAft>
                <a:spcPts val="600"/>
              </a:spcAft>
              <a:defRPr sz="1600"/>
            </a:lvl1pPr>
            <a:lvl2pPr>
              <a:lnSpc>
                <a:spcPct val="100000"/>
              </a:lnSpc>
              <a:spcBef>
                <a:spcPts val="0"/>
              </a:spcBef>
              <a:spcAft>
                <a:spcPts val="600"/>
              </a:spcAft>
              <a:defRPr sz="1600"/>
            </a:lvl2pPr>
            <a:lvl3pPr>
              <a:lnSpc>
                <a:spcPct val="100000"/>
              </a:lnSpc>
              <a:spcBef>
                <a:spcPts val="0"/>
              </a:spcBef>
              <a:spcAft>
                <a:spcPts val="600"/>
              </a:spcAft>
              <a:defRPr sz="1600"/>
            </a:lvl3pPr>
            <a:lvl4pPr>
              <a:lnSpc>
                <a:spcPct val="100000"/>
              </a:lnSpc>
              <a:spcBef>
                <a:spcPts val="0"/>
              </a:spcBef>
              <a:spcAft>
                <a:spcPts val="600"/>
              </a:spcAft>
              <a:defRPr sz="1600"/>
            </a:lvl4pPr>
            <a:lvl5pPr>
              <a:lnSpc>
                <a:spcPct val="100000"/>
              </a:lnSpc>
              <a:spcBef>
                <a:spcPts val="0"/>
              </a:spcBef>
              <a:spcAft>
                <a:spcPts val="600"/>
              </a:spcAft>
              <a:defRPr sz="16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 name="Title 1">
            <a:extLst>
              <a:ext uri="{FF2B5EF4-FFF2-40B4-BE49-F238E27FC236}">
                <a16:creationId xmlns:a16="http://schemas.microsoft.com/office/drawing/2014/main" id="{D996D1AE-BB05-402A-8454-CE893B60496E}"/>
              </a:ext>
            </a:extLst>
          </p:cNvPr>
          <p:cNvSpPr>
            <a:spLocks noGrp="1"/>
          </p:cNvSpPr>
          <p:nvPr>
            <p:ph type="title"/>
          </p:nvPr>
        </p:nvSpPr>
        <p:spPr/>
        <p:txBody>
          <a:bodyPr/>
          <a:lstStyle/>
          <a:p>
            <a:r>
              <a:rPr lang="en-US"/>
              <a:t>Click to edit Master title style</a:t>
            </a:r>
            <a:endParaRPr lang="de-DE"/>
          </a:p>
        </p:txBody>
      </p:sp>
    </p:spTree>
    <p:extLst>
      <p:ext uri="{BB962C8B-B14F-4D97-AF65-F5344CB8AC3E}">
        <p14:creationId xmlns:p14="http://schemas.microsoft.com/office/powerpoint/2010/main" val="3712174274"/>
      </p:ext>
    </p:extLst>
  </p:cSld>
  <p:clrMapOvr>
    <a:masterClrMapping/>
  </p:clrMapOvr>
</p:sldLayout>
</file>

<file path=ppt/slideLayouts/slideLayout83.xml><?xml version="1.0" encoding="utf-8"?>
<p:sldLayout xmlns:a="http://schemas.openxmlformats.org/drawingml/2006/main" xmlns:r="http://schemas.openxmlformats.org/officeDocument/2006/relationships" xmlns:p="http://schemas.openxmlformats.org/presentationml/2006/main" preserve="1" userDrawn="1">
  <p:cSld name="Content 3 columns">
    <p:spTree>
      <p:nvGrpSpPr>
        <p:cNvPr id="1" name=""/>
        <p:cNvGrpSpPr/>
        <p:nvPr/>
      </p:nvGrpSpPr>
      <p:grpSpPr>
        <a:xfrm>
          <a:off x="0" y="0"/>
          <a:ext cx="0" cy="0"/>
          <a:chOff x="0" y="0"/>
          <a:chExt cx="0" cy="0"/>
        </a:xfrm>
      </p:grpSpPr>
      <p:sp>
        <p:nvSpPr>
          <p:cNvPr id="3" name="Text Placeholder 7">
            <a:extLst>
              <a:ext uri="{FF2B5EF4-FFF2-40B4-BE49-F238E27FC236}">
                <a16:creationId xmlns:a16="http://schemas.microsoft.com/office/drawing/2014/main" id="{27CE2609-37DA-4C4C-BF45-E56CE85AA41D}"/>
              </a:ext>
            </a:extLst>
          </p:cNvPr>
          <p:cNvSpPr>
            <a:spLocks noGrp="1"/>
          </p:cNvSpPr>
          <p:nvPr>
            <p:ph type="body" sz="quarter" idx="10"/>
          </p:nvPr>
        </p:nvSpPr>
        <p:spPr>
          <a:xfrm>
            <a:off x="404813" y="2205319"/>
            <a:ext cx="3456432" cy="4076234"/>
          </a:xfrm>
          <a:prstGeom prst="rect">
            <a:avLst/>
          </a:prstGeom>
        </p:spPr>
        <p:txBody>
          <a:bodyPr>
            <a:noAutofit/>
          </a:bodyPr>
          <a:lstStyle>
            <a:lvl1pPr>
              <a:lnSpc>
                <a:spcPct val="100000"/>
              </a:lnSpc>
              <a:spcBef>
                <a:spcPts val="0"/>
              </a:spcBef>
              <a:defRPr sz="1400"/>
            </a:lvl1pPr>
            <a:lvl2pPr>
              <a:lnSpc>
                <a:spcPct val="100000"/>
              </a:lnSpc>
              <a:spcBef>
                <a:spcPts val="0"/>
              </a:spcBef>
              <a:defRPr sz="1400"/>
            </a:lvl2pPr>
            <a:lvl3pPr>
              <a:lnSpc>
                <a:spcPct val="100000"/>
              </a:lnSpc>
              <a:spcBef>
                <a:spcPts val="0"/>
              </a:spcBef>
              <a:defRPr sz="1400"/>
            </a:lvl3pPr>
            <a:lvl4pPr>
              <a:lnSpc>
                <a:spcPct val="100000"/>
              </a:lnSpc>
              <a:spcBef>
                <a:spcPts val="0"/>
              </a:spcBef>
              <a:defRPr sz="1400"/>
            </a:lvl4pPr>
            <a:lvl5pPr>
              <a:lnSpc>
                <a:spcPct val="100000"/>
              </a:lnSpc>
              <a:spcBef>
                <a:spcPts val="0"/>
              </a:spcBef>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7">
            <a:extLst>
              <a:ext uri="{FF2B5EF4-FFF2-40B4-BE49-F238E27FC236}">
                <a16:creationId xmlns:a16="http://schemas.microsoft.com/office/drawing/2014/main" id="{D8D7F005-BA7C-423E-87B0-6782D88233F6}"/>
              </a:ext>
            </a:extLst>
          </p:cNvPr>
          <p:cNvSpPr>
            <a:spLocks noGrp="1"/>
          </p:cNvSpPr>
          <p:nvPr>
            <p:ph type="body" sz="quarter" idx="12" hasCustomPrompt="1"/>
          </p:nvPr>
        </p:nvSpPr>
        <p:spPr>
          <a:xfrm>
            <a:off x="404813" y="1327151"/>
            <a:ext cx="3456432" cy="837826"/>
          </a:xfrm>
          <a:prstGeom prst="rect">
            <a:avLst/>
          </a:prstGeom>
        </p:spPr>
        <p:txBody>
          <a:bodyPr vert="horz" lIns="0" tIns="0" rIns="0" bIns="0" rtlCol="0" anchor="ctr" anchorCtr="0">
            <a:noAutofit/>
          </a:bodyPr>
          <a:lstStyle>
            <a:lvl1pPr algn="ctr">
              <a:lnSpc>
                <a:spcPct val="100000"/>
              </a:lnSpc>
              <a:defRPr lang="en-US" sz="1600" b="0" kern="1200" dirty="0">
                <a:solidFill>
                  <a:srgbClr val="12ABDB"/>
                </a:solidFill>
                <a:latin typeface="Ubuntu" panose="020B0504030602030204" pitchFamily="34" charset="0"/>
                <a:ea typeface="+mn-ea"/>
                <a:cs typeface="+mn-cs"/>
              </a:defRPr>
            </a:lvl1pPr>
            <a:lvl2pPr>
              <a:lnSpc>
                <a:spcPct val="100000"/>
              </a:lnSpc>
              <a:defRPr sz="1200"/>
            </a:lvl2pPr>
            <a:lvl3pPr>
              <a:lnSpc>
                <a:spcPct val="100000"/>
              </a:lnSpc>
              <a:defRPr sz="1200"/>
            </a:lvl3pPr>
            <a:lvl4pPr>
              <a:lnSpc>
                <a:spcPct val="100000"/>
              </a:lnSpc>
              <a:defRPr sz="1200"/>
            </a:lvl4pPr>
            <a:lvl5pPr>
              <a:lnSpc>
                <a:spcPct val="100000"/>
              </a:lnSpc>
              <a:defRPr sz="1200"/>
            </a:lvl5pPr>
          </a:lstStyle>
          <a:p>
            <a:pPr marL="0" lvl="0" indent="0" algn="l" defTabSz="914400" rtl="0" eaLnBrk="1" latinLnBrk="0" hangingPunct="1">
              <a:lnSpc>
                <a:spcPct val="100000"/>
              </a:lnSpc>
              <a:spcBef>
                <a:spcPts val="1000"/>
              </a:spcBef>
              <a:buFont typeface="Arial" panose="020B0604020202020204" pitchFamily="34" charset="0"/>
              <a:buNone/>
            </a:pPr>
            <a:r>
              <a:rPr lang="en-US"/>
              <a:t>CLICK TO INSERT TITLE</a:t>
            </a:r>
          </a:p>
        </p:txBody>
      </p:sp>
      <p:sp>
        <p:nvSpPr>
          <p:cNvPr id="9" name="Text Placeholder 7">
            <a:extLst>
              <a:ext uri="{FF2B5EF4-FFF2-40B4-BE49-F238E27FC236}">
                <a16:creationId xmlns:a16="http://schemas.microsoft.com/office/drawing/2014/main" id="{27CE2609-37DA-4C4C-BF45-E56CE85AA41D}"/>
              </a:ext>
            </a:extLst>
          </p:cNvPr>
          <p:cNvSpPr>
            <a:spLocks noGrp="1"/>
          </p:cNvSpPr>
          <p:nvPr>
            <p:ph type="body" sz="quarter" idx="14"/>
          </p:nvPr>
        </p:nvSpPr>
        <p:spPr>
          <a:xfrm>
            <a:off x="4371047" y="2205319"/>
            <a:ext cx="3456432" cy="4076234"/>
          </a:xfrm>
          <a:prstGeom prst="rect">
            <a:avLst/>
          </a:prstGeom>
        </p:spPr>
        <p:txBody>
          <a:bodyPr>
            <a:noAutofit/>
          </a:bodyPr>
          <a:lstStyle>
            <a:lvl1pPr>
              <a:lnSpc>
                <a:spcPct val="100000"/>
              </a:lnSpc>
              <a:spcBef>
                <a:spcPts val="0"/>
              </a:spcBef>
              <a:defRPr sz="1400"/>
            </a:lvl1pPr>
            <a:lvl2pPr>
              <a:lnSpc>
                <a:spcPct val="100000"/>
              </a:lnSpc>
              <a:spcBef>
                <a:spcPts val="0"/>
              </a:spcBef>
              <a:defRPr sz="1400"/>
            </a:lvl2pPr>
            <a:lvl3pPr>
              <a:lnSpc>
                <a:spcPct val="100000"/>
              </a:lnSpc>
              <a:spcBef>
                <a:spcPts val="0"/>
              </a:spcBef>
              <a:defRPr sz="1400"/>
            </a:lvl3pPr>
            <a:lvl4pPr>
              <a:lnSpc>
                <a:spcPct val="100000"/>
              </a:lnSpc>
              <a:spcBef>
                <a:spcPts val="0"/>
              </a:spcBef>
              <a:defRPr sz="1400"/>
            </a:lvl4pPr>
            <a:lvl5pPr>
              <a:lnSpc>
                <a:spcPct val="100000"/>
              </a:lnSpc>
              <a:spcBef>
                <a:spcPts val="0"/>
              </a:spcBef>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 name="Text Placeholder 7">
            <a:extLst>
              <a:ext uri="{FF2B5EF4-FFF2-40B4-BE49-F238E27FC236}">
                <a16:creationId xmlns:a16="http://schemas.microsoft.com/office/drawing/2014/main" id="{D8D7F005-BA7C-423E-87B0-6782D88233F6}"/>
              </a:ext>
            </a:extLst>
          </p:cNvPr>
          <p:cNvSpPr>
            <a:spLocks noGrp="1"/>
          </p:cNvSpPr>
          <p:nvPr>
            <p:ph type="body" sz="quarter" idx="15" hasCustomPrompt="1"/>
          </p:nvPr>
        </p:nvSpPr>
        <p:spPr>
          <a:xfrm>
            <a:off x="4371047" y="1327151"/>
            <a:ext cx="3456432" cy="743987"/>
          </a:xfrm>
          <a:prstGeom prst="rect">
            <a:avLst/>
          </a:prstGeom>
        </p:spPr>
        <p:txBody>
          <a:bodyPr vert="horz" lIns="0" tIns="0" rIns="0" bIns="0" rtlCol="0" anchor="ctr" anchorCtr="0">
            <a:noAutofit/>
          </a:bodyPr>
          <a:lstStyle>
            <a:lvl1pPr algn="ctr">
              <a:lnSpc>
                <a:spcPct val="100000"/>
              </a:lnSpc>
              <a:defRPr lang="en-US" sz="1600" b="0" kern="1200" dirty="0">
                <a:solidFill>
                  <a:srgbClr val="12ABDB"/>
                </a:solidFill>
                <a:latin typeface="Ubuntu" panose="020B0504030602030204" pitchFamily="34" charset="0"/>
                <a:ea typeface="+mn-ea"/>
                <a:cs typeface="+mn-cs"/>
              </a:defRPr>
            </a:lvl1pPr>
            <a:lvl2pPr>
              <a:lnSpc>
                <a:spcPct val="100000"/>
              </a:lnSpc>
              <a:defRPr sz="1200"/>
            </a:lvl2pPr>
            <a:lvl3pPr>
              <a:lnSpc>
                <a:spcPct val="100000"/>
              </a:lnSpc>
              <a:defRPr sz="1200"/>
            </a:lvl3pPr>
            <a:lvl4pPr>
              <a:lnSpc>
                <a:spcPct val="100000"/>
              </a:lnSpc>
              <a:defRPr sz="1200"/>
            </a:lvl4pPr>
            <a:lvl5pPr>
              <a:lnSpc>
                <a:spcPct val="100000"/>
              </a:lnSpc>
              <a:defRPr sz="1200"/>
            </a:lvl5pPr>
          </a:lstStyle>
          <a:p>
            <a:pPr marL="0" lvl="0" indent="0" algn="l" defTabSz="914400" rtl="0" eaLnBrk="1" latinLnBrk="0" hangingPunct="1">
              <a:lnSpc>
                <a:spcPct val="100000"/>
              </a:lnSpc>
              <a:spcBef>
                <a:spcPts val="1000"/>
              </a:spcBef>
              <a:buFont typeface="Arial" panose="020B0604020202020204" pitchFamily="34" charset="0"/>
              <a:buNone/>
            </a:pPr>
            <a:r>
              <a:rPr lang="en-US"/>
              <a:t>CLICK TO INSERT TITLE</a:t>
            </a:r>
          </a:p>
        </p:txBody>
      </p:sp>
      <p:sp>
        <p:nvSpPr>
          <p:cNvPr id="11" name="Text Placeholder 7">
            <a:extLst>
              <a:ext uri="{FF2B5EF4-FFF2-40B4-BE49-F238E27FC236}">
                <a16:creationId xmlns:a16="http://schemas.microsoft.com/office/drawing/2014/main" id="{27CE2609-37DA-4C4C-BF45-E56CE85AA41D}"/>
              </a:ext>
            </a:extLst>
          </p:cNvPr>
          <p:cNvSpPr>
            <a:spLocks noGrp="1"/>
          </p:cNvSpPr>
          <p:nvPr>
            <p:ph type="body" sz="quarter" idx="16"/>
          </p:nvPr>
        </p:nvSpPr>
        <p:spPr>
          <a:xfrm>
            <a:off x="8330755" y="2205319"/>
            <a:ext cx="3456432" cy="4076234"/>
          </a:xfrm>
          <a:prstGeom prst="rect">
            <a:avLst/>
          </a:prstGeom>
        </p:spPr>
        <p:txBody>
          <a:bodyPr>
            <a:noAutofit/>
          </a:bodyPr>
          <a:lstStyle>
            <a:lvl1pPr>
              <a:lnSpc>
                <a:spcPct val="100000"/>
              </a:lnSpc>
              <a:spcBef>
                <a:spcPts val="0"/>
              </a:spcBef>
              <a:defRPr sz="1400"/>
            </a:lvl1pPr>
            <a:lvl2pPr>
              <a:lnSpc>
                <a:spcPct val="100000"/>
              </a:lnSpc>
              <a:spcBef>
                <a:spcPts val="0"/>
              </a:spcBef>
              <a:defRPr sz="1400"/>
            </a:lvl2pPr>
            <a:lvl3pPr>
              <a:lnSpc>
                <a:spcPct val="100000"/>
              </a:lnSpc>
              <a:spcBef>
                <a:spcPts val="0"/>
              </a:spcBef>
              <a:defRPr sz="1400"/>
            </a:lvl3pPr>
            <a:lvl4pPr>
              <a:lnSpc>
                <a:spcPct val="100000"/>
              </a:lnSpc>
              <a:spcBef>
                <a:spcPts val="0"/>
              </a:spcBef>
              <a:defRPr sz="1400"/>
            </a:lvl4pPr>
            <a:lvl5pPr>
              <a:lnSpc>
                <a:spcPct val="100000"/>
              </a:lnSpc>
              <a:spcBef>
                <a:spcPts val="0"/>
              </a:spcBef>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2" name="Text Placeholder 7">
            <a:extLst>
              <a:ext uri="{FF2B5EF4-FFF2-40B4-BE49-F238E27FC236}">
                <a16:creationId xmlns:a16="http://schemas.microsoft.com/office/drawing/2014/main" id="{D8D7F005-BA7C-423E-87B0-6782D88233F6}"/>
              </a:ext>
            </a:extLst>
          </p:cNvPr>
          <p:cNvSpPr>
            <a:spLocks noGrp="1"/>
          </p:cNvSpPr>
          <p:nvPr>
            <p:ph type="body" sz="quarter" idx="17" hasCustomPrompt="1"/>
          </p:nvPr>
        </p:nvSpPr>
        <p:spPr>
          <a:xfrm>
            <a:off x="8330755" y="1327151"/>
            <a:ext cx="3456432" cy="743987"/>
          </a:xfrm>
          <a:prstGeom prst="rect">
            <a:avLst/>
          </a:prstGeom>
        </p:spPr>
        <p:txBody>
          <a:bodyPr vert="horz" lIns="0" tIns="0" rIns="0" bIns="0" rtlCol="0" anchor="ctr" anchorCtr="0">
            <a:noAutofit/>
          </a:bodyPr>
          <a:lstStyle>
            <a:lvl1pPr algn="ctr">
              <a:lnSpc>
                <a:spcPct val="100000"/>
              </a:lnSpc>
              <a:defRPr lang="en-US" sz="1600" b="0" kern="1200" dirty="0">
                <a:solidFill>
                  <a:srgbClr val="12ABDB"/>
                </a:solidFill>
                <a:latin typeface="Ubuntu" panose="020B0504030602030204" pitchFamily="34" charset="0"/>
                <a:ea typeface="+mn-ea"/>
                <a:cs typeface="+mn-cs"/>
              </a:defRPr>
            </a:lvl1pPr>
            <a:lvl2pPr>
              <a:lnSpc>
                <a:spcPct val="100000"/>
              </a:lnSpc>
              <a:defRPr sz="1200"/>
            </a:lvl2pPr>
            <a:lvl3pPr>
              <a:lnSpc>
                <a:spcPct val="100000"/>
              </a:lnSpc>
              <a:defRPr sz="1200"/>
            </a:lvl3pPr>
            <a:lvl4pPr>
              <a:lnSpc>
                <a:spcPct val="100000"/>
              </a:lnSpc>
              <a:defRPr sz="1200"/>
            </a:lvl4pPr>
            <a:lvl5pPr>
              <a:lnSpc>
                <a:spcPct val="100000"/>
              </a:lnSpc>
              <a:defRPr sz="1200"/>
            </a:lvl5pPr>
          </a:lstStyle>
          <a:p>
            <a:pPr marL="0" lvl="0" indent="0" algn="l" defTabSz="914400" rtl="0" eaLnBrk="1" latinLnBrk="0" hangingPunct="1">
              <a:lnSpc>
                <a:spcPct val="100000"/>
              </a:lnSpc>
              <a:spcBef>
                <a:spcPts val="1000"/>
              </a:spcBef>
              <a:buFont typeface="Arial" panose="020B0604020202020204" pitchFamily="34" charset="0"/>
              <a:buNone/>
            </a:pPr>
            <a:r>
              <a:rPr lang="en-US"/>
              <a:t>CLICK TO INSERT TITLE</a:t>
            </a:r>
          </a:p>
        </p:txBody>
      </p:sp>
      <p:sp>
        <p:nvSpPr>
          <p:cNvPr id="5" name="Title 4">
            <a:extLst>
              <a:ext uri="{FF2B5EF4-FFF2-40B4-BE49-F238E27FC236}">
                <a16:creationId xmlns:a16="http://schemas.microsoft.com/office/drawing/2014/main" id="{294515F3-E20E-47CC-8314-0A030AB3D1FD}"/>
              </a:ext>
            </a:extLst>
          </p:cNvPr>
          <p:cNvSpPr>
            <a:spLocks noGrp="1"/>
          </p:cNvSpPr>
          <p:nvPr>
            <p:ph type="title"/>
          </p:nvPr>
        </p:nvSpPr>
        <p:spPr/>
        <p:txBody>
          <a:bodyPr/>
          <a:lstStyle/>
          <a:p>
            <a:r>
              <a:rPr lang="en-US"/>
              <a:t>Click to edit Master title style</a:t>
            </a:r>
            <a:endParaRPr lang="de-DE"/>
          </a:p>
        </p:txBody>
      </p:sp>
    </p:spTree>
    <p:extLst>
      <p:ext uri="{BB962C8B-B14F-4D97-AF65-F5344CB8AC3E}">
        <p14:creationId xmlns:p14="http://schemas.microsoft.com/office/powerpoint/2010/main" val="3866537000"/>
      </p:ext>
    </p:extLst>
  </p:cSld>
  <p:clrMapOvr>
    <a:masterClrMapping/>
  </p:clrMapOvr>
</p:sldLayout>
</file>

<file path=ppt/slideLayouts/slideLayout84.xml><?xml version="1.0" encoding="utf-8"?>
<p:sldLayout xmlns:a="http://schemas.openxmlformats.org/drawingml/2006/main" xmlns:r="http://schemas.openxmlformats.org/officeDocument/2006/relationships" xmlns:p="http://schemas.openxmlformats.org/presentationml/2006/main" preserve="1" userDrawn="1">
  <p:cSld name="1_Content 3 columns">
    <p:spTree>
      <p:nvGrpSpPr>
        <p:cNvPr id="1" name=""/>
        <p:cNvGrpSpPr/>
        <p:nvPr/>
      </p:nvGrpSpPr>
      <p:grpSpPr>
        <a:xfrm>
          <a:off x="0" y="0"/>
          <a:ext cx="0" cy="0"/>
          <a:chOff x="0" y="0"/>
          <a:chExt cx="0" cy="0"/>
        </a:xfrm>
      </p:grpSpPr>
      <p:sp>
        <p:nvSpPr>
          <p:cNvPr id="13" name="Rectangle 12">
            <a:extLst>
              <a:ext uri="{FF2B5EF4-FFF2-40B4-BE49-F238E27FC236}">
                <a16:creationId xmlns:a16="http://schemas.microsoft.com/office/drawing/2014/main" id="{7B9A63D1-B6C5-4F10-ABD1-7445EB2D8ADC}"/>
              </a:ext>
            </a:extLst>
          </p:cNvPr>
          <p:cNvSpPr/>
          <p:nvPr userDrawn="1"/>
        </p:nvSpPr>
        <p:spPr>
          <a:xfrm>
            <a:off x="407988" y="2423886"/>
            <a:ext cx="3524250" cy="4046888"/>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PT"/>
          </a:p>
        </p:txBody>
      </p:sp>
      <p:sp>
        <p:nvSpPr>
          <p:cNvPr id="14" name="Rectangle 13">
            <a:extLst>
              <a:ext uri="{FF2B5EF4-FFF2-40B4-BE49-F238E27FC236}">
                <a16:creationId xmlns:a16="http://schemas.microsoft.com/office/drawing/2014/main" id="{A69DEBB0-4052-42E9-B8A1-20FEA957F747}"/>
              </a:ext>
            </a:extLst>
          </p:cNvPr>
          <p:cNvSpPr/>
          <p:nvPr userDrawn="1"/>
        </p:nvSpPr>
        <p:spPr>
          <a:xfrm>
            <a:off x="4333875" y="2423886"/>
            <a:ext cx="3524250" cy="4046888"/>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PT"/>
          </a:p>
        </p:txBody>
      </p:sp>
      <p:sp>
        <p:nvSpPr>
          <p:cNvPr id="15" name="Rectangle 14">
            <a:extLst>
              <a:ext uri="{FF2B5EF4-FFF2-40B4-BE49-F238E27FC236}">
                <a16:creationId xmlns:a16="http://schemas.microsoft.com/office/drawing/2014/main" id="{270917E2-630D-4941-BA4B-7EB65D4A7850}"/>
              </a:ext>
            </a:extLst>
          </p:cNvPr>
          <p:cNvSpPr/>
          <p:nvPr userDrawn="1"/>
        </p:nvSpPr>
        <p:spPr>
          <a:xfrm>
            <a:off x="8259763" y="2406300"/>
            <a:ext cx="3524250" cy="4046888"/>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PT"/>
          </a:p>
        </p:txBody>
      </p:sp>
      <p:sp>
        <p:nvSpPr>
          <p:cNvPr id="16" name="Text Placeholder 4">
            <a:extLst>
              <a:ext uri="{FF2B5EF4-FFF2-40B4-BE49-F238E27FC236}">
                <a16:creationId xmlns:a16="http://schemas.microsoft.com/office/drawing/2014/main" id="{5AE9BC27-7262-47DA-99EA-4AB1F52A8C33}"/>
              </a:ext>
            </a:extLst>
          </p:cNvPr>
          <p:cNvSpPr>
            <a:spLocks noGrp="1"/>
          </p:cNvSpPr>
          <p:nvPr>
            <p:ph type="body" sz="quarter" idx="13" hasCustomPrompt="1"/>
          </p:nvPr>
        </p:nvSpPr>
        <p:spPr>
          <a:xfrm>
            <a:off x="725016" y="3332368"/>
            <a:ext cx="2890194" cy="645047"/>
          </a:xfrm>
          <a:prstGeom prst="rect">
            <a:avLst/>
          </a:prstGeom>
          <a:noFill/>
        </p:spPr>
        <p:txBody>
          <a:bodyPr anchor="ctr">
            <a:noAutofit/>
          </a:bodyPr>
          <a:lstStyle>
            <a:lvl1pPr algn="l">
              <a:lnSpc>
                <a:spcPts val="1800"/>
              </a:lnSpc>
              <a:defRPr sz="1600" b="0">
                <a:solidFill>
                  <a:schemeClr val="accent1"/>
                </a:solidFill>
                <a:latin typeface="+mj-lt"/>
              </a:defRPr>
            </a:lvl1pPr>
            <a:lvl2pPr>
              <a:defRPr sz="1400"/>
            </a:lvl2pPr>
            <a:lvl3pPr>
              <a:defRPr sz="1200"/>
            </a:lvl3pPr>
            <a:lvl4pPr>
              <a:defRPr sz="1100"/>
            </a:lvl4pPr>
            <a:lvl5pPr>
              <a:defRPr sz="1100"/>
            </a:lvl5pPr>
          </a:lstStyle>
          <a:p>
            <a:pPr lvl="0"/>
            <a:r>
              <a:rPr lang="en-US"/>
              <a:t>Click to insert title</a:t>
            </a:r>
          </a:p>
        </p:txBody>
      </p:sp>
      <p:sp>
        <p:nvSpPr>
          <p:cNvPr id="18" name="Text Placeholder 4">
            <a:extLst>
              <a:ext uri="{FF2B5EF4-FFF2-40B4-BE49-F238E27FC236}">
                <a16:creationId xmlns:a16="http://schemas.microsoft.com/office/drawing/2014/main" id="{EBBF7568-EC18-40A1-B3C2-1E64D0BFDEFF}"/>
              </a:ext>
            </a:extLst>
          </p:cNvPr>
          <p:cNvSpPr>
            <a:spLocks noGrp="1"/>
          </p:cNvSpPr>
          <p:nvPr>
            <p:ph type="body" sz="quarter" idx="33" hasCustomPrompt="1"/>
          </p:nvPr>
        </p:nvSpPr>
        <p:spPr>
          <a:xfrm>
            <a:off x="4650903" y="3332368"/>
            <a:ext cx="2890194" cy="645047"/>
          </a:xfrm>
          <a:prstGeom prst="rect">
            <a:avLst/>
          </a:prstGeom>
          <a:noFill/>
        </p:spPr>
        <p:txBody>
          <a:bodyPr anchor="ctr">
            <a:noAutofit/>
          </a:bodyPr>
          <a:lstStyle>
            <a:lvl1pPr algn="l">
              <a:lnSpc>
                <a:spcPts val="1800"/>
              </a:lnSpc>
              <a:defRPr sz="1600" b="0">
                <a:solidFill>
                  <a:srgbClr val="2EA657"/>
                </a:solidFill>
                <a:latin typeface="+mj-lt"/>
              </a:defRPr>
            </a:lvl1pPr>
            <a:lvl2pPr>
              <a:defRPr sz="1400"/>
            </a:lvl2pPr>
            <a:lvl3pPr>
              <a:defRPr sz="1200"/>
            </a:lvl3pPr>
            <a:lvl4pPr>
              <a:defRPr sz="1100"/>
            </a:lvl4pPr>
            <a:lvl5pPr>
              <a:defRPr sz="1100"/>
            </a:lvl5pPr>
          </a:lstStyle>
          <a:p>
            <a:pPr lvl="0"/>
            <a:r>
              <a:rPr lang="en-US"/>
              <a:t>Click to insert title</a:t>
            </a:r>
          </a:p>
        </p:txBody>
      </p:sp>
      <p:sp>
        <p:nvSpPr>
          <p:cNvPr id="19" name="Text Placeholder 4">
            <a:extLst>
              <a:ext uri="{FF2B5EF4-FFF2-40B4-BE49-F238E27FC236}">
                <a16:creationId xmlns:a16="http://schemas.microsoft.com/office/drawing/2014/main" id="{0C0A1379-EE65-47B3-B113-45D1ED57400C}"/>
              </a:ext>
            </a:extLst>
          </p:cNvPr>
          <p:cNvSpPr>
            <a:spLocks noGrp="1"/>
          </p:cNvSpPr>
          <p:nvPr>
            <p:ph type="body" sz="quarter" idx="35" hasCustomPrompt="1"/>
          </p:nvPr>
        </p:nvSpPr>
        <p:spPr>
          <a:xfrm>
            <a:off x="8576791" y="3332368"/>
            <a:ext cx="2890194" cy="645047"/>
          </a:xfrm>
          <a:prstGeom prst="rect">
            <a:avLst/>
          </a:prstGeom>
          <a:noFill/>
        </p:spPr>
        <p:txBody>
          <a:bodyPr anchor="ctr">
            <a:noAutofit/>
          </a:bodyPr>
          <a:lstStyle>
            <a:lvl1pPr algn="l">
              <a:lnSpc>
                <a:spcPts val="1800"/>
              </a:lnSpc>
              <a:defRPr sz="1600" b="0">
                <a:solidFill>
                  <a:srgbClr val="BA2980"/>
                </a:solidFill>
                <a:latin typeface="+mj-lt"/>
              </a:defRPr>
            </a:lvl1pPr>
            <a:lvl2pPr>
              <a:defRPr sz="1400"/>
            </a:lvl2pPr>
            <a:lvl3pPr>
              <a:defRPr sz="1200"/>
            </a:lvl3pPr>
            <a:lvl4pPr>
              <a:defRPr sz="1100"/>
            </a:lvl4pPr>
            <a:lvl5pPr>
              <a:defRPr sz="1100"/>
            </a:lvl5pPr>
          </a:lstStyle>
          <a:p>
            <a:pPr lvl="0"/>
            <a:r>
              <a:rPr lang="en-US"/>
              <a:t>Click to insert title</a:t>
            </a:r>
          </a:p>
        </p:txBody>
      </p:sp>
      <p:sp>
        <p:nvSpPr>
          <p:cNvPr id="22" name="Text Placeholder 7">
            <a:extLst>
              <a:ext uri="{FF2B5EF4-FFF2-40B4-BE49-F238E27FC236}">
                <a16:creationId xmlns:a16="http://schemas.microsoft.com/office/drawing/2014/main" id="{E24DC023-E500-4824-A661-003A568299EA}"/>
              </a:ext>
            </a:extLst>
          </p:cNvPr>
          <p:cNvSpPr>
            <a:spLocks noGrp="1"/>
          </p:cNvSpPr>
          <p:nvPr>
            <p:ph type="body" sz="quarter" idx="10"/>
          </p:nvPr>
        </p:nvSpPr>
        <p:spPr>
          <a:xfrm>
            <a:off x="725015" y="4079991"/>
            <a:ext cx="2890194" cy="2201561"/>
          </a:xfrm>
          <a:prstGeom prst="rect">
            <a:avLst/>
          </a:prstGeom>
        </p:spPr>
        <p:txBody>
          <a:bodyPr>
            <a:noAutofit/>
          </a:bodyPr>
          <a:lstStyle>
            <a:lvl1pPr>
              <a:lnSpc>
                <a:spcPct val="100000"/>
              </a:lnSpc>
              <a:spcBef>
                <a:spcPts val="0"/>
              </a:spcBef>
              <a:defRPr sz="1400"/>
            </a:lvl1pPr>
            <a:lvl2pPr>
              <a:lnSpc>
                <a:spcPct val="100000"/>
              </a:lnSpc>
              <a:spcBef>
                <a:spcPts val="0"/>
              </a:spcBef>
              <a:buClr>
                <a:schemeClr val="accent1"/>
              </a:buClr>
              <a:defRPr sz="1400"/>
            </a:lvl2pPr>
            <a:lvl3pPr>
              <a:lnSpc>
                <a:spcPct val="100000"/>
              </a:lnSpc>
              <a:spcBef>
                <a:spcPts val="0"/>
              </a:spcBef>
              <a:buClr>
                <a:schemeClr val="accent1"/>
              </a:buClr>
              <a:defRPr sz="1400"/>
            </a:lvl3pPr>
            <a:lvl4pPr>
              <a:lnSpc>
                <a:spcPct val="100000"/>
              </a:lnSpc>
              <a:spcBef>
                <a:spcPts val="0"/>
              </a:spcBef>
              <a:buClr>
                <a:schemeClr val="accent1"/>
              </a:buClr>
              <a:defRPr sz="1400"/>
            </a:lvl4pPr>
            <a:lvl5pPr>
              <a:lnSpc>
                <a:spcPct val="100000"/>
              </a:lnSpc>
              <a:spcBef>
                <a:spcPts val="0"/>
              </a:spcBef>
              <a:buClr>
                <a:schemeClr val="accent1"/>
              </a:buClr>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3" name="Text Placeholder 7">
            <a:extLst>
              <a:ext uri="{FF2B5EF4-FFF2-40B4-BE49-F238E27FC236}">
                <a16:creationId xmlns:a16="http://schemas.microsoft.com/office/drawing/2014/main" id="{B1037A2D-940F-4255-984B-C4A7AABBB724}"/>
              </a:ext>
            </a:extLst>
          </p:cNvPr>
          <p:cNvSpPr>
            <a:spLocks noGrp="1"/>
          </p:cNvSpPr>
          <p:nvPr>
            <p:ph type="body" sz="quarter" idx="40"/>
          </p:nvPr>
        </p:nvSpPr>
        <p:spPr>
          <a:xfrm>
            <a:off x="4650903" y="4079991"/>
            <a:ext cx="2890194" cy="2201561"/>
          </a:xfrm>
          <a:prstGeom prst="rect">
            <a:avLst/>
          </a:prstGeom>
        </p:spPr>
        <p:txBody>
          <a:bodyPr>
            <a:noAutofit/>
          </a:bodyPr>
          <a:lstStyle>
            <a:lvl1pPr>
              <a:lnSpc>
                <a:spcPct val="100000"/>
              </a:lnSpc>
              <a:spcBef>
                <a:spcPts val="0"/>
              </a:spcBef>
              <a:defRPr sz="1400"/>
            </a:lvl1pPr>
            <a:lvl2pPr>
              <a:lnSpc>
                <a:spcPct val="100000"/>
              </a:lnSpc>
              <a:spcBef>
                <a:spcPts val="0"/>
              </a:spcBef>
              <a:buClr>
                <a:srgbClr val="2EA657"/>
              </a:buClr>
              <a:defRPr sz="1400"/>
            </a:lvl2pPr>
            <a:lvl3pPr>
              <a:lnSpc>
                <a:spcPct val="100000"/>
              </a:lnSpc>
              <a:spcBef>
                <a:spcPts val="0"/>
              </a:spcBef>
              <a:buClr>
                <a:srgbClr val="2EA657"/>
              </a:buClr>
              <a:defRPr sz="1400"/>
            </a:lvl3pPr>
            <a:lvl4pPr>
              <a:lnSpc>
                <a:spcPct val="100000"/>
              </a:lnSpc>
              <a:spcBef>
                <a:spcPts val="0"/>
              </a:spcBef>
              <a:buClr>
                <a:srgbClr val="2EA657"/>
              </a:buClr>
              <a:defRPr sz="1400"/>
            </a:lvl4pPr>
            <a:lvl5pPr>
              <a:lnSpc>
                <a:spcPct val="100000"/>
              </a:lnSpc>
              <a:spcBef>
                <a:spcPts val="0"/>
              </a:spcBef>
              <a:buClr>
                <a:srgbClr val="2EA657"/>
              </a:buClr>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4" name="Text Placeholder 7">
            <a:extLst>
              <a:ext uri="{FF2B5EF4-FFF2-40B4-BE49-F238E27FC236}">
                <a16:creationId xmlns:a16="http://schemas.microsoft.com/office/drawing/2014/main" id="{5849E3D5-EF9E-46F2-9C73-58806A392B34}"/>
              </a:ext>
            </a:extLst>
          </p:cNvPr>
          <p:cNvSpPr>
            <a:spLocks noGrp="1"/>
          </p:cNvSpPr>
          <p:nvPr>
            <p:ph type="body" sz="quarter" idx="41"/>
          </p:nvPr>
        </p:nvSpPr>
        <p:spPr>
          <a:xfrm>
            <a:off x="8576791" y="4079991"/>
            <a:ext cx="2890194" cy="2201561"/>
          </a:xfrm>
          <a:prstGeom prst="rect">
            <a:avLst/>
          </a:prstGeom>
        </p:spPr>
        <p:txBody>
          <a:bodyPr>
            <a:noAutofit/>
          </a:bodyPr>
          <a:lstStyle>
            <a:lvl1pPr>
              <a:lnSpc>
                <a:spcPct val="100000"/>
              </a:lnSpc>
              <a:spcBef>
                <a:spcPts val="0"/>
              </a:spcBef>
              <a:defRPr sz="1400"/>
            </a:lvl1pPr>
            <a:lvl2pPr>
              <a:lnSpc>
                <a:spcPct val="100000"/>
              </a:lnSpc>
              <a:spcBef>
                <a:spcPts val="0"/>
              </a:spcBef>
              <a:buClr>
                <a:srgbClr val="BA2980"/>
              </a:buClr>
              <a:defRPr sz="1400"/>
            </a:lvl2pPr>
            <a:lvl3pPr>
              <a:lnSpc>
                <a:spcPct val="100000"/>
              </a:lnSpc>
              <a:spcBef>
                <a:spcPts val="0"/>
              </a:spcBef>
              <a:buClr>
                <a:srgbClr val="BA2980"/>
              </a:buClr>
              <a:defRPr sz="1400"/>
            </a:lvl3pPr>
            <a:lvl4pPr>
              <a:lnSpc>
                <a:spcPct val="100000"/>
              </a:lnSpc>
              <a:spcBef>
                <a:spcPts val="0"/>
              </a:spcBef>
              <a:buClr>
                <a:srgbClr val="BA2980"/>
              </a:buClr>
              <a:defRPr sz="1400"/>
            </a:lvl4pPr>
            <a:lvl5pPr>
              <a:lnSpc>
                <a:spcPct val="100000"/>
              </a:lnSpc>
              <a:spcBef>
                <a:spcPts val="0"/>
              </a:spcBef>
              <a:buClr>
                <a:srgbClr val="BA2980"/>
              </a:buClr>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 name="Title 2">
            <a:extLst>
              <a:ext uri="{FF2B5EF4-FFF2-40B4-BE49-F238E27FC236}">
                <a16:creationId xmlns:a16="http://schemas.microsoft.com/office/drawing/2014/main" id="{18A66D25-366C-4142-B5D9-9A4107D8BC80}"/>
              </a:ext>
            </a:extLst>
          </p:cNvPr>
          <p:cNvSpPr>
            <a:spLocks noGrp="1"/>
          </p:cNvSpPr>
          <p:nvPr>
            <p:ph type="title"/>
          </p:nvPr>
        </p:nvSpPr>
        <p:spPr/>
        <p:txBody>
          <a:bodyPr/>
          <a:lstStyle/>
          <a:p>
            <a:r>
              <a:rPr lang="en-US"/>
              <a:t>Click to edit Master title style</a:t>
            </a:r>
            <a:endParaRPr lang="de-DE"/>
          </a:p>
        </p:txBody>
      </p:sp>
    </p:spTree>
    <p:extLst>
      <p:ext uri="{BB962C8B-B14F-4D97-AF65-F5344CB8AC3E}">
        <p14:creationId xmlns:p14="http://schemas.microsoft.com/office/powerpoint/2010/main" val="1028776193"/>
      </p:ext>
    </p:extLst>
  </p:cSld>
  <p:clrMapOvr>
    <a:masterClrMapping/>
  </p:clrMapOvr>
</p:sldLayout>
</file>

<file path=ppt/slideLayouts/slideLayout85.xml><?xml version="1.0" encoding="utf-8"?>
<p:sldLayout xmlns:a="http://schemas.openxmlformats.org/drawingml/2006/main" xmlns:r="http://schemas.openxmlformats.org/officeDocument/2006/relationships" xmlns:p="http://schemas.openxmlformats.org/presentationml/2006/main" preserve="1" userDrawn="1">
  <p:cSld name="Only Title">
    <p:spTree>
      <p:nvGrpSpPr>
        <p:cNvPr id="1" name=""/>
        <p:cNvGrpSpPr/>
        <p:nvPr/>
      </p:nvGrpSpPr>
      <p:grpSpPr>
        <a:xfrm>
          <a:off x="0" y="0"/>
          <a:ext cx="0" cy="0"/>
          <a:chOff x="0" y="0"/>
          <a:chExt cx="0" cy="0"/>
        </a:xfrm>
      </p:grpSpPr>
      <p:graphicFrame>
        <p:nvGraphicFramePr>
          <p:cNvPr id="5" name="Object 4" hidden="1"/>
          <p:cNvGraphicFramePr>
            <a:graphicFrameLocks noChangeAspect="1"/>
          </p:cNvGraphicFramePr>
          <p:nvPr>
            <p:custDataLst>
              <p:tags r:id="rId1"/>
            </p:custDataLst>
          </p:nvPr>
        </p:nvGraphicFramePr>
        <p:xfrm>
          <a:off x="1587" y="1588"/>
          <a:ext cx="1587" cy="1587"/>
        </p:xfrm>
        <a:graphic>
          <a:graphicData uri="http://schemas.openxmlformats.org/presentationml/2006/ole">
            <mc:AlternateContent xmlns:mc="http://schemas.openxmlformats.org/markup-compatibility/2006">
              <mc:Choice xmlns:v="urn:schemas-microsoft-com:vml" Requires="v">
                <p:oleObj name="think-cell Slide" r:id="rId3" imgW="270" imgH="270" progId="TCLayout.ActiveDocument.1">
                  <p:embed/>
                </p:oleObj>
              </mc:Choice>
              <mc:Fallback>
                <p:oleObj name="think-cell Slide" r:id="rId3" imgW="270" imgH="270" progId="TCLayout.ActiveDocument.1">
                  <p:embed/>
                  <p:pic>
                    <p:nvPicPr>
                      <p:cNvPr id="5" name="Object 4" hidden="1"/>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587" y="1588"/>
                        <a:ext cx="1587" cy="1587"/>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3" name="Title 2">
            <a:extLst>
              <a:ext uri="{FF2B5EF4-FFF2-40B4-BE49-F238E27FC236}">
                <a16:creationId xmlns:a16="http://schemas.microsoft.com/office/drawing/2014/main" id="{57F0C9DF-D1FA-45A1-91F6-147FDC3E7341}"/>
              </a:ext>
            </a:extLst>
          </p:cNvPr>
          <p:cNvSpPr>
            <a:spLocks noGrp="1"/>
          </p:cNvSpPr>
          <p:nvPr>
            <p:ph type="title"/>
          </p:nvPr>
        </p:nvSpPr>
        <p:spPr/>
        <p:txBody>
          <a:bodyPr/>
          <a:lstStyle/>
          <a:p>
            <a:r>
              <a:rPr lang="en-US"/>
              <a:t>Click to edit Master title style</a:t>
            </a:r>
            <a:endParaRPr lang="de-DE"/>
          </a:p>
        </p:txBody>
      </p:sp>
    </p:spTree>
    <p:extLst>
      <p:ext uri="{BB962C8B-B14F-4D97-AF65-F5344CB8AC3E}">
        <p14:creationId xmlns:p14="http://schemas.microsoft.com/office/powerpoint/2010/main" val="1336032605"/>
      </p:ext>
    </p:extLst>
  </p:cSld>
  <p:clrMapOvr>
    <a:masterClrMapping/>
  </p:clrMapOvr>
</p:sldLayout>
</file>

<file path=ppt/slideLayouts/slideLayout86.xml><?xml version="1.0" encoding="utf-8"?>
<p:sldLayout xmlns:a="http://schemas.openxmlformats.org/drawingml/2006/main" xmlns:r="http://schemas.openxmlformats.org/officeDocument/2006/relationships" xmlns:p="http://schemas.openxmlformats.org/presentationml/2006/main" preserve="1" userDrawn="1">
  <p:cSld name="1_Titre seul">
    <p:bg>
      <p:bgPr>
        <a:solidFill>
          <a:schemeClr val="accent4"/>
        </a:solidFill>
        <a:effectLst/>
      </p:bgPr>
    </p:bg>
    <p:spTree>
      <p:nvGrpSpPr>
        <p:cNvPr id="1" name=""/>
        <p:cNvGrpSpPr/>
        <p:nvPr/>
      </p:nvGrpSpPr>
      <p:grpSpPr>
        <a:xfrm>
          <a:off x="0" y="0"/>
          <a:ext cx="0" cy="0"/>
          <a:chOff x="0" y="0"/>
          <a:chExt cx="0" cy="0"/>
        </a:xfrm>
      </p:grpSpPr>
      <p:graphicFrame>
        <p:nvGraphicFramePr>
          <p:cNvPr id="5" name="Object 4" hidden="1"/>
          <p:cNvGraphicFramePr>
            <a:graphicFrameLocks noChangeAspect="1"/>
          </p:cNvGraphicFramePr>
          <p:nvPr>
            <p:custDataLst>
              <p:tags r:id="rId1"/>
            </p:custDataLst>
          </p:nvPr>
        </p:nvGraphicFramePr>
        <p:xfrm>
          <a:off x="1587" y="1588"/>
          <a:ext cx="1587" cy="1587"/>
        </p:xfrm>
        <a:graphic>
          <a:graphicData uri="http://schemas.openxmlformats.org/presentationml/2006/ole">
            <mc:AlternateContent xmlns:mc="http://schemas.openxmlformats.org/markup-compatibility/2006">
              <mc:Choice xmlns:v="urn:schemas-microsoft-com:vml" Requires="v">
                <p:oleObj name="think-cell Slide" r:id="rId3" imgW="270" imgH="270" progId="TCLayout.ActiveDocument.1">
                  <p:embed/>
                </p:oleObj>
              </mc:Choice>
              <mc:Fallback>
                <p:oleObj name="think-cell Slide" r:id="rId3" imgW="270" imgH="270" progId="TCLayout.ActiveDocument.1">
                  <p:embed/>
                  <p:pic>
                    <p:nvPicPr>
                      <p:cNvPr id="5" name="Object 4" hidden="1"/>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587" y="1588"/>
                        <a:ext cx="1587" cy="1587"/>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10" name="Espace réservé du texte 9">
            <a:extLst>
              <a:ext uri="{FF2B5EF4-FFF2-40B4-BE49-F238E27FC236}">
                <a16:creationId xmlns:a16="http://schemas.microsoft.com/office/drawing/2014/main" id="{0850DA69-657E-41C3-B340-B16C354CA1D0}"/>
              </a:ext>
            </a:extLst>
          </p:cNvPr>
          <p:cNvSpPr>
            <a:spLocks noGrp="1"/>
          </p:cNvSpPr>
          <p:nvPr>
            <p:ph type="body" sz="quarter" idx="10"/>
          </p:nvPr>
        </p:nvSpPr>
        <p:spPr>
          <a:xfrm>
            <a:off x="404813" y="1447800"/>
            <a:ext cx="11406187" cy="4951413"/>
          </a:xfrm>
        </p:spPr>
        <p:txBody>
          <a:bodyPr/>
          <a:lstStyle>
            <a:lvl1pPr>
              <a:defRPr>
                <a:solidFill>
                  <a:schemeClr val="bg1"/>
                </a:solidFill>
              </a:defRPr>
            </a:lvl1pPr>
            <a:lvl2pPr>
              <a:defRPr>
                <a:solidFill>
                  <a:schemeClr val="bg1"/>
                </a:solidFill>
              </a:defRPr>
            </a:lvl2pPr>
            <a:lvl3pPr>
              <a:defRPr>
                <a:solidFill>
                  <a:schemeClr val="bg1"/>
                </a:solidFill>
              </a:defRPr>
            </a:lvl3pPr>
            <a:lvl4pPr>
              <a:buClr>
                <a:schemeClr val="accent5"/>
              </a:buClr>
              <a:defRPr>
                <a:solidFill>
                  <a:schemeClr val="bg1"/>
                </a:solidFill>
              </a:defRPr>
            </a:lvl4pPr>
            <a:lvl5pPr>
              <a:buClr>
                <a:schemeClr val="bg1"/>
              </a:buClr>
              <a:defRPr>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 name="Title 2">
            <a:extLst>
              <a:ext uri="{FF2B5EF4-FFF2-40B4-BE49-F238E27FC236}">
                <a16:creationId xmlns:a16="http://schemas.microsoft.com/office/drawing/2014/main" id="{5E6BB52B-0C5D-4023-89D5-282E9A520223}"/>
              </a:ext>
            </a:extLst>
          </p:cNvPr>
          <p:cNvSpPr>
            <a:spLocks noGrp="1"/>
          </p:cNvSpPr>
          <p:nvPr>
            <p:ph type="title"/>
          </p:nvPr>
        </p:nvSpPr>
        <p:spPr/>
        <p:txBody>
          <a:bodyPr/>
          <a:lstStyle>
            <a:lvl1pPr>
              <a:defRPr>
                <a:solidFill>
                  <a:schemeClr val="bg1"/>
                </a:solidFill>
              </a:defRPr>
            </a:lvl1pPr>
          </a:lstStyle>
          <a:p>
            <a:r>
              <a:rPr lang="en-US"/>
              <a:t>Click to edit Master title style</a:t>
            </a:r>
            <a:endParaRPr lang="de-DE"/>
          </a:p>
        </p:txBody>
      </p:sp>
    </p:spTree>
    <p:extLst>
      <p:ext uri="{BB962C8B-B14F-4D97-AF65-F5344CB8AC3E}">
        <p14:creationId xmlns:p14="http://schemas.microsoft.com/office/powerpoint/2010/main" val="3733571593"/>
      </p:ext>
    </p:extLst>
  </p:cSld>
  <p:clrMapOvr>
    <a:masterClrMapping/>
  </p:clrMapOvr>
</p:sldLayout>
</file>

<file path=ppt/slideLayouts/slideLayout87.xml><?xml version="1.0" encoding="utf-8"?>
<p:sldLayout xmlns:a="http://schemas.openxmlformats.org/drawingml/2006/main" xmlns:r="http://schemas.openxmlformats.org/officeDocument/2006/relationships" xmlns:p="http://schemas.openxmlformats.org/presentationml/2006/main" preserve="1" userDrawn="1">
  <p:cSld name="Title and content light Grey">
    <p:bg>
      <p:bgPr>
        <a:solidFill>
          <a:schemeClr val="bg2"/>
        </a:solidFill>
        <a:effectLst/>
      </p:bgPr>
    </p:bg>
    <p:spTree>
      <p:nvGrpSpPr>
        <p:cNvPr id="1" name=""/>
        <p:cNvGrpSpPr/>
        <p:nvPr/>
      </p:nvGrpSpPr>
      <p:grpSpPr>
        <a:xfrm>
          <a:off x="0" y="0"/>
          <a:ext cx="0" cy="0"/>
          <a:chOff x="0" y="0"/>
          <a:chExt cx="0" cy="0"/>
        </a:xfrm>
      </p:grpSpPr>
      <p:graphicFrame>
        <p:nvGraphicFramePr>
          <p:cNvPr id="5" name="Object 4" hidden="1"/>
          <p:cNvGraphicFramePr>
            <a:graphicFrameLocks noChangeAspect="1"/>
          </p:cNvGraphicFramePr>
          <p:nvPr>
            <p:custDataLst>
              <p:tags r:id="rId1"/>
            </p:custDataLst>
          </p:nvPr>
        </p:nvGraphicFramePr>
        <p:xfrm>
          <a:off x="1587" y="1588"/>
          <a:ext cx="1587" cy="1587"/>
        </p:xfrm>
        <a:graphic>
          <a:graphicData uri="http://schemas.openxmlformats.org/presentationml/2006/ole">
            <mc:AlternateContent xmlns:mc="http://schemas.openxmlformats.org/markup-compatibility/2006">
              <mc:Choice xmlns:v="urn:schemas-microsoft-com:vml" Requires="v">
                <p:oleObj name="think-cell Slide" r:id="rId3" imgW="270" imgH="270" progId="TCLayout.ActiveDocument.1">
                  <p:embed/>
                </p:oleObj>
              </mc:Choice>
              <mc:Fallback>
                <p:oleObj name="think-cell Slide" r:id="rId3" imgW="270" imgH="270" progId="TCLayout.ActiveDocument.1">
                  <p:embed/>
                  <p:pic>
                    <p:nvPicPr>
                      <p:cNvPr id="5" name="Object 4" hidden="1"/>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587" y="1588"/>
                        <a:ext cx="1587" cy="1587"/>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9" name="Espace réservé du texte 8">
            <a:extLst>
              <a:ext uri="{FF2B5EF4-FFF2-40B4-BE49-F238E27FC236}">
                <a16:creationId xmlns:a16="http://schemas.microsoft.com/office/drawing/2014/main" id="{E7C5D7A7-45E9-4756-B28B-644907783FEA}"/>
              </a:ext>
            </a:extLst>
          </p:cNvPr>
          <p:cNvSpPr>
            <a:spLocks noGrp="1"/>
          </p:cNvSpPr>
          <p:nvPr>
            <p:ph type="body" sz="quarter" idx="10"/>
          </p:nvPr>
        </p:nvSpPr>
        <p:spPr>
          <a:xfrm>
            <a:off x="404812" y="1447800"/>
            <a:ext cx="11406188" cy="495165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 name="Title 2">
            <a:extLst>
              <a:ext uri="{FF2B5EF4-FFF2-40B4-BE49-F238E27FC236}">
                <a16:creationId xmlns:a16="http://schemas.microsoft.com/office/drawing/2014/main" id="{0C89E73A-8AF6-4995-85C4-948312F9A282}"/>
              </a:ext>
            </a:extLst>
          </p:cNvPr>
          <p:cNvSpPr>
            <a:spLocks noGrp="1"/>
          </p:cNvSpPr>
          <p:nvPr>
            <p:ph type="title"/>
          </p:nvPr>
        </p:nvSpPr>
        <p:spPr/>
        <p:txBody>
          <a:bodyPr/>
          <a:lstStyle/>
          <a:p>
            <a:r>
              <a:rPr lang="en-US"/>
              <a:t>Click to edit Master title style</a:t>
            </a:r>
            <a:endParaRPr lang="de-DE"/>
          </a:p>
        </p:txBody>
      </p:sp>
    </p:spTree>
    <p:extLst>
      <p:ext uri="{BB962C8B-B14F-4D97-AF65-F5344CB8AC3E}">
        <p14:creationId xmlns:p14="http://schemas.microsoft.com/office/powerpoint/2010/main" val="31384036"/>
      </p:ext>
    </p:extLst>
  </p:cSld>
  <p:clrMapOvr>
    <a:masterClrMapping/>
  </p:clrMapOvr>
</p:sldLayout>
</file>

<file path=ppt/slideLayouts/slideLayout88.xml><?xml version="1.0" encoding="utf-8"?>
<p:sldLayout xmlns:a="http://schemas.openxmlformats.org/drawingml/2006/main" xmlns:r="http://schemas.openxmlformats.org/officeDocument/2006/relationships" xmlns:p="http://schemas.openxmlformats.org/presentationml/2006/main" preserve="1" userDrawn="1">
  <p:cSld name="Section Break dark">
    <p:bg>
      <p:bgPr>
        <a:solidFill>
          <a:schemeClr val="accent4"/>
        </a:solidFill>
        <a:effectLst/>
      </p:bgPr>
    </p:bg>
    <p:spTree>
      <p:nvGrpSpPr>
        <p:cNvPr id="1" name=""/>
        <p:cNvGrpSpPr/>
        <p:nvPr/>
      </p:nvGrpSpPr>
      <p:grpSpPr>
        <a:xfrm>
          <a:off x="0" y="0"/>
          <a:ext cx="0" cy="0"/>
          <a:chOff x="0" y="0"/>
          <a:chExt cx="0" cy="0"/>
        </a:xfrm>
      </p:grpSpPr>
      <p:sp>
        <p:nvSpPr>
          <p:cNvPr id="3" name="Subtitle">
            <a:extLst>
              <a:ext uri="{FF2B5EF4-FFF2-40B4-BE49-F238E27FC236}">
                <a16:creationId xmlns:a16="http://schemas.microsoft.com/office/drawing/2014/main" id="{81D5C5CA-E0F9-4194-9FD7-26150AB2A870}"/>
              </a:ext>
            </a:extLst>
          </p:cNvPr>
          <p:cNvSpPr>
            <a:spLocks noGrp="1"/>
          </p:cNvSpPr>
          <p:nvPr>
            <p:ph type="subTitle" idx="1"/>
          </p:nvPr>
        </p:nvSpPr>
        <p:spPr>
          <a:xfrm>
            <a:off x="404813" y="3772800"/>
            <a:ext cx="11329987" cy="307777"/>
          </a:xfrm>
        </p:spPr>
        <p:txBody>
          <a:bodyPr lIns="0" tIns="0">
            <a:spAutoFit/>
          </a:bodyPr>
          <a:lstStyle>
            <a:lvl1pPr marL="0" indent="0" algn="l">
              <a:buNone/>
              <a:defRPr sz="200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GB"/>
          </a:p>
        </p:txBody>
      </p:sp>
      <p:sp>
        <p:nvSpPr>
          <p:cNvPr id="2" name="Title">
            <a:extLst>
              <a:ext uri="{FF2B5EF4-FFF2-40B4-BE49-F238E27FC236}">
                <a16:creationId xmlns:a16="http://schemas.microsoft.com/office/drawing/2014/main" id="{A5A39C93-A915-45D6-953A-AAC473CA2FEC}"/>
              </a:ext>
            </a:extLst>
          </p:cNvPr>
          <p:cNvSpPr>
            <a:spLocks noGrp="1"/>
          </p:cNvSpPr>
          <p:nvPr>
            <p:ph type="ctrTitle"/>
          </p:nvPr>
        </p:nvSpPr>
        <p:spPr>
          <a:xfrm>
            <a:off x="404813" y="2264961"/>
            <a:ext cx="11329987" cy="1477328"/>
          </a:xfrm>
        </p:spPr>
        <p:txBody>
          <a:bodyPr lIns="0" bIns="0" anchor="b" anchorCtr="0">
            <a:spAutoFit/>
          </a:bodyPr>
          <a:lstStyle>
            <a:lvl1pPr algn="l">
              <a:lnSpc>
                <a:spcPct val="80000"/>
              </a:lnSpc>
              <a:defRPr sz="6000" baseline="0">
                <a:solidFill>
                  <a:schemeClr val="bg1"/>
                </a:solidFill>
              </a:defRPr>
            </a:lvl1pPr>
          </a:lstStyle>
          <a:p>
            <a:r>
              <a:rPr lang="en-US"/>
              <a:t>Click to edit Master title style</a:t>
            </a:r>
            <a:endParaRPr lang="en-GB"/>
          </a:p>
        </p:txBody>
      </p:sp>
      <p:sp>
        <p:nvSpPr>
          <p:cNvPr id="9" name="Text Placeholder 8">
            <a:extLst>
              <a:ext uri="{FF2B5EF4-FFF2-40B4-BE49-F238E27FC236}">
                <a16:creationId xmlns:a16="http://schemas.microsoft.com/office/drawing/2014/main" id="{E744C52A-2030-4EFF-B1D2-B60B2B279897}"/>
              </a:ext>
            </a:extLst>
          </p:cNvPr>
          <p:cNvSpPr>
            <a:spLocks noGrp="1"/>
          </p:cNvSpPr>
          <p:nvPr>
            <p:ph type="body" sz="quarter" idx="10" hasCustomPrompt="1"/>
          </p:nvPr>
        </p:nvSpPr>
        <p:spPr>
          <a:xfrm>
            <a:off x="404813" y="1825079"/>
            <a:ext cx="4611067" cy="307777"/>
          </a:xfrm>
        </p:spPr>
        <p:txBody>
          <a:bodyPr wrap="square" anchor="b">
            <a:spAutoFit/>
          </a:bodyPr>
          <a:lstStyle>
            <a:lvl1pPr>
              <a:defRPr>
                <a:solidFill>
                  <a:schemeClr val="accent2"/>
                </a:solidFill>
                <a:latin typeface="Ubuntu Light" panose="020B0304030602030204" pitchFamily="34" charset="0"/>
              </a:defRPr>
            </a:lvl1pPr>
            <a:lvl2pPr marL="88900" indent="0">
              <a:buNone/>
              <a:defRPr/>
            </a:lvl2pPr>
          </a:lstStyle>
          <a:p>
            <a:pPr lvl="0"/>
            <a:r>
              <a:rPr lang="fr-FR"/>
              <a:t>INSERT A LABEL/ALBEIT</a:t>
            </a:r>
          </a:p>
        </p:txBody>
      </p:sp>
    </p:spTree>
    <p:extLst>
      <p:ext uri="{BB962C8B-B14F-4D97-AF65-F5344CB8AC3E}">
        <p14:creationId xmlns:p14="http://schemas.microsoft.com/office/powerpoint/2010/main" val="3486702601"/>
      </p:ext>
    </p:extLst>
  </p:cSld>
  <p:clrMapOvr>
    <a:masterClrMapping/>
  </p:clrMapOvr>
  <p:extLst>
    <p:ext uri="{DCECCB84-F9BA-43D5-87BE-67443E8EF086}">
      <p15:sldGuideLst xmlns:p15="http://schemas.microsoft.com/office/powerpoint/2012/main"/>
    </p:ext>
  </p:extLst>
</p:sldLayout>
</file>

<file path=ppt/slideLayouts/slideLayout89.xml><?xml version="1.0" encoding="utf-8"?>
<p:sldLayout xmlns:a="http://schemas.openxmlformats.org/drawingml/2006/main" xmlns:r="http://schemas.openxmlformats.org/officeDocument/2006/relationships" xmlns:p="http://schemas.openxmlformats.org/presentationml/2006/main" userDrawn="1">
  <p:cSld name="Title and full screen image">
    <p:bg>
      <p:bgPr>
        <a:solidFill>
          <a:schemeClr val="accent4"/>
        </a:solidFill>
        <a:effectLst/>
      </p:bgPr>
    </p:bg>
    <p:spTree>
      <p:nvGrpSpPr>
        <p:cNvPr id="1" name=""/>
        <p:cNvGrpSpPr/>
        <p:nvPr/>
      </p:nvGrpSpPr>
      <p:grpSpPr>
        <a:xfrm>
          <a:off x="0" y="0"/>
          <a:ext cx="0" cy="0"/>
          <a:chOff x="0" y="0"/>
          <a:chExt cx="0" cy="0"/>
        </a:xfrm>
      </p:grpSpPr>
      <p:sp>
        <p:nvSpPr>
          <p:cNvPr id="6" name="Picture Placeholder 5">
            <a:extLst>
              <a:ext uri="{FF2B5EF4-FFF2-40B4-BE49-F238E27FC236}">
                <a16:creationId xmlns:a16="http://schemas.microsoft.com/office/drawing/2014/main" id="{7E832AC1-21AF-4DAD-A220-3541D7B3D0D5}"/>
              </a:ext>
            </a:extLst>
          </p:cNvPr>
          <p:cNvSpPr>
            <a:spLocks noGrp="1"/>
          </p:cNvSpPr>
          <p:nvPr>
            <p:ph type="pic" sz="quarter" idx="10" hasCustomPrompt="1"/>
          </p:nvPr>
        </p:nvSpPr>
        <p:spPr>
          <a:xfrm>
            <a:off x="0" y="0"/>
            <a:ext cx="12192000" cy="6858000"/>
          </a:xfrm>
          <a:custGeom>
            <a:avLst/>
            <a:gdLst>
              <a:gd name="connsiteX0" fmla="*/ 11786547 w 12192000"/>
              <a:gd name="connsiteY0" fmla="*/ 205058 h 6858000"/>
              <a:gd name="connsiteX1" fmla="*/ 11562163 w 12192000"/>
              <a:gd name="connsiteY1" fmla="*/ 436971 h 6858000"/>
              <a:gd name="connsiteX2" fmla="*/ 11639891 w 12192000"/>
              <a:gd name="connsiteY2" fmla="*/ 551459 h 6858000"/>
              <a:gd name="connsiteX3" fmla="*/ 11719085 w 12192000"/>
              <a:gd name="connsiteY3" fmla="*/ 552927 h 6858000"/>
              <a:gd name="connsiteX4" fmla="*/ 11751166 w 12192000"/>
              <a:gd name="connsiteY4" fmla="*/ 536965 h 6858000"/>
              <a:gd name="connsiteX5" fmla="*/ 11777548 w 12192000"/>
              <a:gd name="connsiteY5" fmla="*/ 513474 h 6858000"/>
              <a:gd name="connsiteX6" fmla="*/ 11770504 w 12192000"/>
              <a:gd name="connsiteY6" fmla="*/ 536398 h 6858000"/>
              <a:gd name="connsiteX7" fmla="*/ 11705703 w 12192000"/>
              <a:gd name="connsiteY7" fmla="*/ 579359 h 6858000"/>
              <a:gd name="connsiteX8" fmla="*/ 11760002 w 12192000"/>
              <a:gd name="connsiteY8" fmla="*/ 594046 h 6858000"/>
              <a:gd name="connsiteX9" fmla="*/ 11889144 w 12192000"/>
              <a:gd name="connsiteY9" fmla="*/ 551453 h 6858000"/>
              <a:gd name="connsiteX10" fmla="*/ 11824573 w 12192000"/>
              <a:gd name="connsiteY10" fmla="*/ 494172 h 6858000"/>
              <a:gd name="connsiteX11" fmla="*/ 11889144 w 12192000"/>
              <a:gd name="connsiteY11" fmla="*/ 525016 h 6858000"/>
              <a:gd name="connsiteX12" fmla="*/ 11974376 w 12192000"/>
              <a:gd name="connsiteY12" fmla="*/ 467391 h 6858000"/>
              <a:gd name="connsiteX13" fmla="*/ 11981591 w 12192000"/>
              <a:gd name="connsiteY13" fmla="*/ 431058 h 6858000"/>
              <a:gd name="connsiteX14" fmla="*/ 11981599 w 12192000"/>
              <a:gd name="connsiteY14" fmla="*/ 431100 h 6858000"/>
              <a:gd name="connsiteX15" fmla="*/ 11981599 w 12192000"/>
              <a:gd name="connsiteY15" fmla="*/ 431017 h 6858000"/>
              <a:gd name="connsiteX16" fmla="*/ 11981599 w 12192000"/>
              <a:gd name="connsiteY16" fmla="*/ 428164 h 6858000"/>
              <a:gd name="connsiteX17" fmla="*/ 11909738 w 12192000"/>
              <a:gd name="connsiteY17" fmla="*/ 279916 h 6858000"/>
              <a:gd name="connsiteX18" fmla="*/ 11796813 w 12192000"/>
              <a:gd name="connsiteY18" fmla="*/ 209461 h 6858000"/>
              <a:gd name="connsiteX19" fmla="*/ 11786547 w 12192000"/>
              <a:gd name="connsiteY19" fmla="*/ 205058 h 6858000"/>
              <a:gd name="connsiteX20" fmla="*/ 0 w 12192000"/>
              <a:gd name="connsiteY20" fmla="*/ 0 h 6858000"/>
              <a:gd name="connsiteX21" fmla="*/ 12192000 w 12192000"/>
              <a:gd name="connsiteY21" fmla="*/ 0 h 6858000"/>
              <a:gd name="connsiteX22" fmla="*/ 12192000 w 12192000"/>
              <a:gd name="connsiteY22" fmla="*/ 6858000 h 6858000"/>
              <a:gd name="connsiteX23" fmla="*/ 0 w 12192000"/>
              <a:gd name="connsiteY23"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2192000" h="6858000">
                <a:moveTo>
                  <a:pt x="11786547" y="205058"/>
                </a:moveTo>
                <a:cubicBezTo>
                  <a:pt x="11736684" y="265238"/>
                  <a:pt x="11562163" y="310740"/>
                  <a:pt x="11562163" y="436971"/>
                </a:cubicBezTo>
                <a:cubicBezTo>
                  <a:pt x="11562163" y="486876"/>
                  <a:pt x="11592961" y="533846"/>
                  <a:pt x="11639891" y="551459"/>
                </a:cubicBezTo>
                <a:cubicBezTo>
                  <a:pt x="11666289" y="561734"/>
                  <a:pt x="11692687" y="561734"/>
                  <a:pt x="11719085" y="552927"/>
                </a:cubicBezTo>
                <a:cubicBezTo>
                  <a:pt x="11730818" y="549258"/>
                  <a:pt x="11741450" y="543753"/>
                  <a:pt x="11751166" y="536965"/>
                </a:cubicBezTo>
                <a:lnTo>
                  <a:pt x="11777548" y="513474"/>
                </a:lnTo>
                <a:lnTo>
                  <a:pt x="11770504" y="536398"/>
                </a:lnTo>
                <a:cubicBezTo>
                  <a:pt x="11758809" y="558154"/>
                  <a:pt x="11734320" y="574953"/>
                  <a:pt x="11705703" y="579359"/>
                </a:cubicBezTo>
                <a:cubicBezTo>
                  <a:pt x="11714508" y="588171"/>
                  <a:pt x="11735054" y="594046"/>
                  <a:pt x="11760002" y="594046"/>
                </a:cubicBezTo>
                <a:cubicBezTo>
                  <a:pt x="11805495" y="594046"/>
                  <a:pt x="11861261" y="580827"/>
                  <a:pt x="11889144" y="551453"/>
                </a:cubicBezTo>
                <a:cubicBezTo>
                  <a:pt x="11850989" y="552921"/>
                  <a:pt x="11826041" y="527953"/>
                  <a:pt x="11824573" y="494172"/>
                </a:cubicBezTo>
                <a:cubicBezTo>
                  <a:pt x="11842183" y="516203"/>
                  <a:pt x="11864196" y="525016"/>
                  <a:pt x="11889144" y="525016"/>
                </a:cubicBezTo>
                <a:cubicBezTo>
                  <a:pt x="11927667" y="525016"/>
                  <a:pt x="11960411" y="501057"/>
                  <a:pt x="11974376" y="467391"/>
                </a:cubicBezTo>
                <a:lnTo>
                  <a:pt x="11981591" y="431058"/>
                </a:lnTo>
                <a:lnTo>
                  <a:pt x="11981599" y="431100"/>
                </a:lnTo>
                <a:lnTo>
                  <a:pt x="11981599" y="431017"/>
                </a:lnTo>
                <a:lnTo>
                  <a:pt x="11981599" y="428164"/>
                </a:lnTo>
                <a:cubicBezTo>
                  <a:pt x="11981599" y="369452"/>
                  <a:pt x="11952268" y="319547"/>
                  <a:pt x="11909738" y="279916"/>
                </a:cubicBezTo>
                <a:cubicBezTo>
                  <a:pt x="11877473" y="249092"/>
                  <a:pt x="11837876" y="227075"/>
                  <a:pt x="11796813" y="209461"/>
                </a:cubicBezTo>
                <a:cubicBezTo>
                  <a:pt x="11793879" y="207994"/>
                  <a:pt x="11790946" y="206526"/>
                  <a:pt x="11786547" y="205058"/>
                </a:cubicBezTo>
                <a:close/>
                <a:moveTo>
                  <a:pt x="0" y="0"/>
                </a:moveTo>
                <a:lnTo>
                  <a:pt x="12192000" y="0"/>
                </a:lnTo>
                <a:lnTo>
                  <a:pt x="12192000" y="6858000"/>
                </a:lnTo>
                <a:lnTo>
                  <a:pt x="0" y="6858000"/>
                </a:lnTo>
                <a:close/>
              </a:path>
            </a:pathLst>
          </a:custGeom>
        </p:spPr>
        <p:txBody>
          <a:bodyPr wrap="square">
            <a:noAutofit/>
          </a:bodyPr>
          <a:lstStyle>
            <a:lvl1pPr>
              <a:defRPr>
                <a:solidFill>
                  <a:schemeClr val="bg2">
                    <a:lumMod val="50000"/>
                  </a:schemeClr>
                </a:solidFill>
              </a:defRPr>
            </a:lvl1pPr>
          </a:lstStyle>
          <a:p>
            <a:r>
              <a:rPr lang="en-US"/>
              <a:t>Click icon to add picture and arrange the picture in the background</a:t>
            </a:r>
            <a:endParaRPr lang="en-GB"/>
          </a:p>
        </p:txBody>
      </p:sp>
      <p:sp>
        <p:nvSpPr>
          <p:cNvPr id="2" name="Title 1">
            <a:extLst>
              <a:ext uri="{FF2B5EF4-FFF2-40B4-BE49-F238E27FC236}">
                <a16:creationId xmlns:a16="http://schemas.microsoft.com/office/drawing/2014/main" id="{FDB0CAFF-8B20-4B52-A18C-BFD139761BF9}"/>
              </a:ext>
            </a:extLst>
          </p:cNvPr>
          <p:cNvSpPr>
            <a:spLocks noGrp="1"/>
          </p:cNvSpPr>
          <p:nvPr>
            <p:ph type="title"/>
          </p:nvPr>
        </p:nvSpPr>
        <p:spPr>
          <a:xfrm>
            <a:off x="404813" y="1951673"/>
            <a:ext cx="4562475" cy="2954655"/>
          </a:xfrm>
        </p:spPr>
        <p:txBody>
          <a:bodyPr vert="horz" wrap="square" lIns="72000" tIns="0" rIns="0" bIns="0" rtlCol="0" anchor="ctr">
            <a:spAutoFit/>
          </a:bodyPr>
          <a:lstStyle>
            <a:lvl1pPr>
              <a:lnSpc>
                <a:spcPct val="80000"/>
              </a:lnSpc>
              <a:defRPr lang="en-GB" sz="6000" dirty="0">
                <a:solidFill>
                  <a:schemeClr val="bg1"/>
                </a:solidFill>
              </a:defRPr>
            </a:lvl1pPr>
          </a:lstStyle>
          <a:p>
            <a:pPr lvl="0"/>
            <a:r>
              <a:rPr lang="en-US"/>
              <a:t>Click to edit Master title style</a:t>
            </a:r>
            <a:endParaRPr lang="en-GB"/>
          </a:p>
        </p:txBody>
      </p:sp>
    </p:spTree>
    <p:extLst>
      <p:ext uri="{BB962C8B-B14F-4D97-AF65-F5344CB8AC3E}">
        <p14:creationId xmlns:p14="http://schemas.microsoft.com/office/powerpoint/2010/main" val="3989046274"/>
      </p:ext>
    </p:extLst>
  </p:cSld>
  <p:clrMapOvr>
    <a:masterClrMapping/>
  </p:clrMapOvr>
</p:sldLayout>
</file>

<file path=ppt/slideLayouts/slideLayout90.xml><?xml version="1.0" encoding="utf-8"?>
<p:sldLayout xmlns:a="http://schemas.openxmlformats.org/drawingml/2006/main" xmlns:r="http://schemas.openxmlformats.org/officeDocument/2006/relationships" xmlns:p="http://schemas.openxmlformats.org/presentationml/2006/main" type="blank">
  <p:cSld name="White">
    <p:spTree>
      <p:nvGrpSpPr>
        <p:cNvPr id="1" name=""/>
        <p:cNvGrpSpPr/>
        <p:nvPr/>
      </p:nvGrpSpPr>
      <p:grpSpPr>
        <a:xfrm>
          <a:off x="0" y="0"/>
          <a:ext cx="0" cy="0"/>
          <a:chOff x="0" y="0"/>
          <a:chExt cx="0" cy="0"/>
        </a:xfrm>
      </p:grpSpPr>
    </p:spTree>
    <p:extLst>
      <p:ext uri="{BB962C8B-B14F-4D97-AF65-F5344CB8AC3E}">
        <p14:creationId xmlns:p14="http://schemas.microsoft.com/office/powerpoint/2010/main" val="1612365616"/>
      </p:ext>
    </p:extLst>
  </p:cSld>
  <p:clrMapOvr>
    <a:masterClrMapping/>
  </p:clrMapOvr>
</p:sldLayout>
</file>

<file path=ppt/slideLayouts/slideLayout91.xml><?xml version="1.0" encoding="utf-8"?>
<p:sldLayout xmlns:a="http://schemas.openxmlformats.org/drawingml/2006/main" xmlns:r="http://schemas.openxmlformats.org/officeDocument/2006/relationships" xmlns:p="http://schemas.openxmlformats.org/presentationml/2006/main" preserve="1" userDrawn="1">
  <p:cSld name="Purple">
    <p:bg>
      <p:bgPr>
        <a:solidFill>
          <a:srgbClr val="2B0A3D"/>
        </a:solid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407679329"/>
      </p:ext>
    </p:extLst>
  </p:cSld>
  <p:clrMapOvr>
    <a:masterClrMapping/>
  </p:clrMapOvr>
</p:sldLayout>
</file>

<file path=ppt/slideLayouts/slideLayout92.xml><?xml version="1.0" encoding="utf-8"?>
<p:sldLayout xmlns:a="http://schemas.openxmlformats.org/drawingml/2006/main" xmlns:r="http://schemas.openxmlformats.org/officeDocument/2006/relationships" xmlns:p="http://schemas.openxmlformats.org/presentationml/2006/main" showMasterSp="0" preserve="1" userDrawn="1">
  <p:cSld name="Full picture white Pik">
    <p:bg>
      <p:bgPr>
        <a:solidFill>
          <a:schemeClr val="bg2"/>
        </a:solidFill>
        <a:effectLst/>
      </p:bgPr>
    </p:bg>
    <p:spTree>
      <p:nvGrpSpPr>
        <p:cNvPr id="1" name=""/>
        <p:cNvGrpSpPr/>
        <p:nvPr/>
      </p:nvGrpSpPr>
      <p:grpSpPr>
        <a:xfrm>
          <a:off x="0" y="0"/>
          <a:ext cx="0" cy="0"/>
          <a:chOff x="0" y="0"/>
          <a:chExt cx="0" cy="0"/>
        </a:xfrm>
      </p:grpSpPr>
      <p:sp>
        <p:nvSpPr>
          <p:cNvPr id="14" name="Picture Placeholder 13">
            <a:extLst>
              <a:ext uri="{FF2B5EF4-FFF2-40B4-BE49-F238E27FC236}">
                <a16:creationId xmlns:a16="http://schemas.microsoft.com/office/drawing/2014/main" id="{1EB2D5A7-8ABD-41FC-934A-8D0E9E07B98D}"/>
              </a:ext>
            </a:extLst>
          </p:cNvPr>
          <p:cNvSpPr>
            <a:spLocks noGrp="1"/>
          </p:cNvSpPr>
          <p:nvPr>
            <p:ph type="pic" sz="quarter" idx="13" hasCustomPrompt="1"/>
          </p:nvPr>
        </p:nvSpPr>
        <p:spPr>
          <a:xfrm>
            <a:off x="0" y="0"/>
            <a:ext cx="12192000" cy="6858000"/>
          </a:xfrm>
          <a:custGeom>
            <a:avLst/>
            <a:gdLst>
              <a:gd name="connsiteX0" fmla="*/ 11904137 w 12192000"/>
              <a:gd name="connsiteY0" fmla="*/ 374761 h 6858000"/>
              <a:gd name="connsiteX1" fmla="*/ 11851113 w 12192000"/>
              <a:gd name="connsiteY1" fmla="*/ 409256 h 6858000"/>
              <a:gd name="connsiteX2" fmla="*/ 11813853 w 12192000"/>
              <a:gd name="connsiteY2" fmla="*/ 476806 h 6858000"/>
              <a:gd name="connsiteX3" fmla="*/ 11772294 w 12192000"/>
              <a:gd name="connsiteY3" fmla="*/ 537171 h 6858000"/>
              <a:gd name="connsiteX4" fmla="*/ 11703507 w 12192000"/>
              <a:gd name="connsiteY4" fmla="*/ 580289 h 6858000"/>
              <a:gd name="connsiteX5" fmla="*/ 11747932 w 12192000"/>
              <a:gd name="connsiteY5" fmla="*/ 591787 h 6858000"/>
              <a:gd name="connsiteX6" fmla="*/ 11796656 w 12192000"/>
              <a:gd name="connsiteY6" fmla="*/ 587475 h 6858000"/>
              <a:gd name="connsiteX7" fmla="*/ 11879774 w 12192000"/>
              <a:gd name="connsiteY7" fmla="*/ 551544 h 6858000"/>
              <a:gd name="connsiteX8" fmla="*/ 11816719 w 12192000"/>
              <a:gd name="connsiteY8" fmla="*/ 494054 h 6858000"/>
              <a:gd name="connsiteX9" fmla="*/ 11904137 w 12192000"/>
              <a:gd name="connsiteY9" fmla="*/ 521361 h 6858000"/>
              <a:gd name="connsiteX10" fmla="*/ 11965759 w 12192000"/>
              <a:gd name="connsiteY10" fmla="*/ 460997 h 6858000"/>
              <a:gd name="connsiteX11" fmla="*/ 11964326 w 12192000"/>
              <a:gd name="connsiteY11" fmla="*/ 404944 h 6858000"/>
              <a:gd name="connsiteX12" fmla="*/ 11904137 w 12192000"/>
              <a:gd name="connsiteY12" fmla="*/ 374761 h 6858000"/>
              <a:gd name="connsiteX13" fmla="*/ 11779497 w 12192000"/>
              <a:gd name="connsiteY13" fmla="*/ 210928 h 6858000"/>
              <a:gd name="connsiteX14" fmla="*/ 11559747 w 12192000"/>
              <a:gd name="connsiteY14" fmla="*/ 439472 h 6858000"/>
              <a:gd name="connsiteX15" fmla="*/ 11635870 w 12192000"/>
              <a:gd name="connsiteY15" fmla="*/ 550150 h 6858000"/>
              <a:gd name="connsiteX16" fmla="*/ 11720610 w 12192000"/>
              <a:gd name="connsiteY16" fmla="*/ 545838 h 6858000"/>
              <a:gd name="connsiteX17" fmla="*/ 11780933 w 12192000"/>
              <a:gd name="connsiteY17" fmla="*/ 489780 h 6858000"/>
              <a:gd name="connsiteX18" fmla="*/ 11826894 w 12192000"/>
              <a:gd name="connsiteY18" fmla="*/ 413599 h 6858000"/>
              <a:gd name="connsiteX19" fmla="*/ 11888654 w 12192000"/>
              <a:gd name="connsiteY19" fmla="*/ 361853 h 6858000"/>
              <a:gd name="connsiteX20" fmla="*/ 11963340 w 12192000"/>
              <a:gd name="connsiteY20" fmla="*/ 380539 h 6858000"/>
              <a:gd name="connsiteX21" fmla="*/ 11900144 w 12192000"/>
              <a:gd name="connsiteY21" fmla="*/ 284235 h 6858000"/>
              <a:gd name="connsiteX22" fmla="*/ 11789551 w 12192000"/>
              <a:gd name="connsiteY22" fmla="*/ 215240 h 6858000"/>
              <a:gd name="connsiteX23" fmla="*/ 11779497 w 12192000"/>
              <a:gd name="connsiteY23" fmla="*/ 210928 h 6858000"/>
              <a:gd name="connsiteX24" fmla="*/ 0 w 12192000"/>
              <a:gd name="connsiteY24" fmla="*/ 0 h 6858000"/>
              <a:gd name="connsiteX25" fmla="*/ 12192000 w 12192000"/>
              <a:gd name="connsiteY25" fmla="*/ 0 h 6858000"/>
              <a:gd name="connsiteX26" fmla="*/ 12192000 w 12192000"/>
              <a:gd name="connsiteY26" fmla="*/ 6858000 h 6858000"/>
              <a:gd name="connsiteX27" fmla="*/ 0 w 12192000"/>
              <a:gd name="connsiteY27"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Lst>
            <a:rect l="l" t="t" r="r" b="b"/>
            <a:pathLst>
              <a:path w="12192000" h="6858000">
                <a:moveTo>
                  <a:pt x="11904137" y="374761"/>
                </a:moveTo>
                <a:cubicBezTo>
                  <a:pt x="11881208" y="376199"/>
                  <a:pt x="11864011" y="390571"/>
                  <a:pt x="11851113" y="409256"/>
                </a:cubicBezTo>
                <a:cubicBezTo>
                  <a:pt x="11835349" y="429377"/>
                  <a:pt x="11825318" y="453810"/>
                  <a:pt x="11813853" y="476806"/>
                </a:cubicBezTo>
                <a:cubicBezTo>
                  <a:pt x="11802389" y="498365"/>
                  <a:pt x="11789491" y="518487"/>
                  <a:pt x="11772294" y="537171"/>
                </a:cubicBezTo>
                <a:cubicBezTo>
                  <a:pt x="11753664" y="557293"/>
                  <a:pt x="11730735" y="573103"/>
                  <a:pt x="11703507" y="580289"/>
                </a:cubicBezTo>
                <a:cubicBezTo>
                  <a:pt x="11716405" y="588912"/>
                  <a:pt x="11733601" y="591787"/>
                  <a:pt x="11747932" y="591787"/>
                </a:cubicBezTo>
                <a:cubicBezTo>
                  <a:pt x="11763696" y="593224"/>
                  <a:pt x="11780893" y="590350"/>
                  <a:pt x="11796656" y="587475"/>
                </a:cubicBezTo>
                <a:cubicBezTo>
                  <a:pt x="11826751" y="583163"/>
                  <a:pt x="11858278" y="573103"/>
                  <a:pt x="11879774" y="551544"/>
                </a:cubicBezTo>
                <a:cubicBezTo>
                  <a:pt x="11845381" y="551544"/>
                  <a:pt x="11818153" y="528548"/>
                  <a:pt x="11816719" y="494054"/>
                </a:cubicBezTo>
                <a:cubicBezTo>
                  <a:pt x="11838216" y="519924"/>
                  <a:pt x="11871176" y="529985"/>
                  <a:pt x="11904137" y="521361"/>
                </a:cubicBezTo>
                <a:cubicBezTo>
                  <a:pt x="11932798" y="512738"/>
                  <a:pt x="11957160" y="489742"/>
                  <a:pt x="11965759" y="460997"/>
                </a:cubicBezTo>
                <a:cubicBezTo>
                  <a:pt x="11971491" y="442312"/>
                  <a:pt x="11972924" y="423628"/>
                  <a:pt x="11964326" y="404944"/>
                </a:cubicBezTo>
                <a:cubicBezTo>
                  <a:pt x="11952861" y="383385"/>
                  <a:pt x="11928499" y="373324"/>
                  <a:pt x="11904137" y="374761"/>
                </a:cubicBezTo>
                <a:close/>
                <a:moveTo>
                  <a:pt x="11779497" y="210928"/>
                </a:moveTo>
                <a:cubicBezTo>
                  <a:pt x="11730664" y="271298"/>
                  <a:pt x="11559747" y="314420"/>
                  <a:pt x="11559747" y="439472"/>
                </a:cubicBezTo>
                <a:cubicBezTo>
                  <a:pt x="11559747" y="486906"/>
                  <a:pt x="11589909" y="532902"/>
                  <a:pt x="11635870" y="550150"/>
                </a:cubicBezTo>
                <a:cubicBezTo>
                  <a:pt x="11663159" y="560212"/>
                  <a:pt x="11693320" y="558775"/>
                  <a:pt x="11720610" y="545838"/>
                </a:cubicBezTo>
                <a:cubicBezTo>
                  <a:pt x="11746463" y="534339"/>
                  <a:pt x="11765134" y="514216"/>
                  <a:pt x="11780933" y="489780"/>
                </a:cubicBezTo>
                <a:cubicBezTo>
                  <a:pt x="11798168" y="465345"/>
                  <a:pt x="11811095" y="439472"/>
                  <a:pt x="11826894" y="413599"/>
                </a:cubicBezTo>
                <a:cubicBezTo>
                  <a:pt x="11841257" y="390601"/>
                  <a:pt x="11861365" y="367603"/>
                  <a:pt x="11888654" y="361853"/>
                </a:cubicBezTo>
                <a:cubicBezTo>
                  <a:pt x="11914507" y="354666"/>
                  <a:pt x="11944668" y="361853"/>
                  <a:pt x="11963340" y="380539"/>
                </a:cubicBezTo>
                <a:cubicBezTo>
                  <a:pt x="11951850" y="343167"/>
                  <a:pt x="11930306" y="311545"/>
                  <a:pt x="11900144" y="284235"/>
                </a:cubicBezTo>
                <a:cubicBezTo>
                  <a:pt x="11867110" y="254050"/>
                  <a:pt x="11829767" y="232489"/>
                  <a:pt x="11789551" y="215240"/>
                </a:cubicBezTo>
                <a:cubicBezTo>
                  <a:pt x="11786678" y="213803"/>
                  <a:pt x="11782369" y="212365"/>
                  <a:pt x="11779497" y="210928"/>
                </a:cubicBezTo>
                <a:close/>
                <a:moveTo>
                  <a:pt x="0" y="0"/>
                </a:moveTo>
                <a:lnTo>
                  <a:pt x="12192000" y="0"/>
                </a:lnTo>
                <a:lnTo>
                  <a:pt x="12192000" y="6858000"/>
                </a:lnTo>
                <a:lnTo>
                  <a:pt x="0" y="6858000"/>
                </a:lnTo>
                <a:close/>
              </a:path>
            </a:pathLst>
          </a:custGeom>
          <a:solidFill>
            <a:schemeClr val="accent4"/>
          </a:solidFill>
        </p:spPr>
        <p:txBody>
          <a:bodyPr wrap="square">
            <a:noAutofit/>
          </a:bodyPr>
          <a:lstStyle>
            <a:lvl1pPr>
              <a:defRPr>
                <a:solidFill>
                  <a:schemeClr val="bg2">
                    <a:lumMod val="50000"/>
                  </a:schemeClr>
                </a:solidFill>
              </a:defRPr>
            </a:lvl1pPr>
          </a:lstStyle>
          <a:p>
            <a:r>
              <a:rPr lang="de-DE"/>
              <a:t>Insert Picture and send </a:t>
            </a:r>
            <a:r>
              <a:rPr lang="de-DE" err="1"/>
              <a:t>to</a:t>
            </a:r>
            <a:r>
              <a:rPr lang="de-DE"/>
              <a:t> back</a:t>
            </a:r>
          </a:p>
        </p:txBody>
      </p:sp>
      <p:grpSp>
        <p:nvGrpSpPr>
          <p:cNvPr id="5" name="Group 37">
            <a:extLst>
              <a:ext uri="{FF2B5EF4-FFF2-40B4-BE49-F238E27FC236}">
                <a16:creationId xmlns:a16="http://schemas.microsoft.com/office/drawing/2014/main" id="{175605CD-31A1-4F5E-8CC8-FA82332DB3A0}"/>
              </a:ext>
            </a:extLst>
          </p:cNvPr>
          <p:cNvGrpSpPr/>
          <p:nvPr userDrawn="1"/>
        </p:nvGrpSpPr>
        <p:grpSpPr>
          <a:xfrm>
            <a:off x="11562864" y="207688"/>
            <a:ext cx="418487" cy="387209"/>
            <a:chOff x="5481638" y="2859088"/>
            <a:chExt cx="1231900" cy="1139825"/>
          </a:xfrm>
          <a:solidFill>
            <a:schemeClr val="bg1"/>
          </a:solidFill>
        </p:grpSpPr>
        <p:sp>
          <p:nvSpPr>
            <p:cNvPr id="6" name="Freeform 320">
              <a:extLst>
                <a:ext uri="{FF2B5EF4-FFF2-40B4-BE49-F238E27FC236}">
                  <a16:creationId xmlns:a16="http://schemas.microsoft.com/office/drawing/2014/main" id="{AE5DD593-FDBD-4A70-83DE-64E2F0ED00BB}"/>
                </a:ext>
              </a:extLst>
            </p:cNvPr>
            <p:cNvSpPr>
              <a:spLocks/>
            </p:cNvSpPr>
            <p:nvPr userDrawn="1"/>
          </p:nvSpPr>
          <p:spPr bwMode="auto">
            <a:xfrm>
              <a:off x="5481638" y="2859088"/>
              <a:ext cx="1203325" cy="1041400"/>
            </a:xfrm>
            <a:custGeom>
              <a:avLst/>
              <a:gdLst>
                <a:gd name="T0" fmla="*/ 229 w 281"/>
                <a:gd name="T1" fmla="*/ 105 h 243"/>
                <a:gd name="T2" fmla="*/ 186 w 281"/>
                <a:gd name="T3" fmla="*/ 141 h 243"/>
                <a:gd name="T4" fmla="*/ 154 w 281"/>
                <a:gd name="T5" fmla="*/ 194 h 243"/>
                <a:gd name="T6" fmla="*/ 112 w 281"/>
                <a:gd name="T7" fmla="*/ 233 h 243"/>
                <a:gd name="T8" fmla="*/ 53 w 281"/>
                <a:gd name="T9" fmla="*/ 236 h 243"/>
                <a:gd name="T10" fmla="*/ 0 w 281"/>
                <a:gd name="T11" fmla="*/ 159 h 243"/>
                <a:gd name="T12" fmla="*/ 153 w 281"/>
                <a:gd name="T13" fmla="*/ 0 h 243"/>
                <a:gd name="T14" fmla="*/ 153 w 281"/>
                <a:gd name="T15" fmla="*/ 0 h 243"/>
                <a:gd name="T16" fmla="*/ 160 w 281"/>
                <a:gd name="T17" fmla="*/ 3 h 243"/>
                <a:gd name="T18" fmla="*/ 237 w 281"/>
                <a:gd name="T19" fmla="*/ 51 h 243"/>
                <a:gd name="T20" fmla="*/ 281 w 281"/>
                <a:gd name="T21" fmla="*/ 118 h 243"/>
                <a:gd name="T22" fmla="*/ 229 w 281"/>
                <a:gd name="T23" fmla="*/ 105 h 24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281" h="243">
                  <a:moveTo>
                    <a:pt x="229" y="105"/>
                  </a:moveTo>
                  <a:cubicBezTo>
                    <a:pt x="210" y="109"/>
                    <a:pt x="196" y="125"/>
                    <a:pt x="186" y="141"/>
                  </a:cubicBezTo>
                  <a:cubicBezTo>
                    <a:pt x="175" y="159"/>
                    <a:pt x="166" y="177"/>
                    <a:pt x="154" y="194"/>
                  </a:cubicBezTo>
                  <a:cubicBezTo>
                    <a:pt x="143" y="211"/>
                    <a:pt x="130" y="225"/>
                    <a:pt x="112" y="233"/>
                  </a:cubicBezTo>
                  <a:cubicBezTo>
                    <a:pt x="93" y="242"/>
                    <a:pt x="72" y="243"/>
                    <a:pt x="53" y="236"/>
                  </a:cubicBezTo>
                  <a:cubicBezTo>
                    <a:pt x="21" y="224"/>
                    <a:pt x="0" y="192"/>
                    <a:pt x="0" y="159"/>
                  </a:cubicBezTo>
                  <a:cubicBezTo>
                    <a:pt x="0" y="72"/>
                    <a:pt x="119" y="42"/>
                    <a:pt x="153" y="0"/>
                  </a:cubicBezTo>
                  <a:cubicBezTo>
                    <a:pt x="153" y="0"/>
                    <a:pt x="153" y="0"/>
                    <a:pt x="153" y="0"/>
                  </a:cubicBezTo>
                  <a:cubicBezTo>
                    <a:pt x="155" y="1"/>
                    <a:pt x="158" y="2"/>
                    <a:pt x="160" y="3"/>
                  </a:cubicBezTo>
                  <a:cubicBezTo>
                    <a:pt x="188" y="15"/>
                    <a:pt x="214" y="30"/>
                    <a:pt x="237" y="51"/>
                  </a:cubicBezTo>
                  <a:cubicBezTo>
                    <a:pt x="258" y="70"/>
                    <a:pt x="273" y="92"/>
                    <a:pt x="281" y="118"/>
                  </a:cubicBezTo>
                  <a:cubicBezTo>
                    <a:pt x="268" y="105"/>
                    <a:pt x="247" y="100"/>
                    <a:pt x="229" y="105"/>
                  </a:cubicBezTo>
                </a:path>
              </a:pathLst>
            </a:custGeom>
            <a:grpFill/>
            <a:ln>
              <a:noFill/>
            </a:ln>
          </p:spPr>
          <p:txBody>
            <a:bodyPr vert="horz" wrap="square" lIns="91440" tIns="45720" rIns="91440" bIns="45720" numCol="1" anchor="t" anchorCtr="0" compatLnSpc="1">
              <a:prstTxWarp prst="textNoShape">
                <a:avLst/>
              </a:prstTxWarp>
            </a:bodyPr>
            <a:lstStyle/>
            <a:p>
              <a:endParaRPr lang="en-US"/>
            </a:p>
          </p:txBody>
        </p:sp>
        <p:sp>
          <p:nvSpPr>
            <p:cNvPr id="7" name="Freeform 321">
              <a:extLst>
                <a:ext uri="{FF2B5EF4-FFF2-40B4-BE49-F238E27FC236}">
                  <a16:creationId xmlns:a16="http://schemas.microsoft.com/office/drawing/2014/main" id="{5E1F1E46-28BC-4B11-9A4D-30E587571815}"/>
                </a:ext>
              </a:extLst>
            </p:cNvPr>
            <p:cNvSpPr>
              <a:spLocks/>
            </p:cNvSpPr>
            <p:nvPr userDrawn="1"/>
          </p:nvSpPr>
          <p:spPr bwMode="auto">
            <a:xfrm>
              <a:off x="5910263" y="3343275"/>
              <a:ext cx="803275" cy="655638"/>
            </a:xfrm>
            <a:custGeom>
              <a:avLst/>
              <a:gdLst>
                <a:gd name="T0" fmla="*/ 183 w 188"/>
                <a:gd name="T1" fmla="*/ 61 h 153"/>
                <a:gd name="T2" fmla="*/ 140 w 188"/>
                <a:gd name="T3" fmla="*/ 103 h 153"/>
                <a:gd name="T4" fmla="*/ 79 w 188"/>
                <a:gd name="T5" fmla="*/ 84 h 153"/>
                <a:gd name="T6" fmla="*/ 123 w 188"/>
                <a:gd name="T7" fmla="*/ 124 h 153"/>
                <a:gd name="T8" fmla="*/ 65 w 188"/>
                <a:gd name="T9" fmla="*/ 149 h 153"/>
                <a:gd name="T10" fmla="*/ 31 w 188"/>
                <a:gd name="T11" fmla="*/ 152 h 153"/>
                <a:gd name="T12" fmla="*/ 0 w 188"/>
                <a:gd name="T13" fmla="*/ 144 h 153"/>
                <a:gd name="T14" fmla="*/ 48 w 188"/>
                <a:gd name="T15" fmla="*/ 114 h 153"/>
                <a:gd name="T16" fmla="*/ 77 w 188"/>
                <a:gd name="T17" fmla="*/ 72 h 153"/>
                <a:gd name="T18" fmla="*/ 103 w 188"/>
                <a:gd name="T19" fmla="*/ 25 h 153"/>
                <a:gd name="T20" fmla="*/ 140 w 188"/>
                <a:gd name="T21" fmla="*/ 1 h 153"/>
                <a:gd name="T22" fmla="*/ 182 w 188"/>
                <a:gd name="T23" fmla="*/ 22 h 153"/>
                <a:gd name="T24" fmla="*/ 183 w 188"/>
                <a:gd name="T25" fmla="*/ 61 h 15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88" h="153">
                  <a:moveTo>
                    <a:pt x="183" y="61"/>
                  </a:moveTo>
                  <a:cubicBezTo>
                    <a:pt x="177" y="81"/>
                    <a:pt x="160" y="97"/>
                    <a:pt x="140" y="103"/>
                  </a:cubicBezTo>
                  <a:cubicBezTo>
                    <a:pt x="117" y="109"/>
                    <a:pt x="94" y="102"/>
                    <a:pt x="79" y="84"/>
                  </a:cubicBezTo>
                  <a:cubicBezTo>
                    <a:pt x="80" y="108"/>
                    <a:pt x="99" y="124"/>
                    <a:pt x="123" y="124"/>
                  </a:cubicBezTo>
                  <a:cubicBezTo>
                    <a:pt x="108" y="139"/>
                    <a:pt x="86" y="146"/>
                    <a:pt x="65" y="149"/>
                  </a:cubicBezTo>
                  <a:cubicBezTo>
                    <a:pt x="54" y="151"/>
                    <a:pt x="42" y="153"/>
                    <a:pt x="31" y="152"/>
                  </a:cubicBezTo>
                  <a:cubicBezTo>
                    <a:pt x="21" y="152"/>
                    <a:pt x="9" y="150"/>
                    <a:pt x="0" y="144"/>
                  </a:cubicBezTo>
                  <a:cubicBezTo>
                    <a:pt x="19" y="139"/>
                    <a:pt x="35" y="128"/>
                    <a:pt x="48" y="114"/>
                  </a:cubicBezTo>
                  <a:cubicBezTo>
                    <a:pt x="60" y="101"/>
                    <a:pt x="69" y="87"/>
                    <a:pt x="77" y="72"/>
                  </a:cubicBezTo>
                  <a:cubicBezTo>
                    <a:pt x="85" y="56"/>
                    <a:pt x="92" y="39"/>
                    <a:pt x="103" y="25"/>
                  </a:cubicBezTo>
                  <a:cubicBezTo>
                    <a:pt x="112" y="12"/>
                    <a:pt x="124" y="2"/>
                    <a:pt x="140" y="1"/>
                  </a:cubicBezTo>
                  <a:cubicBezTo>
                    <a:pt x="157" y="0"/>
                    <a:pt x="174" y="7"/>
                    <a:pt x="182" y="22"/>
                  </a:cubicBezTo>
                  <a:cubicBezTo>
                    <a:pt x="188" y="35"/>
                    <a:pt x="187" y="48"/>
                    <a:pt x="183" y="61"/>
                  </a:cubicBezTo>
                </a:path>
              </a:pathLst>
            </a:custGeom>
            <a:grpFill/>
            <a:ln>
              <a:noFill/>
            </a:ln>
          </p:spPr>
          <p:txBody>
            <a:bodyPr vert="horz" wrap="square" lIns="91440" tIns="45720" rIns="91440" bIns="45720" numCol="1" anchor="t" anchorCtr="0" compatLnSpc="1">
              <a:prstTxWarp prst="textNoShape">
                <a:avLst/>
              </a:prstTxWarp>
            </a:bodyPr>
            <a:lstStyle/>
            <a:p>
              <a:endParaRPr lang="en-US"/>
            </a:p>
          </p:txBody>
        </p:sp>
      </p:grpSp>
    </p:spTree>
    <p:extLst>
      <p:ext uri="{BB962C8B-B14F-4D97-AF65-F5344CB8AC3E}">
        <p14:creationId xmlns:p14="http://schemas.microsoft.com/office/powerpoint/2010/main" val="583733953"/>
      </p:ext>
    </p:extLst>
  </p:cSld>
  <p:clrMapOvr>
    <a:masterClrMapping/>
  </p:clrMapOvr>
</p:sldLayout>
</file>

<file path=ppt/slideLayouts/slideLayout93.xml><?xml version="1.0" encoding="utf-8"?>
<p:sldLayout xmlns:a="http://schemas.openxmlformats.org/drawingml/2006/main" xmlns:r="http://schemas.openxmlformats.org/officeDocument/2006/relationships" xmlns:p="http://schemas.openxmlformats.org/presentationml/2006/main" userDrawn="1">
  <p:cSld name="Dark grey">
    <p:bg>
      <p:bgPr>
        <a:solidFill>
          <a:schemeClr val="accent4"/>
        </a:solid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886745225"/>
      </p:ext>
    </p:extLst>
  </p:cSld>
  <p:clrMapOvr>
    <a:masterClrMapping/>
  </p:clrMapOvr>
</p:sldLayout>
</file>

<file path=ppt/slideLayouts/slideLayout94.xml><?xml version="1.0" encoding="utf-8"?>
<p:sldLayout xmlns:a="http://schemas.openxmlformats.org/drawingml/2006/main" xmlns:r="http://schemas.openxmlformats.org/officeDocument/2006/relationships" xmlns:p="http://schemas.openxmlformats.org/presentationml/2006/main" preserve="1" userDrawn="1">
  <p:cSld name="Full picture blue Pik">
    <p:bg>
      <p:bgPr>
        <a:solidFill>
          <a:schemeClr val="bg2"/>
        </a:solidFill>
        <a:effectLst/>
      </p:bgPr>
    </p:bg>
    <p:spTree>
      <p:nvGrpSpPr>
        <p:cNvPr id="1" name=""/>
        <p:cNvGrpSpPr/>
        <p:nvPr/>
      </p:nvGrpSpPr>
      <p:grpSpPr>
        <a:xfrm>
          <a:off x="0" y="0"/>
          <a:ext cx="0" cy="0"/>
          <a:chOff x="0" y="0"/>
          <a:chExt cx="0" cy="0"/>
        </a:xfrm>
      </p:grpSpPr>
      <p:sp>
        <p:nvSpPr>
          <p:cNvPr id="11" name="Picture Placeholder 10">
            <a:extLst>
              <a:ext uri="{FF2B5EF4-FFF2-40B4-BE49-F238E27FC236}">
                <a16:creationId xmlns:a16="http://schemas.microsoft.com/office/drawing/2014/main" id="{0B335D29-1EFC-4491-AD11-74BC952F53E5}"/>
              </a:ext>
            </a:extLst>
          </p:cNvPr>
          <p:cNvSpPr>
            <a:spLocks noGrp="1"/>
          </p:cNvSpPr>
          <p:nvPr>
            <p:ph type="pic" sz="quarter" idx="13" hasCustomPrompt="1"/>
          </p:nvPr>
        </p:nvSpPr>
        <p:spPr>
          <a:xfrm>
            <a:off x="0" y="0"/>
            <a:ext cx="12192000" cy="6858000"/>
          </a:xfrm>
          <a:custGeom>
            <a:avLst/>
            <a:gdLst>
              <a:gd name="connsiteX0" fmla="*/ 11785528 w 12192000"/>
              <a:gd name="connsiteY0" fmla="*/ 202927 h 6858000"/>
              <a:gd name="connsiteX1" fmla="*/ 11561144 w 12192000"/>
              <a:gd name="connsiteY1" fmla="*/ 434840 h 6858000"/>
              <a:gd name="connsiteX2" fmla="*/ 11638872 w 12192000"/>
              <a:gd name="connsiteY2" fmla="*/ 549328 h 6858000"/>
              <a:gd name="connsiteX3" fmla="*/ 11718066 w 12192000"/>
              <a:gd name="connsiteY3" fmla="*/ 550796 h 6858000"/>
              <a:gd name="connsiteX4" fmla="*/ 11750147 w 12192000"/>
              <a:gd name="connsiteY4" fmla="*/ 534834 h 6858000"/>
              <a:gd name="connsiteX5" fmla="*/ 11776529 w 12192000"/>
              <a:gd name="connsiteY5" fmla="*/ 511343 h 6858000"/>
              <a:gd name="connsiteX6" fmla="*/ 11769485 w 12192000"/>
              <a:gd name="connsiteY6" fmla="*/ 534267 h 6858000"/>
              <a:gd name="connsiteX7" fmla="*/ 11704684 w 12192000"/>
              <a:gd name="connsiteY7" fmla="*/ 577228 h 6858000"/>
              <a:gd name="connsiteX8" fmla="*/ 11758983 w 12192000"/>
              <a:gd name="connsiteY8" fmla="*/ 591915 h 6858000"/>
              <a:gd name="connsiteX9" fmla="*/ 11888125 w 12192000"/>
              <a:gd name="connsiteY9" fmla="*/ 549322 h 6858000"/>
              <a:gd name="connsiteX10" fmla="*/ 11823554 w 12192000"/>
              <a:gd name="connsiteY10" fmla="*/ 492041 h 6858000"/>
              <a:gd name="connsiteX11" fmla="*/ 11888125 w 12192000"/>
              <a:gd name="connsiteY11" fmla="*/ 522885 h 6858000"/>
              <a:gd name="connsiteX12" fmla="*/ 11973357 w 12192000"/>
              <a:gd name="connsiteY12" fmla="*/ 465260 h 6858000"/>
              <a:gd name="connsiteX13" fmla="*/ 11980572 w 12192000"/>
              <a:gd name="connsiteY13" fmla="*/ 428927 h 6858000"/>
              <a:gd name="connsiteX14" fmla="*/ 11980580 w 12192000"/>
              <a:gd name="connsiteY14" fmla="*/ 428969 h 6858000"/>
              <a:gd name="connsiteX15" fmla="*/ 11980580 w 12192000"/>
              <a:gd name="connsiteY15" fmla="*/ 428886 h 6858000"/>
              <a:gd name="connsiteX16" fmla="*/ 11980580 w 12192000"/>
              <a:gd name="connsiteY16" fmla="*/ 426033 h 6858000"/>
              <a:gd name="connsiteX17" fmla="*/ 11908719 w 12192000"/>
              <a:gd name="connsiteY17" fmla="*/ 277785 h 6858000"/>
              <a:gd name="connsiteX18" fmla="*/ 11795794 w 12192000"/>
              <a:gd name="connsiteY18" fmla="*/ 207330 h 6858000"/>
              <a:gd name="connsiteX19" fmla="*/ 11785528 w 12192000"/>
              <a:gd name="connsiteY19" fmla="*/ 202927 h 6858000"/>
              <a:gd name="connsiteX20" fmla="*/ 0 w 12192000"/>
              <a:gd name="connsiteY20" fmla="*/ 0 h 6858000"/>
              <a:gd name="connsiteX21" fmla="*/ 12192000 w 12192000"/>
              <a:gd name="connsiteY21" fmla="*/ 0 h 6858000"/>
              <a:gd name="connsiteX22" fmla="*/ 12192000 w 12192000"/>
              <a:gd name="connsiteY22" fmla="*/ 6858000 h 6858000"/>
              <a:gd name="connsiteX23" fmla="*/ 0 w 12192000"/>
              <a:gd name="connsiteY23"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2192000" h="6858000">
                <a:moveTo>
                  <a:pt x="11785528" y="202927"/>
                </a:moveTo>
                <a:cubicBezTo>
                  <a:pt x="11735665" y="263107"/>
                  <a:pt x="11561144" y="308609"/>
                  <a:pt x="11561144" y="434840"/>
                </a:cubicBezTo>
                <a:cubicBezTo>
                  <a:pt x="11561144" y="484745"/>
                  <a:pt x="11591942" y="531715"/>
                  <a:pt x="11638872" y="549328"/>
                </a:cubicBezTo>
                <a:cubicBezTo>
                  <a:pt x="11665270" y="559603"/>
                  <a:pt x="11691668" y="559603"/>
                  <a:pt x="11718066" y="550796"/>
                </a:cubicBezTo>
                <a:cubicBezTo>
                  <a:pt x="11729799" y="547127"/>
                  <a:pt x="11740431" y="541622"/>
                  <a:pt x="11750147" y="534834"/>
                </a:cubicBezTo>
                <a:lnTo>
                  <a:pt x="11776529" y="511343"/>
                </a:lnTo>
                <a:lnTo>
                  <a:pt x="11769485" y="534267"/>
                </a:lnTo>
                <a:cubicBezTo>
                  <a:pt x="11757790" y="556023"/>
                  <a:pt x="11733301" y="572822"/>
                  <a:pt x="11704684" y="577228"/>
                </a:cubicBezTo>
                <a:cubicBezTo>
                  <a:pt x="11713489" y="586040"/>
                  <a:pt x="11734035" y="591915"/>
                  <a:pt x="11758983" y="591915"/>
                </a:cubicBezTo>
                <a:cubicBezTo>
                  <a:pt x="11804476" y="591915"/>
                  <a:pt x="11860242" y="578696"/>
                  <a:pt x="11888125" y="549322"/>
                </a:cubicBezTo>
                <a:cubicBezTo>
                  <a:pt x="11849970" y="550790"/>
                  <a:pt x="11825022" y="525822"/>
                  <a:pt x="11823554" y="492041"/>
                </a:cubicBezTo>
                <a:cubicBezTo>
                  <a:pt x="11841164" y="514072"/>
                  <a:pt x="11863177" y="522885"/>
                  <a:pt x="11888125" y="522885"/>
                </a:cubicBezTo>
                <a:cubicBezTo>
                  <a:pt x="11926648" y="522885"/>
                  <a:pt x="11959392" y="498926"/>
                  <a:pt x="11973357" y="465260"/>
                </a:cubicBezTo>
                <a:lnTo>
                  <a:pt x="11980572" y="428927"/>
                </a:lnTo>
                <a:lnTo>
                  <a:pt x="11980580" y="428969"/>
                </a:lnTo>
                <a:lnTo>
                  <a:pt x="11980580" y="428886"/>
                </a:lnTo>
                <a:lnTo>
                  <a:pt x="11980580" y="426033"/>
                </a:lnTo>
                <a:cubicBezTo>
                  <a:pt x="11980580" y="367321"/>
                  <a:pt x="11951249" y="317416"/>
                  <a:pt x="11908719" y="277785"/>
                </a:cubicBezTo>
                <a:cubicBezTo>
                  <a:pt x="11876454" y="246961"/>
                  <a:pt x="11836857" y="224944"/>
                  <a:pt x="11795794" y="207330"/>
                </a:cubicBezTo>
                <a:cubicBezTo>
                  <a:pt x="11792860" y="205863"/>
                  <a:pt x="11789927" y="204395"/>
                  <a:pt x="11785528" y="202927"/>
                </a:cubicBezTo>
                <a:close/>
                <a:moveTo>
                  <a:pt x="0" y="0"/>
                </a:moveTo>
                <a:lnTo>
                  <a:pt x="12192000" y="0"/>
                </a:lnTo>
                <a:lnTo>
                  <a:pt x="12192000" y="6858000"/>
                </a:lnTo>
                <a:lnTo>
                  <a:pt x="0" y="6858000"/>
                </a:lnTo>
                <a:close/>
              </a:path>
            </a:pathLst>
          </a:custGeom>
          <a:solidFill>
            <a:schemeClr val="bg2"/>
          </a:solidFill>
        </p:spPr>
        <p:txBody>
          <a:bodyPr wrap="square">
            <a:noAutofit/>
          </a:bodyPr>
          <a:lstStyle>
            <a:lvl1pPr>
              <a:defRPr>
                <a:solidFill>
                  <a:schemeClr val="bg2">
                    <a:lumMod val="50000"/>
                  </a:schemeClr>
                </a:solidFill>
              </a:defRPr>
            </a:lvl1pPr>
          </a:lstStyle>
          <a:p>
            <a:r>
              <a:rPr lang="de-DE"/>
              <a:t>Insert Picture and send </a:t>
            </a:r>
            <a:r>
              <a:rPr lang="de-DE" err="1"/>
              <a:t>to</a:t>
            </a:r>
            <a:r>
              <a:rPr lang="de-DE"/>
              <a:t> back</a:t>
            </a:r>
          </a:p>
        </p:txBody>
      </p:sp>
    </p:spTree>
    <p:extLst>
      <p:ext uri="{BB962C8B-B14F-4D97-AF65-F5344CB8AC3E}">
        <p14:creationId xmlns:p14="http://schemas.microsoft.com/office/powerpoint/2010/main" val="3073483303"/>
      </p:ext>
    </p:extLst>
  </p:cSld>
  <p:clrMapOvr>
    <a:masterClrMapping/>
  </p:clrMapOvr>
</p:sldLayout>
</file>

<file path=ppt/slideLayouts/slideLayout95.xml><?xml version="1.0" encoding="utf-8"?>
<p:sldLayout xmlns:a="http://schemas.openxmlformats.org/drawingml/2006/main" xmlns:r="http://schemas.openxmlformats.org/officeDocument/2006/relationships" xmlns:p="http://schemas.openxmlformats.org/presentationml/2006/main" showMasterSp="0" preserve="1">
  <p:cSld name="Final Slide 1">
    <p:bg>
      <p:bgPr>
        <a:solidFill>
          <a:srgbClr val="272936"/>
        </a:solidFill>
        <a:effectLst/>
      </p:bgPr>
    </p:bg>
    <p:spTree>
      <p:nvGrpSpPr>
        <p:cNvPr id="1" name=""/>
        <p:cNvGrpSpPr/>
        <p:nvPr/>
      </p:nvGrpSpPr>
      <p:grpSpPr>
        <a:xfrm>
          <a:off x="0" y="0"/>
          <a:ext cx="0" cy="0"/>
          <a:chOff x="0" y="0"/>
          <a:chExt cx="0" cy="0"/>
        </a:xfrm>
      </p:grpSpPr>
      <p:pic>
        <p:nvPicPr>
          <p:cNvPr id="17" name="Picture 2" descr="D:\My Work\Template\Icons\Social Media\LinkedIN.png">
            <a:hlinkClick r:id="rId2"/>
          </p:cNvPr>
          <p:cNvPicPr>
            <a:picLocks noChangeAspect="1" noChangeArrowheads="1"/>
          </p:cNvPicPr>
          <p:nvPr/>
        </p:nvPicPr>
        <p:blipFill>
          <a:blip r:embed="rId3" cstate="print"/>
          <a:srcRect/>
          <a:stretch>
            <a:fillRect/>
          </a:stretch>
        </p:blipFill>
        <p:spPr bwMode="auto">
          <a:xfrm>
            <a:off x="810097" y="4968013"/>
            <a:ext cx="333195" cy="333195"/>
          </a:xfrm>
          <a:prstGeom prst="rect">
            <a:avLst/>
          </a:prstGeom>
          <a:noFill/>
        </p:spPr>
      </p:pic>
      <p:pic>
        <p:nvPicPr>
          <p:cNvPr id="18" name="Picture 4" descr="D:\My Work\Template\Icons\Social Media\SlideShare.png">
            <a:hlinkClick r:id="rId4"/>
          </p:cNvPr>
          <p:cNvPicPr>
            <a:picLocks noChangeAspect="1" noChangeArrowheads="1"/>
          </p:cNvPicPr>
          <p:nvPr/>
        </p:nvPicPr>
        <p:blipFill>
          <a:blip r:embed="rId5" cstate="print"/>
          <a:srcRect/>
          <a:stretch>
            <a:fillRect/>
          </a:stretch>
        </p:blipFill>
        <p:spPr bwMode="auto">
          <a:xfrm>
            <a:off x="1193474" y="4968013"/>
            <a:ext cx="333195" cy="333195"/>
          </a:xfrm>
          <a:prstGeom prst="rect">
            <a:avLst/>
          </a:prstGeom>
          <a:noFill/>
        </p:spPr>
      </p:pic>
      <p:pic>
        <p:nvPicPr>
          <p:cNvPr id="19" name="Picture 5" descr="D:\My Work\Template\Icons\Social Media\Twitter.png">
            <a:hlinkClick r:id="rId6"/>
          </p:cNvPr>
          <p:cNvPicPr>
            <a:picLocks noChangeAspect="1" noChangeArrowheads="1"/>
          </p:cNvPicPr>
          <p:nvPr/>
        </p:nvPicPr>
        <p:blipFill>
          <a:blip r:embed="rId7" cstate="print"/>
          <a:srcRect/>
          <a:stretch>
            <a:fillRect/>
          </a:stretch>
        </p:blipFill>
        <p:spPr bwMode="auto">
          <a:xfrm>
            <a:off x="1576851" y="4968013"/>
            <a:ext cx="333195" cy="333195"/>
          </a:xfrm>
          <a:prstGeom prst="rect">
            <a:avLst/>
          </a:prstGeom>
          <a:noFill/>
        </p:spPr>
      </p:pic>
      <p:pic>
        <p:nvPicPr>
          <p:cNvPr id="20" name="Picture 6" descr="D:\My Work\Template\Icons\Social Media\YouTube.png">
            <a:hlinkClick r:id="rId8"/>
          </p:cNvPr>
          <p:cNvPicPr>
            <a:picLocks noChangeAspect="1" noChangeArrowheads="1"/>
          </p:cNvPicPr>
          <p:nvPr/>
        </p:nvPicPr>
        <p:blipFill>
          <a:blip r:embed="rId9" cstate="print"/>
          <a:srcRect/>
          <a:stretch>
            <a:fillRect/>
          </a:stretch>
        </p:blipFill>
        <p:spPr bwMode="auto">
          <a:xfrm>
            <a:off x="1960227" y="4968013"/>
            <a:ext cx="333195" cy="333195"/>
          </a:xfrm>
          <a:prstGeom prst="rect">
            <a:avLst/>
          </a:prstGeom>
          <a:noFill/>
        </p:spPr>
      </p:pic>
      <p:pic>
        <p:nvPicPr>
          <p:cNvPr id="21" name="Picture 7" descr="D:\My Work\Template\Icons\Social Media\Facebook.png">
            <a:hlinkClick r:id="rId10"/>
          </p:cNvPr>
          <p:cNvPicPr>
            <a:picLocks noChangeAspect="1" noChangeArrowheads="1"/>
          </p:cNvPicPr>
          <p:nvPr/>
        </p:nvPicPr>
        <p:blipFill>
          <a:blip r:embed="rId11" cstate="print"/>
          <a:srcRect/>
          <a:stretch>
            <a:fillRect/>
          </a:stretch>
        </p:blipFill>
        <p:spPr bwMode="auto">
          <a:xfrm>
            <a:off x="426720" y="4968013"/>
            <a:ext cx="333195" cy="333195"/>
          </a:xfrm>
          <a:prstGeom prst="rect">
            <a:avLst/>
          </a:prstGeom>
          <a:noFill/>
        </p:spPr>
      </p:pic>
      <p:sp>
        <p:nvSpPr>
          <p:cNvPr id="23" name="Rectangle 22"/>
          <p:cNvSpPr/>
          <p:nvPr/>
        </p:nvSpPr>
        <p:spPr>
          <a:xfrm>
            <a:off x="426720" y="5810190"/>
            <a:ext cx="3293016" cy="400110"/>
          </a:xfrm>
          <a:prstGeom prst="rect">
            <a:avLst/>
          </a:prstGeom>
        </p:spPr>
        <p:txBody>
          <a:bodyPr wrap="square" lIns="0" tIns="0" rIns="0" bIns="0" anchor="b" anchorCtr="0">
            <a:spAutoFit/>
          </a:bodyPr>
          <a:lstStyle/>
          <a:p>
            <a:pPr>
              <a:spcAft>
                <a:spcPts val="600"/>
              </a:spcAft>
            </a:pPr>
            <a:r>
              <a:rPr lang="en-US" sz="700" noProof="0">
                <a:solidFill>
                  <a:schemeClr val="bg1"/>
                </a:solidFill>
                <a:latin typeface="Ubuntu" panose="020B0504030602030204" pitchFamily="34" charset="0"/>
                <a:cs typeface="Arial"/>
              </a:rPr>
              <a:t>This presentation contains information that may be privileged or confidential and is the property of the Capgemini Group.</a:t>
            </a:r>
          </a:p>
          <a:p>
            <a:pPr>
              <a:spcAft>
                <a:spcPts val="600"/>
              </a:spcAft>
            </a:pPr>
            <a:r>
              <a:rPr lang="en-US" sz="700" noProof="0">
                <a:solidFill>
                  <a:schemeClr val="bg1"/>
                </a:solidFill>
                <a:latin typeface="Ubuntu" panose="020B0504030602030204" pitchFamily="34" charset="0"/>
                <a:cs typeface="Arial"/>
              </a:rPr>
              <a:t>Copyright © 2021 Capgemini. All rights reserved.</a:t>
            </a:r>
          </a:p>
        </p:txBody>
      </p:sp>
      <p:pic>
        <p:nvPicPr>
          <p:cNvPr id="28" name="Image 27">
            <a:extLst>
              <a:ext uri="{FF2B5EF4-FFF2-40B4-BE49-F238E27FC236}">
                <a16:creationId xmlns:a16="http://schemas.microsoft.com/office/drawing/2014/main" id="{CFD4BD67-7A96-4F02-AD8B-7157189FD651}"/>
              </a:ext>
            </a:extLst>
          </p:cNvPr>
          <p:cNvPicPr>
            <a:picLocks noChangeAspect="1"/>
          </p:cNvPicPr>
          <p:nvPr userDrawn="1"/>
        </p:nvPicPr>
        <p:blipFill>
          <a:blip r:embed="rId12">
            <a:extLst>
              <a:ext uri="{28A0092B-C50C-407E-A947-70E740481C1C}">
                <a14:useLocalDpi xmlns:a14="http://schemas.microsoft.com/office/drawing/2010/main" val="0"/>
              </a:ext>
            </a:extLst>
          </a:blip>
          <a:stretch>
            <a:fillRect/>
          </a:stretch>
        </p:blipFill>
        <p:spPr>
          <a:xfrm rot="1808368" flipV="1">
            <a:off x="3661091" y="-1184328"/>
            <a:ext cx="10604299" cy="7497656"/>
          </a:xfrm>
          <a:prstGeom prst="rect">
            <a:avLst/>
          </a:prstGeom>
        </p:spPr>
      </p:pic>
      <p:sp>
        <p:nvSpPr>
          <p:cNvPr id="14" name="Rectangle 13"/>
          <p:cNvSpPr/>
          <p:nvPr/>
        </p:nvSpPr>
        <p:spPr>
          <a:xfrm>
            <a:off x="6536185" y="3318394"/>
            <a:ext cx="4638213" cy="149363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lstStyle/>
          <a:p>
            <a:pPr lvl="0" algn="just"/>
            <a:r>
              <a:rPr lang="en-GB" sz="900">
                <a:solidFill>
                  <a:schemeClr val="bg1"/>
                </a:solidFill>
                <a:effectLst/>
                <a:latin typeface="Ubuntu" panose="020B0504030602030204" pitchFamily="34" charset="0"/>
              </a:rPr>
              <a:t>Capgemini is a global leader in partnering with companies to transform and manage their business by harnessing the power of technology. The Group is guided everyday by its purpose of unleashing human energy through technology for an inclusive and sustainable future. It is a responsible and diverse organization of 270,000 team members in nearly 50 countries. With its strong 50 year heritage and deep industry expertise, Capgemini is trusted by its clients to address the entire breadth of their business needs, from strategy and design to operations, fuelled by the fast evolving and innovative world of cloud, data, AI, connectivity, software, digital engineering and platforms. The Group reported in 2020 global revenues of €16 billion.</a:t>
            </a:r>
            <a:endParaRPr lang="en-US" sz="900">
              <a:solidFill>
                <a:schemeClr val="bg1"/>
              </a:solidFill>
              <a:effectLst/>
              <a:latin typeface="Ubuntu" panose="020B0504030602030204" pitchFamily="34" charset="0"/>
            </a:endParaRPr>
          </a:p>
        </p:txBody>
      </p:sp>
      <p:sp>
        <p:nvSpPr>
          <p:cNvPr id="15" name="Rectangle 14"/>
          <p:cNvSpPr/>
          <p:nvPr/>
        </p:nvSpPr>
        <p:spPr>
          <a:xfrm>
            <a:off x="6536184" y="2939130"/>
            <a:ext cx="2219960" cy="22961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bodyPr>
          <a:lstStyle/>
          <a:p>
            <a:pPr>
              <a:lnSpc>
                <a:spcPts val="2000"/>
              </a:lnSpc>
            </a:pPr>
            <a:r>
              <a:rPr lang="en-US" sz="1400">
                <a:solidFill>
                  <a:schemeClr val="bg1"/>
                </a:solidFill>
                <a:latin typeface="Ubuntu" panose="020B0504030602030204" pitchFamily="34" charset="0"/>
              </a:rPr>
              <a:t>About Capgemini</a:t>
            </a:r>
          </a:p>
        </p:txBody>
      </p:sp>
      <p:sp>
        <p:nvSpPr>
          <p:cNvPr id="16" name="Rectangle 15"/>
          <p:cNvSpPr/>
          <p:nvPr/>
        </p:nvSpPr>
        <p:spPr>
          <a:xfrm>
            <a:off x="6536184" y="4893914"/>
            <a:ext cx="4345176" cy="407294"/>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lstStyle/>
          <a:p>
            <a:pPr marL="0" marR="0" lvl="0" indent="0" algn="l" defTabSz="914400" rtl="0" eaLnBrk="1" fontAlgn="auto" latinLnBrk="0" hangingPunct="1">
              <a:lnSpc>
                <a:spcPts val="1200"/>
              </a:lnSpc>
              <a:spcBef>
                <a:spcPts val="0"/>
              </a:spcBef>
              <a:spcAft>
                <a:spcPts val="0"/>
              </a:spcAft>
              <a:buClrTx/>
              <a:buSzTx/>
              <a:buFontTx/>
              <a:buNone/>
              <a:tabLst/>
              <a:defRPr/>
            </a:pPr>
            <a:r>
              <a:rPr lang="en-GB" sz="900">
                <a:solidFill>
                  <a:schemeClr val="bg1"/>
                </a:solidFill>
                <a:effectLst/>
                <a:latin typeface="Ubuntu" panose="020B0504030602030204" pitchFamily="34" charset="0"/>
              </a:rPr>
              <a:t>Get the Future You Want </a:t>
            </a:r>
            <a:r>
              <a:rPr lang="en-US" sz="900">
                <a:solidFill>
                  <a:schemeClr val="bg1"/>
                </a:solidFill>
                <a:effectLst/>
                <a:latin typeface="Ubuntu" panose="020B0504030602030204" pitchFamily="34" charset="0"/>
              </a:rPr>
              <a:t>|</a:t>
            </a:r>
            <a:r>
              <a:rPr lang="en-GB" sz="900">
                <a:solidFill>
                  <a:schemeClr val="bg1"/>
                </a:solidFill>
                <a:effectLst/>
                <a:latin typeface="Ubuntu" panose="020B0504030602030204" pitchFamily="34" charset="0"/>
              </a:rPr>
              <a:t> </a:t>
            </a:r>
            <a:r>
              <a:rPr lang="en-US" sz="1050">
                <a:solidFill>
                  <a:schemeClr val="accent2"/>
                </a:solidFill>
                <a:latin typeface="Ubuntu" panose="020B0504030602030204" pitchFamily="34" charset="0"/>
              </a:rPr>
              <a:t>www.capgemini.com</a:t>
            </a:r>
          </a:p>
        </p:txBody>
      </p:sp>
      <p:pic>
        <p:nvPicPr>
          <p:cNvPr id="13" name="Image 12" descr="Une image contenant texte&#10;&#10;Description générée automatiquement">
            <a:extLst>
              <a:ext uri="{FF2B5EF4-FFF2-40B4-BE49-F238E27FC236}">
                <a16:creationId xmlns:a16="http://schemas.microsoft.com/office/drawing/2014/main" id="{A0C8CF1B-496A-4A5B-A698-8344534684E8}"/>
              </a:ext>
            </a:extLst>
          </p:cNvPr>
          <p:cNvPicPr>
            <a:picLocks noChangeAspect="1"/>
          </p:cNvPicPr>
          <p:nvPr userDrawn="1"/>
        </p:nvPicPr>
        <p:blipFill>
          <a:blip r:embed="rId13">
            <a:extLst>
              <a:ext uri="{28A0092B-C50C-407E-A947-70E740481C1C}">
                <a14:useLocalDpi xmlns:a14="http://schemas.microsoft.com/office/drawing/2010/main" val="0"/>
              </a:ext>
            </a:extLst>
          </a:blip>
          <a:stretch>
            <a:fillRect/>
          </a:stretch>
        </p:blipFill>
        <p:spPr>
          <a:xfrm>
            <a:off x="14669" y="622130"/>
            <a:ext cx="3024000" cy="1226177"/>
          </a:xfrm>
          <a:prstGeom prst="rect">
            <a:avLst/>
          </a:prstGeom>
        </p:spPr>
      </p:pic>
    </p:spTree>
    <p:extLst>
      <p:ext uri="{BB962C8B-B14F-4D97-AF65-F5344CB8AC3E}">
        <p14:creationId xmlns:p14="http://schemas.microsoft.com/office/powerpoint/2010/main" val="3692501330"/>
      </p:ext>
    </p:extLst>
  </p:cSld>
  <p:clrMapOvr>
    <a:masterClrMapping/>
  </p:clrMapOvr>
  <p:extLst>
    <p:ext uri="{DCECCB84-F9BA-43D5-87BE-67443E8EF086}">
      <p15:sldGuideLst xmlns:p15="http://schemas.microsoft.com/office/powerpoint/2012/main"/>
    </p:ext>
  </p:extLst>
</p:sldLayout>
</file>

<file path=ppt/slideLayouts/slideLayout96.xml><?xml version="1.0" encoding="utf-8"?>
<p:sldLayout xmlns:a="http://schemas.openxmlformats.org/drawingml/2006/main" xmlns:r="http://schemas.openxmlformats.org/officeDocument/2006/relationships" xmlns:p="http://schemas.openxmlformats.org/presentationml/2006/main" showMasterSp="0" type="blank" preserve="1">
  <p:cSld name="2_Final Slide 2">
    <p:bg>
      <p:bgPr>
        <a:solidFill>
          <a:srgbClr val="272936"/>
        </a:solidFill>
        <a:effectLst/>
      </p:bgPr>
    </p:bg>
    <p:spTree>
      <p:nvGrpSpPr>
        <p:cNvPr id="1" name=""/>
        <p:cNvGrpSpPr/>
        <p:nvPr/>
      </p:nvGrpSpPr>
      <p:grpSpPr>
        <a:xfrm>
          <a:off x="0" y="0"/>
          <a:ext cx="0" cy="0"/>
          <a:chOff x="0" y="0"/>
          <a:chExt cx="0" cy="0"/>
        </a:xfrm>
      </p:grpSpPr>
      <p:pic>
        <p:nvPicPr>
          <p:cNvPr id="16" name="Image 15">
            <a:extLst>
              <a:ext uri="{FF2B5EF4-FFF2-40B4-BE49-F238E27FC236}">
                <a16:creationId xmlns:a16="http://schemas.microsoft.com/office/drawing/2014/main" id="{0489A022-D524-4B27-A5EC-7E24500CC9BC}"/>
              </a:ext>
            </a:extLst>
          </p:cNvPr>
          <p:cNvPicPr>
            <a:picLocks noChangeAspect="1"/>
          </p:cNvPicPr>
          <p:nvPr userDrawn="1"/>
        </p:nvPicPr>
        <p:blipFill>
          <a:blip r:embed="rId6">
            <a:extLst>
              <a:ext uri="{28A0092B-C50C-407E-A947-70E740481C1C}">
                <a14:useLocalDpi xmlns:a14="http://schemas.microsoft.com/office/drawing/2010/main" val="0"/>
              </a:ext>
            </a:extLst>
          </a:blip>
          <a:stretch>
            <a:fillRect/>
          </a:stretch>
        </p:blipFill>
        <p:spPr>
          <a:xfrm>
            <a:off x="432214" y="1295400"/>
            <a:ext cx="9702386" cy="6043284"/>
          </a:xfrm>
          <a:prstGeom prst="rect">
            <a:avLst/>
          </a:prstGeom>
        </p:spPr>
      </p:pic>
      <p:sp>
        <p:nvSpPr>
          <p:cNvPr id="57" name="Rectangle 56"/>
          <p:cNvSpPr/>
          <p:nvPr/>
        </p:nvSpPr>
        <p:spPr>
          <a:xfrm>
            <a:off x="426720" y="5840235"/>
            <a:ext cx="3221008" cy="400110"/>
          </a:xfrm>
          <a:prstGeom prst="rect">
            <a:avLst/>
          </a:prstGeom>
        </p:spPr>
        <p:txBody>
          <a:bodyPr wrap="square" lIns="0" tIns="0" rIns="0" bIns="0" anchor="b" anchorCtr="0">
            <a:spAutoFit/>
          </a:bodyPr>
          <a:lstStyle/>
          <a:p>
            <a:pPr lvl="0">
              <a:spcAft>
                <a:spcPts val="600"/>
              </a:spcAft>
            </a:pPr>
            <a:r>
              <a:rPr lang="en-US" sz="700" noProof="0">
                <a:solidFill>
                  <a:schemeClr val="bg1"/>
                </a:solidFill>
                <a:latin typeface="Ubuntu" panose="020B0504030602030204" pitchFamily="34" charset="0"/>
                <a:cs typeface="Arial"/>
              </a:rPr>
              <a:t>This presentation contains information that may be privileged or confidential and is the property of the Capgemini Group.</a:t>
            </a:r>
          </a:p>
          <a:p>
            <a:pPr lvl="0">
              <a:spcAft>
                <a:spcPts val="600"/>
              </a:spcAft>
            </a:pPr>
            <a:r>
              <a:rPr lang="en-US" sz="700" noProof="0">
                <a:solidFill>
                  <a:schemeClr val="bg1"/>
                </a:solidFill>
                <a:latin typeface="Ubuntu" panose="020B0504030602030204" pitchFamily="34" charset="0"/>
                <a:cs typeface="Arial"/>
              </a:rPr>
              <a:t>Copyright © 2021 Capgemini. All rights reserved.</a:t>
            </a:r>
          </a:p>
        </p:txBody>
      </p:sp>
      <p:pic>
        <p:nvPicPr>
          <p:cNvPr id="17" name="Picture 2" descr="D:\My Work\Template\Icons\Social Media\LinkedIN.png">
            <a:hlinkClick r:id="rId7"/>
            <a:extLst>
              <a:ext uri="{FF2B5EF4-FFF2-40B4-BE49-F238E27FC236}">
                <a16:creationId xmlns:a16="http://schemas.microsoft.com/office/drawing/2014/main" id="{F6DF1D6E-8462-43E1-AFC5-8A5C855024F4}"/>
              </a:ext>
            </a:extLst>
          </p:cNvPr>
          <p:cNvPicPr>
            <a:picLocks noChangeAspect="1" noChangeArrowheads="1"/>
          </p:cNvPicPr>
          <p:nvPr/>
        </p:nvPicPr>
        <p:blipFill>
          <a:blip r:embed="rId8" cstate="print"/>
          <a:srcRect/>
          <a:stretch>
            <a:fillRect/>
          </a:stretch>
        </p:blipFill>
        <p:spPr bwMode="auto">
          <a:xfrm>
            <a:off x="810097" y="5328053"/>
            <a:ext cx="333195" cy="333195"/>
          </a:xfrm>
          <a:prstGeom prst="rect">
            <a:avLst/>
          </a:prstGeom>
          <a:noFill/>
        </p:spPr>
      </p:pic>
      <p:pic>
        <p:nvPicPr>
          <p:cNvPr id="19" name="Picture 4" descr="D:\My Work\Template\Icons\Social Media\SlideShare.png">
            <a:hlinkClick r:id="rId9"/>
            <a:extLst>
              <a:ext uri="{FF2B5EF4-FFF2-40B4-BE49-F238E27FC236}">
                <a16:creationId xmlns:a16="http://schemas.microsoft.com/office/drawing/2014/main" id="{DA74C6D2-FFE3-4CE8-B52D-0A33097AEEAF}"/>
              </a:ext>
            </a:extLst>
          </p:cNvPr>
          <p:cNvPicPr>
            <a:picLocks noChangeAspect="1" noChangeArrowheads="1"/>
          </p:cNvPicPr>
          <p:nvPr/>
        </p:nvPicPr>
        <p:blipFill>
          <a:blip r:embed="rId10" cstate="print"/>
          <a:srcRect/>
          <a:stretch>
            <a:fillRect/>
          </a:stretch>
        </p:blipFill>
        <p:spPr bwMode="auto">
          <a:xfrm>
            <a:off x="1193474" y="5328053"/>
            <a:ext cx="333195" cy="333195"/>
          </a:xfrm>
          <a:prstGeom prst="rect">
            <a:avLst/>
          </a:prstGeom>
          <a:noFill/>
        </p:spPr>
      </p:pic>
      <p:pic>
        <p:nvPicPr>
          <p:cNvPr id="20" name="Picture 5" descr="D:\My Work\Template\Icons\Social Media\Twitter.png">
            <a:hlinkClick r:id="rId11"/>
            <a:extLst>
              <a:ext uri="{FF2B5EF4-FFF2-40B4-BE49-F238E27FC236}">
                <a16:creationId xmlns:a16="http://schemas.microsoft.com/office/drawing/2014/main" id="{14E10122-92A2-4535-9737-8C1BE0EE0AEC}"/>
              </a:ext>
            </a:extLst>
          </p:cNvPr>
          <p:cNvPicPr>
            <a:picLocks noChangeAspect="1" noChangeArrowheads="1"/>
          </p:cNvPicPr>
          <p:nvPr/>
        </p:nvPicPr>
        <p:blipFill>
          <a:blip r:embed="rId12" cstate="print"/>
          <a:srcRect/>
          <a:stretch>
            <a:fillRect/>
          </a:stretch>
        </p:blipFill>
        <p:spPr bwMode="auto">
          <a:xfrm>
            <a:off x="1576851" y="5328053"/>
            <a:ext cx="333195" cy="333195"/>
          </a:xfrm>
          <a:prstGeom prst="rect">
            <a:avLst/>
          </a:prstGeom>
          <a:noFill/>
        </p:spPr>
      </p:pic>
      <p:pic>
        <p:nvPicPr>
          <p:cNvPr id="21" name="Picture 6" descr="D:\My Work\Template\Icons\Social Media\YouTube.png">
            <a:hlinkClick r:id="rId13"/>
            <a:extLst>
              <a:ext uri="{FF2B5EF4-FFF2-40B4-BE49-F238E27FC236}">
                <a16:creationId xmlns:a16="http://schemas.microsoft.com/office/drawing/2014/main" id="{BA6EF96A-02CA-41A1-9095-358FE7486671}"/>
              </a:ext>
            </a:extLst>
          </p:cNvPr>
          <p:cNvPicPr>
            <a:picLocks noChangeAspect="1" noChangeArrowheads="1"/>
          </p:cNvPicPr>
          <p:nvPr/>
        </p:nvPicPr>
        <p:blipFill>
          <a:blip r:embed="rId14" cstate="print"/>
          <a:srcRect/>
          <a:stretch>
            <a:fillRect/>
          </a:stretch>
        </p:blipFill>
        <p:spPr bwMode="auto">
          <a:xfrm>
            <a:off x="1960227" y="5328053"/>
            <a:ext cx="333195" cy="333195"/>
          </a:xfrm>
          <a:prstGeom prst="rect">
            <a:avLst/>
          </a:prstGeom>
          <a:noFill/>
        </p:spPr>
      </p:pic>
      <p:pic>
        <p:nvPicPr>
          <p:cNvPr id="22" name="Picture 7" descr="D:\My Work\Template\Icons\Social Media\Facebook.png">
            <a:hlinkClick r:id="rId15"/>
            <a:extLst>
              <a:ext uri="{FF2B5EF4-FFF2-40B4-BE49-F238E27FC236}">
                <a16:creationId xmlns:a16="http://schemas.microsoft.com/office/drawing/2014/main" id="{BCC76D32-C587-45AA-A26C-ED5B038C867B}"/>
              </a:ext>
            </a:extLst>
          </p:cNvPr>
          <p:cNvPicPr>
            <a:picLocks noChangeAspect="1" noChangeArrowheads="1"/>
          </p:cNvPicPr>
          <p:nvPr/>
        </p:nvPicPr>
        <p:blipFill>
          <a:blip r:embed="rId16" cstate="print"/>
          <a:srcRect/>
          <a:stretch>
            <a:fillRect/>
          </a:stretch>
        </p:blipFill>
        <p:spPr bwMode="auto">
          <a:xfrm>
            <a:off x="426720" y="5328053"/>
            <a:ext cx="333195" cy="333195"/>
          </a:xfrm>
          <a:prstGeom prst="rect">
            <a:avLst/>
          </a:prstGeom>
          <a:noFill/>
        </p:spPr>
      </p:pic>
      <p:sp>
        <p:nvSpPr>
          <p:cNvPr id="36" name="Rectangle 35"/>
          <p:cNvSpPr/>
          <p:nvPr/>
        </p:nvSpPr>
        <p:spPr>
          <a:xfrm>
            <a:off x="426523" y="1447577"/>
            <a:ext cx="4962957" cy="1307464"/>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lstStyle/>
          <a:p>
            <a:pPr lvl="0" algn="just"/>
            <a:r>
              <a:rPr lang="en-GB" sz="900">
                <a:solidFill>
                  <a:schemeClr val="bg1"/>
                </a:solidFill>
                <a:effectLst/>
                <a:latin typeface="Ubuntu" panose="020B0504030602030204" pitchFamily="34" charset="0"/>
              </a:rPr>
              <a:t>Capgemini is a global leader in partnering with companies to transform and manage their business by harnessing the power of technology. The Group is guided everyday by its purpose of unleashing human energy through technology for an inclusive and sustainable future. It is a responsible and diverse organization of 270,000 team members in nearly 50 countries. With its strong 50 year heritage and deep industry expertise, Capgemini is trusted by its clients to address the entire breadth of their business needs, from strategy and design to operations, fuelled by the fast evolving and innovative world of cloud, data, AI, connectivity, software, digital engineering and platforms. The Group reported in 2020 global revenues of €16 billion.</a:t>
            </a:r>
            <a:endParaRPr lang="en-US" sz="900">
              <a:solidFill>
                <a:schemeClr val="bg1"/>
              </a:solidFill>
              <a:effectLst/>
              <a:latin typeface="Ubuntu" panose="020B0504030602030204" pitchFamily="34" charset="0"/>
            </a:endParaRPr>
          </a:p>
        </p:txBody>
      </p:sp>
      <p:sp>
        <p:nvSpPr>
          <p:cNvPr id="48" name="Rectangle 47"/>
          <p:cNvSpPr/>
          <p:nvPr/>
        </p:nvSpPr>
        <p:spPr>
          <a:xfrm>
            <a:off x="426523" y="1074000"/>
            <a:ext cx="2219960" cy="22961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bodyPr>
          <a:lstStyle/>
          <a:p>
            <a:pPr>
              <a:lnSpc>
                <a:spcPts val="2000"/>
              </a:lnSpc>
            </a:pPr>
            <a:r>
              <a:rPr lang="en-US" sz="1400">
                <a:solidFill>
                  <a:schemeClr val="bg1"/>
                </a:solidFill>
                <a:latin typeface="Ubuntu" panose="020B0504030602030204" pitchFamily="34" charset="0"/>
              </a:rPr>
              <a:t>About Capgemini</a:t>
            </a:r>
          </a:p>
        </p:txBody>
      </p:sp>
      <p:sp>
        <p:nvSpPr>
          <p:cNvPr id="60" name="Rectangle 59"/>
          <p:cNvSpPr/>
          <p:nvPr>
            <p:custDataLst>
              <p:tags r:id="rId1"/>
            </p:custDataLst>
          </p:nvPr>
        </p:nvSpPr>
        <p:spPr>
          <a:xfrm>
            <a:off x="6324599" y="1111153"/>
            <a:ext cx="2240280" cy="1031051"/>
          </a:xfrm>
          <a:prstGeom prst="rect">
            <a:avLst/>
          </a:prstGeom>
        </p:spPr>
        <p:txBody>
          <a:bodyPr wrap="square" lIns="0" tIns="0" rIns="0" bIns="0">
            <a:spAutoFit/>
          </a:bodyPr>
          <a:lstStyle/>
          <a:p>
            <a:pPr>
              <a:spcAft>
                <a:spcPts val="600"/>
              </a:spcAft>
            </a:pPr>
            <a:r>
              <a:rPr lang="en-US" sz="1200" b="1">
                <a:solidFill>
                  <a:schemeClr val="bg1"/>
                </a:solidFill>
                <a:latin typeface="Ubuntu" panose="020B0504030602030204" pitchFamily="34" charset="0"/>
                <a:cs typeface="Arial"/>
              </a:rPr>
              <a:t>Name, Last Name</a:t>
            </a:r>
          </a:p>
          <a:p>
            <a:pPr>
              <a:lnSpc>
                <a:spcPts val="1200"/>
              </a:lnSpc>
            </a:pPr>
            <a:r>
              <a:rPr lang="en-US" sz="1000">
                <a:solidFill>
                  <a:schemeClr val="bg1"/>
                </a:solidFill>
                <a:latin typeface="Ubuntu" panose="020B0504030602030204" pitchFamily="34" charset="0"/>
                <a:cs typeface="Arial"/>
              </a:rPr>
              <a:t>Title/Role</a:t>
            </a:r>
          </a:p>
          <a:p>
            <a:pPr>
              <a:lnSpc>
                <a:spcPts val="1200"/>
              </a:lnSpc>
            </a:pPr>
            <a:r>
              <a:rPr lang="en-US" sz="1000">
                <a:solidFill>
                  <a:schemeClr val="bg1"/>
                </a:solidFill>
                <a:latin typeface="Ubuntu" panose="020B0504030602030204" pitchFamily="34" charset="0"/>
                <a:cs typeface="Arial"/>
              </a:rPr>
              <a:t>Capgemini Office (Optional)</a:t>
            </a:r>
          </a:p>
          <a:p>
            <a:pPr>
              <a:lnSpc>
                <a:spcPts val="1200"/>
              </a:lnSpc>
            </a:pPr>
            <a:r>
              <a:rPr lang="en-US" sz="1000">
                <a:solidFill>
                  <a:schemeClr val="bg1"/>
                </a:solidFill>
                <a:latin typeface="Ubuntu" panose="020B0504030602030204" pitchFamily="34" charset="0"/>
                <a:cs typeface="Arial"/>
              </a:rPr>
              <a:t>Address Line 1</a:t>
            </a:r>
          </a:p>
          <a:p>
            <a:pPr>
              <a:lnSpc>
                <a:spcPts val="1200"/>
              </a:lnSpc>
            </a:pPr>
            <a:r>
              <a:rPr lang="en-US" sz="1000">
                <a:solidFill>
                  <a:schemeClr val="bg1"/>
                </a:solidFill>
                <a:latin typeface="Ubuntu" panose="020B0504030602030204" pitchFamily="34" charset="0"/>
                <a:cs typeface="Arial"/>
              </a:rPr>
              <a:t>Address Line 2 </a:t>
            </a:r>
          </a:p>
          <a:p>
            <a:pPr>
              <a:lnSpc>
                <a:spcPts val="1200"/>
              </a:lnSpc>
            </a:pPr>
            <a:r>
              <a:rPr lang="en-US" sz="1000">
                <a:solidFill>
                  <a:schemeClr val="bg1"/>
                </a:solidFill>
                <a:latin typeface="Ubuntu" panose="020B0504030602030204" pitchFamily="34" charset="0"/>
                <a:cs typeface="Arial"/>
              </a:rPr>
              <a:t>Address Line 3</a:t>
            </a:r>
          </a:p>
        </p:txBody>
      </p:sp>
      <p:sp>
        <p:nvSpPr>
          <p:cNvPr id="61" name="Rectangle 60"/>
          <p:cNvSpPr/>
          <p:nvPr>
            <p:custDataLst>
              <p:tags r:id="rId2"/>
            </p:custDataLst>
          </p:nvPr>
        </p:nvSpPr>
        <p:spPr>
          <a:xfrm>
            <a:off x="9499996" y="1111153"/>
            <a:ext cx="2240280" cy="1031051"/>
          </a:xfrm>
          <a:prstGeom prst="rect">
            <a:avLst/>
          </a:prstGeom>
        </p:spPr>
        <p:txBody>
          <a:bodyPr wrap="square" lIns="0" tIns="0" rIns="0" bIns="0">
            <a:spAutoFit/>
          </a:bodyPr>
          <a:lstStyle/>
          <a:p>
            <a:pPr>
              <a:spcAft>
                <a:spcPts val="600"/>
              </a:spcAft>
            </a:pPr>
            <a:r>
              <a:rPr lang="en-US" sz="1200" b="1">
                <a:solidFill>
                  <a:schemeClr val="bg1"/>
                </a:solidFill>
                <a:latin typeface="Ubuntu" panose="020B0504030602030204" pitchFamily="34" charset="0"/>
                <a:cs typeface="Arial"/>
              </a:rPr>
              <a:t>Name, Last Name</a:t>
            </a:r>
          </a:p>
          <a:p>
            <a:pPr>
              <a:lnSpc>
                <a:spcPts val="1200"/>
              </a:lnSpc>
            </a:pPr>
            <a:r>
              <a:rPr lang="en-US" sz="1000">
                <a:solidFill>
                  <a:schemeClr val="bg1"/>
                </a:solidFill>
                <a:latin typeface="Ubuntu" panose="020B0504030602030204" pitchFamily="34" charset="0"/>
                <a:cs typeface="Arial"/>
              </a:rPr>
              <a:t>Title/Role</a:t>
            </a:r>
          </a:p>
          <a:p>
            <a:pPr>
              <a:lnSpc>
                <a:spcPts val="1200"/>
              </a:lnSpc>
            </a:pPr>
            <a:r>
              <a:rPr lang="en-US" sz="1000">
                <a:solidFill>
                  <a:schemeClr val="bg1"/>
                </a:solidFill>
                <a:latin typeface="Ubuntu" panose="020B0504030602030204" pitchFamily="34" charset="0"/>
                <a:cs typeface="Arial"/>
              </a:rPr>
              <a:t>Capgemini Office (Optional)</a:t>
            </a:r>
          </a:p>
          <a:p>
            <a:pPr>
              <a:lnSpc>
                <a:spcPts val="1200"/>
              </a:lnSpc>
            </a:pPr>
            <a:r>
              <a:rPr lang="en-US" sz="1000">
                <a:solidFill>
                  <a:schemeClr val="bg1"/>
                </a:solidFill>
                <a:latin typeface="Ubuntu" panose="020B0504030602030204" pitchFamily="34" charset="0"/>
                <a:cs typeface="Arial"/>
              </a:rPr>
              <a:t>Address Line 1</a:t>
            </a:r>
          </a:p>
          <a:p>
            <a:pPr>
              <a:lnSpc>
                <a:spcPts val="1200"/>
              </a:lnSpc>
            </a:pPr>
            <a:r>
              <a:rPr lang="en-US" sz="1000">
                <a:solidFill>
                  <a:schemeClr val="bg1"/>
                </a:solidFill>
                <a:latin typeface="Ubuntu" panose="020B0504030602030204" pitchFamily="34" charset="0"/>
                <a:cs typeface="Arial"/>
              </a:rPr>
              <a:t>Address Line 2 </a:t>
            </a:r>
          </a:p>
          <a:p>
            <a:pPr>
              <a:lnSpc>
                <a:spcPts val="1200"/>
              </a:lnSpc>
            </a:pPr>
            <a:r>
              <a:rPr lang="en-US" sz="1000">
                <a:solidFill>
                  <a:schemeClr val="bg1"/>
                </a:solidFill>
                <a:latin typeface="Ubuntu" panose="020B0504030602030204" pitchFamily="34" charset="0"/>
                <a:cs typeface="Arial"/>
              </a:rPr>
              <a:t>Address Line 3</a:t>
            </a:r>
          </a:p>
        </p:txBody>
      </p:sp>
      <p:sp>
        <p:nvSpPr>
          <p:cNvPr id="62" name="Rectangle 61"/>
          <p:cNvSpPr/>
          <p:nvPr>
            <p:custDataLst>
              <p:tags r:id="rId3"/>
            </p:custDataLst>
          </p:nvPr>
        </p:nvSpPr>
        <p:spPr>
          <a:xfrm>
            <a:off x="6324599" y="2397949"/>
            <a:ext cx="2240280" cy="1031051"/>
          </a:xfrm>
          <a:prstGeom prst="rect">
            <a:avLst/>
          </a:prstGeom>
        </p:spPr>
        <p:txBody>
          <a:bodyPr wrap="square" lIns="0" tIns="0" rIns="0" bIns="0">
            <a:spAutoFit/>
          </a:bodyPr>
          <a:lstStyle/>
          <a:p>
            <a:pPr>
              <a:spcAft>
                <a:spcPts val="600"/>
              </a:spcAft>
            </a:pPr>
            <a:r>
              <a:rPr lang="en-US" sz="1200" b="1">
                <a:solidFill>
                  <a:schemeClr val="bg1"/>
                </a:solidFill>
                <a:latin typeface="Ubuntu" panose="020B0504030602030204" pitchFamily="34" charset="0"/>
                <a:cs typeface="Arial"/>
              </a:rPr>
              <a:t>Name, Last Name</a:t>
            </a:r>
          </a:p>
          <a:p>
            <a:pPr>
              <a:lnSpc>
                <a:spcPts val="1200"/>
              </a:lnSpc>
            </a:pPr>
            <a:r>
              <a:rPr lang="en-US" sz="1000">
                <a:solidFill>
                  <a:schemeClr val="bg1"/>
                </a:solidFill>
                <a:latin typeface="Ubuntu" panose="020B0504030602030204" pitchFamily="34" charset="0"/>
                <a:cs typeface="Arial"/>
              </a:rPr>
              <a:t>Title/Role</a:t>
            </a:r>
          </a:p>
          <a:p>
            <a:pPr>
              <a:lnSpc>
                <a:spcPts val="1200"/>
              </a:lnSpc>
            </a:pPr>
            <a:r>
              <a:rPr lang="en-US" sz="1000">
                <a:solidFill>
                  <a:schemeClr val="bg1"/>
                </a:solidFill>
                <a:latin typeface="Ubuntu" panose="020B0504030602030204" pitchFamily="34" charset="0"/>
                <a:cs typeface="Arial"/>
              </a:rPr>
              <a:t>Capgemini Office (Optional)</a:t>
            </a:r>
          </a:p>
          <a:p>
            <a:pPr>
              <a:lnSpc>
                <a:spcPts val="1200"/>
              </a:lnSpc>
            </a:pPr>
            <a:r>
              <a:rPr lang="en-US" sz="1000">
                <a:solidFill>
                  <a:schemeClr val="bg1"/>
                </a:solidFill>
                <a:latin typeface="Ubuntu" panose="020B0504030602030204" pitchFamily="34" charset="0"/>
                <a:cs typeface="Arial"/>
              </a:rPr>
              <a:t>Address Line 1</a:t>
            </a:r>
          </a:p>
          <a:p>
            <a:pPr>
              <a:lnSpc>
                <a:spcPts val="1200"/>
              </a:lnSpc>
            </a:pPr>
            <a:r>
              <a:rPr lang="en-US" sz="1000">
                <a:solidFill>
                  <a:schemeClr val="bg1"/>
                </a:solidFill>
                <a:latin typeface="Ubuntu" panose="020B0504030602030204" pitchFamily="34" charset="0"/>
                <a:cs typeface="Arial"/>
              </a:rPr>
              <a:t>Address Line 2 </a:t>
            </a:r>
          </a:p>
          <a:p>
            <a:pPr>
              <a:lnSpc>
                <a:spcPts val="1200"/>
              </a:lnSpc>
            </a:pPr>
            <a:r>
              <a:rPr lang="en-US" sz="1000">
                <a:solidFill>
                  <a:schemeClr val="bg1"/>
                </a:solidFill>
                <a:latin typeface="Ubuntu" panose="020B0504030602030204" pitchFamily="34" charset="0"/>
                <a:cs typeface="Arial"/>
              </a:rPr>
              <a:t>Address Line 3</a:t>
            </a:r>
          </a:p>
        </p:txBody>
      </p:sp>
      <p:sp>
        <p:nvSpPr>
          <p:cNvPr id="63" name="Rectangle 62"/>
          <p:cNvSpPr/>
          <p:nvPr>
            <p:custDataLst>
              <p:tags r:id="rId4"/>
            </p:custDataLst>
          </p:nvPr>
        </p:nvSpPr>
        <p:spPr>
          <a:xfrm>
            <a:off x="9499996" y="2397949"/>
            <a:ext cx="2240280" cy="1031051"/>
          </a:xfrm>
          <a:prstGeom prst="rect">
            <a:avLst/>
          </a:prstGeom>
        </p:spPr>
        <p:txBody>
          <a:bodyPr wrap="square" lIns="0" tIns="0" rIns="0" bIns="0">
            <a:spAutoFit/>
          </a:bodyPr>
          <a:lstStyle/>
          <a:p>
            <a:pPr>
              <a:spcAft>
                <a:spcPts val="600"/>
              </a:spcAft>
            </a:pPr>
            <a:r>
              <a:rPr lang="en-US" sz="1200" b="1">
                <a:solidFill>
                  <a:schemeClr val="bg1"/>
                </a:solidFill>
                <a:latin typeface="Ubuntu" panose="020B0504030602030204" pitchFamily="34" charset="0"/>
                <a:cs typeface="Arial"/>
              </a:rPr>
              <a:t>Name, Last Name</a:t>
            </a:r>
          </a:p>
          <a:p>
            <a:pPr>
              <a:lnSpc>
                <a:spcPts val="1200"/>
              </a:lnSpc>
            </a:pPr>
            <a:r>
              <a:rPr lang="en-US" sz="1000">
                <a:solidFill>
                  <a:schemeClr val="bg1"/>
                </a:solidFill>
                <a:latin typeface="Ubuntu" panose="020B0504030602030204" pitchFamily="34" charset="0"/>
                <a:cs typeface="Arial"/>
              </a:rPr>
              <a:t>Title/Role</a:t>
            </a:r>
          </a:p>
          <a:p>
            <a:pPr>
              <a:lnSpc>
                <a:spcPts val="1200"/>
              </a:lnSpc>
            </a:pPr>
            <a:r>
              <a:rPr lang="en-US" sz="1000">
                <a:solidFill>
                  <a:schemeClr val="bg1"/>
                </a:solidFill>
                <a:latin typeface="Ubuntu" panose="020B0504030602030204" pitchFamily="34" charset="0"/>
                <a:cs typeface="Arial"/>
              </a:rPr>
              <a:t>Capgemini Office (Optional)</a:t>
            </a:r>
          </a:p>
          <a:p>
            <a:pPr>
              <a:lnSpc>
                <a:spcPts val="1200"/>
              </a:lnSpc>
            </a:pPr>
            <a:r>
              <a:rPr lang="en-US" sz="1000">
                <a:solidFill>
                  <a:schemeClr val="bg1"/>
                </a:solidFill>
                <a:latin typeface="Ubuntu" panose="020B0504030602030204" pitchFamily="34" charset="0"/>
                <a:cs typeface="Arial"/>
              </a:rPr>
              <a:t>Address Line 1</a:t>
            </a:r>
          </a:p>
          <a:p>
            <a:pPr>
              <a:lnSpc>
                <a:spcPts val="1200"/>
              </a:lnSpc>
            </a:pPr>
            <a:r>
              <a:rPr lang="en-US" sz="1000">
                <a:solidFill>
                  <a:schemeClr val="bg1"/>
                </a:solidFill>
                <a:latin typeface="Ubuntu" panose="020B0504030602030204" pitchFamily="34" charset="0"/>
                <a:cs typeface="Arial"/>
              </a:rPr>
              <a:t>Address Line 2 </a:t>
            </a:r>
          </a:p>
          <a:p>
            <a:pPr>
              <a:lnSpc>
                <a:spcPts val="1200"/>
              </a:lnSpc>
            </a:pPr>
            <a:r>
              <a:rPr lang="en-US" sz="1000">
                <a:solidFill>
                  <a:schemeClr val="bg1"/>
                </a:solidFill>
                <a:latin typeface="Ubuntu" panose="020B0504030602030204" pitchFamily="34" charset="0"/>
                <a:cs typeface="Arial"/>
              </a:rPr>
              <a:t>Address Line 3</a:t>
            </a:r>
          </a:p>
        </p:txBody>
      </p:sp>
      <p:cxnSp>
        <p:nvCxnSpPr>
          <p:cNvPr id="64" name="Straight Connector 63"/>
          <p:cNvCxnSpPr/>
          <p:nvPr/>
        </p:nvCxnSpPr>
        <p:spPr>
          <a:xfrm flipV="1">
            <a:off x="6096000" y="1113931"/>
            <a:ext cx="0" cy="2276757"/>
          </a:xfrm>
          <a:prstGeom prst="line">
            <a:avLst/>
          </a:prstGeom>
          <a:ln>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sp>
        <p:nvSpPr>
          <p:cNvPr id="18" name="Rectangle 17">
            <a:extLst>
              <a:ext uri="{FF2B5EF4-FFF2-40B4-BE49-F238E27FC236}">
                <a16:creationId xmlns:a16="http://schemas.microsoft.com/office/drawing/2014/main" id="{6E560A55-CF18-4C11-8B57-BBD5A6CD7E74}"/>
              </a:ext>
            </a:extLst>
          </p:cNvPr>
          <p:cNvSpPr/>
          <p:nvPr/>
        </p:nvSpPr>
        <p:spPr>
          <a:xfrm>
            <a:off x="426523" y="2805111"/>
            <a:ext cx="4345176" cy="407294"/>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lstStyle/>
          <a:p>
            <a:pPr marL="0" marR="0" lvl="0" indent="0" algn="l" defTabSz="914400" rtl="0" eaLnBrk="1" fontAlgn="auto" latinLnBrk="0" hangingPunct="1">
              <a:lnSpc>
                <a:spcPts val="1200"/>
              </a:lnSpc>
              <a:spcBef>
                <a:spcPts val="0"/>
              </a:spcBef>
              <a:spcAft>
                <a:spcPts val="0"/>
              </a:spcAft>
              <a:buClrTx/>
              <a:buSzTx/>
              <a:buFontTx/>
              <a:buNone/>
              <a:tabLst/>
              <a:defRPr/>
            </a:pPr>
            <a:r>
              <a:rPr lang="en-GB" sz="900">
                <a:solidFill>
                  <a:schemeClr val="bg1"/>
                </a:solidFill>
                <a:effectLst/>
                <a:latin typeface="Ubuntu" panose="020B0504030602030204" pitchFamily="34" charset="0"/>
              </a:rPr>
              <a:t>Get the Future You Want </a:t>
            </a:r>
            <a:r>
              <a:rPr lang="en-US" sz="900">
                <a:solidFill>
                  <a:schemeClr val="bg1"/>
                </a:solidFill>
                <a:effectLst/>
                <a:latin typeface="Ubuntu" panose="020B0504030602030204" pitchFamily="34" charset="0"/>
              </a:rPr>
              <a:t>|</a:t>
            </a:r>
            <a:r>
              <a:rPr lang="en-GB" sz="900">
                <a:solidFill>
                  <a:schemeClr val="bg1"/>
                </a:solidFill>
                <a:effectLst/>
                <a:latin typeface="Ubuntu" panose="020B0504030602030204" pitchFamily="34" charset="0"/>
              </a:rPr>
              <a:t> </a:t>
            </a:r>
            <a:r>
              <a:rPr lang="en-US" sz="1050">
                <a:solidFill>
                  <a:schemeClr val="accent2"/>
                </a:solidFill>
                <a:latin typeface="Ubuntu" panose="020B0504030602030204" pitchFamily="34" charset="0"/>
              </a:rPr>
              <a:t>www.capgemini.com</a:t>
            </a:r>
          </a:p>
        </p:txBody>
      </p:sp>
      <p:pic>
        <p:nvPicPr>
          <p:cNvPr id="24" name="Image 23" descr="Une image contenant texte&#10;&#10;Description générée automatiquement">
            <a:extLst>
              <a:ext uri="{FF2B5EF4-FFF2-40B4-BE49-F238E27FC236}">
                <a16:creationId xmlns:a16="http://schemas.microsoft.com/office/drawing/2014/main" id="{67291309-8FC0-47AE-9F48-E59E45B7FC66}"/>
              </a:ext>
            </a:extLst>
          </p:cNvPr>
          <p:cNvPicPr>
            <a:picLocks noChangeAspect="1"/>
          </p:cNvPicPr>
          <p:nvPr userDrawn="1"/>
        </p:nvPicPr>
        <p:blipFill>
          <a:blip r:embed="rId17">
            <a:extLst>
              <a:ext uri="{28A0092B-C50C-407E-A947-70E740481C1C}">
                <a14:useLocalDpi xmlns:a14="http://schemas.microsoft.com/office/drawing/2010/main" val="0"/>
              </a:ext>
            </a:extLst>
          </a:blip>
          <a:stretch>
            <a:fillRect/>
          </a:stretch>
        </p:blipFill>
        <p:spPr>
          <a:xfrm>
            <a:off x="8765367" y="5376781"/>
            <a:ext cx="3024000" cy="1226177"/>
          </a:xfrm>
          <a:prstGeom prst="rect">
            <a:avLst/>
          </a:prstGeom>
        </p:spPr>
      </p:pic>
    </p:spTree>
    <p:extLst>
      <p:ext uri="{BB962C8B-B14F-4D97-AF65-F5344CB8AC3E}">
        <p14:creationId xmlns:p14="http://schemas.microsoft.com/office/powerpoint/2010/main" val="2596335482"/>
      </p:ext>
    </p:extLst>
  </p:cSld>
  <p:clrMapOvr>
    <a:masterClrMapping/>
  </p:clrMapOvr>
</p:sldLayout>
</file>

<file path=ppt/slideLayouts/slideLayout97.xml><?xml version="1.0" encoding="utf-8"?>
<p:sldLayout xmlns:a="http://schemas.openxmlformats.org/drawingml/2006/main" xmlns:r="http://schemas.openxmlformats.org/officeDocument/2006/relationships" xmlns:p="http://schemas.openxmlformats.org/presentationml/2006/main" showMasterSp="0" preserve="1">
  <p:cSld name="1_Final Slide 1">
    <p:bg>
      <p:bgPr>
        <a:solidFill>
          <a:srgbClr val="272936"/>
        </a:solidFill>
        <a:effectLst/>
      </p:bgPr>
    </p:bg>
    <p:spTree>
      <p:nvGrpSpPr>
        <p:cNvPr id="1" name=""/>
        <p:cNvGrpSpPr/>
        <p:nvPr/>
      </p:nvGrpSpPr>
      <p:grpSpPr>
        <a:xfrm>
          <a:off x="0" y="0"/>
          <a:ext cx="0" cy="0"/>
          <a:chOff x="0" y="0"/>
          <a:chExt cx="0" cy="0"/>
        </a:xfrm>
      </p:grpSpPr>
      <p:pic>
        <p:nvPicPr>
          <p:cNvPr id="3" name="Image 2" descr="Une image contenant texte&#10;&#10;Description générée automatiquement">
            <a:extLst>
              <a:ext uri="{FF2B5EF4-FFF2-40B4-BE49-F238E27FC236}">
                <a16:creationId xmlns:a16="http://schemas.microsoft.com/office/drawing/2014/main" id="{4DF6B7E3-9385-486A-9E72-0D561900C7FA}"/>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14669" y="622130"/>
            <a:ext cx="3024000" cy="1226177"/>
          </a:xfrm>
          <a:prstGeom prst="rect">
            <a:avLst/>
          </a:prstGeom>
        </p:spPr>
      </p:pic>
    </p:spTree>
    <p:extLst>
      <p:ext uri="{BB962C8B-B14F-4D97-AF65-F5344CB8AC3E}">
        <p14:creationId xmlns:p14="http://schemas.microsoft.com/office/powerpoint/2010/main" val="4130593562"/>
      </p:ext>
    </p:extLst>
  </p:cSld>
  <p:clrMapOvr>
    <a:masterClrMapping/>
  </p:clrMapOvr>
  <p:extLst>
    <p:ext uri="{DCECCB84-F9BA-43D5-87BE-67443E8EF086}">
      <p15:sldGuideLst xmlns:p15="http://schemas.microsoft.com/office/powerpoint/2012/main"/>
    </p:ext>
  </p:extLst>
</p:sldLayout>
</file>

<file path=ppt/slideLayouts/slideLayout98.xml><?xml version="1.0" encoding="utf-8"?>
<p:sldLayout xmlns:a="http://schemas.openxmlformats.org/drawingml/2006/main" xmlns:r="http://schemas.openxmlformats.org/officeDocument/2006/relationships" xmlns:p="http://schemas.openxmlformats.org/presentationml/2006/main" userDrawn="1">
  <p:cSld name="1_Title Only">
    <p:spTree>
      <p:nvGrpSpPr>
        <p:cNvPr id="1" name=""/>
        <p:cNvGrpSpPr/>
        <p:nvPr/>
      </p:nvGrpSpPr>
      <p:grpSpPr>
        <a:xfrm>
          <a:off x="0" y="0"/>
          <a:ext cx="0" cy="0"/>
          <a:chOff x="0" y="0"/>
          <a:chExt cx="0" cy="0"/>
        </a:xfrm>
      </p:grpSpPr>
      <p:sp>
        <p:nvSpPr>
          <p:cNvPr id="4" name="bg object 16">
            <a:extLst>
              <a:ext uri="{FF2B5EF4-FFF2-40B4-BE49-F238E27FC236}">
                <a16:creationId xmlns:a16="http://schemas.microsoft.com/office/drawing/2014/main" id="{685831EF-CF35-8141-87EA-B86DF8378089}"/>
              </a:ext>
            </a:extLst>
          </p:cNvPr>
          <p:cNvSpPr/>
          <p:nvPr userDrawn="1"/>
        </p:nvSpPr>
        <p:spPr>
          <a:xfrm>
            <a:off x="11691617" y="375017"/>
            <a:ext cx="275725" cy="224493"/>
          </a:xfrm>
          <a:custGeom>
            <a:avLst/>
            <a:gdLst/>
            <a:ahLst/>
            <a:cxnLst/>
            <a:rect l="l" t="t" r="r" b="b"/>
            <a:pathLst>
              <a:path w="454659" h="370205">
                <a:moveTo>
                  <a:pt x="340911" y="0"/>
                </a:moveTo>
                <a:lnTo>
                  <a:pt x="300552" y="8264"/>
                </a:lnTo>
                <a:lnTo>
                  <a:pt x="266559" y="30776"/>
                </a:lnTo>
                <a:lnTo>
                  <a:pt x="236853" y="64113"/>
                </a:lnTo>
                <a:lnTo>
                  <a:pt x="209357" y="104854"/>
                </a:lnTo>
                <a:lnTo>
                  <a:pt x="181992" y="149577"/>
                </a:lnTo>
                <a:lnTo>
                  <a:pt x="152681" y="194859"/>
                </a:lnTo>
                <a:lnTo>
                  <a:pt x="119347" y="237280"/>
                </a:lnTo>
                <a:lnTo>
                  <a:pt x="106630" y="275396"/>
                </a:lnTo>
                <a:lnTo>
                  <a:pt x="80578" y="308252"/>
                </a:lnTo>
                <a:lnTo>
                  <a:pt x="44074" y="332681"/>
                </a:lnTo>
                <a:lnTo>
                  <a:pt x="0" y="345518"/>
                </a:lnTo>
                <a:lnTo>
                  <a:pt x="14821" y="356123"/>
                </a:lnTo>
                <a:lnTo>
                  <a:pt x="35525" y="363846"/>
                </a:lnTo>
                <a:lnTo>
                  <a:pt x="60983" y="368566"/>
                </a:lnTo>
                <a:lnTo>
                  <a:pt x="90070" y="370166"/>
                </a:lnTo>
                <a:lnTo>
                  <a:pt x="136139" y="367464"/>
                </a:lnTo>
                <a:lnTo>
                  <a:pt x="183165" y="359303"/>
                </a:lnTo>
                <a:lnTo>
                  <a:pt x="228328" y="345597"/>
                </a:lnTo>
                <a:lnTo>
                  <a:pt x="268811" y="326263"/>
                </a:lnTo>
                <a:lnTo>
                  <a:pt x="301791" y="301215"/>
                </a:lnTo>
                <a:lnTo>
                  <a:pt x="259023" y="294491"/>
                </a:lnTo>
                <a:lnTo>
                  <a:pt x="225991" y="274706"/>
                </a:lnTo>
                <a:lnTo>
                  <a:pt x="204015" y="244260"/>
                </a:lnTo>
                <a:lnTo>
                  <a:pt x="194412" y="205553"/>
                </a:lnTo>
                <a:lnTo>
                  <a:pt x="218219" y="229316"/>
                </a:lnTo>
                <a:lnTo>
                  <a:pt x="243698" y="245332"/>
                </a:lnTo>
                <a:lnTo>
                  <a:pt x="271035" y="254375"/>
                </a:lnTo>
                <a:lnTo>
                  <a:pt x="300420" y="257217"/>
                </a:lnTo>
                <a:lnTo>
                  <a:pt x="349423" y="249243"/>
                </a:lnTo>
                <a:lnTo>
                  <a:pt x="391507" y="227154"/>
                </a:lnTo>
                <a:lnTo>
                  <a:pt x="424455" y="193697"/>
                </a:lnTo>
                <a:lnTo>
                  <a:pt x="446048" y="151617"/>
                </a:lnTo>
                <a:lnTo>
                  <a:pt x="454069" y="103661"/>
                </a:lnTo>
                <a:lnTo>
                  <a:pt x="447136" y="72118"/>
                </a:lnTo>
                <a:lnTo>
                  <a:pt x="430650" y="38189"/>
                </a:lnTo>
                <a:lnTo>
                  <a:pt x="397584" y="11081"/>
                </a:lnTo>
                <a:lnTo>
                  <a:pt x="340911" y="0"/>
                </a:lnTo>
                <a:close/>
              </a:path>
            </a:pathLst>
          </a:custGeom>
          <a:solidFill>
            <a:srgbClr val="12ABDB"/>
          </a:solidFill>
        </p:spPr>
        <p:txBody>
          <a:bodyPr wrap="square" lIns="0" tIns="0" rIns="0" bIns="0" rtlCol="0"/>
          <a:lstStyle/>
          <a:p>
            <a:endParaRPr sz="1092"/>
          </a:p>
        </p:txBody>
      </p:sp>
      <p:sp>
        <p:nvSpPr>
          <p:cNvPr id="6" name="Text Placeholder 25">
            <a:extLst>
              <a:ext uri="{FF2B5EF4-FFF2-40B4-BE49-F238E27FC236}">
                <a16:creationId xmlns:a16="http://schemas.microsoft.com/office/drawing/2014/main" id="{6204EE37-0C1C-674F-B505-88C8DA00DAD2}"/>
              </a:ext>
            </a:extLst>
          </p:cNvPr>
          <p:cNvSpPr>
            <a:spLocks noGrp="1"/>
          </p:cNvSpPr>
          <p:nvPr>
            <p:ph type="body" sz="quarter" idx="10" hasCustomPrompt="1"/>
          </p:nvPr>
        </p:nvSpPr>
        <p:spPr>
          <a:xfrm>
            <a:off x="393038" y="778052"/>
            <a:ext cx="3074987" cy="194301"/>
          </a:xfrm>
        </p:spPr>
        <p:txBody>
          <a:bodyPr>
            <a:normAutofit/>
          </a:bodyPr>
          <a:lstStyle>
            <a:lvl1pPr>
              <a:defRPr sz="1200"/>
            </a:lvl1pPr>
          </a:lstStyle>
          <a:p>
            <a:pPr lvl="0"/>
            <a:r>
              <a:rPr lang="en-GB"/>
              <a:t>CLICK TO EDIT</a:t>
            </a:r>
            <a:endParaRPr lang="en-PL"/>
          </a:p>
        </p:txBody>
      </p:sp>
      <p:sp>
        <p:nvSpPr>
          <p:cNvPr id="7" name="Text Placeholder 27">
            <a:extLst>
              <a:ext uri="{FF2B5EF4-FFF2-40B4-BE49-F238E27FC236}">
                <a16:creationId xmlns:a16="http://schemas.microsoft.com/office/drawing/2014/main" id="{62049D73-9885-4E47-8C37-598EF80DD882}"/>
              </a:ext>
            </a:extLst>
          </p:cNvPr>
          <p:cNvSpPr>
            <a:spLocks noGrp="1"/>
          </p:cNvSpPr>
          <p:nvPr>
            <p:ph type="body" sz="quarter" idx="11" hasCustomPrompt="1"/>
          </p:nvPr>
        </p:nvSpPr>
        <p:spPr>
          <a:xfrm>
            <a:off x="404813" y="1449142"/>
            <a:ext cx="4448175" cy="753146"/>
          </a:xfrm>
        </p:spPr>
        <p:txBody>
          <a:bodyPr>
            <a:normAutofit/>
          </a:bodyPr>
          <a:lstStyle>
            <a:lvl1pPr marL="0">
              <a:lnSpc>
                <a:spcPct val="80000"/>
              </a:lnSpc>
              <a:spcAft>
                <a:spcPts val="0"/>
              </a:spcAft>
              <a:defRPr sz="2400" b="0" spc="0">
                <a:latin typeface="+mj-lt"/>
              </a:defRPr>
            </a:lvl1pPr>
          </a:lstStyle>
          <a:p>
            <a:pPr lvl="0"/>
            <a:r>
              <a:rPr lang="en-GB"/>
              <a:t>CLICK TO EDIT MASTER</a:t>
            </a:r>
            <a:endParaRPr lang="en-PL"/>
          </a:p>
        </p:txBody>
      </p:sp>
    </p:spTree>
    <p:extLst>
      <p:ext uri="{BB962C8B-B14F-4D97-AF65-F5344CB8AC3E}">
        <p14:creationId xmlns:p14="http://schemas.microsoft.com/office/powerpoint/2010/main" val="1141453171"/>
      </p:ext>
    </p:extLst>
  </p:cSld>
  <p:clrMapOvr>
    <a:masterClrMapping/>
  </p:clrMapOvr>
</p:sldLayout>
</file>

<file path=ppt/slideLayouts/slideLayout99.xml><?xml version="1.0" encoding="utf-8"?>
<p:sldLayout xmlns:a="http://schemas.openxmlformats.org/drawingml/2006/main" xmlns:r="http://schemas.openxmlformats.org/officeDocument/2006/relationships" xmlns:p="http://schemas.openxmlformats.org/presentationml/2006/main" userDrawn="1">
  <p:cSld name="Title Only dark grey">
    <p:bg>
      <p:bgPr>
        <a:solidFill>
          <a:schemeClr val="accent4"/>
        </a:solidFill>
        <a:effectLst/>
      </p:bgPr>
    </p:bg>
    <p:spTree>
      <p:nvGrpSpPr>
        <p:cNvPr id="1" name=""/>
        <p:cNvGrpSpPr/>
        <p:nvPr/>
      </p:nvGrpSpPr>
      <p:grpSpPr>
        <a:xfrm>
          <a:off x="0" y="0"/>
          <a:ext cx="0" cy="0"/>
          <a:chOff x="0" y="0"/>
          <a:chExt cx="0" cy="0"/>
        </a:xfrm>
      </p:grpSpPr>
      <p:graphicFrame>
        <p:nvGraphicFramePr>
          <p:cNvPr id="5" name="Object 4" hidden="1"/>
          <p:cNvGraphicFramePr>
            <a:graphicFrameLocks noChangeAspect="1"/>
          </p:cNvGraphicFramePr>
          <p:nvPr userDrawn="1">
            <p:custDataLst>
              <p:tags r:id="rId1"/>
            </p:custDataLst>
            <p:extLst>
              <p:ext uri="{D42A27DB-BD31-4B8C-83A1-F6EECF244321}">
                <p14:modId xmlns:p14="http://schemas.microsoft.com/office/powerpoint/2010/main" val="3760532792"/>
              </p:ext>
            </p:extLst>
          </p:nvPr>
        </p:nvGraphicFramePr>
        <p:xfrm>
          <a:off x="1588" y="1589"/>
          <a:ext cx="1587" cy="1587"/>
        </p:xfrm>
        <a:graphic>
          <a:graphicData uri="http://schemas.openxmlformats.org/presentationml/2006/ole">
            <mc:AlternateContent xmlns:mc="http://schemas.openxmlformats.org/markup-compatibility/2006">
              <mc:Choice xmlns:v="urn:schemas-microsoft-com:vml" Requires="v">
                <p:oleObj name="think-cell Slide" r:id="rId3" imgW="270" imgH="270" progId="TCLayout.ActiveDocument.1">
                  <p:embed/>
                </p:oleObj>
              </mc:Choice>
              <mc:Fallback>
                <p:oleObj name="think-cell Slide" r:id="rId3" imgW="270" imgH="270" progId="TCLayout.ActiveDocument.1">
                  <p:embed/>
                  <p:pic>
                    <p:nvPicPr>
                      <p:cNvPr id="5" name="Object 4" hidden="1"/>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588" y="1589"/>
                        <a:ext cx="1587" cy="1587"/>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3" name="Title Placeholder">
            <a:extLst>
              <a:ext uri="{FF2B5EF4-FFF2-40B4-BE49-F238E27FC236}">
                <a16:creationId xmlns:a16="http://schemas.microsoft.com/office/drawing/2014/main" id="{57F0C9DF-D1FA-45A1-91F6-147FDC3E7341}"/>
              </a:ext>
            </a:extLst>
          </p:cNvPr>
          <p:cNvSpPr>
            <a:spLocks noGrp="1"/>
          </p:cNvSpPr>
          <p:nvPr>
            <p:ph type="title" hasCustomPrompt="1"/>
          </p:nvPr>
        </p:nvSpPr>
        <p:spPr>
          <a:xfrm>
            <a:off x="406401" y="388189"/>
            <a:ext cx="10944597" cy="716711"/>
          </a:xfrm>
          <a:prstGeom prst="rect">
            <a:avLst/>
          </a:prstGeom>
        </p:spPr>
        <p:txBody>
          <a:bodyPr/>
          <a:lstStyle>
            <a:lvl1pPr>
              <a:defRPr>
                <a:solidFill>
                  <a:schemeClr val="bg1"/>
                </a:solidFill>
              </a:defRPr>
            </a:lvl1pPr>
          </a:lstStyle>
          <a:p>
            <a:r>
              <a:rPr lang="fr-FR"/>
              <a:t>CLICK TO INSERT TITLE</a:t>
            </a:r>
            <a:endParaRPr lang="de-DE"/>
          </a:p>
        </p:txBody>
      </p:sp>
      <p:cxnSp>
        <p:nvCxnSpPr>
          <p:cNvPr id="4" name="Straight Connector 3">
            <a:extLst>
              <a:ext uri="{FF2B5EF4-FFF2-40B4-BE49-F238E27FC236}">
                <a16:creationId xmlns:a16="http://schemas.microsoft.com/office/drawing/2014/main" id="{CD4B18C9-5CD1-F70E-36DC-A259BED93A0B}"/>
              </a:ext>
            </a:extLst>
          </p:cNvPr>
          <p:cNvCxnSpPr/>
          <p:nvPr userDrawn="1"/>
        </p:nvCxnSpPr>
        <p:spPr>
          <a:xfrm>
            <a:off x="11478827" y="213555"/>
            <a:ext cx="0" cy="399003"/>
          </a:xfrm>
          <a:prstGeom prst="line">
            <a:avLst/>
          </a:prstGeom>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632689379"/>
      </p:ext>
    </p:extLst>
  </p:cSld>
  <p:clrMapOvr>
    <a:masterClrMapping/>
  </p:clrMapOvr>
</p:sldLayout>
</file>

<file path=ppt/slideLayouts/slideLayout100.xml><?xml version="1.0" encoding="utf-8"?>
<p:sldLayout xmlns:a="http://schemas.openxmlformats.org/drawingml/2006/main" xmlns:r="http://schemas.openxmlformats.org/officeDocument/2006/relationships" xmlns:p="http://schemas.openxmlformats.org/presentationml/2006/main" userDrawn="1">
  <p:cSld name="1_Agenda 1">
    <p:bg>
      <p:bgPr>
        <a:solidFill>
          <a:schemeClr val="accent4"/>
        </a:solidFill>
        <a:effectLst/>
      </p:bgPr>
    </p:bg>
    <p:spTree>
      <p:nvGrpSpPr>
        <p:cNvPr id="1" name=""/>
        <p:cNvGrpSpPr/>
        <p:nvPr/>
      </p:nvGrpSpPr>
      <p:grpSpPr>
        <a:xfrm>
          <a:off x="0" y="0"/>
          <a:ext cx="0" cy="0"/>
          <a:chOff x="0" y="0"/>
          <a:chExt cx="0" cy="0"/>
        </a:xfrm>
      </p:grpSpPr>
      <p:pic>
        <p:nvPicPr>
          <p:cNvPr id="17" name="Picture 16">
            <a:extLst>
              <a:ext uri="{FF2B5EF4-FFF2-40B4-BE49-F238E27FC236}">
                <a16:creationId xmlns:a16="http://schemas.microsoft.com/office/drawing/2014/main" id="{AF3A4204-FACC-415A-8808-A4E8975C3F24}"/>
              </a:ext>
            </a:extLst>
          </p:cNvPr>
          <p:cNvPicPr>
            <a:picLocks noChangeAspect="1"/>
          </p:cNvPicPr>
          <p:nvPr userDrawn="1"/>
        </p:nvPicPr>
        <p:blipFill rotWithShape="1">
          <a:blip r:embed="rId2" cstate="screen">
            <a:extLst>
              <a:ext uri="{28A0092B-C50C-407E-A947-70E740481C1C}">
                <a14:useLocalDpi xmlns:a14="http://schemas.microsoft.com/office/drawing/2010/main"/>
              </a:ext>
            </a:extLst>
          </a:blip>
          <a:srcRect l="32055" t="2073" r="28991" b="-2073"/>
          <a:stretch/>
        </p:blipFill>
        <p:spPr bwMode="ltGray">
          <a:xfrm flipH="1">
            <a:off x="-1" y="0"/>
            <a:ext cx="4749298" cy="7000144"/>
          </a:xfrm>
          <a:prstGeom prst="rect">
            <a:avLst/>
          </a:prstGeom>
        </p:spPr>
      </p:pic>
      <p:sp>
        <p:nvSpPr>
          <p:cNvPr id="16" name="Rectangle 15">
            <a:extLst>
              <a:ext uri="{FF2B5EF4-FFF2-40B4-BE49-F238E27FC236}">
                <a16:creationId xmlns:a16="http://schemas.microsoft.com/office/drawing/2014/main" id="{72EBDB0D-AC97-40F0-9DD9-F997B00816C8}"/>
              </a:ext>
              <a:ext uri="{C183D7F6-B498-43B3-948B-1728B52AA6E4}">
                <adec:decorative xmlns:adec="http://schemas.microsoft.com/office/drawing/2017/decorative" val="1"/>
              </a:ext>
            </a:extLst>
          </p:cNvPr>
          <p:cNvSpPr/>
          <p:nvPr userDrawn="1"/>
        </p:nvSpPr>
        <p:spPr>
          <a:xfrm>
            <a:off x="-1" y="1013447"/>
            <a:ext cx="4749299" cy="1110918"/>
          </a:xfrm>
          <a:prstGeom prst="rect">
            <a:avLst/>
          </a:prstGeom>
          <a:solidFill>
            <a:srgbClr val="272936">
              <a:alpha val="8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err="1"/>
          </a:p>
        </p:txBody>
      </p:sp>
      <p:sp>
        <p:nvSpPr>
          <p:cNvPr id="2" name="Title 1">
            <a:extLst>
              <a:ext uri="{FF2B5EF4-FFF2-40B4-BE49-F238E27FC236}">
                <a16:creationId xmlns:a16="http://schemas.microsoft.com/office/drawing/2014/main" id="{4774F36F-3194-40C1-BFCB-D2FC8CB290B2}"/>
              </a:ext>
            </a:extLst>
          </p:cNvPr>
          <p:cNvSpPr>
            <a:spLocks noGrp="1"/>
          </p:cNvSpPr>
          <p:nvPr>
            <p:ph type="title" hasCustomPrompt="1"/>
          </p:nvPr>
        </p:nvSpPr>
        <p:spPr>
          <a:xfrm>
            <a:off x="404813" y="1013447"/>
            <a:ext cx="4323035" cy="1110918"/>
          </a:xfrm>
        </p:spPr>
        <p:txBody>
          <a:bodyPr anchor="ctr"/>
          <a:lstStyle>
            <a:lvl1pPr>
              <a:defRPr sz="4000">
                <a:solidFill>
                  <a:schemeClr val="bg1"/>
                </a:solidFill>
              </a:defRPr>
            </a:lvl1pPr>
          </a:lstStyle>
          <a:p>
            <a:r>
              <a:rPr lang="en-US"/>
              <a:t>Agenda</a:t>
            </a:r>
          </a:p>
        </p:txBody>
      </p:sp>
      <p:pic>
        <p:nvPicPr>
          <p:cNvPr id="3" name="Picture 2">
            <a:extLst>
              <a:ext uri="{FF2B5EF4-FFF2-40B4-BE49-F238E27FC236}">
                <a16:creationId xmlns:a16="http://schemas.microsoft.com/office/drawing/2014/main" id="{4DB4CEDD-A55D-098F-F2F6-C7ADA25FC92B}"/>
              </a:ext>
            </a:extLst>
          </p:cNvPr>
          <p:cNvPicPr>
            <a:picLocks noChangeAspect="1"/>
          </p:cNvPicPr>
          <p:nvPr userDrawn="1"/>
        </p:nvPicPr>
        <p:blipFill>
          <a:blip r:embed="rId3" cstate="print">
            <a:extLst>
              <a:ext uri="{28A0092B-C50C-407E-A947-70E740481C1C}">
                <a14:useLocalDpi xmlns:a14="http://schemas.microsoft.com/office/drawing/2010/main"/>
              </a:ext>
            </a:extLst>
          </a:blip>
          <a:stretch>
            <a:fillRect/>
          </a:stretch>
        </p:blipFill>
        <p:spPr>
          <a:xfrm>
            <a:off x="10777383" y="257945"/>
            <a:ext cx="563475" cy="313753"/>
          </a:xfrm>
          <a:prstGeom prst="rect">
            <a:avLst/>
          </a:prstGeom>
        </p:spPr>
      </p:pic>
      <p:cxnSp>
        <p:nvCxnSpPr>
          <p:cNvPr id="4" name="Straight Connector 3">
            <a:extLst>
              <a:ext uri="{FF2B5EF4-FFF2-40B4-BE49-F238E27FC236}">
                <a16:creationId xmlns:a16="http://schemas.microsoft.com/office/drawing/2014/main" id="{FE1C2CD3-4BCA-8D26-A629-CD7C37D3D57E}"/>
              </a:ext>
            </a:extLst>
          </p:cNvPr>
          <p:cNvCxnSpPr/>
          <p:nvPr userDrawn="1"/>
        </p:nvCxnSpPr>
        <p:spPr>
          <a:xfrm>
            <a:off x="11478827" y="213555"/>
            <a:ext cx="0" cy="399003"/>
          </a:xfrm>
          <a:prstGeom prst="line">
            <a:avLst/>
          </a:prstGeom>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80455300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200"/>
                                  </p:stCondLst>
                                  <p:childTnLst>
                                    <p:set>
                                      <p:cBhvr>
                                        <p:cTn id="6" dur="1" fill="hold">
                                          <p:stCondLst>
                                            <p:cond delay="0"/>
                                          </p:stCondLst>
                                        </p:cTn>
                                        <p:tgtEl>
                                          <p:spTgt spid="17"/>
                                        </p:tgtEl>
                                        <p:attrNameLst>
                                          <p:attrName>style.visibility</p:attrName>
                                        </p:attrNameLst>
                                      </p:cBhvr>
                                      <p:to>
                                        <p:strVal val="visible"/>
                                      </p:to>
                                    </p:set>
                                    <p:animEffect transition="in" filter="fade">
                                      <p:cBhvr>
                                        <p:cTn id="7" dur="1150"/>
                                        <p:tgtEl>
                                          <p:spTgt spid="17"/>
                                        </p:tgtEl>
                                      </p:cBhvr>
                                    </p:animEffect>
                                  </p:childTnLst>
                                </p:cTn>
                              </p:par>
                              <p:par>
                                <p:cTn id="8" presetID="6" presetClass="emph" presetSubtype="0" fill="hold" nodeType="withEffect">
                                  <p:stCondLst>
                                    <p:cond delay="0"/>
                                  </p:stCondLst>
                                  <p:childTnLst>
                                    <p:animScale>
                                      <p:cBhvr>
                                        <p:cTn id="9" dur="150" fill="hold"/>
                                        <p:tgtEl>
                                          <p:spTgt spid="17"/>
                                        </p:tgtEl>
                                      </p:cBhvr>
                                      <p:by x="110000" y="110000"/>
                                    </p:animScale>
                                  </p:childTnLst>
                                </p:cTn>
                              </p:par>
                              <p:par>
                                <p:cTn id="10" presetID="6" presetClass="emph" presetSubtype="0" decel="100000" fill="hold" nodeType="withEffect">
                                  <p:stCondLst>
                                    <p:cond delay="200"/>
                                  </p:stCondLst>
                                  <p:childTnLst>
                                    <p:animScale>
                                      <p:cBhvr>
                                        <p:cTn id="11" dur="3450" fill="hold"/>
                                        <p:tgtEl>
                                          <p:spTgt spid="17"/>
                                        </p:tgtEl>
                                      </p:cBhvr>
                                      <p:by x="90990" y="9099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Layout>
</file>

<file path=ppt/slideLayouts/slideLayout101.xml><?xml version="1.0" encoding="utf-8"?>
<p:sldLayout xmlns:a="http://schemas.openxmlformats.org/drawingml/2006/main" xmlns:r="http://schemas.openxmlformats.org/officeDocument/2006/relationships" xmlns:p="http://schemas.openxmlformats.org/presentationml/2006/main" userDrawn="1">
  <p:cSld name="2_Titre seul">
    <p:bg>
      <p:bgPr>
        <a:solidFill>
          <a:schemeClr val="accent4"/>
        </a:solidFill>
        <a:effectLst/>
      </p:bgPr>
    </p:bg>
    <p:spTree>
      <p:nvGrpSpPr>
        <p:cNvPr id="1" name=""/>
        <p:cNvGrpSpPr/>
        <p:nvPr/>
      </p:nvGrpSpPr>
      <p:grpSpPr>
        <a:xfrm>
          <a:off x="0" y="0"/>
          <a:ext cx="0" cy="0"/>
          <a:chOff x="0" y="0"/>
          <a:chExt cx="0" cy="0"/>
        </a:xfrm>
      </p:grpSpPr>
      <p:graphicFrame>
        <p:nvGraphicFramePr>
          <p:cNvPr id="5" name="Object 4" hidden="1"/>
          <p:cNvGraphicFramePr>
            <a:graphicFrameLocks noChangeAspect="1"/>
          </p:cNvGraphicFramePr>
          <p:nvPr>
            <p:custDataLst>
              <p:tags r:id="rId1"/>
            </p:custDataLst>
          </p:nvPr>
        </p:nvGraphicFramePr>
        <p:xfrm>
          <a:off x="1587" y="1588"/>
          <a:ext cx="1587" cy="1587"/>
        </p:xfrm>
        <a:graphic>
          <a:graphicData uri="http://schemas.openxmlformats.org/presentationml/2006/ole">
            <mc:AlternateContent xmlns:mc="http://schemas.openxmlformats.org/markup-compatibility/2006">
              <mc:Choice xmlns:v="urn:schemas-microsoft-com:vml" Requires="v">
                <p:oleObj name="think-cell Slide" r:id="rId3" imgW="270" imgH="270" progId="TCLayout.ActiveDocument.1">
                  <p:embed/>
                </p:oleObj>
              </mc:Choice>
              <mc:Fallback>
                <p:oleObj name="think-cell Slide" r:id="rId3" imgW="270" imgH="270" progId="TCLayout.ActiveDocument.1">
                  <p:embed/>
                  <p:pic>
                    <p:nvPicPr>
                      <p:cNvPr id="5" name="Object 4" hidden="1"/>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587" y="1588"/>
                        <a:ext cx="1587" cy="1587"/>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3" name="Title 2">
            <a:extLst>
              <a:ext uri="{FF2B5EF4-FFF2-40B4-BE49-F238E27FC236}">
                <a16:creationId xmlns:a16="http://schemas.microsoft.com/office/drawing/2014/main" id="{5E6BB52B-0C5D-4023-89D5-282E9A520223}"/>
              </a:ext>
            </a:extLst>
          </p:cNvPr>
          <p:cNvSpPr>
            <a:spLocks noGrp="1"/>
          </p:cNvSpPr>
          <p:nvPr>
            <p:ph type="title"/>
          </p:nvPr>
        </p:nvSpPr>
        <p:spPr>
          <a:xfrm>
            <a:off x="404813" y="388188"/>
            <a:ext cx="7904686" cy="716711"/>
          </a:xfrm>
        </p:spPr>
        <p:txBody>
          <a:bodyPr anchor="ctr"/>
          <a:lstStyle>
            <a:lvl1pPr>
              <a:defRPr>
                <a:solidFill>
                  <a:schemeClr val="bg1"/>
                </a:solidFill>
              </a:defRPr>
            </a:lvl1pPr>
          </a:lstStyle>
          <a:p>
            <a:r>
              <a:rPr lang="en-US"/>
              <a:t>Click to edit Master title style</a:t>
            </a:r>
            <a:endParaRPr lang="de-DE"/>
          </a:p>
        </p:txBody>
      </p:sp>
      <p:cxnSp>
        <p:nvCxnSpPr>
          <p:cNvPr id="6" name="Straight Connector 5">
            <a:extLst>
              <a:ext uri="{FF2B5EF4-FFF2-40B4-BE49-F238E27FC236}">
                <a16:creationId xmlns:a16="http://schemas.microsoft.com/office/drawing/2014/main" id="{3C3BBC5B-D381-0465-D4AF-5D3CA841C725}"/>
              </a:ext>
            </a:extLst>
          </p:cNvPr>
          <p:cNvCxnSpPr/>
          <p:nvPr userDrawn="1"/>
        </p:nvCxnSpPr>
        <p:spPr>
          <a:xfrm>
            <a:off x="11478827" y="213555"/>
            <a:ext cx="0" cy="399003"/>
          </a:xfrm>
          <a:prstGeom prst="line">
            <a:avLst/>
          </a:prstGeom>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159491234"/>
      </p:ext>
    </p:extLst>
  </p:cSld>
  <p:clrMapOvr>
    <a:masterClrMapping/>
  </p:clrMapOvr>
</p:sldLayout>
</file>

<file path=ppt/slideLayouts/slideLayout102.xml><?xml version="1.0" encoding="utf-8"?>
<p:sldLayout xmlns:a="http://schemas.openxmlformats.org/drawingml/2006/main" xmlns:r="http://schemas.openxmlformats.org/officeDocument/2006/relationships" xmlns:p="http://schemas.openxmlformats.org/presentationml/2006/main" userDrawn="1">
  <p:cSld name="Title only">
    <p:spTree>
      <p:nvGrpSpPr>
        <p:cNvPr id="1" name=""/>
        <p:cNvGrpSpPr/>
        <p:nvPr/>
      </p:nvGrpSpPr>
      <p:grpSpPr>
        <a:xfrm>
          <a:off x="0" y="0"/>
          <a:ext cx="0" cy="0"/>
          <a:chOff x="0" y="0"/>
          <a:chExt cx="0" cy="0"/>
        </a:xfrm>
      </p:grpSpPr>
      <p:graphicFrame>
        <p:nvGraphicFramePr>
          <p:cNvPr id="5" name="Object 4" hidden="1"/>
          <p:cNvGraphicFramePr>
            <a:graphicFrameLocks noChangeAspect="1"/>
          </p:cNvGraphicFramePr>
          <p:nvPr>
            <p:custDataLst>
              <p:tags r:id="rId1"/>
            </p:custDataLst>
          </p:nvPr>
        </p:nvGraphicFramePr>
        <p:xfrm>
          <a:off x="1587" y="1588"/>
          <a:ext cx="1587" cy="1587"/>
        </p:xfrm>
        <a:graphic>
          <a:graphicData uri="http://schemas.openxmlformats.org/presentationml/2006/ole">
            <mc:AlternateContent xmlns:mc="http://schemas.openxmlformats.org/markup-compatibility/2006">
              <mc:Choice xmlns:v="urn:schemas-microsoft-com:vml" Requires="v">
                <p:oleObj name="think-cell Slide" r:id="rId3" imgW="360" imgH="360" progId="">
                  <p:embed/>
                </p:oleObj>
              </mc:Choice>
              <mc:Fallback>
                <p:oleObj name="think-cell Slide" r:id="rId3" imgW="360" imgH="360" progId="">
                  <p:embed/>
                  <p:pic>
                    <p:nvPicPr>
                      <p:cNvPr id="5" name="Object 4" hidden="1"/>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587" y="1588"/>
                        <a:ext cx="1587" cy="1587"/>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2" name="Title 1"/>
          <p:cNvSpPr>
            <a:spLocks noGrp="1"/>
          </p:cNvSpPr>
          <p:nvPr>
            <p:ph type="title"/>
          </p:nvPr>
        </p:nvSpPr>
        <p:spPr/>
        <p:txBody>
          <a:bodyPr/>
          <a:lstStyle/>
          <a:p>
            <a:r>
              <a:rPr lang="fr-FR"/>
              <a:t>Modifiez le style du titre</a:t>
            </a:r>
            <a:endParaRPr lang="en-GB"/>
          </a:p>
        </p:txBody>
      </p:sp>
      <p:pic>
        <p:nvPicPr>
          <p:cNvPr id="3" name="Picture 2">
            <a:extLst>
              <a:ext uri="{FF2B5EF4-FFF2-40B4-BE49-F238E27FC236}">
                <a16:creationId xmlns:a16="http://schemas.microsoft.com/office/drawing/2014/main" id="{203BEAB5-D383-33B3-BCF6-A3C977C51710}"/>
              </a:ext>
            </a:extLst>
          </p:cNvPr>
          <p:cNvPicPr>
            <a:picLocks noChangeAspect="1"/>
          </p:cNvPicPr>
          <p:nvPr userDrawn="1"/>
        </p:nvPicPr>
        <p:blipFill>
          <a:blip r:embed="rId5" cstate="print">
            <a:extLst>
              <a:ext uri="{28A0092B-C50C-407E-A947-70E740481C1C}">
                <a14:useLocalDpi xmlns:a14="http://schemas.microsoft.com/office/drawing/2010/main"/>
              </a:ext>
            </a:extLst>
          </a:blip>
          <a:stretch>
            <a:fillRect/>
          </a:stretch>
        </p:blipFill>
        <p:spPr>
          <a:xfrm>
            <a:off x="10777383" y="257945"/>
            <a:ext cx="563475" cy="313753"/>
          </a:xfrm>
          <a:prstGeom prst="rect">
            <a:avLst/>
          </a:prstGeom>
        </p:spPr>
      </p:pic>
      <p:cxnSp>
        <p:nvCxnSpPr>
          <p:cNvPr id="4" name="Straight Connector 3">
            <a:extLst>
              <a:ext uri="{FF2B5EF4-FFF2-40B4-BE49-F238E27FC236}">
                <a16:creationId xmlns:a16="http://schemas.microsoft.com/office/drawing/2014/main" id="{BDCCD067-916D-B3EB-90A0-D811808B81F8}"/>
              </a:ext>
            </a:extLst>
          </p:cNvPr>
          <p:cNvCxnSpPr/>
          <p:nvPr userDrawn="1"/>
        </p:nvCxnSpPr>
        <p:spPr>
          <a:xfrm>
            <a:off x="11478827" y="213555"/>
            <a:ext cx="0" cy="399003"/>
          </a:xfrm>
          <a:prstGeom prst="line">
            <a:avLst/>
          </a:prstGeom>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557282312"/>
      </p:ext>
    </p:extLst>
  </p:cSld>
  <p:clrMapOvr>
    <a:masterClrMapping/>
  </p:clrMapOvr>
</p:sldLayout>
</file>

<file path=ppt/slideLayouts/slideLayout103.xml><?xml version="1.0" encoding="utf-8"?>
<p:sldLayout xmlns:a="http://schemas.openxmlformats.org/drawingml/2006/main" xmlns:r="http://schemas.openxmlformats.org/officeDocument/2006/relationships" xmlns:p="http://schemas.openxmlformats.org/presentationml/2006/main" preserve="1" userDrawn="1">
  <p:cSld name="One content">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3B351FED-C2FB-40B3-9812-6EDF2B43DC9A}"/>
              </a:ext>
            </a:extLst>
          </p:cNvPr>
          <p:cNvSpPr>
            <a:spLocks noGrp="1"/>
          </p:cNvSpPr>
          <p:nvPr>
            <p:ph type="title" hasCustomPrompt="1"/>
          </p:nvPr>
        </p:nvSpPr>
        <p:spPr/>
        <p:txBody>
          <a:bodyPr/>
          <a:lstStyle/>
          <a:p>
            <a:r>
              <a:rPr lang="en-US"/>
              <a:t>Headline short </a:t>
            </a:r>
            <a:r>
              <a:rPr lang="en-US" err="1"/>
              <a:t>40pt</a:t>
            </a:r>
            <a:r>
              <a:rPr lang="en-US"/>
              <a:t> (double-spaced headline </a:t>
            </a:r>
            <a:r>
              <a:rPr lang="en-US" err="1"/>
              <a:t>24pt</a:t>
            </a:r>
            <a:r>
              <a:rPr lang="en-US"/>
              <a:t>)</a:t>
            </a:r>
          </a:p>
        </p:txBody>
      </p:sp>
      <p:sp>
        <p:nvSpPr>
          <p:cNvPr id="4" name="Fußzeilenplatzhalter 3">
            <a:extLst>
              <a:ext uri="{FF2B5EF4-FFF2-40B4-BE49-F238E27FC236}">
                <a16:creationId xmlns:a16="http://schemas.microsoft.com/office/drawing/2014/main" id="{B1169C98-9B16-4EF5-8A15-DF119AD97000}"/>
              </a:ext>
            </a:extLst>
          </p:cNvPr>
          <p:cNvSpPr>
            <a:spLocks noGrp="1"/>
          </p:cNvSpPr>
          <p:nvPr>
            <p:ph type="ftr" sz="quarter" idx="10"/>
          </p:nvPr>
        </p:nvSpPr>
        <p:spPr/>
        <p:txBody>
          <a:bodyPr/>
          <a:lstStyle/>
          <a:p>
            <a:r>
              <a:rPr lang="en-US"/>
              <a:t>Confidential | Capgemini | Project Pluto - Extension Proposal</a:t>
            </a:r>
          </a:p>
        </p:txBody>
      </p:sp>
      <p:sp>
        <p:nvSpPr>
          <p:cNvPr id="5" name="Foliennummernplatzhalter 4">
            <a:extLst>
              <a:ext uri="{FF2B5EF4-FFF2-40B4-BE49-F238E27FC236}">
                <a16:creationId xmlns:a16="http://schemas.microsoft.com/office/drawing/2014/main" id="{472C464D-9076-4D64-A912-896AEDF0E5BE}"/>
              </a:ext>
            </a:extLst>
          </p:cNvPr>
          <p:cNvSpPr>
            <a:spLocks noGrp="1"/>
          </p:cNvSpPr>
          <p:nvPr>
            <p:ph type="sldNum" sz="quarter" idx="11"/>
          </p:nvPr>
        </p:nvSpPr>
        <p:spPr/>
        <p:txBody>
          <a:bodyPr/>
          <a:lstStyle/>
          <a:p>
            <a:fld id="{A1A5E10D-79A5-49BA-9648-53481340C65F}" type="slidenum">
              <a:rPr lang="en-US" smtClean="0"/>
              <a:pPr/>
              <a:t>‹#›</a:t>
            </a:fld>
            <a:endParaRPr lang="en-US"/>
          </a:p>
        </p:txBody>
      </p:sp>
      <p:sp>
        <p:nvSpPr>
          <p:cNvPr id="7" name="Inhaltsplatzhalter 6">
            <a:extLst>
              <a:ext uri="{FF2B5EF4-FFF2-40B4-BE49-F238E27FC236}">
                <a16:creationId xmlns:a16="http://schemas.microsoft.com/office/drawing/2014/main" id="{C186323F-21B0-414B-B738-0CBC5536F22B}"/>
              </a:ext>
            </a:extLst>
          </p:cNvPr>
          <p:cNvSpPr>
            <a:spLocks noGrp="1"/>
          </p:cNvSpPr>
          <p:nvPr>
            <p:ph sz="quarter" idx="12" hasCustomPrompt="1"/>
          </p:nvPr>
        </p:nvSpPr>
        <p:spPr>
          <a:xfrm>
            <a:off x="624608" y="1485024"/>
            <a:ext cx="10944000" cy="4752288"/>
          </a:xfrm>
        </p:spPr>
        <p:txBody>
          <a:bodyPr/>
          <a:lstStyle/>
          <a:p>
            <a:pPr lvl="0"/>
            <a:r>
              <a:rPr lang="en-US"/>
              <a:t>Click to edit text</a:t>
            </a:r>
          </a:p>
          <a:p>
            <a:pPr lvl="1"/>
            <a:r>
              <a:rPr lang="en-US"/>
              <a:t>Second level</a:t>
            </a:r>
          </a:p>
          <a:p>
            <a:pPr lvl="2"/>
            <a:r>
              <a:rPr lang="en-US"/>
              <a:t>Third level</a:t>
            </a:r>
          </a:p>
          <a:p>
            <a:pPr lvl="3"/>
            <a:r>
              <a:rPr lang="en-US"/>
              <a:t>Fourth level</a:t>
            </a:r>
          </a:p>
          <a:p>
            <a:pPr lvl="4"/>
            <a:r>
              <a:rPr lang="en-US"/>
              <a:t>Fifth level</a:t>
            </a:r>
          </a:p>
        </p:txBody>
      </p:sp>
      <p:pic>
        <p:nvPicPr>
          <p:cNvPr id="3" name="Picture 2">
            <a:extLst>
              <a:ext uri="{FF2B5EF4-FFF2-40B4-BE49-F238E27FC236}">
                <a16:creationId xmlns:a16="http://schemas.microsoft.com/office/drawing/2014/main" id="{D68EA6E6-4D50-CB8D-1E76-A3B51D4D1144}"/>
              </a:ext>
            </a:extLst>
          </p:cNvPr>
          <p:cNvPicPr>
            <a:picLocks noChangeAspect="1"/>
          </p:cNvPicPr>
          <p:nvPr userDrawn="1"/>
        </p:nvPicPr>
        <p:blipFill>
          <a:blip r:embed="rId2" cstate="print">
            <a:extLst>
              <a:ext uri="{28A0092B-C50C-407E-A947-70E740481C1C}">
                <a14:useLocalDpi xmlns:a14="http://schemas.microsoft.com/office/drawing/2010/main"/>
              </a:ext>
            </a:extLst>
          </a:blip>
          <a:stretch>
            <a:fillRect/>
          </a:stretch>
        </p:blipFill>
        <p:spPr>
          <a:xfrm>
            <a:off x="10777383" y="257945"/>
            <a:ext cx="563475" cy="313753"/>
          </a:xfrm>
          <a:prstGeom prst="rect">
            <a:avLst/>
          </a:prstGeom>
        </p:spPr>
      </p:pic>
      <p:cxnSp>
        <p:nvCxnSpPr>
          <p:cNvPr id="6" name="Straight Connector 5">
            <a:extLst>
              <a:ext uri="{FF2B5EF4-FFF2-40B4-BE49-F238E27FC236}">
                <a16:creationId xmlns:a16="http://schemas.microsoft.com/office/drawing/2014/main" id="{45F38B28-A107-68BD-ACBA-BEB527A5DFC7}"/>
              </a:ext>
            </a:extLst>
          </p:cNvPr>
          <p:cNvCxnSpPr/>
          <p:nvPr userDrawn="1"/>
        </p:nvCxnSpPr>
        <p:spPr>
          <a:xfrm>
            <a:off x="11478827" y="213555"/>
            <a:ext cx="0" cy="399003"/>
          </a:xfrm>
          <a:prstGeom prst="line">
            <a:avLst/>
          </a:prstGeom>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331987694"/>
      </p:ext>
    </p:extLst>
  </p:cSld>
  <p:clrMapOvr>
    <a:masterClrMapping/>
  </p:clrMapOvr>
</p:sldLayout>
</file>

<file path=ppt/slideLayouts/slideLayout104.xml><?xml version="1.0" encoding="utf-8"?>
<p:sldLayout xmlns:a="http://schemas.openxmlformats.org/drawingml/2006/main" xmlns:r="http://schemas.openxmlformats.org/officeDocument/2006/relationships" xmlns:p="http://schemas.openxmlformats.org/presentationml/2006/main" userDrawn="1">
  <p:cSld name="2_Blank-White">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5C652ADD-C35C-4E3D-8F9F-F29A26A80977}"/>
              </a:ext>
            </a:extLst>
          </p:cNvPr>
          <p:cNvPicPr>
            <a:picLocks noChangeAspect="1"/>
          </p:cNvPicPr>
          <p:nvPr userDrawn="1"/>
        </p:nvPicPr>
        <p:blipFill rotWithShape="1">
          <a:blip r:embed="rId2" cstate="screen">
            <a:extLst>
              <a:ext uri="{28A0092B-C50C-407E-A947-70E740481C1C}">
                <a14:useLocalDpi xmlns:a14="http://schemas.microsoft.com/office/drawing/2010/main"/>
              </a:ext>
            </a:extLst>
          </a:blip>
          <a:srcRect/>
          <a:stretch/>
        </p:blipFill>
        <p:spPr>
          <a:xfrm>
            <a:off x="0" y="0"/>
            <a:ext cx="1270177" cy="1268413"/>
          </a:xfrm>
          <a:prstGeom prst="rect">
            <a:avLst/>
          </a:prstGeom>
        </p:spPr>
      </p:pic>
      <p:sp>
        <p:nvSpPr>
          <p:cNvPr id="6" name="Title Placeholder 1">
            <a:extLst>
              <a:ext uri="{FF2B5EF4-FFF2-40B4-BE49-F238E27FC236}">
                <a16:creationId xmlns:a16="http://schemas.microsoft.com/office/drawing/2014/main" id="{552BBB0A-405D-419D-8BD5-EC8D9F84B795}"/>
              </a:ext>
            </a:extLst>
          </p:cNvPr>
          <p:cNvSpPr>
            <a:spLocks noGrp="1"/>
          </p:cNvSpPr>
          <p:nvPr>
            <p:ph type="title" hasCustomPrompt="1"/>
          </p:nvPr>
        </p:nvSpPr>
        <p:spPr>
          <a:xfrm>
            <a:off x="407988" y="404813"/>
            <a:ext cx="9864476" cy="863600"/>
          </a:xfrm>
          <a:prstGeom prst="rect">
            <a:avLst/>
          </a:prstGeom>
        </p:spPr>
        <p:txBody>
          <a:bodyPr vert="horz" lIns="0" tIns="0" rIns="0" bIns="0" rtlCol="0" anchor="t">
            <a:noAutofit/>
          </a:bodyPr>
          <a:lstStyle>
            <a:lvl1pPr>
              <a:defRPr lang="pt-PT" dirty="0"/>
            </a:lvl1pPr>
          </a:lstStyle>
          <a:p>
            <a:pPr lvl="0">
              <a:lnSpc>
                <a:spcPts val="3000"/>
              </a:lnSpc>
            </a:pPr>
            <a:r>
              <a:rPr lang="en-US"/>
              <a:t>Click to add title</a:t>
            </a:r>
            <a:endParaRPr lang="pt-PT"/>
          </a:p>
        </p:txBody>
      </p:sp>
      <p:cxnSp>
        <p:nvCxnSpPr>
          <p:cNvPr id="4" name="Conector reto 49">
            <a:extLst>
              <a:ext uri="{FF2B5EF4-FFF2-40B4-BE49-F238E27FC236}">
                <a16:creationId xmlns:a16="http://schemas.microsoft.com/office/drawing/2014/main" id="{2AA9D5FD-5BA1-4346-894B-808BD3E21E7C}"/>
              </a:ext>
            </a:extLst>
          </p:cNvPr>
          <p:cNvCxnSpPr>
            <a:cxnSpLocks/>
          </p:cNvCxnSpPr>
          <p:nvPr userDrawn="1"/>
        </p:nvCxnSpPr>
        <p:spPr>
          <a:xfrm flipV="1">
            <a:off x="1877452" y="6587911"/>
            <a:ext cx="0" cy="155576"/>
          </a:xfrm>
          <a:prstGeom prst="line">
            <a:avLst/>
          </a:prstGeom>
          <a:solidFill>
            <a:schemeClr val="tx1"/>
          </a:solidFill>
          <a:ln w="12700" cap="rnd">
            <a:solidFill>
              <a:schemeClr val="accent2"/>
            </a:solidFill>
            <a:round/>
          </a:ln>
        </p:spPr>
        <p:style>
          <a:lnRef idx="1">
            <a:schemeClr val="accent1"/>
          </a:lnRef>
          <a:fillRef idx="0">
            <a:schemeClr val="accent1"/>
          </a:fillRef>
          <a:effectRef idx="0">
            <a:schemeClr val="accent1"/>
          </a:effectRef>
          <a:fontRef idx="minor">
            <a:schemeClr val="tx1"/>
          </a:fontRef>
        </p:style>
      </p:cxnSp>
      <p:pic>
        <p:nvPicPr>
          <p:cNvPr id="2" name="Picture 1">
            <a:extLst>
              <a:ext uri="{FF2B5EF4-FFF2-40B4-BE49-F238E27FC236}">
                <a16:creationId xmlns:a16="http://schemas.microsoft.com/office/drawing/2014/main" id="{29F9033A-D91A-CFC8-E2A3-421D1A09AC93}"/>
              </a:ext>
            </a:extLst>
          </p:cNvPr>
          <p:cNvPicPr>
            <a:picLocks noChangeAspect="1"/>
          </p:cNvPicPr>
          <p:nvPr userDrawn="1"/>
        </p:nvPicPr>
        <p:blipFill>
          <a:blip r:embed="rId3" cstate="print">
            <a:extLst>
              <a:ext uri="{28A0092B-C50C-407E-A947-70E740481C1C}">
                <a14:useLocalDpi xmlns:a14="http://schemas.microsoft.com/office/drawing/2010/main"/>
              </a:ext>
            </a:extLst>
          </a:blip>
          <a:stretch>
            <a:fillRect/>
          </a:stretch>
        </p:blipFill>
        <p:spPr>
          <a:xfrm>
            <a:off x="10777383" y="257945"/>
            <a:ext cx="563475" cy="313753"/>
          </a:xfrm>
          <a:prstGeom prst="rect">
            <a:avLst/>
          </a:prstGeom>
        </p:spPr>
      </p:pic>
      <p:cxnSp>
        <p:nvCxnSpPr>
          <p:cNvPr id="3" name="Straight Connector 2">
            <a:extLst>
              <a:ext uri="{FF2B5EF4-FFF2-40B4-BE49-F238E27FC236}">
                <a16:creationId xmlns:a16="http://schemas.microsoft.com/office/drawing/2014/main" id="{612B0B70-1B16-FBDE-C7C1-3A016A42211F}"/>
              </a:ext>
            </a:extLst>
          </p:cNvPr>
          <p:cNvCxnSpPr/>
          <p:nvPr userDrawn="1"/>
        </p:nvCxnSpPr>
        <p:spPr>
          <a:xfrm>
            <a:off x="11478827" y="213555"/>
            <a:ext cx="0" cy="399003"/>
          </a:xfrm>
          <a:prstGeom prst="line">
            <a:avLst/>
          </a:prstGeom>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294535793"/>
      </p:ext>
    </p:extLst>
  </p:cSld>
  <p:clrMapOvr>
    <a:masterClrMapping/>
  </p:clrMapOvr>
</p:sldLayout>
</file>

<file path=ppt/slideLayouts/slideLayout105.xml><?xml version="1.0" encoding="utf-8"?>
<p:sldLayout xmlns:a="http://schemas.openxmlformats.org/drawingml/2006/main" xmlns:r="http://schemas.openxmlformats.org/officeDocument/2006/relationships" xmlns:p="http://schemas.openxmlformats.org/presentationml/2006/main">
  <p:cSld name="1_Title, subtitle and content ">
    <p:spTree>
      <p:nvGrpSpPr>
        <p:cNvPr id="1" name=""/>
        <p:cNvGrpSpPr/>
        <p:nvPr/>
      </p:nvGrpSpPr>
      <p:grpSpPr>
        <a:xfrm>
          <a:off x="0" y="0"/>
          <a:ext cx="0" cy="0"/>
          <a:chOff x="0" y="0"/>
          <a:chExt cx="0" cy="0"/>
        </a:xfrm>
      </p:grpSpPr>
      <p:graphicFrame>
        <p:nvGraphicFramePr>
          <p:cNvPr id="4" name="Object 3" hidden="1">
            <a:extLst>
              <a:ext uri="{FF2B5EF4-FFF2-40B4-BE49-F238E27FC236}">
                <a16:creationId xmlns:a16="http://schemas.microsoft.com/office/drawing/2014/main" id="{FEBAE00D-B623-44D7-B9F6-FBD385BD230C}"/>
              </a:ext>
            </a:extLst>
          </p:cNvPr>
          <p:cNvGraphicFramePr>
            <a:graphicFrameLocks noChangeAspect="1"/>
          </p:cNvGraphicFramePr>
          <p:nvPr userDrawn="1">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360" imgH="360" progId="TCLayout.ActiveDocument.1">
                  <p:embed/>
                </p:oleObj>
              </mc:Choice>
              <mc:Fallback>
                <p:oleObj name="think-cell Slide" r:id="rId3" imgW="360" imgH="360" progId="TCLayout.ActiveDocument.1">
                  <p:embed/>
                  <p:pic>
                    <p:nvPicPr>
                      <p:cNvPr id="4" name="Object 3" hidden="1">
                        <a:extLst>
                          <a:ext uri="{FF2B5EF4-FFF2-40B4-BE49-F238E27FC236}">
                            <a16:creationId xmlns:a16="http://schemas.microsoft.com/office/drawing/2014/main" id="{FEBAE00D-B623-44D7-B9F6-FBD385BD230C}"/>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2" name="Title 1"/>
          <p:cNvSpPr>
            <a:spLocks noGrp="1"/>
          </p:cNvSpPr>
          <p:nvPr>
            <p:ph type="title"/>
          </p:nvPr>
        </p:nvSpPr>
        <p:spPr>
          <a:xfrm>
            <a:off x="550200" y="0"/>
            <a:ext cx="11091600" cy="1104900"/>
          </a:xfrm>
        </p:spPr>
        <p:txBody>
          <a:bodyPr vert="horz" tIns="180000"/>
          <a:lstStyle>
            <a:lvl1pPr rtl="0">
              <a:spcBef>
                <a:spcPts val="0"/>
              </a:spcBef>
              <a:defRPr spc="200" baseline="0"/>
            </a:lvl1pPr>
          </a:lstStyle>
          <a:p>
            <a:r>
              <a:rPr lang="en-US"/>
              <a:t>Click to edit Master title style</a:t>
            </a:r>
          </a:p>
        </p:txBody>
      </p:sp>
      <p:sp>
        <p:nvSpPr>
          <p:cNvPr id="5" name="Espace réservé du texte 4"/>
          <p:cNvSpPr>
            <a:spLocks noGrp="1"/>
          </p:cNvSpPr>
          <p:nvPr>
            <p:ph type="body" sz="quarter" idx="11" hasCustomPrompt="1"/>
          </p:nvPr>
        </p:nvSpPr>
        <p:spPr>
          <a:xfrm>
            <a:off x="550200" y="1148607"/>
            <a:ext cx="11091600" cy="504056"/>
          </a:xfrm>
          <a:prstGeom prst="rect">
            <a:avLst/>
          </a:prstGeom>
        </p:spPr>
        <p:txBody>
          <a:bodyPr>
            <a:normAutofit/>
          </a:bodyPr>
          <a:lstStyle>
            <a:lvl1pPr rtl="0">
              <a:spcBef>
                <a:spcPts val="0"/>
              </a:spcBef>
              <a:defRPr sz="2200" spc="-110" baseline="0">
                <a:solidFill>
                  <a:schemeClr val="accent1"/>
                </a:solidFill>
              </a:defRPr>
            </a:lvl1pPr>
          </a:lstStyle>
          <a:p>
            <a:pPr lvl="0"/>
            <a:r>
              <a:rPr lang="en-US"/>
              <a:t>Click to edit Master subtitle styles</a:t>
            </a:r>
          </a:p>
        </p:txBody>
      </p:sp>
    </p:spTree>
    <p:extLst>
      <p:ext uri="{BB962C8B-B14F-4D97-AF65-F5344CB8AC3E}">
        <p14:creationId xmlns:p14="http://schemas.microsoft.com/office/powerpoint/2010/main" val="1614415276"/>
      </p:ext>
    </p:extLst>
  </p:cSld>
  <p:clrMapOvr>
    <a:masterClrMapping/>
  </p:clrMapOvr>
</p:sldLayout>
</file>

<file path=ppt/slideLayouts/slideLayout106.xml><?xml version="1.0" encoding="utf-8"?>
<p:sldLayout xmlns:a="http://schemas.openxmlformats.org/drawingml/2006/main" xmlns:r="http://schemas.openxmlformats.org/officeDocument/2006/relationships" xmlns:p="http://schemas.openxmlformats.org/presentationml/2006/main">
  <p:cSld name="1_Title Only 2023">
    <p:bg>
      <p:bgPr>
        <a:solidFill>
          <a:schemeClr val="accent4"/>
        </a:solidFill>
        <a:effectLst/>
      </p:bgPr>
    </p:bg>
    <p:spTree>
      <p:nvGrpSpPr>
        <p:cNvPr id="1" name=""/>
        <p:cNvGrpSpPr/>
        <p:nvPr/>
      </p:nvGrpSpPr>
      <p:grpSpPr>
        <a:xfrm>
          <a:off x="0" y="0"/>
          <a:ext cx="0" cy="0"/>
          <a:chOff x="0" y="0"/>
          <a:chExt cx="0" cy="0"/>
        </a:xfrm>
      </p:grpSpPr>
      <p:pic>
        <p:nvPicPr>
          <p:cNvPr id="2" name="Picture 1" descr="A picture containing person&#10;&#10;Description automatically generated">
            <a:extLst>
              <a:ext uri="{FF2B5EF4-FFF2-40B4-BE49-F238E27FC236}">
                <a16:creationId xmlns:a16="http://schemas.microsoft.com/office/drawing/2014/main" id="{70D2A13D-23B9-107A-1A41-43F1EC64AED4}"/>
              </a:ext>
            </a:extLst>
          </p:cNvPr>
          <p:cNvPicPr>
            <a:picLocks noChangeAspect="1"/>
          </p:cNvPicPr>
          <p:nvPr userDrawn="1"/>
        </p:nvPicPr>
        <p:blipFill rotWithShape="1">
          <a:blip r:embed="rId2">
            <a:extLst>
              <a:ext uri="{28A0092B-C50C-407E-A947-70E740481C1C}">
                <a14:useLocalDpi xmlns:a14="http://schemas.microsoft.com/office/drawing/2010/main" val="0"/>
              </a:ext>
            </a:extLst>
          </a:blip>
          <a:srcRect l="16918" r="35790"/>
          <a:stretch/>
        </p:blipFill>
        <p:spPr>
          <a:xfrm>
            <a:off x="6096000" y="0"/>
            <a:ext cx="6096000" cy="6858000"/>
          </a:xfrm>
          <a:prstGeom prst="rect">
            <a:avLst/>
          </a:prstGeom>
        </p:spPr>
      </p:pic>
      <p:sp>
        <p:nvSpPr>
          <p:cNvPr id="3" name="Title 2">
            <a:extLst>
              <a:ext uri="{FF2B5EF4-FFF2-40B4-BE49-F238E27FC236}">
                <a16:creationId xmlns:a16="http://schemas.microsoft.com/office/drawing/2014/main" id="{57F0C9DF-D1FA-45A1-91F6-147FDC3E7341}"/>
              </a:ext>
            </a:extLst>
          </p:cNvPr>
          <p:cNvSpPr>
            <a:spLocks noGrp="1"/>
          </p:cNvSpPr>
          <p:nvPr>
            <p:ph type="title"/>
          </p:nvPr>
        </p:nvSpPr>
        <p:spPr>
          <a:xfrm>
            <a:off x="960398" y="2344309"/>
            <a:ext cx="4271359" cy="1961473"/>
          </a:xfrm>
        </p:spPr>
        <p:txBody>
          <a:bodyPr anchor="ctr"/>
          <a:lstStyle>
            <a:lvl1pPr algn="ctr">
              <a:defRPr sz="4000">
                <a:solidFill>
                  <a:schemeClr val="bg1"/>
                </a:solidFill>
              </a:defRPr>
            </a:lvl1pPr>
          </a:lstStyle>
          <a:p>
            <a:r>
              <a:rPr lang="en-US"/>
              <a:t>Click to edit Master title style</a:t>
            </a:r>
            <a:endParaRPr lang="de-DE"/>
          </a:p>
        </p:txBody>
      </p:sp>
      <p:grpSp>
        <p:nvGrpSpPr>
          <p:cNvPr id="4" name="Groupe 1">
            <a:extLst>
              <a:ext uri="{FF2B5EF4-FFF2-40B4-BE49-F238E27FC236}">
                <a16:creationId xmlns:a16="http://schemas.microsoft.com/office/drawing/2014/main" id="{DE79AD3D-AF4D-5ACB-8362-1BDD849B6851}"/>
              </a:ext>
              <a:ext uri="{C183D7F6-B498-43B3-948B-1728B52AA6E4}">
                <adec:decorative xmlns:adec="http://schemas.microsoft.com/office/drawing/2017/decorative" val="1"/>
              </a:ext>
            </a:extLst>
          </p:cNvPr>
          <p:cNvGrpSpPr>
            <a:grpSpLocks noChangeAspect="1"/>
          </p:cNvGrpSpPr>
          <p:nvPr userDrawn="1"/>
        </p:nvGrpSpPr>
        <p:grpSpPr>
          <a:xfrm>
            <a:off x="11562163" y="205059"/>
            <a:ext cx="419436" cy="388988"/>
            <a:chOff x="11501102" y="171573"/>
            <a:chExt cx="419436" cy="388988"/>
          </a:xfrm>
        </p:grpSpPr>
        <p:sp>
          <p:nvSpPr>
            <p:cNvPr id="5" name="Freeform 13">
              <a:extLst>
                <a:ext uri="{FF2B5EF4-FFF2-40B4-BE49-F238E27FC236}">
                  <a16:creationId xmlns:a16="http://schemas.microsoft.com/office/drawing/2014/main" id="{CD5F4367-46D5-B94F-B88D-C61BCF432EE3}"/>
                </a:ext>
              </a:extLst>
            </p:cNvPr>
            <p:cNvSpPr>
              <a:spLocks/>
            </p:cNvSpPr>
            <p:nvPr/>
          </p:nvSpPr>
          <p:spPr bwMode="auto">
            <a:xfrm>
              <a:off x="11644642" y="334376"/>
              <a:ext cx="275896" cy="226185"/>
            </a:xfrm>
            <a:custGeom>
              <a:avLst/>
              <a:gdLst/>
              <a:ahLst/>
              <a:cxnLst>
                <a:cxn ang="0">
                  <a:pos x="125" y="107"/>
                </a:cxn>
                <a:cxn ang="0">
                  <a:pos x="188" y="43"/>
                </a:cxn>
                <a:cxn ang="0">
                  <a:pos x="141" y="0"/>
                </a:cxn>
                <a:cxn ang="0">
                  <a:pos x="49" y="99"/>
                </a:cxn>
                <a:cxn ang="0">
                  <a:pos x="0" y="144"/>
                </a:cxn>
                <a:cxn ang="0">
                  <a:pos x="37" y="154"/>
                </a:cxn>
                <a:cxn ang="0">
                  <a:pos x="125" y="125"/>
                </a:cxn>
                <a:cxn ang="0">
                  <a:pos x="81" y="86"/>
                </a:cxn>
                <a:cxn ang="0">
                  <a:pos x="125" y="107"/>
                </a:cxn>
              </a:cxnLst>
              <a:rect l="0" t="0" r="r" b="b"/>
              <a:pathLst>
                <a:path w="188" h="154">
                  <a:moveTo>
                    <a:pt x="125" y="107"/>
                  </a:moveTo>
                  <a:cubicBezTo>
                    <a:pt x="160" y="107"/>
                    <a:pt x="188" y="78"/>
                    <a:pt x="188" y="43"/>
                  </a:cubicBezTo>
                  <a:cubicBezTo>
                    <a:pt x="186" y="28"/>
                    <a:pt x="181" y="0"/>
                    <a:pt x="141" y="0"/>
                  </a:cubicBezTo>
                  <a:cubicBezTo>
                    <a:pt x="99" y="0"/>
                    <a:pt x="84" y="60"/>
                    <a:pt x="49" y="99"/>
                  </a:cubicBezTo>
                  <a:cubicBezTo>
                    <a:pt x="47" y="121"/>
                    <a:pt x="26" y="140"/>
                    <a:pt x="0" y="144"/>
                  </a:cubicBezTo>
                  <a:cubicBezTo>
                    <a:pt x="6" y="150"/>
                    <a:pt x="20" y="154"/>
                    <a:pt x="37" y="154"/>
                  </a:cubicBezTo>
                  <a:cubicBezTo>
                    <a:pt x="68" y="154"/>
                    <a:pt x="106" y="145"/>
                    <a:pt x="125" y="125"/>
                  </a:cubicBezTo>
                  <a:cubicBezTo>
                    <a:pt x="99" y="126"/>
                    <a:pt x="82" y="109"/>
                    <a:pt x="81" y="86"/>
                  </a:cubicBezTo>
                  <a:cubicBezTo>
                    <a:pt x="93" y="101"/>
                    <a:pt x="108" y="107"/>
                    <a:pt x="125" y="107"/>
                  </a:cubicBezTo>
                </a:path>
              </a:pathLst>
            </a:custGeom>
            <a:solidFill>
              <a:srgbClr val="12ABDB"/>
            </a:solidFill>
            <a:ln w="9525">
              <a:noFill/>
              <a:round/>
              <a:headEnd/>
              <a:tailEnd/>
            </a:ln>
          </p:spPr>
          <p:txBody>
            <a:bodyPr vert="horz" wrap="square" lIns="91440" tIns="45720" rIns="91440" bIns="45720" numCol="1" anchor="t" anchorCtr="0" compatLnSpc="1">
              <a:prstTxWarp prst="textNoShape">
                <a:avLst/>
              </a:prstTxWarp>
            </a:bodyPr>
            <a:lstStyle/>
            <a:p>
              <a:endParaRPr lang="en-GB"/>
            </a:p>
          </p:txBody>
        </p:sp>
        <p:sp>
          <p:nvSpPr>
            <p:cNvPr id="6" name="Freeform 14">
              <a:extLst>
                <a:ext uri="{FF2B5EF4-FFF2-40B4-BE49-F238E27FC236}">
                  <a16:creationId xmlns:a16="http://schemas.microsoft.com/office/drawing/2014/main" id="{0FAA6E08-9D81-E91E-294F-B15B14A583B6}"/>
                </a:ext>
              </a:extLst>
            </p:cNvPr>
            <p:cNvSpPr>
              <a:spLocks/>
            </p:cNvSpPr>
            <p:nvPr/>
          </p:nvSpPr>
          <p:spPr bwMode="auto">
            <a:xfrm>
              <a:off x="11501102" y="171573"/>
              <a:ext cx="419436" cy="356676"/>
            </a:xfrm>
            <a:custGeom>
              <a:avLst/>
              <a:gdLst/>
              <a:ahLst/>
              <a:cxnLst>
                <a:cxn ang="0">
                  <a:pos x="286" y="152"/>
                </a:cxn>
                <a:cxn ang="0">
                  <a:pos x="237" y="51"/>
                </a:cxn>
                <a:cxn ang="0">
                  <a:pos x="160" y="3"/>
                </a:cxn>
                <a:cxn ang="0">
                  <a:pos x="153" y="0"/>
                </a:cxn>
                <a:cxn ang="0">
                  <a:pos x="153" y="0"/>
                </a:cxn>
                <a:cxn ang="0">
                  <a:pos x="0" y="158"/>
                </a:cxn>
                <a:cxn ang="0">
                  <a:pos x="53" y="236"/>
                </a:cxn>
                <a:cxn ang="0">
                  <a:pos x="107" y="237"/>
                </a:cxn>
                <a:cxn ang="0">
                  <a:pos x="147" y="210"/>
                </a:cxn>
                <a:cxn ang="0">
                  <a:pos x="239" y="111"/>
                </a:cxn>
                <a:cxn ang="0">
                  <a:pos x="286" y="154"/>
                </a:cxn>
                <a:cxn ang="0">
                  <a:pos x="286" y="152"/>
                </a:cxn>
              </a:cxnLst>
              <a:rect l="0" t="0" r="r" b="b"/>
              <a:pathLst>
                <a:path w="286" h="243">
                  <a:moveTo>
                    <a:pt x="286" y="152"/>
                  </a:moveTo>
                  <a:cubicBezTo>
                    <a:pt x="286" y="112"/>
                    <a:pt x="266" y="78"/>
                    <a:pt x="237" y="51"/>
                  </a:cubicBezTo>
                  <a:cubicBezTo>
                    <a:pt x="215" y="30"/>
                    <a:pt x="188" y="15"/>
                    <a:pt x="160" y="3"/>
                  </a:cubicBezTo>
                  <a:cubicBezTo>
                    <a:pt x="158" y="2"/>
                    <a:pt x="156" y="1"/>
                    <a:pt x="153" y="0"/>
                  </a:cubicBezTo>
                  <a:cubicBezTo>
                    <a:pt x="153" y="0"/>
                    <a:pt x="153" y="0"/>
                    <a:pt x="153" y="0"/>
                  </a:cubicBezTo>
                  <a:cubicBezTo>
                    <a:pt x="119" y="41"/>
                    <a:pt x="0" y="72"/>
                    <a:pt x="0" y="158"/>
                  </a:cubicBezTo>
                  <a:cubicBezTo>
                    <a:pt x="0" y="192"/>
                    <a:pt x="21" y="224"/>
                    <a:pt x="53" y="236"/>
                  </a:cubicBezTo>
                  <a:cubicBezTo>
                    <a:pt x="71" y="243"/>
                    <a:pt x="89" y="243"/>
                    <a:pt x="107" y="237"/>
                  </a:cubicBezTo>
                  <a:cubicBezTo>
                    <a:pt x="123" y="232"/>
                    <a:pt x="136" y="222"/>
                    <a:pt x="147" y="210"/>
                  </a:cubicBezTo>
                  <a:cubicBezTo>
                    <a:pt x="182" y="171"/>
                    <a:pt x="197" y="111"/>
                    <a:pt x="239" y="111"/>
                  </a:cubicBezTo>
                  <a:cubicBezTo>
                    <a:pt x="279" y="111"/>
                    <a:pt x="284" y="139"/>
                    <a:pt x="286" y="154"/>
                  </a:cubicBezTo>
                  <a:cubicBezTo>
                    <a:pt x="286" y="154"/>
                    <a:pt x="286" y="153"/>
                    <a:pt x="286" y="152"/>
                  </a:cubicBezTo>
                </a:path>
              </a:pathLst>
            </a:custGeom>
            <a:solidFill>
              <a:srgbClr val="0070AD"/>
            </a:solidFill>
            <a:ln w="9525">
              <a:noFill/>
              <a:round/>
              <a:headEnd/>
              <a:tailEnd/>
            </a:ln>
          </p:spPr>
          <p:txBody>
            <a:bodyPr vert="horz" wrap="square" lIns="91440" tIns="45720" rIns="91440" bIns="45720" numCol="1" anchor="t" anchorCtr="0" compatLnSpc="1">
              <a:prstTxWarp prst="textNoShape">
                <a:avLst/>
              </a:prstTxWarp>
            </a:bodyPr>
            <a:lstStyle/>
            <a:p>
              <a:endParaRPr lang="en-GB"/>
            </a:p>
          </p:txBody>
        </p:sp>
      </p:grpSp>
      <p:sp>
        <p:nvSpPr>
          <p:cNvPr id="7" name="Graphic 6">
            <a:extLst>
              <a:ext uri="{FF2B5EF4-FFF2-40B4-BE49-F238E27FC236}">
                <a16:creationId xmlns:a16="http://schemas.microsoft.com/office/drawing/2014/main" id="{64BC5297-BF21-E734-F41C-E3F95321B654}"/>
              </a:ext>
            </a:extLst>
          </p:cNvPr>
          <p:cNvSpPr>
            <a:spLocks/>
          </p:cNvSpPr>
          <p:nvPr userDrawn="1"/>
        </p:nvSpPr>
        <p:spPr>
          <a:xfrm rot="11845098">
            <a:off x="2306529" y="2021783"/>
            <a:ext cx="7397968" cy="4060524"/>
          </a:xfrm>
          <a:custGeom>
            <a:avLst/>
            <a:gdLst>
              <a:gd name="connsiteX0" fmla="*/ 359093 w 8112442"/>
              <a:gd name="connsiteY0" fmla="*/ 4061460 h 4061459"/>
              <a:gd name="connsiteX1" fmla="*/ 0 w 8112442"/>
              <a:gd name="connsiteY1" fmla="*/ 4050983 h 4061459"/>
              <a:gd name="connsiteX2" fmla="*/ 1905 w 8112442"/>
              <a:gd name="connsiteY2" fmla="*/ 4012883 h 4061459"/>
              <a:gd name="connsiteX3" fmla="*/ 3440430 w 8112442"/>
              <a:gd name="connsiteY3" fmla="*/ 1951673 h 4061459"/>
              <a:gd name="connsiteX4" fmla="*/ 3753803 w 8112442"/>
              <a:gd name="connsiteY4" fmla="*/ 1336358 h 4061459"/>
              <a:gd name="connsiteX5" fmla="*/ 4995863 w 8112442"/>
              <a:gd name="connsiteY5" fmla="*/ 397193 h 4061459"/>
              <a:gd name="connsiteX6" fmla="*/ 5687378 w 8112442"/>
              <a:gd name="connsiteY6" fmla="*/ 307658 h 4061459"/>
              <a:gd name="connsiteX7" fmla="*/ 5698808 w 8112442"/>
              <a:gd name="connsiteY7" fmla="*/ 308610 h 4061459"/>
              <a:gd name="connsiteX8" fmla="*/ 5703570 w 8112442"/>
              <a:gd name="connsiteY8" fmla="*/ 319088 h 4061459"/>
              <a:gd name="connsiteX9" fmla="*/ 6342698 w 8112442"/>
              <a:gd name="connsiteY9" fmla="*/ 802958 h 4061459"/>
              <a:gd name="connsiteX10" fmla="*/ 7061835 w 8112442"/>
              <a:gd name="connsiteY10" fmla="*/ 707708 h 4061459"/>
              <a:gd name="connsiteX11" fmla="*/ 8086725 w 8112442"/>
              <a:gd name="connsiteY11" fmla="*/ 0 h 4061459"/>
              <a:gd name="connsiteX12" fmla="*/ 8112443 w 8112442"/>
              <a:gd name="connsiteY12" fmla="*/ 27623 h 4061459"/>
              <a:gd name="connsiteX13" fmla="*/ 7074218 w 8112442"/>
              <a:gd name="connsiteY13" fmla="*/ 742950 h 4061459"/>
              <a:gd name="connsiteX14" fmla="*/ 6334125 w 8112442"/>
              <a:gd name="connsiteY14" fmla="*/ 840105 h 4061459"/>
              <a:gd name="connsiteX15" fmla="*/ 5673090 w 8112442"/>
              <a:gd name="connsiteY15" fmla="*/ 344805 h 4061459"/>
              <a:gd name="connsiteX16" fmla="*/ 5005388 w 8112442"/>
              <a:gd name="connsiteY16" fmla="*/ 433388 h 4061459"/>
              <a:gd name="connsiteX17" fmla="*/ 3786188 w 8112442"/>
              <a:gd name="connsiteY17" fmla="*/ 1356360 h 4061459"/>
              <a:gd name="connsiteX18" fmla="*/ 3475673 w 8112442"/>
              <a:gd name="connsiteY18" fmla="*/ 1966913 h 4061459"/>
              <a:gd name="connsiteX19" fmla="*/ 2500313 w 8112442"/>
              <a:gd name="connsiteY19" fmla="*/ 3420428 h 4061459"/>
              <a:gd name="connsiteX20" fmla="*/ 359093 w 8112442"/>
              <a:gd name="connsiteY20" fmla="*/ 4061460 h 40614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8112442" h="4061459">
                <a:moveTo>
                  <a:pt x="359093" y="4061460"/>
                </a:moveTo>
                <a:cubicBezTo>
                  <a:pt x="242888" y="4061460"/>
                  <a:pt x="122873" y="4057650"/>
                  <a:pt x="0" y="4050983"/>
                </a:cubicBezTo>
                <a:lnTo>
                  <a:pt x="1905" y="4012883"/>
                </a:lnTo>
                <a:cubicBezTo>
                  <a:pt x="2445068" y="4147185"/>
                  <a:pt x="2996565" y="2929890"/>
                  <a:pt x="3440430" y="1951673"/>
                </a:cubicBezTo>
                <a:cubicBezTo>
                  <a:pt x="3543300" y="1724978"/>
                  <a:pt x="3640455" y="1510665"/>
                  <a:pt x="3753803" y="1336358"/>
                </a:cubicBezTo>
                <a:cubicBezTo>
                  <a:pt x="4133850" y="750570"/>
                  <a:pt x="4638675" y="501968"/>
                  <a:pt x="4995863" y="397193"/>
                </a:cubicBezTo>
                <a:cubicBezTo>
                  <a:pt x="5382578" y="282893"/>
                  <a:pt x="5684520" y="307658"/>
                  <a:pt x="5687378" y="307658"/>
                </a:cubicBezTo>
                <a:lnTo>
                  <a:pt x="5698808" y="308610"/>
                </a:lnTo>
                <a:lnTo>
                  <a:pt x="5703570" y="319088"/>
                </a:lnTo>
                <a:cubicBezTo>
                  <a:pt x="5771198" y="465773"/>
                  <a:pt x="5980748" y="732473"/>
                  <a:pt x="6342698" y="802958"/>
                </a:cubicBezTo>
                <a:cubicBezTo>
                  <a:pt x="6558915" y="845820"/>
                  <a:pt x="6800850" y="813435"/>
                  <a:pt x="7061835" y="707708"/>
                </a:cubicBezTo>
                <a:cubicBezTo>
                  <a:pt x="7376160" y="579120"/>
                  <a:pt x="7721918" y="340995"/>
                  <a:pt x="8086725" y="0"/>
                </a:cubicBezTo>
                <a:lnTo>
                  <a:pt x="8112443" y="27623"/>
                </a:lnTo>
                <a:cubicBezTo>
                  <a:pt x="7744778" y="372428"/>
                  <a:pt x="7395210" y="612458"/>
                  <a:pt x="7074218" y="742950"/>
                </a:cubicBezTo>
                <a:cubicBezTo>
                  <a:pt x="6806565" y="851535"/>
                  <a:pt x="6557963" y="883920"/>
                  <a:pt x="6334125" y="840105"/>
                </a:cubicBezTo>
                <a:cubicBezTo>
                  <a:pt x="5966460" y="767715"/>
                  <a:pt x="5748338" y="499110"/>
                  <a:pt x="5673090" y="344805"/>
                </a:cubicBezTo>
                <a:cubicBezTo>
                  <a:pt x="5616893" y="341948"/>
                  <a:pt x="5344478" y="333375"/>
                  <a:pt x="5005388" y="433388"/>
                </a:cubicBezTo>
                <a:cubicBezTo>
                  <a:pt x="4654868" y="537210"/>
                  <a:pt x="4159568" y="781050"/>
                  <a:pt x="3786188" y="1356360"/>
                </a:cubicBezTo>
                <a:cubicBezTo>
                  <a:pt x="3674745" y="1528763"/>
                  <a:pt x="3578543" y="1741170"/>
                  <a:pt x="3475673" y="1966913"/>
                </a:cubicBezTo>
                <a:cubicBezTo>
                  <a:pt x="3255645" y="2452688"/>
                  <a:pt x="3006090" y="3002280"/>
                  <a:pt x="2500313" y="3420428"/>
                </a:cubicBezTo>
                <a:cubicBezTo>
                  <a:pt x="1979295" y="3850958"/>
                  <a:pt x="1276350" y="4061460"/>
                  <a:pt x="359093" y="4061460"/>
                </a:cubicBezTo>
                <a:close/>
              </a:path>
            </a:pathLst>
          </a:custGeom>
          <a:gradFill>
            <a:gsLst>
              <a:gs pos="92000">
                <a:schemeClr val="accent2">
                  <a:alpha val="0"/>
                </a:schemeClr>
              </a:gs>
              <a:gs pos="32000">
                <a:srgbClr val="12ABDB">
                  <a:alpha val="17000"/>
                </a:srgbClr>
              </a:gs>
              <a:gs pos="17000">
                <a:schemeClr val="accent2">
                  <a:alpha val="0"/>
                </a:schemeClr>
              </a:gs>
              <a:gs pos="49000">
                <a:srgbClr val="12ABDB"/>
              </a:gs>
              <a:gs pos="70000">
                <a:schemeClr val="accent2"/>
              </a:gs>
            </a:gsLst>
            <a:lin ang="540000" scaled="0"/>
          </a:gradFill>
          <a:ln w="9525" cap="flat">
            <a:noFill/>
            <a:prstDash val="solid"/>
            <a:miter/>
          </a:ln>
        </p:spPr>
        <p:txBody>
          <a:bodyPr rtlCol="0" anchor="ctr"/>
          <a:lstStyle/>
          <a:p>
            <a:endParaRPr lang="en-GB"/>
          </a:p>
        </p:txBody>
      </p:sp>
    </p:spTree>
    <p:extLst>
      <p:ext uri="{BB962C8B-B14F-4D97-AF65-F5344CB8AC3E}">
        <p14:creationId xmlns:p14="http://schemas.microsoft.com/office/powerpoint/2010/main" val="1134437791"/>
      </p:ext>
    </p:extLst>
  </p:cSld>
  <p:clrMapOvr>
    <a:masterClrMapping/>
  </p:clrMapOvr>
</p:sldLayout>
</file>

<file path=ppt/slideLayouts/slideLayout107.xml><?xml version="1.0" encoding="utf-8"?>
<p:sldLayout xmlns:a="http://schemas.openxmlformats.org/drawingml/2006/main" xmlns:r="http://schemas.openxmlformats.org/officeDocument/2006/relationships" xmlns:p="http://schemas.openxmlformats.org/presentationml/2006/main" userDrawn="1">
  <p:cSld name="3_Titre et contenu">
    <p:spTree>
      <p:nvGrpSpPr>
        <p:cNvPr id="1" name=""/>
        <p:cNvGrpSpPr/>
        <p:nvPr/>
      </p:nvGrpSpPr>
      <p:grpSpPr>
        <a:xfrm>
          <a:off x="0" y="0"/>
          <a:ext cx="0" cy="0"/>
          <a:chOff x="0" y="0"/>
          <a:chExt cx="0" cy="0"/>
        </a:xfrm>
      </p:grpSpPr>
      <p:sp>
        <p:nvSpPr>
          <p:cNvPr id="11" name="Title 10">
            <a:extLst>
              <a:ext uri="{FF2B5EF4-FFF2-40B4-BE49-F238E27FC236}">
                <a16:creationId xmlns:a16="http://schemas.microsoft.com/office/drawing/2014/main" id="{006B5C2B-B0BF-4136-9EC7-0E7F54D1D264}"/>
              </a:ext>
            </a:extLst>
          </p:cNvPr>
          <p:cNvSpPr>
            <a:spLocks noGrp="1"/>
          </p:cNvSpPr>
          <p:nvPr>
            <p:ph type="title"/>
          </p:nvPr>
        </p:nvSpPr>
        <p:spPr/>
        <p:txBody>
          <a:bodyPr/>
          <a:lstStyle>
            <a:lvl1pPr>
              <a:defRPr sz="2400"/>
            </a:lvl1pPr>
          </a:lstStyle>
          <a:p>
            <a:r>
              <a:rPr lang="en-US"/>
              <a:t>Click to edit Master title style</a:t>
            </a:r>
            <a:endParaRPr lang="en-GB"/>
          </a:p>
        </p:txBody>
      </p:sp>
    </p:spTree>
    <p:extLst>
      <p:ext uri="{BB962C8B-B14F-4D97-AF65-F5344CB8AC3E}">
        <p14:creationId xmlns:p14="http://schemas.microsoft.com/office/powerpoint/2010/main" val="2489325059"/>
      </p:ext>
    </p:extLst>
  </p:cSld>
  <p:clrMapOvr>
    <a:masterClrMapping/>
  </p:clrMapOvr>
</p:sldLayout>
</file>

<file path=ppt/slideLayouts/slideLayout108.xml><?xml version="1.0" encoding="utf-8"?>
<p:sldLayout xmlns:a="http://schemas.openxmlformats.org/drawingml/2006/main" xmlns:r="http://schemas.openxmlformats.org/officeDocument/2006/relationships" xmlns:p="http://schemas.openxmlformats.org/presentationml/2006/main" userDrawn="1">
  <p:cSld name="Titel">
    <p:spTree>
      <p:nvGrpSpPr>
        <p:cNvPr id="1" name=""/>
        <p:cNvGrpSpPr/>
        <p:nvPr/>
      </p:nvGrpSpPr>
      <p:grpSpPr>
        <a:xfrm>
          <a:off x="0" y="0"/>
          <a:ext cx="0" cy="0"/>
          <a:chOff x="0" y="0"/>
          <a:chExt cx="0" cy="0"/>
        </a:xfrm>
      </p:grpSpPr>
      <p:sp>
        <p:nvSpPr>
          <p:cNvPr id="3" name="Titre 2"/>
          <p:cNvSpPr>
            <a:spLocks noGrp="1"/>
          </p:cNvSpPr>
          <p:nvPr>
            <p:ph type="title" hasCustomPrompt="1"/>
          </p:nvPr>
        </p:nvSpPr>
        <p:spPr>
          <a:xfrm>
            <a:off x="425353" y="195548"/>
            <a:ext cx="9989625" cy="555573"/>
          </a:xfrm>
          <a:prstGeom prst="rect">
            <a:avLst/>
          </a:prstGeom>
        </p:spPr>
        <p:txBody>
          <a:bodyPr/>
          <a:lstStyle>
            <a:lvl1pPr>
              <a:defRPr cap="none" baseline="0"/>
            </a:lvl1pPr>
          </a:lstStyle>
          <a:p>
            <a:r>
              <a:rPr lang="fr-FR"/>
              <a:t>Cliquez et modifiez le titre</a:t>
            </a:r>
          </a:p>
        </p:txBody>
      </p:sp>
    </p:spTree>
    <p:extLst>
      <p:ext uri="{BB962C8B-B14F-4D97-AF65-F5344CB8AC3E}">
        <p14:creationId xmlns:p14="http://schemas.microsoft.com/office/powerpoint/2010/main" val="2512219340"/>
      </p:ext>
    </p:extLst>
  </p:cSld>
  <p:clrMapOvr>
    <a:masterClrMapping/>
  </p:clrMapOvr>
</p:sldLayout>
</file>

<file path=ppt/slideLayouts/slideLayout109.xml><?xml version="1.0" encoding="utf-8"?>
<p:sldLayout xmlns:a="http://schemas.openxmlformats.org/drawingml/2006/main" xmlns:r="http://schemas.openxmlformats.org/officeDocument/2006/relationships" xmlns:p="http://schemas.openxmlformats.org/presentationml/2006/main" userDrawn="1">
  <p:cSld name="2_Content 7">
    <p:spTree>
      <p:nvGrpSpPr>
        <p:cNvPr id="1" name=""/>
        <p:cNvGrpSpPr/>
        <p:nvPr/>
      </p:nvGrpSpPr>
      <p:grpSpPr>
        <a:xfrm>
          <a:off x="0" y="0"/>
          <a:ext cx="0" cy="0"/>
          <a:chOff x="0" y="0"/>
          <a:chExt cx="0" cy="0"/>
        </a:xfrm>
      </p:grpSpPr>
      <p:graphicFrame>
        <p:nvGraphicFramePr>
          <p:cNvPr id="15" name="Object 14" hidden="1"/>
          <p:cNvGraphicFramePr>
            <a:graphicFrameLocks noChangeAspect="1"/>
          </p:cNvGraphicFramePr>
          <p:nvPr>
            <p:custDataLst>
              <p:tags r:id="rId1"/>
            </p:custDataLst>
          </p:nvPr>
        </p:nvGraphicFramePr>
        <p:xfrm>
          <a:off x="1587" y="1588"/>
          <a:ext cx="1587" cy="1587"/>
        </p:xfrm>
        <a:graphic>
          <a:graphicData uri="http://schemas.openxmlformats.org/presentationml/2006/ole">
            <mc:AlternateContent xmlns:mc="http://schemas.openxmlformats.org/markup-compatibility/2006">
              <mc:Choice xmlns:v="urn:schemas-microsoft-com:vml" Requires="v">
                <p:oleObj name="think-cell Slide" r:id="rId3" imgW="270" imgH="270" progId="TCLayout.ActiveDocument.1">
                  <p:embed/>
                </p:oleObj>
              </mc:Choice>
              <mc:Fallback>
                <p:oleObj name="think-cell Slide" r:id="rId3" imgW="270" imgH="270" progId="TCLayout.ActiveDocument.1">
                  <p:embed/>
                  <p:pic>
                    <p:nvPicPr>
                      <p:cNvPr id="15" name="Object 14" hidden="1"/>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587" y="1588"/>
                        <a:ext cx="1587" cy="1587"/>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2" name="Title 1"/>
          <p:cNvSpPr>
            <a:spLocks noGrp="1"/>
          </p:cNvSpPr>
          <p:nvPr>
            <p:ph type="title"/>
          </p:nvPr>
        </p:nvSpPr>
        <p:spPr>
          <a:xfrm>
            <a:off x="227349" y="0"/>
            <a:ext cx="10164880" cy="1104900"/>
          </a:xfrm>
          <a:prstGeom prst="rect">
            <a:avLst/>
          </a:prstGeom>
        </p:spPr>
        <p:txBody>
          <a:bodyPr/>
          <a:lstStyle/>
          <a:p>
            <a:r>
              <a:rPr lang="fr-FR"/>
              <a:t>Modifiez le style du titre</a:t>
            </a:r>
            <a:endParaRPr lang="en-GB"/>
          </a:p>
        </p:txBody>
      </p:sp>
      <p:sp>
        <p:nvSpPr>
          <p:cNvPr id="30" name="Freeform 13"/>
          <p:cNvSpPr>
            <a:spLocks/>
          </p:cNvSpPr>
          <p:nvPr userDrawn="1"/>
        </p:nvSpPr>
        <p:spPr bwMode="auto">
          <a:xfrm>
            <a:off x="11644642" y="334376"/>
            <a:ext cx="275896" cy="226185"/>
          </a:xfrm>
          <a:custGeom>
            <a:avLst/>
            <a:gdLst/>
            <a:ahLst/>
            <a:cxnLst>
              <a:cxn ang="0">
                <a:pos x="125" y="107"/>
              </a:cxn>
              <a:cxn ang="0">
                <a:pos x="188" y="43"/>
              </a:cxn>
              <a:cxn ang="0">
                <a:pos x="141" y="0"/>
              </a:cxn>
              <a:cxn ang="0">
                <a:pos x="49" y="99"/>
              </a:cxn>
              <a:cxn ang="0">
                <a:pos x="0" y="144"/>
              </a:cxn>
              <a:cxn ang="0">
                <a:pos x="37" y="154"/>
              </a:cxn>
              <a:cxn ang="0">
                <a:pos x="125" y="125"/>
              </a:cxn>
              <a:cxn ang="0">
                <a:pos x="81" y="86"/>
              </a:cxn>
              <a:cxn ang="0">
                <a:pos x="125" y="107"/>
              </a:cxn>
            </a:cxnLst>
            <a:rect l="0" t="0" r="r" b="b"/>
            <a:pathLst>
              <a:path w="188" h="154">
                <a:moveTo>
                  <a:pt x="125" y="107"/>
                </a:moveTo>
                <a:cubicBezTo>
                  <a:pt x="160" y="107"/>
                  <a:pt x="188" y="78"/>
                  <a:pt x="188" y="43"/>
                </a:cubicBezTo>
                <a:cubicBezTo>
                  <a:pt x="186" y="28"/>
                  <a:pt x="181" y="0"/>
                  <a:pt x="141" y="0"/>
                </a:cubicBezTo>
                <a:cubicBezTo>
                  <a:pt x="99" y="0"/>
                  <a:pt x="84" y="60"/>
                  <a:pt x="49" y="99"/>
                </a:cubicBezTo>
                <a:cubicBezTo>
                  <a:pt x="47" y="121"/>
                  <a:pt x="26" y="140"/>
                  <a:pt x="0" y="144"/>
                </a:cubicBezTo>
                <a:cubicBezTo>
                  <a:pt x="6" y="150"/>
                  <a:pt x="20" y="154"/>
                  <a:pt x="37" y="154"/>
                </a:cubicBezTo>
                <a:cubicBezTo>
                  <a:pt x="68" y="154"/>
                  <a:pt x="106" y="145"/>
                  <a:pt x="125" y="125"/>
                </a:cubicBezTo>
                <a:cubicBezTo>
                  <a:pt x="99" y="126"/>
                  <a:pt x="82" y="109"/>
                  <a:pt x="81" y="86"/>
                </a:cubicBezTo>
                <a:cubicBezTo>
                  <a:pt x="93" y="101"/>
                  <a:pt x="108" y="107"/>
                  <a:pt x="125" y="107"/>
                </a:cubicBezTo>
              </a:path>
            </a:pathLst>
          </a:custGeom>
          <a:solidFill>
            <a:srgbClr val="12ABDB"/>
          </a:solidFill>
          <a:ln w="9525">
            <a:noFill/>
            <a:round/>
            <a:headEnd/>
            <a:tailEnd/>
          </a:ln>
        </p:spPr>
        <p:txBody>
          <a:bodyPr vert="horz" wrap="square" lIns="91440" tIns="45720" rIns="91440" bIns="45720" numCol="1" anchor="t" anchorCtr="0" compatLnSpc="1">
            <a:prstTxWarp prst="textNoShape">
              <a:avLst/>
            </a:prstTxWarp>
          </a:bodyPr>
          <a:lstStyle/>
          <a:p>
            <a:endParaRPr lang="en-GB"/>
          </a:p>
        </p:txBody>
      </p:sp>
      <p:sp>
        <p:nvSpPr>
          <p:cNvPr id="31" name="Freeform 14"/>
          <p:cNvSpPr>
            <a:spLocks/>
          </p:cNvSpPr>
          <p:nvPr userDrawn="1"/>
        </p:nvSpPr>
        <p:spPr bwMode="auto">
          <a:xfrm>
            <a:off x="11501102" y="171573"/>
            <a:ext cx="419436" cy="356676"/>
          </a:xfrm>
          <a:custGeom>
            <a:avLst/>
            <a:gdLst/>
            <a:ahLst/>
            <a:cxnLst>
              <a:cxn ang="0">
                <a:pos x="286" y="152"/>
              </a:cxn>
              <a:cxn ang="0">
                <a:pos x="237" y="51"/>
              </a:cxn>
              <a:cxn ang="0">
                <a:pos x="160" y="3"/>
              </a:cxn>
              <a:cxn ang="0">
                <a:pos x="153" y="0"/>
              </a:cxn>
              <a:cxn ang="0">
                <a:pos x="153" y="0"/>
              </a:cxn>
              <a:cxn ang="0">
                <a:pos x="0" y="158"/>
              </a:cxn>
              <a:cxn ang="0">
                <a:pos x="53" y="236"/>
              </a:cxn>
              <a:cxn ang="0">
                <a:pos x="107" y="237"/>
              </a:cxn>
              <a:cxn ang="0">
                <a:pos x="147" y="210"/>
              </a:cxn>
              <a:cxn ang="0">
                <a:pos x="239" y="111"/>
              </a:cxn>
              <a:cxn ang="0">
                <a:pos x="286" y="154"/>
              </a:cxn>
              <a:cxn ang="0">
                <a:pos x="286" y="152"/>
              </a:cxn>
            </a:cxnLst>
            <a:rect l="0" t="0" r="r" b="b"/>
            <a:pathLst>
              <a:path w="286" h="243">
                <a:moveTo>
                  <a:pt x="286" y="152"/>
                </a:moveTo>
                <a:cubicBezTo>
                  <a:pt x="286" y="112"/>
                  <a:pt x="266" y="78"/>
                  <a:pt x="237" y="51"/>
                </a:cubicBezTo>
                <a:cubicBezTo>
                  <a:pt x="215" y="30"/>
                  <a:pt x="188" y="15"/>
                  <a:pt x="160" y="3"/>
                </a:cubicBezTo>
                <a:cubicBezTo>
                  <a:pt x="158" y="2"/>
                  <a:pt x="156" y="1"/>
                  <a:pt x="153" y="0"/>
                </a:cubicBezTo>
                <a:cubicBezTo>
                  <a:pt x="153" y="0"/>
                  <a:pt x="153" y="0"/>
                  <a:pt x="153" y="0"/>
                </a:cubicBezTo>
                <a:cubicBezTo>
                  <a:pt x="119" y="41"/>
                  <a:pt x="0" y="72"/>
                  <a:pt x="0" y="158"/>
                </a:cubicBezTo>
                <a:cubicBezTo>
                  <a:pt x="0" y="192"/>
                  <a:pt x="21" y="224"/>
                  <a:pt x="53" y="236"/>
                </a:cubicBezTo>
                <a:cubicBezTo>
                  <a:pt x="71" y="243"/>
                  <a:pt x="89" y="243"/>
                  <a:pt x="107" y="237"/>
                </a:cubicBezTo>
                <a:cubicBezTo>
                  <a:pt x="123" y="232"/>
                  <a:pt x="136" y="222"/>
                  <a:pt x="147" y="210"/>
                </a:cubicBezTo>
                <a:cubicBezTo>
                  <a:pt x="182" y="171"/>
                  <a:pt x="197" y="111"/>
                  <a:pt x="239" y="111"/>
                </a:cubicBezTo>
                <a:cubicBezTo>
                  <a:pt x="279" y="111"/>
                  <a:pt x="284" y="139"/>
                  <a:pt x="286" y="154"/>
                </a:cubicBezTo>
                <a:cubicBezTo>
                  <a:pt x="286" y="154"/>
                  <a:pt x="286" y="153"/>
                  <a:pt x="286" y="152"/>
                </a:cubicBezTo>
              </a:path>
            </a:pathLst>
          </a:custGeom>
          <a:solidFill>
            <a:srgbClr val="0070AD"/>
          </a:solidFill>
          <a:ln w="9525">
            <a:noFill/>
            <a:round/>
            <a:headEnd/>
            <a:tailEnd/>
          </a:ln>
        </p:spPr>
        <p:txBody>
          <a:bodyPr vert="horz" wrap="square" lIns="91440" tIns="45720" rIns="91440" bIns="45720" numCol="1" anchor="t" anchorCtr="0" compatLnSpc="1">
            <a:prstTxWarp prst="textNoShape">
              <a:avLst/>
            </a:prstTxWarp>
          </a:bodyPr>
          <a:lstStyle/>
          <a:p>
            <a:endParaRPr lang="en-GB"/>
          </a:p>
        </p:txBody>
      </p:sp>
      <p:sp>
        <p:nvSpPr>
          <p:cNvPr id="6" name="Espace réservé du numéro de diapositive 3">
            <a:extLst>
              <a:ext uri="{FF2B5EF4-FFF2-40B4-BE49-F238E27FC236}">
                <a16:creationId xmlns:a16="http://schemas.microsoft.com/office/drawing/2014/main" id="{9ABB7714-E1E9-421C-82DD-131F1D9E0D0F}"/>
              </a:ext>
            </a:extLst>
          </p:cNvPr>
          <p:cNvSpPr>
            <a:spLocks noGrp="1"/>
          </p:cNvSpPr>
          <p:nvPr>
            <p:ph type="sldNum" sz="quarter" idx="12"/>
          </p:nvPr>
        </p:nvSpPr>
        <p:spPr>
          <a:xfrm>
            <a:off x="8610600" y="6356350"/>
            <a:ext cx="2743200" cy="365125"/>
          </a:xfrm>
          <a:prstGeom prst="rect">
            <a:avLst/>
          </a:prstGeom>
        </p:spPr>
        <p:txBody>
          <a:bodyPr/>
          <a:lstStyle/>
          <a:p>
            <a:fld id="{5F8B83B6-4715-4B41-A319-7D7803867D97}" type="slidenum">
              <a:rPr lang="en-US" smtClean="0"/>
              <a:t>‹#›</a:t>
            </a:fld>
            <a:endParaRPr lang="en-US"/>
          </a:p>
        </p:txBody>
      </p:sp>
    </p:spTree>
    <p:extLst>
      <p:ext uri="{BB962C8B-B14F-4D97-AF65-F5344CB8AC3E}">
        <p14:creationId xmlns:p14="http://schemas.microsoft.com/office/powerpoint/2010/main" val="3001081860"/>
      </p:ext>
    </p:extLst>
  </p:cSld>
  <p:clrMapOvr>
    <a:masterClrMapping/>
  </p:clrMapOvr>
</p:sldLayout>
</file>

<file path=ppt/slideLayouts/slideLayout110.xml><?xml version="1.0" encoding="utf-8"?>
<p:sldLayout xmlns:a="http://schemas.openxmlformats.org/drawingml/2006/main" xmlns:r="http://schemas.openxmlformats.org/officeDocument/2006/relationships" xmlns:p="http://schemas.openxmlformats.org/presentationml/2006/main" showMasterSp="0">
  <p:cSld name="Large title">
    <p:bg>
      <p:bgPr>
        <a:solidFill>
          <a:schemeClr val="accent4"/>
        </a:solidFill>
        <a:effectLst/>
      </p:bgPr>
    </p:bg>
    <p:spTree>
      <p:nvGrpSpPr>
        <p:cNvPr id="1" name=""/>
        <p:cNvGrpSpPr/>
        <p:nvPr/>
      </p:nvGrpSpPr>
      <p:grpSpPr>
        <a:xfrm>
          <a:off x="0" y="0"/>
          <a:ext cx="0" cy="0"/>
          <a:chOff x="0" y="0"/>
          <a:chExt cx="0" cy="0"/>
        </a:xfrm>
      </p:grpSpPr>
      <p:sp>
        <p:nvSpPr>
          <p:cNvPr id="3" name="Subtitle">
            <a:extLst>
              <a:ext uri="{FF2B5EF4-FFF2-40B4-BE49-F238E27FC236}">
                <a16:creationId xmlns:a16="http://schemas.microsoft.com/office/drawing/2014/main" id="{81D5C5CA-E0F9-4194-9FD7-26150AB2A870}"/>
              </a:ext>
            </a:extLst>
          </p:cNvPr>
          <p:cNvSpPr>
            <a:spLocks noGrp="1"/>
          </p:cNvSpPr>
          <p:nvPr>
            <p:ph type="subTitle" idx="1"/>
          </p:nvPr>
        </p:nvSpPr>
        <p:spPr>
          <a:xfrm>
            <a:off x="457200" y="4958425"/>
            <a:ext cx="11277600" cy="822325"/>
          </a:xfrm>
        </p:spPr>
        <p:txBody>
          <a:bodyPr lIns="36000" tIns="144000">
            <a:normAutofit/>
          </a:bodyPr>
          <a:lstStyle>
            <a:lvl1pPr marL="0" indent="0" algn="l">
              <a:buNone/>
              <a:defRPr sz="2000">
                <a:solidFill>
                  <a:schemeClr val="bg1"/>
                </a:solidFill>
                <a:latin typeface="+mn-lt"/>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fr-FR"/>
              <a:t>Modifiez le style des sous-titres du masque</a:t>
            </a:r>
            <a:endParaRPr lang="en-GB"/>
          </a:p>
        </p:txBody>
      </p:sp>
      <p:sp>
        <p:nvSpPr>
          <p:cNvPr id="7" name="Text Placeholder 6">
            <a:extLst>
              <a:ext uri="{FF2B5EF4-FFF2-40B4-BE49-F238E27FC236}">
                <a16:creationId xmlns:a16="http://schemas.microsoft.com/office/drawing/2014/main" id="{79EA84EC-0E0C-41F6-8286-BC5A87DC6C7B}"/>
              </a:ext>
            </a:extLst>
          </p:cNvPr>
          <p:cNvSpPr>
            <a:spLocks noGrp="1"/>
          </p:cNvSpPr>
          <p:nvPr>
            <p:ph type="body" sz="quarter" idx="10" hasCustomPrompt="1"/>
          </p:nvPr>
        </p:nvSpPr>
        <p:spPr>
          <a:xfrm>
            <a:off x="457200" y="2135545"/>
            <a:ext cx="11277600" cy="2585323"/>
          </a:xfrm>
        </p:spPr>
        <p:txBody>
          <a:bodyPr anchor="ctr" anchorCtr="0">
            <a:spAutoFit/>
          </a:bodyPr>
          <a:lstStyle>
            <a:lvl1pPr marL="0" indent="0" algn="l">
              <a:lnSpc>
                <a:spcPct val="70000"/>
              </a:lnSpc>
              <a:spcAft>
                <a:spcPts val="0"/>
              </a:spcAft>
              <a:buFontTx/>
              <a:buNone/>
              <a:defRPr sz="8000" b="1" cap="all" baseline="0">
                <a:solidFill>
                  <a:schemeClr val="bg1"/>
                </a:solidFill>
                <a:latin typeface="+mn-lt"/>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fr-FR"/>
              <a:t>Cliquez pour modifier les styles du texte du masque</a:t>
            </a:r>
          </a:p>
        </p:txBody>
      </p:sp>
      <p:grpSp>
        <p:nvGrpSpPr>
          <p:cNvPr id="6" name="Group 5">
            <a:extLst>
              <a:ext uri="{FF2B5EF4-FFF2-40B4-BE49-F238E27FC236}">
                <a16:creationId xmlns:a16="http://schemas.microsoft.com/office/drawing/2014/main" id="{53E1ECB5-DB51-4283-B8B9-FBB99B30DDDA}"/>
              </a:ext>
            </a:extLst>
          </p:cNvPr>
          <p:cNvGrpSpPr>
            <a:grpSpLocks noChangeAspect="1"/>
          </p:cNvGrpSpPr>
          <p:nvPr userDrawn="1"/>
        </p:nvGrpSpPr>
        <p:grpSpPr>
          <a:xfrm>
            <a:off x="516023" y="622911"/>
            <a:ext cx="2231297" cy="501650"/>
            <a:chOff x="9550400" y="612775"/>
            <a:chExt cx="2231297" cy="501650"/>
          </a:xfrm>
        </p:grpSpPr>
        <p:sp>
          <p:nvSpPr>
            <p:cNvPr id="8" name="Freeform: Shape 7">
              <a:extLst>
                <a:ext uri="{FF2B5EF4-FFF2-40B4-BE49-F238E27FC236}">
                  <a16:creationId xmlns:a16="http://schemas.microsoft.com/office/drawing/2014/main" id="{648307B4-0823-4CCD-9A0B-FC8313B6A1CE}"/>
                </a:ext>
              </a:extLst>
            </p:cNvPr>
            <p:cNvSpPr/>
            <p:nvPr/>
          </p:nvSpPr>
          <p:spPr>
            <a:xfrm>
              <a:off x="11517270" y="764033"/>
              <a:ext cx="261161" cy="212194"/>
            </a:xfrm>
            <a:custGeom>
              <a:avLst/>
              <a:gdLst>
                <a:gd name="connsiteX0" fmla="*/ 304324 w 457200"/>
                <a:gd name="connsiteY0" fmla="*/ 261461 h 371475"/>
                <a:gd name="connsiteX1" fmla="*/ 456724 w 457200"/>
                <a:gd name="connsiteY1" fmla="*/ 110014 h 371475"/>
                <a:gd name="connsiteX2" fmla="*/ 344329 w 457200"/>
                <a:gd name="connsiteY2" fmla="*/ 7144 h 371475"/>
                <a:gd name="connsiteX3" fmla="*/ 125254 w 457200"/>
                <a:gd name="connsiteY3" fmla="*/ 241459 h 371475"/>
                <a:gd name="connsiteX4" fmla="*/ 7144 w 457200"/>
                <a:gd name="connsiteY4" fmla="*/ 348139 h 371475"/>
                <a:gd name="connsiteX5" fmla="*/ 96679 w 457200"/>
                <a:gd name="connsiteY5" fmla="*/ 372904 h 371475"/>
                <a:gd name="connsiteX6" fmla="*/ 306229 w 457200"/>
                <a:gd name="connsiteY6" fmla="*/ 304324 h 371475"/>
                <a:gd name="connsiteX7" fmla="*/ 200501 w 457200"/>
                <a:gd name="connsiteY7" fmla="*/ 210026 h 371475"/>
                <a:gd name="connsiteX8" fmla="*/ 304324 w 457200"/>
                <a:gd name="connsiteY8" fmla="*/ 261461 h 3714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57200" h="371475">
                  <a:moveTo>
                    <a:pt x="304324" y="261461"/>
                  </a:moveTo>
                  <a:cubicBezTo>
                    <a:pt x="390049" y="261461"/>
                    <a:pt x="455771" y="191929"/>
                    <a:pt x="456724" y="110014"/>
                  </a:cubicBezTo>
                  <a:cubicBezTo>
                    <a:pt x="451009" y="73819"/>
                    <a:pt x="438626" y="7144"/>
                    <a:pt x="344329" y="7144"/>
                  </a:cubicBezTo>
                  <a:cubicBezTo>
                    <a:pt x="242411" y="7144"/>
                    <a:pt x="208121" y="150019"/>
                    <a:pt x="125254" y="241459"/>
                  </a:cubicBezTo>
                  <a:cubicBezTo>
                    <a:pt x="118586" y="293846"/>
                    <a:pt x="69056" y="340519"/>
                    <a:pt x="7144" y="348139"/>
                  </a:cubicBezTo>
                  <a:cubicBezTo>
                    <a:pt x="22384" y="364331"/>
                    <a:pt x="55721" y="372904"/>
                    <a:pt x="96679" y="372904"/>
                  </a:cubicBezTo>
                  <a:cubicBezTo>
                    <a:pt x="170021" y="372904"/>
                    <a:pt x="259556" y="350996"/>
                    <a:pt x="306229" y="304324"/>
                  </a:cubicBezTo>
                  <a:cubicBezTo>
                    <a:pt x="244316" y="305276"/>
                    <a:pt x="204311" y="265271"/>
                    <a:pt x="200501" y="210026"/>
                  </a:cubicBezTo>
                  <a:cubicBezTo>
                    <a:pt x="230029" y="247174"/>
                    <a:pt x="264319" y="261461"/>
                    <a:pt x="304324" y="261461"/>
                  </a:cubicBezTo>
                  <a:close/>
                </a:path>
              </a:pathLst>
            </a:custGeom>
            <a:solidFill>
              <a:srgbClr val="17ABDB"/>
            </a:solidFill>
            <a:ln w="9525" cap="flat">
              <a:noFill/>
              <a:prstDash val="solid"/>
              <a:miter/>
            </a:ln>
          </p:spPr>
          <p:txBody>
            <a:bodyPr lIns="73152" tIns="36576" rIns="73152" bIns="36576" rtlCol="0" anchor="ctr"/>
            <a:lstStyle/>
            <a:p>
              <a:endParaRPr lang="de-DE"/>
            </a:p>
          </p:txBody>
        </p:sp>
        <p:sp>
          <p:nvSpPr>
            <p:cNvPr id="9" name="Freeform: Shape 8">
              <a:extLst>
                <a:ext uri="{FF2B5EF4-FFF2-40B4-BE49-F238E27FC236}">
                  <a16:creationId xmlns:a16="http://schemas.microsoft.com/office/drawing/2014/main" id="{0EF37526-68C2-4CC7-BFA8-D9A1ECDD5F86}"/>
                </a:ext>
              </a:extLst>
            </p:cNvPr>
            <p:cNvSpPr/>
            <p:nvPr/>
          </p:nvSpPr>
          <p:spPr>
            <a:xfrm>
              <a:off x="9550400" y="619305"/>
              <a:ext cx="1811806" cy="495120"/>
            </a:xfrm>
            <a:custGeom>
              <a:avLst/>
              <a:gdLst>
                <a:gd name="connsiteX0" fmla="*/ 3092291 w 3171825"/>
                <a:gd name="connsiteY0" fmla="*/ 287179 h 866775"/>
                <a:gd name="connsiteX1" fmla="*/ 3059907 w 3171825"/>
                <a:gd name="connsiteY1" fmla="*/ 211931 h 866775"/>
                <a:gd name="connsiteX2" fmla="*/ 3027521 w 3171825"/>
                <a:gd name="connsiteY2" fmla="*/ 218599 h 866775"/>
                <a:gd name="connsiteX3" fmla="*/ 2960846 w 3171825"/>
                <a:gd name="connsiteY3" fmla="*/ 507206 h 866775"/>
                <a:gd name="connsiteX4" fmla="*/ 2816066 w 3171825"/>
                <a:gd name="connsiteY4" fmla="*/ 178594 h 866775"/>
                <a:gd name="connsiteX5" fmla="*/ 2679859 w 3171825"/>
                <a:gd name="connsiteY5" fmla="*/ 440531 h 866775"/>
                <a:gd name="connsiteX6" fmla="*/ 2670334 w 3171825"/>
                <a:gd name="connsiteY6" fmla="*/ 319564 h 866775"/>
                <a:gd name="connsiteX7" fmla="*/ 2677001 w 3171825"/>
                <a:gd name="connsiteY7" fmla="*/ 254794 h 866775"/>
                <a:gd name="connsiteX8" fmla="*/ 2611279 w 3171825"/>
                <a:gd name="connsiteY8" fmla="*/ 209074 h 866775"/>
                <a:gd name="connsiteX9" fmla="*/ 2533174 w 3171825"/>
                <a:gd name="connsiteY9" fmla="*/ 510064 h 866775"/>
                <a:gd name="connsiteX10" fmla="*/ 2470309 w 3171825"/>
                <a:gd name="connsiteY10" fmla="*/ 292894 h 866775"/>
                <a:gd name="connsiteX11" fmla="*/ 2405539 w 3171825"/>
                <a:gd name="connsiteY11" fmla="*/ 208121 h 866775"/>
                <a:gd name="connsiteX12" fmla="*/ 2325529 w 3171825"/>
                <a:gd name="connsiteY12" fmla="*/ 494824 h 866775"/>
                <a:gd name="connsiteX13" fmla="*/ 2206466 w 3171825"/>
                <a:gd name="connsiteY13" fmla="*/ 211931 h 866775"/>
                <a:gd name="connsiteX14" fmla="*/ 2087404 w 3171825"/>
                <a:gd name="connsiteY14" fmla="*/ 479584 h 866775"/>
                <a:gd name="connsiteX15" fmla="*/ 1983581 w 3171825"/>
                <a:gd name="connsiteY15" fmla="*/ 178594 h 866775"/>
                <a:gd name="connsiteX16" fmla="*/ 1877854 w 3171825"/>
                <a:gd name="connsiteY16" fmla="*/ 391954 h 866775"/>
                <a:gd name="connsiteX17" fmla="*/ 1867376 w 3171825"/>
                <a:gd name="connsiteY17" fmla="*/ 390049 h 866775"/>
                <a:gd name="connsiteX18" fmla="*/ 1866424 w 3171825"/>
                <a:gd name="connsiteY18" fmla="*/ 327184 h 866775"/>
                <a:gd name="connsiteX19" fmla="*/ 1807369 w 3171825"/>
                <a:gd name="connsiteY19" fmla="*/ 202406 h 866775"/>
                <a:gd name="connsiteX20" fmla="*/ 1654969 w 3171825"/>
                <a:gd name="connsiteY20" fmla="*/ 512921 h 866775"/>
                <a:gd name="connsiteX21" fmla="*/ 1592104 w 3171825"/>
                <a:gd name="connsiteY21" fmla="*/ 483394 h 866775"/>
                <a:gd name="connsiteX22" fmla="*/ 1719739 w 3171825"/>
                <a:gd name="connsiteY22" fmla="*/ 306229 h 866775"/>
                <a:gd name="connsiteX23" fmla="*/ 1619726 w 3171825"/>
                <a:gd name="connsiteY23" fmla="*/ 202406 h 866775"/>
                <a:gd name="connsiteX24" fmla="*/ 1483519 w 3171825"/>
                <a:gd name="connsiteY24" fmla="*/ 369094 h 866775"/>
                <a:gd name="connsiteX25" fmla="*/ 1503521 w 3171825"/>
                <a:gd name="connsiteY25" fmla="*/ 473869 h 866775"/>
                <a:gd name="connsiteX26" fmla="*/ 1418749 w 3171825"/>
                <a:gd name="connsiteY26" fmla="*/ 512921 h 866775"/>
                <a:gd name="connsiteX27" fmla="*/ 1400651 w 3171825"/>
                <a:gd name="connsiteY27" fmla="*/ 274796 h 866775"/>
                <a:gd name="connsiteX28" fmla="*/ 1336834 w 3171825"/>
                <a:gd name="connsiteY28" fmla="*/ 326231 h 866775"/>
                <a:gd name="connsiteX29" fmla="*/ 1262539 w 3171825"/>
                <a:gd name="connsiteY29" fmla="*/ 479584 h 866775"/>
                <a:gd name="connsiteX30" fmla="*/ 1223486 w 3171825"/>
                <a:gd name="connsiteY30" fmla="*/ 421481 h 866775"/>
                <a:gd name="connsiteX31" fmla="*/ 1402556 w 3171825"/>
                <a:gd name="connsiteY31" fmla="*/ 250031 h 866775"/>
                <a:gd name="connsiteX32" fmla="*/ 1343501 w 3171825"/>
                <a:gd name="connsiteY32" fmla="*/ 192881 h 866775"/>
                <a:gd name="connsiteX33" fmla="*/ 1181576 w 3171825"/>
                <a:gd name="connsiteY33" fmla="*/ 290989 h 866775"/>
                <a:gd name="connsiteX34" fmla="*/ 1086326 w 3171825"/>
                <a:gd name="connsiteY34" fmla="*/ 385286 h 866775"/>
                <a:gd name="connsiteX35" fmla="*/ 1088231 w 3171825"/>
                <a:gd name="connsiteY35" fmla="*/ 358616 h 866775"/>
                <a:gd name="connsiteX36" fmla="*/ 974884 w 3171825"/>
                <a:gd name="connsiteY36" fmla="*/ 204311 h 866775"/>
                <a:gd name="connsiteX37" fmla="*/ 883444 w 3171825"/>
                <a:gd name="connsiteY37" fmla="*/ 273844 h 866775"/>
                <a:gd name="connsiteX38" fmla="*/ 846296 w 3171825"/>
                <a:gd name="connsiteY38" fmla="*/ 213836 h 866775"/>
                <a:gd name="connsiteX39" fmla="*/ 805339 w 3171825"/>
                <a:gd name="connsiteY39" fmla="*/ 224314 h 866775"/>
                <a:gd name="connsiteX40" fmla="*/ 814864 w 3171825"/>
                <a:gd name="connsiteY40" fmla="*/ 334804 h 866775"/>
                <a:gd name="connsiteX41" fmla="*/ 742474 w 3171825"/>
                <a:gd name="connsiteY41" fmla="*/ 520541 h 866775"/>
                <a:gd name="connsiteX42" fmla="*/ 691991 w 3171825"/>
                <a:gd name="connsiteY42" fmla="*/ 309086 h 866775"/>
                <a:gd name="connsiteX43" fmla="*/ 671989 w 3171825"/>
                <a:gd name="connsiteY43" fmla="*/ 305276 h 866775"/>
                <a:gd name="connsiteX44" fmla="*/ 621506 w 3171825"/>
                <a:gd name="connsiteY44" fmla="*/ 399574 h 866775"/>
                <a:gd name="connsiteX45" fmla="*/ 539591 w 3171825"/>
                <a:gd name="connsiteY45" fmla="*/ 512921 h 866775"/>
                <a:gd name="connsiteX46" fmla="*/ 495776 w 3171825"/>
                <a:gd name="connsiteY46" fmla="*/ 443389 h 866775"/>
                <a:gd name="connsiteX47" fmla="*/ 685324 w 3171825"/>
                <a:gd name="connsiteY47" fmla="*/ 278606 h 866775"/>
                <a:gd name="connsiteX48" fmla="*/ 627221 w 3171825"/>
                <a:gd name="connsiteY48" fmla="*/ 214789 h 866775"/>
                <a:gd name="connsiteX49" fmla="*/ 437674 w 3171825"/>
                <a:gd name="connsiteY49" fmla="*/ 355759 h 866775"/>
                <a:gd name="connsiteX50" fmla="*/ 237649 w 3171825"/>
                <a:gd name="connsiteY50" fmla="*/ 529114 h 866775"/>
                <a:gd name="connsiteX51" fmla="*/ 97631 w 3171825"/>
                <a:gd name="connsiteY51" fmla="*/ 313849 h 866775"/>
                <a:gd name="connsiteX52" fmla="*/ 261461 w 3171825"/>
                <a:gd name="connsiteY52" fmla="*/ 69056 h 866775"/>
                <a:gd name="connsiteX53" fmla="*/ 329089 w 3171825"/>
                <a:gd name="connsiteY53" fmla="*/ 181451 h 866775"/>
                <a:gd name="connsiteX54" fmla="*/ 410051 w 3171825"/>
                <a:gd name="connsiteY54" fmla="*/ 121444 h 866775"/>
                <a:gd name="connsiteX55" fmla="*/ 265271 w 3171825"/>
                <a:gd name="connsiteY55" fmla="*/ 7144 h 866775"/>
                <a:gd name="connsiteX56" fmla="*/ 7144 w 3171825"/>
                <a:gd name="connsiteY56" fmla="*/ 324326 h 866775"/>
                <a:gd name="connsiteX57" fmla="*/ 220504 w 3171825"/>
                <a:gd name="connsiteY57" fmla="*/ 601504 h 866775"/>
                <a:gd name="connsiteX58" fmla="*/ 425291 w 3171825"/>
                <a:gd name="connsiteY58" fmla="*/ 472916 h 866775"/>
                <a:gd name="connsiteX59" fmla="*/ 525304 w 3171825"/>
                <a:gd name="connsiteY59" fmla="*/ 576739 h 866775"/>
                <a:gd name="connsiteX60" fmla="*/ 646271 w 3171825"/>
                <a:gd name="connsiteY60" fmla="*/ 485299 h 866775"/>
                <a:gd name="connsiteX61" fmla="*/ 734854 w 3171825"/>
                <a:gd name="connsiteY61" fmla="*/ 576739 h 866775"/>
                <a:gd name="connsiteX62" fmla="*/ 812959 w 3171825"/>
                <a:gd name="connsiteY62" fmla="*/ 532924 h 866775"/>
                <a:gd name="connsiteX63" fmla="*/ 904399 w 3171825"/>
                <a:gd name="connsiteY63" fmla="*/ 810101 h 866775"/>
                <a:gd name="connsiteX64" fmla="*/ 882491 w 3171825"/>
                <a:gd name="connsiteY64" fmla="*/ 577691 h 866775"/>
                <a:gd name="connsiteX65" fmla="*/ 969169 w 3171825"/>
                <a:gd name="connsiteY65" fmla="*/ 267176 h 866775"/>
                <a:gd name="connsiteX66" fmla="*/ 1015841 w 3171825"/>
                <a:gd name="connsiteY66" fmla="*/ 359569 h 866775"/>
                <a:gd name="connsiteX67" fmla="*/ 1007269 w 3171825"/>
                <a:gd name="connsiteY67" fmla="*/ 440531 h 866775"/>
                <a:gd name="connsiteX68" fmla="*/ 900589 w 3171825"/>
                <a:gd name="connsiteY68" fmla="*/ 545306 h 866775"/>
                <a:gd name="connsiteX69" fmla="*/ 941546 w 3171825"/>
                <a:gd name="connsiteY69" fmla="*/ 577691 h 866775"/>
                <a:gd name="connsiteX70" fmla="*/ 1072039 w 3171825"/>
                <a:gd name="connsiteY70" fmla="*/ 449104 h 866775"/>
                <a:gd name="connsiteX71" fmla="*/ 1150144 w 3171825"/>
                <a:gd name="connsiteY71" fmla="*/ 390049 h 866775"/>
                <a:gd name="connsiteX72" fmla="*/ 1149191 w 3171825"/>
                <a:gd name="connsiteY72" fmla="*/ 415766 h 866775"/>
                <a:gd name="connsiteX73" fmla="*/ 1244441 w 3171825"/>
                <a:gd name="connsiteY73" fmla="*/ 550069 h 866775"/>
                <a:gd name="connsiteX74" fmla="*/ 1349216 w 3171825"/>
                <a:gd name="connsiteY74" fmla="*/ 469106 h 866775"/>
                <a:gd name="connsiteX75" fmla="*/ 1352074 w 3171825"/>
                <a:gd name="connsiteY75" fmla="*/ 547211 h 866775"/>
                <a:gd name="connsiteX76" fmla="*/ 1155859 w 3171825"/>
                <a:gd name="connsiteY76" fmla="*/ 754856 h 866775"/>
                <a:gd name="connsiteX77" fmla="*/ 1259681 w 3171825"/>
                <a:gd name="connsiteY77" fmla="*/ 864394 h 866775"/>
                <a:gd name="connsiteX78" fmla="*/ 1419701 w 3171825"/>
                <a:gd name="connsiteY78" fmla="*/ 569119 h 866775"/>
                <a:gd name="connsiteX79" fmla="*/ 1529239 w 3171825"/>
                <a:gd name="connsiteY79" fmla="*/ 518636 h 866775"/>
                <a:gd name="connsiteX80" fmla="*/ 1640681 w 3171825"/>
                <a:gd name="connsiteY80" fmla="*/ 576739 h 866775"/>
                <a:gd name="connsiteX81" fmla="*/ 1813084 w 3171825"/>
                <a:gd name="connsiteY81" fmla="*/ 459581 h 866775"/>
                <a:gd name="connsiteX82" fmla="*/ 1868329 w 3171825"/>
                <a:gd name="connsiteY82" fmla="*/ 576739 h 866775"/>
                <a:gd name="connsiteX83" fmla="*/ 1980724 w 3171825"/>
                <a:gd name="connsiteY83" fmla="*/ 273844 h 866775"/>
                <a:gd name="connsiteX84" fmla="*/ 2074069 w 3171825"/>
                <a:gd name="connsiteY84" fmla="*/ 601504 h 866775"/>
                <a:gd name="connsiteX85" fmla="*/ 2198846 w 3171825"/>
                <a:gd name="connsiteY85" fmla="*/ 312896 h 866775"/>
                <a:gd name="connsiteX86" fmla="*/ 2307432 w 3171825"/>
                <a:gd name="connsiteY86" fmla="*/ 576739 h 866775"/>
                <a:gd name="connsiteX87" fmla="*/ 2412207 w 3171825"/>
                <a:gd name="connsiteY87" fmla="*/ 428149 h 866775"/>
                <a:gd name="connsiteX88" fmla="*/ 2521744 w 3171825"/>
                <a:gd name="connsiteY88" fmla="*/ 576739 h 866775"/>
                <a:gd name="connsiteX89" fmla="*/ 2618899 w 3171825"/>
                <a:gd name="connsiteY89" fmla="*/ 486251 h 866775"/>
                <a:gd name="connsiteX90" fmla="*/ 2670334 w 3171825"/>
                <a:gd name="connsiteY90" fmla="*/ 576739 h 866775"/>
                <a:gd name="connsiteX91" fmla="*/ 2803684 w 3171825"/>
                <a:gd name="connsiteY91" fmla="*/ 274796 h 866775"/>
                <a:gd name="connsiteX92" fmla="*/ 2947511 w 3171825"/>
                <a:gd name="connsiteY92" fmla="*/ 576739 h 866775"/>
                <a:gd name="connsiteX93" fmla="*/ 3040857 w 3171825"/>
                <a:gd name="connsiteY93" fmla="*/ 474821 h 866775"/>
                <a:gd name="connsiteX94" fmla="*/ 3121819 w 3171825"/>
                <a:gd name="connsiteY94" fmla="*/ 576739 h 866775"/>
                <a:gd name="connsiteX95" fmla="*/ 3169444 w 3171825"/>
                <a:gd name="connsiteY95" fmla="*/ 550069 h 866775"/>
                <a:gd name="connsiteX96" fmla="*/ 3092291 w 3171825"/>
                <a:gd name="connsiteY96" fmla="*/ 287179 h 866775"/>
                <a:gd name="connsiteX97" fmla="*/ 1267301 w 3171825"/>
                <a:gd name="connsiteY97" fmla="*/ 806291 h 866775"/>
                <a:gd name="connsiteX98" fmla="*/ 1226344 w 3171825"/>
                <a:gd name="connsiteY98" fmla="*/ 751999 h 866775"/>
                <a:gd name="connsiteX99" fmla="*/ 1353026 w 3171825"/>
                <a:gd name="connsiteY99" fmla="*/ 597694 h 866775"/>
                <a:gd name="connsiteX100" fmla="*/ 1267301 w 3171825"/>
                <a:gd name="connsiteY100" fmla="*/ 806291 h 866775"/>
                <a:gd name="connsiteX101" fmla="*/ 1614964 w 3171825"/>
                <a:gd name="connsiteY101" fmla="*/ 257651 h 866775"/>
                <a:gd name="connsiteX102" fmla="*/ 1653064 w 3171825"/>
                <a:gd name="connsiteY102" fmla="*/ 315754 h 866775"/>
                <a:gd name="connsiteX103" fmla="*/ 1569244 w 3171825"/>
                <a:gd name="connsiteY103" fmla="*/ 438626 h 866775"/>
                <a:gd name="connsiteX104" fmla="*/ 1614964 w 3171825"/>
                <a:gd name="connsiteY104" fmla="*/ 257651 h 8667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Lst>
              <a:rect l="l" t="t" r="r" b="b"/>
              <a:pathLst>
                <a:path w="3171825" h="866775">
                  <a:moveTo>
                    <a:pt x="3092291" y="287179"/>
                  </a:moveTo>
                  <a:cubicBezTo>
                    <a:pt x="3092291" y="241459"/>
                    <a:pt x="3089434" y="211931"/>
                    <a:pt x="3059907" y="211931"/>
                  </a:cubicBezTo>
                  <a:cubicBezTo>
                    <a:pt x="3046571" y="211931"/>
                    <a:pt x="3039904" y="214789"/>
                    <a:pt x="3027521" y="218599"/>
                  </a:cubicBezTo>
                  <a:cubicBezTo>
                    <a:pt x="3037999" y="371951"/>
                    <a:pt x="3003709" y="507206"/>
                    <a:pt x="2960846" y="507206"/>
                  </a:cubicBezTo>
                  <a:cubicBezTo>
                    <a:pt x="2905601" y="507206"/>
                    <a:pt x="2933224" y="178594"/>
                    <a:pt x="2816066" y="178594"/>
                  </a:cubicBezTo>
                  <a:cubicBezTo>
                    <a:pt x="2707482" y="178594"/>
                    <a:pt x="2692241" y="440531"/>
                    <a:pt x="2679859" y="440531"/>
                  </a:cubicBezTo>
                  <a:cubicBezTo>
                    <a:pt x="2671286" y="440531"/>
                    <a:pt x="2670334" y="371951"/>
                    <a:pt x="2670334" y="319564"/>
                  </a:cubicBezTo>
                  <a:cubicBezTo>
                    <a:pt x="2675096" y="294799"/>
                    <a:pt x="2677001" y="271939"/>
                    <a:pt x="2677001" y="254794"/>
                  </a:cubicBezTo>
                  <a:cubicBezTo>
                    <a:pt x="2677001" y="230029"/>
                    <a:pt x="2667476" y="188119"/>
                    <a:pt x="2611279" y="209074"/>
                  </a:cubicBezTo>
                  <a:cubicBezTo>
                    <a:pt x="2613184" y="396716"/>
                    <a:pt x="2576036" y="510064"/>
                    <a:pt x="2533174" y="510064"/>
                  </a:cubicBezTo>
                  <a:cubicBezTo>
                    <a:pt x="2471261" y="510064"/>
                    <a:pt x="2470309" y="340519"/>
                    <a:pt x="2470309" y="292894"/>
                  </a:cubicBezTo>
                  <a:cubicBezTo>
                    <a:pt x="2470309" y="247174"/>
                    <a:pt x="2473166" y="186214"/>
                    <a:pt x="2405539" y="208121"/>
                  </a:cubicBezTo>
                  <a:cubicBezTo>
                    <a:pt x="2395061" y="371951"/>
                    <a:pt x="2352199" y="494824"/>
                    <a:pt x="2325529" y="494824"/>
                  </a:cubicBezTo>
                  <a:cubicBezTo>
                    <a:pt x="2285524" y="494824"/>
                    <a:pt x="2293144" y="211931"/>
                    <a:pt x="2206466" y="211931"/>
                  </a:cubicBezTo>
                  <a:cubicBezTo>
                    <a:pt x="2128361" y="211931"/>
                    <a:pt x="2103596" y="479584"/>
                    <a:pt x="2087404" y="479584"/>
                  </a:cubicBezTo>
                  <a:cubicBezTo>
                    <a:pt x="2057876" y="479584"/>
                    <a:pt x="2096929" y="178594"/>
                    <a:pt x="1983581" y="178594"/>
                  </a:cubicBezTo>
                  <a:cubicBezTo>
                    <a:pt x="1924526" y="178594"/>
                    <a:pt x="1900714" y="279559"/>
                    <a:pt x="1877854" y="391954"/>
                  </a:cubicBezTo>
                  <a:cubicBezTo>
                    <a:pt x="1873091" y="413861"/>
                    <a:pt x="1868329" y="414814"/>
                    <a:pt x="1867376" y="390049"/>
                  </a:cubicBezTo>
                  <a:cubicBezTo>
                    <a:pt x="1866424" y="370046"/>
                    <a:pt x="1866424" y="347186"/>
                    <a:pt x="1866424" y="327184"/>
                  </a:cubicBezTo>
                  <a:cubicBezTo>
                    <a:pt x="1894999" y="213836"/>
                    <a:pt x="1859756" y="171926"/>
                    <a:pt x="1807369" y="202406"/>
                  </a:cubicBezTo>
                  <a:cubicBezTo>
                    <a:pt x="1824514" y="411004"/>
                    <a:pt x="1728311" y="512921"/>
                    <a:pt x="1654969" y="512921"/>
                  </a:cubicBezTo>
                  <a:cubicBezTo>
                    <a:pt x="1628299" y="512921"/>
                    <a:pt x="1607344" y="501491"/>
                    <a:pt x="1592104" y="483394"/>
                  </a:cubicBezTo>
                  <a:cubicBezTo>
                    <a:pt x="1680686" y="429101"/>
                    <a:pt x="1719739" y="367189"/>
                    <a:pt x="1719739" y="306229"/>
                  </a:cubicBezTo>
                  <a:cubicBezTo>
                    <a:pt x="1719739" y="240506"/>
                    <a:pt x="1681639" y="202406"/>
                    <a:pt x="1619726" y="202406"/>
                  </a:cubicBezTo>
                  <a:cubicBezTo>
                    <a:pt x="1532096" y="202406"/>
                    <a:pt x="1483519" y="292894"/>
                    <a:pt x="1483519" y="369094"/>
                  </a:cubicBezTo>
                  <a:cubicBezTo>
                    <a:pt x="1483519" y="410051"/>
                    <a:pt x="1491139" y="445294"/>
                    <a:pt x="1503521" y="473869"/>
                  </a:cubicBezTo>
                  <a:cubicBezTo>
                    <a:pt x="1473041" y="488156"/>
                    <a:pt x="1445419" y="500539"/>
                    <a:pt x="1418749" y="512921"/>
                  </a:cubicBezTo>
                  <a:cubicBezTo>
                    <a:pt x="1416844" y="433864"/>
                    <a:pt x="1407319" y="350996"/>
                    <a:pt x="1400651" y="274796"/>
                  </a:cubicBezTo>
                  <a:cubicBezTo>
                    <a:pt x="1353979" y="262414"/>
                    <a:pt x="1340644" y="284321"/>
                    <a:pt x="1336834" y="326231"/>
                  </a:cubicBezTo>
                  <a:cubicBezTo>
                    <a:pt x="1328261" y="420529"/>
                    <a:pt x="1293971" y="479584"/>
                    <a:pt x="1262539" y="479584"/>
                  </a:cubicBezTo>
                  <a:cubicBezTo>
                    <a:pt x="1239679" y="479584"/>
                    <a:pt x="1225391" y="451009"/>
                    <a:pt x="1223486" y="421481"/>
                  </a:cubicBezTo>
                  <a:cubicBezTo>
                    <a:pt x="1214914" y="270034"/>
                    <a:pt x="1337786" y="228124"/>
                    <a:pt x="1402556" y="250031"/>
                  </a:cubicBezTo>
                  <a:cubicBezTo>
                    <a:pt x="1415891" y="216694"/>
                    <a:pt x="1401604" y="192881"/>
                    <a:pt x="1343501" y="192881"/>
                  </a:cubicBezTo>
                  <a:cubicBezTo>
                    <a:pt x="1273016" y="192881"/>
                    <a:pt x="1220629" y="235744"/>
                    <a:pt x="1181576" y="290989"/>
                  </a:cubicBezTo>
                  <a:cubicBezTo>
                    <a:pt x="1155859" y="327184"/>
                    <a:pt x="1126331" y="353854"/>
                    <a:pt x="1086326" y="385286"/>
                  </a:cubicBezTo>
                  <a:cubicBezTo>
                    <a:pt x="1087279" y="375761"/>
                    <a:pt x="1088231" y="367189"/>
                    <a:pt x="1088231" y="358616"/>
                  </a:cubicBezTo>
                  <a:cubicBezTo>
                    <a:pt x="1088231" y="251936"/>
                    <a:pt x="1030129" y="204311"/>
                    <a:pt x="974884" y="204311"/>
                  </a:cubicBezTo>
                  <a:cubicBezTo>
                    <a:pt x="929164" y="204311"/>
                    <a:pt x="900589" y="231934"/>
                    <a:pt x="883444" y="273844"/>
                  </a:cubicBezTo>
                  <a:cubicBezTo>
                    <a:pt x="879634" y="231934"/>
                    <a:pt x="871061" y="213836"/>
                    <a:pt x="846296" y="213836"/>
                  </a:cubicBezTo>
                  <a:cubicBezTo>
                    <a:pt x="835819" y="213836"/>
                    <a:pt x="821531" y="216694"/>
                    <a:pt x="805339" y="224314"/>
                  </a:cubicBezTo>
                  <a:cubicBezTo>
                    <a:pt x="812959" y="248126"/>
                    <a:pt x="814864" y="300514"/>
                    <a:pt x="814864" y="334804"/>
                  </a:cubicBezTo>
                  <a:cubicBezTo>
                    <a:pt x="814864" y="463391"/>
                    <a:pt x="777716" y="520541"/>
                    <a:pt x="742474" y="520541"/>
                  </a:cubicBezTo>
                  <a:cubicBezTo>
                    <a:pt x="701516" y="520541"/>
                    <a:pt x="695801" y="368141"/>
                    <a:pt x="691991" y="309086"/>
                  </a:cubicBezTo>
                  <a:cubicBezTo>
                    <a:pt x="687229" y="307181"/>
                    <a:pt x="681514" y="305276"/>
                    <a:pt x="671989" y="305276"/>
                  </a:cubicBezTo>
                  <a:cubicBezTo>
                    <a:pt x="635794" y="305276"/>
                    <a:pt x="631031" y="354806"/>
                    <a:pt x="621506" y="399574"/>
                  </a:cubicBezTo>
                  <a:cubicBezTo>
                    <a:pt x="611029" y="450056"/>
                    <a:pt x="582454" y="512921"/>
                    <a:pt x="539591" y="512921"/>
                  </a:cubicBezTo>
                  <a:cubicBezTo>
                    <a:pt x="513874" y="512921"/>
                    <a:pt x="497681" y="488156"/>
                    <a:pt x="495776" y="443389"/>
                  </a:cubicBezTo>
                  <a:cubicBezTo>
                    <a:pt x="491966" y="352901"/>
                    <a:pt x="567214" y="245269"/>
                    <a:pt x="685324" y="278606"/>
                  </a:cubicBezTo>
                  <a:cubicBezTo>
                    <a:pt x="700564" y="242411"/>
                    <a:pt x="676751" y="214789"/>
                    <a:pt x="627221" y="214789"/>
                  </a:cubicBezTo>
                  <a:cubicBezTo>
                    <a:pt x="540544" y="214789"/>
                    <a:pt x="469106" y="279559"/>
                    <a:pt x="437674" y="355759"/>
                  </a:cubicBezTo>
                  <a:cubicBezTo>
                    <a:pt x="406241" y="426244"/>
                    <a:pt x="350996" y="529114"/>
                    <a:pt x="237649" y="529114"/>
                  </a:cubicBezTo>
                  <a:cubicBezTo>
                    <a:pt x="157639" y="529114"/>
                    <a:pt x="97631" y="459581"/>
                    <a:pt x="97631" y="313849"/>
                  </a:cubicBezTo>
                  <a:cubicBezTo>
                    <a:pt x="97631" y="188119"/>
                    <a:pt x="176689" y="69056"/>
                    <a:pt x="261461" y="69056"/>
                  </a:cubicBezTo>
                  <a:cubicBezTo>
                    <a:pt x="320516" y="69056"/>
                    <a:pt x="333851" y="127159"/>
                    <a:pt x="329089" y="181451"/>
                  </a:cubicBezTo>
                  <a:cubicBezTo>
                    <a:pt x="359569" y="206216"/>
                    <a:pt x="410051" y="183356"/>
                    <a:pt x="410051" y="121444"/>
                  </a:cubicBezTo>
                  <a:cubicBezTo>
                    <a:pt x="410051" y="79534"/>
                    <a:pt x="375761" y="7144"/>
                    <a:pt x="265271" y="7144"/>
                  </a:cubicBezTo>
                  <a:cubicBezTo>
                    <a:pt x="128111" y="7144"/>
                    <a:pt x="7144" y="144304"/>
                    <a:pt x="7144" y="324326"/>
                  </a:cubicBezTo>
                  <a:cubicBezTo>
                    <a:pt x="7144" y="498634"/>
                    <a:pt x="95726" y="601504"/>
                    <a:pt x="220504" y="601504"/>
                  </a:cubicBezTo>
                  <a:cubicBezTo>
                    <a:pt x="299561" y="601504"/>
                    <a:pt x="373856" y="556736"/>
                    <a:pt x="425291" y="472916"/>
                  </a:cubicBezTo>
                  <a:cubicBezTo>
                    <a:pt x="438626" y="545306"/>
                    <a:pt x="488156" y="576739"/>
                    <a:pt x="525304" y="576739"/>
                  </a:cubicBezTo>
                  <a:cubicBezTo>
                    <a:pt x="585311" y="576739"/>
                    <a:pt x="624364" y="537686"/>
                    <a:pt x="646271" y="485299"/>
                  </a:cubicBezTo>
                  <a:cubicBezTo>
                    <a:pt x="659606" y="537686"/>
                    <a:pt x="688181" y="576739"/>
                    <a:pt x="734854" y="576739"/>
                  </a:cubicBezTo>
                  <a:cubicBezTo>
                    <a:pt x="768191" y="576739"/>
                    <a:pt x="793909" y="559594"/>
                    <a:pt x="812959" y="532924"/>
                  </a:cubicBezTo>
                  <a:cubicBezTo>
                    <a:pt x="805339" y="716756"/>
                    <a:pt x="795814" y="832961"/>
                    <a:pt x="904399" y="810101"/>
                  </a:cubicBezTo>
                  <a:cubicBezTo>
                    <a:pt x="887254" y="757714"/>
                    <a:pt x="882491" y="663416"/>
                    <a:pt x="882491" y="577691"/>
                  </a:cubicBezTo>
                  <a:cubicBezTo>
                    <a:pt x="882491" y="344329"/>
                    <a:pt x="920591" y="267176"/>
                    <a:pt x="969169" y="267176"/>
                  </a:cubicBezTo>
                  <a:cubicBezTo>
                    <a:pt x="1004411" y="267176"/>
                    <a:pt x="1015841" y="311944"/>
                    <a:pt x="1015841" y="359569"/>
                  </a:cubicBezTo>
                  <a:cubicBezTo>
                    <a:pt x="1015841" y="385286"/>
                    <a:pt x="1012984" y="413861"/>
                    <a:pt x="1007269" y="440531"/>
                  </a:cubicBezTo>
                  <a:cubicBezTo>
                    <a:pt x="948214" y="477679"/>
                    <a:pt x="900589" y="507206"/>
                    <a:pt x="900589" y="545306"/>
                  </a:cubicBezTo>
                  <a:cubicBezTo>
                    <a:pt x="900589" y="574834"/>
                    <a:pt x="922496" y="577691"/>
                    <a:pt x="941546" y="577691"/>
                  </a:cubicBezTo>
                  <a:cubicBezTo>
                    <a:pt x="987266" y="577691"/>
                    <a:pt x="1041559" y="532924"/>
                    <a:pt x="1072039" y="449104"/>
                  </a:cubicBezTo>
                  <a:cubicBezTo>
                    <a:pt x="1098709" y="432911"/>
                    <a:pt x="1125379" y="414814"/>
                    <a:pt x="1150144" y="390049"/>
                  </a:cubicBezTo>
                  <a:cubicBezTo>
                    <a:pt x="1149191" y="398621"/>
                    <a:pt x="1149191" y="407194"/>
                    <a:pt x="1149191" y="415766"/>
                  </a:cubicBezTo>
                  <a:cubicBezTo>
                    <a:pt x="1149191" y="499586"/>
                    <a:pt x="1185386" y="550069"/>
                    <a:pt x="1244441" y="550069"/>
                  </a:cubicBezTo>
                  <a:cubicBezTo>
                    <a:pt x="1290161" y="550069"/>
                    <a:pt x="1324451" y="517684"/>
                    <a:pt x="1349216" y="469106"/>
                  </a:cubicBezTo>
                  <a:cubicBezTo>
                    <a:pt x="1351121" y="496729"/>
                    <a:pt x="1352074" y="523399"/>
                    <a:pt x="1352074" y="547211"/>
                  </a:cubicBezTo>
                  <a:cubicBezTo>
                    <a:pt x="1258729" y="590074"/>
                    <a:pt x="1155859" y="633889"/>
                    <a:pt x="1155859" y="754856"/>
                  </a:cubicBezTo>
                  <a:cubicBezTo>
                    <a:pt x="1155859" y="817721"/>
                    <a:pt x="1201579" y="864394"/>
                    <a:pt x="1259681" y="864394"/>
                  </a:cubicBezTo>
                  <a:cubicBezTo>
                    <a:pt x="1389221" y="864394"/>
                    <a:pt x="1418749" y="728186"/>
                    <a:pt x="1419701" y="569119"/>
                  </a:cubicBezTo>
                  <a:cubicBezTo>
                    <a:pt x="1461611" y="551021"/>
                    <a:pt x="1493044" y="536734"/>
                    <a:pt x="1529239" y="518636"/>
                  </a:cubicBezTo>
                  <a:cubicBezTo>
                    <a:pt x="1560671" y="557689"/>
                    <a:pt x="1602581" y="576739"/>
                    <a:pt x="1640681" y="576739"/>
                  </a:cubicBezTo>
                  <a:cubicBezTo>
                    <a:pt x="1714024" y="576739"/>
                    <a:pt x="1768316" y="537686"/>
                    <a:pt x="1813084" y="459581"/>
                  </a:cubicBezTo>
                  <a:cubicBezTo>
                    <a:pt x="1820704" y="519589"/>
                    <a:pt x="1835944" y="576739"/>
                    <a:pt x="1868329" y="576739"/>
                  </a:cubicBezTo>
                  <a:cubicBezTo>
                    <a:pt x="1926431" y="576739"/>
                    <a:pt x="1937861" y="273844"/>
                    <a:pt x="1980724" y="273844"/>
                  </a:cubicBezTo>
                  <a:cubicBezTo>
                    <a:pt x="2014061" y="273844"/>
                    <a:pt x="1986439" y="601504"/>
                    <a:pt x="2074069" y="601504"/>
                  </a:cubicBezTo>
                  <a:cubicBezTo>
                    <a:pt x="2148364" y="601504"/>
                    <a:pt x="2162651" y="312896"/>
                    <a:pt x="2198846" y="312896"/>
                  </a:cubicBezTo>
                  <a:cubicBezTo>
                    <a:pt x="2224564" y="312896"/>
                    <a:pt x="2226469" y="576739"/>
                    <a:pt x="2307432" y="576739"/>
                  </a:cubicBezTo>
                  <a:cubicBezTo>
                    <a:pt x="2347436" y="576739"/>
                    <a:pt x="2390299" y="529114"/>
                    <a:pt x="2412207" y="428149"/>
                  </a:cubicBezTo>
                  <a:cubicBezTo>
                    <a:pt x="2422684" y="494824"/>
                    <a:pt x="2456021" y="576739"/>
                    <a:pt x="2521744" y="576739"/>
                  </a:cubicBezTo>
                  <a:cubicBezTo>
                    <a:pt x="2559844" y="576739"/>
                    <a:pt x="2593182" y="537686"/>
                    <a:pt x="2618899" y="486251"/>
                  </a:cubicBezTo>
                  <a:cubicBezTo>
                    <a:pt x="2625566" y="539591"/>
                    <a:pt x="2640807" y="576739"/>
                    <a:pt x="2670334" y="576739"/>
                  </a:cubicBezTo>
                  <a:cubicBezTo>
                    <a:pt x="2746534" y="576739"/>
                    <a:pt x="2743676" y="274796"/>
                    <a:pt x="2803684" y="274796"/>
                  </a:cubicBezTo>
                  <a:cubicBezTo>
                    <a:pt x="2850357" y="274796"/>
                    <a:pt x="2836069" y="576739"/>
                    <a:pt x="2947511" y="576739"/>
                  </a:cubicBezTo>
                  <a:cubicBezTo>
                    <a:pt x="3000851" y="576739"/>
                    <a:pt x="3025616" y="531971"/>
                    <a:pt x="3040857" y="474821"/>
                  </a:cubicBezTo>
                  <a:cubicBezTo>
                    <a:pt x="3061811" y="558641"/>
                    <a:pt x="3094196" y="576739"/>
                    <a:pt x="3121819" y="576739"/>
                  </a:cubicBezTo>
                  <a:cubicBezTo>
                    <a:pt x="3138964" y="576739"/>
                    <a:pt x="3152299" y="571024"/>
                    <a:pt x="3169444" y="550069"/>
                  </a:cubicBezTo>
                  <a:cubicBezTo>
                    <a:pt x="3085624" y="511969"/>
                    <a:pt x="3092291" y="375761"/>
                    <a:pt x="3092291" y="287179"/>
                  </a:cubicBezTo>
                  <a:close/>
                  <a:moveTo>
                    <a:pt x="1267301" y="806291"/>
                  </a:moveTo>
                  <a:cubicBezTo>
                    <a:pt x="1240631" y="806291"/>
                    <a:pt x="1226344" y="780574"/>
                    <a:pt x="1226344" y="751999"/>
                  </a:cubicBezTo>
                  <a:cubicBezTo>
                    <a:pt x="1226344" y="674846"/>
                    <a:pt x="1283494" y="632936"/>
                    <a:pt x="1353026" y="597694"/>
                  </a:cubicBezTo>
                  <a:cubicBezTo>
                    <a:pt x="1349216" y="768191"/>
                    <a:pt x="1310164" y="806291"/>
                    <a:pt x="1267301" y="806291"/>
                  </a:cubicBezTo>
                  <a:close/>
                  <a:moveTo>
                    <a:pt x="1614964" y="257651"/>
                  </a:moveTo>
                  <a:cubicBezTo>
                    <a:pt x="1640681" y="257651"/>
                    <a:pt x="1655921" y="281464"/>
                    <a:pt x="1653064" y="315754"/>
                  </a:cubicBezTo>
                  <a:cubicBezTo>
                    <a:pt x="1650206" y="355759"/>
                    <a:pt x="1620679" y="402431"/>
                    <a:pt x="1569244" y="438626"/>
                  </a:cubicBezTo>
                  <a:cubicBezTo>
                    <a:pt x="1543526" y="362426"/>
                    <a:pt x="1563529" y="257651"/>
                    <a:pt x="1614964" y="257651"/>
                  </a:cubicBezTo>
                  <a:close/>
                </a:path>
              </a:pathLst>
            </a:custGeom>
            <a:solidFill>
              <a:srgbClr val="0072AF"/>
            </a:solidFill>
            <a:ln w="9525" cap="flat">
              <a:noFill/>
              <a:prstDash val="solid"/>
              <a:miter/>
            </a:ln>
          </p:spPr>
          <p:txBody>
            <a:bodyPr lIns="73152" tIns="36576" rIns="73152" bIns="36576" rtlCol="0" anchor="ctr"/>
            <a:lstStyle/>
            <a:p>
              <a:endParaRPr lang="de-DE"/>
            </a:p>
          </p:txBody>
        </p:sp>
        <p:sp>
          <p:nvSpPr>
            <p:cNvPr id="10" name="Freeform: Shape 9">
              <a:extLst>
                <a:ext uri="{FF2B5EF4-FFF2-40B4-BE49-F238E27FC236}">
                  <a16:creationId xmlns:a16="http://schemas.microsoft.com/office/drawing/2014/main" id="{031D688A-C2B9-40DF-8BDB-7397CB9DF4C1}"/>
                </a:ext>
              </a:extLst>
            </p:cNvPr>
            <p:cNvSpPr/>
            <p:nvPr/>
          </p:nvSpPr>
          <p:spPr>
            <a:xfrm>
              <a:off x="10915493" y="643771"/>
              <a:ext cx="54409" cy="59850"/>
            </a:xfrm>
            <a:custGeom>
              <a:avLst/>
              <a:gdLst>
                <a:gd name="connsiteX0" fmla="*/ 51942 w 95250"/>
                <a:gd name="connsiteY0" fmla="*/ 99569 h 104775"/>
                <a:gd name="connsiteX1" fmla="*/ 93853 w 95250"/>
                <a:gd name="connsiteY1" fmla="*/ 51944 h 104775"/>
                <a:gd name="connsiteX2" fmla="*/ 51942 w 95250"/>
                <a:gd name="connsiteY2" fmla="*/ 7176 h 104775"/>
                <a:gd name="connsiteX3" fmla="*/ 7175 w 95250"/>
                <a:gd name="connsiteY3" fmla="*/ 54801 h 104775"/>
                <a:gd name="connsiteX4" fmla="*/ 51942 w 95250"/>
                <a:gd name="connsiteY4" fmla="*/ 99569 h 1047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5250" h="104775">
                  <a:moveTo>
                    <a:pt x="51942" y="99569"/>
                  </a:moveTo>
                  <a:cubicBezTo>
                    <a:pt x="76707" y="98616"/>
                    <a:pt x="93853" y="77661"/>
                    <a:pt x="93853" y="51944"/>
                  </a:cubicBezTo>
                  <a:cubicBezTo>
                    <a:pt x="93853" y="26226"/>
                    <a:pt x="76707" y="6224"/>
                    <a:pt x="51942" y="7176"/>
                  </a:cubicBezTo>
                  <a:cubicBezTo>
                    <a:pt x="27178" y="8129"/>
                    <a:pt x="7175" y="29084"/>
                    <a:pt x="7175" y="54801"/>
                  </a:cubicBezTo>
                  <a:cubicBezTo>
                    <a:pt x="6222" y="80519"/>
                    <a:pt x="27178" y="100521"/>
                    <a:pt x="51942" y="99569"/>
                  </a:cubicBezTo>
                  <a:close/>
                </a:path>
              </a:pathLst>
            </a:custGeom>
            <a:solidFill>
              <a:srgbClr val="0072AF"/>
            </a:solidFill>
            <a:ln w="9525" cap="flat">
              <a:noFill/>
              <a:prstDash val="solid"/>
              <a:miter/>
            </a:ln>
          </p:spPr>
          <p:txBody>
            <a:bodyPr lIns="73152" tIns="36576" rIns="73152" bIns="36576" rtlCol="0" anchor="ctr"/>
            <a:lstStyle/>
            <a:p>
              <a:endParaRPr lang="de-DE"/>
            </a:p>
          </p:txBody>
        </p:sp>
        <p:sp>
          <p:nvSpPr>
            <p:cNvPr id="11" name="Freeform: Shape 10">
              <a:extLst>
                <a:ext uri="{FF2B5EF4-FFF2-40B4-BE49-F238E27FC236}">
                  <a16:creationId xmlns:a16="http://schemas.microsoft.com/office/drawing/2014/main" id="{808CDC8B-4E52-45D7-922E-07333CE529A6}"/>
                </a:ext>
              </a:extLst>
            </p:cNvPr>
            <p:cNvSpPr/>
            <p:nvPr/>
          </p:nvSpPr>
          <p:spPr>
            <a:xfrm>
              <a:off x="11270254" y="654106"/>
              <a:ext cx="54409" cy="54409"/>
            </a:xfrm>
            <a:custGeom>
              <a:avLst/>
              <a:gdLst>
                <a:gd name="connsiteX0" fmla="*/ 48101 w 95250"/>
                <a:gd name="connsiteY0" fmla="*/ 94808 h 95250"/>
                <a:gd name="connsiteX1" fmla="*/ 89059 w 95250"/>
                <a:gd name="connsiteY1" fmla="*/ 49088 h 95250"/>
                <a:gd name="connsiteX2" fmla="*/ 48101 w 95250"/>
                <a:gd name="connsiteY2" fmla="*/ 7178 h 95250"/>
                <a:gd name="connsiteX3" fmla="*/ 7144 w 95250"/>
                <a:gd name="connsiteY3" fmla="*/ 52898 h 95250"/>
                <a:gd name="connsiteX4" fmla="*/ 48101 w 95250"/>
                <a:gd name="connsiteY4" fmla="*/ 94808 h 952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5250" h="95250">
                  <a:moveTo>
                    <a:pt x="48101" y="94808"/>
                  </a:moveTo>
                  <a:cubicBezTo>
                    <a:pt x="70961" y="93856"/>
                    <a:pt x="89059" y="73853"/>
                    <a:pt x="89059" y="49088"/>
                  </a:cubicBezTo>
                  <a:cubicBezTo>
                    <a:pt x="89059" y="25275"/>
                    <a:pt x="70961" y="6225"/>
                    <a:pt x="48101" y="7178"/>
                  </a:cubicBezTo>
                  <a:cubicBezTo>
                    <a:pt x="25241" y="8131"/>
                    <a:pt x="7144" y="28133"/>
                    <a:pt x="7144" y="52898"/>
                  </a:cubicBezTo>
                  <a:cubicBezTo>
                    <a:pt x="8096" y="76711"/>
                    <a:pt x="26194" y="95761"/>
                    <a:pt x="48101" y="94808"/>
                  </a:cubicBezTo>
                  <a:close/>
                </a:path>
              </a:pathLst>
            </a:custGeom>
            <a:solidFill>
              <a:srgbClr val="0072AF"/>
            </a:solidFill>
            <a:ln w="9525" cap="flat">
              <a:noFill/>
              <a:prstDash val="solid"/>
              <a:miter/>
            </a:ln>
          </p:spPr>
          <p:txBody>
            <a:bodyPr lIns="73152" tIns="36576" rIns="73152" bIns="36576" rtlCol="0" anchor="ctr"/>
            <a:lstStyle/>
            <a:p>
              <a:endParaRPr lang="de-DE"/>
            </a:p>
          </p:txBody>
        </p:sp>
        <p:sp>
          <p:nvSpPr>
            <p:cNvPr id="12" name="Freeform: Shape 11">
              <a:extLst>
                <a:ext uri="{FF2B5EF4-FFF2-40B4-BE49-F238E27FC236}">
                  <a16:creationId xmlns:a16="http://schemas.microsoft.com/office/drawing/2014/main" id="{8515A298-0196-4231-B123-8DDB35B79DA6}"/>
                </a:ext>
              </a:extLst>
            </p:cNvPr>
            <p:cNvSpPr/>
            <p:nvPr/>
          </p:nvSpPr>
          <p:spPr>
            <a:xfrm>
              <a:off x="11384515" y="612775"/>
              <a:ext cx="397182" cy="331893"/>
            </a:xfrm>
            <a:custGeom>
              <a:avLst/>
              <a:gdLst>
                <a:gd name="connsiteX0" fmla="*/ 689134 w 695325"/>
                <a:gd name="connsiteY0" fmla="*/ 368141 h 581025"/>
                <a:gd name="connsiteX1" fmla="*/ 571024 w 695325"/>
                <a:gd name="connsiteY1" fmla="*/ 127159 h 581025"/>
                <a:gd name="connsiteX2" fmla="*/ 388144 w 695325"/>
                <a:gd name="connsiteY2" fmla="*/ 13811 h 581025"/>
                <a:gd name="connsiteX3" fmla="*/ 371951 w 695325"/>
                <a:gd name="connsiteY3" fmla="*/ 7144 h 581025"/>
                <a:gd name="connsiteX4" fmla="*/ 371951 w 695325"/>
                <a:gd name="connsiteY4" fmla="*/ 7144 h 581025"/>
                <a:gd name="connsiteX5" fmla="*/ 371951 w 695325"/>
                <a:gd name="connsiteY5" fmla="*/ 7144 h 581025"/>
                <a:gd name="connsiteX6" fmla="*/ 7144 w 695325"/>
                <a:gd name="connsiteY6" fmla="*/ 383381 h 581025"/>
                <a:gd name="connsiteX7" fmla="*/ 132874 w 695325"/>
                <a:gd name="connsiteY7" fmla="*/ 569119 h 581025"/>
                <a:gd name="connsiteX8" fmla="*/ 262414 w 695325"/>
                <a:gd name="connsiteY8" fmla="*/ 571976 h 581025"/>
                <a:gd name="connsiteX9" fmla="*/ 358616 w 695325"/>
                <a:gd name="connsiteY9" fmla="*/ 506254 h 581025"/>
                <a:gd name="connsiteX10" fmla="*/ 577692 w 695325"/>
                <a:gd name="connsiteY10" fmla="*/ 271939 h 581025"/>
                <a:gd name="connsiteX11" fmla="*/ 690086 w 695325"/>
                <a:gd name="connsiteY11" fmla="*/ 374809 h 581025"/>
                <a:gd name="connsiteX12" fmla="*/ 689134 w 695325"/>
                <a:gd name="connsiteY12" fmla="*/ 368141 h 5810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695325" h="581025">
                  <a:moveTo>
                    <a:pt x="689134" y="368141"/>
                  </a:moveTo>
                  <a:cubicBezTo>
                    <a:pt x="687229" y="271939"/>
                    <a:pt x="641509" y="191929"/>
                    <a:pt x="571024" y="127159"/>
                  </a:cubicBezTo>
                  <a:cubicBezTo>
                    <a:pt x="517684" y="78581"/>
                    <a:pt x="453866" y="41434"/>
                    <a:pt x="388144" y="13811"/>
                  </a:cubicBezTo>
                  <a:cubicBezTo>
                    <a:pt x="382429" y="11906"/>
                    <a:pt x="377666" y="9049"/>
                    <a:pt x="371951" y="7144"/>
                  </a:cubicBezTo>
                  <a:lnTo>
                    <a:pt x="371951" y="7144"/>
                  </a:lnTo>
                  <a:cubicBezTo>
                    <a:pt x="371951" y="7144"/>
                    <a:pt x="371951" y="7144"/>
                    <a:pt x="371951" y="7144"/>
                  </a:cubicBezTo>
                  <a:cubicBezTo>
                    <a:pt x="290036" y="105251"/>
                    <a:pt x="7144" y="178594"/>
                    <a:pt x="7144" y="383381"/>
                  </a:cubicBezTo>
                  <a:cubicBezTo>
                    <a:pt x="7144" y="463391"/>
                    <a:pt x="57626" y="538639"/>
                    <a:pt x="132874" y="569119"/>
                  </a:cubicBezTo>
                  <a:cubicBezTo>
                    <a:pt x="175736" y="585311"/>
                    <a:pt x="219551" y="586264"/>
                    <a:pt x="262414" y="571976"/>
                  </a:cubicBezTo>
                  <a:cubicBezTo>
                    <a:pt x="300514" y="559594"/>
                    <a:pt x="332899" y="535781"/>
                    <a:pt x="358616" y="506254"/>
                  </a:cubicBezTo>
                  <a:cubicBezTo>
                    <a:pt x="441484" y="413861"/>
                    <a:pt x="475774" y="271939"/>
                    <a:pt x="577692" y="271939"/>
                  </a:cubicBezTo>
                  <a:cubicBezTo>
                    <a:pt x="671036" y="271939"/>
                    <a:pt x="683419" y="338614"/>
                    <a:pt x="690086" y="374809"/>
                  </a:cubicBezTo>
                  <a:cubicBezTo>
                    <a:pt x="689134" y="373856"/>
                    <a:pt x="689134" y="371951"/>
                    <a:pt x="689134" y="368141"/>
                  </a:cubicBezTo>
                  <a:close/>
                </a:path>
              </a:pathLst>
            </a:custGeom>
            <a:solidFill>
              <a:srgbClr val="0072AF"/>
            </a:solidFill>
            <a:ln w="9525" cap="flat">
              <a:noFill/>
              <a:prstDash val="solid"/>
              <a:miter/>
            </a:ln>
          </p:spPr>
          <p:txBody>
            <a:bodyPr lIns="73152" tIns="36576" rIns="73152" bIns="36576" rtlCol="0" anchor="ctr"/>
            <a:lstStyle/>
            <a:p>
              <a:endParaRPr lang="de-DE"/>
            </a:p>
          </p:txBody>
        </p:sp>
      </p:grpSp>
    </p:spTree>
    <p:extLst>
      <p:ext uri="{BB962C8B-B14F-4D97-AF65-F5344CB8AC3E}">
        <p14:creationId xmlns:p14="http://schemas.microsoft.com/office/powerpoint/2010/main" val="1064340159"/>
      </p:ext>
    </p:extLst>
  </p:cSld>
  <p:clrMapOvr>
    <a:masterClrMapping/>
  </p:clrMapOvr>
  <p:extLst>
    <p:ext uri="{DCECCB84-F9BA-43D5-87BE-67443E8EF086}">
      <p15:sldGuideLst xmlns:p15="http://schemas.microsoft.com/office/powerpoint/2012/main"/>
    </p:ext>
  </p:extLst>
</p:sldLayout>
</file>

<file path=ppt/slideLayouts/slideLayout111.xml><?xml version="1.0" encoding="utf-8"?>
<p:sldLayout xmlns:a="http://schemas.openxmlformats.org/drawingml/2006/main" xmlns:r="http://schemas.openxmlformats.org/officeDocument/2006/relationships" xmlns:p="http://schemas.openxmlformats.org/presentationml/2006/main" userDrawn="1">
  <p:cSld name="11_Case study layout">
    <p:spTree>
      <p:nvGrpSpPr>
        <p:cNvPr id="1" name=""/>
        <p:cNvGrpSpPr/>
        <p:nvPr/>
      </p:nvGrpSpPr>
      <p:grpSpPr>
        <a:xfrm>
          <a:off x="0" y="0"/>
          <a:ext cx="0" cy="0"/>
          <a:chOff x="0" y="0"/>
          <a:chExt cx="0" cy="0"/>
        </a:xfrm>
      </p:grpSpPr>
      <p:sp>
        <p:nvSpPr>
          <p:cNvPr id="29" name="Content Placeholder 28">
            <a:extLst>
              <a:ext uri="{FF2B5EF4-FFF2-40B4-BE49-F238E27FC236}">
                <a16:creationId xmlns:a16="http://schemas.microsoft.com/office/drawing/2014/main" id="{FB7E2EE6-870D-496F-A2D1-62D12F52C62E}"/>
              </a:ext>
            </a:extLst>
          </p:cNvPr>
          <p:cNvSpPr>
            <a:spLocks noGrp="1"/>
          </p:cNvSpPr>
          <p:nvPr>
            <p:ph sz="quarter" idx="26"/>
          </p:nvPr>
        </p:nvSpPr>
        <p:spPr>
          <a:xfrm>
            <a:off x="0" y="2390772"/>
            <a:ext cx="6096000" cy="4467227"/>
          </a:xfrm>
          <a:solidFill>
            <a:srgbClr val="272936"/>
          </a:solidFill>
          <a:ln>
            <a:noFill/>
          </a:ln>
        </p:spPr>
        <p:txBody>
          <a:bodyPr/>
          <a:lstStyle>
            <a:lvl1pPr marL="0" indent="0">
              <a:buNone/>
              <a:defRPr sz="1800" b="1">
                <a:solidFill>
                  <a:schemeClr val="bg1"/>
                </a:solidFill>
              </a:defRPr>
            </a:lvl1pPr>
          </a:lstStyle>
          <a:p>
            <a:pPr lvl="0"/>
            <a:r>
              <a:rPr lang="en-US"/>
              <a:t>Click to edit Master text styles</a:t>
            </a:r>
          </a:p>
        </p:txBody>
      </p:sp>
      <p:sp>
        <p:nvSpPr>
          <p:cNvPr id="25" name="Picture Placeholder 24">
            <a:extLst>
              <a:ext uri="{FF2B5EF4-FFF2-40B4-BE49-F238E27FC236}">
                <a16:creationId xmlns:a16="http://schemas.microsoft.com/office/drawing/2014/main" id="{ECA1A4E6-7B96-48EE-B800-350B43FF4278}"/>
              </a:ext>
            </a:extLst>
          </p:cNvPr>
          <p:cNvSpPr>
            <a:spLocks noGrp="1"/>
          </p:cNvSpPr>
          <p:nvPr>
            <p:ph type="pic" sz="quarter" idx="25" hasCustomPrompt="1"/>
          </p:nvPr>
        </p:nvSpPr>
        <p:spPr>
          <a:xfrm>
            <a:off x="0" y="-75"/>
            <a:ext cx="6093303" cy="2410765"/>
          </a:xfrm>
        </p:spPr>
        <p:txBody>
          <a:bodyPr/>
          <a:lstStyle>
            <a:lvl1pPr>
              <a:defRPr/>
            </a:lvl1pPr>
          </a:lstStyle>
          <a:p>
            <a:r>
              <a:rPr lang="en-US"/>
              <a:t>Placeholder for image</a:t>
            </a:r>
            <a:endParaRPr lang="en-GB"/>
          </a:p>
        </p:txBody>
      </p:sp>
      <p:sp>
        <p:nvSpPr>
          <p:cNvPr id="4" name="Text Placeholder 3">
            <a:extLst>
              <a:ext uri="{FF2B5EF4-FFF2-40B4-BE49-F238E27FC236}">
                <a16:creationId xmlns:a16="http://schemas.microsoft.com/office/drawing/2014/main" id="{F4AD4FA4-2E1B-49C6-8235-1FBB65473B75}"/>
              </a:ext>
            </a:extLst>
          </p:cNvPr>
          <p:cNvSpPr>
            <a:spLocks noGrp="1"/>
          </p:cNvSpPr>
          <p:nvPr>
            <p:ph type="body" sz="quarter" idx="22" hasCustomPrompt="1"/>
          </p:nvPr>
        </p:nvSpPr>
        <p:spPr>
          <a:xfrm>
            <a:off x="6392723" y="1194416"/>
            <a:ext cx="5342400" cy="961200"/>
          </a:xfrm>
        </p:spPr>
        <p:txBody>
          <a:bodyPr/>
          <a:lstStyle>
            <a:lvl1pPr marL="0" indent="0" algn="l">
              <a:lnSpc>
                <a:spcPct val="100000"/>
              </a:lnSpc>
              <a:spcBef>
                <a:spcPts val="0"/>
              </a:spcBef>
              <a:buNone/>
              <a:defRPr sz="1800" baseline="0">
                <a:solidFill>
                  <a:schemeClr val="tx1"/>
                </a:solidFill>
              </a:defRPr>
            </a:lvl1pPr>
          </a:lstStyle>
          <a:p>
            <a:pPr lvl="0"/>
            <a:r>
              <a:rPr lang="en-GB"/>
              <a:t>Body text – business challenge</a:t>
            </a:r>
          </a:p>
        </p:txBody>
      </p:sp>
      <p:sp>
        <p:nvSpPr>
          <p:cNvPr id="13" name="Text Placeholder 3">
            <a:extLst>
              <a:ext uri="{FF2B5EF4-FFF2-40B4-BE49-F238E27FC236}">
                <a16:creationId xmlns:a16="http://schemas.microsoft.com/office/drawing/2014/main" id="{36A287FD-CD6B-4F25-8BDF-F903D59010C6}"/>
              </a:ext>
            </a:extLst>
          </p:cNvPr>
          <p:cNvSpPr>
            <a:spLocks noGrp="1"/>
          </p:cNvSpPr>
          <p:nvPr>
            <p:ph type="body" sz="quarter" idx="23" hasCustomPrompt="1"/>
          </p:nvPr>
        </p:nvSpPr>
        <p:spPr>
          <a:xfrm>
            <a:off x="6392723" y="2948400"/>
            <a:ext cx="5342400" cy="961200"/>
          </a:xfrm>
        </p:spPr>
        <p:txBody>
          <a:bodyPr/>
          <a:lstStyle>
            <a:lvl1pPr marL="0" indent="0" algn="l">
              <a:lnSpc>
                <a:spcPct val="100000"/>
              </a:lnSpc>
              <a:spcBef>
                <a:spcPts val="0"/>
              </a:spcBef>
              <a:buNone/>
              <a:defRPr sz="1800" baseline="0">
                <a:solidFill>
                  <a:schemeClr val="tx1"/>
                </a:solidFill>
              </a:defRPr>
            </a:lvl1pPr>
          </a:lstStyle>
          <a:p>
            <a:pPr lvl="0"/>
            <a:r>
              <a:rPr lang="en-GB"/>
              <a:t>Body text – Tessella approach</a:t>
            </a:r>
          </a:p>
        </p:txBody>
      </p:sp>
      <p:sp>
        <p:nvSpPr>
          <p:cNvPr id="17" name="Text Placeholder 3">
            <a:extLst>
              <a:ext uri="{FF2B5EF4-FFF2-40B4-BE49-F238E27FC236}">
                <a16:creationId xmlns:a16="http://schemas.microsoft.com/office/drawing/2014/main" id="{5B3BF6C0-F946-488A-9B15-F70FF6401238}"/>
              </a:ext>
            </a:extLst>
          </p:cNvPr>
          <p:cNvSpPr>
            <a:spLocks noGrp="1"/>
          </p:cNvSpPr>
          <p:nvPr>
            <p:ph type="body" sz="quarter" idx="24" hasCustomPrompt="1"/>
          </p:nvPr>
        </p:nvSpPr>
        <p:spPr>
          <a:xfrm>
            <a:off x="6392719" y="5071716"/>
            <a:ext cx="5342400" cy="961200"/>
          </a:xfrm>
        </p:spPr>
        <p:txBody>
          <a:bodyPr/>
          <a:lstStyle>
            <a:lvl1pPr marL="0" indent="0" algn="l">
              <a:lnSpc>
                <a:spcPct val="100000"/>
              </a:lnSpc>
              <a:spcBef>
                <a:spcPts val="0"/>
              </a:spcBef>
              <a:buNone/>
              <a:defRPr sz="1800" baseline="0">
                <a:solidFill>
                  <a:schemeClr val="tx1"/>
                </a:solidFill>
              </a:defRPr>
            </a:lvl1pPr>
          </a:lstStyle>
          <a:p>
            <a:pPr lvl="0"/>
            <a:r>
              <a:rPr lang="en-GB"/>
              <a:t>Body text – outcome</a:t>
            </a:r>
          </a:p>
        </p:txBody>
      </p:sp>
      <p:sp>
        <p:nvSpPr>
          <p:cNvPr id="3" name="TextBox 2">
            <a:extLst>
              <a:ext uri="{FF2B5EF4-FFF2-40B4-BE49-F238E27FC236}">
                <a16:creationId xmlns:a16="http://schemas.microsoft.com/office/drawing/2014/main" id="{9CE54477-D384-4565-8F7F-70C8B8597EF6}"/>
              </a:ext>
            </a:extLst>
          </p:cNvPr>
          <p:cNvSpPr txBox="1"/>
          <p:nvPr userDrawn="1"/>
        </p:nvSpPr>
        <p:spPr>
          <a:xfrm>
            <a:off x="6392722" y="826055"/>
            <a:ext cx="5342395" cy="369332"/>
          </a:xfrm>
          <a:prstGeom prst="rect">
            <a:avLst/>
          </a:prstGeom>
          <a:noFill/>
        </p:spPr>
        <p:txBody>
          <a:bodyPr wrap="square" rtlCol="0">
            <a:spAutoFit/>
          </a:bodyPr>
          <a:lstStyle/>
          <a:p>
            <a:pPr defTabSz="914400"/>
            <a:r>
              <a:rPr lang="en-US" sz="1800" b="1">
                <a:solidFill>
                  <a:srgbClr val="0170AD"/>
                </a:solidFill>
              </a:rPr>
              <a:t>Problem</a:t>
            </a:r>
            <a:endParaRPr lang="en-GB" sz="1800" b="1">
              <a:solidFill>
                <a:srgbClr val="0170AD"/>
              </a:solidFill>
            </a:endParaRPr>
          </a:p>
        </p:txBody>
      </p:sp>
      <p:sp>
        <p:nvSpPr>
          <p:cNvPr id="21" name="TextBox 20">
            <a:extLst>
              <a:ext uri="{FF2B5EF4-FFF2-40B4-BE49-F238E27FC236}">
                <a16:creationId xmlns:a16="http://schemas.microsoft.com/office/drawing/2014/main" id="{E3F3D5E3-10B8-40E7-9495-42F0D24228FF}"/>
              </a:ext>
            </a:extLst>
          </p:cNvPr>
          <p:cNvSpPr txBox="1"/>
          <p:nvPr userDrawn="1"/>
        </p:nvSpPr>
        <p:spPr>
          <a:xfrm>
            <a:off x="6392720" y="2246571"/>
            <a:ext cx="5342395" cy="369332"/>
          </a:xfrm>
          <a:prstGeom prst="rect">
            <a:avLst/>
          </a:prstGeom>
          <a:noFill/>
        </p:spPr>
        <p:txBody>
          <a:bodyPr wrap="square" rtlCol="0">
            <a:spAutoFit/>
          </a:bodyPr>
          <a:lstStyle/>
          <a:p>
            <a:pPr defTabSz="914400"/>
            <a:r>
              <a:rPr lang="en-US" sz="1800" b="1">
                <a:solidFill>
                  <a:srgbClr val="0170AD"/>
                </a:solidFill>
              </a:rPr>
              <a:t>Approach / Solution</a:t>
            </a:r>
            <a:endParaRPr lang="en-GB" sz="1800" b="1">
              <a:solidFill>
                <a:srgbClr val="0170AD"/>
              </a:solidFill>
            </a:endParaRPr>
          </a:p>
        </p:txBody>
      </p:sp>
      <p:sp>
        <p:nvSpPr>
          <p:cNvPr id="22" name="TextBox 21">
            <a:extLst>
              <a:ext uri="{FF2B5EF4-FFF2-40B4-BE49-F238E27FC236}">
                <a16:creationId xmlns:a16="http://schemas.microsoft.com/office/drawing/2014/main" id="{BF2CA2D3-86A9-4D76-9A90-1F546F715AF4}"/>
              </a:ext>
            </a:extLst>
          </p:cNvPr>
          <p:cNvSpPr txBox="1"/>
          <p:nvPr userDrawn="1"/>
        </p:nvSpPr>
        <p:spPr>
          <a:xfrm>
            <a:off x="6392719" y="4702384"/>
            <a:ext cx="5342395" cy="369332"/>
          </a:xfrm>
          <a:prstGeom prst="rect">
            <a:avLst/>
          </a:prstGeom>
          <a:noFill/>
        </p:spPr>
        <p:txBody>
          <a:bodyPr wrap="square" rtlCol="0">
            <a:spAutoFit/>
          </a:bodyPr>
          <a:lstStyle/>
          <a:p>
            <a:pPr defTabSz="914400"/>
            <a:r>
              <a:rPr lang="en-US" sz="1800" b="1">
                <a:solidFill>
                  <a:srgbClr val="0170AD"/>
                </a:solidFill>
              </a:rPr>
              <a:t>Outcome</a:t>
            </a:r>
            <a:endParaRPr lang="en-GB" sz="1800" b="1">
              <a:solidFill>
                <a:srgbClr val="0170AD"/>
              </a:solidFill>
            </a:endParaRPr>
          </a:p>
        </p:txBody>
      </p:sp>
      <p:grpSp>
        <p:nvGrpSpPr>
          <p:cNvPr id="10" name="Groupe 1">
            <a:extLst>
              <a:ext uri="{FF2B5EF4-FFF2-40B4-BE49-F238E27FC236}">
                <a16:creationId xmlns:a16="http://schemas.microsoft.com/office/drawing/2014/main" id="{11A3E882-4152-49CC-A658-0BA2BD4CCF4E}"/>
              </a:ext>
            </a:extLst>
          </p:cNvPr>
          <p:cNvGrpSpPr>
            <a:grpSpLocks noChangeAspect="1"/>
          </p:cNvGrpSpPr>
          <p:nvPr userDrawn="1"/>
        </p:nvGrpSpPr>
        <p:grpSpPr>
          <a:xfrm>
            <a:off x="11562163" y="205059"/>
            <a:ext cx="419436" cy="388988"/>
            <a:chOff x="11501102" y="171573"/>
            <a:chExt cx="419436" cy="388988"/>
          </a:xfrm>
        </p:grpSpPr>
        <p:sp>
          <p:nvSpPr>
            <p:cNvPr id="11" name="Freeform 13">
              <a:extLst>
                <a:ext uri="{FF2B5EF4-FFF2-40B4-BE49-F238E27FC236}">
                  <a16:creationId xmlns:a16="http://schemas.microsoft.com/office/drawing/2014/main" id="{7962C740-AA7F-4225-AF45-30CEC5D85747}"/>
                </a:ext>
              </a:extLst>
            </p:cNvPr>
            <p:cNvSpPr>
              <a:spLocks/>
            </p:cNvSpPr>
            <p:nvPr userDrawn="1"/>
          </p:nvSpPr>
          <p:spPr bwMode="auto">
            <a:xfrm>
              <a:off x="11644642" y="334376"/>
              <a:ext cx="275896" cy="226185"/>
            </a:xfrm>
            <a:custGeom>
              <a:avLst/>
              <a:gdLst/>
              <a:ahLst/>
              <a:cxnLst>
                <a:cxn ang="0">
                  <a:pos x="125" y="107"/>
                </a:cxn>
                <a:cxn ang="0">
                  <a:pos x="188" y="43"/>
                </a:cxn>
                <a:cxn ang="0">
                  <a:pos x="141" y="0"/>
                </a:cxn>
                <a:cxn ang="0">
                  <a:pos x="49" y="99"/>
                </a:cxn>
                <a:cxn ang="0">
                  <a:pos x="0" y="144"/>
                </a:cxn>
                <a:cxn ang="0">
                  <a:pos x="37" y="154"/>
                </a:cxn>
                <a:cxn ang="0">
                  <a:pos x="125" y="125"/>
                </a:cxn>
                <a:cxn ang="0">
                  <a:pos x="81" y="86"/>
                </a:cxn>
                <a:cxn ang="0">
                  <a:pos x="125" y="107"/>
                </a:cxn>
              </a:cxnLst>
              <a:rect l="0" t="0" r="r" b="b"/>
              <a:pathLst>
                <a:path w="188" h="154">
                  <a:moveTo>
                    <a:pt x="125" y="107"/>
                  </a:moveTo>
                  <a:cubicBezTo>
                    <a:pt x="160" y="107"/>
                    <a:pt x="188" y="78"/>
                    <a:pt x="188" y="43"/>
                  </a:cubicBezTo>
                  <a:cubicBezTo>
                    <a:pt x="186" y="28"/>
                    <a:pt x="181" y="0"/>
                    <a:pt x="141" y="0"/>
                  </a:cubicBezTo>
                  <a:cubicBezTo>
                    <a:pt x="99" y="0"/>
                    <a:pt x="84" y="60"/>
                    <a:pt x="49" y="99"/>
                  </a:cubicBezTo>
                  <a:cubicBezTo>
                    <a:pt x="47" y="121"/>
                    <a:pt x="26" y="140"/>
                    <a:pt x="0" y="144"/>
                  </a:cubicBezTo>
                  <a:cubicBezTo>
                    <a:pt x="6" y="150"/>
                    <a:pt x="20" y="154"/>
                    <a:pt x="37" y="154"/>
                  </a:cubicBezTo>
                  <a:cubicBezTo>
                    <a:pt x="68" y="154"/>
                    <a:pt x="106" y="145"/>
                    <a:pt x="125" y="125"/>
                  </a:cubicBezTo>
                  <a:cubicBezTo>
                    <a:pt x="99" y="126"/>
                    <a:pt x="82" y="109"/>
                    <a:pt x="81" y="86"/>
                  </a:cubicBezTo>
                  <a:cubicBezTo>
                    <a:pt x="93" y="101"/>
                    <a:pt x="108" y="107"/>
                    <a:pt x="125" y="107"/>
                  </a:cubicBezTo>
                </a:path>
              </a:pathLst>
            </a:custGeom>
            <a:solidFill>
              <a:srgbClr val="12ABDB"/>
            </a:solidFill>
            <a:ln w="9525">
              <a:noFill/>
              <a:round/>
              <a:headEnd/>
              <a:tailEnd/>
            </a:ln>
          </p:spPr>
          <p:txBody>
            <a:bodyPr vert="horz" wrap="square" lIns="91440" tIns="45720" rIns="91440" bIns="45720" numCol="1" anchor="t" anchorCtr="0" compatLnSpc="1">
              <a:prstTxWarp prst="textNoShape">
                <a:avLst/>
              </a:prstTxWarp>
            </a:bodyPr>
            <a:lstStyle/>
            <a:p>
              <a:pPr defTabSz="914400"/>
              <a:endParaRPr lang="en-GB" sz="1800">
                <a:solidFill>
                  <a:srgbClr val="000000"/>
                </a:solidFill>
              </a:endParaRPr>
            </a:p>
          </p:txBody>
        </p:sp>
        <p:sp>
          <p:nvSpPr>
            <p:cNvPr id="12" name="Freeform 14">
              <a:extLst>
                <a:ext uri="{FF2B5EF4-FFF2-40B4-BE49-F238E27FC236}">
                  <a16:creationId xmlns:a16="http://schemas.microsoft.com/office/drawing/2014/main" id="{8B6BE8F3-0248-42CC-8053-5B10FA1A6457}"/>
                </a:ext>
              </a:extLst>
            </p:cNvPr>
            <p:cNvSpPr>
              <a:spLocks/>
            </p:cNvSpPr>
            <p:nvPr userDrawn="1"/>
          </p:nvSpPr>
          <p:spPr bwMode="auto">
            <a:xfrm>
              <a:off x="11501102" y="171573"/>
              <a:ext cx="419436" cy="356676"/>
            </a:xfrm>
            <a:custGeom>
              <a:avLst/>
              <a:gdLst/>
              <a:ahLst/>
              <a:cxnLst>
                <a:cxn ang="0">
                  <a:pos x="286" y="152"/>
                </a:cxn>
                <a:cxn ang="0">
                  <a:pos x="237" y="51"/>
                </a:cxn>
                <a:cxn ang="0">
                  <a:pos x="160" y="3"/>
                </a:cxn>
                <a:cxn ang="0">
                  <a:pos x="153" y="0"/>
                </a:cxn>
                <a:cxn ang="0">
                  <a:pos x="153" y="0"/>
                </a:cxn>
                <a:cxn ang="0">
                  <a:pos x="0" y="158"/>
                </a:cxn>
                <a:cxn ang="0">
                  <a:pos x="53" y="236"/>
                </a:cxn>
                <a:cxn ang="0">
                  <a:pos x="107" y="237"/>
                </a:cxn>
                <a:cxn ang="0">
                  <a:pos x="147" y="210"/>
                </a:cxn>
                <a:cxn ang="0">
                  <a:pos x="239" y="111"/>
                </a:cxn>
                <a:cxn ang="0">
                  <a:pos x="286" y="154"/>
                </a:cxn>
                <a:cxn ang="0">
                  <a:pos x="286" y="152"/>
                </a:cxn>
              </a:cxnLst>
              <a:rect l="0" t="0" r="r" b="b"/>
              <a:pathLst>
                <a:path w="286" h="243">
                  <a:moveTo>
                    <a:pt x="286" y="152"/>
                  </a:moveTo>
                  <a:cubicBezTo>
                    <a:pt x="286" y="112"/>
                    <a:pt x="266" y="78"/>
                    <a:pt x="237" y="51"/>
                  </a:cubicBezTo>
                  <a:cubicBezTo>
                    <a:pt x="215" y="30"/>
                    <a:pt x="188" y="15"/>
                    <a:pt x="160" y="3"/>
                  </a:cubicBezTo>
                  <a:cubicBezTo>
                    <a:pt x="158" y="2"/>
                    <a:pt x="156" y="1"/>
                    <a:pt x="153" y="0"/>
                  </a:cubicBezTo>
                  <a:cubicBezTo>
                    <a:pt x="153" y="0"/>
                    <a:pt x="153" y="0"/>
                    <a:pt x="153" y="0"/>
                  </a:cubicBezTo>
                  <a:cubicBezTo>
                    <a:pt x="119" y="41"/>
                    <a:pt x="0" y="72"/>
                    <a:pt x="0" y="158"/>
                  </a:cubicBezTo>
                  <a:cubicBezTo>
                    <a:pt x="0" y="192"/>
                    <a:pt x="21" y="224"/>
                    <a:pt x="53" y="236"/>
                  </a:cubicBezTo>
                  <a:cubicBezTo>
                    <a:pt x="71" y="243"/>
                    <a:pt x="89" y="243"/>
                    <a:pt x="107" y="237"/>
                  </a:cubicBezTo>
                  <a:cubicBezTo>
                    <a:pt x="123" y="232"/>
                    <a:pt x="136" y="222"/>
                    <a:pt x="147" y="210"/>
                  </a:cubicBezTo>
                  <a:cubicBezTo>
                    <a:pt x="182" y="171"/>
                    <a:pt x="197" y="111"/>
                    <a:pt x="239" y="111"/>
                  </a:cubicBezTo>
                  <a:cubicBezTo>
                    <a:pt x="279" y="111"/>
                    <a:pt x="284" y="139"/>
                    <a:pt x="286" y="154"/>
                  </a:cubicBezTo>
                  <a:cubicBezTo>
                    <a:pt x="286" y="154"/>
                    <a:pt x="286" y="153"/>
                    <a:pt x="286" y="152"/>
                  </a:cubicBezTo>
                </a:path>
              </a:pathLst>
            </a:custGeom>
            <a:solidFill>
              <a:srgbClr val="0070AD"/>
            </a:solidFill>
            <a:ln w="9525">
              <a:noFill/>
              <a:round/>
              <a:headEnd/>
              <a:tailEnd/>
            </a:ln>
          </p:spPr>
          <p:txBody>
            <a:bodyPr vert="horz" wrap="square" lIns="91440" tIns="45720" rIns="91440" bIns="45720" numCol="1" anchor="t" anchorCtr="0" compatLnSpc="1">
              <a:prstTxWarp prst="textNoShape">
                <a:avLst/>
              </a:prstTxWarp>
            </a:bodyPr>
            <a:lstStyle/>
            <a:p>
              <a:pPr defTabSz="914400"/>
              <a:endParaRPr lang="en-GB" sz="1800">
                <a:solidFill>
                  <a:srgbClr val="000000"/>
                </a:solidFill>
              </a:endParaRPr>
            </a:p>
          </p:txBody>
        </p:sp>
      </p:grpSp>
    </p:spTree>
    <p:extLst>
      <p:ext uri="{BB962C8B-B14F-4D97-AF65-F5344CB8AC3E}">
        <p14:creationId xmlns:p14="http://schemas.microsoft.com/office/powerpoint/2010/main" val="153089488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29">
                                            <p:bg/>
                                          </p:spTgt>
                                        </p:tgtEl>
                                        <p:attrNameLst>
                                          <p:attrName>style.visibility</p:attrName>
                                        </p:attrNameLst>
                                      </p:cBhvr>
                                      <p:to>
                                        <p:strVal val="visible"/>
                                      </p:to>
                                    </p:set>
                                    <p:animEffect transition="in" filter="fade">
                                      <p:cBhvr>
                                        <p:cTn id="7" dur="500"/>
                                        <p:tgtEl>
                                          <p:spTgt spid="29">
                                            <p:bg/>
                                          </p:spTgt>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29">
                                            <p:txEl>
                                              <p:pRg st="0" end="0"/>
                                            </p:txEl>
                                          </p:spTgt>
                                        </p:tgtEl>
                                        <p:attrNameLst>
                                          <p:attrName>style.visibility</p:attrName>
                                        </p:attrNameLst>
                                      </p:cBhvr>
                                      <p:to>
                                        <p:strVal val="visible"/>
                                      </p:to>
                                    </p:set>
                                    <p:animEffect transition="in" filter="fade">
                                      <p:cBhvr>
                                        <p:cTn id="10" dur="500"/>
                                        <p:tgtEl>
                                          <p:spTgt spid="29">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9" grpId="0" build="p" animBg="1">
        <p:tmplLst>
          <p:tmpl>
            <p:tnLst>
              <p:par>
                <p:cTn presetID="10" presetClass="entr" presetSubtype="0" fill="hold" nodeType="clickEffect">
                  <p:stCondLst>
                    <p:cond delay="0"/>
                  </p:stCondLst>
                  <p:childTnLst>
                    <p:set>
                      <p:cBhvr>
                        <p:cTn dur="1" fill="hold">
                          <p:stCondLst>
                            <p:cond delay="0"/>
                          </p:stCondLst>
                        </p:cTn>
                        <p:tgtEl>
                          <p:spTgt spid="29"/>
                        </p:tgtEl>
                        <p:attrNameLst>
                          <p:attrName>style.visibility</p:attrName>
                        </p:attrNameLst>
                      </p:cBhvr>
                      <p:to>
                        <p:strVal val="visible"/>
                      </p:to>
                    </p:set>
                    <p:animEffect transition="in" filter="fade">
                      <p:cBhvr>
                        <p:cTn dur="500"/>
                        <p:tgtEl>
                          <p:spTgt spid="29"/>
                        </p:tgtEl>
                      </p:cBhvr>
                    </p:animEffect>
                  </p:childTnLst>
                </p:cTn>
              </p:par>
            </p:tnLst>
          </p:tmpl>
          <p:tmpl lvl="1">
            <p:tnLst>
              <p:par>
                <p:cTn presetID="10" presetClass="entr" presetSubtype="0" fill="hold" nodeType="withEffect">
                  <p:stCondLst>
                    <p:cond delay="0"/>
                  </p:stCondLst>
                  <p:childTnLst>
                    <p:set>
                      <p:cBhvr>
                        <p:cTn dur="1" fill="hold">
                          <p:stCondLst>
                            <p:cond delay="0"/>
                          </p:stCondLst>
                        </p:cTn>
                        <p:tgtEl>
                          <p:spTgt spid="29"/>
                        </p:tgtEl>
                        <p:attrNameLst>
                          <p:attrName>style.visibility</p:attrName>
                        </p:attrNameLst>
                      </p:cBhvr>
                      <p:to>
                        <p:strVal val="visible"/>
                      </p:to>
                    </p:set>
                    <p:animEffect transition="in" filter="fade">
                      <p:cBhvr>
                        <p:cTn dur="500"/>
                        <p:tgtEl>
                          <p:spTgt spid="29"/>
                        </p:tgtEl>
                      </p:cBhvr>
                    </p:animEffect>
                  </p:childTnLst>
                </p:cTn>
              </p:par>
            </p:tnLst>
          </p:tmpl>
        </p:tmplLst>
      </p:bldP>
    </p:bldLst>
  </p:timing>
  <p:extLst>
    <p:ext uri="{DCECCB84-F9BA-43D5-87BE-67443E8EF086}">
      <p15:sldGuideLst xmlns:p15="http://schemas.microsoft.com/office/powerpoint/2012/main">
        <p15:guide id="1" orient="horz" pos="913">
          <p15:clr>
            <a:srgbClr val="FBAE40"/>
          </p15:clr>
        </p15:guide>
        <p15:guide id="2" pos="5654">
          <p15:clr>
            <a:srgbClr val="FBAE40"/>
          </p15:clr>
        </p15:guide>
        <p15:guide id="3" orient="horz" pos="3203">
          <p15:clr>
            <a:srgbClr val="FBAE40"/>
          </p15:clr>
        </p15:guide>
        <p15:guide id="4" pos="3840">
          <p15:clr>
            <a:srgbClr val="FBAE40"/>
          </p15:clr>
        </p15:guide>
        <p15:guide id="5" orient="horz" pos="3521">
          <p15:clr>
            <a:srgbClr val="FBAE40"/>
          </p15:clr>
        </p15:guide>
        <p15:guide id="6" orient="horz" pos="3022">
          <p15:clr>
            <a:srgbClr val="FBAE40"/>
          </p15:clr>
        </p15:guide>
        <p15:guide id="7" pos="2026">
          <p15:clr>
            <a:srgbClr val="FBAE40"/>
          </p15:clr>
        </p15:guide>
        <p15:guide id="8" orient="horz" pos="164">
          <p15:clr>
            <a:srgbClr val="FBAE40"/>
          </p15:clr>
        </p15:guide>
      </p15:sldGuideLst>
    </p:ext>
  </p:extLst>
</p:sldLayout>
</file>

<file path=ppt/slideLayouts/slideLayout112.xml><?xml version="1.0" encoding="utf-8"?>
<p:sldLayout xmlns:a="http://schemas.openxmlformats.org/drawingml/2006/main" xmlns:r="http://schemas.openxmlformats.org/officeDocument/2006/relationships" xmlns:p="http://schemas.openxmlformats.org/presentationml/2006/main" type="obj">
  <p:cSld name="1_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8A119BF-A520-45D8-84C7-933B274F8CB8}"/>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9EF72DBB-58DD-4380-BBDC-E86262EF34AE}"/>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3B598B77-87AA-4738-ACC1-5018DB857C2B}"/>
              </a:ext>
            </a:extLst>
          </p:cNvPr>
          <p:cNvSpPr>
            <a:spLocks noGrp="1"/>
          </p:cNvSpPr>
          <p:nvPr>
            <p:ph type="dt" sz="half" idx="10"/>
          </p:nvPr>
        </p:nvSpPr>
        <p:spPr/>
        <p:txBody>
          <a:bodyPr/>
          <a:lstStyle/>
          <a:p>
            <a:fld id="{1D9B0797-0CB4-4607-880E-F3771E59123B}" type="datetimeFigureOut">
              <a:rPr lang="en-US" smtClean="0"/>
              <a:t>3/4/2026</a:t>
            </a:fld>
            <a:endParaRPr lang="en-US"/>
          </a:p>
        </p:txBody>
      </p:sp>
      <p:sp>
        <p:nvSpPr>
          <p:cNvPr id="5" name="Footer Placeholder 4">
            <a:extLst>
              <a:ext uri="{FF2B5EF4-FFF2-40B4-BE49-F238E27FC236}">
                <a16:creationId xmlns:a16="http://schemas.microsoft.com/office/drawing/2014/main" id="{2F2E2686-C396-4F4B-9FDC-4293DA204AB6}"/>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3A381063-E4DE-44A5-A743-1EB85C690B2D}"/>
              </a:ext>
            </a:extLst>
          </p:cNvPr>
          <p:cNvSpPr>
            <a:spLocks noGrp="1"/>
          </p:cNvSpPr>
          <p:nvPr>
            <p:ph type="sldNum" sz="quarter" idx="12"/>
          </p:nvPr>
        </p:nvSpPr>
        <p:spPr/>
        <p:txBody>
          <a:bodyPr/>
          <a:lstStyle/>
          <a:p>
            <a:fld id="{1DE4AFAF-8CBD-4CAD-BA96-CF796E4AB046}" type="slidenum">
              <a:rPr lang="en-US" smtClean="0"/>
              <a:t>‹#›</a:t>
            </a:fld>
            <a:endParaRPr lang="en-US"/>
          </a:p>
        </p:txBody>
      </p:sp>
    </p:spTree>
    <p:extLst>
      <p:ext uri="{BB962C8B-B14F-4D97-AF65-F5344CB8AC3E}">
        <p14:creationId xmlns:p14="http://schemas.microsoft.com/office/powerpoint/2010/main" val="2297473140"/>
      </p:ext>
    </p:extLst>
  </p:cSld>
  <p:clrMapOvr>
    <a:masterClrMapping/>
  </p:clrMapOvr>
</p:sldLayout>
</file>

<file path=ppt/slideLayouts/slideLayout113.xml><?xml version="1.0" encoding="utf-8"?>
<p:sldLayout xmlns:a="http://schemas.openxmlformats.org/drawingml/2006/main" xmlns:r="http://schemas.openxmlformats.org/officeDocument/2006/relationships" xmlns:p="http://schemas.openxmlformats.org/presentationml/2006/main" userDrawn="1">
  <p:cSld name="1_Title Only Short Dark">
    <p:bg>
      <p:bgPr>
        <a:solidFill>
          <a:schemeClr val="accent4"/>
        </a:solidFill>
        <a:effectLst/>
      </p:bgPr>
    </p:bg>
    <p:spTree>
      <p:nvGrpSpPr>
        <p:cNvPr id="1" name=""/>
        <p:cNvGrpSpPr/>
        <p:nvPr/>
      </p:nvGrpSpPr>
      <p:grpSpPr>
        <a:xfrm>
          <a:off x="0" y="0"/>
          <a:ext cx="0" cy="0"/>
          <a:chOff x="0" y="0"/>
          <a:chExt cx="0" cy="0"/>
        </a:xfrm>
      </p:grpSpPr>
      <p:sp>
        <p:nvSpPr>
          <p:cNvPr id="2" name="Picture Placeholder 18">
            <a:extLst>
              <a:ext uri="{FF2B5EF4-FFF2-40B4-BE49-F238E27FC236}">
                <a16:creationId xmlns:a16="http://schemas.microsoft.com/office/drawing/2014/main" id="{7D3C6BC6-663C-C133-76CE-9BAB02DAEDB3}"/>
              </a:ext>
            </a:extLst>
          </p:cNvPr>
          <p:cNvSpPr>
            <a:spLocks noGrp="1"/>
          </p:cNvSpPr>
          <p:nvPr>
            <p:ph type="pic" sz="quarter" idx="18" hasCustomPrompt="1"/>
          </p:nvPr>
        </p:nvSpPr>
        <p:spPr>
          <a:xfrm>
            <a:off x="8112125" y="1122907"/>
            <a:ext cx="4079875" cy="5735093"/>
          </a:xfrm>
          <a:custGeom>
            <a:avLst/>
            <a:gdLst>
              <a:gd name="connsiteX0" fmla="*/ 0 w 6888162"/>
              <a:gd name="connsiteY0" fmla="*/ 0 h 6858000"/>
              <a:gd name="connsiteX1" fmla="*/ 6888162 w 6888162"/>
              <a:gd name="connsiteY1" fmla="*/ 0 h 6858000"/>
              <a:gd name="connsiteX2" fmla="*/ 6888162 w 6888162"/>
              <a:gd name="connsiteY2" fmla="*/ 6858000 h 6858000"/>
              <a:gd name="connsiteX3" fmla="*/ 0 w 6888162"/>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6888162" h="6858000">
                <a:moveTo>
                  <a:pt x="0" y="0"/>
                </a:moveTo>
                <a:lnTo>
                  <a:pt x="6888162" y="0"/>
                </a:lnTo>
                <a:lnTo>
                  <a:pt x="6888162" y="6858000"/>
                </a:lnTo>
                <a:lnTo>
                  <a:pt x="0" y="6858000"/>
                </a:lnTo>
                <a:close/>
              </a:path>
            </a:pathLst>
          </a:custGeom>
          <a:solidFill>
            <a:schemeClr val="bg1">
              <a:lumMod val="95000"/>
            </a:schemeClr>
          </a:solidFill>
        </p:spPr>
        <p:txBody>
          <a:bodyPr wrap="square">
            <a:noAutofit/>
          </a:bodyPr>
          <a:lstStyle>
            <a:lvl1pPr>
              <a:defRPr>
                <a:solidFill>
                  <a:schemeClr val="tx1">
                    <a:lumMod val="50000"/>
                    <a:lumOff val="50000"/>
                  </a:schemeClr>
                </a:solidFill>
              </a:defRPr>
            </a:lvl1pPr>
          </a:lstStyle>
          <a:p>
            <a:r>
              <a:rPr lang="de-DE"/>
              <a:t>Insert Picture and send </a:t>
            </a:r>
            <a:r>
              <a:rPr lang="de-DE" err="1"/>
              <a:t>to</a:t>
            </a:r>
            <a:r>
              <a:rPr lang="de-DE"/>
              <a:t> back</a:t>
            </a:r>
          </a:p>
        </p:txBody>
      </p:sp>
      <p:sp>
        <p:nvSpPr>
          <p:cNvPr id="13" name="Date Placeholder 12">
            <a:extLst>
              <a:ext uri="{FF2B5EF4-FFF2-40B4-BE49-F238E27FC236}">
                <a16:creationId xmlns:a16="http://schemas.microsoft.com/office/drawing/2014/main" id="{9E3C1FF3-B093-4F6B-92A8-6BEBE95D4A8F}"/>
              </a:ext>
            </a:extLst>
          </p:cNvPr>
          <p:cNvSpPr>
            <a:spLocks noGrp="1"/>
          </p:cNvSpPr>
          <p:nvPr>
            <p:ph type="dt" sz="half" idx="10"/>
          </p:nvPr>
        </p:nvSpPr>
        <p:spPr/>
        <p:txBody>
          <a:bodyPr/>
          <a:lstStyle>
            <a:lvl1pPr algn="r">
              <a:defRPr/>
            </a:lvl1pPr>
          </a:lstStyle>
          <a:p>
            <a:pPr>
              <a:spcBef>
                <a:spcPts val="1000"/>
              </a:spcBef>
              <a:buFont typeface="Arial" panose="020B0604020202020204" pitchFamily="34" charset="0"/>
              <a:buNone/>
            </a:pPr>
            <a:r>
              <a:rPr lang="en-US"/>
              <a:t>© Capgemini Invent 2025. All rights reserved.</a:t>
            </a:r>
          </a:p>
        </p:txBody>
      </p:sp>
      <p:sp>
        <p:nvSpPr>
          <p:cNvPr id="15" name="Slide Number Placeholder 14">
            <a:extLst>
              <a:ext uri="{FF2B5EF4-FFF2-40B4-BE49-F238E27FC236}">
                <a16:creationId xmlns:a16="http://schemas.microsoft.com/office/drawing/2014/main" id="{05CC71D2-E8FF-43C0-8C44-22987D13EBB2}"/>
              </a:ext>
            </a:extLst>
          </p:cNvPr>
          <p:cNvSpPr>
            <a:spLocks noGrp="1"/>
          </p:cNvSpPr>
          <p:nvPr>
            <p:ph type="sldNum" sz="quarter" idx="12"/>
          </p:nvPr>
        </p:nvSpPr>
        <p:spPr/>
        <p:txBody>
          <a:bodyPr/>
          <a:lstStyle>
            <a:lvl1pPr algn="r">
              <a:defRPr/>
            </a:lvl1pPr>
          </a:lstStyle>
          <a:p>
            <a:fld id="{5D9A5160-6218-4E5A-B9E6-B93E3DAE377C}" type="slidenum">
              <a:rPr lang="en-US" smtClean="0"/>
              <a:pPr/>
              <a:t>‹#›</a:t>
            </a:fld>
            <a:endParaRPr lang="en-US"/>
          </a:p>
        </p:txBody>
      </p:sp>
      <p:sp>
        <p:nvSpPr>
          <p:cNvPr id="4" name="Title 3">
            <a:extLst>
              <a:ext uri="{FF2B5EF4-FFF2-40B4-BE49-F238E27FC236}">
                <a16:creationId xmlns:a16="http://schemas.microsoft.com/office/drawing/2014/main" id="{240D4478-625C-45B3-9909-94DD7D96B26F}"/>
              </a:ext>
            </a:extLst>
          </p:cNvPr>
          <p:cNvSpPr>
            <a:spLocks noGrp="1"/>
          </p:cNvSpPr>
          <p:nvPr>
            <p:ph type="title"/>
          </p:nvPr>
        </p:nvSpPr>
        <p:spPr>
          <a:xfrm>
            <a:off x="550861" y="6907"/>
            <a:ext cx="10872000" cy="1116000"/>
          </a:xfrm>
        </p:spPr>
        <p:txBody>
          <a:bodyPr rIns="72000"/>
          <a:lstStyle>
            <a:lvl1pPr>
              <a:defRPr>
                <a:solidFill>
                  <a:schemeClr val="bg1"/>
                </a:solidFill>
              </a:defRPr>
            </a:lvl1pPr>
          </a:lstStyle>
          <a:p>
            <a:r>
              <a:rPr lang="en-US"/>
              <a:t>Click to edit Master title style</a:t>
            </a:r>
            <a:endParaRPr lang="de-DE"/>
          </a:p>
        </p:txBody>
      </p:sp>
      <p:sp>
        <p:nvSpPr>
          <p:cNvPr id="6" name="Footer Placeholder 5">
            <a:extLst>
              <a:ext uri="{FF2B5EF4-FFF2-40B4-BE49-F238E27FC236}">
                <a16:creationId xmlns:a16="http://schemas.microsoft.com/office/drawing/2014/main" id="{D68D5F21-41A7-4B42-9814-2C4B08869382}"/>
              </a:ext>
            </a:extLst>
          </p:cNvPr>
          <p:cNvSpPr>
            <a:spLocks noGrp="1"/>
          </p:cNvSpPr>
          <p:nvPr>
            <p:ph type="ftr" sz="quarter" idx="13"/>
          </p:nvPr>
        </p:nvSpPr>
        <p:spPr/>
        <p:txBody>
          <a:bodyPr/>
          <a:lstStyle/>
          <a:p>
            <a:pPr>
              <a:spcBef>
                <a:spcPts val="1000"/>
              </a:spcBef>
              <a:buFont typeface="Arial" panose="020B0604020202020204" pitchFamily="34" charset="0"/>
              <a:buNone/>
            </a:pPr>
            <a:r>
              <a:rPr lang="en-US"/>
              <a:t>Presentation Title | Author | Date</a:t>
            </a:r>
          </a:p>
        </p:txBody>
      </p:sp>
      <p:sp>
        <p:nvSpPr>
          <p:cNvPr id="14" name="Text Placeholder 9">
            <a:extLst>
              <a:ext uri="{FF2B5EF4-FFF2-40B4-BE49-F238E27FC236}">
                <a16:creationId xmlns:a16="http://schemas.microsoft.com/office/drawing/2014/main" id="{98C3DB19-4889-48D4-AFFB-A1B288723D76}"/>
              </a:ext>
            </a:extLst>
          </p:cNvPr>
          <p:cNvSpPr>
            <a:spLocks noGrp="1"/>
          </p:cNvSpPr>
          <p:nvPr>
            <p:ph type="body" sz="quarter" idx="15" hasCustomPrompt="1"/>
          </p:nvPr>
        </p:nvSpPr>
        <p:spPr>
          <a:xfrm>
            <a:off x="550200" y="1125538"/>
            <a:ext cx="7561263" cy="246221"/>
          </a:xfrm>
          <a:prstGeom prst="rect">
            <a:avLst/>
          </a:prstGeom>
        </p:spPr>
        <p:txBody>
          <a:bodyPr wrap="square" lIns="0" rIns="72000">
            <a:spAutoFit/>
          </a:bodyPr>
          <a:lstStyle>
            <a:lvl1pPr>
              <a:defRPr sz="1600" b="1">
                <a:solidFill>
                  <a:schemeClr val="bg1"/>
                </a:solidFill>
                <a:latin typeface="+mn-lt"/>
              </a:defRPr>
            </a:lvl1pPr>
          </a:lstStyle>
          <a:p>
            <a:pPr lvl="0"/>
            <a:r>
              <a:rPr lang="en-US"/>
              <a:t>Click to edit Master text styles</a:t>
            </a:r>
          </a:p>
        </p:txBody>
      </p:sp>
      <p:sp>
        <p:nvSpPr>
          <p:cNvPr id="16" name="TextBox 15">
            <a:extLst>
              <a:ext uri="{FF2B5EF4-FFF2-40B4-BE49-F238E27FC236}">
                <a16:creationId xmlns:a16="http://schemas.microsoft.com/office/drawing/2014/main" id="{1F62E3C9-BB70-4CF4-98F9-292D7381F72C}"/>
              </a:ext>
            </a:extLst>
          </p:cNvPr>
          <p:cNvSpPr txBox="1"/>
          <p:nvPr userDrawn="1">
            <p:custDataLst>
              <p:tags r:id="rId1"/>
            </p:custDataLst>
          </p:nvPr>
        </p:nvSpPr>
        <p:spPr>
          <a:xfrm>
            <a:off x="8102301" y="6650661"/>
            <a:ext cx="1090042" cy="123111"/>
          </a:xfrm>
          <a:prstGeom prst="rect">
            <a:avLst/>
          </a:prstGeom>
          <a:noFill/>
        </p:spPr>
        <p:txBody>
          <a:bodyPr vert="horz" wrap="none" lIns="0" tIns="0" rIns="0" bIns="0" rtlCol="0" anchor="ctr" anchorCtr="0">
            <a:spAutoFit/>
          </a:bodyPr>
          <a:lstStyle/>
          <a:p>
            <a:pPr algn="r">
              <a:spcBef>
                <a:spcPts val="1000"/>
              </a:spcBef>
              <a:spcAft>
                <a:spcPts val="0"/>
              </a:spcAft>
            </a:pPr>
            <a:r>
              <a:rPr lang="en-GB" sz="800" b="1">
                <a:solidFill>
                  <a:schemeClr val="bg1">
                    <a:lumMod val="65000"/>
                  </a:schemeClr>
                </a:solidFill>
                <a:cs typeface="Times New Roman" pitchFamily="18" charset="0"/>
              </a:rPr>
              <a:t>Company Confidential</a:t>
            </a:r>
            <a:endParaRPr lang="en-GB" sz="800" b="1">
              <a:solidFill>
                <a:schemeClr val="bg1">
                  <a:lumMod val="65000"/>
                </a:schemeClr>
              </a:solidFill>
              <a:ea typeface="Times New Roman" pitchFamily="18" charset="0"/>
              <a:cs typeface="Times New Roman" pitchFamily="18" charset="0"/>
            </a:endParaRPr>
          </a:p>
        </p:txBody>
      </p:sp>
      <p:sp>
        <p:nvSpPr>
          <p:cNvPr id="12" name="Text Placeholder 7">
            <a:extLst>
              <a:ext uri="{FF2B5EF4-FFF2-40B4-BE49-F238E27FC236}">
                <a16:creationId xmlns:a16="http://schemas.microsoft.com/office/drawing/2014/main" id="{F13880FA-A20C-4104-8D48-DC99C13D0B89}"/>
              </a:ext>
            </a:extLst>
          </p:cNvPr>
          <p:cNvSpPr>
            <a:spLocks noGrp="1"/>
          </p:cNvSpPr>
          <p:nvPr>
            <p:ph type="body" sz="quarter" idx="17"/>
          </p:nvPr>
        </p:nvSpPr>
        <p:spPr>
          <a:xfrm>
            <a:off x="551384" y="1628800"/>
            <a:ext cx="7561263" cy="4824388"/>
          </a:xfrm>
          <a:prstGeom prst="rect">
            <a:avLst/>
          </a:prstGeom>
        </p:spPr>
        <p:txBody>
          <a:bodyPr rIns="216000">
            <a:noAutofit/>
          </a:bodyPr>
          <a:lstStyle>
            <a:lvl1pPr>
              <a:defRPr sz="1200">
                <a:solidFill>
                  <a:schemeClr val="bg1"/>
                </a:solidFill>
              </a:defRPr>
            </a:lvl1pPr>
            <a:lvl2pPr>
              <a:buClrTx/>
              <a:defRPr sz="1200">
                <a:solidFill>
                  <a:schemeClr val="bg1"/>
                </a:solidFill>
              </a:defRPr>
            </a:lvl2pPr>
            <a:lvl3pPr>
              <a:buClrTx/>
              <a:defRPr sz="1200">
                <a:solidFill>
                  <a:schemeClr val="bg1"/>
                </a:solidFill>
              </a:defRPr>
            </a:lvl3pPr>
            <a:lvl4pPr>
              <a:buClrTx/>
              <a:defRPr sz="1100">
                <a:solidFill>
                  <a:schemeClr val="bg1"/>
                </a:solidFill>
              </a:defRPr>
            </a:lvl4pPr>
            <a:lvl5pPr>
              <a:buClrTx/>
              <a:defRPr sz="1100">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3675077670"/>
      </p:ext>
    </p:extLst>
  </p:cSld>
  <p:clrMapOvr>
    <a:masterClrMapping/>
  </p:clrMapOvr>
  <p:extLst>
    <p:ext uri="{DCECCB84-F9BA-43D5-87BE-67443E8EF086}">
      <p15:sldGuideLst xmlns:p15="http://schemas.microsoft.com/office/powerpoint/2012/main">
        <p15:guide id="1" pos="5110">
          <p15:clr>
            <a:srgbClr val="FBAE40"/>
          </p15:clr>
        </p15:guide>
      </p15:sldGuideLst>
    </p:ext>
  </p:extLst>
</p:sldLayout>
</file>

<file path=ppt/slideLayouts/slideLayout114.xml><?xml version="1.0" encoding="utf-8"?>
<p:sldLayout xmlns:a="http://schemas.openxmlformats.org/drawingml/2006/main" xmlns:r="http://schemas.openxmlformats.org/officeDocument/2006/relationships" xmlns:p="http://schemas.openxmlformats.org/presentationml/2006/main" showMasterSp="0" userDrawn="1">
  <p:cSld name="25_Title Subtitle Dark Blue">
    <p:bg>
      <p:bgPr>
        <a:gradFill>
          <a:gsLst>
            <a:gs pos="100000">
              <a:schemeClr val="accent1"/>
            </a:gs>
            <a:gs pos="0">
              <a:schemeClr val="accent4"/>
            </a:gs>
          </a:gsLst>
          <a:lin ang="18900000" scaled="0"/>
        </a:gradFill>
        <a:effectLst/>
      </p:bgPr>
    </p:bg>
    <p:spTree>
      <p:nvGrpSpPr>
        <p:cNvPr id="1" name=""/>
        <p:cNvGrpSpPr/>
        <p:nvPr/>
      </p:nvGrpSpPr>
      <p:grpSpPr>
        <a:xfrm>
          <a:off x="0" y="0"/>
          <a:ext cx="0" cy="0"/>
          <a:chOff x="0" y="0"/>
          <a:chExt cx="0" cy="0"/>
        </a:xfrm>
      </p:grpSpPr>
      <p:pic>
        <p:nvPicPr>
          <p:cNvPr id="16" name="Picture 15">
            <a:extLst>
              <a:ext uri="{FF2B5EF4-FFF2-40B4-BE49-F238E27FC236}">
                <a16:creationId xmlns:a16="http://schemas.microsoft.com/office/drawing/2014/main" id="{DE0D24CC-0C4F-D8F2-FAD6-708F7EBCD26B}"/>
              </a:ext>
            </a:extLst>
          </p:cNvPr>
          <p:cNvPicPr>
            <a:picLocks noChangeAspect="1"/>
          </p:cNvPicPr>
          <p:nvPr userDrawn="1"/>
        </p:nvPicPr>
        <p:blipFill rotWithShape="1">
          <a:blip r:embed="rId3"/>
          <a:srcRect t="44" r="3629" b="3224"/>
          <a:stretch/>
        </p:blipFill>
        <p:spPr>
          <a:xfrm flipV="1">
            <a:off x="0" y="-8555"/>
            <a:ext cx="12192000" cy="6866554"/>
          </a:xfrm>
          <a:prstGeom prst="rect">
            <a:avLst/>
          </a:prstGeom>
        </p:spPr>
      </p:pic>
      <p:sp>
        <p:nvSpPr>
          <p:cNvPr id="5" name="Rectangle 4">
            <a:extLst>
              <a:ext uri="{FF2B5EF4-FFF2-40B4-BE49-F238E27FC236}">
                <a16:creationId xmlns:a16="http://schemas.microsoft.com/office/drawing/2014/main" id="{BF3541AA-6AF8-623F-B47B-1E2F29367584}"/>
              </a:ext>
            </a:extLst>
          </p:cNvPr>
          <p:cNvSpPr/>
          <p:nvPr userDrawn="1"/>
        </p:nvSpPr>
        <p:spPr>
          <a:xfrm rot="5400000">
            <a:off x="2662721" y="-2671277"/>
            <a:ext cx="6866556" cy="12192001"/>
          </a:xfrm>
          <a:prstGeom prst="rect">
            <a:avLst/>
          </a:prstGeom>
          <a:gradFill flip="none" rotWithShape="1">
            <a:gsLst>
              <a:gs pos="41000">
                <a:schemeClr val="tx1">
                  <a:alpha val="60000"/>
                </a:schemeClr>
              </a:gs>
              <a:gs pos="100000">
                <a:schemeClr val="tx1">
                  <a:alpha val="0"/>
                </a:schemeClr>
              </a:gs>
            </a:gsLst>
            <a:lin ang="16800000" scaled="0"/>
            <a:tileRect/>
          </a:gra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400">
              <a:solidFill>
                <a:schemeClr val="tx1"/>
              </a:solidFill>
            </a:endParaRPr>
          </a:p>
        </p:txBody>
      </p:sp>
      <p:sp>
        <p:nvSpPr>
          <p:cNvPr id="6" name="Slide Number Placeholder 5">
            <a:extLst>
              <a:ext uri="{FF2B5EF4-FFF2-40B4-BE49-F238E27FC236}">
                <a16:creationId xmlns:a16="http://schemas.microsoft.com/office/drawing/2014/main" id="{A01F3CCC-A7A2-43F4-B41C-6E884F53F29B}"/>
              </a:ext>
            </a:extLst>
          </p:cNvPr>
          <p:cNvSpPr>
            <a:spLocks noGrp="1"/>
          </p:cNvSpPr>
          <p:nvPr>
            <p:ph type="sldNum" sz="quarter" idx="12"/>
          </p:nvPr>
        </p:nvSpPr>
        <p:spPr>
          <a:xfrm>
            <a:off x="11407951" y="6650661"/>
            <a:ext cx="232665" cy="123111"/>
          </a:xfrm>
          <a:prstGeom prst="rect">
            <a:avLst/>
          </a:prstGeom>
        </p:spPr>
        <p:txBody>
          <a:bodyPr/>
          <a:lstStyle>
            <a:lvl1pPr algn="r">
              <a:defRPr/>
            </a:lvl1pPr>
          </a:lstStyle>
          <a:p>
            <a:fld id="{5D9A5160-6218-4E5A-B9E6-B93E3DAE377C}" type="slidenum">
              <a:rPr lang="en-US" smtClean="0"/>
              <a:pPr/>
              <a:t>‹#›</a:t>
            </a:fld>
            <a:endParaRPr lang="en-US"/>
          </a:p>
        </p:txBody>
      </p:sp>
      <p:sp>
        <p:nvSpPr>
          <p:cNvPr id="12" name="Text Placeholder 9">
            <a:extLst>
              <a:ext uri="{FF2B5EF4-FFF2-40B4-BE49-F238E27FC236}">
                <a16:creationId xmlns:a16="http://schemas.microsoft.com/office/drawing/2014/main" id="{5166E472-7F03-4595-8219-0CA22510C30A}"/>
              </a:ext>
            </a:extLst>
          </p:cNvPr>
          <p:cNvSpPr>
            <a:spLocks noGrp="1"/>
          </p:cNvSpPr>
          <p:nvPr>
            <p:ph type="body" sz="quarter" idx="15" hasCustomPrompt="1"/>
          </p:nvPr>
        </p:nvSpPr>
        <p:spPr>
          <a:xfrm>
            <a:off x="550200" y="1125538"/>
            <a:ext cx="11090938" cy="246221"/>
          </a:xfrm>
          <a:prstGeom prst="rect">
            <a:avLst/>
          </a:prstGeom>
        </p:spPr>
        <p:txBody>
          <a:bodyPr lIns="0">
            <a:spAutoFit/>
          </a:bodyPr>
          <a:lstStyle>
            <a:lvl1pPr>
              <a:defRPr sz="1600" b="1">
                <a:solidFill>
                  <a:schemeClr val="bg1"/>
                </a:solidFill>
                <a:latin typeface="+mn-lt"/>
              </a:defRPr>
            </a:lvl1pPr>
          </a:lstStyle>
          <a:p>
            <a:pPr lvl="0"/>
            <a:r>
              <a:rPr lang="en-US"/>
              <a:t>Click to edit Master text styles</a:t>
            </a:r>
          </a:p>
        </p:txBody>
      </p:sp>
      <p:sp>
        <p:nvSpPr>
          <p:cNvPr id="7" name="Footer Placeholder 6">
            <a:extLst>
              <a:ext uri="{FF2B5EF4-FFF2-40B4-BE49-F238E27FC236}">
                <a16:creationId xmlns:a16="http://schemas.microsoft.com/office/drawing/2014/main" id="{710155C6-3EEC-484D-BD60-4BC6C274A786}"/>
              </a:ext>
            </a:extLst>
          </p:cNvPr>
          <p:cNvSpPr>
            <a:spLocks noGrp="1"/>
          </p:cNvSpPr>
          <p:nvPr>
            <p:ph type="ftr" sz="quarter" idx="16"/>
          </p:nvPr>
        </p:nvSpPr>
        <p:spPr/>
        <p:txBody>
          <a:bodyPr/>
          <a:lstStyle/>
          <a:p>
            <a:pPr>
              <a:spcBef>
                <a:spcPts val="1000"/>
              </a:spcBef>
              <a:buFont typeface="Arial" panose="020B0604020202020204" pitchFamily="34" charset="0"/>
              <a:buNone/>
            </a:pPr>
            <a:r>
              <a:rPr lang="de-DE"/>
              <a:t>Process </a:t>
            </a:r>
            <a:r>
              <a:rPr lang="de-DE" err="1"/>
              <a:t>Intelligence</a:t>
            </a:r>
            <a:r>
              <a:rPr lang="de-DE"/>
              <a:t> Forum</a:t>
            </a:r>
            <a:endParaRPr lang="en-US"/>
          </a:p>
        </p:txBody>
      </p:sp>
      <p:sp>
        <p:nvSpPr>
          <p:cNvPr id="4" name="TextBox 3">
            <a:extLst>
              <a:ext uri="{FF2B5EF4-FFF2-40B4-BE49-F238E27FC236}">
                <a16:creationId xmlns:a16="http://schemas.microsoft.com/office/drawing/2014/main" id="{893AEF70-FAA7-2E6C-D551-2570035C7BDE}"/>
              </a:ext>
            </a:extLst>
          </p:cNvPr>
          <p:cNvSpPr txBox="1"/>
          <p:nvPr userDrawn="1">
            <p:custDataLst>
              <p:tags r:id="rId1"/>
            </p:custDataLst>
          </p:nvPr>
        </p:nvSpPr>
        <p:spPr>
          <a:xfrm>
            <a:off x="8192069" y="6650661"/>
            <a:ext cx="1000274" cy="123111"/>
          </a:xfrm>
          <a:prstGeom prst="rect">
            <a:avLst/>
          </a:prstGeom>
          <a:noFill/>
        </p:spPr>
        <p:txBody>
          <a:bodyPr vert="horz" wrap="none" lIns="0" tIns="0" rIns="0" bIns="0" rtlCol="0" anchor="ctr" anchorCtr="0">
            <a:spAutoFit/>
          </a:bodyPr>
          <a:lstStyle/>
          <a:p>
            <a:pPr algn="r">
              <a:spcBef>
                <a:spcPts val="1000"/>
              </a:spcBef>
              <a:spcAft>
                <a:spcPts val="0"/>
              </a:spcAft>
            </a:pPr>
            <a:r>
              <a:rPr lang="en-GB" sz="800" b="1">
                <a:solidFill>
                  <a:schemeClr val="bg1">
                    <a:lumMod val="65000"/>
                  </a:schemeClr>
                </a:solidFill>
                <a:cs typeface="Times New Roman" pitchFamily="18" charset="0"/>
              </a:rPr>
              <a:t>Company Restricted</a:t>
            </a:r>
            <a:endParaRPr lang="en-GB" sz="800" b="1">
              <a:solidFill>
                <a:schemeClr val="bg1">
                  <a:lumMod val="65000"/>
                </a:schemeClr>
              </a:solidFill>
              <a:ea typeface="Times New Roman" pitchFamily="18" charset="0"/>
              <a:cs typeface="Times New Roman" pitchFamily="18" charset="0"/>
            </a:endParaRPr>
          </a:p>
        </p:txBody>
      </p:sp>
      <p:grpSp>
        <p:nvGrpSpPr>
          <p:cNvPr id="8" name="Group 37">
            <a:extLst>
              <a:ext uri="{FF2B5EF4-FFF2-40B4-BE49-F238E27FC236}">
                <a16:creationId xmlns:a16="http://schemas.microsoft.com/office/drawing/2014/main" id="{FAD46DC9-7A77-6B00-2843-A5C97F24ECE6}"/>
              </a:ext>
            </a:extLst>
          </p:cNvPr>
          <p:cNvGrpSpPr/>
          <p:nvPr userDrawn="1"/>
        </p:nvGrpSpPr>
        <p:grpSpPr>
          <a:xfrm>
            <a:off x="11501102" y="171573"/>
            <a:ext cx="419436" cy="388087"/>
            <a:chOff x="5481638" y="2859088"/>
            <a:chExt cx="1231900" cy="1139825"/>
          </a:xfrm>
          <a:solidFill>
            <a:schemeClr val="bg1"/>
          </a:solidFill>
        </p:grpSpPr>
        <p:sp>
          <p:nvSpPr>
            <p:cNvPr id="9" name="Freeform 320">
              <a:extLst>
                <a:ext uri="{FF2B5EF4-FFF2-40B4-BE49-F238E27FC236}">
                  <a16:creationId xmlns:a16="http://schemas.microsoft.com/office/drawing/2014/main" id="{04535648-8BE7-2BE3-3C29-6EEE65E8BE38}"/>
                </a:ext>
              </a:extLst>
            </p:cNvPr>
            <p:cNvSpPr>
              <a:spLocks/>
            </p:cNvSpPr>
            <p:nvPr/>
          </p:nvSpPr>
          <p:spPr bwMode="auto">
            <a:xfrm>
              <a:off x="5481638" y="2859088"/>
              <a:ext cx="1203325" cy="1041400"/>
            </a:xfrm>
            <a:custGeom>
              <a:avLst/>
              <a:gdLst>
                <a:gd name="T0" fmla="*/ 229 w 281"/>
                <a:gd name="T1" fmla="*/ 105 h 243"/>
                <a:gd name="T2" fmla="*/ 186 w 281"/>
                <a:gd name="T3" fmla="*/ 141 h 243"/>
                <a:gd name="T4" fmla="*/ 154 w 281"/>
                <a:gd name="T5" fmla="*/ 194 h 243"/>
                <a:gd name="T6" fmla="*/ 112 w 281"/>
                <a:gd name="T7" fmla="*/ 233 h 243"/>
                <a:gd name="T8" fmla="*/ 53 w 281"/>
                <a:gd name="T9" fmla="*/ 236 h 243"/>
                <a:gd name="T10" fmla="*/ 0 w 281"/>
                <a:gd name="T11" fmla="*/ 159 h 243"/>
                <a:gd name="T12" fmla="*/ 153 w 281"/>
                <a:gd name="T13" fmla="*/ 0 h 243"/>
                <a:gd name="T14" fmla="*/ 153 w 281"/>
                <a:gd name="T15" fmla="*/ 0 h 243"/>
                <a:gd name="T16" fmla="*/ 160 w 281"/>
                <a:gd name="T17" fmla="*/ 3 h 243"/>
                <a:gd name="T18" fmla="*/ 237 w 281"/>
                <a:gd name="T19" fmla="*/ 51 h 243"/>
                <a:gd name="T20" fmla="*/ 281 w 281"/>
                <a:gd name="T21" fmla="*/ 118 h 243"/>
                <a:gd name="T22" fmla="*/ 229 w 281"/>
                <a:gd name="T23" fmla="*/ 105 h 24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281" h="243">
                  <a:moveTo>
                    <a:pt x="229" y="105"/>
                  </a:moveTo>
                  <a:cubicBezTo>
                    <a:pt x="210" y="109"/>
                    <a:pt x="196" y="125"/>
                    <a:pt x="186" y="141"/>
                  </a:cubicBezTo>
                  <a:cubicBezTo>
                    <a:pt x="175" y="159"/>
                    <a:pt x="166" y="177"/>
                    <a:pt x="154" y="194"/>
                  </a:cubicBezTo>
                  <a:cubicBezTo>
                    <a:pt x="143" y="211"/>
                    <a:pt x="130" y="225"/>
                    <a:pt x="112" y="233"/>
                  </a:cubicBezTo>
                  <a:cubicBezTo>
                    <a:pt x="93" y="242"/>
                    <a:pt x="72" y="243"/>
                    <a:pt x="53" y="236"/>
                  </a:cubicBezTo>
                  <a:cubicBezTo>
                    <a:pt x="21" y="224"/>
                    <a:pt x="0" y="192"/>
                    <a:pt x="0" y="159"/>
                  </a:cubicBezTo>
                  <a:cubicBezTo>
                    <a:pt x="0" y="72"/>
                    <a:pt x="119" y="42"/>
                    <a:pt x="153" y="0"/>
                  </a:cubicBezTo>
                  <a:cubicBezTo>
                    <a:pt x="153" y="0"/>
                    <a:pt x="153" y="0"/>
                    <a:pt x="153" y="0"/>
                  </a:cubicBezTo>
                  <a:cubicBezTo>
                    <a:pt x="155" y="1"/>
                    <a:pt x="158" y="2"/>
                    <a:pt x="160" y="3"/>
                  </a:cubicBezTo>
                  <a:cubicBezTo>
                    <a:pt x="188" y="15"/>
                    <a:pt x="214" y="30"/>
                    <a:pt x="237" y="51"/>
                  </a:cubicBezTo>
                  <a:cubicBezTo>
                    <a:pt x="258" y="70"/>
                    <a:pt x="273" y="92"/>
                    <a:pt x="281" y="118"/>
                  </a:cubicBezTo>
                  <a:cubicBezTo>
                    <a:pt x="268" y="105"/>
                    <a:pt x="247" y="100"/>
                    <a:pt x="229" y="105"/>
                  </a:cubicBezTo>
                </a:path>
              </a:pathLst>
            </a:custGeom>
            <a:grpFill/>
            <a:ln>
              <a:noFill/>
            </a:ln>
          </p:spPr>
          <p:txBody>
            <a:bodyPr vert="horz" wrap="square" lIns="91440" tIns="45720" rIns="91440" bIns="45720" numCol="1" anchor="t" anchorCtr="0" compatLnSpc="1">
              <a:prstTxWarp prst="textNoShape">
                <a:avLst/>
              </a:prstTxWarp>
            </a:bodyPr>
            <a:lstStyle/>
            <a:p>
              <a:endParaRPr lang="en-US"/>
            </a:p>
          </p:txBody>
        </p:sp>
        <p:sp>
          <p:nvSpPr>
            <p:cNvPr id="10" name="Freeform 321">
              <a:extLst>
                <a:ext uri="{FF2B5EF4-FFF2-40B4-BE49-F238E27FC236}">
                  <a16:creationId xmlns:a16="http://schemas.microsoft.com/office/drawing/2014/main" id="{F9098263-E7C3-2227-747A-012AC24B3A26}"/>
                </a:ext>
              </a:extLst>
            </p:cNvPr>
            <p:cNvSpPr>
              <a:spLocks/>
            </p:cNvSpPr>
            <p:nvPr/>
          </p:nvSpPr>
          <p:spPr bwMode="auto">
            <a:xfrm>
              <a:off x="5910263" y="3343275"/>
              <a:ext cx="803275" cy="655638"/>
            </a:xfrm>
            <a:custGeom>
              <a:avLst/>
              <a:gdLst>
                <a:gd name="T0" fmla="*/ 183 w 188"/>
                <a:gd name="T1" fmla="*/ 61 h 153"/>
                <a:gd name="T2" fmla="*/ 140 w 188"/>
                <a:gd name="T3" fmla="*/ 103 h 153"/>
                <a:gd name="T4" fmla="*/ 79 w 188"/>
                <a:gd name="T5" fmla="*/ 84 h 153"/>
                <a:gd name="T6" fmla="*/ 123 w 188"/>
                <a:gd name="T7" fmla="*/ 124 h 153"/>
                <a:gd name="T8" fmla="*/ 65 w 188"/>
                <a:gd name="T9" fmla="*/ 149 h 153"/>
                <a:gd name="T10" fmla="*/ 31 w 188"/>
                <a:gd name="T11" fmla="*/ 152 h 153"/>
                <a:gd name="T12" fmla="*/ 0 w 188"/>
                <a:gd name="T13" fmla="*/ 144 h 153"/>
                <a:gd name="T14" fmla="*/ 48 w 188"/>
                <a:gd name="T15" fmla="*/ 114 h 153"/>
                <a:gd name="T16" fmla="*/ 77 w 188"/>
                <a:gd name="T17" fmla="*/ 72 h 153"/>
                <a:gd name="T18" fmla="*/ 103 w 188"/>
                <a:gd name="T19" fmla="*/ 25 h 153"/>
                <a:gd name="T20" fmla="*/ 140 w 188"/>
                <a:gd name="T21" fmla="*/ 1 h 153"/>
                <a:gd name="T22" fmla="*/ 182 w 188"/>
                <a:gd name="T23" fmla="*/ 22 h 153"/>
                <a:gd name="T24" fmla="*/ 183 w 188"/>
                <a:gd name="T25" fmla="*/ 61 h 15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88" h="153">
                  <a:moveTo>
                    <a:pt x="183" y="61"/>
                  </a:moveTo>
                  <a:cubicBezTo>
                    <a:pt x="177" y="81"/>
                    <a:pt x="160" y="97"/>
                    <a:pt x="140" y="103"/>
                  </a:cubicBezTo>
                  <a:cubicBezTo>
                    <a:pt x="117" y="109"/>
                    <a:pt x="94" y="102"/>
                    <a:pt x="79" y="84"/>
                  </a:cubicBezTo>
                  <a:cubicBezTo>
                    <a:pt x="80" y="108"/>
                    <a:pt x="99" y="124"/>
                    <a:pt x="123" y="124"/>
                  </a:cubicBezTo>
                  <a:cubicBezTo>
                    <a:pt x="108" y="139"/>
                    <a:pt x="86" y="146"/>
                    <a:pt x="65" y="149"/>
                  </a:cubicBezTo>
                  <a:cubicBezTo>
                    <a:pt x="54" y="151"/>
                    <a:pt x="42" y="153"/>
                    <a:pt x="31" y="152"/>
                  </a:cubicBezTo>
                  <a:cubicBezTo>
                    <a:pt x="21" y="152"/>
                    <a:pt x="9" y="150"/>
                    <a:pt x="0" y="144"/>
                  </a:cubicBezTo>
                  <a:cubicBezTo>
                    <a:pt x="19" y="139"/>
                    <a:pt x="35" y="128"/>
                    <a:pt x="48" y="114"/>
                  </a:cubicBezTo>
                  <a:cubicBezTo>
                    <a:pt x="60" y="101"/>
                    <a:pt x="69" y="87"/>
                    <a:pt x="77" y="72"/>
                  </a:cubicBezTo>
                  <a:cubicBezTo>
                    <a:pt x="85" y="56"/>
                    <a:pt x="92" y="39"/>
                    <a:pt x="103" y="25"/>
                  </a:cubicBezTo>
                  <a:cubicBezTo>
                    <a:pt x="112" y="12"/>
                    <a:pt x="124" y="2"/>
                    <a:pt x="140" y="1"/>
                  </a:cubicBezTo>
                  <a:cubicBezTo>
                    <a:pt x="157" y="0"/>
                    <a:pt x="174" y="7"/>
                    <a:pt x="182" y="22"/>
                  </a:cubicBezTo>
                  <a:cubicBezTo>
                    <a:pt x="188" y="35"/>
                    <a:pt x="187" y="48"/>
                    <a:pt x="183" y="61"/>
                  </a:cubicBezTo>
                </a:path>
              </a:pathLst>
            </a:custGeom>
            <a:grpFill/>
            <a:ln>
              <a:noFill/>
            </a:ln>
          </p:spPr>
          <p:txBody>
            <a:bodyPr vert="horz" wrap="square" lIns="91440" tIns="45720" rIns="91440" bIns="45720" numCol="1" anchor="t" anchorCtr="0" compatLnSpc="1">
              <a:prstTxWarp prst="textNoShape">
                <a:avLst/>
              </a:prstTxWarp>
            </a:bodyPr>
            <a:lstStyle/>
            <a:p>
              <a:endParaRPr lang="en-US"/>
            </a:p>
          </p:txBody>
        </p:sp>
      </p:grpSp>
      <p:sp>
        <p:nvSpPr>
          <p:cNvPr id="2" name="Title 1">
            <a:extLst>
              <a:ext uri="{FF2B5EF4-FFF2-40B4-BE49-F238E27FC236}">
                <a16:creationId xmlns:a16="http://schemas.microsoft.com/office/drawing/2014/main" id="{A409CD94-0225-B500-71C3-FD7C5C6FF51E}"/>
              </a:ext>
            </a:extLst>
          </p:cNvPr>
          <p:cNvSpPr>
            <a:spLocks noGrp="1"/>
          </p:cNvSpPr>
          <p:nvPr>
            <p:ph type="title"/>
          </p:nvPr>
        </p:nvSpPr>
        <p:spPr/>
        <p:txBody>
          <a:bodyPr/>
          <a:lstStyle>
            <a:lvl1pPr>
              <a:defRPr>
                <a:solidFill>
                  <a:schemeClr val="bg1"/>
                </a:solidFill>
              </a:defRPr>
            </a:lvl1pPr>
          </a:lstStyle>
          <a:p>
            <a:r>
              <a:rPr lang="en-US"/>
              <a:t>Click to edit Master title style</a:t>
            </a:r>
          </a:p>
        </p:txBody>
      </p:sp>
    </p:spTree>
    <p:extLst>
      <p:ext uri="{BB962C8B-B14F-4D97-AF65-F5344CB8AC3E}">
        <p14:creationId xmlns:p14="http://schemas.microsoft.com/office/powerpoint/2010/main" val="2743574715"/>
      </p:ext>
    </p:extLst>
  </p:cSld>
  <p:clrMapOvr>
    <a:masterClrMapping/>
  </p:clrMapOvr>
</p:sldLayout>
</file>

<file path=ppt/slideLayouts/slideLayout115.xml><?xml version="1.0" encoding="utf-8"?>
<p:sldLayout xmlns:a="http://schemas.openxmlformats.org/drawingml/2006/main" xmlns:r="http://schemas.openxmlformats.org/officeDocument/2006/relationships" xmlns:p="http://schemas.openxmlformats.org/presentationml/2006/main" preserve="1" userDrawn="1">
  <p:cSld name="Diapositive de titre">
    <p:spTree>
      <p:nvGrpSpPr>
        <p:cNvPr id="1" name=""/>
        <p:cNvGrpSpPr/>
        <p:nvPr/>
      </p:nvGrpSpPr>
      <p:grpSpPr>
        <a:xfrm>
          <a:off x="0" y="0"/>
          <a:ext cx="0" cy="0"/>
          <a:chOff x="0" y="0"/>
          <a:chExt cx="0" cy="0"/>
        </a:xfrm>
      </p:grpSpPr>
      <p:sp>
        <p:nvSpPr>
          <p:cNvPr id="15" name="Graphic 13">
            <a:extLst>
              <a:ext uri="{FF2B5EF4-FFF2-40B4-BE49-F238E27FC236}">
                <a16:creationId xmlns:a16="http://schemas.microsoft.com/office/drawing/2014/main" id="{5D1B5F70-39A3-4E01-8EEB-A624F6527260}"/>
              </a:ext>
            </a:extLst>
          </p:cNvPr>
          <p:cNvSpPr>
            <a:spLocks noChangeAspect="1"/>
          </p:cNvSpPr>
          <p:nvPr/>
        </p:nvSpPr>
        <p:spPr>
          <a:xfrm>
            <a:off x="263352" y="908720"/>
            <a:ext cx="10199251" cy="6192688"/>
          </a:xfrm>
          <a:custGeom>
            <a:avLst/>
            <a:gdLst>
              <a:gd name="connsiteX0" fmla="*/ 36195 w 8117205"/>
              <a:gd name="connsiteY0" fmla="*/ 4710199 h 4710198"/>
              <a:gd name="connsiteX1" fmla="*/ 0 w 8117205"/>
              <a:gd name="connsiteY1" fmla="*/ 4697817 h 4710198"/>
              <a:gd name="connsiteX2" fmla="*/ 538163 w 8117205"/>
              <a:gd name="connsiteY2" fmla="*/ 3739602 h 4710198"/>
              <a:gd name="connsiteX3" fmla="*/ 1340168 w 8117205"/>
              <a:gd name="connsiteY3" fmla="*/ 2915689 h 4710198"/>
              <a:gd name="connsiteX4" fmla="*/ 2613660 w 8117205"/>
              <a:gd name="connsiteY4" fmla="*/ 2190837 h 4710198"/>
              <a:gd name="connsiteX5" fmla="*/ 2621280 w 8117205"/>
              <a:gd name="connsiteY5" fmla="*/ 2187979 h 4710198"/>
              <a:gd name="connsiteX6" fmla="*/ 2628900 w 8117205"/>
              <a:gd name="connsiteY6" fmla="*/ 2191789 h 4710198"/>
              <a:gd name="connsiteX7" fmla="*/ 4513898 w 8117205"/>
              <a:gd name="connsiteY7" fmla="*/ 2830917 h 4710198"/>
              <a:gd name="connsiteX8" fmla="*/ 5841683 w 8117205"/>
              <a:gd name="connsiteY8" fmla="*/ 2599459 h 4710198"/>
              <a:gd name="connsiteX9" fmla="*/ 6102668 w 8117205"/>
              <a:gd name="connsiteY9" fmla="*/ 1288819 h 4710198"/>
              <a:gd name="connsiteX10" fmla="*/ 6256020 w 8117205"/>
              <a:gd name="connsiteY10" fmla="*/ 204874 h 4710198"/>
              <a:gd name="connsiteX11" fmla="*/ 7391400 w 8117205"/>
              <a:gd name="connsiteY11" fmla="*/ 43901 h 4710198"/>
              <a:gd name="connsiteX12" fmla="*/ 8117205 w 8117205"/>
              <a:gd name="connsiteY12" fmla="*/ 242021 h 4710198"/>
              <a:gd name="connsiteX13" fmla="*/ 8102918 w 8117205"/>
              <a:gd name="connsiteY13" fmla="*/ 277264 h 4710198"/>
              <a:gd name="connsiteX14" fmla="*/ 7384733 w 8117205"/>
              <a:gd name="connsiteY14" fmla="*/ 82001 h 4710198"/>
              <a:gd name="connsiteX15" fmla="*/ 6281738 w 8117205"/>
              <a:gd name="connsiteY15" fmla="*/ 233449 h 4710198"/>
              <a:gd name="connsiteX16" fmla="*/ 6139815 w 8117205"/>
              <a:gd name="connsiteY16" fmla="*/ 1279294 h 4710198"/>
              <a:gd name="connsiteX17" fmla="*/ 6187440 w 8117205"/>
              <a:gd name="connsiteY17" fmla="*/ 2101302 h 4710198"/>
              <a:gd name="connsiteX18" fmla="*/ 5866448 w 8117205"/>
              <a:gd name="connsiteY18" fmla="*/ 2629939 h 4710198"/>
              <a:gd name="connsiteX19" fmla="*/ 4510088 w 8117205"/>
              <a:gd name="connsiteY19" fmla="*/ 2869969 h 4710198"/>
              <a:gd name="connsiteX20" fmla="*/ 2620328 w 8117205"/>
              <a:gd name="connsiteY20" fmla="*/ 2230842 h 4710198"/>
              <a:gd name="connsiteX21" fmla="*/ 568643 w 8117205"/>
              <a:gd name="connsiteY21" fmla="*/ 3763414 h 4710198"/>
              <a:gd name="connsiteX22" fmla="*/ 36195 w 8117205"/>
              <a:gd name="connsiteY22" fmla="*/ 4710199 h 4710198"/>
              <a:gd name="connsiteX0" fmla="*/ 36195 w 8117205"/>
              <a:gd name="connsiteY0" fmla="*/ 4710199 h 4710199"/>
              <a:gd name="connsiteX1" fmla="*/ 0 w 8117205"/>
              <a:gd name="connsiteY1" fmla="*/ 4697817 h 4710199"/>
              <a:gd name="connsiteX2" fmla="*/ 538163 w 8117205"/>
              <a:gd name="connsiteY2" fmla="*/ 3739602 h 4710199"/>
              <a:gd name="connsiteX3" fmla="*/ 1340168 w 8117205"/>
              <a:gd name="connsiteY3" fmla="*/ 2915689 h 4710199"/>
              <a:gd name="connsiteX4" fmla="*/ 2613660 w 8117205"/>
              <a:gd name="connsiteY4" fmla="*/ 2190837 h 4710199"/>
              <a:gd name="connsiteX5" fmla="*/ 2621280 w 8117205"/>
              <a:gd name="connsiteY5" fmla="*/ 2187979 h 4710199"/>
              <a:gd name="connsiteX6" fmla="*/ 2628900 w 8117205"/>
              <a:gd name="connsiteY6" fmla="*/ 2191789 h 4710199"/>
              <a:gd name="connsiteX7" fmla="*/ 4513898 w 8117205"/>
              <a:gd name="connsiteY7" fmla="*/ 2830917 h 4710199"/>
              <a:gd name="connsiteX8" fmla="*/ 5841683 w 8117205"/>
              <a:gd name="connsiteY8" fmla="*/ 2599459 h 4710199"/>
              <a:gd name="connsiteX9" fmla="*/ 6102668 w 8117205"/>
              <a:gd name="connsiteY9" fmla="*/ 1288819 h 4710199"/>
              <a:gd name="connsiteX10" fmla="*/ 6256020 w 8117205"/>
              <a:gd name="connsiteY10" fmla="*/ 204874 h 4710199"/>
              <a:gd name="connsiteX11" fmla="*/ 7391400 w 8117205"/>
              <a:gd name="connsiteY11" fmla="*/ 43901 h 4710199"/>
              <a:gd name="connsiteX12" fmla="*/ 8117205 w 8117205"/>
              <a:gd name="connsiteY12" fmla="*/ 242021 h 4710199"/>
              <a:gd name="connsiteX13" fmla="*/ 7384733 w 8117205"/>
              <a:gd name="connsiteY13" fmla="*/ 82001 h 4710199"/>
              <a:gd name="connsiteX14" fmla="*/ 6281738 w 8117205"/>
              <a:gd name="connsiteY14" fmla="*/ 233449 h 4710199"/>
              <a:gd name="connsiteX15" fmla="*/ 6139815 w 8117205"/>
              <a:gd name="connsiteY15" fmla="*/ 1279294 h 4710199"/>
              <a:gd name="connsiteX16" fmla="*/ 6187440 w 8117205"/>
              <a:gd name="connsiteY16" fmla="*/ 2101302 h 4710199"/>
              <a:gd name="connsiteX17" fmla="*/ 5866448 w 8117205"/>
              <a:gd name="connsiteY17" fmla="*/ 2629939 h 4710199"/>
              <a:gd name="connsiteX18" fmla="*/ 4510088 w 8117205"/>
              <a:gd name="connsiteY18" fmla="*/ 2869969 h 4710199"/>
              <a:gd name="connsiteX19" fmla="*/ 2620328 w 8117205"/>
              <a:gd name="connsiteY19" fmla="*/ 2230842 h 4710199"/>
              <a:gd name="connsiteX20" fmla="*/ 568643 w 8117205"/>
              <a:gd name="connsiteY20" fmla="*/ 3763414 h 4710199"/>
              <a:gd name="connsiteX21" fmla="*/ 36195 w 8117205"/>
              <a:gd name="connsiteY21" fmla="*/ 4710199 h 4710199"/>
              <a:gd name="connsiteX0" fmla="*/ 36195 w 7528033"/>
              <a:gd name="connsiteY0" fmla="*/ 4673434 h 4673434"/>
              <a:gd name="connsiteX1" fmla="*/ 0 w 7528033"/>
              <a:gd name="connsiteY1" fmla="*/ 4661052 h 4673434"/>
              <a:gd name="connsiteX2" fmla="*/ 538163 w 7528033"/>
              <a:gd name="connsiteY2" fmla="*/ 3702837 h 4673434"/>
              <a:gd name="connsiteX3" fmla="*/ 1340168 w 7528033"/>
              <a:gd name="connsiteY3" fmla="*/ 2878924 h 4673434"/>
              <a:gd name="connsiteX4" fmla="*/ 2613660 w 7528033"/>
              <a:gd name="connsiteY4" fmla="*/ 2154072 h 4673434"/>
              <a:gd name="connsiteX5" fmla="*/ 2621280 w 7528033"/>
              <a:gd name="connsiteY5" fmla="*/ 2151214 h 4673434"/>
              <a:gd name="connsiteX6" fmla="*/ 2628900 w 7528033"/>
              <a:gd name="connsiteY6" fmla="*/ 2155024 h 4673434"/>
              <a:gd name="connsiteX7" fmla="*/ 4513898 w 7528033"/>
              <a:gd name="connsiteY7" fmla="*/ 2794152 h 4673434"/>
              <a:gd name="connsiteX8" fmla="*/ 5841683 w 7528033"/>
              <a:gd name="connsiteY8" fmla="*/ 2562694 h 4673434"/>
              <a:gd name="connsiteX9" fmla="*/ 6102668 w 7528033"/>
              <a:gd name="connsiteY9" fmla="*/ 1252054 h 4673434"/>
              <a:gd name="connsiteX10" fmla="*/ 6256020 w 7528033"/>
              <a:gd name="connsiteY10" fmla="*/ 168109 h 4673434"/>
              <a:gd name="connsiteX11" fmla="*/ 7391400 w 7528033"/>
              <a:gd name="connsiteY11" fmla="*/ 7136 h 4673434"/>
              <a:gd name="connsiteX12" fmla="*/ 7384733 w 7528033"/>
              <a:gd name="connsiteY12" fmla="*/ 45236 h 4673434"/>
              <a:gd name="connsiteX13" fmla="*/ 6281738 w 7528033"/>
              <a:gd name="connsiteY13" fmla="*/ 196684 h 4673434"/>
              <a:gd name="connsiteX14" fmla="*/ 6139815 w 7528033"/>
              <a:gd name="connsiteY14" fmla="*/ 1242529 h 4673434"/>
              <a:gd name="connsiteX15" fmla="*/ 6187440 w 7528033"/>
              <a:gd name="connsiteY15" fmla="*/ 2064537 h 4673434"/>
              <a:gd name="connsiteX16" fmla="*/ 5866448 w 7528033"/>
              <a:gd name="connsiteY16" fmla="*/ 2593174 h 4673434"/>
              <a:gd name="connsiteX17" fmla="*/ 4510088 w 7528033"/>
              <a:gd name="connsiteY17" fmla="*/ 2833204 h 4673434"/>
              <a:gd name="connsiteX18" fmla="*/ 2620328 w 7528033"/>
              <a:gd name="connsiteY18" fmla="*/ 2194077 h 4673434"/>
              <a:gd name="connsiteX19" fmla="*/ 568643 w 7528033"/>
              <a:gd name="connsiteY19" fmla="*/ 3726649 h 4673434"/>
              <a:gd name="connsiteX20" fmla="*/ 36195 w 7528033"/>
              <a:gd name="connsiteY20" fmla="*/ 4673434 h 467343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7528033" h="4673434">
                <a:moveTo>
                  <a:pt x="36195" y="4673434"/>
                </a:moveTo>
                <a:lnTo>
                  <a:pt x="0" y="4661052"/>
                </a:lnTo>
                <a:cubicBezTo>
                  <a:pt x="953" y="4656289"/>
                  <a:pt x="145733" y="4224807"/>
                  <a:pt x="538163" y="3702837"/>
                </a:cubicBezTo>
                <a:cubicBezTo>
                  <a:pt x="768668" y="3396132"/>
                  <a:pt x="1038225" y="3118954"/>
                  <a:pt x="1340168" y="2878924"/>
                </a:cubicBezTo>
                <a:cubicBezTo>
                  <a:pt x="1717358" y="2577934"/>
                  <a:pt x="2145983" y="2334094"/>
                  <a:pt x="2613660" y="2154072"/>
                </a:cubicBezTo>
                <a:lnTo>
                  <a:pt x="2621280" y="2151214"/>
                </a:lnTo>
                <a:lnTo>
                  <a:pt x="2628900" y="2155024"/>
                </a:lnTo>
                <a:cubicBezTo>
                  <a:pt x="3289935" y="2497924"/>
                  <a:pt x="3941445" y="2718904"/>
                  <a:pt x="4513898" y="2794152"/>
                </a:cubicBezTo>
                <a:cubicBezTo>
                  <a:pt x="5095875" y="2871304"/>
                  <a:pt x="5554980" y="2790341"/>
                  <a:pt x="5841683" y="2562694"/>
                </a:cubicBezTo>
                <a:cubicBezTo>
                  <a:pt x="6168390" y="2302662"/>
                  <a:pt x="6257925" y="1849271"/>
                  <a:pt x="6102668" y="1252054"/>
                </a:cubicBezTo>
                <a:cubicBezTo>
                  <a:pt x="5969318" y="741514"/>
                  <a:pt x="6020753" y="376706"/>
                  <a:pt x="6256020" y="168109"/>
                </a:cubicBezTo>
                <a:cubicBezTo>
                  <a:pt x="6480810" y="-31916"/>
                  <a:pt x="7203281" y="27615"/>
                  <a:pt x="7391400" y="7136"/>
                </a:cubicBezTo>
                <a:cubicBezTo>
                  <a:pt x="7579519" y="-13343"/>
                  <a:pt x="7569677" y="13645"/>
                  <a:pt x="7384733" y="45236"/>
                </a:cubicBezTo>
                <a:cubicBezTo>
                  <a:pt x="7199789" y="76827"/>
                  <a:pt x="6550343" y="-41441"/>
                  <a:pt x="6281738" y="196684"/>
                </a:cubicBezTo>
                <a:cubicBezTo>
                  <a:pt x="6058853" y="394804"/>
                  <a:pt x="6011228" y="747229"/>
                  <a:pt x="6139815" y="1242529"/>
                </a:cubicBezTo>
                <a:cubicBezTo>
                  <a:pt x="6221730" y="1557806"/>
                  <a:pt x="6237923" y="1834031"/>
                  <a:pt x="6187440" y="2064537"/>
                </a:cubicBezTo>
                <a:cubicBezTo>
                  <a:pt x="6138863" y="2283612"/>
                  <a:pt x="6031230" y="2460777"/>
                  <a:pt x="5866448" y="2593174"/>
                </a:cubicBezTo>
                <a:cubicBezTo>
                  <a:pt x="5572125" y="2828441"/>
                  <a:pt x="5102543" y="2911309"/>
                  <a:pt x="4510088" y="2833204"/>
                </a:cubicBezTo>
                <a:cubicBezTo>
                  <a:pt x="3935730" y="2757004"/>
                  <a:pt x="3282315" y="2536024"/>
                  <a:pt x="2620328" y="2194077"/>
                </a:cubicBezTo>
                <a:cubicBezTo>
                  <a:pt x="1574483" y="2598889"/>
                  <a:pt x="927735" y="3251352"/>
                  <a:pt x="568643" y="3726649"/>
                </a:cubicBezTo>
                <a:cubicBezTo>
                  <a:pt x="180023" y="4242904"/>
                  <a:pt x="37148" y="4668672"/>
                  <a:pt x="36195" y="4673434"/>
                </a:cubicBezTo>
                <a:close/>
              </a:path>
            </a:pathLst>
          </a:custGeom>
          <a:gradFill>
            <a:gsLst>
              <a:gs pos="99000">
                <a:schemeClr val="accent2">
                  <a:alpha val="0"/>
                </a:schemeClr>
              </a:gs>
              <a:gs pos="32000">
                <a:srgbClr val="12ABDB">
                  <a:alpha val="17000"/>
                </a:srgbClr>
              </a:gs>
              <a:gs pos="17000">
                <a:schemeClr val="accent2">
                  <a:alpha val="0"/>
                </a:schemeClr>
              </a:gs>
              <a:gs pos="49000">
                <a:srgbClr val="12ABDB"/>
              </a:gs>
              <a:gs pos="70000">
                <a:schemeClr val="accent2"/>
              </a:gs>
            </a:gsLst>
            <a:lin ang="16200000" scaled="0"/>
          </a:gradFill>
          <a:ln w="9525" cap="flat">
            <a:noFill/>
            <a:prstDash val="solid"/>
            <a:miter/>
          </a:ln>
        </p:spPr>
        <p:txBody>
          <a:bodyPr rtlCol="0" anchor="ctr"/>
          <a:lstStyle/>
          <a:p>
            <a:endParaRPr lang="de-DE"/>
          </a:p>
        </p:txBody>
      </p:sp>
      <p:sp>
        <p:nvSpPr>
          <p:cNvPr id="3" name="Subtitle">
            <a:extLst>
              <a:ext uri="{FF2B5EF4-FFF2-40B4-BE49-F238E27FC236}">
                <a16:creationId xmlns:a16="http://schemas.microsoft.com/office/drawing/2014/main" id="{81D5C5CA-E0F9-4194-9FD7-26150AB2A870}"/>
              </a:ext>
            </a:extLst>
          </p:cNvPr>
          <p:cNvSpPr>
            <a:spLocks noGrp="1"/>
          </p:cNvSpPr>
          <p:nvPr>
            <p:ph type="subTitle" idx="1"/>
          </p:nvPr>
        </p:nvSpPr>
        <p:spPr>
          <a:xfrm>
            <a:off x="404813" y="4242574"/>
            <a:ext cx="11379200" cy="307777"/>
          </a:xfrm>
        </p:spPr>
        <p:txBody>
          <a:bodyPr wrap="square" lIns="36000" tIns="0" rIns="36000">
            <a:spAutoFit/>
          </a:bodyPr>
          <a:lstStyle>
            <a:lvl1pPr marL="0" indent="0" algn="ctr">
              <a:buNone/>
              <a:defRPr sz="200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GB"/>
          </a:p>
        </p:txBody>
      </p:sp>
      <p:sp>
        <p:nvSpPr>
          <p:cNvPr id="2" name="Title">
            <a:extLst>
              <a:ext uri="{FF2B5EF4-FFF2-40B4-BE49-F238E27FC236}">
                <a16:creationId xmlns:a16="http://schemas.microsoft.com/office/drawing/2014/main" id="{A5A39C93-A915-45D6-953A-AAC473CA2FEC}"/>
              </a:ext>
            </a:extLst>
          </p:cNvPr>
          <p:cNvSpPr>
            <a:spLocks noGrp="1"/>
          </p:cNvSpPr>
          <p:nvPr>
            <p:ph type="ctrTitle"/>
          </p:nvPr>
        </p:nvSpPr>
        <p:spPr>
          <a:xfrm>
            <a:off x="404813" y="2339007"/>
            <a:ext cx="11386134" cy="2031325"/>
          </a:xfrm>
        </p:spPr>
        <p:txBody>
          <a:bodyPr wrap="square" lIns="36000" rIns="36000" bIns="0" anchor="b" anchorCtr="0">
            <a:spAutoFit/>
          </a:bodyPr>
          <a:lstStyle>
            <a:lvl1pPr algn="l">
              <a:lnSpc>
                <a:spcPct val="100000"/>
              </a:lnSpc>
              <a:defRPr sz="6600" b="1" baseline="0">
                <a:solidFill>
                  <a:schemeClr val="bg1"/>
                </a:solidFill>
                <a:latin typeface="Ubuntu" panose="020B0504030602030204" pitchFamily="34" charset="0"/>
              </a:defRPr>
            </a:lvl1pPr>
          </a:lstStyle>
          <a:p>
            <a:r>
              <a:rPr lang="en-US"/>
              <a:t>Click to edit Master title style</a:t>
            </a:r>
            <a:endParaRPr lang="en-GB"/>
          </a:p>
        </p:txBody>
      </p:sp>
      <p:pic>
        <p:nvPicPr>
          <p:cNvPr id="6" name="Picture 7">
            <a:extLst>
              <a:ext uri="{FF2B5EF4-FFF2-40B4-BE49-F238E27FC236}">
                <a16:creationId xmlns:a16="http://schemas.microsoft.com/office/drawing/2014/main" id="{998876DF-E006-4593-BB8F-D9ED68F0F3AB}"/>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8189189" y="260648"/>
            <a:ext cx="4024242" cy="1212215"/>
          </a:xfrm>
          <a:prstGeom prst="rect">
            <a:avLst/>
          </a:prstGeom>
        </p:spPr>
      </p:pic>
    </p:spTree>
    <p:extLst>
      <p:ext uri="{BB962C8B-B14F-4D97-AF65-F5344CB8AC3E}">
        <p14:creationId xmlns:p14="http://schemas.microsoft.com/office/powerpoint/2010/main" val="2979856175"/>
      </p:ext>
    </p:extLst>
  </p:cSld>
  <p:clrMapOvr>
    <a:masterClrMapping/>
  </p:clrMapOvr>
  <p:extLst>
    <p:ext uri="{DCECCB84-F9BA-43D5-87BE-67443E8EF086}">
      <p15:sldGuideLst xmlns:p15="http://schemas.microsoft.com/office/powerpoint/2012/main"/>
    </p:ext>
  </p:extLst>
</p:sldLayout>
</file>

<file path=ppt/slideLayouts/slideLayout116.xml><?xml version="1.0" encoding="utf-8"?>
<p:sldLayout xmlns:a="http://schemas.openxmlformats.org/drawingml/2006/main" xmlns:r="http://schemas.openxmlformats.org/officeDocument/2006/relationships" xmlns:p="http://schemas.openxmlformats.org/presentationml/2006/main" preserve="1" userDrawn="1">
  <p:cSld name="Title Slide 2">
    <p:spTree>
      <p:nvGrpSpPr>
        <p:cNvPr id="1" name=""/>
        <p:cNvGrpSpPr/>
        <p:nvPr/>
      </p:nvGrpSpPr>
      <p:grpSpPr>
        <a:xfrm>
          <a:off x="0" y="0"/>
          <a:ext cx="0" cy="0"/>
          <a:chOff x="0" y="0"/>
          <a:chExt cx="0" cy="0"/>
        </a:xfrm>
      </p:grpSpPr>
      <p:sp>
        <p:nvSpPr>
          <p:cNvPr id="10" name="Picture Placeholder 9">
            <a:extLst>
              <a:ext uri="{FF2B5EF4-FFF2-40B4-BE49-F238E27FC236}">
                <a16:creationId xmlns:a16="http://schemas.microsoft.com/office/drawing/2014/main" id="{5F0D51B9-A61A-4FDC-9E0F-E2A63E0E942C}"/>
              </a:ext>
            </a:extLst>
          </p:cNvPr>
          <p:cNvSpPr>
            <a:spLocks noGrp="1"/>
          </p:cNvSpPr>
          <p:nvPr>
            <p:ph type="pic" sz="quarter" idx="10" hasCustomPrompt="1"/>
          </p:nvPr>
        </p:nvSpPr>
        <p:spPr>
          <a:xfrm>
            <a:off x="5303838" y="0"/>
            <a:ext cx="6888162" cy="6858000"/>
          </a:xfrm>
          <a:solidFill>
            <a:schemeClr val="bg2">
              <a:lumMod val="90000"/>
            </a:schemeClr>
          </a:solidFill>
        </p:spPr>
        <p:txBody>
          <a:bodyPr/>
          <a:lstStyle>
            <a:lvl1pPr>
              <a:defRPr>
                <a:solidFill>
                  <a:schemeClr val="tx1">
                    <a:lumMod val="50000"/>
                    <a:lumOff val="50000"/>
                  </a:schemeClr>
                </a:solidFill>
              </a:defRPr>
            </a:lvl1pPr>
          </a:lstStyle>
          <a:p>
            <a:r>
              <a:rPr lang="de-DE"/>
              <a:t>Insert Picture and send </a:t>
            </a:r>
            <a:r>
              <a:rPr lang="de-DE" err="1"/>
              <a:t>to</a:t>
            </a:r>
            <a:r>
              <a:rPr lang="de-DE"/>
              <a:t> back</a:t>
            </a:r>
          </a:p>
        </p:txBody>
      </p:sp>
      <p:sp>
        <p:nvSpPr>
          <p:cNvPr id="3" name="Subtitle">
            <a:extLst>
              <a:ext uri="{FF2B5EF4-FFF2-40B4-BE49-F238E27FC236}">
                <a16:creationId xmlns:a16="http://schemas.microsoft.com/office/drawing/2014/main" id="{81D5C5CA-E0F9-4194-9FD7-26150AB2A870}"/>
              </a:ext>
            </a:extLst>
          </p:cNvPr>
          <p:cNvSpPr>
            <a:spLocks noGrp="1"/>
          </p:cNvSpPr>
          <p:nvPr>
            <p:ph type="subTitle" idx="1"/>
          </p:nvPr>
        </p:nvSpPr>
        <p:spPr>
          <a:xfrm>
            <a:off x="404813" y="4561383"/>
            <a:ext cx="11386134" cy="307777"/>
          </a:xfrm>
        </p:spPr>
        <p:txBody>
          <a:bodyPr wrap="square" lIns="36000" tIns="0" rIns="36000">
            <a:spAutoFit/>
          </a:bodyPr>
          <a:lstStyle>
            <a:lvl1pPr marL="0" indent="0" algn="l">
              <a:buNone/>
              <a:defRPr sz="200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GB"/>
          </a:p>
        </p:txBody>
      </p:sp>
      <p:pic>
        <p:nvPicPr>
          <p:cNvPr id="6" name="Picture 7">
            <a:extLst>
              <a:ext uri="{FF2B5EF4-FFF2-40B4-BE49-F238E27FC236}">
                <a16:creationId xmlns:a16="http://schemas.microsoft.com/office/drawing/2014/main" id="{38E54E64-0C53-4C58-9CCF-1BDC66BC5F18}"/>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47688" y="260032"/>
            <a:ext cx="4024242" cy="1212215"/>
          </a:xfrm>
          <a:prstGeom prst="rect">
            <a:avLst/>
          </a:prstGeom>
        </p:spPr>
      </p:pic>
    </p:spTree>
    <p:extLst>
      <p:ext uri="{BB962C8B-B14F-4D97-AF65-F5344CB8AC3E}">
        <p14:creationId xmlns:p14="http://schemas.microsoft.com/office/powerpoint/2010/main" val="3136909229"/>
      </p:ext>
    </p:extLst>
  </p:cSld>
  <p:clrMapOvr>
    <a:masterClrMapping/>
  </p:clrMapOvr>
  <p:extLst>
    <p:ext uri="{DCECCB84-F9BA-43D5-87BE-67443E8EF086}">
      <p15:sldGuideLst xmlns:p15="http://schemas.microsoft.com/office/powerpoint/2012/main"/>
    </p:ext>
  </p:extLst>
</p:sldLayout>
</file>

<file path=ppt/slideLayouts/slideLayout117.xml><?xml version="1.0" encoding="utf-8"?>
<p:sldLayout xmlns:a="http://schemas.openxmlformats.org/drawingml/2006/main" xmlns:r="http://schemas.openxmlformats.org/officeDocument/2006/relationships" xmlns:p="http://schemas.openxmlformats.org/presentationml/2006/main" preserve="1" userDrawn="1">
  <p:cSld name="Title Slide 3 Full Picture">
    <p:spTree>
      <p:nvGrpSpPr>
        <p:cNvPr id="1" name=""/>
        <p:cNvGrpSpPr/>
        <p:nvPr/>
      </p:nvGrpSpPr>
      <p:grpSpPr>
        <a:xfrm>
          <a:off x="0" y="0"/>
          <a:ext cx="0" cy="0"/>
          <a:chOff x="0" y="0"/>
          <a:chExt cx="0" cy="0"/>
        </a:xfrm>
      </p:grpSpPr>
      <p:sp>
        <p:nvSpPr>
          <p:cNvPr id="3" name="Subtitle">
            <a:extLst>
              <a:ext uri="{FF2B5EF4-FFF2-40B4-BE49-F238E27FC236}">
                <a16:creationId xmlns:a16="http://schemas.microsoft.com/office/drawing/2014/main" id="{81D5C5CA-E0F9-4194-9FD7-26150AB2A870}"/>
              </a:ext>
            </a:extLst>
          </p:cNvPr>
          <p:cNvSpPr>
            <a:spLocks noGrp="1"/>
          </p:cNvSpPr>
          <p:nvPr>
            <p:ph type="subTitle" idx="1"/>
          </p:nvPr>
        </p:nvSpPr>
        <p:spPr>
          <a:xfrm>
            <a:off x="404813" y="4561383"/>
            <a:ext cx="11386134" cy="307777"/>
          </a:xfrm>
        </p:spPr>
        <p:txBody>
          <a:bodyPr wrap="square" lIns="36000" tIns="0" rIns="36000">
            <a:spAutoFit/>
          </a:bodyPr>
          <a:lstStyle>
            <a:lvl1pPr marL="0" indent="0" algn="l">
              <a:buNone/>
              <a:defRPr sz="200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GB"/>
          </a:p>
        </p:txBody>
      </p:sp>
      <p:sp>
        <p:nvSpPr>
          <p:cNvPr id="2" name="Title">
            <a:extLst>
              <a:ext uri="{FF2B5EF4-FFF2-40B4-BE49-F238E27FC236}">
                <a16:creationId xmlns:a16="http://schemas.microsoft.com/office/drawing/2014/main" id="{A5A39C93-A915-45D6-953A-AAC473CA2FEC}"/>
              </a:ext>
            </a:extLst>
          </p:cNvPr>
          <p:cNvSpPr>
            <a:spLocks noGrp="1"/>
          </p:cNvSpPr>
          <p:nvPr>
            <p:ph type="ctrTitle"/>
          </p:nvPr>
        </p:nvSpPr>
        <p:spPr>
          <a:xfrm>
            <a:off x="404813" y="2847127"/>
            <a:ext cx="11386134" cy="1661993"/>
          </a:xfrm>
        </p:spPr>
        <p:txBody>
          <a:bodyPr wrap="square" lIns="36000" rIns="36000" bIns="0" anchor="b" anchorCtr="0">
            <a:spAutoFit/>
          </a:bodyPr>
          <a:lstStyle>
            <a:lvl1pPr algn="l">
              <a:lnSpc>
                <a:spcPct val="90000"/>
              </a:lnSpc>
              <a:defRPr sz="6000" b="1" baseline="0">
                <a:solidFill>
                  <a:schemeClr val="bg1"/>
                </a:solidFill>
                <a:latin typeface="Ubuntu" panose="020B0504030602030204" pitchFamily="34" charset="0"/>
              </a:defRPr>
            </a:lvl1pPr>
          </a:lstStyle>
          <a:p>
            <a:r>
              <a:rPr lang="en-US"/>
              <a:t>Click to edit Master title style</a:t>
            </a:r>
            <a:endParaRPr lang="en-GB"/>
          </a:p>
        </p:txBody>
      </p:sp>
      <p:pic>
        <p:nvPicPr>
          <p:cNvPr id="8" name="Picture 7">
            <a:extLst>
              <a:ext uri="{FF2B5EF4-FFF2-40B4-BE49-F238E27FC236}">
                <a16:creationId xmlns:a16="http://schemas.microsoft.com/office/drawing/2014/main" id="{319AF0EB-4460-4FFA-A8E1-2F74D0C4022E}"/>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8189189" y="260648"/>
            <a:ext cx="4024242" cy="1212215"/>
          </a:xfrm>
          <a:prstGeom prst="rect">
            <a:avLst/>
          </a:prstGeom>
        </p:spPr>
      </p:pic>
    </p:spTree>
    <p:extLst>
      <p:ext uri="{BB962C8B-B14F-4D97-AF65-F5344CB8AC3E}">
        <p14:creationId xmlns:p14="http://schemas.microsoft.com/office/powerpoint/2010/main" val="3614282360"/>
      </p:ext>
    </p:extLst>
  </p:cSld>
  <p:clrMapOvr>
    <a:masterClrMapping/>
  </p:clrMapOvr>
  <p:extLst>
    <p:ext uri="{DCECCB84-F9BA-43D5-87BE-67443E8EF086}">
      <p15:sldGuideLst xmlns:p15="http://schemas.microsoft.com/office/powerpoint/2012/main"/>
    </p:ext>
  </p:extLst>
</p:sldLayout>
</file>

<file path=ppt/slideLayouts/slideLayout118.xml><?xml version="1.0" encoding="utf-8"?>
<p:sldLayout xmlns:a="http://schemas.openxmlformats.org/drawingml/2006/main" xmlns:r="http://schemas.openxmlformats.org/officeDocument/2006/relationships" xmlns:p="http://schemas.openxmlformats.org/presentationml/2006/main" preserve="1" userDrawn="1">
  <p:cSld name="Titre et contenu">
    <p:spTree>
      <p:nvGrpSpPr>
        <p:cNvPr id="1" name=""/>
        <p:cNvGrpSpPr/>
        <p:nvPr/>
      </p:nvGrpSpPr>
      <p:grpSpPr>
        <a:xfrm>
          <a:off x="0" y="0"/>
          <a:ext cx="0" cy="0"/>
          <a:chOff x="0" y="0"/>
          <a:chExt cx="0" cy="0"/>
        </a:xfrm>
      </p:grpSpPr>
      <p:sp>
        <p:nvSpPr>
          <p:cNvPr id="4" name="Text Placeholder 3"/>
          <p:cNvSpPr>
            <a:spLocks noGrp="1"/>
          </p:cNvSpPr>
          <p:nvPr>
            <p:ph type="body" sz="quarter" idx="10"/>
          </p:nvPr>
        </p:nvSpPr>
        <p:spPr>
          <a:xfrm>
            <a:off x="404812" y="1447201"/>
            <a:ext cx="11379201" cy="502261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1" name="Title 10">
            <a:extLst>
              <a:ext uri="{FF2B5EF4-FFF2-40B4-BE49-F238E27FC236}">
                <a16:creationId xmlns:a16="http://schemas.microsoft.com/office/drawing/2014/main" id="{006B5C2B-B0BF-4136-9EC7-0E7F54D1D264}"/>
              </a:ext>
            </a:extLst>
          </p:cNvPr>
          <p:cNvSpPr>
            <a:spLocks noGrp="1"/>
          </p:cNvSpPr>
          <p:nvPr>
            <p:ph type="title"/>
          </p:nvPr>
        </p:nvSpPr>
        <p:spPr/>
        <p:txBody>
          <a:bodyPr/>
          <a:lstStyle/>
          <a:p>
            <a:r>
              <a:rPr lang="en-US"/>
              <a:t>Click to edit Master title style</a:t>
            </a:r>
            <a:endParaRPr lang="en-GB"/>
          </a:p>
        </p:txBody>
      </p:sp>
      <p:pic>
        <p:nvPicPr>
          <p:cNvPr id="2" name="Picture 1">
            <a:extLst>
              <a:ext uri="{FF2B5EF4-FFF2-40B4-BE49-F238E27FC236}">
                <a16:creationId xmlns:a16="http://schemas.microsoft.com/office/drawing/2014/main" id="{699CEE16-0189-218A-90CC-B5E979EFCABC}"/>
              </a:ext>
            </a:extLst>
          </p:cNvPr>
          <p:cNvPicPr>
            <a:picLocks noChangeAspect="1"/>
          </p:cNvPicPr>
          <p:nvPr userDrawn="1"/>
        </p:nvPicPr>
        <p:blipFill>
          <a:blip r:embed="rId2" cstate="print">
            <a:extLst>
              <a:ext uri="{28A0092B-C50C-407E-A947-70E740481C1C}">
                <a14:useLocalDpi xmlns:a14="http://schemas.microsoft.com/office/drawing/2010/main"/>
              </a:ext>
            </a:extLst>
          </a:blip>
          <a:stretch>
            <a:fillRect/>
          </a:stretch>
        </p:blipFill>
        <p:spPr>
          <a:xfrm>
            <a:off x="10777383" y="257945"/>
            <a:ext cx="563475" cy="313753"/>
          </a:xfrm>
          <a:prstGeom prst="rect">
            <a:avLst/>
          </a:prstGeom>
        </p:spPr>
      </p:pic>
      <p:cxnSp>
        <p:nvCxnSpPr>
          <p:cNvPr id="3" name="Straight Connector 2">
            <a:extLst>
              <a:ext uri="{FF2B5EF4-FFF2-40B4-BE49-F238E27FC236}">
                <a16:creationId xmlns:a16="http://schemas.microsoft.com/office/drawing/2014/main" id="{313F7A4D-029E-9B13-EB86-06CE95A87FC8}"/>
              </a:ext>
            </a:extLst>
          </p:cNvPr>
          <p:cNvCxnSpPr/>
          <p:nvPr userDrawn="1"/>
        </p:nvCxnSpPr>
        <p:spPr>
          <a:xfrm>
            <a:off x="11478827" y="213555"/>
            <a:ext cx="0" cy="399003"/>
          </a:xfrm>
          <a:prstGeom prst="line">
            <a:avLst/>
          </a:prstGeom>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738363598"/>
      </p:ext>
    </p:extLst>
  </p:cSld>
  <p:clrMapOvr>
    <a:masterClrMapping/>
  </p:clrMapOvr>
</p:sldLayout>
</file>

<file path=ppt/slideLayouts/slideLayout119.xml><?xml version="1.0" encoding="utf-8"?>
<p:sldLayout xmlns:a="http://schemas.openxmlformats.org/drawingml/2006/main" xmlns:r="http://schemas.openxmlformats.org/officeDocument/2006/relationships" xmlns:p="http://schemas.openxmlformats.org/presentationml/2006/main" preserve="1" userDrawn="1">
  <p:cSld name="Title, subtitle and content ">
    <p:spTree>
      <p:nvGrpSpPr>
        <p:cNvPr id="1" name=""/>
        <p:cNvGrpSpPr/>
        <p:nvPr/>
      </p:nvGrpSpPr>
      <p:grpSpPr>
        <a:xfrm>
          <a:off x="0" y="0"/>
          <a:ext cx="0" cy="0"/>
          <a:chOff x="0" y="0"/>
          <a:chExt cx="0" cy="0"/>
        </a:xfrm>
      </p:grpSpPr>
      <p:sp>
        <p:nvSpPr>
          <p:cNvPr id="4" name="Text Placeholder 3"/>
          <p:cNvSpPr>
            <a:spLocks noGrp="1"/>
          </p:cNvSpPr>
          <p:nvPr>
            <p:ph type="body" sz="quarter" idx="10"/>
          </p:nvPr>
        </p:nvSpPr>
        <p:spPr>
          <a:xfrm>
            <a:off x="404812" y="1899138"/>
            <a:ext cx="11379201" cy="457067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Espace réservé du texte 4"/>
          <p:cNvSpPr>
            <a:spLocks noGrp="1"/>
          </p:cNvSpPr>
          <p:nvPr>
            <p:ph type="body" sz="quarter" idx="11" hasCustomPrompt="1"/>
          </p:nvPr>
        </p:nvSpPr>
        <p:spPr>
          <a:xfrm>
            <a:off x="404813" y="1327150"/>
            <a:ext cx="11379200" cy="457688"/>
          </a:xfrm>
          <a:prstGeom prst="rect">
            <a:avLst/>
          </a:prstGeom>
        </p:spPr>
        <p:txBody>
          <a:bodyPr/>
          <a:lstStyle>
            <a:lvl1pPr>
              <a:defRPr>
                <a:solidFill>
                  <a:schemeClr val="accent2"/>
                </a:solidFill>
              </a:defRPr>
            </a:lvl1pPr>
          </a:lstStyle>
          <a:p>
            <a:pPr lvl="0"/>
            <a:r>
              <a:rPr lang="en-US"/>
              <a:t>Click to edit Master subtitle styles</a:t>
            </a:r>
          </a:p>
        </p:txBody>
      </p:sp>
      <p:sp>
        <p:nvSpPr>
          <p:cNvPr id="2" name="Title 1">
            <a:extLst>
              <a:ext uri="{FF2B5EF4-FFF2-40B4-BE49-F238E27FC236}">
                <a16:creationId xmlns:a16="http://schemas.microsoft.com/office/drawing/2014/main" id="{171054D7-80F5-442C-9F9E-FCC6CF14C5F1}"/>
              </a:ext>
            </a:extLst>
          </p:cNvPr>
          <p:cNvSpPr>
            <a:spLocks noGrp="1"/>
          </p:cNvSpPr>
          <p:nvPr>
            <p:ph type="title"/>
          </p:nvPr>
        </p:nvSpPr>
        <p:spPr/>
        <p:txBody>
          <a:bodyPr/>
          <a:lstStyle/>
          <a:p>
            <a:r>
              <a:rPr lang="en-US"/>
              <a:t>Click to edit Master title style</a:t>
            </a:r>
            <a:endParaRPr lang="de-DE"/>
          </a:p>
        </p:txBody>
      </p:sp>
    </p:spTree>
    <p:extLst>
      <p:ext uri="{BB962C8B-B14F-4D97-AF65-F5344CB8AC3E}">
        <p14:creationId xmlns:p14="http://schemas.microsoft.com/office/powerpoint/2010/main" val="3120929444"/>
      </p:ext>
    </p:extLst>
  </p:cSld>
  <p:clrMapOvr>
    <a:masterClrMapping/>
  </p:clrMapOvr>
</p:sldLayout>
</file>

<file path=ppt/slideLayouts/slideLayout120.xml><?xml version="1.0" encoding="utf-8"?>
<p:sldLayout xmlns:a="http://schemas.openxmlformats.org/drawingml/2006/main" xmlns:r="http://schemas.openxmlformats.org/officeDocument/2006/relationships" xmlns:p="http://schemas.openxmlformats.org/presentationml/2006/main" preserve="1" userDrawn="1">
  <p:cSld name="Title and subtitle">
    <p:spTree>
      <p:nvGrpSpPr>
        <p:cNvPr id="1" name=""/>
        <p:cNvGrpSpPr/>
        <p:nvPr/>
      </p:nvGrpSpPr>
      <p:grpSpPr>
        <a:xfrm>
          <a:off x="0" y="0"/>
          <a:ext cx="0" cy="0"/>
          <a:chOff x="0" y="0"/>
          <a:chExt cx="0" cy="0"/>
        </a:xfrm>
      </p:grpSpPr>
      <p:sp>
        <p:nvSpPr>
          <p:cNvPr id="5" name="Espace réservé du texte 4"/>
          <p:cNvSpPr>
            <a:spLocks noGrp="1"/>
          </p:cNvSpPr>
          <p:nvPr>
            <p:ph type="body" sz="quarter" idx="11" hasCustomPrompt="1"/>
          </p:nvPr>
        </p:nvSpPr>
        <p:spPr>
          <a:xfrm>
            <a:off x="404813" y="1327150"/>
            <a:ext cx="11379200" cy="457688"/>
          </a:xfrm>
          <a:prstGeom prst="rect">
            <a:avLst/>
          </a:prstGeom>
        </p:spPr>
        <p:txBody>
          <a:bodyPr/>
          <a:lstStyle>
            <a:lvl1pPr>
              <a:defRPr>
                <a:solidFill>
                  <a:schemeClr val="accent2"/>
                </a:solidFill>
              </a:defRPr>
            </a:lvl1pPr>
          </a:lstStyle>
          <a:p>
            <a:pPr lvl="0"/>
            <a:r>
              <a:rPr lang="en-US"/>
              <a:t>Click to edit Master subtitle styles</a:t>
            </a:r>
          </a:p>
        </p:txBody>
      </p:sp>
      <p:sp>
        <p:nvSpPr>
          <p:cNvPr id="2" name="Title 1">
            <a:extLst>
              <a:ext uri="{FF2B5EF4-FFF2-40B4-BE49-F238E27FC236}">
                <a16:creationId xmlns:a16="http://schemas.microsoft.com/office/drawing/2014/main" id="{171054D7-80F5-442C-9F9E-FCC6CF14C5F1}"/>
              </a:ext>
            </a:extLst>
          </p:cNvPr>
          <p:cNvSpPr>
            <a:spLocks noGrp="1"/>
          </p:cNvSpPr>
          <p:nvPr>
            <p:ph type="title"/>
          </p:nvPr>
        </p:nvSpPr>
        <p:spPr/>
        <p:txBody>
          <a:bodyPr/>
          <a:lstStyle/>
          <a:p>
            <a:r>
              <a:rPr lang="en-US"/>
              <a:t>Click to edit Master title style</a:t>
            </a:r>
            <a:endParaRPr lang="de-DE"/>
          </a:p>
        </p:txBody>
      </p:sp>
    </p:spTree>
    <p:extLst>
      <p:ext uri="{BB962C8B-B14F-4D97-AF65-F5344CB8AC3E}">
        <p14:creationId xmlns:p14="http://schemas.microsoft.com/office/powerpoint/2010/main" val="4246807687"/>
      </p:ext>
    </p:extLst>
  </p:cSld>
  <p:clrMapOvr>
    <a:masterClrMapping/>
  </p:clrMapOvr>
</p:sldLayout>
</file>

<file path=ppt/slideLayouts/slideLayout121.xml><?xml version="1.0" encoding="utf-8"?>
<p:sldLayout xmlns:a="http://schemas.openxmlformats.org/drawingml/2006/main" xmlns:r="http://schemas.openxmlformats.org/officeDocument/2006/relationships" xmlns:p="http://schemas.openxmlformats.org/presentationml/2006/main" preserve="1" userDrawn="1">
  <p:cSld name="Content two columns">
    <p:spTree>
      <p:nvGrpSpPr>
        <p:cNvPr id="1" name=""/>
        <p:cNvGrpSpPr/>
        <p:nvPr/>
      </p:nvGrpSpPr>
      <p:grpSpPr>
        <a:xfrm>
          <a:off x="0" y="0"/>
          <a:ext cx="0" cy="0"/>
          <a:chOff x="0" y="0"/>
          <a:chExt cx="0" cy="0"/>
        </a:xfrm>
      </p:grpSpPr>
      <p:sp>
        <p:nvSpPr>
          <p:cNvPr id="8" name="Text Placeholder 7">
            <a:extLst>
              <a:ext uri="{FF2B5EF4-FFF2-40B4-BE49-F238E27FC236}">
                <a16:creationId xmlns:a16="http://schemas.microsoft.com/office/drawing/2014/main" id="{27CE2609-37DA-4C4C-BF45-E56CE85AA41D}"/>
              </a:ext>
            </a:extLst>
          </p:cNvPr>
          <p:cNvSpPr>
            <a:spLocks noGrp="1"/>
          </p:cNvSpPr>
          <p:nvPr>
            <p:ph type="body" sz="quarter" idx="10"/>
          </p:nvPr>
        </p:nvSpPr>
        <p:spPr>
          <a:xfrm>
            <a:off x="404812" y="2205318"/>
            <a:ext cx="5600701" cy="4257394"/>
          </a:xfrm>
          <a:prstGeom prst="rect">
            <a:avLst/>
          </a:prstGeom>
        </p:spPr>
        <p:txBody>
          <a:bodyPr>
            <a:noAutofit/>
          </a:bodyPr>
          <a:lstStyle>
            <a:lvl1pPr>
              <a:lnSpc>
                <a:spcPct val="100000"/>
              </a:lnSpc>
              <a:spcBef>
                <a:spcPts val="0"/>
              </a:spcBef>
              <a:spcAft>
                <a:spcPts val="600"/>
              </a:spcAft>
              <a:defRPr sz="1600"/>
            </a:lvl1pPr>
            <a:lvl2pPr>
              <a:lnSpc>
                <a:spcPct val="100000"/>
              </a:lnSpc>
              <a:spcBef>
                <a:spcPts val="0"/>
              </a:spcBef>
              <a:spcAft>
                <a:spcPts val="600"/>
              </a:spcAft>
              <a:defRPr sz="1600"/>
            </a:lvl2pPr>
            <a:lvl3pPr>
              <a:lnSpc>
                <a:spcPct val="100000"/>
              </a:lnSpc>
              <a:spcBef>
                <a:spcPts val="0"/>
              </a:spcBef>
              <a:spcAft>
                <a:spcPts val="600"/>
              </a:spcAft>
              <a:defRPr sz="1600"/>
            </a:lvl3pPr>
            <a:lvl4pPr>
              <a:lnSpc>
                <a:spcPct val="100000"/>
              </a:lnSpc>
              <a:spcBef>
                <a:spcPts val="0"/>
              </a:spcBef>
              <a:spcAft>
                <a:spcPts val="600"/>
              </a:spcAft>
              <a:defRPr sz="1600"/>
            </a:lvl4pPr>
            <a:lvl5pPr>
              <a:lnSpc>
                <a:spcPct val="100000"/>
              </a:lnSpc>
              <a:spcBef>
                <a:spcPts val="0"/>
              </a:spcBef>
              <a:spcAft>
                <a:spcPts val="600"/>
              </a:spcAft>
              <a:defRPr sz="16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3" name="Text Placeholder 7">
            <a:extLst>
              <a:ext uri="{FF2B5EF4-FFF2-40B4-BE49-F238E27FC236}">
                <a16:creationId xmlns:a16="http://schemas.microsoft.com/office/drawing/2014/main" id="{D8D7F005-BA7C-423E-87B0-6782D88233F6}"/>
              </a:ext>
            </a:extLst>
          </p:cNvPr>
          <p:cNvSpPr>
            <a:spLocks noGrp="1"/>
          </p:cNvSpPr>
          <p:nvPr>
            <p:ph type="body" sz="quarter" idx="12" hasCustomPrompt="1"/>
          </p:nvPr>
        </p:nvSpPr>
        <p:spPr>
          <a:xfrm>
            <a:off x="404812" y="1327151"/>
            <a:ext cx="5600701" cy="743987"/>
          </a:xfrm>
          <a:prstGeom prst="rect">
            <a:avLst/>
          </a:prstGeom>
        </p:spPr>
        <p:txBody>
          <a:bodyPr anchor="ctr" anchorCtr="0">
            <a:noAutofit/>
          </a:bodyPr>
          <a:lstStyle>
            <a:lvl1pPr>
              <a:lnSpc>
                <a:spcPct val="100000"/>
              </a:lnSpc>
              <a:defRPr sz="1800" b="1">
                <a:solidFill>
                  <a:srgbClr val="12ABDB"/>
                </a:solidFill>
                <a:latin typeface="Ubuntu" panose="020B0504030602030204" pitchFamily="34" charset="0"/>
              </a:defRPr>
            </a:lvl1pPr>
            <a:lvl2pPr>
              <a:lnSpc>
                <a:spcPct val="100000"/>
              </a:lnSpc>
              <a:defRPr sz="1200"/>
            </a:lvl2pPr>
            <a:lvl3pPr>
              <a:lnSpc>
                <a:spcPct val="100000"/>
              </a:lnSpc>
              <a:defRPr sz="1200"/>
            </a:lvl3pPr>
            <a:lvl4pPr>
              <a:lnSpc>
                <a:spcPct val="100000"/>
              </a:lnSpc>
              <a:defRPr sz="1200"/>
            </a:lvl4pPr>
            <a:lvl5pPr>
              <a:lnSpc>
                <a:spcPct val="100000"/>
              </a:lnSpc>
              <a:defRPr sz="1200"/>
            </a:lvl5pPr>
          </a:lstStyle>
          <a:p>
            <a:pPr lvl="0"/>
            <a:r>
              <a:rPr lang="en-US"/>
              <a:t>CLICK TO INSERT TITLE</a:t>
            </a:r>
          </a:p>
        </p:txBody>
      </p:sp>
      <p:sp>
        <p:nvSpPr>
          <p:cNvPr id="14" name="Text Placeholder 7">
            <a:extLst>
              <a:ext uri="{FF2B5EF4-FFF2-40B4-BE49-F238E27FC236}">
                <a16:creationId xmlns:a16="http://schemas.microsoft.com/office/drawing/2014/main" id="{47BDC0DA-1585-454D-9E74-41D2AFC0FEE5}"/>
              </a:ext>
            </a:extLst>
          </p:cNvPr>
          <p:cNvSpPr>
            <a:spLocks noGrp="1"/>
          </p:cNvSpPr>
          <p:nvPr>
            <p:ph type="body" sz="quarter" idx="13" hasCustomPrompt="1"/>
          </p:nvPr>
        </p:nvSpPr>
        <p:spPr>
          <a:xfrm>
            <a:off x="6196013" y="1327151"/>
            <a:ext cx="5588001" cy="743987"/>
          </a:xfrm>
          <a:prstGeom prst="rect">
            <a:avLst/>
          </a:prstGeom>
        </p:spPr>
        <p:txBody>
          <a:bodyPr anchor="ctr" anchorCtr="0">
            <a:noAutofit/>
          </a:bodyPr>
          <a:lstStyle>
            <a:lvl1pPr>
              <a:lnSpc>
                <a:spcPct val="100000"/>
              </a:lnSpc>
              <a:defRPr sz="1800" b="1">
                <a:solidFill>
                  <a:srgbClr val="12ABDB"/>
                </a:solidFill>
                <a:latin typeface="Ubuntu" panose="020B0504030602030204" pitchFamily="34" charset="0"/>
              </a:defRPr>
            </a:lvl1pPr>
            <a:lvl2pPr>
              <a:lnSpc>
                <a:spcPct val="100000"/>
              </a:lnSpc>
              <a:defRPr sz="1200"/>
            </a:lvl2pPr>
            <a:lvl3pPr>
              <a:lnSpc>
                <a:spcPct val="100000"/>
              </a:lnSpc>
              <a:defRPr sz="1200"/>
            </a:lvl3pPr>
            <a:lvl4pPr>
              <a:lnSpc>
                <a:spcPct val="100000"/>
              </a:lnSpc>
              <a:defRPr sz="1200"/>
            </a:lvl4pPr>
            <a:lvl5pPr>
              <a:lnSpc>
                <a:spcPct val="100000"/>
              </a:lnSpc>
              <a:defRPr sz="1200"/>
            </a:lvl5pPr>
          </a:lstStyle>
          <a:p>
            <a:pPr lvl="0"/>
            <a:r>
              <a:rPr lang="en-US"/>
              <a:t>CLICK TO INSERT TITLE</a:t>
            </a:r>
          </a:p>
        </p:txBody>
      </p:sp>
      <p:sp>
        <p:nvSpPr>
          <p:cNvPr id="16" name="Text Placeholder 7">
            <a:extLst>
              <a:ext uri="{FF2B5EF4-FFF2-40B4-BE49-F238E27FC236}">
                <a16:creationId xmlns:a16="http://schemas.microsoft.com/office/drawing/2014/main" id="{27CE2609-37DA-4C4C-BF45-E56CE85AA41D}"/>
              </a:ext>
            </a:extLst>
          </p:cNvPr>
          <p:cNvSpPr>
            <a:spLocks noGrp="1"/>
          </p:cNvSpPr>
          <p:nvPr>
            <p:ph type="body" sz="quarter" idx="14"/>
          </p:nvPr>
        </p:nvSpPr>
        <p:spPr>
          <a:xfrm>
            <a:off x="6196013" y="2205318"/>
            <a:ext cx="5594351" cy="4257393"/>
          </a:xfrm>
          <a:prstGeom prst="rect">
            <a:avLst/>
          </a:prstGeom>
        </p:spPr>
        <p:txBody>
          <a:bodyPr>
            <a:noAutofit/>
          </a:bodyPr>
          <a:lstStyle>
            <a:lvl1pPr>
              <a:lnSpc>
                <a:spcPct val="100000"/>
              </a:lnSpc>
              <a:spcBef>
                <a:spcPts val="0"/>
              </a:spcBef>
              <a:spcAft>
                <a:spcPts val="600"/>
              </a:spcAft>
              <a:defRPr sz="1600"/>
            </a:lvl1pPr>
            <a:lvl2pPr>
              <a:lnSpc>
                <a:spcPct val="100000"/>
              </a:lnSpc>
              <a:spcBef>
                <a:spcPts val="0"/>
              </a:spcBef>
              <a:spcAft>
                <a:spcPts val="600"/>
              </a:spcAft>
              <a:defRPr sz="1600"/>
            </a:lvl2pPr>
            <a:lvl3pPr>
              <a:lnSpc>
                <a:spcPct val="100000"/>
              </a:lnSpc>
              <a:spcBef>
                <a:spcPts val="0"/>
              </a:spcBef>
              <a:spcAft>
                <a:spcPts val="600"/>
              </a:spcAft>
              <a:defRPr sz="1600"/>
            </a:lvl3pPr>
            <a:lvl4pPr>
              <a:lnSpc>
                <a:spcPct val="100000"/>
              </a:lnSpc>
              <a:spcBef>
                <a:spcPts val="0"/>
              </a:spcBef>
              <a:spcAft>
                <a:spcPts val="600"/>
              </a:spcAft>
              <a:defRPr sz="1600"/>
            </a:lvl4pPr>
            <a:lvl5pPr>
              <a:lnSpc>
                <a:spcPct val="100000"/>
              </a:lnSpc>
              <a:spcBef>
                <a:spcPts val="0"/>
              </a:spcBef>
              <a:spcAft>
                <a:spcPts val="600"/>
              </a:spcAft>
              <a:defRPr sz="16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 name="Title 1">
            <a:extLst>
              <a:ext uri="{FF2B5EF4-FFF2-40B4-BE49-F238E27FC236}">
                <a16:creationId xmlns:a16="http://schemas.microsoft.com/office/drawing/2014/main" id="{D996D1AE-BB05-402A-8454-CE893B60496E}"/>
              </a:ext>
            </a:extLst>
          </p:cNvPr>
          <p:cNvSpPr>
            <a:spLocks noGrp="1"/>
          </p:cNvSpPr>
          <p:nvPr>
            <p:ph type="title"/>
          </p:nvPr>
        </p:nvSpPr>
        <p:spPr/>
        <p:txBody>
          <a:bodyPr/>
          <a:lstStyle/>
          <a:p>
            <a:r>
              <a:rPr lang="en-US"/>
              <a:t>Click to edit Master title style</a:t>
            </a:r>
            <a:endParaRPr lang="de-DE"/>
          </a:p>
        </p:txBody>
      </p:sp>
    </p:spTree>
    <p:extLst>
      <p:ext uri="{BB962C8B-B14F-4D97-AF65-F5344CB8AC3E}">
        <p14:creationId xmlns:p14="http://schemas.microsoft.com/office/powerpoint/2010/main" val="540230109"/>
      </p:ext>
    </p:extLst>
  </p:cSld>
  <p:clrMapOvr>
    <a:masterClrMapping/>
  </p:clrMapOvr>
</p:sldLayout>
</file>

<file path=ppt/slideLayouts/slideLayout122.xml><?xml version="1.0" encoding="utf-8"?>
<p:sldLayout xmlns:a="http://schemas.openxmlformats.org/drawingml/2006/main" xmlns:r="http://schemas.openxmlformats.org/officeDocument/2006/relationships" xmlns:p="http://schemas.openxmlformats.org/presentationml/2006/main" preserve="1" userDrawn="1">
  <p:cSld name="Content 3 columns">
    <p:spTree>
      <p:nvGrpSpPr>
        <p:cNvPr id="1" name=""/>
        <p:cNvGrpSpPr/>
        <p:nvPr/>
      </p:nvGrpSpPr>
      <p:grpSpPr>
        <a:xfrm>
          <a:off x="0" y="0"/>
          <a:ext cx="0" cy="0"/>
          <a:chOff x="0" y="0"/>
          <a:chExt cx="0" cy="0"/>
        </a:xfrm>
      </p:grpSpPr>
      <p:sp>
        <p:nvSpPr>
          <p:cNvPr id="3" name="Text Placeholder 7">
            <a:extLst>
              <a:ext uri="{FF2B5EF4-FFF2-40B4-BE49-F238E27FC236}">
                <a16:creationId xmlns:a16="http://schemas.microsoft.com/office/drawing/2014/main" id="{27CE2609-37DA-4C4C-BF45-E56CE85AA41D}"/>
              </a:ext>
            </a:extLst>
          </p:cNvPr>
          <p:cNvSpPr>
            <a:spLocks noGrp="1"/>
          </p:cNvSpPr>
          <p:nvPr>
            <p:ph type="body" sz="quarter" idx="10"/>
          </p:nvPr>
        </p:nvSpPr>
        <p:spPr>
          <a:xfrm>
            <a:off x="404813" y="2205319"/>
            <a:ext cx="3456432" cy="4076234"/>
          </a:xfrm>
          <a:prstGeom prst="rect">
            <a:avLst/>
          </a:prstGeom>
        </p:spPr>
        <p:txBody>
          <a:bodyPr>
            <a:noAutofit/>
          </a:bodyPr>
          <a:lstStyle>
            <a:lvl1pPr>
              <a:lnSpc>
                <a:spcPct val="100000"/>
              </a:lnSpc>
              <a:spcBef>
                <a:spcPts val="0"/>
              </a:spcBef>
              <a:defRPr sz="1400"/>
            </a:lvl1pPr>
            <a:lvl2pPr>
              <a:lnSpc>
                <a:spcPct val="100000"/>
              </a:lnSpc>
              <a:spcBef>
                <a:spcPts val="0"/>
              </a:spcBef>
              <a:defRPr sz="1400"/>
            </a:lvl2pPr>
            <a:lvl3pPr>
              <a:lnSpc>
                <a:spcPct val="100000"/>
              </a:lnSpc>
              <a:spcBef>
                <a:spcPts val="0"/>
              </a:spcBef>
              <a:defRPr sz="1400"/>
            </a:lvl3pPr>
            <a:lvl4pPr>
              <a:lnSpc>
                <a:spcPct val="100000"/>
              </a:lnSpc>
              <a:spcBef>
                <a:spcPts val="0"/>
              </a:spcBef>
              <a:defRPr sz="1400"/>
            </a:lvl4pPr>
            <a:lvl5pPr>
              <a:lnSpc>
                <a:spcPct val="100000"/>
              </a:lnSpc>
              <a:spcBef>
                <a:spcPts val="0"/>
              </a:spcBef>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7">
            <a:extLst>
              <a:ext uri="{FF2B5EF4-FFF2-40B4-BE49-F238E27FC236}">
                <a16:creationId xmlns:a16="http://schemas.microsoft.com/office/drawing/2014/main" id="{D8D7F005-BA7C-423E-87B0-6782D88233F6}"/>
              </a:ext>
            </a:extLst>
          </p:cNvPr>
          <p:cNvSpPr>
            <a:spLocks noGrp="1"/>
          </p:cNvSpPr>
          <p:nvPr>
            <p:ph type="body" sz="quarter" idx="12" hasCustomPrompt="1"/>
          </p:nvPr>
        </p:nvSpPr>
        <p:spPr>
          <a:xfrm>
            <a:off x="404813" y="1327151"/>
            <a:ext cx="3456432" cy="837826"/>
          </a:xfrm>
          <a:prstGeom prst="rect">
            <a:avLst/>
          </a:prstGeom>
        </p:spPr>
        <p:txBody>
          <a:bodyPr vert="horz" lIns="0" tIns="0" rIns="0" bIns="0" rtlCol="0" anchor="ctr" anchorCtr="0">
            <a:noAutofit/>
          </a:bodyPr>
          <a:lstStyle>
            <a:lvl1pPr algn="ctr">
              <a:lnSpc>
                <a:spcPct val="100000"/>
              </a:lnSpc>
              <a:defRPr lang="en-US" sz="1600" b="0" kern="1200" dirty="0">
                <a:solidFill>
                  <a:srgbClr val="12ABDB"/>
                </a:solidFill>
                <a:latin typeface="Ubuntu" panose="020B0504030602030204" pitchFamily="34" charset="0"/>
                <a:ea typeface="+mn-ea"/>
                <a:cs typeface="+mn-cs"/>
              </a:defRPr>
            </a:lvl1pPr>
            <a:lvl2pPr>
              <a:lnSpc>
                <a:spcPct val="100000"/>
              </a:lnSpc>
              <a:defRPr sz="1200"/>
            </a:lvl2pPr>
            <a:lvl3pPr>
              <a:lnSpc>
                <a:spcPct val="100000"/>
              </a:lnSpc>
              <a:defRPr sz="1200"/>
            </a:lvl3pPr>
            <a:lvl4pPr>
              <a:lnSpc>
                <a:spcPct val="100000"/>
              </a:lnSpc>
              <a:defRPr sz="1200"/>
            </a:lvl4pPr>
            <a:lvl5pPr>
              <a:lnSpc>
                <a:spcPct val="100000"/>
              </a:lnSpc>
              <a:defRPr sz="1200"/>
            </a:lvl5pPr>
          </a:lstStyle>
          <a:p>
            <a:pPr marL="0" lvl="0" indent="0" algn="l" defTabSz="914400" rtl="0" eaLnBrk="1" latinLnBrk="0" hangingPunct="1">
              <a:lnSpc>
                <a:spcPct val="100000"/>
              </a:lnSpc>
              <a:spcBef>
                <a:spcPts val="1000"/>
              </a:spcBef>
              <a:buFont typeface="Arial" panose="020B0604020202020204" pitchFamily="34" charset="0"/>
              <a:buNone/>
            </a:pPr>
            <a:r>
              <a:rPr lang="en-US"/>
              <a:t>CLICK TO INSERT TITLE</a:t>
            </a:r>
          </a:p>
        </p:txBody>
      </p:sp>
      <p:sp>
        <p:nvSpPr>
          <p:cNvPr id="9" name="Text Placeholder 7">
            <a:extLst>
              <a:ext uri="{FF2B5EF4-FFF2-40B4-BE49-F238E27FC236}">
                <a16:creationId xmlns:a16="http://schemas.microsoft.com/office/drawing/2014/main" id="{27CE2609-37DA-4C4C-BF45-E56CE85AA41D}"/>
              </a:ext>
            </a:extLst>
          </p:cNvPr>
          <p:cNvSpPr>
            <a:spLocks noGrp="1"/>
          </p:cNvSpPr>
          <p:nvPr>
            <p:ph type="body" sz="quarter" idx="14"/>
          </p:nvPr>
        </p:nvSpPr>
        <p:spPr>
          <a:xfrm>
            <a:off x="4371047" y="2205319"/>
            <a:ext cx="3456432" cy="4076234"/>
          </a:xfrm>
          <a:prstGeom prst="rect">
            <a:avLst/>
          </a:prstGeom>
        </p:spPr>
        <p:txBody>
          <a:bodyPr>
            <a:noAutofit/>
          </a:bodyPr>
          <a:lstStyle>
            <a:lvl1pPr>
              <a:lnSpc>
                <a:spcPct val="100000"/>
              </a:lnSpc>
              <a:spcBef>
                <a:spcPts val="0"/>
              </a:spcBef>
              <a:defRPr sz="1400"/>
            </a:lvl1pPr>
            <a:lvl2pPr>
              <a:lnSpc>
                <a:spcPct val="100000"/>
              </a:lnSpc>
              <a:spcBef>
                <a:spcPts val="0"/>
              </a:spcBef>
              <a:defRPr sz="1400"/>
            </a:lvl2pPr>
            <a:lvl3pPr>
              <a:lnSpc>
                <a:spcPct val="100000"/>
              </a:lnSpc>
              <a:spcBef>
                <a:spcPts val="0"/>
              </a:spcBef>
              <a:defRPr sz="1400"/>
            </a:lvl3pPr>
            <a:lvl4pPr>
              <a:lnSpc>
                <a:spcPct val="100000"/>
              </a:lnSpc>
              <a:spcBef>
                <a:spcPts val="0"/>
              </a:spcBef>
              <a:defRPr sz="1400"/>
            </a:lvl4pPr>
            <a:lvl5pPr>
              <a:lnSpc>
                <a:spcPct val="100000"/>
              </a:lnSpc>
              <a:spcBef>
                <a:spcPts val="0"/>
              </a:spcBef>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 name="Text Placeholder 7">
            <a:extLst>
              <a:ext uri="{FF2B5EF4-FFF2-40B4-BE49-F238E27FC236}">
                <a16:creationId xmlns:a16="http://schemas.microsoft.com/office/drawing/2014/main" id="{D8D7F005-BA7C-423E-87B0-6782D88233F6}"/>
              </a:ext>
            </a:extLst>
          </p:cNvPr>
          <p:cNvSpPr>
            <a:spLocks noGrp="1"/>
          </p:cNvSpPr>
          <p:nvPr>
            <p:ph type="body" sz="quarter" idx="15" hasCustomPrompt="1"/>
          </p:nvPr>
        </p:nvSpPr>
        <p:spPr>
          <a:xfrm>
            <a:off x="4371047" y="1327151"/>
            <a:ext cx="3456432" cy="743987"/>
          </a:xfrm>
          <a:prstGeom prst="rect">
            <a:avLst/>
          </a:prstGeom>
        </p:spPr>
        <p:txBody>
          <a:bodyPr vert="horz" lIns="0" tIns="0" rIns="0" bIns="0" rtlCol="0" anchor="ctr" anchorCtr="0">
            <a:noAutofit/>
          </a:bodyPr>
          <a:lstStyle>
            <a:lvl1pPr algn="ctr">
              <a:lnSpc>
                <a:spcPct val="100000"/>
              </a:lnSpc>
              <a:defRPr lang="en-US" sz="1600" b="0" kern="1200" dirty="0">
                <a:solidFill>
                  <a:srgbClr val="12ABDB"/>
                </a:solidFill>
                <a:latin typeface="Ubuntu" panose="020B0504030602030204" pitchFamily="34" charset="0"/>
                <a:ea typeface="+mn-ea"/>
                <a:cs typeface="+mn-cs"/>
              </a:defRPr>
            </a:lvl1pPr>
            <a:lvl2pPr>
              <a:lnSpc>
                <a:spcPct val="100000"/>
              </a:lnSpc>
              <a:defRPr sz="1200"/>
            </a:lvl2pPr>
            <a:lvl3pPr>
              <a:lnSpc>
                <a:spcPct val="100000"/>
              </a:lnSpc>
              <a:defRPr sz="1200"/>
            </a:lvl3pPr>
            <a:lvl4pPr>
              <a:lnSpc>
                <a:spcPct val="100000"/>
              </a:lnSpc>
              <a:defRPr sz="1200"/>
            </a:lvl4pPr>
            <a:lvl5pPr>
              <a:lnSpc>
                <a:spcPct val="100000"/>
              </a:lnSpc>
              <a:defRPr sz="1200"/>
            </a:lvl5pPr>
          </a:lstStyle>
          <a:p>
            <a:pPr marL="0" lvl="0" indent="0" algn="l" defTabSz="914400" rtl="0" eaLnBrk="1" latinLnBrk="0" hangingPunct="1">
              <a:lnSpc>
                <a:spcPct val="100000"/>
              </a:lnSpc>
              <a:spcBef>
                <a:spcPts val="1000"/>
              </a:spcBef>
              <a:buFont typeface="Arial" panose="020B0604020202020204" pitchFamily="34" charset="0"/>
              <a:buNone/>
            </a:pPr>
            <a:r>
              <a:rPr lang="en-US"/>
              <a:t>CLICK TO INSERT TITLE</a:t>
            </a:r>
          </a:p>
        </p:txBody>
      </p:sp>
      <p:sp>
        <p:nvSpPr>
          <p:cNvPr id="11" name="Text Placeholder 7">
            <a:extLst>
              <a:ext uri="{FF2B5EF4-FFF2-40B4-BE49-F238E27FC236}">
                <a16:creationId xmlns:a16="http://schemas.microsoft.com/office/drawing/2014/main" id="{27CE2609-37DA-4C4C-BF45-E56CE85AA41D}"/>
              </a:ext>
            </a:extLst>
          </p:cNvPr>
          <p:cNvSpPr>
            <a:spLocks noGrp="1"/>
          </p:cNvSpPr>
          <p:nvPr>
            <p:ph type="body" sz="quarter" idx="16"/>
          </p:nvPr>
        </p:nvSpPr>
        <p:spPr>
          <a:xfrm>
            <a:off x="8330755" y="2205319"/>
            <a:ext cx="3456432" cy="4076234"/>
          </a:xfrm>
          <a:prstGeom prst="rect">
            <a:avLst/>
          </a:prstGeom>
        </p:spPr>
        <p:txBody>
          <a:bodyPr>
            <a:noAutofit/>
          </a:bodyPr>
          <a:lstStyle>
            <a:lvl1pPr>
              <a:lnSpc>
                <a:spcPct val="100000"/>
              </a:lnSpc>
              <a:spcBef>
                <a:spcPts val="0"/>
              </a:spcBef>
              <a:defRPr sz="1400"/>
            </a:lvl1pPr>
            <a:lvl2pPr>
              <a:lnSpc>
                <a:spcPct val="100000"/>
              </a:lnSpc>
              <a:spcBef>
                <a:spcPts val="0"/>
              </a:spcBef>
              <a:defRPr sz="1400"/>
            </a:lvl2pPr>
            <a:lvl3pPr>
              <a:lnSpc>
                <a:spcPct val="100000"/>
              </a:lnSpc>
              <a:spcBef>
                <a:spcPts val="0"/>
              </a:spcBef>
              <a:defRPr sz="1400"/>
            </a:lvl3pPr>
            <a:lvl4pPr>
              <a:lnSpc>
                <a:spcPct val="100000"/>
              </a:lnSpc>
              <a:spcBef>
                <a:spcPts val="0"/>
              </a:spcBef>
              <a:defRPr sz="1400"/>
            </a:lvl4pPr>
            <a:lvl5pPr>
              <a:lnSpc>
                <a:spcPct val="100000"/>
              </a:lnSpc>
              <a:spcBef>
                <a:spcPts val="0"/>
              </a:spcBef>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2" name="Text Placeholder 7">
            <a:extLst>
              <a:ext uri="{FF2B5EF4-FFF2-40B4-BE49-F238E27FC236}">
                <a16:creationId xmlns:a16="http://schemas.microsoft.com/office/drawing/2014/main" id="{D8D7F005-BA7C-423E-87B0-6782D88233F6}"/>
              </a:ext>
            </a:extLst>
          </p:cNvPr>
          <p:cNvSpPr>
            <a:spLocks noGrp="1"/>
          </p:cNvSpPr>
          <p:nvPr>
            <p:ph type="body" sz="quarter" idx="17" hasCustomPrompt="1"/>
          </p:nvPr>
        </p:nvSpPr>
        <p:spPr>
          <a:xfrm>
            <a:off x="8330755" y="1327151"/>
            <a:ext cx="3456432" cy="743987"/>
          </a:xfrm>
          <a:prstGeom prst="rect">
            <a:avLst/>
          </a:prstGeom>
        </p:spPr>
        <p:txBody>
          <a:bodyPr vert="horz" lIns="0" tIns="0" rIns="0" bIns="0" rtlCol="0" anchor="ctr" anchorCtr="0">
            <a:noAutofit/>
          </a:bodyPr>
          <a:lstStyle>
            <a:lvl1pPr algn="ctr">
              <a:lnSpc>
                <a:spcPct val="100000"/>
              </a:lnSpc>
              <a:defRPr lang="en-US" sz="1600" b="0" kern="1200" dirty="0">
                <a:solidFill>
                  <a:srgbClr val="12ABDB"/>
                </a:solidFill>
                <a:latin typeface="Ubuntu" panose="020B0504030602030204" pitchFamily="34" charset="0"/>
                <a:ea typeface="+mn-ea"/>
                <a:cs typeface="+mn-cs"/>
              </a:defRPr>
            </a:lvl1pPr>
            <a:lvl2pPr>
              <a:lnSpc>
                <a:spcPct val="100000"/>
              </a:lnSpc>
              <a:defRPr sz="1200"/>
            </a:lvl2pPr>
            <a:lvl3pPr>
              <a:lnSpc>
                <a:spcPct val="100000"/>
              </a:lnSpc>
              <a:defRPr sz="1200"/>
            </a:lvl3pPr>
            <a:lvl4pPr>
              <a:lnSpc>
                <a:spcPct val="100000"/>
              </a:lnSpc>
              <a:defRPr sz="1200"/>
            </a:lvl4pPr>
            <a:lvl5pPr>
              <a:lnSpc>
                <a:spcPct val="100000"/>
              </a:lnSpc>
              <a:defRPr sz="1200"/>
            </a:lvl5pPr>
          </a:lstStyle>
          <a:p>
            <a:pPr marL="0" lvl="0" indent="0" algn="l" defTabSz="914400" rtl="0" eaLnBrk="1" latinLnBrk="0" hangingPunct="1">
              <a:lnSpc>
                <a:spcPct val="100000"/>
              </a:lnSpc>
              <a:spcBef>
                <a:spcPts val="1000"/>
              </a:spcBef>
              <a:buFont typeface="Arial" panose="020B0604020202020204" pitchFamily="34" charset="0"/>
              <a:buNone/>
            </a:pPr>
            <a:r>
              <a:rPr lang="en-US"/>
              <a:t>CLICK TO INSERT TITLE</a:t>
            </a:r>
          </a:p>
        </p:txBody>
      </p:sp>
      <p:sp>
        <p:nvSpPr>
          <p:cNvPr id="5" name="Title 4">
            <a:extLst>
              <a:ext uri="{FF2B5EF4-FFF2-40B4-BE49-F238E27FC236}">
                <a16:creationId xmlns:a16="http://schemas.microsoft.com/office/drawing/2014/main" id="{294515F3-E20E-47CC-8314-0A030AB3D1FD}"/>
              </a:ext>
            </a:extLst>
          </p:cNvPr>
          <p:cNvSpPr>
            <a:spLocks noGrp="1"/>
          </p:cNvSpPr>
          <p:nvPr>
            <p:ph type="title"/>
          </p:nvPr>
        </p:nvSpPr>
        <p:spPr/>
        <p:txBody>
          <a:bodyPr/>
          <a:lstStyle/>
          <a:p>
            <a:r>
              <a:rPr lang="en-US"/>
              <a:t>Click to edit Master title style</a:t>
            </a:r>
            <a:endParaRPr lang="de-DE"/>
          </a:p>
        </p:txBody>
      </p:sp>
    </p:spTree>
    <p:extLst>
      <p:ext uri="{BB962C8B-B14F-4D97-AF65-F5344CB8AC3E}">
        <p14:creationId xmlns:p14="http://schemas.microsoft.com/office/powerpoint/2010/main" val="3120076787"/>
      </p:ext>
    </p:extLst>
  </p:cSld>
  <p:clrMapOvr>
    <a:masterClrMapping/>
  </p:clrMapOvr>
</p:sldLayout>
</file>

<file path=ppt/slideLayouts/slideLayout123.xml><?xml version="1.0" encoding="utf-8"?>
<p:sldLayout xmlns:a="http://schemas.openxmlformats.org/drawingml/2006/main" xmlns:r="http://schemas.openxmlformats.org/officeDocument/2006/relationships" xmlns:p="http://schemas.openxmlformats.org/presentationml/2006/main" preserve="1" userDrawn="1">
  <p:cSld name="1_Content 3 columns">
    <p:spTree>
      <p:nvGrpSpPr>
        <p:cNvPr id="1" name=""/>
        <p:cNvGrpSpPr/>
        <p:nvPr/>
      </p:nvGrpSpPr>
      <p:grpSpPr>
        <a:xfrm>
          <a:off x="0" y="0"/>
          <a:ext cx="0" cy="0"/>
          <a:chOff x="0" y="0"/>
          <a:chExt cx="0" cy="0"/>
        </a:xfrm>
      </p:grpSpPr>
      <p:sp>
        <p:nvSpPr>
          <p:cNvPr id="13" name="Rectangle 12">
            <a:extLst>
              <a:ext uri="{FF2B5EF4-FFF2-40B4-BE49-F238E27FC236}">
                <a16:creationId xmlns:a16="http://schemas.microsoft.com/office/drawing/2014/main" id="{7B9A63D1-B6C5-4F10-ABD1-7445EB2D8ADC}"/>
              </a:ext>
            </a:extLst>
          </p:cNvPr>
          <p:cNvSpPr/>
          <p:nvPr userDrawn="1"/>
        </p:nvSpPr>
        <p:spPr>
          <a:xfrm>
            <a:off x="407988" y="2423886"/>
            <a:ext cx="3524250" cy="4046888"/>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PT"/>
          </a:p>
        </p:txBody>
      </p:sp>
      <p:sp>
        <p:nvSpPr>
          <p:cNvPr id="14" name="Rectangle 13">
            <a:extLst>
              <a:ext uri="{FF2B5EF4-FFF2-40B4-BE49-F238E27FC236}">
                <a16:creationId xmlns:a16="http://schemas.microsoft.com/office/drawing/2014/main" id="{A69DEBB0-4052-42E9-B8A1-20FEA957F747}"/>
              </a:ext>
            </a:extLst>
          </p:cNvPr>
          <p:cNvSpPr/>
          <p:nvPr userDrawn="1"/>
        </p:nvSpPr>
        <p:spPr>
          <a:xfrm>
            <a:off x="4333875" y="2423886"/>
            <a:ext cx="3524250" cy="4046888"/>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PT"/>
          </a:p>
        </p:txBody>
      </p:sp>
      <p:sp>
        <p:nvSpPr>
          <p:cNvPr id="15" name="Rectangle 14">
            <a:extLst>
              <a:ext uri="{FF2B5EF4-FFF2-40B4-BE49-F238E27FC236}">
                <a16:creationId xmlns:a16="http://schemas.microsoft.com/office/drawing/2014/main" id="{270917E2-630D-4941-BA4B-7EB65D4A7850}"/>
              </a:ext>
            </a:extLst>
          </p:cNvPr>
          <p:cNvSpPr/>
          <p:nvPr userDrawn="1"/>
        </p:nvSpPr>
        <p:spPr>
          <a:xfrm>
            <a:off x="8259763" y="2406300"/>
            <a:ext cx="3524250" cy="4046888"/>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PT"/>
          </a:p>
        </p:txBody>
      </p:sp>
      <p:sp>
        <p:nvSpPr>
          <p:cNvPr id="16" name="Text Placeholder 4">
            <a:extLst>
              <a:ext uri="{FF2B5EF4-FFF2-40B4-BE49-F238E27FC236}">
                <a16:creationId xmlns:a16="http://schemas.microsoft.com/office/drawing/2014/main" id="{5AE9BC27-7262-47DA-99EA-4AB1F52A8C33}"/>
              </a:ext>
            </a:extLst>
          </p:cNvPr>
          <p:cNvSpPr>
            <a:spLocks noGrp="1"/>
          </p:cNvSpPr>
          <p:nvPr>
            <p:ph type="body" sz="quarter" idx="13" hasCustomPrompt="1"/>
          </p:nvPr>
        </p:nvSpPr>
        <p:spPr>
          <a:xfrm>
            <a:off x="725016" y="3332368"/>
            <a:ext cx="2890194" cy="645047"/>
          </a:xfrm>
          <a:prstGeom prst="rect">
            <a:avLst/>
          </a:prstGeom>
          <a:noFill/>
        </p:spPr>
        <p:txBody>
          <a:bodyPr anchor="ctr">
            <a:noAutofit/>
          </a:bodyPr>
          <a:lstStyle>
            <a:lvl1pPr algn="l">
              <a:lnSpc>
                <a:spcPts val="1800"/>
              </a:lnSpc>
              <a:defRPr sz="1600" b="0">
                <a:solidFill>
                  <a:schemeClr val="accent1"/>
                </a:solidFill>
                <a:latin typeface="+mj-lt"/>
              </a:defRPr>
            </a:lvl1pPr>
            <a:lvl2pPr>
              <a:defRPr sz="1400"/>
            </a:lvl2pPr>
            <a:lvl3pPr>
              <a:defRPr sz="1200"/>
            </a:lvl3pPr>
            <a:lvl4pPr>
              <a:defRPr sz="1100"/>
            </a:lvl4pPr>
            <a:lvl5pPr>
              <a:defRPr sz="1100"/>
            </a:lvl5pPr>
          </a:lstStyle>
          <a:p>
            <a:pPr lvl="0"/>
            <a:r>
              <a:rPr lang="en-US"/>
              <a:t>Click to insert title</a:t>
            </a:r>
          </a:p>
        </p:txBody>
      </p:sp>
      <p:sp>
        <p:nvSpPr>
          <p:cNvPr id="18" name="Text Placeholder 4">
            <a:extLst>
              <a:ext uri="{FF2B5EF4-FFF2-40B4-BE49-F238E27FC236}">
                <a16:creationId xmlns:a16="http://schemas.microsoft.com/office/drawing/2014/main" id="{EBBF7568-EC18-40A1-B3C2-1E64D0BFDEFF}"/>
              </a:ext>
            </a:extLst>
          </p:cNvPr>
          <p:cNvSpPr>
            <a:spLocks noGrp="1"/>
          </p:cNvSpPr>
          <p:nvPr>
            <p:ph type="body" sz="quarter" idx="33" hasCustomPrompt="1"/>
          </p:nvPr>
        </p:nvSpPr>
        <p:spPr>
          <a:xfrm>
            <a:off x="4650903" y="3332368"/>
            <a:ext cx="2890194" cy="645047"/>
          </a:xfrm>
          <a:prstGeom prst="rect">
            <a:avLst/>
          </a:prstGeom>
          <a:noFill/>
        </p:spPr>
        <p:txBody>
          <a:bodyPr anchor="ctr">
            <a:noAutofit/>
          </a:bodyPr>
          <a:lstStyle>
            <a:lvl1pPr algn="l">
              <a:lnSpc>
                <a:spcPts val="1800"/>
              </a:lnSpc>
              <a:defRPr sz="1600" b="0">
                <a:solidFill>
                  <a:srgbClr val="2EA657"/>
                </a:solidFill>
                <a:latin typeface="+mj-lt"/>
              </a:defRPr>
            </a:lvl1pPr>
            <a:lvl2pPr>
              <a:defRPr sz="1400"/>
            </a:lvl2pPr>
            <a:lvl3pPr>
              <a:defRPr sz="1200"/>
            </a:lvl3pPr>
            <a:lvl4pPr>
              <a:defRPr sz="1100"/>
            </a:lvl4pPr>
            <a:lvl5pPr>
              <a:defRPr sz="1100"/>
            </a:lvl5pPr>
          </a:lstStyle>
          <a:p>
            <a:pPr lvl="0"/>
            <a:r>
              <a:rPr lang="en-US"/>
              <a:t>Click to insert title</a:t>
            </a:r>
          </a:p>
        </p:txBody>
      </p:sp>
      <p:sp>
        <p:nvSpPr>
          <p:cNvPr id="19" name="Text Placeholder 4">
            <a:extLst>
              <a:ext uri="{FF2B5EF4-FFF2-40B4-BE49-F238E27FC236}">
                <a16:creationId xmlns:a16="http://schemas.microsoft.com/office/drawing/2014/main" id="{0C0A1379-EE65-47B3-B113-45D1ED57400C}"/>
              </a:ext>
            </a:extLst>
          </p:cNvPr>
          <p:cNvSpPr>
            <a:spLocks noGrp="1"/>
          </p:cNvSpPr>
          <p:nvPr>
            <p:ph type="body" sz="quarter" idx="35" hasCustomPrompt="1"/>
          </p:nvPr>
        </p:nvSpPr>
        <p:spPr>
          <a:xfrm>
            <a:off x="8576791" y="3332368"/>
            <a:ext cx="2890194" cy="645047"/>
          </a:xfrm>
          <a:prstGeom prst="rect">
            <a:avLst/>
          </a:prstGeom>
          <a:noFill/>
        </p:spPr>
        <p:txBody>
          <a:bodyPr anchor="ctr">
            <a:noAutofit/>
          </a:bodyPr>
          <a:lstStyle>
            <a:lvl1pPr algn="l">
              <a:lnSpc>
                <a:spcPts val="1800"/>
              </a:lnSpc>
              <a:defRPr sz="1600" b="0">
                <a:solidFill>
                  <a:srgbClr val="BA2980"/>
                </a:solidFill>
                <a:latin typeface="+mj-lt"/>
              </a:defRPr>
            </a:lvl1pPr>
            <a:lvl2pPr>
              <a:defRPr sz="1400"/>
            </a:lvl2pPr>
            <a:lvl3pPr>
              <a:defRPr sz="1200"/>
            </a:lvl3pPr>
            <a:lvl4pPr>
              <a:defRPr sz="1100"/>
            </a:lvl4pPr>
            <a:lvl5pPr>
              <a:defRPr sz="1100"/>
            </a:lvl5pPr>
          </a:lstStyle>
          <a:p>
            <a:pPr lvl="0"/>
            <a:r>
              <a:rPr lang="en-US"/>
              <a:t>Click to insert title</a:t>
            </a:r>
          </a:p>
        </p:txBody>
      </p:sp>
      <p:sp>
        <p:nvSpPr>
          <p:cNvPr id="22" name="Text Placeholder 7">
            <a:extLst>
              <a:ext uri="{FF2B5EF4-FFF2-40B4-BE49-F238E27FC236}">
                <a16:creationId xmlns:a16="http://schemas.microsoft.com/office/drawing/2014/main" id="{E24DC023-E500-4824-A661-003A568299EA}"/>
              </a:ext>
            </a:extLst>
          </p:cNvPr>
          <p:cNvSpPr>
            <a:spLocks noGrp="1"/>
          </p:cNvSpPr>
          <p:nvPr>
            <p:ph type="body" sz="quarter" idx="10"/>
          </p:nvPr>
        </p:nvSpPr>
        <p:spPr>
          <a:xfrm>
            <a:off x="725015" y="4079991"/>
            <a:ext cx="2890194" cy="2201561"/>
          </a:xfrm>
          <a:prstGeom prst="rect">
            <a:avLst/>
          </a:prstGeom>
        </p:spPr>
        <p:txBody>
          <a:bodyPr>
            <a:noAutofit/>
          </a:bodyPr>
          <a:lstStyle>
            <a:lvl1pPr>
              <a:lnSpc>
                <a:spcPct val="100000"/>
              </a:lnSpc>
              <a:spcBef>
                <a:spcPts val="0"/>
              </a:spcBef>
              <a:defRPr sz="1400"/>
            </a:lvl1pPr>
            <a:lvl2pPr>
              <a:lnSpc>
                <a:spcPct val="100000"/>
              </a:lnSpc>
              <a:spcBef>
                <a:spcPts val="0"/>
              </a:spcBef>
              <a:buClr>
                <a:schemeClr val="accent1"/>
              </a:buClr>
              <a:defRPr sz="1400"/>
            </a:lvl2pPr>
            <a:lvl3pPr>
              <a:lnSpc>
                <a:spcPct val="100000"/>
              </a:lnSpc>
              <a:spcBef>
                <a:spcPts val="0"/>
              </a:spcBef>
              <a:buClr>
                <a:schemeClr val="accent1"/>
              </a:buClr>
              <a:defRPr sz="1400"/>
            </a:lvl3pPr>
            <a:lvl4pPr>
              <a:lnSpc>
                <a:spcPct val="100000"/>
              </a:lnSpc>
              <a:spcBef>
                <a:spcPts val="0"/>
              </a:spcBef>
              <a:buClr>
                <a:schemeClr val="accent1"/>
              </a:buClr>
              <a:defRPr sz="1400"/>
            </a:lvl4pPr>
            <a:lvl5pPr>
              <a:lnSpc>
                <a:spcPct val="100000"/>
              </a:lnSpc>
              <a:spcBef>
                <a:spcPts val="0"/>
              </a:spcBef>
              <a:buClr>
                <a:schemeClr val="accent1"/>
              </a:buClr>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3" name="Text Placeholder 7">
            <a:extLst>
              <a:ext uri="{FF2B5EF4-FFF2-40B4-BE49-F238E27FC236}">
                <a16:creationId xmlns:a16="http://schemas.microsoft.com/office/drawing/2014/main" id="{B1037A2D-940F-4255-984B-C4A7AABBB724}"/>
              </a:ext>
            </a:extLst>
          </p:cNvPr>
          <p:cNvSpPr>
            <a:spLocks noGrp="1"/>
          </p:cNvSpPr>
          <p:nvPr>
            <p:ph type="body" sz="quarter" idx="40"/>
          </p:nvPr>
        </p:nvSpPr>
        <p:spPr>
          <a:xfrm>
            <a:off x="4650903" y="4079991"/>
            <a:ext cx="2890194" cy="2201561"/>
          </a:xfrm>
          <a:prstGeom prst="rect">
            <a:avLst/>
          </a:prstGeom>
        </p:spPr>
        <p:txBody>
          <a:bodyPr>
            <a:noAutofit/>
          </a:bodyPr>
          <a:lstStyle>
            <a:lvl1pPr>
              <a:lnSpc>
                <a:spcPct val="100000"/>
              </a:lnSpc>
              <a:spcBef>
                <a:spcPts val="0"/>
              </a:spcBef>
              <a:defRPr sz="1400"/>
            </a:lvl1pPr>
            <a:lvl2pPr>
              <a:lnSpc>
                <a:spcPct val="100000"/>
              </a:lnSpc>
              <a:spcBef>
                <a:spcPts val="0"/>
              </a:spcBef>
              <a:buClr>
                <a:srgbClr val="2EA657"/>
              </a:buClr>
              <a:defRPr sz="1400"/>
            </a:lvl2pPr>
            <a:lvl3pPr>
              <a:lnSpc>
                <a:spcPct val="100000"/>
              </a:lnSpc>
              <a:spcBef>
                <a:spcPts val="0"/>
              </a:spcBef>
              <a:buClr>
                <a:srgbClr val="2EA657"/>
              </a:buClr>
              <a:defRPr sz="1400"/>
            </a:lvl3pPr>
            <a:lvl4pPr>
              <a:lnSpc>
                <a:spcPct val="100000"/>
              </a:lnSpc>
              <a:spcBef>
                <a:spcPts val="0"/>
              </a:spcBef>
              <a:buClr>
                <a:srgbClr val="2EA657"/>
              </a:buClr>
              <a:defRPr sz="1400"/>
            </a:lvl4pPr>
            <a:lvl5pPr>
              <a:lnSpc>
                <a:spcPct val="100000"/>
              </a:lnSpc>
              <a:spcBef>
                <a:spcPts val="0"/>
              </a:spcBef>
              <a:buClr>
                <a:srgbClr val="2EA657"/>
              </a:buClr>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4" name="Text Placeholder 7">
            <a:extLst>
              <a:ext uri="{FF2B5EF4-FFF2-40B4-BE49-F238E27FC236}">
                <a16:creationId xmlns:a16="http://schemas.microsoft.com/office/drawing/2014/main" id="{5849E3D5-EF9E-46F2-9C73-58806A392B34}"/>
              </a:ext>
            </a:extLst>
          </p:cNvPr>
          <p:cNvSpPr>
            <a:spLocks noGrp="1"/>
          </p:cNvSpPr>
          <p:nvPr>
            <p:ph type="body" sz="quarter" idx="41"/>
          </p:nvPr>
        </p:nvSpPr>
        <p:spPr>
          <a:xfrm>
            <a:off x="8576791" y="4079991"/>
            <a:ext cx="2890194" cy="2201561"/>
          </a:xfrm>
          <a:prstGeom prst="rect">
            <a:avLst/>
          </a:prstGeom>
        </p:spPr>
        <p:txBody>
          <a:bodyPr>
            <a:noAutofit/>
          </a:bodyPr>
          <a:lstStyle>
            <a:lvl1pPr>
              <a:lnSpc>
                <a:spcPct val="100000"/>
              </a:lnSpc>
              <a:spcBef>
                <a:spcPts val="0"/>
              </a:spcBef>
              <a:defRPr sz="1400"/>
            </a:lvl1pPr>
            <a:lvl2pPr>
              <a:lnSpc>
                <a:spcPct val="100000"/>
              </a:lnSpc>
              <a:spcBef>
                <a:spcPts val="0"/>
              </a:spcBef>
              <a:buClr>
                <a:srgbClr val="BA2980"/>
              </a:buClr>
              <a:defRPr sz="1400"/>
            </a:lvl2pPr>
            <a:lvl3pPr>
              <a:lnSpc>
                <a:spcPct val="100000"/>
              </a:lnSpc>
              <a:spcBef>
                <a:spcPts val="0"/>
              </a:spcBef>
              <a:buClr>
                <a:srgbClr val="BA2980"/>
              </a:buClr>
              <a:defRPr sz="1400"/>
            </a:lvl3pPr>
            <a:lvl4pPr>
              <a:lnSpc>
                <a:spcPct val="100000"/>
              </a:lnSpc>
              <a:spcBef>
                <a:spcPts val="0"/>
              </a:spcBef>
              <a:buClr>
                <a:srgbClr val="BA2980"/>
              </a:buClr>
              <a:defRPr sz="1400"/>
            </a:lvl4pPr>
            <a:lvl5pPr>
              <a:lnSpc>
                <a:spcPct val="100000"/>
              </a:lnSpc>
              <a:spcBef>
                <a:spcPts val="0"/>
              </a:spcBef>
              <a:buClr>
                <a:srgbClr val="BA2980"/>
              </a:buClr>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 name="Title 2">
            <a:extLst>
              <a:ext uri="{FF2B5EF4-FFF2-40B4-BE49-F238E27FC236}">
                <a16:creationId xmlns:a16="http://schemas.microsoft.com/office/drawing/2014/main" id="{18A66D25-366C-4142-B5D9-9A4107D8BC80}"/>
              </a:ext>
            </a:extLst>
          </p:cNvPr>
          <p:cNvSpPr>
            <a:spLocks noGrp="1"/>
          </p:cNvSpPr>
          <p:nvPr>
            <p:ph type="title"/>
          </p:nvPr>
        </p:nvSpPr>
        <p:spPr/>
        <p:txBody>
          <a:bodyPr/>
          <a:lstStyle/>
          <a:p>
            <a:r>
              <a:rPr lang="en-US"/>
              <a:t>Click to edit Master title style</a:t>
            </a:r>
            <a:endParaRPr lang="de-DE"/>
          </a:p>
        </p:txBody>
      </p:sp>
    </p:spTree>
    <p:extLst>
      <p:ext uri="{BB962C8B-B14F-4D97-AF65-F5344CB8AC3E}">
        <p14:creationId xmlns:p14="http://schemas.microsoft.com/office/powerpoint/2010/main" val="2567211278"/>
      </p:ext>
    </p:extLst>
  </p:cSld>
  <p:clrMapOvr>
    <a:masterClrMapping/>
  </p:clrMapOvr>
</p:sldLayout>
</file>

<file path=ppt/slideLayouts/slideLayout124.xml><?xml version="1.0" encoding="utf-8"?>
<p:sldLayout xmlns:a="http://schemas.openxmlformats.org/drawingml/2006/main" xmlns:r="http://schemas.openxmlformats.org/officeDocument/2006/relationships" xmlns:p="http://schemas.openxmlformats.org/presentationml/2006/main" preserve="1" userDrawn="1">
  <p:cSld name="Only Title">
    <p:spTree>
      <p:nvGrpSpPr>
        <p:cNvPr id="1" name=""/>
        <p:cNvGrpSpPr/>
        <p:nvPr/>
      </p:nvGrpSpPr>
      <p:grpSpPr>
        <a:xfrm>
          <a:off x="0" y="0"/>
          <a:ext cx="0" cy="0"/>
          <a:chOff x="0" y="0"/>
          <a:chExt cx="0" cy="0"/>
        </a:xfrm>
      </p:grpSpPr>
      <p:graphicFrame>
        <p:nvGraphicFramePr>
          <p:cNvPr id="5" name="Object 4" hidden="1"/>
          <p:cNvGraphicFramePr>
            <a:graphicFrameLocks noChangeAspect="1"/>
          </p:cNvGraphicFramePr>
          <p:nvPr>
            <p:custDataLst>
              <p:tags r:id="rId1"/>
            </p:custDataLst>
          </p:nvPr>
        </p:nvGraphicFramePr>
        <p:xfrm>
          <a:off x="1587" y="1588"/>
          <a:ext cx="1587" cy="1587"/>
        </p:xfrm>
        <a:graphic>
          <a:graphicData uri="http://schemas.openxmlformats.org/presentationml/2006/ole">
            <mc:AlternateContent xmlns:mc="http://schemas.openxmlformats.org/markup-compatibility/2006">
              <mc:Choice xmlns:v="urn:schemas-microsoft-com:vml" Requires="v">
                <p:oleObj name="think-cell Slide" r:id="rId3" imgW="270" imgH="270" progId="TCLayout.ActiveDocument.1">
                  <p:embed/>
                </p:oleObj>
              </mc:Choice>
              <mc:Fallback>
                <p:oleObj name="think-cell Slide" r:id="rId3" imgW="270" imgH="270" progId="TCLayout.ActiveDocument.1">
                  <p:embed/>
                  <p:pic>
                    <p:nvPicPr>
                      <p:cNvPr id="5" name="Object 4" hidden="1"/>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587" y="1588"/>
                        <a:ext cx="1587" cy="1587"/>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3" name="Title 2">
            <a:extLst>
              <a:ext uri="{FF2B5EF4-FFF2-40B4-BE49-F238E27FC236}">
                <a16:creationId xmlns:a16="http://schemas.microsoft.com/office/drawing/2014/main" id="{57F0C9DF-D1FA-45A1-91F6-147FDC3E7341}"/>
              </a:ext>
            </a:extLst>
          </p:cNvPr>
          <p:cNvSpPr>
            <a:spLocks noGrp="1"/>
          </p:cNvSpPr>
          <p:nvPr>
            <p:ph type="title"/>
          </p:nvPr>
        </p:nvSpPr>
        <p:spPr/>
        <p:txBody>
          <a:bodyPr/>
          <a:lstStyle/>
          <a:p>
            <a:r>
              <a:rPr lang="en-US"/>
              <a:t>Click to edit Master title style</a:t>
            </a:r>
            <a:endParaRPr lang="de-DE"/>
          </a:p>
        </p:txBody>
      </p:sp>
    </p:spTree>
    <p:extLst>
      <p:ext uri="{BB962C8B-B14F-4D97-AF65-F5344CB8AC3E}">
        <p14:creationId xmlns:p14="http://schemas.microsoft.com/office/powerpoint/2010/main" val="1008800441"/>
      </p:ext>
    </p:extLst>
  </p:cSld>
  <p:clrMapOvr>
    <a:masterClrMapping/>
  </p:clrMapOvr>
</p:sldLayout>
</file>

<file path=ppt/slideLayouts/slideLayout125.xml><?xml version="1.0" encoding="utf-8"?>
<p:sldLayout xmlns:a="http://schemas.openxmlformats.org/drawingml/2006/main" xmlns:r="http://schemas.openxmlformats.org/officeDocument/2006/relationships" xmlns:p="http://schemas.openxmlformats.org/presentationml/2006/main" preserve="1" userDrawn="1">
  <p:cSld name="1_Titre seul">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0A786161-B40D-41A3-90FA-8838DEBB6E31}"/>
              </a:ext>
            </a:extLst>
          </p:cNvPr>
          <p:cNvPicPr>
            <a:picLocks noChangeAspect="1"/>
          </p:cNvPicPr>
          <p:nvPr userDrawn="1"/>
        </p:nvPicPr>
        <p:blipFill rotWithShape="1">
          <a:blip r:embed="rId3" cstate="screen">
            <a:extLst>
              <a:ext uri="{28A0092B-C50C-407E-A947-70E740481C1C}">
                <a14:useLocalDpi xmlns:a14="http://schemas.microsoft.com/office/drawing/2010/main"/>
              </a:ext>
            </a:extLst>
          </a:blip>
          <a:srcRect b="6806"/>
          <a:stretch/>
        </p:blipFill>
        <p:spPr>
          <a:xfrm rot="16200000">
            <a:off x="3082089" y="-2251911"/>
            <a:ext cx="6027821" cy="12192000"/>
          </a:xfrm>
          <a:prstGeom prst="rect">
            <a:avLst/>
          </a:prstGeom>
        </p:spPr>
      </p:pic>
      <p:sp>
        <p:nvSpPr>
          <p:cNvPr id="6" name="Rectangle 5">
            <a:extLst>
              <a:ext uri="{FF2B5EF4-FFF2-40B4-BE49-F238E27FC236}">
                <a16:creationId xmlns:a16="http://schemas.microsoft.com/office/drawing/2014/main" id="{EBE9C81E-A69C-4FB8-9AD7-799256FFCF74}"/>
              </a:ext>
            </a:extLst>
          </p:cNvPr>
          <p:cNvSpPr/>
          <p:nvPr userDrawn="1"/>
        </p:nvSpPr>
        <p:spPr>
          <a:xfrm>
            <a:off x="0" y="0"/>
            <a:ext cx="12192001" cy="6857999"/>
          </a:xfrm>
          <a:prstGeom prst="rect">
            <a:avLst/>
          </a:prstGeom>
          <a:solidFill>
            <a:srgbClr val="272936">
              <a:alpha val="62000"/>
            </a:srgbClr>
          </a:solidFill>
          <a:ln w="3175">
            <a:noFill/>
            <a:prstDash val="sysDot"/>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a:p>
        </p:txBody>
      </p:sp>
      <p:graphicFrame>
        <p:nvGraphicFramePr>
          <p:cNvPr id="5" name="Object 4" hidden="1"/>
          <p:cNvGraphicFramePr>
            <a:graphicFrameLocks noChangeAspect="1"/>
          </p:cNvGraphicFramePr>
          <p:nvPr>
            <p:custDataLst>
              <p:tags r:id="rId1"/>
            </p:custDataLst>
          </p:nvPr>
        </p:nvGraphicFramePr>
        <p:xfrm>
          <a:off x="1587" y="1588"/>
          <a:ext cx="1587" cy="1587"/>
        </p:xfrm>
        <a:graphic>
          <a:graphicData uri="http://schemas.openxmlformats.org/presentationml/2006/ole">
            <mc:AlternateContent xmlns:mc="http://schemas.openxmlformats.org/markup-compatibility/2006">
              <mc:Choice xmlns:v="urn:schemas-microsoft-com:vml" Requires="v">
                <p:oleObj name="think-cell Slide" r:id="rId4" imgW="270" imgH="270" progId="TCLayout.ActiveDocument.1">
                  <p:embed/>
                </p:oleObj>
              </mc:Choice>
              <mc:Fallback>
                <p:oleObj name="think-cell Slide" r:id="rId4" imgW="270" imgH="270" progId="TCLayout.ActiveDocument.1">
                  <p:embed/>
                  <p:pic>
                    <p:nvPicPr>
                      <p:cNvPr id="5" name="Object 4" hidden="1"/>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587" y="1588"/>
                        <a:ext cx="1587" cy="1587"/>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10" name="Espace réservé du texte 9">
            <a:extLst>
              <a:ext uri="{FF2B5EF4-FFF2-40B4-BE49-F238E27FC236}">
                <a16:creationId xmlns:a16="http://schemas.microsoft.com/office/drawing/2014/main" id="{0850DA69-657E-41C3-B340-B16C354CA1D0}"/>
              </a:ext>
            </a:extLst>
          </p:cNvPr>
          <p:cNvSpPr>
            <a:spLocks noGrp="1"/>
          </p:cNvSpPr>
          <p:nvPr>
            <p:ph type="body" sz="quarter" idx="10"/>
          </p:nvPr>
        </p:nvSpPr>
        <p:spPr>
          <a:xfrm>
            <a:off x="404813" y="1447800"/>
            <a:ext cx="11406187" cy="4951413"/>
          </a:xfrm>
        </p:spPr>
        <p:txBody>
          <a:bodyPr/>
          <a:lstStyle>
            <a:lvl1pPr>
              <a:defRPr>
                <a:solidFill>
                  <a:schemeClr val="bg1"/>
                </a:solidFill>
              </a:defRPr>
            </a:lvl1pPr>
            <a:lvl2pPr>
              <a:defRPr>
                <a:solidFill>
                  <a:schemeClr val="bg1"/>
                </a:solidFill>
              </a:defRPr>
            </a:lvl2pPr>
            <a:lvl3pPr>
              <a:defRPr>
                <a:solidFill>
                  <a:schemeClr val="bg1"/>
                </a:solidFill>
              </a:defRPr>
            </a:lvl3pPr>
            <a:lvl4pPr>
              <a:buClr>
                <a:schemeClr val="accent5"/>
              </a:buClr>
              <a:defRPr>
                <a:solidFill>
                  <a:schemeClr val="bg1"/>
                </a:solidFill>
              </a:defRPr>
            </a:lvl4pPr>
            <a:lvl5pPr>
              <a:buClr>
                <a:schemeClr val="bg1"/>
              </a:buClr>
              <a:defRPr>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 name="Title 2">
            <a:extLst>
              <a:ext uri="{FF2B5EF4-FFF2-40B4-BE49-F238E27FC236}">
                <a16:creationId xmlns:a16="http://schemas.microsoft.com/office/drawing/2014/main" id="{5E6BB52B-0C5D-4023-89D5-282E9A520223}"/>
              </a:ext>
            </a:extLst>
          </p:cNvPr>
          <p:cNvSpPr>
            <a:spLocks noGrp="1"/>
          </p:cNvSpPr>
          <p:nvPr>
            <p:ph type="title"/>
          </p:nvPr>
        </p:nvSpPr>
        <p:spPr/>
        <p:txBody>
          <a:bodyPr/>
          <a:lstStyle>
            <a:lvl1pPr>
              <a:defRPr>
                <a:solidFill>
                  <a:schemeClr val="bg1"/>
                </a:solidFill>
              </a:defRPr>
            </a:lvl1pPr>
          </a:lstStyle>
          <a:p>
            <a:r>
              <a:rPr lang="en-US"/>
              <a:t>Click to edit Master title style</a:t>
            </a:r>
            <a:endParaRPr lang="de-DE"/>
          </a:p>
        </p:txBody>
      </p:sp>
      <p:grpSp>
        <p:nvGrpSpPr>
          <p:cNvPr id="8" name="Groupe 1">
            <a:extLst>
              <a:ext uri="{FF2B5EF4-FFF2-40B4-BE49-F238E27FC236}">
                <a16:creationId xmlns:a16="http://schemas.microsoft.com/office/drawing/2014/main" id="{059E6E2D-76D7-4DBD-B27F-407B40868961}"/>
              </a:ext>
            </a:extLst>
          </p:cNvPr>
          <p:cNvGrpSpPr>
            <a:grpSpLocks noChangeAspect="1"/>
          </p:cNvGrpSpPr>
          <p:nvPr userDrawn="1"/>
        </p:nvGrpSpPr>
        <p:grpSpPr>
          <a:xfrm>
            <a:off x="11562163" y="205059"/>
            <a:ext cx="419436" cy="388988"/>
            <a:chOff x="11501102" y="171573"/>
            <a:chExt cx="419436" cy="388988"/>
          </a:xfrm>
        </p:grpSpPr>
        <p:sp>
          <p:nvSpPr>
            <p:cNvPr id="9" name="Freeform 13">
              <a:extLst>
                <a:ext uri="{FF2B5EF4-FFF2-40B4-BE49-F238E27FC236}">
                  <a16:creationId xmlns:a16="http://schemas.microsoft.com/office/drawing/2014/main" id="{BED88959-1C59-4188-A6AE-CE4EE768F78A}"/>
                </a:ext>
              </a:extLst>
            </p:cNvPr>
            <p:cNvSpPr>
              <a:spLocks/>
            </p:cNvSpPr>
            <p:nvPr userDrawn="1"/>
          </p:nvSpPr>
          <p:spPr bwMode="auto">
            <a:xfrm>
              <a:off x="11644642" y="334376"/>
              <a:ext cx="275896" cy="226185"/>
            </a:xfrm>
            <a:custGeom>
              <a:avLst/>
              <a:gdLst/>
              <a:ahLst/>
              <a:cxnLst>
                <a:cxn ang="0">
                  <a:pos x="125" y="107"/>
                </a:cxn>
                <a:cxn ang="0">
                  <a:pos x="188" y="43"/>
                </a:cxn>
                <a:cxn ang="0">
                  <a:pos x="141" y="0"/>
                </a:cxn>
                <a:cxn ang="0">
                  <a:pos x="49" y="99"/>
                </a:cxn>
                <a:cxn ang="0">
                  <a:pos x="0" y="144"/>
                </a:cxn>
                <a:cxn ang="0">
                  <a:pos x="37" y="154"/>
                </a:cxn>
                <a:cxn ang="0">
                  <a:pos x="125" y="125"/>
                </a:cxn>
                <a:cxn ang="0">
                  <a:pos x="81" y="86"/>
                </a:cxn>
                <a:cxn ang="0">
                  <a:pos x="125" y="107"/>
                </a:cxn>
              </a:cxnLst>
              <a:rect l="0" t="0" r="r" b="b"/>
              <a:pathLst>
                <a:path w="188" h="154">
                  <a:moveTo>
                    <a:pt x="125" y="107"/>
                  </a:moveTo>
                  <a:cubicBezTo>
                    <a:pt x="160" y="107"/>
                    <a:pt x="188" y="78"/>
                    <a:pt x="188" y="43"/>
                  </a:cubicBezTo>
                  <a:cubicBezTo>
                    <a:pt x="186" y="28"/>
                    <a:pt x="181" y="0"/>
                    <a:pt x="141" y="0"/>
                  </a:cubicBezTo>
                  <a:cubicBezTo>
                    <a:pt x="99" y="0"/>
                    <a:pt x="84" y="60"/>
                    <a:pt x="49" y="99"/>
                  </a:cubicBezTo>
                  <a:cubicBezTo>
                    <a:pt x="47" y="121"/>
                    <a:pt x="26" y="140"/>
                    <a:pt x="0" y="144"/>
                  </a:cubicBezTo>
                  <a:cubicBezTo>
                    <a:pt x="6" y="150"/>
                    <a:pt x="20" y="154"/>
                    <a:pt x="37" y="154"/>
                  </a:cubicBezTo>
                  <a:cubicBezTo>
                    <a:pt x="68" y="154"/>
                    <a:pt x="106" y="145"/>
                    <a:pt x="125" y="125"/>
                  </a:cubicBezTo>
                  <a:cubicBezTo>
                    <a:pt x="99" y="126"/>
                    <a:pt x="82" y="109"/>
                    <a:pt x="81" y="86"/>
                  </a:cubicBezTo>
                  <a:cubicBezTo>
                    <a:pt x="93" y="101"/>
                    <a:pt x="108" y="107"/>
                    <a:pt x="125" y="107"/>
                  </a:cubicBezTo>
                </a:path>
              </a:pathLst>
            </a:custGeom>
            <a:solidFill>
              <a:srgbClr val="12ABDB"/>
            </a:solidFill>
            <a:ln w="9525">
              <a:noFill/>
              <a:round/>
              <a:headEnd/>
              <a:tailEnd/>
            </a:ln>
          </p:spPr>
          <p:txBody>
            <a:bodyPr vert="horz" wrap="square" lIns="91440" tIns="45720" rIns="91440" bIns="45720" numCol="1" anchor="t" anchorCtr="0" compatLnSpc="1">
              <a:prstTxWarp prst="textNoShape">
                <a:avLst/>
              </a:prstTxWarp>
            </a:bodyPr>
            <a:lstStyle/>
            <a:p>
              <a:endParaRPr lang="en-GB"/>
            </a:p>
          </p:txBody>
        </p:sp>
        <p:sp>
          <p:nvSpPr>
            <p:cNvPr id="11" name="Freeform 14">
              <a:extLst>
                <a:ext uri="{FF2B5EF4-FFF2-40B4-BE49-F238E27FC236}">
                  <a16:creationId xmlns:a16="http://schemas.microsoft.com/office/drawing/2014/main" id="{AC05B50B-D4DE-437A-9D64-B462083287E6}"/>
                </a:ext>
              </a:extLst>
            </p:cNvPr>
            <p:cNvSpPr>
              <a:spLocks/>
            </p:cNvSpPr>
            <p:nvPr userDrawn="1"/>
          </p:nvSpPr>
          <p:spPr bwMode="auto">
            <a:xfrm>
              <a:off x="11501102" y="171573"/>
              <a:ext cx="419436" cy="356676"/>
            </a:xfrm>
            <a:custGeom>
              <a:avLst/>
              <a:gdLst/>
              <a:ahLst/>
              <a:cxnLst>
                <a:cxn ang="0">
                  <a:pos x="286" y="152"/>
                </a:cxn>
                <a:cxn ang="0">
                  <a:pos x="237" y="51"/>
                </a:cxn>
                <a:cxn ang="0">
                  <a:pos x="160" y="3"/>
                </a:cxn>
                <a:cxn ang="0">
                  <a:pos x="153" y="0"/>
                </a:cxn>
                <a:cxn ang="0">
                  <a:pos x="153" y="0"/>
                </a:cxn>
                <a:cxn ang="0">
                  <a:pos x="0" y="158"/>
                </a:cxn>
                <a:cxn ang="0">
                  <a:pos x="53" y="236"/>
                </a:cxn>
                <a:cxn ang="0">
                  <a:pos x="107" y="237"/>
                </a:cxn>
                <a:cxn ang="0">
                  <a:pos x="147" y="210"/>
                </a:cxn>
                <a:cxn ang="0">
                  <a:pos x="239" y="111"/>
                </a:cxn>
                <a:cxn ang="0">
                  <a:pos x="286" y="154"/>
                </a:cxn>
                <a:cxn ang="0">
                  <a:pos x="286" y="152"/>
                </a:cxn>
              </a:cxnLst>
              <a:rect l="0" t="0" r="r" b="b"/>
              <a:pathLst>
                <a:path w="286" h="243">
                  <a:moveTo>
                    <a:pt x="286" y="152"/>
                  </a:moveTo>
                  <a:cubicBezTo>
                    <a:pt x="286" y="112"/>
                    <a:pt x="266" y="78"/>
                    <a:pt x="237" y="51"/>
                  </a:cubicBezTo>
                  <a:cubicBezTo>
                    <a:pt x="215" y="30"/>
                    <a:pt x="188" y="15"/>
                    <a:pt x="160" y="3"/>
                  </a:cubicBezTo>
                  <a:cubicBezTo>
                    <a:pt x="158" y="2"/>
                    <a:pt x="156" y="1"/>
                    <a:pt x="153" y="0"/>
                  </a:cubicBezTo>
                  <a:cubicBezTo>
                    <a:pt x="153" y="0"/>
                    <a:pt x="153" y="0"/>
                    <a:pt x="153" y="0"/>
                  </a:cubicBezTo>
                  <a:cubicBezTo>
                    <a:pt x="119" y="41"/>
                    <a:pt x="0" y="72"/>
                    <a:pt x="0" y="158"/>
                  </a:cubicBezTo>
                  <a:cubicBezTo>
                    <a:pt x="0" y="192"/>
                    <a:pt x="21" y="224"/>
                    <a:pt x="53" y="236"/>
                  </a:cubicBezTo>
                  <a:cubicBezTo>
                    <a:pt x="71" y="243"/>
                    <a:pt x="89" y="243"/>
                    <a:pt x="107" y="237"/>
                  </a:cubicBezTo>
                  <a:cubicBezTo>
                    <a:pt x="123" y="232"/>
                    <a:pt x="136" y="222"/>
                    <a:pt x="147" y="210"/>
                  </a:cubicBezTo>
                  <a:cubicBezTo>
                    <a:pt x="182" y="171"/>
                    <a:pt x="197" y="111"/>
                    <a:pt x="239" y="111"/>
                  </a:cubicBezTo>
                  <a:cubicBezTo>
                    <a:pt x="279" y="111"/>
                    <a:pt x="284" y="139"/>
                    <a:pt x="286" y="154"/>
                  </a:cubicBezTo>
                  <a:cubicBezTo>
                    <a:pt x="286" y="154"/>
                    <a:pt x="286" y="153"/>
                    <a:pt x="286" y="152"/>
                  </a:cubicBezTo>
                </a:path>
              </a:pathLst>
            </a:custGeom>
            <a:solidFill>
              <a:srgbClr val="0070AD"/>
            </a:solidFill>
            <a:ln w="9525">
              <a:noFill/>
              <a:round/>
              <a:headEnd/>
              <a:tailEnd/>
            </a:ln>
          </p:spPr>
          <p:txBody>
            <a:bodyPr vert="horz" wrap="square" lIns="91440" tIns="45720" rIns="91440" bIns="45720" numCol="1" anchor="t" anchorCtr="0" compatLnSpc="1">
              <a:prstTxWarp prst="textNoShape">
                <a:avLst/>
              </a:prstTxWarp>
            </a:bodyPr>
            <a:lstStyle/>
            <a:p>
              <a:endParaRPr lang="en-GB"/>
            </a:p>
          </p:txBody>
        </p:sp>
      </p:grpSp>
      <p:sp>
        <p:nvSpPr>
          <p:cNvPr id="17" name="Retângulo 43">
            <a:extLst>
              <a:ext uri="{FF2B5EF4-FFF2-40B4-BE49-F238E27FC236}">
                <a16:creationId xmlns:a16="http://schemas.microsoft.com/office/drawing/2014/main" id="{0EBEE6E2-9763-48BC-A3EB-6C5EFDC4860C}"/>
              </a:ext>
            </a:extLst>
          </p:cNvPr>
          <p:cNvSpPr/>
          <p:nvPr userDrawn="1"/>
        </p:nvSpPr>
        <p:spPr>
          <a:xfrm>
            <a:off x="11744128" y="6517658"/>
            <a:ext cx="229263" cy="215444"/>
          </a:xfrm>
          <a:prstGeom prst="rect">
            <a:avLst/>
          </a:prstGeom>
        </p:spPr>
        <p:txBody>
          <a:bodyPr wrap="square" lIns="0" rIns="0">
            <a:spAutoFit/>
          </a:bodyPr>
          <a:lstStyle/>
          <a:p>
            <a:pPr algn="r"/>
            <a:fld id="{0502E5A9-B53C-401E-A0E0-4A359BB0A9E5}" type="slidenum">
              <a:rPr lang="en-US" sz="800" smtClean="0">
                <a:solidFill>
                  <a:srgbClr val="A6A6A6"/>
                </a:solidFill>
                <a:latin typeface="Ubuntu" panose="020B0504030602030204" pitchFamily="34" charset="0"/>
                <a:cs typeface="Arial" panose="020B0604020202020204" pitchFamily="34" charset="0"/>
              </a:rPr>
              <a:pPr algn="r"/>
              <a:t>‹#›</a:t>
            </a:fld>
            <a:endParaRPr lang="en-US" sz="800">
              <a:solidFill>
                <a:srgbClr val="A6A6A6"/>
              </a:solidFill>
              <a:latin typeface="Ubuntu" panose="020B0504030602030204" pitchFamily="34" charset="0"/>
              <a:cs typeface="Arial" panose="020B0604020202020204" pitchFamily="34" charset="0"/>
            </a:endParaRPr>
          </a:p>
        </p:txBody>
      </p:sp>
      <p:sp>
        <p:nvSpPr>
          <p:cNvPr id="18" name="Rectangle 27">
            <a:extLst>
              <a:ext uri="{FF2B5EF4-FFF2-40B4-BE49-F238E27FC236}">
                <a16:creationId xmlns:a16="http://schemas.microsoft.com/office/drawing/2014/main" id="{2CED022A-62B8-49DA-A8B3-D461760CD4D0}"/>
              </a:ext>
            </a:extLst>
          </p:cNvPr>
          <p:cNvSpPr/>
          <p:nvPr userDrawn="1"/>
        </p:nvSpPr>
        <p:spPr>
          <a:xfrm>
            <a:off x="7227070" y="6517871"/>
            <a:ext cx="4532162" cy="219456"/>
          </a:xfrm>
          <a:prstGeom prst="rect">
            <a:avLst/>
          </a:prstGeom>
        </p:spPr>
        <p:txBody>
          <a:bodyPr wrap="square" lIns="0" tIns="0" rIns="0" bIns="0" anchor="ctr" anchorCtr="0">
            <a:no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GB" sz="700">
                <a:solidFill>
                  <a:srgbClr val="A6A6A6"/>
                </a:solidFill>
                <a:latin typeface="Ubuntu" panose="020B0504030602030204" pitchFamily="34" charset="0"/>
                <a:cs typeface="Arial" panose="020B0604020202020204" pitchFamily="34" charset="0"/>
              </a:rPr>
              <a:t>Company Confidential © Capgemini Invent 2022. All rights reserved  |</a:t>
            </a:r>
          </a:p>
        </p:txBody>
      </p:sp>
    </p:spTree>
    <p:extLst>
      <p:ext uri="{BB962C8B-B14F-4D97-AF65-F5344CB8AC3E}">
        <p14:creationId xmlns:p14="http://schemas.microsoft.com/office/powerpoint/2010/main" val="2905611663"/>
      </p:ext>
    </p:extLst>
  </p:cSld>
  <p:clrMapOvr>
    <a:masterClrMapping/>
  </p:clrMapOvr>
</p:sldLayout>
</file>

<file path=ppt/slideLayouts/slideLayout126.xml><?xml version="1.0" encoding="utf-8"?>
<p:sldLayout xmlns:a="http://schemas.openxmlformats.org/drawingml/2006/main" xmlns:r="http://schemas.openxmlformats.org/officeDocument/2006/relationships" xmlns:p="http://schemas.openxmlformats.org/presentationml/2006/main" preserve="1" userDrawn="1">
  <p:cSld name="Title and content light Grey">
    <p:spTree>
      <p:nvGrpSpPr>
        <p:cNvPr id="1" name=""/>
        <p:cNvGrpSpPr/>
        <p:nvPr/>
      </p:nvGrpSpPr>
      <p:grpSpPr>
        <a:xfrm>
          <a:off x="0" y="0"/>
          <a:ext cx="0" cy="0"/>
          <a:chOff x="0" y="0"/>
          <a:chExt cx="0" cy="0"/>
        </a:xfrm>
      </p:grpSpPr>
      <p:graphicFrame>
        <p:nvGraphicFramePr>
          <p:cNvPr id="5" name="Object 4" hidden="1"/>
          <p:cNvGraphicFramePr>
            <a:graphicFrameLocks noChangeAspect="1"/>
          </p:cNvGraphicFramePr>
          <p:nvPr>
            <p:custDataLst>
              <p:tags r:id="rId1"/>
            </p:custDataLst>
          </p:nvPr>
        </p:nvGraphicFramePr>
        <p:xfrm>
          <a:off x="1587" y="1588"/>
          <a:ext cx="1587" cy="1587"/>
        </p:xfrm>
        <a:graphic>
          <a:graphicData uri="http://schemas.openxmlformats.org/presentationml/2006/ole">
            <mc:AlternateContent xmlns:mc="http://schemas.openxmlformats.org/markup-compatibility/2006">
              <mc:Choice xmlns:v="urn:schemas-microsoft-com:vml" Requires="v">
                <p:oleObj name="think-cell Slide" r:id="rId3" imgW="270" imgH="270" progId="TCLayout.ActiveDocument.1">
                  <p:embed/>
                </p:oleObj>
              </mc:Choice>
              <mc:Fallback>
                <p:oleObj name="think-cell Slide" r:id="rId3" imgW="270" imgH="270" progId="TCLayout.ActiveDocument.1">
                  <p:embed/>
                  <p:pic>
                    <p:nvPicPr>
                      <p:cNvPr id="5" name="Object 4" hidden="1"/>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587" y="1588"/>
                        <a:ext cx="1587" cy="1587"/>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9" name="Espace réservé du texte 8">
            <a:extLst>
              <a:ext uri="{FF2B5EF4-FFF2-40B4-BE49-F238E27FC236}">
                <a16:creationId xmlns:a16="http://schemas.microsoft.com/office/drawing/2014/main" id="{E7C5D7A7-45E9-4756-B28B-644907783FEA}"/>
              </a:ext>
            </a:extLst>
          </p:cNvPr>
          <p:cNvSpPr>
            <a:spLocks noGrp="1"/>
          </p:cNvSpPr>
          <p:nvPr>
            <p:ph type="body" sz="quarter" idx="10"/>
          </p:nvPr>
        </p:nvSpPr>
        <p:spPr>
          <a:xfrm>
            <a:off x="404812" y="1447800"/>
            <a:ext cx="11406188" cy="495165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 name="Title 2">
            <a:extLst>
              <a:ext uri="{FF2B5EF4-FFF2-40B4-BE49-F238E27FC236}">
                <a16:creationId xmlns:a16="http://schemas.microsoft.com/office/drawing/2014/main" id="{0C89E73A-8AF6-4995-85C4-948312F9A282}"/>
              </a:ext>
            </a:extLst>
          </p:cNvPr>
          <p:cNvSpPr>
            <a:spLocks noGrp="1"/>
          </p:cNvSpPr>
          <p:nvPr>
            <p:ph type="title"/>
          </p:nvPr>
        </p:nvSpPr>
        <p:spPr/>
        <p:txBody>
          <a:bodyPr/>
          <a:lstStyle/>
          <a:p>
            <a:r>
              <a:rPr lang="en-US"/>
              <a:t>Click to edit Master title style</a:t>
            </a:r>
            <a:endParaRPr lang="de-DE"/>
          </a:p>
        </p:txBody>
      </p:sp>
    </p:spTree>
    <p:extLst>
      <p:ext uri="{BB962C8B-B14F-4D97-AF65-F5344CB8AC3E}">
        <p14:creationId xmlns:p14="http://schemas.microsoft.com/office/powerpoint/2010/main" val="3876027952"/>
      </p:ext>
    </p:extLst>
  </p:cSld>
  <p:clrMapOvr>
    <a:masterClrMapping/>
  </p:clrMapOvr>
</p:sldLayout>
</file>

<file path=ppt/slideLayouts/slideLayout127.xml><?xml version="1.0" encoding="utf-8"?>
<p:sldLayout xmlns:a="http://schemas.openxmlformats.org/drawingml/2006/main" xmlns:r="http://schemas.openxmlformats.org/officeDocument/2006/relationships" xmlns:p="http://schemas.openxmlformats.org/presentationml/2006/main" preserve="1" userDrawn="1">
  <p:cSld name="Section Break dark">
    <p:spTree>
      <p:nvGrpSpPr>
        <p:cNvPr id="1" name=""/>
        <p:cNvGrpSpPr/>
        <p:nvPr/>
      </p:nvGrpSpPr>
      <p:grpSpPr>
        <a:xfrm>
          <a:off x="0" y="0"/>
          <a:ext cx="0" cy="0"/>
          <a:chOff x="0" y="0"/>
          <a:chExt cx="0" cy="0"/>
        </a:xfrm>
      </p:grpSpPr>
      <p:sp>
        <p:nvSpPr>
          <p:cNvPr id="3" name="Subtitle">
            <a:extLst>
              <a:ext uri="{FF2B5EF4-FFF2-40B4-BE49-F238E27FC236}">
                <a16:creationId xmlns:a16="http://schemas.microsoft.com/office/drawing/2014/main" id="{81D5C5CA-E0F9-4194-9FD7-26150AB2A870}"/>
              </a:ext>
            </a:extLst>
          </p:cNvPr>
          <p:cNvSpPr>
            <a:spLocks noGrp="1"/>
          </p:cNvSpPr>
          <p:nvPr>
            <p:ph type="subTitle" idx="1"/>
          </p:nvPr>
        </p:nvSpPr>
        <p:spPr>
          <a:xfrm>
            <a:off x="404813" y="3772800"/>
            <a:ext cx="11329987" cy="307777"/>
          </a:xfrm>
        </p:spPr>
        <p:txBody>
          <a:bodyPr lIns="0" tIns="0">
            <a:spAutoFit/>
          </a:bodyPr>
          <a:lstStyle>
            <a:lvl1pPr marL="0" indent="0" algn="l">
              <a:buNone/>
              <a:defRPr sz="200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GB"/>
          </a:p>
        </p:txBody>
      </p:sp>
      <p:sp>
        <p:nvSpPr>
          <p:cNvPr id="2" name="Title">
            <a:extLst>
              <a:ext uri="{FF2B5EF4-FFF2-40B4-BE49-F238E27FC236}">
                <a16:creationId xmlns:a16="http://schemas.microsoft.com/office/drawing/2014/main" id="{A5A39C93-A915-45D6-953A-AAC473CA2FEC}"/>
              </a:ext>
            </a:extLst>
          </p:cNvPr>
          <p:cNvSpPr>
            <a:spLocks noGrp="1"/>
          </p:cNvSpPr>
          <p:nvPr>
            <p:ph type="ctrTitle"/>
          </p:nvPr>
        </p:nvSpPr>
        <p:spPr>
          <a:xfrm>
            <a:off x="404813" y="2264961"/>
            <a:ext cx="11329987" cy="1477328"/>
          </a:xfrm>
        </p:spPr>
        <p:txBody>
          <a:bodyPr lIns="0" bIns="0" anchor="b" anchorCtr="0">
            <a:spAutoFit/>
          </a:bodyPr>
          <a:lstStyle>
            <a:lvl1pPr algn="l">
              <a:lnSpc>
                <a:spcPct val="80000"/>
              </a:lnSpc>
              <a:defRPr sz="6000" baseline="0">
                <a:solidFill>
                  <a:schemeClr val="bg1"/>
                </a:solidFill>
              </a:defRPr>
            </a:lvl1pPr>
          </a:lstStyle>
          <a:p>
            <a:r>
              <a:rPr lang="en-US"/>
              <a:t>Click to edit Master title style</a:t>
            </a:r>
            <a:endParaRPr lang="en-GB"/>
          </a:p>
        </p:txBody>
      </p:sp>
      <p:sp>
        <p:nvSpPr>
          <p:cNvPr id="9" name="Text Placeholder 8">
            <a:extLst>
              <a:ext uri="{FF2B5EF4-FFF2-40B4-BE49-F238E27FC236}">
                <a16:creationId xmlns:a16="http://schemas.microsoft.com/office/drawing/2014/main" id="{E744C52A-2030-4EFF-B1D2-B60B2B279897}"/>
              </a:ext>
            </a:extLst>
          </p:cNvPr>
          <p:cNvSpPr>
            <a:spLocks noGrp="1"/>
          </p:cNvSpPr>
          <p:nvPr>
            <p:ph type="body" sz="quarter" idx="10" hasCustomPrompt="1"/>
          </p:nvPr>
        </p:nvSpPr>
        <p:spPr>
          <a:xfrm>
            <a:off x="404813" y="1825079"/>
            <a:ext cx="4611067" cy="307777"/>
          </a:xfrm>
        </p:spPr>
        <p:txBody>
          <a:bodyPr wrap="square" anchor="b">
            <a:spAutoFit/>
          </a:bodyPr>
          <a:lstStyle>
            <a:lvl1pPr>
              <a:defRPr>
                <a:solidFill>
                  <a:schemeClr val="accent2"/>
                </a:solidFill>
                <a:latin typeface="Ubuntu Light" panose="020B0304030602030204" pitchFamily="34" charset="0"/>
              </a:defRPr>
            </a:lvl1pPr>
            <a:lvl2pPr marL="88900" indent="0">
              <a:buNone/>
              <a:defRPr/>
            </a:lvl2pPr>
          </a:lstStyle>
          <a:p>
            <a:pPr lvl="0"/>
            <a:r>
              <a:rPr lang="fr-FR"/>
              <a:t>INSERT A LABEL/ALBEIT</a:t>
            </a:r>
          </a:p>
        </p:txBody>
      </p:sp>
    </p:spTree>
    <p:extLst>
      <p:ext uri="{BB962C8B-B14F-4D97-AF65-F5344CB8AC3E}">
        <p14:creationId xmlns:p14="http://schemas.microsoft.com/office/powerpoint/2010/main" val="2255280682"/>
      </p:ext>
    </p:extLst>
  </p:cSld>
  <p:clrMapOvr>
    <a:masterClrMapping/>
  </p:clrMapOvr>
  <p:extLst>
    <p:ext uri="{DCECCB84-F9BA-43D5-87BE-67443E8EF086}">
      <p15:sldGuideLst xmlns:p15="http://schemas.microsoft.com/office/powerpoint/2012/main"/>
    </p:ext>
  </p:extLst>
</p:sldLayout>
</file>

<file path=ppt/slideLayouts/slideLayout128.xml><?xml version="1.0" encoding="utf-8"?>
<p:sldLayout xmlns:a="http://schemas.openxmlformats.org/drawingml/2006/main" xmlns:r="http://schemas.openxmlformats.org/officeDocument/2006/relationships" xmlns:p="http://schemas.openxmlformats.org/presentationml/2006/main" userDrawn="1">
  <p:cSld name="Title and full screen image">
    <p:spTree>
      <p:nvGrpSpPr>
        <p:cNvPr id="1" name=""/>
        <p:cNvGrpSpPr/>
        <p:nvPr/>
      </p:nvGrpSpPr>
      <p:grpSpPr>
        <a:xfrm>
          <a:off x="0" y="0"/>
          <a:ext cx="0" cy="0"/>
          <a:chOff x="0" y="0"/>
          <a:chExt cx="0" cy="0"/>
        </a:xfrm>
      </p:grpSpPr>
      <p:sp>
        <p:nvSpPr>
          <p:cNvPr id="6" name="Picture Placeholder 5">
            <a:extLst>
              <a:ext uri="{FF2B5EF4-FFF2-40B4-BE49-F238E27FC236}">
                <a16:creationId xmlns:a16="http://schemas.microsoft.com/office/drawing/2014/main" id="{7E832AC1-21AF-4DAD-A220-3541D7B3D0D5}"/>
              </a:ext>
            </a:extLst>
          </p:cNvPr>
          <p:cNvSpPr>
            <a:spLocks noGrp="1"/>
          </p:cNvSpPr>
          <p:nvPr>
            <p:ph type="pic" sz="quarter" idx="10" hasCustomPrompt="1"/>
          </p:nvPr>
        </p:nvSpPr>
        <p:spPr>
          <a:xfrm>
            <a:off x="0" y="0"/>
            <a:ext cx="12192000" cy="6858000"/>
          </a:xfrm>
          <a:custGeom>
            <a:avLst/>
            <a:gdLst>
              <a:gd name="connsiteX0" fmla="*/ 11786547 w 12192000"/>
              <a:gd name="connsiteY0" fmla="*/ 205058 h 6858000"/>
              <a:gd name="connsiteX1" fmla="*/ 11562163 w 12192000"/>
              <a:gd name="connsiteY1" fmla="*/ 436971 h 6858000"/>
              <a:gd name="connsiteX2" fmla="*/ 11639891 w 12192000"/>
              <a:gd name="connsiteY2" fmla="*/ 551459 h 6858000"/>
              <a:gd name="connsiteX3" fmla="*/ 11719085 w 12192000"/>
              <a:gd name="connsiteY3" fmla="*/ 552927 h 6858000"/>
              <a:gd name="connsiteX4" fmla="*/ 11751166 w 12192000"/>
              <a:gd name="connsiteY4" fmla="*/ 536965 h 6858000"/>
              <a:gd name="connsiteX5" fmla="*/ 11777548 w 12192000"/>
              <a:gd name="connsiteY5" fmla="*/ 513474 h 6858000"/>
              <a:gd name="connsiteX6" fmla="*/ 11770504 w 12192000"/>
              <a:gd name="connsiteY6" fmla="*/ 536398 h 6858000"/>
              <a:gd name="connsiteX7" fmla="*/ 11705703 w 12192000"/>
              <a:gd name="connsiteY7" fmla="*/ 579359 h 6858000"/>
              <a:gd name="connsiteX8" fmla="*/ 11760002 w 12192000"/>
              <a:gd name="connsiteY8" fmla="*/ 594046 h 6858000"/>
              <a:gd name="connsiteX9" fmla="*/ 11889144 w 12192000"/>
              <a:gd name="connsiteY9" fmla="*/ 551453 h 6858000"/>
              <a:gd name="connsiteX10" fmla="*/ 11824573 w 12192000"/>
              <a:gd name="connsiteY10" fmla="*/ 494172 h 6858000"/>
              <a:gd name="connsiteX11" fmla="*/ 11889144 w 12192000"/>
              <a:gd name="connsiteY11" fmla="*/ 525016 h 6858000"/>
              <a:gd name="connsiteX12" fmla="*/ 11974376 w 12192000"/>
              <a:gd name="connsiteY12" fmla="*/ 467391 h 6858000"/>
              <a:gd name="connsiteX13" fmla="*/ 11981591 w 12192000"/>
              <a:gd name="connsiteY13" fmla="*/ 431058 h 6858000"/>
              <a:gd name="connsiteX14" fmla="*/ 11981599 w 12192000"/>
              <a:gd name="connsiteY14" fmla="*/ 431100 h 6858000"/>
              <a:gd name="connsiteX15" fmla="*/ 11981599 w 12192000"/>
              <a:gd name="connsiteY15" fmla="*/ 431017 h 6858000"/>
              <a:gd name="connsiteX16" fmla="*/ 11981599 w 12192000"/>
              <a:gd name="connsiteY16" fmla="*/ 428164 h 6858000"/>
              <a:gd name="connsiteX17" fmla="*/ 11909738 w 12192000"/>
              <a:gd name="connsiteY17" fmla="*/ 279916 h 6858000"/>
              <a:gd name="connsiteX18" fmla="*/ 11796813 w 12192000"/>
              <a:gd name="connsiteY18" fmla="*/ 209461 h 6858000"/>
              <a:gd name="connsiteX19" fmla="*/ 11786547 w 12192000"/>
              <a:gd name="connsiteY19" fmla="*/ 205058 h 6858000"/>
              <a:gd name="connsiteX20" fmla="*/ 0 w 12192000"/>
              <a:gd name="connsiteY20" fmla="*/ 0 h 6858000"/>
              <a:gd name="connsiteX21" fmla="*/ 12192000 w 12192000"/>
              <a:gd name="connsiteY21" fmla="*/ 0 h 6858000"/>
              <a:gd name="connsiteX22" fmla="*/ 12192000 w 12192000"/>
              <a:gd name="connsiteY22" fmla="*/ 6858000 h 6858000"/>
              <a:gd name="connsiteX23" fmla="*/ 0 w 12192000"/>
              <a:gd name="connsiteY23"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2192000" h="6858000">
                <a:moveTo>
                  <a:pt x="11786547" y="205058"/>
                </a:moveTo>
                <a:cubicBezTo>
                  <a:pt x="11736684" y="265238"/>
                  <a:pt x="11562163" y="310740"/>
                  <a:pt x="11562163" y="436971"/>
                </a:cubicBezTo>
                <a:cubicBezTo>
                  <a:pt x="11562163" y="486876"/>
                  <a:pt x="11592961" y="533846"/>
                  <a:pt x="11639891" y="551459"/>
                </a:cubicBezTo>
                <a:cubicBezTo>
                  <a:pt x="11666289" y="561734"/>
                  <a:pt x="11692687" y="561734"/>
                  <a:pt x="11719085" y="552927"/>
                </a:cubicBezTo>
                <a:cubicBezTo>
                  <a:pt x="11730818" y="549258"/>
                  <a:pt x="11741450" y="543753"/>
                  <a:pt x="11751166" y="536965"/>
                </a:cubicBezTo>
                <a:lnTo>
                  <a:pt x="11777548" y="513474"/>
                </a:lnTo>
                <a:lnTo>
                  <a:pt x="11770504" y="536398"/>
                </a:lnTo>
                <a:cubicBezTo>
                  <a:pt x="11758809" y="558154"/>
                  <a:pt x="11734320" y="574953"/>
                  <a:pt x="11705703" y="579359"/>
                </a:cubicBezTo>
                <a:cubicBezTo>
                  <a:pt x="11714508" y="588171"/>
                  <a:pt x="11735054" y="594046"/>
                  <a:pt x="11760002" y="594046"/>
                </a:cubicBezTo>
                <a:cubicBezTo>
                  <a:pt x="11805495" y="594046"/>
                  <a:pt x="11861261" y="580827"/>
                  <a:pt x="11889144" y="551453"/>
                </a:cubicBezTo>
                <a:cubicBezTo>
                  <a:pt x="11850989" y="552921"/>
                  <a:pt x="11826041" y="527953"/>
                  <a:pt x="11824573" y="494172"/>
                </a:cubicBezTo>
                <a:cubicBezTo>
                  <a:pt x="11842183" y="516203"/>
                  <a:pt x="11864196" y="525016"/>
                  <a:pt x="11889144" y="525016"/>
                </a:cubicBezTo>
                <a:cubicBezTo>
                  <a:pt x="11927667" y="525016"/>
                  <a:pt x="11960411" y="501057"/>
                  <a:pt x="11974376" y="467391"/>
                </a:cubicBezTo>
                <a:lnTo>
                  <a:pt x="11981591" y="431058"/>
                </a:lnTo>
                <a:lnTo>
                  <a:pt x="11981599" y="431100"/>
                </a:lnTo>
                <a:lnTo>
                  <a:pt x="11981599" y="431017"/>
                </a:lnTo>
                <a:lnTo>
                  <a:pt x="11981599" y="428164"/>
                </a:lnTo>
                <a:cubicBezTo>
                  <a:pt x="11981599" y="369452"/>
                  <a:pt x="11952268" y="319547"/>
                  <a:pt x="11909738" y="279916"/>
                </a:cubicBezTo>
                <a:cubicBezTo>
                  <a:pt x="11877473" y="249092"/>
                  <a:pt x="11837876" y="227075"/>
                  <a:pt x="11796813" y="209461"/>
                </a:cubicBezTo>
                <a:cubicBezTo>
                  <a:pt x="11793879" y="207994"/>
                  <a:pt x="11790946" y="206526"/>
                  <a:pt x="11786547" y="205058"/>
                </a:cubicBezTo>
                <a:close/>
                <a:moveTo>
                  <a:pt x="0" y="0"/>
                </a:moveTo>
                <a:lnTo>
                  <a:pt x="12192000" y="0"/>
                </a:lnTo>
                <a:lnTo>
                  <a:pt x="12192000" y="6858000"/>
                </a:lnTo>
                <a:lnTo>
                  <a:pt x="0" y="6858000"/>
                </a:lnTo>
                <a:close/>
              </a:path>
            </a:pathLst>
          </a:custGeom>
        </p:spPr>
        <p:txBody>
          <a:bodyPr wrap="square">
            <a:noAutofit/>
          </a:bodyPr>
          <a:lstStyle>
            <a:lvl1pPr>
              <a:defRPr>
                <a:solidFill>
                  <a:schemeClr val="bg2">
                    <a:lumMod val="50000"/>
                  </a:schemeClr>
                </a:solidFill>
              </a:defRPr>
            </a:lvl1pPr>
          </a:lstStyle>
          <a:p>
            <a:r>
              <a:rPr lang="en-US"/>
              <a:t>Click icon to add picture and arrange the picture in the background</a:t>
            </a:r>
            <a:endParaRPr lang="en-GB"/>
          </a:p>
        </p:txBody>
      </p:sp>
      <p:sp>
        <p:nvSpPr>
          <p:cNvPr id="2" name="Title 1">
            <a:extLst>
              <a:ext uri="{FF2B5EF4-FFF2-40B4-BE49-F238E27FC236}">
                <a16:creationId xmlns:a16="http://schemas.microsoft.com/office/drawing/2014/main" id="{FDB0CAFF-8B20-4B52-A18C-BFD139761BF9}"/>
              </a:ext>
            </a:extLst>
          </p:cNvPr>
          <p:cNvSpPr>
            <a:spLocks noGrp="1"/>
          </p:cNvSpPr>
          <p:nvPr>
            <p:ph type="title"/>
          </p:nvPr>
        </p:nvSpPr>
        <p:spPr>
          <a:xfrm>
            <a:off x="404813" y="1951673"/>
            <a:ext cx="4562475" cy="2954655"/>
          </a:xfrm>
        </p:spPr>
        <p:txBody>
          <a:bodyPr vert="horz" wrap="square" lIns="72000" tIns="0" rIns="0" bIns="0" rtlCol="0" anchor="ctr">
            <a:spAutoFit/>
          </a:bodyPr>
          <a:lstStyle>
            <a:lvl1pPr>
              <a:lnSpc>
                <a:spcPct val="80000"/>
              </a:lnSpc>
              <a:defRPr lang="en-GB" sz="6000" dirty="0">
                <a:solidFill>
                  <a:schemeClr val="bg1"/>
                </a:solidFill>
              </a:defRPr>
            </a:lvl1pPr>
          </a:lstStyle>
          <a:p>
            <a:pPr lvl="0"/>
            <a:r>
              <a:rPr lang="en-US"/>
              <a:t>Click to edit Master title style</a:t>
            </a:r>
            <a:endParaRPr lang="en-GB"/>
          </a:p>
        </p:txBody>
      </p:sp>
    </p:spTree>
    <p:extLst>
      <p:ext uri="{BB962C8B-B14F-4D97-AF65-F5344CB8AC3E}">
        <p14:creationId xmlns:p14="http://schemas.microsoft.com/office/powerpoint/2010/main" val="691537753"/>
      </p:ext>
    </p:extLst>
  </p:cSld>
  <p:clrMapOvr>
    <a:masterClrMapping/>
  </p:clrMapOvr>
</p:sldLayout>
</file>

<file path=ppt/slideLayouts/slideLayout129.xml><?xml version="1.0" encoding="utf-8"?>
<p:sldLayout xmlns:a="http://schemas.openxmlformats.org/drawingml/2006/main" xmlns:r="http://schemas.openxmlformats.org/officeDocument/2006/relationships" xmlns:p="http://schemas.openxmlformats.org/presentationml/2006/main" preserve="1" userDrawn="1">
  <p:cSld name="Purple">
    <p:spTree>
      <p:nvGrpSpPr>
        <p:cNvPr id="1" name=""/>
        <p:cNvGrpSpPr/>
        <p:nvPr/>
      </p:nvGrpSpPr>
      <p:grpSpPr>
        <a:xfrm>
          <a:off x="0" y="0"/>
          <a:ext cx="0" cy="0"/>
          <a:chOff x="0" y="0"/>
          <a:chExt cx="0" cy="0"/>
        </a:xfrm>
      </p:grpSpPr>
    </p:spTree>
    <p:extLst>
      <p:ext uri="{BB962C8B-B14F-4D97-AF65-F5344CB8AC3E}">
        <p14:creationId xmlns:p14="http://schemas.microsoft.com/office/powerpoint/2010/main" val="3396946746"/>
      </p:ext>
    </p:extLst>
  </p:cSld>
  <p:clrMapOvr>
    <a:masterClrMapping/>
  </p:clrMapOvr>
</p:sldLayout>
</file>

<file path=ppt/slideLayouts/slideLayout130.xml><?xml version="1.0" encoding="utf-8"?>
<p:sldLayout xmlns:a="http://schemas.openxmlformats.org/drawingml/2006/main" xmlns:r="http://schemas.openxmlformats.org/officeDocument/2006/relationships" xmlns:p="http://schemas.openxmlformats.org/presentationml/2006/main" preserve="1" userDrawn="1">
  <p:cSld name="Full picture white Pik">
    <p:spTree>
      <p:nvGrpSpPr>
        <p:cNvPr id="1" name=""/>
        <p:cNvGrpSpPr/>
        <p:nvPr/>
      </p:nvGrpSpPr>
      <p:grpSpPr>
        <a:xfrm>
          <a:off x="0" y="0"/>
          <a:ext cx="0" cy="0"/>
          <a:chOff x="0" y="0"/>
          <a:chExt cx="0" cy="0"/>
        </a:xfrm>
      </p:grpSpPr>
      <p:sp>
        <p:nvSpPr>
          <p:cNvPr id="14" name="Picture Placeholder 13">
            <a:extLst>
              <a:ext uri="{FF2B5EF4-FFF2-40B4-BE49-F238E27FC236}">
                <a16:creationId xmlns:a16="http://schemas.microsoft.com/office/drawing/2014/main" id="{1EB2D5A7-8ABD-41FC-934A-8D0E9E07B98D}"/>
              </a:ext>
            </a:extLst>
          </p:cNvPr>
          <p:cNvSpPr>
            <a:spLocks noGrp="1"/>
          </p:cNvSpPr>
          <p:nvPr>
            <p:ph type="pic" sz="quarter" idx="13" hasCustomPrompt="1"/>
          </p:nvPr>
        </p:nvSpPr>
        <p:spPr>
          <a:xfrm>
            <a:off x="0" y="0"/>
            <a:ext cx="12192000" cy="6858000"/>
          </a:xfrm>
          <a:custGeom>
            <a:avLst/>
            <a:gdLst>
              <a:gd name="connsiteX0" fmla="*/ 11904137 w 12192000"/>
              <a:gd name="connsiteY0" fmla="*/ 374761 h 6858000"/>
              <a:gd name="connsiteX1" fmla="*/ 11851113 w 12192000"/>
              <a:gd name="connsiteY1" fmla="*/ 409256 h 6858000"/>
              <a:gd name="connsiteX2" fmla="*/ 11813853 w 12192000"/>
              <a:gd name="connsiteY2" fmla="*/ 476806 h 6858000"/>
              <a:gd name="connsiteX3" fmla="*/ 11772294 w 12192000"/>
              <a:gd name="connsiteY3" fmla="*/ 537171 h 6858000"/>
              <a:gd name="connsiteX4" fmla="*/ 11703507 w 12192000"/>
              <a:gd name="connsiteY4" fmla="*/ 580289 h 6858000"/>
              <a:gd name="connsiteX5" fmla="*/ 11747932 w 12192000"/>
              <a:gd name="connsiteY5" fmla="*/ 591787 h 6858000"/>
              <a:gd name="connsiteX6" fmla="*/ 11796656 w 12192000"/>
              <a:gd name="connsiteY6" fmla="*/ 587475 h 6858000"/>
              <a:gd name="connsiteX7" fmla="*/ 11879774 w 12192000"/>
              <a:gd name="connsiteY7" fmla="*/ 551544 h 6858000"/>
              <a:gd name="connsiteX8" fmla="*/ 11816719 w 12192000"/>
              <a:gd name="connsiteY8" fmla="*/ 494054 h 6858000"/>
              <a:gd name="connsiteX9" fmla="*/ 11904137 w 12192000"/>
              <a:gd name="connsiteY9" fmla="*/ 521361 h 6858000"/>
              <a:gd name="connsiteX10" fmla="*/ 11965759 w 12192000"/>
              <a:gd name="connsiteY10" fmla="*/ 460997 h 6858000"/>
              <a:gd name="connsiteX11" fmla="*/ 11964326 w 12192000"/>
              <a:gd name="connsiteY11" fmla="*/ 404944 h 6858000"/>
              <a:gd name="connsiteX12" fmla="*/ 11904137 w 12192000"/>
              <a:gd name="connsiteY12" fmla="*/ 374761 h 6858000"/>
              <a:gd name="connsiteX13" fmla="*/ 11779497 w 12192000"/>
              <a:gd name="connsiteY13" fmla="*/ 210928 h 6858000"/>
              <a:gd name="connsiteX14" fmla="*/ 11559747 w 12192000"/>
              <a:gd name="connsiteY14" fmla="*/ 439472 h 6858000"/>
              <a:gd name="connsiteX15" fmla="*/ 11635870 w 12192000"/>
              <a:gd name="connsiteY15" fmla="*/ 550150 h 6858000"/>
              <a:gd name="connsiteX16" fmla="*/ 11720610 w 12192000"/>
              <a:gd name="connsiteY16" fmla="*/ 545838 h 6858000"/>
              <a:gd name="connsiteX17" fmla="*/ 11780933 w 12192000"/>
              <a:gd name="connsiteY17" fmla="*/ 489780 h 6858000"/>
              <a:gd name="connsiteX18" fmla="*/ 11826894 w 12192000"/>
              <a:gd name="connsiteY18" fmla="*/ 413599 h 6858000"/>
              <a:gd name="connsiteX19" fmla="*/ 11888654 w 12192000"/>
              <a:gd name="connsiteY19" fmla="*/ 361853 h 6858000"/>
              <a:gd name="connsiteX20" fmla="*/ 11963340 w 12192000"/>
              <a:gd name="connsiteY20" fmla="*/ 380539 h 6858000"/>
              <a:gd name="connsiteX21" fmla="*/ 11900144 w 12192000"/>
              <a:gd name="connsiteY21" fmla="*/ 284235 h 6858000"/>
              <a:gd name="connsiteX22" fmla="*/ 11789551 w 12192000"/>
              <a:gd name="connsiteY22" fmla="*/ 215240 h 6858000"/>
              <a:gd name="connsiteX23" fmla="*/ 11779497 w 12192000"/>
              <a:gd name="connsiteY23" fmla="*/ 210928 h 6858000"/>
              <a:gd name="connsiteX24" fmla="*/ 0 w 12192000"/>
              <a:gd name="connsiteY24" fmla="*/ 0 h 6858000"/>
              <a:gd name="connsiteX25" fmla="*/ 12192000 w 12192000"/>
              <a:gd name="connsiteY25" fmla="*/ 0 h 6858000"/>
              <a:gd name="connsiteX26" fmla="*/ 12192000 w 12192000"/>
              <a:gd name="connsiteY26" fmla="*/ 6858000 h 6858000"/>
              <a:gd name="connsiteX27" fmla="*/ 0 w 12192000"/>
              <a:gd name="connsiteY27"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Lst>
            <a:rect l="l" t="t" r="r" b="b"/>
            <a:pathLst>
              <a:path w="12192000" h="6858000">
                <a:moveTo>
                  <a:pt x="11904137" y="374761"/>
                </a:moveTo>
                <a:cubicBezTo>
                  <a:pt x="11881208" y="376199"/>
                  <a:pt x="11864011" y="390571"/>
                  <a:pt x="11851113" y="409256"/>
                </a:cubicBezTo>
                <a:cubicBezTo>
                  <a:pt x="11835349" y="429377"/>
                  <a:pt x="11825318" y="453810"/>
                  <a:pt x="11813853" y="476806"/>
                </a:cubicBezTo>
                <a:cubicBezTo>
                  <a:pt x="11802389" y="498365"/>
                  <a:pt x="11789491" y="518487"/>
                  <a:pt x="11772294" y="537171"/>
                </a:cubicBezTo>
                <a:cubicBezTo>
                  <a:pt x="11753664" y="557293"/>
                  <a:pt x="11730735" y="573103"/>
                  <a:pt x="11703507" y="580289"/>
                </a:cubicBezTo>
                <a:cubicBezTo>
                  <a:pt x="11716405" y="588912"/>
                  <a:pt x="11733601" y="591787"/>
                  <a:pt x="11747932" y="591787"/>
                </a:cubicBezTo>
                <a:cubicBezTo>
                  <a:pt x="11763696" y="593224"/>
                  <a:pt x="11780893" y="590350"/>
                  <a:pt x="11796656" y="587475"/>
                </a:cubicBezTo>
                <a:cubicBezTo>
                  <a:pt x="11826751" y="583163"/>
                  <a:pt x="11858278" y="573103"/>
                  <a:pt x="11879774" y="551544"/>
                </a:cubicBezTo>
                <a:cubicBezTo>
                  <a:pt x="11845381" y="551544"/>
                  <a:pt x="11818153" y="528548"/>
                  <a:pt x="11816719" y="494054"/>
                </a:cubicBezTo>
                <a:cubicBezTo>
                  <a:pt x="11838216" y="519924"/>
                  <a:pt x="11871176" y="529985"/>
                  <a:pt x="11904137" y="521361"/>
                </a:cubicBezTo>
                <a:cubicBezTo>
                  <a:pt x="11932798" y="512738"/>
                  <a:pt x="11957160" y="489742"/>
                  <a:pt x="11965759" y="460997"/>
                </a:cubicBezTo>
                <a:cubicBezTo>
                  <a:pt x="11971491" y="442312"/>
                  <a:pt x="11972924" y="423628"/>
                  <a:pt x="11964326" y="404944"/>
                </a:cubicBezTo>
                <a:cubicBezTo>
                  <a:pt x="11952861" y="383385"/>
                  <a:pt x="11928499" y="373324"/>
                  <a:pt x="11904137" y="374761"/>
                </a:cubicBezTo>
                <a:close/>
                <a:moveTo>
                  <a:pt x="11779497" y="210928"/>
                </a:moveTo>
                <a:cubicBezTo>
                  <a:pt x="11730664" y="271298"/>
                  <a:pt x="11559747" y="314420"/>
                  <a:pt x="11559747" y="439472"/>
                </a:cubicBezTo>
                <a:cubicBezTo>
                  <a:pt x="11559747" y="486906"/>
                  <a:pt x="11589909" y="532902"/>
                  <a:pt x="11635870" y="550150"/>
                </a:cubicBezTo>
                <a:cubicBezTo>
                  <a:pt x="11663159" y="560212"/>
                  <a:pt x="11693320" y="558775"/>
                  <a:pt x="11720610" y="545838"/>
                </a:cubicBezTo>
                <a:cubicBezTo>
                  <a:pt x="11746463" y="534339"/>
                  <a:pt x="11765134" y="514216"/>
                  <a:pt x="11780933" y="489780"/>
                </a:cubicBezTo>
                <a:cubicBezTo>
                  <a:pt x="11798168" y="465345"/>
                  <a:pt x="11811095" y="439472"/>
                  <a:pt x="11826894" y="413599"/>
                </a:cubicBezTo>
                <a:cubicBezTo>
                  <a:pt x="11841257" y="390601"/>
                  <a:pt x="11861365" y="367603"/>
                  <a:pt x="11888654" y="361853"/>
                </a:cubicBezTo>
                <a:cubicBezTo>
                  <a:pt x="11914507" y="354666"/>
                  <a:pt x="11944668" y="361853"/>
                  <a:pt x="11963340" y="380539"/>
                </a:cubicBezTo>
                <a:cubicBezTo>
                  <a:pt x="11951850" y="343167"/>
                  <a:pt x="11930306" y="311545"/>
                  <a:pt x="11900144" y="284235"/>
                </a:cubicBezTo>
                <a:cubicBezTo>
                  <a:pt x="11867110" y="254050"/>
                  <a:pt x="11829767" y="232489"/>
                  <a:pt x="11789551" y="215240"/>
                </a:cubicBezTo>
                <a:cubicBezTo>
                  <a:pt x="11786678" y="213803"/>
                  <a:pt x="11782369" y="212365"/>
                  <a:pt x="11779497" y="210928"/>
                </a:cubicBezTo>
                <a:close/>
                <a:moveTo>
                  <a:pt x="0" y="0"/>
                </a:moveTo>
                <a:lnTo>
                  <a:pt x="12192000" y="0"/>
                </a:lnTo>
                <a:lnTo>
                  <a:pt x="12192000" y="6858000"/>
                </a:lnTo>
                <a:lnTo>
                  <a:pt x="0" y="6858000"/>
                </a:lnTo>
                <a:close/>
              </a:path>
            </a:pathLst>
          </a:custGeom>
          <a:solidFill>
            <a:schemeClr val="accent4"/>
          </a:solidFill>
        </p:spPr>
        <p:txBody>
          <a:bodyPr wrap="square">
            <a:noAutofit/>
          </a:bodyPr>
          <a:lstStyle>
            <a:lvl1pPr>
              <a:defRPr>
                <a:solidFill>
                  <a:schemeClr val="bg2">
                    <a:lumMod val="50000"/>
                  </a:schemeClr>
                </a:solidFill>
              </a:defRPr>
            </a:lvl1pPr>
          </a:lstStyle>
          <a:p>
            <a:r>
              <a:rPr lang="de-DE"/>
              <a:t>Insert Picture and send </a:t>
            </a:r>
            <a:r>
              <a:rPr lang="de-DE" err="1"/>
              <a:t>to</a:t>
            </a:r>
            <a:r>
              <a:rPr lang="de-DE"/>
              <a:t> back</a:t>
            </a:r>
          </a:p>
        </p:txBody>
      </p:sp>
      <p:grpSp>
        <p:nvGrpSpPr>
          <p:cNvPr id="5" name="Group 37">
            <a:extLst>
              <a:ext uri="{FF2B5EF4-FFF2-40B4-BE49-F238E27FC236}">
                <a16:creationId xmlns:a16="http://schemas.microsoft.com/office/drawing/2014/main" id="{175605CD-31A1-4F5E-8CC8-FA82332DB3A0}"/>
              </a:ext>
            </a:extLst>
          </p:cNvPr>
          <p:cNvGrpSpPr/>
          <p:nvPr userDrawn="1"/>
        </p:nvGrpSpPr>
        <p:grpSpPr>
          <a:xfrm>
            <a:off x="11562864" y="207688"/>
            <a:ext cx="418487" cy="387209"/>
            <a:chOff x="5481638" y="2859088"/>
            <a:chExt cx="1231900" cy="1139825"/>
          </a:xfrm>
          <a:solidFill>
            <a:schemeClr val="bg1"/>
          </a:solidFill>
        </p:grpSpPr>
        <p:sp>
          <p:nvSpPr>
            <p:cNvPr id="6" name="Freeform 320">
              <a:extLst>
                <a:ext uri="{FF2B5EF4-FFF2-40B4-BE49-F238E27FC236}">
                  <a16:creationId xmlns:a16="http://schemas.microsoft.com/office/drawing/2014/main" id="{AE5DD593-FDBD-4A70-83DE-64E2F0ED00BB}"/>
                </a:ext>
              </a:extLst>
            </p:cNvPr>
            <p:cNvSpPr>
              <a:spLocks/>
            </p:cNvSpPr>
            <p:nvPr userDrawn="1"/>
          </p:nvSpPr>
          <p:spPr bwMode="auto">
            <a:xfrm>
              <a:off x="5481638" y="2859088"/>
              <a:ext cx="1203325" cy="1041400"/>
            </a:xfrm>
            <a:custGeom>
              <a:avLst/>
              <a:gdLst>
                <a:gd name="T0" fmla="*/ 229 w 281"/>
                <a:gd name="T1" fmla="*/ 105 h 243"/>
                <a:gd name="T2" fmla="*/ 186 w 281"/>
                <a:gd name="T3" fmla="*/ 141 h 243"/>
                <a:gd name="T4" fmla="*/ 154 w 281"/>
                <a:gd name="T5" fmla="*/ 194 h 243"/>
                <a:gd name="T6" fmla="*/ 112 w 281"/>
                <a:gd name="T7" fmla="*/ 233 h 243"/>
                <a:gd name="T8" fmla="*/ 53 w 281"/>
                <a:gd name="T9" fmla="*/ 236 h 243"/>
                <a:gd name="T10" fmla="*/ 0 w 281"/>
                <a:gd name="T11" fmla="*/ 159 h 243"/>
                <a:gd name="T12" fmla="*/ 153 w 281"/>
                <a:gd name="T13" fmla="*/ 0 h 243"/>
                <a:gd name="T14" fmla="*/ 153 w 281"/>
                <a:gd name="T15" fmla="*/ 0 h 243"/>
                <a:gd name="T16" fmla="*/ 160 w 281"/>
                <a:gd name="T17" fmla="*/ 3 h 243"/>
                <a:gd name="T18" fmla="*/ 237 w 281"/>
                <a:gd name="T19" fmla="*/ 51 h 243"/>
                <a:gd name="T20" fmla="*/ 281 w 281"/>
                <a:gd name="T21" fmla="*/ 118 h 243"/>
                <a:gd name="T22" fmla="*/ 229 w 281"/>
                <a:gd name="T23" fmla="*/ 105 h 24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281" h="243">
                  <a:moveTo>
                    <a:pt x="229" y="105"/>
                  </a:moveTo>
                  <a:cubicBezTo>
                    <a:pt x="210" y="109"/>
                    <a:pt x="196" y="125"/>
                    <a:pt x="186" y="141"/>
                  </a:cubicBezTo>
                  <a:cubicBezTo>
                    <a:pt x="175" y="159"/>
                    <a:pt x="166" y="177"/>
                    <a:pt x="154" y="194"/>
                  </a:cubicBezTo>
                  <a:cubicBezTo>
                    <a:pt x="143" y="211"/>
                    <a:pt x="130" y="225"/>
                    <a:pt x="112" y="233"/>
                  </a:cubicBezTo>
                  <a:cubicBezTo>
                    <a:pt x="93" y="242"/>
                    <a:pt x="72" y="243"/>
                    <a:pt x="53" y="236"/>
                  </a:cubicBezTo>
                  <a:cubicBezTo>
                    <a:pt x="21" y="224"/>
                    <a:pt x="0" y="192"/>
                    <a:pt x="0" y="159"/>
                  </a:cubicBezTo>
                  <a:cubicBezTo>
                    <a:pt x="0" y="72"/>
                    <a:pt x="119" y="42"/>
                    <a:pt x="153" y="0"/>
                  </a:cubicBezTo>
                  <a:cubicBezTo>
                    <a:pt x="153" y="0"/>
                    <a:pt x="153" y="0"/>
                    <a:pt x="153" y="0"/>
                  </a:cubicBezTo>
                  <a:cubicBezTo>
                    <a:pt x="155" y="1"/>
                    <a:pt x="158" y="2"/>
                    <a:pt x="160" y="3"/>
                  </a:cubicBezTo>
                  <a:cubicBezTo>
                    <a:pt x="188" y="15"/>
                    <a:pt x="214" y="30"/>
                    <a:pt x="237" y="51"/>
                  </a:cubicBezTo>
                  <a:cubicBezTo>
                    <a:pt x="258" y="70"/>
                    <a:pt x="273" y="92"/>
                    <a:pt x="281" y="118"/>
                  </a:cubicBezTo>
                  <a:cubicBezTo>
                    <a:pt x="268" y="105"/>
                    <a:pt x="247" y="100"/>
                    <a:pt x="229" y="105"/>
                  </a:cubicBezTo>
                </a:path>
              </a:pathLst>
            </a:custGeom>
            <a:grpFill/>
            <a:ln>
              <a:noFill/>
            </a:ln>
          </p:spPr>
          <p:txBody>
            <a:bodyPr vert="horz" wrap="square" lIns="91440" tIns="45720" rIns="91440" bIns="45720" numCol="1" anchor="t" anchorCtr="0" compatLnSpc="1">
              <a:prstTxWarp prst="textNoShape">
                <a:avLst/>
              </a:prstTxWarp>
            </a:bodyPr>
            <a:lstStyle/>
            <a:p>
              <a:endParaRPr lang="en-US"/>
            </a:p>
          </p:txBody>
        </p:sp>
        <p:sp>
          <p:nvSpPr>
            <p:cNvPr id="7" name="Freeform 321">
              <a:extLst>
                <a:ext uri="{FF2B5EF4-FFF2-40B4-BE49-F238E27FC236}">
                  <a16:creationId xmlns:a16="http://schemas.microsoft.com/office/drawing/2014/main" id="{5E1F1E46-28BC-4B11-9A4D-30E587571815}"/>
                </a:ext>
              </a:extLst>
            </p:cNvPr>
            <p:cNvSpPr>
              <a:spLocks/>
            </p:cNvSpPr>
            <p:nvPr userDrawn="1"/>
          </p:nvSpPr>
          <p:spPr bwMode="auto">
            <a:xfrm>
              <a:off x="5910263" y="3343275"/>
              <a:ext cx="803275" cy="655638"/>
            </a:xfrm>
            <a:custGeom>
              <a:avLst/>
              <a:gdLst>
                <a:gd name="T0" fmla="*/ 183 w 188"/>
                <a:gd name="T1" fmla="*/ 61 h 153"/>
                <a:gd name="T2" fmla="*/ 140 w 188"/>
                <a:gd name="T3" fmla="*/ 103 h 153"/>
                <a:gd name="T4" fmla="*/ 79 w 188"/>
                <a:gd name="T5" fmla="*/ 84 h 153"/>
                <a:gd name="T6" fmla="*/ 123 w 188"/>
                <a:gd name="T7" fmla="*/ 124 h 153"/>
                <a:gd name="T8" fmla="*/ 65 w 188"/>
                <a:gd name="T9" fmla="*/ 149 h 153"/>
                <a:gd name="T10" fmla="*/ 31 w 188"/>
                <a:gd name="T11" fmla="*/ 152 h 153"/>
                <a:gd name="T12" fmla="*/ 0 w 188"/>
                <a:gd name="T13" fmla="*/ 144 h 153"/>
                <a:gd name="T14" fmla="*/ 48 w 188"/>
                <a:gd name="T15" fmla="*/ 114 h 153"/>
                <a:gd name="T16" fmla="*/ 77 w 188"/>
                <a:gd name="T17" fmla="*/ 72 h 153"/>
                <a:gd name="T18" fmla="*/ 103 w 188"/>
                <a:gd name="T19" fmla="*/ 25 h 153"/>
                <a:gd name="T20" fmla="*/ 140 w 188"/>
                <a:gd name="T21" fmla="*/ 1 h 153"/>
                <a:gd name="T22" fmla="*/ 182 w 188"/>
                <a:gd name="T23" fmla="*/ 22 h 153"/>
                <a:gd name="T24" fmla="*/ 183 w 188"/>
                <a:gd name="T25" fmla="*/ 61 h 15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88" h="153">
                  <a:moveTo>
                    <a:pt x="183" y="61"/>
                  </a:moveTo>
                  <a:cubicBezTo>
                    <a:pt x="177" y="81"/>
                    <a:pt x="160" y="97"/>
                    <a:pt x="140" y="103"/>
                  </a:cubicBezTo>
                  <a:cubicBezTo>
                    <a:pt x="117" y="109"/>
                    <a:pt x="94" y="102"/>
                    <a:pt x="79" y="84"/>
                  </a:cubicBezTo>
                  <a:cubicBezTo>
                    <a:pt x="80" y="108"/>
                    <a:pt x="99" y="124"/>
                    <a:pt x="123" y="124"/>
                  </a:cubicBezTo>
                  <a:cubicBezTo>
                    <a:pt x="108" y="139"/>
                    <a:pt x="86" y="146"/>
                    <a:pt x="65" y="149"/>
                  </a:cubicBezTo>
                  <a:cubicBezTo>
                    <a:pt x="54" y="151"/>
                    <a:pt x="42" y="153"/>
                    <a:pt x="31" y="152"/>
                  </a:cubicBezTo>
                  <a:cubicBezTo>
                    <a:pt x="21" y="152"/>
                    <a:pt x="9" y="150"/>
                    <a:pt x="0" y="144"/>
                  </a:cubicBezTo>
                  <a:cubicBezTo>
                    <a:pt x="19" y="139"/>
                    <a:pt x="35" y="128"/>
                    <a:pt x="48" y="114"/>
                  </a:cubicBezTo>
                  <a:cubicBezTo>
                    <a:pt x="60" y="101"/>
                    <a:pt x="69" y="87"/>
                    <a:pt x="77" y="72"/>
                  </a:cubicBezTo>
                  <a:cubicBezTo>
                    <a:pt x="85" y="56"/>
                    <a:pt x="92" y="39"/>
                    <a:pt x="103" y="25"/>
                  </a:cubicBezTo>
                  <a:cubicBezTo>
                    <a:pt x="112" y="12"/>
                    <a:pt x="124" y="2"/>
                    <a:pt x="140" y="1"/>
                  </a:cubicBezTo>
                  <a:cubicBezTo>
                    <a:pt x="157" y="0"/>
                    <a:pt x="174" y="7"/>
                    <a:pt x="182" y="22"/>
                  </a:cubicBezTo>
                  <a:cubicBezTo>
                    <a:pt x="188" y="35"/>
                    <a:pt x="187" y="48"/>
                    <a:pt x="183" y="61"/>
                  </a:cubicBezTo>
                </a:path>
              </a:pathLst>
            </a:custGeom>
            <a:grpFill/>
            <a:ln>
              <a:noFill/>
            </a:ln>
          </p:spPr>
          <p:txBody>
            <a:bodyPr vert="horz" wrap="square" lIns="91440" tIns="45720" rIns="91440" bIns="45720" numCol="1" anchor="t" anchorCtr="0" compatLnSpc="1">
              <a:prstTxWarp prst="textNoShape">
                <a:avLst/>
              </a:prstTxWarp>
            </a:bodyPr>
            <a:lstStyle/>
            <a:p>
              <a:endParaRPr lang="en-US"/>
            </a:p>
          </p:txBody>
        </p:sp>
      </p:grpSp>
    </p:spTree>
    <p:extLst>
      <p:ext uri="{BB962C8B-B14F-4D97-AF65-F5344CB8AC3E}">
        <p14:creationId xmlns:p14="http://schemas.microsoft.com/office/powerpoint/2010/main" val="1812545104"/>
      </p:ext>
    </p:extLst>
  </p:cSld>
  <p:clrMapOvr>
    <a:masterClrMapping/>
  </p:clrMapOvr>
</p:sldLayout>
</file>

<file path=ppt/slideLayouts/slideLayout131.xml><?xml version="1.0" encoding="utf-8"?>
<p:sldLayout xmlns:a="http://schemas.openxmlformats.org/drawingml/2006/main" xmlns:r="http://schemas.openxmlformats.org/officeDocument/2006/relationships" xmlns:p="http://schemas.openxmlformats.org/presentationml/2006/main" preserve="1" userDrawn="1">
  <p:cSld name="Full picture blue Pik">
    <p:spTree>
      <p:nvGrpSpPr>
        <p:cNvPr id="1" name=""/>
        <p:cNvGrpSpPr/>
        <p:nvPr/>
      </p:nvGrpSpPr>
      <p:grpSpPr>
        <a:xfrm>
          <a:off x="0" y="0"/>
          <a:ext cx="0" cy="0"/>
          <a:chOff x="0" y="0"/>
          <a:chExt cx="0" cy="0"/>
        </a:xfrm>
      </p:grpSpPr>
      <p:sp>
        <p:nvSpPr>
          <p:cNvPr id="11" name="Picture Placeholder 10">
            <a:extLst>
              <a:ext uri="{FF2B5EF4-FFF2-40B4-BE49-F238E27FC236}">
                <a16:creationId xmlns:a16="http://schemas.microsoft.com/office/drawing/2014/main" id="{0B335D29-1EFC-4491-AD11-74BC952F53E5}"/>
              </a:ext>
            </a:extLst>
          </p:cNvPr>
          <p:cNvSpPr>
            <a:spLocks noGrp="1"/>
          </p:cNvSpPr>
          <p:nvPr>
            <p:ph type="pic" sz="quarter" idx="13" hasCustomPrompt="1"/>
          </p:nvPr>
        </p:nvSpPr>
        <p:spPr>
          <a:xfrm>
            <a:off x="0" y="0"/>
            <a:ext cx="12192000" cy="6858000"/>
          </a:xfrm>
          <a:custGeom>
            <a:avLst/>
            <a:gdLst>
              <a:gd name="connsiteX0" fmla="*/ 11785528 w 12192000"/>
              <a:gd name="connsiteY0" fmla="*/ 202927 h 6858000"/>
              <a:gd name="connsiteX1" fmla="*/ 11561144 w 12192000"/>
              <a:gd name="connsiteY1" fmla="*/ 434840 h 6858000"/>
              <a:gd name="connsiteX2" fmla="*/ 11638872 w 12192000"/>
              <a:gd name="connsiteY2" fmla="*/ 549328 h 6858000"/>
              <a:gd name="connsiteX3" fmla="*/ 11718066 w 12192000"/>
              <a:gd name="connsiteY3" fmla="*/ 550796 h 6858000"/>
              <a:gd name="connsiteX4" fmla="*/ 11750147 w 12192000"/>
              <a:gd name="connsiteY4" fmla="*/ 534834 h 6858000"/>
              <a:gd name="connsiteX5" fmla="*/ 11776529 w 12192000"/>
              <a:gd name="connsiteY5" fmla="*/ 511343 h 6858000"/>
              <a:gd name="connsiteX6" fmla="*/ 11769485 w 12192000"/>
              <a:gd name="connsiteY6" fmla="*/ 534267 h 6858000"/>
              <a:gd name="connsiteX7" fmla="*/ 11704684 w 12192000"/>
              <a:gd name="connsiteY7" fmla="*/ 577228 h 6858000"/>
              <a:gd name="connsiteX8" fmla="*/ 11758983 w 12192000"/>
              <a:gd name="connsiteY8" fmla="*/ 591915 h 6858000"/>
              <a:gd name="connsiteX9" fmla="*/ 11888125 w 12192000"/>
              <a:gd name="connsiteY9" fmla="*/ 549322 h 6858000"/>
              <a:gd name="connsiteX10" fmla="*/ 11823554 w 12192000"/>
              <a:gd name="connsiteY10" fmla="*/ 492041 h 6858000"/>
              <a:gd name="connsiteX11" fmla="*/ 11888125 w 12192000"/>
              <a:gd name="connsiteY11" fmla="*/ 522885 h 6858000"/>
              <a:gd name="connsiteX12" fmla="*/ 11973357 w 12192000"/>
              <a:gd name="connsiteY12" fmla="*/ 465260 h 6858000"/>
              <a:gd name="connsiteX13" fmla="*/ 11980572 w 12192000"/>
              <a:gd name="connsiteY13" fmla="*/ 428927 h 6858000"/>
              <a:gd name="connsiteX14" fmla="*/ 11980580 w 12192000"/>
              <a:gd name="connsiteY14" fmla="*/ 428969 h 6858000"/>
              <a:gd name="connsiteX15" fmla="*/ 11980580 w 12192000"/>
              <a:gd name="connsiteY15" fmla="*/ 428886 h 6858000"/>
              <a:gd name="connsiteX16" fmla="*/ 11980580 w 12192000"/>
              <a:gd name="connsiteY16" fmla="*/ 426033 h 6858000"/>
              <a:gd name="connsiteX17" fmla="*/ 11908719 w 12192000"/>
              <a:gd name="connsiteY17" fmla="*/ 277785 h 6858000"/>
              <a:gd name="connsiteX18" fmla="*/ 11795794 w 12192000"/>
              <a:gd name="connsiteY18" fmla="*/ 207330 h 6858000"/>
              <a:gd name="connsiteX19" fmla="*/ 11785528 w 12192000"/>
              <a:gd name="connsiteY19" fmla="*/ 202927 h 6858000"/>
              <a:gd name="connsiteX20" fmla="*/ 0 w 12192000"/>
              <a:gd name="connsiteY20" fmla="*/ 0 h 6858000"/>
              <a:gd name="connsiteX21" fmla="*/ 12192000 w 12192000"/>
              <a:gd name="connsiteY21" fmla="*/ 0 h 6858000"/>
              <a:gd name="connsiteX22" fmla="*/ 12192000 w 12192000"/>
              <a:gd name="connsiteY22" fmla="*/ 6858000 h 6858000"/>
              <a:gd name="connsiteX23" fmla="*/ 0 w 12192000"/>
              <a:gd name="connsiteY23"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2192000" h="6858000">
                <a:moveTo>
                  <a:pt x="11785528" y="202927"/>
                </a:moveTo>
                <a:cubicBezTo>
                  <a:pt x="11735665" y="263107"/>
                  <a:pt x="11561144" y="308609"/>
                  <a:pt x="11561144" y="434840"/>
                </a:cubicBezTo>
                <a:cubicBezTo>
                  <a:pt x="11561144" y="484745"/>
                  <a:pt x="11591942" y="531715"/>
                  <a:pt x="11638872" y="549328"/>
                </a:cubicBezTo>
                <a:cubicBezTo>
                  <a:pt x="11665270" y="559603"/>
                  <a:pt x="11691668" y="559603"/>
                  <a:pt x="11718066" y="550796"/>
                </a:cubicBezTo>
                <a:cubicBezTo>
                  <a:pt x="11729799" y="547127"/>
                  <a:pt x="11740431" y="541622"/>
                  <a:pt x="11750147" y="534834"/>
                </a:cubicBezTo>
                <a:lnTo>
                  <a:pt x="11776529" y="511343"/>
                </a:lnTo>
                <a:lnTo>
                  <a:pt x="11769485" y="534267"/>
                </a:lnTo>
                <a:cubicBezTo>
                  <a:pt x="11757790" y="556023"/>
                  <a:pt x="11733301" y="572822"/>
                  <a:pt x="11704684" y="577228"/>
                </a:cubicBezTo>
                <a:cubicBezTo>
                  <a:pt x="11713489" y="586040"/>
                  <a:pt x="11734035" y="591915"/>
                  <a:pt x="11758983" y="591915"/>
                </a:cubicBezTo>
                <a:cubicBezTo>
                  <a:pt x="11804476" y="591915"/>
                  <a:pt x="11860242" y="578696"/>
                  <a:pt x="11888125" y="549322"/>
                </a:cubicBezTo>
                <a:cubicBezTo>
                  <a:pt x="11849970" y="550790"/>
                  <a:pt x="11825022" y="525822"/>
                  <a:pt x="11823554" y="492041"/>
                </a:cubicBezTo>
                <a:cubicBezTo>
                  <a:pt x="11841164" y="514072"/>
                  <a:pt x="11863177" y="522885"/>
                  <a:pt x="11888125" y="522885"/>
                </a:cubicBezTo>
                <a:cubicBezTo>
                  <a:pt x="11926648" y="522885"/>
                  <a:pt x="11959392" y="498926"/>
                  <a:pt x="11973357" y="465260"/>
                </a:cubicBezTo>
                <a:lnTo>
                  <a:pt x="11980572" y="428927"/>
                </a:lnTo>
                <a:lnTo>
                  <a:pt x="11980580" y="428969"/>
                </a:lnTo>
                <a:lnTo>
                  <a:pt x="11980580" y="428886"/>
                </a:lnTo>
                <a:lnTo>
                  <a:pt x="11980580" y="426033"/>
                </a:lnTo>
                <a:cubicBezTo>
                  <a:pt x="11980580" y="367321"/>
                  <a:pt x="11951249" y="317416"/>
                  <a:pt x="11908719" y="277785"/>
                </a:cubicBezTo>
                <a:cubicBezTo>
                  <a:pt x="11876454" y="246961"/>
                  <a:pt x="11836857" y="224944"/>
                  <a:pt x="11795794" y="207330"/>
                </a:cubicBezTo>
                <a:cubicBezTo>
                  <a:pt x="11792860" y="205863"/>
                  <a:pt x="11789927" y="204395"/>
                  <a:pt x="11785528" y="202927"/>
                </a:cubicBezTo>
                <a:close/>
                <a:moveTo>
                  <a:pt x="0" y="0"/>
                </a:moveTo>
                <a:lnTo>
                  <a:pt x="12192000" y="0"/>
                </a:lnTo>
                <a:lnTo>
                  <a:pt x="12192000" y="6858000"/>
                </a:lnTo>
                <a:lnTo>
                  <a:pt x="0" y="6858000"/>
                </a:lnTo>
                <a:close/>
              </a:path>
            </a:pathLst>
          </a:custGeom>
          <a:solidFill>
            <a:schemeClr val="bg2"/>
          </a:solidFill>
        </p:spPr>
        <p:txBody>
          <a:bodyPr wrap="square">
            <a:noAutofit/>
          </a:bodyPr>
          <a:lstStyle>
            <a:lvl1pPr>
              <a:defRPr>
                <a:solidFill>
                  <a:schemeClr val="bg2">
                    <a:lumMod val="50000"/>
                  </a:schemeClr>
                </a:solidFill>
              </a:defRPr>
            </a:lvl1pPr>
          </a:lstStyle>
          <a:p>
            <a:r>
              <a:rPr lang="de-DE"/>
              <a:t>Insert Picture and send </a:t>
            </a:r>
            <a:r>
              <a:rPr lang="de-DE" err="1"/>
              <a:t>to</a:t>
            </a:r>
            <a:r>
              <a:rPr lang="de-DE"/>
              <a:t> back</a:t>
            </a:r>
          </a:p>
        </p:txBody>
      </p:sp>
    </p:spTree>
    <p:extLst>
      <p:ext uri="{BB962C8B-B14F-4D97-AF65-F5344CB8AC3E}">
        <p14:creationId xmlns:p14="http://schemas.microsoft.com/office/powerpoint/2010/main" val="35169242"/>
      </p:ext>
    </p:extLst>
  </p:cSld>
  <p:clrMapOvr>
    <a:masterClrMapping/>
  </p:clrMapOvr>
</p:sldLayout>
</file>

<file path=ppt/slideLayouts/slideLayout132.xml><?xml version="1.0" encoding="utf-8"?>
<p:sldLayout xmlns:a="http://schemas.openxmlformats.org/drawingml/2006/main" xmlns:r="http://schemas.openxmlformats.org/officeDocument/2006/relationships" xmlns:p="http://schemas.openxmlformats.org/presentationml/2006/main" preserve="1">
  <p:cSld name="Final Slide 1">
    <p:spTree>
      <p:nvGrpSpPr>
        <p:cNvPr id="1" name=""/>
        <p:cNvGrpSpPr/>
        <p:nvPr/>
      </p:nvGrpSpPr>
      <p:grpSpPr>
        <a:xfrm>
          <a:off x="0" y="0"/>
          <a:ext cx="0" cy="0"/>
          <a:chOff x="0" y="0"/>
          <a:chExt cx="0" cy="0"/>
        </a:xfrm>
      </p:grpSpPr>
      <p:pic>
        <p:nvPicPr>
          <p:cNvPr id="17" name="Picture 2" descr="D:\My Work\Template\Icons\Social Media\LinkedIN.png">
            <a:hlinkClick r:id="rId2"/>
          </p:cNvPr>
          <p:cNvPicPr>
            <a:picLocks noChangeAspect="1" noChangeArrowheads="1"/>
          </p:cNvPicPr>
          <p:nvPr/>
        </p:nvPicPr>
        <p:blipFill>
          <a:blip r:embed="rId3" cstate="print"/>
          <a:srcRect/>
          <a:stretch>
            <a:fillRect/>
          </a:stretch>
        </p:blipFill>
        <p:spPr bwMode="auto">
          <a:xfrm>
            <a:off x="810097" y="4968013"/>
            <a:ext cx="333195" cy="333195"/>
          </a:xfrm>
          <a:prstGeom prst="rect">
            <a:avLst/>
          </a:prstGeom>
          <a:noFill/>
        </p:spPr>
      </p:pic>
      <p:pic>
        <p:nvPicPr>
          <p:cNvPr id="18" name="Picture 4" descr="D:\My Work\Template\Icons\Social Media\SlideShare.png">
            <a:hlinkClick r:id="rId4"/>
          </p:cNvPr>
          <p:cNvPicPr>
            <a:picLocks noChangeAspect="1" noChangeArrowheads="1"/>
          </p:cNvPicPr>
          <p:nvPr/>
        </p:nvPicPr>
        <p:blipFill>
          <a:blip r:embed="rId5" cstate="print"/>
          <a:srcRect/>
          <a:stretch>
            <a:fillRect/>
          </a:stretch>
        </p:blipFill>
        <p:spPr bwMode="auto">
          <a:xfrm>
            <a:off x="1193474" y="4968013"/>
            <a:ext cx="333195" cy="333195"/>
          </a:xfrm>
          <a:prstGeom prst="rect">
            <a:avLst/>
          </a:prstGeom>
          <a:noFill/>
        </p:spPr>
      </p:pic>
      <p:pic>
        <p:nvPicPr>
          <p:cNvPr id="19" name="Picture 5" descr="D:\My Work\Template\Icons\Social Media\Twitter.png">
            <a:hlinkClick r:id="rId6"/>
          </p:cNvPr>
          <p:cNvPicPr>
            <a:picLocks noChangeAspect="1" noChangeArrowheads="1"/>
          </p:cNvPicPr>
          <p:nvPr/>
        </p:nvPicPr>
        <p:blipFill>
          <a:blip r:embed="rId7" cstate="print"/>
          <a:srcRect/>
          <a:stretch>
            <a:fillRect/>
          </a:stretch>
        </p:blipFill>
        <p:spPr bwMode="auto">
          <a:xfrm>
            <a:off x="1576851" y="4968013"/>
            <a:ext cx="333195" cy="333195"/>
          </a:xfrm>
          <a:prstGeom prst="rect">
            <a:avLst/>
          </a:prstGeom>
          <a:noFill/>
        </p:spPr>
      </p:pic>
      <p:pic>
        <p:nvPicPr>
          <p:cNvPr id="20" name="Picture 6" descr="D:\My Work\Template\Icons\Social Media\YouTube.png">
            <a:hlinkClick r:id="rId8"/>
          </p:cNvPr>
          <p:cNvPicPr>
            <a:picLocks noChangeAspect="1" noChangeArrowheads="1"/>
          </p:cNvPicPr>
          <p:nvPr/>
        </p:nvPicPr>
        <p:blipFill>
          <a:blip r:embed="rId9" cstate="print"/>
          <a:srcRect/>
          <a:stretch>
            <a:fillRect/>
          </a:stretch>
        </p:blipFill>
        <p:spPr bwMode="auto">
          <a:xfrm>
            <a:off x="1960227" y="4968013"/>
            <a:ext cx="333195" cy="333195"/>
          </a:xfrm>
          <a:prstGeom prst="rect">
            <a:avLst/>
          </a:prstGeom>
          <a:noFill/>
        </p:spPr>
      </p:pic>
      <p:pic>
        <p:nvPicPr>
          <p:cNvPr id="21" name="Picture 7" descr="D:\My Work\Template\Icons\Social Media\Facebook.png">
            <a:hlinkClick r:id="rId10"/>
          </p:cNvPr>
          <p:cNvPicPr>
            <a:picLocks noChangeAspect="1" noChangeArrowheads="1"/>
          </p:cNvPicPr>
          <p:nvPr/>
        </p:nvPicPr>
        <p:blipFill>
          <a:blip r:embed="rId11" cstate="print"/>
          <a:srcRect/>
          <a:stretch>
            <a:fillRect/>
          </a:stretch>
        </p:blipFill>
        <p:spPr bwMode="auto">
          <a:xfrm>
            <a:off x="426720" y="4968013"/>
            <a:ext cx="333195" cy="333195"/>
          </a:xfrm>
          <a:prstGeom prst="rect">
            <a:avLst/>
          </a:prstGeom>
          <a:noFill/>
        </p:spPr>
      </p:pic>
      <p:sp>
        <p:nvSpPr>
          <p:cNvPr id="23" name="Rectangle 22"/>
          <p:cNvSpPr/>
          <p:nvPr/>
        </p:nvSpPr>
        <p:spPr>
          <a:xfrm>
            <a:off x="426720" y="5810190"/>
            <a:ext cx="3293016" cy="400110"/>
          </a:xfrm>
          <a:prstGeom prst="rect">
            <a:avLst/>
          </a:prstGeom>
        </p:spPr>
        <p:txBody>
          <a:bodyPr wrap="square" lIns="0" tIns="0" rIns="0" bIns="0" anchor="b" anchorCtr="0">
            <a:spAutoFit/>
          </a:bodyPr>
          <a:lstStyle/>
          <a:p>
            <a:pPr>
              <a:spcAft>
                <a:spcPts val="600"/>
              </a:spcAft>
            </a:pPr>
            <a:r>
              <a:rPr lang="en-US" sz="700" noProof="0">
                <a:solidFill>
                  <a:schemeClr val="bg1"/>
                </a:solidFill>
                <a:latin typeface="Ubuntu" panose="020B0504030602030204" pitchFamily="34" charset="0"/>
                <a:cs typeface="Arial"/>
              </a:rPr>
              <a:t>This presentation contains information that may be privileged or confidential and is the property of the Capgemini Group.</a:t>
            </a:r>
          </a:p>
          <a:p>
            <a:pPr>
              <a:spcAft>
                <a:spcPts val="600"/>
              </a:spcAft>
            </a:pPr>
            <a:r>
              <a:rPr lang="en-US" sz="700" noProof="0">
                <a:solidFill>
                  <a:schemeClr val="bg1"/>
                </a:solidFill>
                <a:latin typeface="Ubuntu" panose="020B0504030602030204" pitchFamily="34" charset="0"/>
                <a:cs typeface="Arial"/>
              </a:rPr>
              <a:t>Copyright © 2021 Capgemini. All rights reserved.</a:t>
            </a:r>
          </a:p>
        </p:txBody>
      </p:sp>
      <p:pic>
        <p:nvPicPr>
          <p:cNvPr id="28" name="Image 27">
            <a:extLst>
              <a:ext uri="{FF2B5EF4-FFF2-40B4-BE49-F238E27FC236}">
                <a16:creationId xmlns:a16="http://schemas.microsoft.com/office/drawing/2014/main" id="{CFD4BD67-7A96-4F02-AD8B-7157189FD651}"/>
              </a:ext>
            </a:extLst>
          </p:cNvPr>
          <p:cNvPicPr>
            <a:picLocks noChangeAspect="1"/>
          </p:cNvPicPr>
          <p:nvPr userDrawn="1"/>
        </p:nvPicPr>
        <p:blipFill>
          <a:blip r:embed="rId12" cstate="print">
            <a:extLst>
              <a:ext uri="{28A0092B-C50C-407E-A947-70E740481C1C}">
                <a14:useLocalDpi xmlns:a14="http://schemas.microsoft.com/office/drawing/2010/main" val="0"/>
              </a:ext>
            </a:extLst>
          </a:blip>
          <a:stretch>
            <a:fillRect/>
          </a:stretch>
        </p:blipFill>
        <p:spPr>
          <a:xfrm rot="1808368" flipV="1">
            <a:off x="3661091" y="-1184328"/>
            <a:ext cx="10604299" cy="7497656"/>
          </a:xfrm>
          <a:prstGeom prst="rect">
            <a:avLst/>
          </a:prstGeom>
        </p:spPr>
      </p:pic>
      <p:sp>
        <p:nvSpPr>
          <p:cNvPr id="14" name="Rectangle 13"/>
          <p:cNvSpPr/>
          <p:nvPr/>
        </p:nvSpPr>
        <p:spPr>
          <a:xfrm>
            <a:off x="6536185" y="2920221"/>
            <a:ext cx="4600375" cy="228799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lstStyle/>
          <a:p>
            <a:pPr algn="just"/>
            <a:r>
              <a:rPr lang="en-GB" sz="900" kern="1200">
                <a:solidFill>
                  <a:schemeClr val="lt1"/>
                </a:solidFill>
                <a:effectLst/>
                <a:latin typeface="+mn-lt"/>
                <a:ea typeface="+mn-ea"/>
                <a:cs typeface="+mn-cs"/>
              </a:rPr>
              <a:t>As the digital innovation, consulting and transformation brand of the Capgemini Group, Capgemini Invent helps CxOs envision and build what’s next for their organizations. Located in more than 30 offices and 25 creative studios around the world, its 7,000+ strong team combines strategy, technology, data science and creative design with deep industry expertise and insights, to develop new digital solutions and business models</a:t>
            </a:r>
            <a:br>
              <a:rPr lang="en-GB" sz="900" kern="1200">
                <a:solidFill>
                  <a:schemeClr val="lt1"/>
                </a:solidFill>
                <a:effectLst/>
                <a:latin typeface="+mn-lt"/>
                <a:ea typeface="+mn-ea"/>
                <a:cs typeface="+mn-cs"/>
              </a:rPr>
            </a:br>
            <a:r>
              <a:rPr lang="en-GB" sz="900" kern="1200">
                <a:solidFill>
                  <a:schemeClr val="lt1"/>
                </a:solidFill>
                <a:effectLst/>
                <a:latin typeface="+mn-lt"/>
                <a:ea typeface="+mn-ea"/>
                <a:cs typeface="+mn-cs"/>
              </a:rPr>
              <a:t>of the future.</a:t>
            </a:r>
            <a:endParaRPr lang="en-US" sz="900" kern="1200">
              <a:solidFill>
                <a:schemeClr val="lt1"/>
              </a:solidFill>
              <a:effectLst/>
              <a:latin typeface="+mn-lt"/>
              <a:ea typeface="+mn-ea"/>
              <a:cs typeface="+mn-cs"/>
            </a:endParaRPr>
          </a:p>
          <a:p>
            <a:pPr algn="just"/>
            <a:r>
              <a:rPr lang="en-GB" sz="900" b="1" i="1" kern="1200">
                <a:solidFill>
                  <a:schemeClr val="lt1"/>
                </a:solidFill>
                <a:effectLst/>
                <a:latin typeface="+mn-lt"/>
                <a:ea typeface="+mn-ea"/>
                <a:cs typeface="+mn-cs"/>
              </a:rPr>
              <a:t> </a:t>
            </a:r>
            <a:endParaRPr lang="en-US" sz="900" kern="1200">
              <a:solidFill>
                <a:schemeClr val="lt1"/>
              </a:solidFill>
              <a:effectLst/>
              <a:latin typeface="+mn-lt"/>
              <a:ea typeface="+mn-ea"/>
              <a:cs typeface="+mn-cs"/>
            </a:endParaRPr>
          </a:p>
          <a:p>
            <a:pPr algn="just"/>
            <a:r>
              <a:rPr lang="en-GB" sz="900" kern="1200">
                <a:solidFill>
                  <a:schemeClr val="lt1"/>
                </a:solidFill>
                <a:effectLst/>
                <a:latin typeface="+mn-lt"/>
                <a:ea typeface="+mn-ea"/>
                <a:cs typeface="+mn-cs"/>
              </a:rPr>
              <a:t>Capgemini Invent is an integral part of Capgemini, a global leader in partnering with companies to transform and manage their business by harnessing the power of technology. The Group is guided everyday by its purpose of unleashing human energy through technology for an inclusive and sustainable future. It is a responsible and diverse organization of 270,000 team members in nearly 50 countries. With its strong 50 year heritage and deep industry expertise, Capgemini is trusted by its clients to address the entire breadth of their business needs, from strategy and design to operations, </a:t>
            </a:r>
            <a:r>
              <a:rPr lang="en-GB" sz="900" kern="1200" err="1">
                <a:solidFill>
                  <a:schemeClr val="lt1"/>
                </a:solidFill>
                <a:effectLst/>
                <a:latin typeface="+mn-lt"/>
                <a:ea typeface="+mn-ea"/>
                <a:cs typeface="+mn-cs"/>
              </a:rPr>
              <a:t>fueled</a:t>
            </a:r>
            <a:r>
              <a:rPr lang="en-GB" sz="900" kern="1200">
                <a:solidFill>
                  <a:schemeClr val="lt1"/>
                </a:solidFill>
                <a:effectLst/>
                <a:latin typeface="+mn-lt"/>
                <a:ea typeface="+mn-ea"/>
                <a:cs typeface="+mn-cs"/>
              </a:rPr>
              <a:t> by the fast evolving and innovative world of cloud, data, AI, connectivity, software, digital engineering and platforms. The Group reported in 2020 global revenues of €16 billion.</a:t>
            </a:r>
            <a:endParaRPr lang="en-US" sz="900" kern="1200">
              <a:solidFill>
                <a:schemeClr val="lt1"/>
              </a:solidFill>
              <a:effectLst/>
              <a:latin typeface="+mn-lt"/>
              <a:ea typeface="+mn-ea"/>
              <a:cs typeface="+mn-cs"/>
            </a:endParaRPr>
          </a:p>
        </p:txBody>
      </p:sp>
      <p:sp>
        <p:nvSpPr>
          <p:cNvPr id="15" name="Rectangle 14"/>
          <p:cNvSpPr/>
          <p:nvPr/>
        </p:nvSpPr>
        <p:spPr>
          <a:xfrm>
            <a:off x="6536184" y="2540957"/>
            <a:ext cx="2219960" cy="22961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bodyPr>
          <a:lstStyle/>
          <a:p>
            <a:pPr>
              <a:lnSpc>
                <a:spcPts val="2000"/>
              </a:lnSpc>
            </a:pPr>
            <a:r>
              <a:rPr lang="en-US" sz="1400">
                <a:solidFill>
                  <a:schemeClr val="bg1"/>
                </a:solidFill>
                <a:latin typeface="Ubuntu" panose="020B0504030602030204" pitchFamily="34" charset="0"/>
              </a:rPr>
              <a:t>About Capgemini Invent</a:t>
            </a:r>
          </a:p>
        </p:txBody>
      </p:sp>
      <p:sp>
        <p:nvSpPr>
          <p:cNvPr id="16" name="Rectangle 15"/>
          <p:cNvSpPr/>
          <p:nvPr/>
        </p:nvSpPr>
        <p:spPr>
          <a:xfrm>
            <a:off x="6536184" y="5301208"/>
            <a:ext cx="4345176" cy="407294"/>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lstStyle/>
          <a:p>
            <a:pPr marL="0" marR="0" lvl="0" indent="0" algn="l" defTabSz="914400" rtl="0" eaLnBrk="1" fontAlgn="auto" latinLnBrk="0" hangingPunct="1">
              <a:lnSpc>
                <a:spcPts val="1200"/>
              </a:lnSpc>
              <a:spcBef>
                <a:spcPts val="0"/>
              </a:spcBef>
              <a:spcAft>
                <a:spcPts val="0"/>
              </a:spcAft>
              <a:buClrTx/>
              <a:buSzTx/>
              <a:buFontTx/>
              <a:buNone/>
              <a:tabLst/>
              <a:defRPr/>
            </a:pPr>
            <a:r>
              <a:rPr lang="en-GB" sz="900">
                <a:solidFill>
                  <a:schemeClr val="bg1"/>
                </a:solidFill>
                <a:effectLst/>
                <a:latin typeface="Ubuntu" panose="020B0504030602030204" pitchFamily="34" charset="0"/>
              </a:rPr>
              <a:t>Get the Future You Want </a:t>
            </a:r>
            <a:r>
              <a:rPr lang="en-US" sz="900">
                <a:solidFill>
                  <a:schemeClr val="bg1"/>
                </a:solidFill>
                <a:effectLst/>
                <a:latin typeface="Ubuntu" panose="020B0504030602030204" pitchFamily="34" charset="0"/>
              </a:rPr>
              <a:t>|</a:t>
            </a:r>
            <a:r>
              <a:rPr lang="en-GB" sz="900">
                <a:solidFill>
                  <a:schemeClr val="bg1"/>
                </a:solidFill>
                <a:effectLst/>
                <a:latin typeface="Ubuntu" panose="020B0504030602030204" pitchFamily="34" charset="0"/>
              </a:rPr>
              <a:t> </a:t>
            </a:r>
            <a:r>
              <a:rPr lang="en-US" sz="1050">
                <a:solidFill>
                  <a:schemeClr val="accent2"/>
                </a:solidFill>
                <a:latin typeface="Ubuntu" panose="020B0504030602030204" pitchFamily="34" charset="0"/>
              </a:rPr>
              <a:t>www.capgemini.com/invent</a:t>
            </a:r>
          </a:p>
        </p:txBody>
      </p:sp>
      <p:pic>
        <p:nvPicPr>
          <p:cNvPr id="13" name="Picture 7">
            <a:extLst>
              <a:ext uri="{FF2B5EF4-FFF2-40B4-BE49-F238E27FC236}">
                <a16:creationId xmlns:a16="http://schemas.microsoft.com/office/drawing/2014/main" id="{F9B42E50-405D-4320-932D-4A5EAD8D82B2}"/>
              </a:ext>
            </a:extLst>
          </p:cNvPr>
          <p:cNvPicPr>
            <a:picLocks noChangeAspect="1"/>
          </p:cNvPicPr>
          <p:nvPr userDrawn="1"/>
        </p:nvPicPr>
        <p:blipFill>
          <a:blip r:embed="rId13" cstate="print">
            <a:extLst>
              <a:ext uri="{28A0092B-C50C-407E-A947-70E740481C1C}">
                <a14:useLocalDpi xmlns:a14="http://schemas.microsoft.com/office/drawing/2010/main" val="0"/>
              </a:ext>
            </a:extLst>
          </a:blip>
          <a:stretch>
            <a:fillRect/>
          </a:stretch>
        </p:blipFill>
        <p:spPr>
          <a:xfrm>
            <a:off x="61107" y="533779"/>
            <a:ext cx="4024242" cy="1212215"/>
          </a:xfrm>
          <a:prstGeom prst="rect">
            <a:avLst/>
          </a:prstGeom>
        </p:spPr>
      </p:pic>
    </p:spTree>
    <p:extLst>
      <p:ext uri="{BB962C8B-B14F-4D97-AF65-F5344CB8AC3E}">
        <p14:creationId xmlns:p14="http://schemas.microsoft.com/office/powerpoint/2010/main" val="1351371764"/>
      </p:ext>
    </p:extLst>
  </p:cSld>
  <p:clrMapOvr>
    <a:masterClrMapping/>
  </p:clrMapOvr>
  <p:extLst>
    <p:ext uri="{DCECCB84-F9BA-43D5-87BE-67443E8EF086}">
      <p15:sldGuideLst xmlns:p15="http://schemas.microsoft.com/office/powerpoint/2012/main"/>
    </p:ext>
  </p:extLst>
</p:sldLayout>
</file>

<file path=ppt/slideLayouts/slideLayout133.xml><?xml version="1.0" encoding="utf-8"?>
<p:sldLayout xmlns:a="http://schemas.openxmlformats.org/drawingml/2006/main" xmlns:r="http://schemas.openxmlformats.org/officeDocument/2006/relationships" xmlns:p="http://schemas.openxmlformats.org/presentationml/2006/main" type="blank" preserve="1">
  <p:cSld name="2_Final Slide 2">
    <p:spTree>
      <p:nvGrpSpPr>
        <p:cNvPr id="1" name=""/>
        <p:cNvGrpSpPr/>
        <p:nvPr/>
      </p:nvGrpSpPr>
      <p:grpSpPr>
        <a:xfrm>
          <a:off x="0" y="0"/>
          <a:ext cx="0" cy="0"/>
          <a:chOff x="0" y="0"/>
          <a:chExt cx="0" cy="0"/>
        </a:xfrm>
      </p:grpSpPr>
      <p:pic>
        <p:nvPicPr>
          <p:cNvPr id="16" name="Image 15">
            <a:extLst>
              <a:ext uri="{FF2B5EF4-FFF2-40B4-BE49-F238E27FC236}">
                <a16:creationId xmlns:a16="http://schemas.microsoft.com/office/drawing/2014/main" id="{0489A022-D524-4B27-A5EC-7E24500CC9BC}"/>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432214" y="1562180"/>
            <a:ext cx="9702386" cy="6043284"/>
          </a:xfrm>
          <a:prstGeom prst="rect">
            <a:avLst/>
          </a:prstGeom>
        </p:spPr>
      </p:pic>
      <p:sp>
        <p:nvSpPr>
          <p:cNvPr id="57" name="Rectangle 56"/>
          <p:cNvSpPr/>
          <p:nvPr/>
        </p:nvSpPr>
        <p:spPr>
          <a:xfrm>
            <a:off x="426720" y="5840235"/>
            <a:ext cx="3221008" cy="400110"/>
          </a:xfrm>
          <a:prstGeom prst="rect">
            <a:avLst/>
          </a:prstGeom>
        </p:spPr>
        <p:txBody>
          <a:bodyPr wrap="square" lIns="0" tIns="0" rIns="0" bIns="0" anchor="b" anchorCtr="0">
            <a:spAutoFit/>
          </a:bodyPr>
          <a:lstStyle/>
          <a:p>
            <a:pPr lvl="0">
              <a:spcAft>
                <a:spcPts val="600"/>
              </a:spcAft>
            </a:pPr>
            <a:r>
              <a:rPr lang="en-US" sz="700" noProof="0">
                <a:solidFill>
                  <a:schemeClr val="bg1"/>
                </a:solidFill>
                <a:latin typeface="Ubuntu" panose="020B0504030602030204" pitchFamily="34" charset="0"/>
                <a:cs typeface="Arial"/>
              </a:rPr>
              <a:t>This presentation contains information that may be privileged or confidential and is the property of the Capgemini Group.</a:t>
            </a:r>
          </a:p>
          <a:p>
            <a:pPr lvl="0">
              <a:spcAft>
                <a:spcPts val="600"/>
              </a:spcAft>
            </a:pPr>
            <a:r>
              <a:rPr lang="en-US" sz="700" noProof="0">
                <a:solidFill>
                  <a:schemeClr val="bg1"/>
                </a:solidFill>
                <a:latin typeface="Ubuntu" panose="020B0504030602030204" pitchFamily="34" charset="0"/>
                <a:cs typeface="Arial"/>
              </a:rPr>
              <a:t>Copyright © 2021 Capgemini. All rights reserved.</a:t>
            </a:r>
          </a:p>
        </p:txBody>
      </p:sp>
      <p:pic>
        <p:nvPicPr>
          <p:cNvPr id="17" name="Picture 2" descr="D:\My Work\Template\Icons\Social Media\LinkedIN.png">
            <a:hlinkClick r:id="rId3"/>
            <a:extLst>
              <a:ext uri="{FF2B5EF4-FFF2-40B4-BE49-F238E27FC236}">
                <a16:creationId xmlns:a16="http://schemas.microsoft.com/office/drawing/2014/main" id="{F6DF1D6E-8462-43E1-AFC5-8A5C855024F4}"/>
              </a:ext>
            </a:extLst>
          </p:cNvPr>
          <p:cNvPicPr>
            <a:picLocks noChangeAspect="1" noChangeArrowheads="1"/>
          </p:cNvPicPr>
          <p:nvPr/>
        </p:nvPicPr>
        <p:blipFill>
          <a:blip r:embed="rId4" cstate="print"/>
          <a:srcRect/>
          <a:stretch>
            <a:fillRect/>
          </a:stretch>
        </p:blipFill>
        <p:spPr bwMode="auto">
          <a:xfrm>
            <a:off x="810097" y="5328053"/>
            <a:ext cx="333195" cy="333195"/>
          </a:xfrm>
          <a:prstGeom prst="rect">
            <a:avLst/>
          </a:prstGeom>
          <a:noFill/>
        </p:spPr>
      </p:pic>
      <p:pic>
        <p:nvPicPr>
          <p:cNvPr id="19" name="Picture 4" descr="D:\My Work\Template\Icons\Social Media\SlideShare.png">
            <a:hlinkClick r:id="rId5"/>
            <a:extLst>
              <a:ext uri="{FF2B5EF4-FFF2-40B4-BE49-F238E27FC236}">
                <a16:creationId xmlns:a16="http://schemas.microsoft.com/office/drawing/2014/main" id="{DA74C6D2-FFE3-4CE8-B52D-0A33097AEEAF}"/>
              </a:ext>
            </a:extLst>
          </p:cNvPr>
          <p:cNvPicPr>
            <a:picLocks noChangeAspect="1" noChangeArrowheads="1"/>
          </p:cNvPicPr>
          <p:nvPr/>
        </p:nvPicPr>
        <p:blipFill>
          <a:blip r:embed="rId6" cstate="print"/>
          <a:srcRect/>
          <a:stretch>
            <a:fillRect/>
          </a:stretch>
        </p:blipFill>
        <p:spPr bwMode="auto">
          <a:xfrm>
            <a:off x="1193474" y="5328053"/>
            <a:ext cx="333195" cy="333195"/>
          </a:xfrm>
          <a:prstGeom prst="rect">
            <a:avLst/>
          </a:prstGeom>
          <a:noFill/>
        </p:spPr>
      </p:pic>
      <p:pic>
        <p:nvPicPr>
          <p:cNvPr id="20" name="Picture 5" descr="D:\My Work\Template\Icons\Social Media\Twitter.png">
            <a:hlinkClick r:id="rId7"/>
            <a:extLst>
              <a:ext uri="{FF2B5EF4-FFF2-40B4-BE49-F238E27FC236}">
                <a16:creationId xmlns:a16="http://schemas.microsoft.com/office/drawing/2014/main" id="{14E10122-92A2-4535-9737-8C1BE0EE0AEC}"/>
              </a:ext>
            </a:extLst>
          </p:cNvPr>
          <p:cNvPicPr>
            <a:picLocks noChangeAspect="1" noChangeArrowheads="1"/>
          </p:cNvPicPr>
          <p:nvPr/>
        </p:nvPicPr>
        <p:blipFill>
          <a:blip r:embed="rId8" cstate="print"/>
          <a:srcRect/>
          <a:stretch>
            <a:fillRect/>
          </a:stretch>
        </p:blipFill>
        <p:spPr bwMode="auto">
          <a:xfrm>
            <a:off x="1576851" y="5328053"/>
            <a:ext cx="333195" cy="333195"/>
          </a:xfrm>
          <a:prstGeom prst="rect">
            <a:avLst/>
          </a:prstGeom>
          <a:noFill/>
        </p:spPr>
      </p:pic>
      <p:pic>
        <p:nvPicPr>
          <p:cNvPr id="21" name="Picture 6" descr="D:\My Work\Template\Icons\Social Media\YouTube.png">
            <a:hlinkClick r:id="rId9"/>
            <a:extLst>
              <a:ext uri="{FF2B5EF4-FFF2-40B4-BE49-F238E27FC236}">
                <a16:creationId xmlns:a16="http://schemas.microsoft.com/office/drawing/2014/main" id="{BA6EF96A-02CA-41A1-9095-358FE7486671}"/>
              </a:ext>
            </a:extLst>
          </p:cNvPr>
          <p:cNvPicPr>
            <a:picLocks noChangeAspect="1" noChangeArrowheads="1"/>
          </p:cNvPicPr>
          <p:nvPr/>
        </p:nvPicPr>
        <p:blipFill>
          <a:blip r:embed="rId10" cstate="print"/>
          <a:srcRect/>
          <a:stretch>
            <a:fillRect/>
          </a:stretch>
        </p:blipFill>
        <p:spPr bwMode="auto">
          <a:xfrm>
            <a:off x="1960227" y="5328053"/>
            <a:ext cx="333195" cy="333195"/>
          </a:xfrm>
          <a:prstGeom prst="rect">
            <a:avLst/>
          </a:prstGeom>
          <a:noFill/>
        </p:spPr>
      </p:pic>
      <p:pic>
        <p:nvPicPr>
          <p:cNvPr id="22" name="Picture 7" descr="D:\My Work\Template\Icons\Social Media\Facebook.png">
            <a:hlinkClick r:id="rId11"/>
            <a:extLst>
              <a:ext uri="{FF2B5EF4-FFF2-40B4-BE49-F238E27FC236}">
                <a16:creationId xmlns:a16="http://schemas.microsoft.com/office/drawing/2014/main" id="{BCC76D32-C587-45AA-A26C-ED5B038C867B}"/>
              </a:ext>
            </a:extLst>
          </p:cNvPr>
          <p:cNvPicPr>
            <a:picLocks noChangeAspect="1" noChangeArrowheads="1"/>
          </p:cNvPicPr>
          <p:nvPr/>
        </p:nvPicPr>
        <p:blipFill>
          <a:blip r:embed="rId12" cstate="print"/>
          <a:srcRect/>
          <a:stretch>
            <a:fillRect/>
          </a:stretch>
        </p:blipFill>
        <p:spPr bwMode="auto">
          <a:xfrm>
            <a:off x="426720" y="5328053"/>
            <a:ext cx="333195" cy="333195"/>
          </a:xfrm>
          <a:prstGeom prst="rect">
            <a:avLst/>
          </a:prstGeom>
          <a:noFill/>
        </p:spPr>
      </p:pic>
      <p:sp>
        <p:nvSpPr>
          <p:cNvPr id="48" name="Rectangle 47"/>
          <p:cNvSpPr/>
          <p:nvPr/>
        </p:nvSpPr>
        <p:spPr>
          <a:xfrm>
            <a:off x="426523" y="1068313"/>
            <a:ext cx="2219960" cy="22961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bodyPr>
          <a:lstStyle/>
          <a:p>
            <a:pPr>
              <a:lnSpc>
                <a:spcPts val="2000"/>
              </a:lnSpc>
            </a:pPr>
            <a:r>
              <a:rPr lang="en-US" sz="1400">
                <a:solidFill>
                  <a:schemeClr val="bg1"/>
                </a:solidFill>
                <a:latin typeface="Ubuntu" panose="020B0504030602030204" pitchFamily="34" charset="0"/>
              </a:rPr>
              <a:t>About Capgemini</a:t>
            </a:r>
          </a:p>
        </p:txBody>
      </p:sp>
      <p:cxnSp>
        <p:nvCxnSpPr>
          <p:cNvPr id="64" name="Straight Connector 63"/>
          <p:cNvCxnSpPr/>
          <p:nvPr/>
        </p:nvCxnSpPr>
        <p:spPr>
          <a:xfrm flipV="1">
            <a:off x="6096000" y="1113931"/>
            <a:ext cx="0" cy="2276757"/>
          </a:xfrm>
          <a:prstGeom prst="line">
            <a:avLst/>
          </a:prstGeom>
          <a:ln>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sp>
        <p:nvSpPr>
          <p:cNvPr id="18" name="Rectangle 17">
            <a:extLst>
              <a:ext uri="{FF2B5EF4-FFF2-40B4-BE49-F238E27FC236}">
                <a16:creationId xmlns:a16="http://schemas.microsoft.com/office/drawing/2014/main" id="{6E560A55-CF18-4C11-8B57-BBD5A6CD7E74}"/>
              </a:ext>
            </a:extLst>
          </p:cNvPr>
          <p:cNvSpPr/>
          <p:nvPr/>
        </p:nvSpPr>
        <p:spPr>
          <a:xfrm>
            <a:off x="426523" y="3669778"/>
            <a:ext cx="4345176" cy="407294"/>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lstStyle/>
          <a:p>
            <a:pPr marL="0" marR="0" lvl="0" indent="0" algn="l" defTabSz="914400" rtl="0" eaLnBrk="1" fontAlgn="auto" latinLnBrk="0" hangingPunct="1">
              <a:lnSpc>
                <a:spcPts val="1200"/>
              </a:lnSpc>
              <a:spcBef>
                <a:spcPts val="0"/>
              </a:spcBef>
              <a:spcAft>
                <a:spcPts val="0"/>
              </a:spcAft>
              <a:buClrTx/>
              <a:buSzTx/>
              <a:buFontTx/>
              <a:buNone/>
              <a:tabLst/>
              <a:defRPr/>
            </a:pPr>
            <a:r>
              <a:rPr lang="en-GB" sz="900">
                <a:solidFill>
                  <a:schemeClr val="bg1"/>
                </a:solidFill>
                <a:effectLst/>
                <a:latin typeface="Ubuntu" panose="020B0504030602030204" pitchFamily="34" charset="0"/>
              </a:rPr>
              <a:t>Get the Future You Want </a:t>
            </a:r>
            <a:r>
              <a:rPr lang="en-US" sz="900">
                <a:solidFill>
                  <a:schemeClr val="bg1"/>
                </a:solidFill>
                <a:effectLst/>
                <a:latin typeface="Ubuntu" panose="020B0504030602030204" pitchFamily="34" charset="0"/>
              </a:rPr>
              <a:t>|</a:t>
            </a:r>
            <a:r>
              <a:rPr lang="en-GB" sz="900">
                <a:solidFill>
                  <a:schemeClr val="bg1"/>
                </a:solidFill>
                <a:effectLst/>
                <a:latin typeface="Ubuntu" panose="020B0504030602030204" pitchFamily="34" charset="0"/>
              </a:rPr>
              <a:t> </a:t>
            </a:r>
            <a:r>
              <a:rPr lang="en-US" sz="1050">
                <a:solidFill>
                  <a:schemeClr val="accent2"/>
                </a:solidFill>
                <a:latin typeface="Ubuntu" panose="020B0504030602030204" pitchFamily="34" charset="0"/>
              </a:rPr>
              <a:t>www.capgemini.com</a:t>
            </a:r>
          </a:p>
        </p:txBody>
      </p:sp>
      <p:sp>
        <p:nvSpPr>
          <p:cNvPr id="24" name="Rectangle 23">
            <a:extLst>
              <a:ext uri="{FF2B5EF4-FFF2-40B4-BE49-F238E27FC236}">
                <a16:creationId xmlns:a16="http://schemas.microsoft.com/office/drawing/2014/main" id="{4A111039-914C-4DB4-9DF3-DF6AF113071A}"/>
              </a:ext>
            </a:extLst>
          </p:cNvPr>
          <p:cNvSpPr/>
          <p:nvPr userDrawn="1"/>
        </p:nvSpPr>
        <p:spPr>
          <a:xfrm>
            <a:off x="428633" y="1446176"/>
            <a:ext cx="4732250" cy="228799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lstStyle/>
          <a:p>
            <a:pPr algn="just"/>
            <a:r>
              <a:rPr lang="en-GB" sz="900" kern="1200">
                <a:solidFill>
                  <a:schemeClr val="lt1"/>
                </a:solidFill>
                <a:effectLst/>
                <a:latin typeface="+mn-lt"/>
                <a:ea typeface="+mn-ea"/>
                <a:cs typeface="+mn-cs"/>
              </a:rPr>
              <a:t>As the digital innovation, consulting and transformation brand of the Capgemini Group, Capgemini Invent helps CxOs envision and build what’s next for their organizations. Located in more than 30 offices and 25 creative studios around the </a:t>
            </a:r>
            <a:r>
              <a:rPr lang="en-GB" sz="900" kern="1200" err="1">
                <a:solidFill>
                  <a:schemeClr val="lt1"/>
                </a:solidFill>
                <a:effectLst/>
                <a:latin typeface="+mn-lt"/>
                <a:ea typeface="+mn-ea"/>
                <a:cs typeface="+mn-cs"/>
              </a:rPr>
              <a:t>world,its</a:t>
            </a:r>
            <a:r>
              <a:rPr lang="en-GB" sz="900" kern="1200">
                <a:solidFill>
                  <a:schemeClr val="lt1"/>
                </a:solidFill>
                <a:effectLst/>
                <a:latin typeface="+mn-lt"/>
                <a:ea typeface="+mn-ea"/>
                <a:cs typeface="+mn-cs"/>
              </a:rPr>
              <a:t> 7,000+ strong team combines strategy, technology, data science and creative design with deep industry expertise and insights, to develop new digital solutions and business models of the future.</a:t>
            </a:r>
            <a:endParaRPr lang="en-US" sz="900" kern="1200">
              <a:solidFill>
                <a:schemeClr val="lt1"/>
              </a:solidFill>
              <a:effectLst/>
              <a:latin typeface="+mn-lt"/>
              <a:ea typeface="+mn-ea"/>
              <a:cs typeface="+mn-cs"/>
            </a:endParaRPr>
          </a:p>
          <a:p>
            <a:pPr algn="just"/>
            <a:r>
              <a:rPr lang="en-GB" sz="900" b="1" i="1" kern="1200">
                <a:solidFill>
                  <a:schemeClr val="lt1"/>
                </a:solidFill>
                <a:effectLst/>
                <a:latin typeface="+mn-lt"/>
                <a:ea typeface="+mn-ea"/>
                <a:cs typeface="+mn-cs"/>
              </a:rPr>
              <a:t> </a:t>
            </a:r>
            <a:endParaRPr lang="en-US" sz="900" kern="1200">
              <a:solidFill>
                <a:schemeClr val="lt1"/>
              </a:solidFill>
              <a:effectLst/>
              <a:latin typeface="+mn-lt"/>
              <a:ea typeface="+mn-ea"/>
              <a:cs typeface="+mn-cs"/>
            </a:endParaRPr>
          </a:p>
          <a:p>
            <a:pPr algn="just"/>
            <a:r>
              <a:rPr lang="en-GB" sz="900" kern="1200">
                <a:solidFill>
                  <a:schemeClr val="lt1"/>
                </a:solidFill>
                <a:effectLst/>
                <a:latin typeface="+mn-lt"/>
                <a:ea typeface="+mn-ea"/>
                <a:cs typeface="+mn-cs"/>
              </a:rPr>
              <a:t>Capgemini Invent is an integral part of Capgemini, a global leader in partnering with companies to transform and manage their business by harnessing the power of technology. The Group is guided everyday by its purpose of unleashing human energy through technology for an inclusive and sustainable future. It is a responsible and diverse organization of 270,000 team members in nearly 50 countries. With its strong 50 year heritage and deep industry expertise, Capgemini is trusted by its clients to address the entire breadth of their business needs, from strategy and design to operations, </a:t>
            </a:r>
            <a:r>
              <a:rPr lang="en-GB" sz="900" kern="1200" err="1">
                <a:solidFill>
                  <a:schemeClr val="lt1"/>
                </a:solidFill>
                <a:effectLst/>
                <a:latin typeface="+mn-lt"/>
                <a:ea typeface="+mn-ea"/>
                <a:cs typeface="+mn-cs"/>
              </a:rPr>
              <a:t>fueled</a:t>
            </a:r>
            <a:r>
              <a:rPr lang="en-GB" sz="900" kern="1200">
                <a:solidFill>
                  <a:schemeClr val="lt1"/>
                </a:solidFill>
                <a:effectLst/>
                <a:latin typeface="+mn-lt"/>
                <a:ea typeface="+mn-ea"/>
                <a:cs typeface="+mn-cs"/>
              </a:rPr>
              <a:t> by the fast evolving and innovative world of cloud, data, AI, connectivity, software, digital engineering and platforms. The Group reported in 2020 global revenues of €16 billion.</a:t>
            </a:r>
            <a:endParaRPr lang="en-US" sz="900" kern="1200">
              <a:solidFill>
                <a:schemeClr val="lt1"/>
              </a:solidFill>
              <a:effectLst/>
              <a:latin typeface="+mn-lt"/>
              <a:ea typeface="+mn-ea"/>
              <a:cs typeface="+mn-cs"/>
            </a:endParaRPr>
          </a:p>
        </p:txBody>
      </p:sp>
      <p:sp>
        <p:nvSpPr>
          <p:cNvPr id="25" name="Rectangle 24">
            <a:extLst>
              <a:ext uri="{FF2B5EF4-FFF2-40B4-BE49-F238E27FC236}">
                <a16:creationId xmlns:a16="http://schemas.microsoft.com/office/drawing/2014/main" id="{70346E06-447F-4987-8A70-EF682B77014F}"/>
              </a:ext>
            </a:extLst>
          </p:cNvPr>
          <p:cNvSpPr/>
          <p:nvPr userDrawn="1"/>
        </p:nvSpPr>
        <p:spPr>
          <a:xfrm>
            <a:off x="428632" y="1066912"/>
            <a:ext cx="2219960" cy="22961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bodyPr>
          <a:lstStyle/>
          <a:p>
            <a:pPr>
              <a:lnSpc>
                <a:spcPts val="2000"/>
              </a:lnSpc>
            </a:pPr>
            <a:r>
              <a:rPr lang="en-US" sz="1400">
                <a:solidFill>
                  <a:schemeClr val="bg1"/>
                </a:solidFill>
                <a:latin typeface="Ubuntu" panose="020B0504030602030204" pitchFamily="34" charset="0"/>
              </a:rPr>
              <a:t>About Capgemini Invent</a:t>
            </a:r>
          </a:p>
        </p:txBody>
      </p:sp>
      <p:pic>
        <p:nvPicPr>
          <p:cNvPr id="26" name="Picture 7">
            <a:extLst>
              <a:ext uri="{FF2B5EF4-FFF2-40B4-BE49-F238E27FC236}">
                <a16:creationId xmlns:a16="http://schemas.microsoft.com/office/drawing/2014/main" id="{771E6B48-4DF0-43D5-A92F-C861B5F0CB21}"/>
              </a:ext>
            </a:extLst>
          </p:cNvPr>
          <p:cNvPicPr>
            <a:picLocks noChangeAspect="1"/>
          </p:cNvPicPr>
          <p:nvPr userDrawn="1"/>
        </p:nvPicPr>
        <p:blipFill>
          <a:blip r:embed="rId13" cstate="print">
            <a:extLst>
              <a:ext uri="{28A0092B-C50C-407E-A947-70E740481C1C}">
                <a14:useLocalDpi xmlns:a14="http://schemas.microsoft.com/office/drawing/2010/main" val="0"/>
              </a:ext>
            </a:extLst>
          </a:blip>
          <a:stretch>
            <a:fillRect/>
          </a:stretch>
        </p:blipFill>
        <p:spPr>
          <a:xfrm>
            <a:off x="7765515" y="5383762"/>
            <a:ext cx="4024242" cy="1212215"/>
          </a:xfrm>
          <a:prstGeom prst="rect">
            <a:avLst/>
          </a:prstGeom>
        </p:spPr>
      </p:pic>
    </p:spTree>
    <p:extLst>
      <p:ext uri="{BB962C8B-B14F-4D97-AF65-F5344CB8AC3E}">
        <p14:creationId xmlns:p14="http://schemas.microsoft.com/office/powerpoint/2010/main" val="2947656026"/>
      </p:ext>
    </p:extLst>
  </p:cSld>
  <p:clrMapOvr>
    <a:masterClrMapping/>
  </p:clrMapOvr>
</p:sldLayout>
</file>

<file path=ppt/slideLayouts/slideLayout134.xml><?xml version="1.0" encoding="utf-8"?>
<p:sldLayout xmlns:a="http://schemas.openxmlformats.org/drawingml/2006/main" xmlns:r="http://schemas.openxmlformats.org/officeDocument/2006/relationships" xmlns:p="http://schemas.openxmlformats.org/presentationml/2006/main" preserve="1">
  <p:cSld name="1_Final Slide 1">
    <p:spTree>
      <p:nvGrpSpPr>
        <p:cNvPr id="1" name=""/>
        <p:cNvGrpSpPr/>
        <p:nvPr/>
      </p:nvGrpSpPr>
      <p:grpSpPr>
        <a:xfrm>
          <a:off x="0" y="0"/>
          <a:ext cx="0" cy="0"/>
          <a:chOff x="0" y="0"/>
          <a:chExt cx="0" cy="0"/>
        </a:xfrm>
      </p:grpSpPr>
      <p:pic>
        <p:nvPicPr>
          <p:cNvPr id="3" name="Picture 7">
            <a:extLst>
              <a:ext uri="{FF2B5EF4-FFF2-40B4-BE49-F238E27FC236}">
                <a16:creationId xmlns:a16="http://schemas.microsoft.com/office/drawing/2014/main" id="{F2A899A2-5662-40A6-B2F6-F6BFA41348BD}"/>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61107" y="533779"/>
            <a:ext cx="4024242" cy="1212215"/>
          </a:xfrm>
          <a:prstGeom prst="rect">
            <a:avLst/>
          </a:prstGeom>
        </p:spPr>
      </p:pic>
    </p:spTree>
    <p:extLst>
      <p:ext uri="{BB962C8B-B14F-4D97-AF65-F5344CB8AC3E}">
        <p14:creationId xmlns:p14="http://schemas.microsoft.com/office/powerpoint/2010/main" val="3916365339"/>
      </p:ext>
    </p:extLst>
  </p:cSld>
  <p:clrMapOvr>
    <a:masterClrMapping/>
  </p:clrMapOvr>
  <p:extLst>
    <p:ext uri="{DCECCB84-F9BA-43D5-87BE-67443E8EF086}">
      <p15:sldGuideLst xmlns:p15="http://schemas.microsoft.com/office/powerpoint/2012/main"/>
    </p:ext>
  </p:extLst>
</p:sldLayout>
</file>

<file path=ppt/slideLayouts/slideLayout135.xml><?xml version="1.0" encoding="utf-8"?>
<p:sldLayout xmlns:a="http://schemas.openxmlformats.org/drawingml/2006/main" xmlns:r="http://schemas.openxmlformats.org/officeDocument/2006/relationships" xmlns:p="http://schemas.openxmlformats.org/presentationml/2006/main" userDrawn="1">
  <p:cSld name="IFX_Title_Only">
    <p:spTree>
      <p:nvGrpSpPr>
        <p:cNvPr id="1" name=""/>
        <p:cNvGrpSpPr/>
        <p:nvPr/>
      </p:nvGrpSpPr>
      <p:grpSpPr>
        <a:xfrm>
          <a:off x="0" y="0"/>
          <a:ext cx="0" cy="0"/>
          <a:chOff x="0" y="0"/>
          <a:chExt cx="0" cy="0"/>
        </a:xfrm>
      </p:grpSpPr>
      <p:sp>
        <p:nvSpPr>
          <p:cNvPr id="2" name="IFXSHAPE"/>
          <p:cNvSpPr>
            <a:spLocks noGrp="1"/>
          </p:cNvSpPr>
          <p:nvPr>
            <p:ph type="title" hasCustomPrompt="1"/>
          </p:nvPr>
        </p:nvSpPr>
        <p:spPr>
          <a:xfrm>
            <a:off x="335360" y="188720"/>
            <a:ext cx="9631680" cy="720000"/>
          </a:xfrm>
          <a:prstGeom prst="rect">
            <a:avLst/>
          </a:prstGeom>
        </p:spPr>
        <p:txBody>
          <a:bodyPr/>
          <a:lstStyle/>
          <a:p>
            <a:r>
              <a:rPr lang="en-GB"/>
              <a:t>Click to edit title</a:t>
            </a:r>
          </a:p>
        </p:txBody>
      </p:sp>
      <p:sp>
        <p:nvSpPr>
          <p:cNvPr id="3" name="IFXSHAPE">
            <a:extLst>
              <a:ext uri="{FF2B5EF4-FFF2-40B4-BE49-F238E27FC236}">
                <a16:creationId xmlns:a16="http://schemas.microsoft.com/office/drawing/2014/main" id="{343E7C46-1752-4586-84D4-70DCB0953478}"/>
              </a:ext>
            </a:extLst>
          </p:cNvPr>
          <p:cNvSpPr>
            <a:spLocks noGrp="1"/>
          </p:cNvSpPr>
          <p:nvPr>
            <p:ph type="sldNum" sz="quarter" idx="10"/>
          </p:nvPr>
        </p:nvSpPr>
        <p:spPr>
          <a:xfrm>
            <a:off x="11087355" y="6541008"/>
            <a:ext cx="384048" cy="304800"/>
          </a:xfrm>
        </p:spPr>
        <p:txBody>
          <a:bodyPr wrap="none" lIns="0" tIns="0" rIns="0" bIns="0" anchor="ctr">
            <a:noAutofit/>
          </a:bodyPr>
          <a:lstStyle>
            <a:lvl1pPr algn="r" fontAlgn="t">
              <a:buClr>
                <a:srgbClr val="928285"/>
              </a:buClr>
              <a:defRPr sz="1333" b="0">
                <a:solidFill>
                  <a:srgbClr val="FFFFFF"/>
                </a:solidFill>
                <a:latin typeface="Arial" panose="020B0604020202020204" pitchFamily="34" charset="0"/>
              </a:defRPr>
            </a:lvl1pPr>
          </a:lstStyle>
          <a:p>
            <a:fld id="{91672D0B-B5A1-4E84-9E68-5A8838BF5D70}" type="slidenum">
              <a:rPr lang="de-DE" smtClean="0"/>
              <a:pPr/>
              <a:t>‹#›</a:t>
            </a:fld>
            <a:endParaRPr lang="de-DE"/>
          </a:p>
        </p:txBody>
      </p:sp>
    </p:spTree>
    <p:extLst>
      <p:ext uri="{BB962C8B-B14F-4D97-AF65-F5344CB8AC3E}">
        <p14:creationId xmlns:p14="http://schemas.microsoft.com/office/powerpoint/2010/main" val="2125521879"/>
      </p:ext>
    </p:extLst>
  </p:cSld>
  <p:clrMapOvr>
    <a:masterClrMapping/>
  </p:clrMapOvr>
</p:sldLayout>
</file>

<file path=ppt/slideLayouts/slideLayout136.xml><?xml version="1.0" encoding="utf-8"?>
<p:sldLayout xmlns:a="http://schemas.openxmlformats.org/drawingml/2006/main" xmlns:r="http://schemas.openxmlformats.org/officeDocument/2006/relationships" xmlns:p="http://schemas.openxmlformats.org/presentationml/2006/main" userDrawn="1">
  <p:cSld name="8_Vide">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D941C4C3-6D0F-4D7E-B9BE-A670A97A6CD6}"/>
              </a:ext>
            </a:extLst>
          </p:cNvPr>
          <p:cNvPicPr>
            <a:picLocks noChangeAspect="1"/>
          </p:cNvPicPr>
          <p:nvPr userDrawn="1"/>
        </p:nvPicPr>
        <p:blipFill rotWithShape="1">
          <a:blip r:embed="rId2">
            <a:extLst>
              <a:ext uri="{28A0092B-C50C-407E-A947-70E740481C1C}">
                <a14:useLocalDpi xmlns:a14="http://schemas.microsoft.com/office/drawing/2010/main" val="0"/>
              </a:ext>
            </a:extLst>
          </a:blip>
          <a:srcRect l="9902" t="37288" r="3562" b="10452"/>
          <a:stretch/>
        </p:blipFill>
        <p:spPr>
          <a:xfrm flipH="1">
            <a:off x="0" y="-1800"/>
            <a:ext cx="12192000" cy="6859800"/>
          </a:xfrm>
          <a:prstGeom prst="rect">
            <a:avLst/>
          </a:prstGeom>
        </p:spPr>
      </p:pic>
      <p:sp>
        <p:nvSpPr>
          <p:cNvPr id="6" name="Title 5">
            <a:extLst>
              <a:ext uri="{FF2B5EF4-FFF2-40B4-BE49-F238E27FC236}">
                <a16:creationId xmlns:a16="http://schemas.microsoft.com/office/drawing/2014/main" id="{BBC121C5-A977-4575-ACF8-041B8D040AD2}"/>
              </a:ext>
            </a:extLst>
          </p:cNvPr>
          <p:cNvSpPr>
            <a:spLocks noGrp="1"/>
          </p:cNvSpPr>
          <p:nvPr>
            <p:ph type="title"/>
          </p:nvPr>
        </p:nvSpPr>
        <p:spPr/>
        <p:txBody>
          <a:bodyPr/>
          <a:lstStyle>
            <a:lvl1pPr>
              <a:defRPr sz="2400">
                <a:solidFill>
                  <a:schemeClr val="bg1"/>
                </a:solidFill>
              </a:defRPr>
            </a:lvl1pPr>
          </a:lstStyle>
          <a:p>
            <a:r>
              <a:rPr lang="en-US"/>
              <a:t>Click to edit Master title style</a:t>
            </a:r>
          </a:p>
        </p:txBody>
      </p:sp>
    </p:spTree>
    <p:extLst>
      <p:ext uri="{BB962C8B-B14F-4D97-AF65-F5344CB8AC3E}">
        <p14:creationId xmlns:p14="http://schemas.microsoft.com/office/powerpoint/2010/main" val="2813052062"/>
      </p:ext>
    </p:extLst>
  </p:cSld>
  <p:clrMapOvr>
    <a:masterClrMapping/>
  </p:clrMapOvr>
</p:sldLayout>
</file>

<file path=ppt/slideLayouts/slideLayout137.xml><?xml version="1.0" encoding="utf-8"?>
<p:sldLayout xmlns:a="http://schemas.openxmlformats.org/drawingml/2006/main" xmlns:r="http://schemas.openxmlformats.org/officeDocument/2006/relationships" xmlns:p="http://schemas.openxmlformats.org/presentationml/2006/main" userDrawn="1">
  <p:cSld name="1_Title, subtitle and content ">
    <p:spTree>
      <p:nvGrpSpPr>
        <p:cNvPr id="1" name=""/>
        <p:cNvGrpSpPr/>
        <p:nvPr/>
      </p:nvGrpSpPr>
      <p:grpSpPr>
        <a:xfrm>
          <a:off x="0" y="0"/>
          <a:ext cx="0" cy="0"/>
          <a:chOff x="0" y="0"/>
          <a:chExt cx="0" cy="0"/>
        </a:xfrm>
      </p:grpSpPr>
      <p:sp>
        <p:nvSpPr>
          <p:cNvPr id="2" name="Title 1"/>
          <p:cNvSpPr>
            <a:spLocks noGrp="1"/>
          </p:cNvSpPr>
          <p:nvPr>
            <p:ph type="title"/>
          </p:nvPr>
        </p:nvSpPr>
        <p:spPr>
          <a:xfrm>
            <a:off x="550200" y="0"/>
            <a:ext cx="11091600" cy="1104900"/>
          </a:xfrm>
        </p:spPr>
        <p:txBody>
          <a:bodyPr tIns="180000"/>
          <a:lstStyle>
            <a:lvl1pPr>
              <a:spcBef>
                <a:spcPts val="0"/>
              </a:spcBef>
              <a:defRPr spc="200" baseline="0"/>
            </a:lvl1pPr>
          </a:lstStyle>
          <a:p>
            <a:r>
              <a:rPr lang="en-US"/>
              <a:t>Click to edit Master title style</a:t>
            </a:r>
            <a:endParaRPr lang="en-GB"/>
          </a:p>
        </p:txBody>
      </p:sp>
      <p:sp>
        <p:nvSpPr>
          <p:cNvPr id="5" name="Espace réservé du texte 4"/>
          <p:cNvSpPr>
            <a:spLocks noGrp="1"/>
          </p:cNvSpPr>
          <p:nvPr>
            <p:ph type="body" sz="quarter" idx="11" hasCustomPrompt="1"/>
          </p:nvPr>
        </p:nvSpPr>
        <p:spPr>
          <a:xfrm>
            <a:off x="550200" y="1125538"/>
            <a:ext cx="11090938" cy="246221"/>
          </a:xfrm>
          <a:prstGeom prst="rect">
            <a:avLst/>
          </a:prstGeom>
        </p:spPr>
        <p:txBody>
          <a:bodyPr vert="horz" wrap="square" lIns="0" tIns="0" rIns="18000" bIns="0" anchor="t" anchorCtr="0">
            <a:spAutoFit/>
          </a:bodyPr>
          <a:lstStyle>
            <a:lvl1pPr marL="0" indent="0" algn="l" defTabSz="914400" rtl="0" eaLnBrk="1" latinLnBrk="0" hangingPunct="1">
              <a:lnSpc>
                <a:spcPct val="100000"/>
              </a:lnSpc>
              <a:spcBef>
                <a:spcPts val="600"/>
              </a:spcBef>
              <a:spcAft>
                <a:spcPts val="0"/>
              </a:spcAft>
              <a:defRPr lang="en-US" sz="1600" b="0" i="0" u="none" kern="1200" spc="0" dirty="0">
                <a:solidFill>
                  <a:schemeClr val="accent1"/>
                </a:solidFill>
                <a:latin typeface="Ubuntu" panose="020B0504030602030204" pitchFamily="34" charset="0"/>
                <a:ea typeface="+mn-ea"/>
                <a:cs typeface="+mn-cs"/>
              </a:defRPr>
            </a:lvl1pPr>
          </a:lstStyle>
          <a:p>
            <a:pPr lvl="0"/>
            <a:r>
              <a:rPr lang="en-US"/>
              <a:t>Click to edit Master subtitle styles</a:t>
            </a:r>
          </a:p>
        </p:txBody>
      </p:sp>
    </p:spTree>
    <p:extLst>
      <p:ext uri="{BB962C8B-B14F-4D97-AF65-F5344CB8AC3E}">
        <p14:creationId xmlns:p14="http://schemas.microsoft.com/office/powerpoint/2010/main" val="1051381147"/>
      </p:ext>
    </p:extLst>
  </p:cSld>
  <p:clrMapOvr>
    <a:masterClrMapping/>
  </p:clrMapOvr>
</p:sldLayout>
</file>

<file path=ppt/slideLayouts/slideLayout138.xml><?xml version="1.0" encoding="utf-8"?>
<p:sldLayout xmlns:a="http://schemas.openxmlformats.org/drawingml/2006/main" xmlns:r="http://schemas.openxmlformats.org/officeDocument/2006/relationships" xmlns:p="http://schemas.openxmlformats.org/presentationml/2006/main">
  <p:cSld name="Standard Dark Layout">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5E6BB52B-0C5D-4023-89D5-282E9A520223}"/>
              </a:ext>
            </a:extLst>
          </p:cNvPr>
          <p:cNvSpPr>
            <a:spLocks noGrp="1"/>
          </p:cNvSpPr>
          <p:nvPr>
            <p:ph type="title" hasCustomPrompt="1"/>
          </p:nvPr>
        </p:nvSpPr>
        <p:spPr/>
        <p:txBody>
          <a:bodyPr anchor="t"/>
          <a:lstStyle>
            <a:lvl1pPr>
              <a:defRPr cap="none">
                <a:solidFill>
                  <a:schemeClr val="bg1"/>
                </a:solidFill>
              </a:defRPr>
            </a:lvl1pPr>
          </a:lstStyle>
          <a:p>
            <a:r>
              <a:rPr lang="en-US"/>
              <a:t>Click to edit master title style</a:t>
            </a:r>
            <a:endParaRPr lang="de-DE"/>
          </a:p>
        </p:txBody>
      </p:sp>
      <p:sp>
        <p:nvSpPr>
          <p:cNvPr id="10" name="Espace réservé du texte 9">
            <a:extLst>
              <a:ext uri="{FF2B5EF4-FFF2-40B4-BE49-F238E27FC236}">
                <a16:creationId xmlns:a16="http://schemas.microsoft.com/office/drawing/2014/main" id="{0850DA69-657E-41C3-B340-B16C354CA1D0}"/>
              </a:ext>
            </a:extLst>
          </p:cNvPr>
          <p:cNvSpPr>
            <a:spLocks noGrp="1"/>
          </p:cNvSpPr>
          <p:nvPr>
            <p:ph type="body" sz="quarter" idx="10"/>
          </p:nvPr>
        </p:nvSpPr>
        <p:spPr>
          <a:xfrm>
            <a:off x="404813" y="1447800"/>
            <a:ext cx="11406187" cy="4951413"/>
          </a:xfrm>
        </p:spPr>
        <p:txBody>
          <a:bodyPr/>
          <a:lstStyle>
            <a:lvl1pPr>
              <a:defRPr>
                <a:solidFill>
                  <a:schemeClr val="bg1"/>
                </a:solidFill>
              </a:defRPr>
            </a:lvl1pPr>
            <a:lvl2pPr>
              <a:defRPr>
                <a:solidFill>
                  <a:schemeClr val="bg1"/>
                </a:solidFill>
              </a:defRPr>
            </a:lvl2pPr>
            <a:lvl3pPr>
              <a:defRPr>
                <a:solidFill>
                  <a:schemeClr val="bg1"/>
                </a:solidFill>
              </a:defRPr>
            </a:lvl3pPr>
            <a:lvl4pPr>
              <a:buClr>
                <a:schemeClr val="accent5"/>
              </a:buClr>
              <a:defRPr>
                <a:solidFill>
                  <a:schemeClr val="bg1"/>
                </a:solidFill>
              </a:defRPr>
            </a:lvl4pPr>
            <a:lvl5pPr>
              <a:buClr>
                <a:schemeClr val="bg1"/>
              </a:buClr>
              <a:defRPr>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3939546527"/>
      </p:ext>
    </p:extLst>
  </p:cSld>
  <p:clrMapOvr>
    <a:masterClrMapping/>
  </p:clrMapOvr>
</p:sldLayout>
</file>

<file path=ppt/slideLayouts/slideLayout139.xml><?xml version="1.0" encoding="utf-8"?>
<p:sldLayout xmlns:a="http://schemas.openxmlformats.org/drawingml/2006/main" xmlns:r="http://schemas.openxmlformats.org/officeDocument/2006/relationships" xmlns:p="http://schemas.openxmlformats.org/presentationml/2006/main" userDrawn="1">
  <p:cSld name="YellowBG_4Col_Copy">
    <p:spTree>
      <p:nvGrpSpPr>
        <p:cNvPr id="1" name=""/>
        <p:cNvGrpSpPr/>
        <p:nvPr/>
      </p:nvGrpSpPr>
      <p:grpSpPr>
        <a:xfrm>
          <a:off x="0" y="0"/>
          <a:ext cx="0" cy="0"/>
          <a:chOff x="0" y="0"/>
          <a:chExt cx="0" cy="0"/>
        </a:xfrm>
      </p:grpSpPr>
      <p:sp>
        <p:nvSpPr>
          <p:cNvPr id="5" name="Title 1">
            <a:extLst>
              <a:ext uri="{FF2B5EF4-FFF2-40B4-BE49-F238E27FC236}">
                <a16:creationId xmlns:a16="http://schemas.microsoft.com/office/drawing/2014/main" id="{A97B6A48-DC40-E440-8A19-26BB129D6623}"/>
              </a:ext>
            </a:extLst>
          </p:cNvPr>
          <p:cNvSpPr>
            <a:spLocks noGrp="1"/>
          </p:cNvSpPr>
          <p:nvPr>
            <p:ph type="title"/>
          </p:nvPr>
        </p:nvSpPr>
        <p:spPr>
          <a:xfrm>
            <a:off x="1805585" y="780175"/>
            <a:ext cx="5043199" cy="637747"/>
          </a:xfrm>
          <a:prstGeom prst="rect">
            <a:avLst/>
          </a:prstGeom>
        </p:spPr>
        <p:txBody>
          <a:bodyPr anchor="t"/>
          <a:lstStyle>
            <a:lvl1pPr>
              <a:defRPr sz="2500" b="0" i="0">
                <a:solidFill>
                  <a:schemeClr val="bg1"/>
                </a:solidFill>
                <a:latin typeface="HelveticaNeueLT Pro 65 Md" panose="020B0604020202020204" pitchFamily="34" charset="77"/>
                <a:ea typeface="Helvetica Neue Condensed" panose="02000503000000020004" pitchFamily="2" charset="0"/>
                <a:cs typeface="Helvetica Neue Condensed" panose="02000503000000020004" pitchFamily="2" charset="0"/>
              </a:defRPr>
            </a:lvl1pPr>
          </a:lstStyle>
          <a:p>
            <a:r>
              <a:rPr lang="en-GB"/>
              <a:t>Click to edit Master title style</a:t>
            </a:r>
            <a:endParaRPr lang="en-US"/>
          </a:p>
        </p:txBody>
      </p:sp>
      <p:sp>
        <p:nvSpPr>
          <p:cNvPr id="7" name="Text Placeholder 11">
            <a:extLst>
              <a:ext uri="{FF2B5EF4-FFF2-40B4-BE49-F238E27FC236}">
                <a16:creationId xmlns:a16="http://schemas.microsoft.com/office/drawing/2014/main" id="{CF042509-A226-C344-A6BB-C999500CA23C}"/>
              </a:ext>
            </a:extLst>
          </p:cNvPr>
          <p:cNvSpPr>
            <a:spLocks noGrp="1"/>
          </p:cNvSpPr>
          <p:nvPr>
            <p:ph type="body" sz="quarter" idx="12"/>
          </p:nvPr>
        </p:nvSpPr>
        <p:spPr>
          <a:xfrm>
            <a:off x="731520" y="2856282"/>
            <a:ext cx="10769600" cy="424458"/>
          </a:xfrm>
          <a:prstGeom prst="rect">
            <a:avLst/>
          </a:prstGeom>
          <a:ln>
            <a:noFill/>
          </a:ln>
        </p:spPr>
        <p:txBody>
          <a:bodyPr numCol="5" spcCol="180000"/>
          <a:lstStyle>
            <a:lvl1pPr marL="0" indent="0">
              <a:buNone/>
              <a:defRPr sz="1200" b="0" i="0">
                <a:solidFill>
                  <a:schemeClr val="bg1"/>
                </a:solidFill>
                <a:latin typeface="HelveticaNeueLT Pro 65 Md" panose="020B0604020202020204" pitchFamily="34" charset="77"/>
              </a:defRPr>
            </a:lvl1pPr>
            <a:lvl2pPr marL="457189" indent="0">
              <a:buFont typeface="Arial" panose="020B0604020202020204" pitchFamily="34" charset="0"/>
              <a:buNone/>
              <a:defRPr sz="1400" b="0" i="0">
                <a:ln>
                  <a:noFill/>
                </a:ln>
                <a:solidFill>
                  <a:srgbClr val="E8BC28"/>
                </a:solidFill>
                <a:latin typeface="HelveticaNeueLT Std Lt" panose="020B0403020202020204" pitchFamily="34" charset="0"/>
              </a:defRPr>
            </a:lvl2pPr>
            <a:lvl3pPr marL="914377" indent="0">
              <a:buFont typeface="Arial" panose="020B0604020202020204" pitchFamily="34" charset="0"/>
              <a:buNone/>
              <a:defRPr sz="1400" b="0" i="0">
                <a:solidFill>
                  <a:srgbClr val="E8BC28"/>
                </a:solidFill>
                <a:latin typeface="HelveticaNeueLT Std Lt" panose="020B0403020202020204" pitchFamily="34" charset="0"/>
              </a:defRPr>
            </a:lvl3pPr>
            <a:lvl4pPr marL="1371566" indent="0">
              <a:buFont typeface="Arial" panose="020B0604020202020204" pitchFamily="34" charset="0"/>
              <a:buNone/>
              <a:defRPr sz="1400" b="0" i="0">
                <a:solidFill>
                  <a:srgbClr val="E8BC28"/>
                </a:solidFill>
                <a:latin typeface="HelveticaNeueLT Std Lt" panose="020B0403020202020204" pitchFamily="34" charset="0"/>
              </a:defRPr>
            </a:lvl4pPr>
            <a:lvl5pPr marL="1828755" indent="0">
              <a:buNone/>
              <a:defRPr b="0" i="0">
                <a:latin typeface="HelveticaNeueLT Std Thin" panose="020B0403020202020204" pitchFamily="34" charset="0"/>
              </a:defRPr>
            </a:lvl5pPr>
          </a:lstStyle>
          <a:p>
            <a:pPr lvl="0"/>
            <a:endParaRPr lang="en-US"/>
          </a:p>
        </p:txBody>
      </p:sp>
      <p:sp>
        <p:nvSpPr>
          <p:cNvPr id="9" name="Picture Placeholder 8">
            <a:extLst>
              <a:ext uri="{FF2B5EF4-FFF2-40B4-BE49-F238E27FC236}">
                <a16:creationId xmlns:a16="http://schemas.microsoft.com/office/drawing/2014/main" id="{54BF29C9-0436-134E-A264-725F95AE9671}"/>
              </a:ext>
            </a:extLst>
          </p:cNvPr>
          <p:cNvSpPr>
            <a:spLocks noGrp="1"/>
          </p:cNvSpPr>
          <p:nvPr>
            <p:ph type="pic" sz="quarter" idx="13"/>
          </p:nvPr>
        </p:nvSpPr>
        <p:spPr>
          <a:xfrm>
            <a:off x="497523" y="779780"/>
            <a:ext cx="1147762" cy="1147763"/>
          </a:xfrm>
          <a:prstGeom prst="rect">
            <a:avLst/>
          </a:prstGeom>
        </p:spPr>
        <p:txBody>
          <a:bodyPr/>
          <a:lstStyle/>
          <a:p>
            <a:endParaRPr lang="en-US"/>
          </a:p>
        </p:txBody>
      </p:sp>
      <p:sp>
        <p:nvSpPr>
          <p:cNvPr id="8" name="Text Placeholder 11">
            <a:extLst>
              <a:ext uri="{FF2B5EF4-FFF2-40B4-BE49-F238E27FC236}">
                <a16:creationId xmlns:a16="http://schemas.microsoft.com/office/drawing/2014/main" id="{A06DA923-E6F8-0C40-AB87-1C790FDFB57B}"/>
              </a:ext>
            </a:extLst>
          </p:cNvPr>
          <p:cNvSpPr>
            <a:spLocks noGrp="1"/>
          </p:cNvSpPr>
          <p:nvPr>
            <p:ph type="body" sz="quarter" idx="14"/>
          </p:nvPr>
        </p:nvSpPr>
        <p:spPr>
          <a:xfrm>
            <a:off x="731520" y="3327895"/>
            <a:ext cx="10769600" cy="1161287"/>
          </a:xfrm>
          <a:prstGeom prst="rect">
            <a:avLst/>
          </a:prstGeom>
          <a:ln>
            <a:noFill/>
          </a:ln>
        </p:spPr>
        <p:txBody>
          <a:bodyPr numCol="5" spcCol="180000"/>
          <a:lstStyle>
            <a:lvl1pPr marL="0" indent="0">
              <a:buNone/>
              <a:defRPr sz="900" b="0" i="0">
                <a:solidFill>
                  <a:schemeClr val="bg1"/>
                </a:solidFill>
                <a:latin typeface="Ubuntu Medium" panose="020B0604030602030204" pitchFamily="34" charset="0"/>
              </a:defRPr>
            </a:lvl1pPr>
            <a:lvl2pPr marL="457189" indent="0">
              <a:buFont typeface="Arial" panose="020B0604020202020204" pitchFamily="34" charset="0"/>
              <a:buNone/>
              <a:defRPr sz="1400" b="0" i="0">
                <a:ln>
                  <a:noFill/>
                </a:ln>
                <a:solidFill>
                  <a:srgbClr val="E8BC28"/>
                </a:solidFill>
                <a:latin typeface="HelveticaNeueLT Std Lt" panose="020B0403020202020204" pitchFamily="34" charset="0"/>
              </a:defRPr>
            </a:lvl2pPr>
            <a:lvl3pPr marL="914377" indent="0">
              <a:buFont typeface="Arial" panose="020B0604020202020204" pitchFamily="34" charset="0"/>
              <a:buNone/>
              <a:defRPr sz="1400" b="0" i="0">
                <a:solidFill>
                  <a:srgbClr val="E8BC28"/>
                </a:solidFill>
                <a:latin typeface="HelveticaNeueLT Std Lt" panose="020B0403020202020204" pitchFamily="34" charset="0"/>
              </a:defRPr>
            </a:lvl3pPr>
            <a:lvl4pPr marL="1371566" indent="0">
              <a:buFont typeface="Arial" panose="020B0604020202020204" pitchFamily="34" charset="0"/>
              <a:buNone/>
              <a:defRPr sz="1400" b="0" i="0">
                <a:solidFill>
                  <a:srgbClr val="E8BC28"/>
                </a:solidFill>
                <a:latin typeface="HelveticaNeueLT Std Lt" panose="020B0403020202020204" pitchFamily="34" charset="0"/>
              </a:defRPr>
            </a:lvl4pPr>
            <a:lvl5pPr marL="1828755" indent="0">
              <a:buNone/>
              <a:defRPr b="0" i="0">
                <a:latin typeface="HelveticaNeueLT Std Thin" panose="020B0403020202020204" pitchFamily="34" charset="0"/>
              </a:defRPr>
            </a:lvl5pPr>
          </a:lstStyle>
          <a:p>
            <a:pPr lvl="0"/>
            <a:endParaRPr lang="en-US"/>
          </a:p>
        </p:txBody>
      </p:sp>
      <p:pic>
        <p:nvPicPr>
          <p:cNvPr id="3" name="Picture 2">
            <a:extLst>
              <a:ext uri="{FF2B5EF4-FFF2-40B4-BE49-F238E27FC236}">
                <a16:creationId xmlns:a16="http://schemas.microsoft.com/office/drawing/2014/main" id="{3A19D87C-753F-53C0-F782-3C13B3F953AB}"/>
              </a:ext>
            </a:extLst>
          </p:cNvPr>
          <p:cNvPicPr>
            <a:picLocks noChangeAspect="1"/>
          </p:cNvPicPr>
          <p:nvPr userDrawn="1"/>
        </p:nvPicPr>
        <p:blipFill>
          <a:blip r:embed="rId2"/>
          <a:stretch>
            <a:fillRect/>
          </a:stretch>
        </p:blipFill>
        <p:spPr>
          <a:xfrm>
            <a:off x="-18960" y="5384304"/>
            <a:ext cx="12210960" cy="1318732"/>
          </a:xfrm>
          <a:prstGeom prst="rect">
            <a:avLst/>
          </a:prstGeom>
        </p:spPr>
      </p:pic>
      <p:pic>
        <p:nvPicPr>
          <p:cNvPr id="4" name="Picture 3">
            <a:extLst>
              <a:ext uri="{FF2B5EF4-FFF2-40B4-BE49-F238E27FC236}">
                <a16:creationId xmlns:a16="http://schemas.microsoft.com/office/drawing/2014/main" id="{47BE6DD5-2055-A02F-1568-6E3B0AE433FC}"/>
              </a:ext>
            </a:extLst>
          </p:cNvPr>
          <p:cNvPicPr>
            <a:picLocks noChangeAspect="1"/>
          </p:cNvPicPr>
          <p:nvPr userDrawn="1"/>
        </p:nvPicPr>
        <p:blipFill>
          <a:blip r:embed="rId3"/>
          <a:stretch>
            <a:fillRect/>
          </a:stretch>
        </p:blipFill>
        <p:spPr>
          <a:xfrm>
            <a:off x="-18961" y="6197486"/>
            <a:ext cx="12244931" cy="660514"/>
          </a:xfrm>
          <a:prstGeom prst="rect">
            <a:avLst/>
          </a:prstGeom>
        </p:spPr>
      </p:pic>
      <p:pic>
        <p:nvPicPr>
          <p:cNvPr id="6" name="Picture 5">
            <a:extLst>
              <a:ext uri="{FF2B5EF4-FFF2-40B4-BE49-F238E27FC236}">
                <a16:creationId xmlns:a16="http://schemas.microsoft.com/office/drawing/2014/main" id="{55B857BA-D979-4319-A0FA-AC35B1E9B30F}"/>
              </a:ext>
            </a:extLst>
          </p:cNvPr>
          <p:cNvPicPr>
            <a:picLocks noChangeAspect="1"/>
          </p:cNvPicPr>
          <p:nvPr userDrawn="1"/>
        </p:nvPicPr>
        <p:blipFill>
          <a:blip r:embed="rId4"/>
          <a:srcRect/>
          <a:stretch/>
        </p:blipFill>
        <p:spPr>
          <a:xfrm>
            <a:off x="11423087" y="6426740"/>
            <a:ext cx="404054" cy="157424"/>
          </a:xfrm>
          <a:prstGeom prst="rect">
            <a:avLst/>
          </a:prstGeom>
        </p:spPr>
      </p:pic>
    </p:spTree>
    <p:extLst>
      <p:ext uri="{BB962C8B-B14F-4D97-AF65-F5344CB8AC3E}">
        <p14:creationId xmlns:p14="http://schemas.microsoft.com/office/powerpoint/2010/main" val="1104390991"/>
      </p:ext>
    </p:extLst>
  </p:cSld>
  <p:clrMapOvr>
    <a:masterClrMapping/>
  </p:clrMapOvr>
</p:sldLayout>
</file>

<file path=ppt/slideLayouts/slideLayout140.xml><?xml version="1.0" encoding="utf-8"?>
<p:sldLayout xmlns:a="http://schemas.openxmlformats.org/drawingml/2006/main" xmlns:r="http://schemas.openxmlformats.org/officeDocument/2006/relationships" xmlns:p="http://schemas.openxmlformats.org/presentationml/2006/main" preserve="1" userDrawn="1">
  <p:cSld name="1_Title Slide 3 Full Picture">
    <p:spTree>
      <p:nvGrpSpPr>
        <p:cNvPr id="1" name=""/>
        <p:cNvGrpSpPr/>
        <p:nvPr/>
      </p:nvGrpSpPr>
      <p:grpSpPr>
        <a:xfrm>
          <a:off x="0" y="0"/>
          <a:ext cx="0" cy="0"/>
          <a:chOff x="0" y="0"/>
          <a:chExt cx="0" cy="0"/>
        </a:xfrm>
      </p:grpSpPr>
      <p:sp>
        <p:nvSpPr>
          <p:cNvPr id="7" name="Picture Placeholder 24">
            <a:extLst>
              <a:ext uri="{FF2B5EF4-FFF2-40B4-BE49-F238E27FC236}">
                <a16:creationId xmlns:a16="http://schemas.microsoft.com/office/drawing/2014/main" id="{AA5F3EBC-E5BB-4F23-8682-D1866F0D4F8F}"/>
              </a:ext>
            </a:extLst>
          </p:cNvPr>
          <p:cNvSpPr>
            <a:spLocks noGrp="1"/>
          </p:cNvSpPr>
          <p:nvPr>
            <p:ph type="pic" sz="quarter" idx="10" hasCustomPrompt="1"/>
          </p:nvPr>
        </p:nvSpPr>
        <p:spPr>
          <a:xfrm>
            <a:off x="0" y="0"/>
            <a:ext cx="12192000" cy="6858000"/>
          </a:xfrm>
          <a:custGeom>
            <a:avLst/>
            <a:gdLst>
              <a:gd name="connsiteX0" fmla="*/ 9343829 w 12192000"/>
              <a:gd name="connsiteY0" fmla="*/ 959868 h 6858000"/>
              <a:gd name="connsiteX1" fmla="*/ 9294981 w 12192000"/>
              <a:gd name="connsiteY1" fmla="*/ 1078731 h 6858000"/>
              <a:gd name="connsiteX2" fmla="*/ 9271643 w 12192000"/>
              <a:gd name="connsiteY2" fmla="*/ 1047794 h 6858000"/>
              <a:gd name="connsiteX3" fmla="*/ 9343829 w 12192000"/>
              <a:gd name="connsiteY3" fmla="*/ 959868 h 6858000"/>
              <a:gd name="connsiteX4" fmla="*/ 11404665 w 12192000"/>
              <a:gd name="connsiteY4" fmla="*/ 772073 h 6858000"/>
              <a:gd name="connsiteX5" fmla="*/ 11422576 w 12192000"/>
              <a:gd name="connsiteY5" fmla="*/ 775872 h 6858000"/>
              <a:gd name="connsiteX6" fmla="*/ 11435602 w 12192000"/>
              <a:gd name="connsiteY6" fmla="*/ 786185 h 6858000"/>
              <a:gd name="connsiteX7" fmla="*/ 11443743 w 12192000"/>
              <a:gd name="connsiteY7" fmla="*/ 801382 h 6858000"/>
              <a:gd name="connsiteX8" fmla="*/ 11446457 w 12192000"/>
              <a:gd name="connsiteY8" fmla="*/ 819836 h 6858000"/>
              <a:gd name="connsiteX9" fmla="*/ 11359074 w 12192000"/>
              <a:gd name="connsiteY9" fmla="*/ 819836 h 6858000"/>
              <a:gd name="connsiteX10" fmla="*/ 11363416 w 12192000"/>
              <a:gd name="connsiteY10" fmla="*/ 802467 h 6858000"/>
              <a:gd name="connsiteX11" fmla="*/ 11372100 w 12192000"/>
              <a:gd name="connsiteY11" fmla="*/ 787270 h 6858000"/>
              <a:gd name="connsiteX12" fmla="*/ 11385668 w 12192000"/>
              <a:gd name="connsiteY12" fmla="*/ 776415 h 6858000"/>
              <a:gd name="connsiteX13" fmla="*/ 11404665 w 12192000"/>
              <a:gd name="connsiteY13" fmla="*/ 772073 h 6858000"/>
              <a:gd name="connsiteX14" fmla="*/ 9493087 w 12192000"/>
              <a:gd name="connsiteY14" fmla="*/ 766103 h 6858000"/>
              <a:gd name="connsiteX15" fmla="*/ 9514797 w 12192000"/>
              <a:gd name="connsiteY15" fmla="*/ 799212 h 6858000"/>
              <a:gd name="connsiteX16" fmla="*/ 9467034 w 12192000"/>
              <a:gd name="connsiteY16" fmla="*/ 869227 h 6858000"/>
              <a:gd name="connsiteX17" fmla="*/ 9493087 w 12192000"/>
              <a:gd name="connsiteY17" fmla="*/ 766103 h 6858000"/>
              <a:gd name="connsiteX18" fmla="*/ 11119177 w 12192000"/>
              <a:gd name="connsiteY18" fmla="*/ 740594 h 6858000"/>
              <a:gd name="connsiteX19" fmla="*/ 11189735 w 12192000"/>
              <a:gd name="connsiteY19" fmla="*/ 924046 h 6858000"/>
              <a:gd name="connsiteX20" fmla="*/ 11213074 w 12192000"/>
              <a:gd name="connsiteY20" fmla="*/ 944670 h 6858000"/>
              <a:gd name="connsiteX21" fmla="*/ 11236955 w 12192000"/>
              <a:gd name="connsiteY21" fmla="*/ 944670 h 6858000"/>
              <a:gd name="connsiteX22" fmla="*/ 11314569 w 12192000"/>
              <a:gd name="connsiteY22" fmla="*/ 740594 h 6858000"/>
              <a:gd name="connsiteX23" fmla="*/ 11278747 w 12192000"/>
              <a:gd name="connsiteY23" fmla="*/ 740594 h 6858000"/>
              <a:gd name="connsiteX24" fmla="*/ 11257580 w 12192000"/>
              <a:gd name="connsiteY24" fmla="*/ 761219 h 6858000"/>
              <a:gd name="connsiteX25" fmla="*/ 11217416 w 12192000"/>
              <a:gd name="connsiteY25" fmla="*/ 876825 h 6858000"/>
              <a:gd name="connsiteX26" fmla="*/ 11175624 w 12192000"/>
              <a:gd name="connsiteY26" fmla="*/ 763390 h 6858000"/>
              <a:gd name="connsiteX27" fmla="*/ 11153913 w 12192000"/>
              <a:gd name="connsiteY27" fmla="*/ 740594 h 6858000"/>
              <a:gd name="connsiteX28" fmla="*/ 11130575 w 12192000"/>
              <a:gd name="connsiteY28" fmla="*/ 740594 h 6858000"/>
              <a:gd name="connsiteX29" fmla="*/ 10865711 w 12192000"/>
              <a:gd name="connsiteY29" fmla="*/ 740051 h 6858000"/>
              <a:gd name="connsiteX30" fmla="*/ 10865711 w 12192000"/>
              <a:gd name="connsiteY30" fmla="*/ 910476 h 6858000"/>
              <a:gd name="connsiteX31" fmla="*/ 10899904 w 12192000"/>
              <a:gd name="connsiteY31" fmla="*/ 944670 h 6858000"/>
              <a:gd name="connsiteX32" fmla="*/ 10912930 w 12192000"/>
              <a:gd name="connsiteY32" fmla="*/ 944670 h 6858000"/>
              <a:gd name="connsiteX33" fmla="*/ 10912930 w 12192000"/>
              <a:gd name="connsiteY33" fmla="*/ 771531 h 6858000"/>
              <a:gd name="connsiteX34" fmla="*/ 10881993 w 12192000"/>
              <a:gd name="connsiteY34" fmla="*/ 740051 h 6858000"/>
              <a:gd name="connsiteX35" fmla="*/ 11599515 w 12192000"/>
              <a:gd name="connsiteY35" fmla="*/ 735166 h 6858000"/>
              <a:gd name="connsiteX36" fmla="*/ 11550667 w 12192000"/>
              <a:gd name="connsiteY36" fmla="*/ 738965 h 6858000"/>
              <a:gd name="connsiteX37" fmla="*/ 11514845 w 12192000"/>
              <a:gd name="connsiteY37" fmla="*/ 746563 h 6858000"/>
              <a:gd name="connsiteX38" fmla="*/ 11514845 w 12192000"/>
              <a:gd name="connsiteY38" fmla="*/ 918617 h 6858000"/>
              <a:gd name="connsiteX39" fmla="*/ 11514845 w 12192000"/>
              <a:gd name="connsiteY39" fmla="*/ 924045 h 6858000"/>
              <a:gd name="connsiteX40" fmla="*/ 11536012 w 12192000"/>
              <a:gd name="connsiteY40" fmla="*/ 945212 h 6858000"/>
              <a:gd name="connsiteX41" fmla="*/ 11536555 w 12192000"/>
              <a:gd name="connsiteY41" fmla="*/ 945212 h 6858000"/>
              <a:gd name="connsiteX42" fmla="*/ 11562607 w 12192000"/>
              <a:gd name="connsiteY42" fmla="*/ 945212 h 6858000"/>
              <a:gd name="connsiteX43" fmla="*/ 11562607 w 12192000"/>
              <a:gd name="connsiteY43" fmla="*/ 779129 h 6858000"/>
              <a:gd name="connsiteX44" fmla="*/ 11577261 w 12192000"/>
              <a:gd name="connsiteY44" fmla="*/ 776958 h 6858000"/>
              <a:gd name="connsiteX45" fmla="*/ 11596258 w 12192000"/>
              <a:gd name="connsiteY45" fmla="*/ 775872 h 6858000"/>
              <a:gd name="connsiteX46" fmla="*/ 11616883 w 12192000"/>
              <a:gd name="connsiteY46" fmla="*/ 779129 h 6858000"/>
              <a:gd name="connsiteX47" fmla="*/ 11630451 w 12192000"/>
              <a:gd name="connsiteY47" fmla="*/ 789441 h 6858000"/>
              <a:gd name="connsiteX48" fmla="*/ 11637507 w 12192000"/>
              <a:gd name="connsiteY48" fmla="*/ 808437 h 6858000"/>
              <a:gd name="connsiteX49" fmla="*/ 11639678 w 12192000"/>
              <a:gd name="connsiteY49" fmla="*/ 836661 h 6858000"/>
              <a:gd name="connsiteX50" fmla="*/ 11639678 w 12192000"/>
              <a:gd name="connsiteY50" fmla="*/ 918074 h 6858000"/>
              <a:gd name="connsiteX51" fmla="*/ 11639678 w 12192000"/>
              <a:gd name="connsiteY51" fmla="*/ 923502 h 6858000"/>
              <a:gd name="connsiteX52" fmla="*/ 11660845 w 12192000"/>
              <a:gd name="connsiteY52" fmla="*/ 944669 h 6858000"/>
              <a:gd name="connsiteX53" fmla="*/ 11687441 w 12192000"/>
              <a:gd name="connsiteY53" fmla="*/ 944669 h 6858000"/>
              <a:gd name="connsiteX54" fmla="*/ 11687441 w 12192000"/>
              <a:gd name="connsiteY54" fmla="*/ 829605 h 6858000"/>
              <a:gd name="connsiteX55" fmla="*/ 11682013 w 12192000"/>
              <a:gd name="connsiteY55" fmla="*/ 791069 h 6858000"/>
              <a:gd name="connsiteX56" fmla="*/ 11667902 w 12192000"/>
              <a:gd name="connsiteY56" fmla="*/ 761218 h 6858000"/>
              <a:gd name="connsiteX57" fmla="*/ 11641306 w 12192000"/>
              <a:gd name="connsiteY57" fmla="*/ 742221 h 6858000"/>
              <a:gd name="connsiteX58" fmla="*/ 11599515 w 12192000"/>
              <a:gd name="connsiteY58" fmla="*/ 735166 h 6858000"/>
              <a:gd name="connsiteX59" fmla="*/ 11026367 w 12192000"/>
              <a:gd name="connsiteY59" fmla="*/ 735166 h 6858000"/>
              <a:gd name="connsiteX60" fmla="*/ 10977519 w 12192000"/>
              <a:gd name="connsiteY60" fmla="*/ 738965 h 6858000"/>
              <a:gd name="connsiteX61" fmla="*/ 10941697 w 12192000"/>
              <a:gd name="connsiteY61" fmla="*/ 746563 h 6858000"/>
              <a:gd name="connsiteX62" fmla="*/ 10941697 w 12192000"/>
              <a:gd name="connsiteY62" fmla="*/ 918617 h 6858000"/>
              <a:gd name="connsiteX63" fmla="*/ 10941697 w 12192000"/>
              <a:gd name="connsiteY63" fmla="*/ 924045 h 6858000"/>
              <a:gd name="connsiteX64" fmla="*/ 10962864 w 12192000"/>
              <a:gd name="connsiteY64" fmla="*/ 945212 h 6858000"/>
              <a:gd name="connsiteX65" fmla="*/ 10963407 w 12192000"/>
              <a:gd name="connsiteY65" fmla="*/ 945212 h 6858000"/>
              <a:gd name="connsiteX66" fmla="*/ 10989459 w 12192000"/>
              <a:gd name="connsiteY66" fmla="*/ 945212 h 6858000"/>
              <a:gd name="connsiteX67" fmla="*/ 10989459 w 12192000"/>
              <a:gd name="connsiteY67" fmla="*/ 779129 h 6858000"/>
              <a:gd name="connsiteX68" fmla="*/ 11004114 w 12192000"/>
              <a:gd name="connsiteY68" fmla="*/ 776958 h 6858000"/>
              <a:gd name="connsiteX69" fmla="*/ 11023110 w 12192000"/>
              <a:gd name="connsiteY69" fmla="*/ 775872 h 6858000"/>
              <a:gd name="connsiteX70" fmla="*/ 11043735 w 12192000"/>
              <a:gd name="connsiteY70" fmla="*/ 779129 h 6858000"/>
              <a:gd name="connsiteX71" fmla="*/ 11057303 w 12192000"/>
              <a:gd name="connsiteY71" fmla="*/ 789441 h 6858000"/>
              <a:gd name="connsiteX72" fmla="*/ 11064359 w 12192000"/>
              <a:gd name="connsiteY72" fmla="*/ 808437 h 6858000"/>
              <a:gd name="connsiteX73" fmla="*/ 11066530 w 12192000"/>
              <a:gd name="connsiteY73" fmla="*/ 836661 h 6858000"/>
              <a:gd name="connsiteX74" fmla="*/ 11066530 w 12192000"/>
              <a:gd name="connsiteY74" fmla="*/ 918074 h 6858000"/>
              <a:gd name="connsiteX75" fmla="*/ 11066530 w 12192000"/>
              <a:gd name="connsiteY75" fmla="*/ 923502 h 6858000"/>
              <a:gd name="connsiteX76" fmla="*/ 11087697 w 12192000"/>
              <a:gd name="connsiteY76" fmla="*/ 944669 h 6858000"/>
              <a:gd name="connsiteX77" fmla="*/ 11114293 w 12192000"/>
              <a:gd name="connsiteY77" fmla="*/ 944669 h 6858000"/>
              <a:gd name="connsiteX78" fmla="*/ 11114293 w 12192000"/>
              <a:gd name="connsiteY78" fmla="*/ 829605 h 6858000"/>
              <a:gd name="connsiteX79" fmla="*/ 11108865 w 12192000"/>
              <a:gd name="connsiteY79" fmla="*/ 791069 h 6858000"/>
              <a:gd name="connsiteX80" fmla="*/ 11094754 w 12192000"/>
              <a:gd name="connsiteY80" fmla="*/ 761218 h 6858000"/>
              <a:gd name="connsiteX81" fmla="*/ 11068158 w 12192000"/>
              <a:gd name="connsiteY81" fmla="*/ 742221 h 6858000"/>
              <a:gd name="connsiteX82" fmla="*/ 11026367 w 12192000"/>
              <a:gd name="connsiteY82" fmla="*/ 735166 h 6858000"/>
              <a:gd name="connsiteX83" fmla="*/ 11405208 w 12192000"/>
              <a:gd name="connsiteY83" fmla="*/ 732995 h 6858000"/>
              <a:gd name="connsiteX84" fmla="*/ 11369929 w 12192000"/>
              <a:gd name="connsiteY84" fmla="*/ 740050 h 6858000"/>
              <a:gd name="connsiteX85" fmla="*/ 11339535 w 12192000"/>
              <a:gd name="connsiteY85" fmla="*/ 760133 h 6858000"/>
              <a:gd name="connsiteX86" fmla="*/ 11318367 w 12192000"/>
              <a:gd name="connsiteY86" fmla="*/ 793783 h 6858000"/>
              <a:gd name="connsiteX87" fmla="*/ 11310226 w 12192000"/>
              <a:gd name="connsiteY87" fmla="*/ 841003 h 6858000"/>
              <a:gd name="connsiteX88" fmla="*/ 11316739 w 12192000"/>
              <a:gd name="connsiteY88" fmla="*/ 882252 h 6858000"/>
              <a:gd name="connsiteX89" fmla="*/ 11335735 w 12192000"/>
              <a:gd name="connsiteY89" fmla="*/ 915903 h 6858000"/>
              <a:gd name="connsiteX90" fmla="*/ 11368300 w 12192000"/>
              <a:gd name="connsiteY90" fmla="*/ 938156 h 6858000"/>
              <a:gd name="connsiteX91" fmla="*/ 11414977 w 12192000"/>
              <a:gd name="connsiteY91" fmla="*/ 946297 h 6858000"/>
              <a:gd name="connsiteX92" fmla="*/ 11435602 w 12192000"/>
              <a:gd name="connsiteY92" fmla="*/ 945212 h 6858000"/>
              <a:gd name="connsiteX93" fmla="*/ 11454598 w 12192000"/>
              <a:gd name="connsiteY93" fmla="*/ 942498 h 6858000"/>
              <a:gd name="connsiteX94" fmla="*/ 11470338 w 12192000"/>
              <a:gd name="connsiteY94" fmla="*/ 938699 h 6858000"/>
              <a:gd name="connsiteX95" fmla="*/ 11481193 w 12192000"/>
              <a:gd name="connsiteY95" fmla="*/ 934357 h 6858000"/>
              <a:gd name="connsiteX96" fmla="*/ 11477937 w 12192000"/>
              <a:gd name="connsiteY96" fmla="*/ 913190 h 6858000"/>
              <a:gd name="connsiteX97" fmla="*/ 11459483 w 12192000"/>
              <a:gd name="connsiteY97" fmla="*/ 900706 h 6858000"/>
              <a:gd name="connsiteX98" fmla="*/ 11452970 w 12192000"/>
              <a:gd name="connsiteY98" fmla="*/ 902334 h 6858000"/>
              <a:gd name="connsiteX99" fmla="*/ 11421490 w 12192000"/>
              <a:gd name="connsiteY99" fmla="*/ 905591 h 6858000"/>
              <a:gd name="connsiteX100" fmla="*/ 11376984 w 12192000"/>
              <a:gd name="connsiteY100" fmla="*/ 892022 h 6858000"/>
              <a:gd name="connsiteX101" fmla="*/ 11359617 w 12192000"/>
              <a:gd name="connsiteY101" fmla="*/ 854029 h 6858000"/>
              <a:gd name="connsiteX102" fmla="*/ 11493677 w 12192000"/>
              <a:gd name="connsiteY102" fmla="*/ 854029 h 6858000"/>
              <a:gd name="connsiteX103" fmla="*/ 11494219 w 12192000"/>
              <a:gd name="connsiteY103" fmla="*/ 845345 h 6858000"/>
              <a:gd name="connsiteX104" fmla="*/ 11494219 w 12192000"/>
              <a:gd name="connsiteY104" fmla="*/ 836661 h 6858000"/>
              <a:gd name="connsiteX105" fmla="*/ 11470881 w 12192000"/>
              <a:gd name="connsiteY105" fmla="*/ 759047 h 6858000"/>
              <a:gd name="connsiteX106" fmla="*/ 11405208 w 12192000"/>
              <a:gd name="connsiteY106" fmla="*/ 732995 h 6858000"/>
              <a:gd name="connsiteX107" fmla="*/ 11753113 w 12192000"/>
              <a:gd name="connsiteY107" fmla="*/ 676006 h 6858000"/>
              <a:gd name="connsiteX108" fmla="*/ 11726518 w 12192000"/>
              <a:gd name="connsiteY108" fmla="*/ 680348 h 6858000"/>
              <a:gd name="connsiteX109" fmla="*/ 11705894 w 12192000"/>
              <a:gd name="connsiteY109" fmla="*/ 704229 h 6858000"/>
              <a:gd name="connsiteX110" fmla="*/ 11705894 w 12192000"/>
              <a:gd name="connsiteY110" fmla="*/ 860543 h 6858000"/>
              <a:gd name="connsiteX111" fmla="*/ 11709150 w 12192000"/>
              <a:gd name="connsiteY111" fmla="*/ 896907 h 6858000"/>
              <a:gd name="connsiteX112" fmla="*/ 11721091 w 12192000"/>
              <a:gd name="connsiteY112" fmla="*/ 924045 h 6858000"/>
              <a:gd name="connsiteX113" fmla="*/ 11744429 w 12192000"/>
              <a:gd name="connsiteY113" fmla="*/ 940870 h 6858000"/>
              <a:gd name="connsiteX114" fmla="*/ 11780793 w 12192000"/>
              <a:gd name="connsiteY114" fmla="*/ 946840 h 6858000"/>
              <a:gd name="connsiteX115" fmla="*/ 11812273 w 12192000"/>
              <a:gd name="connsiteY115" fmla="*/ 943041 h 6858000"/>
              <a:gd name="connsiteX116" fmla="*/ 11818786 w 12192000"/>
              <a:gd name="connsiteY116" fmla="*/ 941413 h 6858000"/>
              <a:gd name="connsiteX117" fmla="*/ 11830726 w 12192000"/>
              <a:gd name="connsiteY117" fmla="*/ 921874 h 6858000"/>
              <a:gd name="connsiteX118" fmla="*/ 11825841 w 12192000"/>
              <a:gd name="connsiteY118" fmla="*/ 898535 h 6858000"/>
              <a:gd name="connsiteX119" fmla="*/ 11810102 w 12192000"/>
              <a:gd name="connsiteY119" fmla="*/ 903420 h 6858000"/>
              <a:gd name="connsiteX120" fmla="*/ 11787306 w 12192000"/>
              <a:gd name="connsiteY120" fmla="*/ 906134 h 6858000"/>
              <a:gd name="connsiteX121" fmla="*/ 11760711 w 12192000"/>
              <a:gd name="connsiteY121" fmla="*/ 895821 h 6858000"/>
              <a:gd name="connsiteX122" fmla="*/ 11753113 w 12192000"/>
              <a:gd name="connsiteY122" fmla="*/ 860543 h 6858000"/>
              <a:gd name="connsiteX123" fmla="*/ 11753113 w 12192000"/>
              <a:gd name="connsiteY123" fmla="*/ 777501 h 6858000"/>
              <a:gd name="connsiteX124" fmla="*/ 11804674 w 12192000"/>
              <a:gd name="connsiteY124" fmla="*/ 777501 h 6858000"/>
              <a:gd name="connsiteX125" fmla="*/ 11825841 w 12192000"/>
              <a:gd name="connsiteY125" fmla="*/ 756334 h 6858000"/>
              <a:gd name="connsiteX126" fmla="*/ 11825841 w 12192000"/>
              <a:gd name="connsiteY126" fmla="*/ 739508 h 6858000"/>
              <a:gd name="connsiteX127" fmla="*/ 11753113 w 12192000"/>
              <a:gd name="connsiteY127" fmla="*/ 739508 h 6858000"/>
              <a:gd name="connsiteX128" fmla="*/ 10315900 w 12192000"/>
              <a:gd name="connsiteY128" fmla="*/ 658094 h 6858000"/>
              <a:gd name="connsiteX129" fmla="*/ 10292562 w 12192000"/>
              <a:gd name="connsiteY129" fmla="*/ 684147 h 6858000"/>
              <a:gd name="connsiteX130" fmla="*/ 10315900 w 12192000"/>
              <a:gd name="connsiteY130" fmla="*/ 708028 h 6858000"/>
              <a:gd name="connsiteX131" fmla="*/ 10339238 w 12192000"/>
              <a:gd name="connsiteY131" fmla="*/ 681976 h 6858000"/>
              <a:gd name="connsiteX132" fmla="*/ 10315900 w 12192000"/>
              <a:gd name="connsiteY132" fmla="*/ 658094 h 6858000"/>
              <a:gd name="connsiteX133" fmla="*/ 10889050 w 12192000"/>
              <a:gd name="connsiteY133" fmla="*/ 651039 h 6858000"/>
              <a:gd name="connsiteX134" fmla="*/ 10868425 w 12192000"/>
              <a:gd name="connsiteY134" fmla="*/ 658637 h 6858000"/>
              <a:gd name="connsiteX135" fmla="*/ 10859741 w 12192000"/>
              <a:gd name="connsiteY135" fmla="*/ 680348 h 6858000"/>
              <a:gd name="connsiteX136" fmla="*/ 10868425 w 12192000"/>
              <a:gd name="connsiteY136" fmla="*/ 701515 h 6858000"/>
              <a:gd name="connsiteX137" fmla="*/ 10889050 w 12192000"/>
              <a:gd name="connsiteY137" fmla="*/ 709114 h 6858000"/>
              <a:gd name="connsiteX138" fmla="*/ 10909132 w 12192000"/>
              <a:gd name="connsiteY138" fmla="*/ 701515 h 6858000"/>
              <a:gd name="connsiteX139" fmla="*/ 10917816 w 12192000"/>
              <a:gd name="connsiteY139" fmla="*/ 680348 h 6858000"/>
              <a:gd name="connsiteX140" fmla="*/ 10909132 w 12192000"/>
              <a:gd name="connsiteY140" fmla="*/ 658637 h 6858000"/>
              <a:gd name="connsiteX141" fmla="*/ 10889050 w 12192000"/>
              <a:gd name="connsiteY141" fmla="*/ 651039 h 6858000"/>
              <a:gd name="connsiteX142" fmla="*/ 9964195 w 12192000"/>
              <a:gd name="connsiteY142" fmla="*/ 647783 h 6858000"/>
              <a:gd name="connsiteX143" fmla="*/ 9938686 w 12192000"/>
              <a:gd name="connsiteY143" fmla="*/ 674921 h 6858000"/>
              <a:gd name="connsiteX144" fmla="*/ 9964195 w 12192000"/>
              <a:gd name="connsiteY144" fmla="*/ 700431 h 6858000"/>
              <a:gd name="connsiteX145" fmla="*/ 9988077 w 12192000"/>
              <a:gd name="connsiteY145" fmla="*/ 673293 h 6858000"/>
              <a:gd name="connsiteX146" fmla="*/ 9964195 w 12192000"/>
              <a:gd name="connsiteY146" fmla="*/ 647783 h 6858000"/>
              <a:gd name="connsiteX147" fmla="*/ 8724004 w 12192000"/>
              <a:gd name="connsiteY147" fmla="*/ 623359 h 6858000"/>
              <a:gd name="connsiteX148" fmla="*/ 8576918 w 12192000"/>
              <a:gd name="connsiteY148" fmla="*/ 804096 h 6858000"/>
              <a:gd name="connsiteX149" fmla="*/ 8698495 w 12192000"/>
              <a:gd name="connsiteY149" fmla="*/ 962039 h 6858000"/>
              <a:gd name="connsiteX150" fmla="*/ 8815187 w 12192000"/>
              <a:gd name="connsiteY150" fmla="*/ 888766 h 6858000"/>
              <a:gd name="connsiteX151" fmla="*/ 8872176 w 12192000"/>
              <a:gd name="connsiteY151" fmla="*/ 947927 h 6858000"/>
              <a:gd name="connsiteX152" fmla="*/ 8941105 w 12192000"/>
              <a:gd name="connsiteY152" fmla="*/ 895822 h 6858000"/>
              <a:gd name="connsiteX153" fmla="*/ 8991582 w 12192000"/>
              <a:gd name="connsiteY153" fmla="*/ 947927 h 6858000"/>
              <a:gd name="connsiteX154" fmla="*/ 9036088 w 12192000"/>
              <a:gd name="connsiteY154" fmla="*/ 922960 h 6858000"/>
              <a:gd name="connsiteX155" fmla="*/ 9088192 w 12192000"/>
              <a:gd name="connsiteY155" fmla="*/ 1080902 h 6858000"/>
              <a:gd name="connsiteX156" fmla="*/ 9075708 w 12192000"/>
              <a:gd name="connsiteY156" fmla="*/ 948469 h 6858000"/>
              <a:gd name="connsiteX157" fmla="*/ 9125099 w 12192000"/>
              <a:gd name="connsiteY157" fmla="*/ 771531 h 6858000"/>
              <a:gd name="connsiteX158" fmla="*/ 9151694 w 12192000"/>
              <a:gd name="connsiteY158" fmla="*/ 824179 h 6858000"/>
              <a:gd name="connsiteX159" fmla="*/ 9146810 w 12192000"/>
              <a:gd name="connsiteY159" fmla="*/ 870313 h 6858000"/>
              <a:gd name="connsiteX160" fmla="*/ 9086021 w 12192000"/>
              <a:gd name="connsiteY160" fmla="*/ 930016 h 6858000"/>
              <a:gd name="connsiteX161" fmla="*/ 9109359 w 12192000"/>
              <a:gd name="connsiteY161" fmla="*/ 948469 h 6858000"/>
              <a:gd name="connsiteX162" fmla="*/ 9183717 w 12192000"/>
              <a:gd name="connsiteY162" fmla="*/ 875198 h 6858000"/>
              <a:gd name="connsiteX163" fmla="*/ 9228223 w 12192000"/>
              <a:gd name="connsiteY163" fmla="*/ 841547 h 6858000"/>
              <a:gd name="connsiteX164" fmla="*/ 9227680 w 12192000"/>
              <a:gd name="connsiteY164" fmla="*/ 856201 h 6858000"/>
              <a:gd name="connsiteX165" fmla="*/ 9281955 w 12192000"/>
              <a:gd name="connsiteY165" fmla="*/ 932730 h 6858000"/>
              <a:gd name="connsiteX166" fmla="*/ 9341658 w 12192000"/>
              <a:gd name="connsiteY166" fmla="*/ 886595 h 6858000"/>
              <a:gd name="connsiteX167" fmla="*/ 9343286 w 12192000"/>
              <a:gd name="connsiteY167" fmla="*/ 931101 h 6858000"/>
              <a:gd name="connsiteX168" fmla="*/ 9231479 w 12192000"/>
              <a:gd name="connsiteY168" fmla="*/ 1049422 h 6858000"/>
              <a:gd name="connsiteX169" fmla="*/ 9290639 w 12192000"/>
              <a:gd name="connsiteY169" fmla="*/ 1111839 h 6858000"/>
              <a:gd name="connsiteX170" fmla="*/ 9381822 w 12192000"/>
              <a:gd name="connsiteY170" fmla="*/ 943585 h 6858000"/>
              <a:gd name="connsiteX171" fmla="*/ 9444239 w 12192000"/>
              <a:gd name="connsiteY171" fmla="*/ 914819 h 6858000"/>
              <a:gd name="connsiteX172" fmla="*/ 9507741 w 12192000"/>
              <a:gd name="connsiteY172" fmla="*/ 947927 h 6858000"/>
              <a:gd name="connsiteX173" fmla="*/ 9605980 w 12192000"/>
              <a:gd name="connsiteY173" fmla="*/ 881168 h 6858000"/>
              <a:gd name="connsiteX174" fmla="*/ 9637459 w 12192000"/>
              <a:gd name="connsiteY174" fmla="*/ 947927 h 6858000"/>
              <a:gd name="connsiteX175" fmla="*/ 9701504 w 12192000"/>
              <a:gd name="connsiteY175" fmla="*/ 775331 h 6858000"/>
              <a:gd name="connsiteX176" fmla="*/ 9754694 w 12192000"/>
              <a:gd name="connsiteY176" fmla="*/ 962039 h 6858000"/>
              <a:gd name="connsiteX177" fmla="*/ 9825795 w 12192000"/>
              <a:gd name="connsiteY177" fmla="*/ 797583 h 6858000"/>
              <a:gd name="connsiteX178" fmla="*/ 9887669 w 12192000"/>
              <a:gd name="connsiteY178" fmla="*/ 947927 h 6858000"/>
              <a:gd name="connsiteX179" fmla="*/ 9947372 w 12192000"/>
              <a:gd name="connsiteY179" fmla="*/ 863257 h 6858000"/>
              <a:gd name="connsiteX180" fmla="*/ 10009788 w 12192000"/>
              <a:gd name="connsiteY180" fmla="*/ 947927 h 6858000"/>
              <a:gd name="connsiteX181" fmla="*/ 10065149 w 12192000"/>
              <a:gd name="connsiteY181" fmla="*/ 896365 h 6858000"/>
              <a:gd name="connsiteX182" fmla="*/ 10094458 w 12192000"/>
              <a:gd name="connsiteY182" fmla="*/ 947927 h 6858000"/>
              <a:gd name="connsiteX183" fmla="*/ 10170444 w 12192000"/>
              <a:gd name="connsiteY183" fmla="*/ 775873 h 6858000"/>
              <a:gd name="connsiteX184" fmla="*/ 10252399 w 12192000"/>
              <a:gd name="connsiteY184" fmla="*/ 947927 h 6858000"/>
              <a:gd name="connsiteX185" fmla="*/ 10305590 w 12192000"/>
              <a:gd name="connsiteY185" fmla="*/ 889852 h 6858000"/>
              <a:gd name="connsiteX186" fmla="*/ 10351724 w 12192000"/>
              <a:gd name="connsiteY186" fmla="*/ 947927 h 6858000"/>
              <a:gd name="connsiteX187" fmla="*/ 10378861 w 12192000"/>
              <a:gd name="connsiteY187" fmla="*/ 932730 h 6858000"/>
              <a:gd name="connsiteX188" fmla="*/ 10334898 w 12192000"/>
              <a:gd name="connsiteY188" fmla="*/ 782929 h 6858000"/>
              <a:gd name="connsiteX189" fmla="*/ 10316445 w 12192000"/>
              <a:gd name="connsiteY189" fmla="*/ 740051 h 6858000"/>
              <a:gd name="connsiteX190" fmla="*/ 10297991 w 12192000"/>
              <a:gd name="connsiteY190" fmla="*/ 743851 h 6858000"/>
              <a:gd name="connsiteX191" fmla="*/ 10259998 w 12192000"/>
              <a:gd name="connsiteY191" fmla="*/ 908305 h 6858000"/>
              <a:gd name="connsiteX192" fmla="*/ 10177499 w 12192000"/>
              <a:gd name="connsiteY192" fmla="*/ 721055 h 6858000"/>
              <a:gd name="connsiteX193" fmla="*/ 10099886 w 12192000"/>
              <a:gd name="connsiteY193" fmla="*/ 870313 h 6858000"/>
              <a:gd name="connsiteX194" fmla="*/ 10094458 w 12192000"/>
              <a:gd name="connsiteY194" fmla="*/ 801383 h 6858000"/>
              <a:gd name="connsiteX195" fmla="*/ 10098257 w 12192000"/>
              <a:gd name="connsiteY195" fmla="*/ 764475 h 6858000"/>
              <a:gd name="connsiteX196" fmla="*/ 10060807 w 12192000"/>
              <a:gd name="connsiteY196" fmla="*/ 738423 h 6858000"/>
              <a:gd name="connsiteX197" fmla="*/ 10016302 w 12192000"/>
              <a:gd name="connsiteY197" fmla="*/ 909934 h 6858000"/>
              <a:gd name="connsiteX198" fmla="*/ 9980480 w 12192000"/>
              <a:gd name="connsiteY198" fmla="*/ 786186 h 6858000"/>
              <a:gd name="connsiteX199" fmla="*/ 9943572 w 12192000"/>
              <a:gd name="connsiteY199" fmla="*/ 737880 h 6858000"/>
              <a:gd name="connsiteX200" fmla="*/ 9897981 w 12192000"/>
              <a:gd name="connsiteY200" fmla="*/ 901250 h 6858000"/>
              <a:gd name="connsiteX201" fmla="*/ 9830137 w 12192000"/>
              <a:gd name="connsiteY201" fmla="*/ 740051 h 6858000"/>
              <a:gd name="connsiteX202" fmla="*/ 9762293 w 12192000"/>
              <a:gd name="connsiteY202" fmla="*/ 892566 h 6858000"/>
              <a:gd name="connsiteX203" fmla="*/ 9703132 w 12192000"/>
              <a:gd name="connsiteY203" fmla="*/ 721055 h 6858000"/>
              <a:gd name="connsiteX204" fmla="*/ 9642887 w 12192000"/>
              <a:gd name="connsiteY204" fmla="*/ 842632 h 6858000"/>
              <a:gd name="connsiteX205" fmla="*/ 9636916 w 12192000"/>
              <a:gd name="connsiteY205" fmla="*/ 841547 h 6858000"/>
              <a:gd name="connsiteX206" fmla="*/ 9636374 w 12192000"/>
              <a:gd name="connsiteY206" fmla="*/ 805725 h 6858000"/>
              <a:gd name="connsiteX207" fmla="*/ 9602723 w 12192000"/>
              <a:gd name="connsiteY207" fmla="*/ 734624 h 6858000"/>
              <a:gd name="connsiteX208" fmla="*/ 9515882 w 12192000"/>
              <a:gd name="connsiteY208" fmla="*/ 911562 h 6858000"/>
              <a:gd name="connsiteX209" fmla="*/ 9480061 w 12192000"/>
              <a:gd name="connsiteY209" fmla="*/ 894737 h 6858000"/>
              <a:gd name="connsiteX210" fmla="*/ 9552790 w 12192000"/>
              <a:gd name="connsiteY210" fmla="*/ 793784 h 6858000"/>
              <a:gd name="connsiteX211" fmla="*/ 9495800 w 12192000"/>
              <a:gd name="connsiteY211" fmla="*/ 734624 h 6858000"/>
              <a:gd name="connsiteX212" fmla="*/ 9418187 w 12192000"/>
              <a:gd name="connsiteY212" fmla="*/ 829606 h 6858000"/>
              <a:gd name="connsiteX213" fmla="*/ 9429584 w 12192000"/>
              <a:gd name="connsiteY213" fmla="*/ 889309 h 6858000"/>
              <a:gd name="connsiteX214" fmla="*/ 9381279 w 12192000"/>
              <a:gd name="connsiteY214" fmla="*/ 911562 h 6858000"/>
              <a:gd name="connsiteX215" fmla="*/ 9370967 w 12192000"/>
              <a:gd name="connsiteY215" fmla="*/ 775873 h 6858000"/>
              <a:gd name="connsiteX216" fmla="*/ 9334602 w 12192000"/>
              <a:gd name="connsiteY216" fmla="*/ 805182 h 6858000"/>
              <a:gd name="connsiteX217" fmla="*/ 9292268 w 12192000"/>
              <a:gd name="connsiteY217" fmla="*/ 892566 h 6858000"/>
              <a:gd name="connsiteX218" fmla="*/ 9270014 w 12192000"/>
              <a:gd name="connsiteY218" fmla="*/ 859457 h 6858000"/>
              <a:gd name="connsiteX219" fmla="*/ 9372052 w 12192000"/>
              <a:gd name="connsiteY219" fmla="*/ 761761 h 6858000"/>
              <a:gd name="connsiteX220" fmla="*/ 9338401 w 12192000"/>
              <a:gd name="connsiteY220" fmla="*/ 729196 h 6858000"/>
              <a:gd name="connsiteX221" fmla="*/ 9246133 w 12192000"/>
              <a:gd name="connsiteY221" fmla="*/ 785100 h 6858000"/>
              <a:gd name="connsiteX222" fmla="*/ 9191858 w 12192000"/>
              <a:gd name="connsiteY222" fmla="*/ 838833 h 6858000"/>
              <a:gd name="connsiteX223" fmla="*/ 9192943 w 12192000"/>
              <a:gd name="connsiteY223" fmla="*/ 823636 h 6858000"/>
              <a:gd name="connsiteX224" fmla="*/ 9128356 w 12192000"/>
              <a:gd name="connsiteY224" fmla="*/ 735709 h 6858000"/>
              <a:gd name="connsiteX225" fmla="*/ 9076252 w 12192000"/>
              <a:gd name="connsiteY225" fmla="*/ 775331 h 6858000"/>
              <a:gd name="connsiteX226" fmla="*/ 9055084 w 12192000"/>
              <a:gd name="connsiteY226" fmla="*/ 741137 h 6858000"/>
              <a:gd name="connsiteX227" fmla="*/ 9031746 w 12192000"/>
              <a:gd name="connsiteY227" fmla="*/ 747107 h 6858000"/>
              <a:gd name="connsiteX228" fmla="*/ 9037173 w 12192000"/>
              <a:gd name="connsiteY228" fmla="*/ 810067 h 6858000"/>
              <a:gd name="connsiteX229" fmla="*/ 8995924 w 12192000"/>
              <a:gd name="connsiteY229" fmla="*/ 915904 h 6858000"/>
              <a:gd name="connsiteX230" fmla="*/ 8967158 w 12192000"/>
              <a:gd name="connsiteY230" fmla="*/ 795412 h 6858000"/>
              <a:gd name="connsiteX231" fmla="*/ 8955760 w 12192000"/>
              <a:gd name="connsiteY231" fmla="*/ 793241 h 6858000"/>
              <a:gd name="connsiteX232" fmla="*/ 8926994 w 12192000"/>
              <a:gd name="connsiteY232" fmla="*/ 846974 h 6858000"/>
              <a:gd name="connsiteX233" fmla="*/ 8880317 w 12192000"/>
              <a:gd name="connsiteY233" fmla="*/ 911562 h 6858000"/>
              <a:gd name="connsiteX234" fmla="*/ 8855350 w 12192000"/>
              <a:gd name="connsiteY234" fmla="*/ 871941 h 6858000"/>
              <a:gd name="connsiteX235" fmla="*/ 8963359 w 12192000"/>
              <a:gd name="connsiteY235" fmla="*/ 778044 h 6858000"/>
              <a:gd name="connsiteX236" fmla="*/ 8930250 w 12192000"/>
              <a:gd name="connsiteY236" fmla="*/ 741680 h 6858000"/>
              <a:gd name="connsiteX237" fmla="*/ 8822243 w 12192000"/>
              <a:gd name="connsiteY237" fmla="*/ 822008 h 6858000"/>
              <a:gd name="connsiteX238" fmla="*/ 8708264 w 12192000"/>
              <a:gd name="connsiteY238" fmla="*/ 920789 h 6858000"/>
              <a:gd name="connsiteX239" fmla="*/ 8628479 w 12192000"/>
              <a:gd name="connsiteY239" fmla="*/ 798126 h 6858000"/>
              <a:gd name="connsiteX240" fmla="*/ 8721833 w 12192000"/>
              <a:gd name="connsiteY240" fmla="*/ 658638 h 6858000"/>
              <a:gd name="connsiteX241" fmla="*/ 8760369 w 12192000"/>
              <a:gd name="connsiteY241" fmla="*/ 722683 h 6858000"/>
              <a:gd name="connsiteX242" fmla="*/ 8806502 w 12192000"/>
              <a:gd name="connsiteY242" fmla="*/ 688490 h 6858000"/>
              <a:gd name="connsiteX243" fmla="*/ 8724004 w 12192000"/>
              <a:gd name="connsiteY243" fmla="*/ 623359 h 6858000"/>
              <a:gd name="connsiteX244" fmla="*/ 10614417 w 12192000"/>
              <a:gd name="connsiteY244" fmla="*/ 616845 h 6858000"/>
              <a:gd name="connsiteX245" fmla="*/ 10406543 w 12192000"/>
              <a:gd name="connsiteY245" fmla="*/ 831233 h 6858000"/>
              <a:gd name="connsiteX246" fmla="*/ 10478186 w 12192000"/>
              <a:gd name="connsiteY246" fmla="*/ 937071 h 6858000"/>
              <a:gd name="connsiteX247" fmla="*/ 10552001 w 12192000"/>
              <a:gd name="connsiteY247" fmla="*/ 938699 h 6858000"/>
              <a:gd name="connsiteX248" fmla="*/ 10582056 w 12192000"/>
              <a:gd name="connsiteY248" fmla="*/ 923637 h 6858000"/>
              <a:gd name="connsiteX249" fmla="*/ 10605742 w 12192000"/>
              <a:gd name="connsiteY249" fmla="*/ 902222 h 6858000"/>
              <a:gd name="connsiteX250" fmla="*/ 10584429 w 12192000"/>
              <a:gd name="connsiteY250" fmla="*/ 941210 h 6858000"/>
              <a:gd name="connsiteX251" fmla="*/ 10538973 w 12192000"/>
              <a:gd name="connsiteY251" fmla="*/ 962039 h 6858000"/>
              <a:gd name="connsiteX252" fmla="*/ 10589992 w 12192000"/>
              <a:gd name="connsiteY252" fmla="*/ 976150 h 6858000"/>
              <a:gd name="connsiteX253" fmla="*/ 10709398 w 12192000"/>
              <a:gd name="connsiteY253" fmla="*/ 937072 h 6858000"/>
              <a:gd name="connsiteX254" fmla="*/ 10649152 w 12192000"/>
              <a:gd name="connsiteY254" fmla="*/ 883339 h 6858000"/>
              <a:gd name="connsiteX255" fmla="*/ 10708312 w 12192000"/>
              <a:gd name="connsiteY255" fmla="*/ 912648 h 6858000"/>
              <a:gd name="connsiteX256" fmla="*/ 10795153 w 12192000"/>
              <a:gd name="connsiteY256" fmla="*/ 826350 h 6858000"/>
              <a:gd name="connsiteX257" fmla="*/ 10795631 w 12192000"/>
              <a:gd name="connsiteY257" fmla="*/ 825891 h 6858000"/>
              <a:gd name="connsiteX258" fmla="*/ 10795697 w 12192000"/>
              <a:gd name="connsiteY258" fmla="*/ 826349 h 6858000"/>
              <a:gd name="connsiteX259" fmla="*/ 10801382 w 12192000"/>
              <a:gd name="connsiteY259" fmla="*/ 820371 h 6858000"/>
              <a:gd name="connsiteX260" fmla="*/ 10795631 w 12192000"/>
              <a:gd name="connsiteY260" fmla="*/ 825891 h 6858000"/>
              <a:gd name="connsiteX261" fmla="*/ 10795154 w 12192000"/>
              <a:gd name="connsiteY261" fmla="*/ 822549 h 6858000"/>
              <a:gd name="connsiteX262" fmla="*/ 10727853 w 12192000"/>
              <a:gd name="connsiteY262" fmla="*/ 685232 h 6858000"/>
              <a:gd name="connsiteX263" fmla="*/ 10623644 w 12192000"/>
              <a:gd name="connsiteY263" fmla="*/ 620644 h 6858000"/>
              <a:gd name="connsiteX264" fmla="*/ 10614417 w 12192000"/>
              <a:gd name="connsiteY264" fmla="*/ 616845 h 6858000"/>
              <a:gd name="connsiteX265" fmla="*/ 0 w 12192000"/>
              <a:gd name="connsiteY265" fmla="*/ 0 h 6858000"/>
              <a:gd name="connsiteX266" fmla="*/ 12192000 w 12192000"/>
              <a:gd name="connsiteY266" fmla="*/ 0 h 6858000"/>
              <a:gd name="connsiteX267" fmla="*/ 12192000 w 12192000"/>
              <a:gd name="connsiteY267" fmla="*/ 6858000 h 6858000"/>
              <a:gd name="connsiteX268" fmla="*/ 0 w 12192000"/>
              <a:gd name="connsiteY268"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Lst>
            <a:rect l="l" t="t" r="r" b="b"/>
            <a:pathLst>
              <a:path w="12192000" h="6858000">
                <a:moveTo>
                  <a:pt x="9343829" y="959868"/>
                </a:moveTo>
                <a:cubicBezTo>
                  <a:pt x="9341658" y="1057021"/>
                  <a:pt x="9319405" y="1078731"/>
                  <a:pt x="9294981" y="1078731"/>
                </a:cubicBezTo>
                <a:cubicBezTo>
                  <a:pt x="9279784" y="1078731"/>
                  <a:pt x="9271643" y="1064077"/>
                  <a:pt x="9271643" y="1047794"/>
                </a:cubicBezTo>
                <a:cubicBezTo>
                  <a:pt x="9271643" y="1003831"/>
                  <a:pt x="9304208" y="979949"/>
                  <a:pt x="9343829" y="959868"/>
                </a:cubicBezTo>
                <a:close/>
                <a:moveTo>
                  <a:pt x="11404665" y="772073"/>
                </a:moveTo>
                <a:cubicBezTo>
                  <a:pt x="11411721" y="772073"/>
                  <a:pt x="11417691" y="773159"/>
                  <a:pt x="11422576" y="775872"/>
                </a:cubicBezTo>
                <a:cubicBezTo>
                  <a:pt x="11428003" y="778586"/>
                  <a:pt x="11432345" y="781843"/>
                  <a:pt x="11435602" y="786185"/>
                </a:cubicBezTo>
                <a:cubicBezTo>
                  <a:pt x="11439401" y="790527"/>
                  <a:pt x="11442115" y="795411"/>
                  <a:pt x="11443743" y="801382"/>
                </a:cubicBezTo>
                <a:cubicBezTo>
                  <a:pt x="11445371" y="807352"/>
                  <a:pt x="11446457" y="813323"/>
                  <a:pt x="11446457" y="819836"/>
                </a:cubicBezTo>
                <a:lnTo>
                  <a:pt x="11359074" y="819836"/>
                </a:lnTo>
                <a:cubicBezTo>
                  <a:pt x="11360159" y="813865"/>
                  <a:pt x="11361245" y="808438"/>
                  <a:pt x="11363416" y="802467"/>
                </a:cubicBezTo>
                <a:cubicBezTo>
                  <a:pt x="11365587" y="796497"/>
                  <a:pt x="11368843" y="791612"/>
                  <a:pt x="11372100" y="787270"/>
                </a:cubicBezTo>
                <a:cubicBezTo>
                  <a:pt x="11375356" y="782928"/>
                  <a:pt x="11380241" y="779129"/>
                  <a:pt x="11385668" y="776415"/>
                </a:cubicBezTo>
                <a:cubicBezTo>
                  <a:pt x="11391096" y="773701"/>
                  <a:pt x="11397610" y="772073"/>
                  <a:pt x="11404665" y="772073"/>
                </a:cubicBezTo>
                <a:close/>
                <a:moveTo>
                  <a:pt x="9493087" y="766103"/>
                </a:moveTo>
                <a:cubicBezTo>
                  <a:pt x="9507741" y="766103"/>
                  <a:pt x="9516425" y="779673"/>
                  <a:pt x="9514797" y="799212"/>
                </a:cubicBezTo>
                <a:cubicBezTo>
                  <a:pt x="9513168" y="822008"/>
                  <a:pt x="9496343" y="848602"/>
                  <a:pt x="9467034" y="869227"/>
                </a:cubicBezTo>
                <a:cubicBezTo>
                  <a:pt x="9452380" y="825807"/>
                  <a:pt x="9463778" y="766103"/>
                  <a:pt x="9493087" y="766103"/>
                </a:cubicBezTo>
                <a:close/>
                <a:moveTo>
                  <a:pt x="11119177" y="740594"/>
                </a:moveTo>
                <a:lnTo>
                  <a:pt x="11189735" y="924046"/>
                </a:lnTo>
                <a:cubicBezTo>
                  <a:pt x="11196248" y="937614"/>
                  <a:pt x="11200590" y="944670"/>
                  <a:pt x="11213074" y="944670"/>
                </a:cubicBezTo>
                <a:lnTo>
                  <a:pt x="11236955" y="944670"/>
                </a:lnTo>
                <a:lnTo>
                  <a:pt x="11314569" y="740594"/>
                </a:lnTo>
                <a:lnTo>
                  <a:pt x="11278747" y="740594"/>
                </a:lnTo>
                <a:cubicBezTo>
                  <a:pt x="11266264" y="740594"/>
                  <a:pt x="11263007" y="747107"/>
                  <a:pt x="11257580" y="761219"/>
                </a:cubicBezTo>
                <a:lnTo>
                  <a:pt x="11217416" y="876825"/>
                </a:lnTo>
                <a:lnTo>
                  <a:pt x="11175624" y="763390"/>
                </a:lnTo>
                <a:cubicBezTo>
                  <a:pt x="11170738" y="748735"/>
                  <a:pt x="11166396" y="740594"/>
                  <a:pt x="11153913" y="740594"/>
                </a:cubicBezTo>
                <a:lnTo>
                  <a:pt x="11130575" y="740594"/>
                </a:lnTo>
                <a:close/>
                <a:moveTo>
                  <a:pt x="10865711" y="740051"/>
                </a:moveTo>
                <a:lnTo>
                  <a:pt x="10865711" y="910476"/>
                </a:lnTo>
                <a:cubicBezTo>
                  <a:pt x="10865711" y="929473"/>
                  <a:pt x="10880908" y="944670"/>
                  <a:pt x="10899904" y="944670"/>
                </a:cubicBezTo>
                <a:lnTo>
                  <a:pt x="10912930" y="944670"/>
                </a:lnTo>
                <a:lnTo>
                  <a:pt x="10912930" y="771531"/>
                </a:lnTo>
                <a:cubicBezTo>
                  <a:pt x="10912930" y="754163"/>
                  <a:pt x="10899361" y="740051"/>
                  <a:pt x="10881993" y="740051"/>
                </a:cubicBezTo>
                <a:close/>
                <a:moveTo>
                  <a:pt x="11599515" y="735166"/>
                </a:moveTo>
                <a:cubicBezTo>
                  <a:pt x="11581603" y="735166"/>
                  <a:pt x="11565321" y="736251"/>
                  <a:pt x="11550667" y="738965"/>
                </a:cubicBezTo>
                <a:cubicBezTo>
                  <a:pt x="11536012" y="741136"/>
                  <a:pt x="11524071" y="743850"/>
                  <a:pt x="11514845" y="746563"/>
                </a:cubicBezTo>
                <a:lnTo>
                  <a:pt x="11514845" y="918617"/>
                </a:lnTo>
                <a:lnTo>
                  <a:pt x="11514845" y="924045"/>
                </a:lnTo>
                <a:cubicBezTo>
                  <a:pt x="11514845" y="935442"/>
                  <a:pt x="11524071" y="945212"/>
                  <a:pt x="11536012" y="945212"/>
                </a:cubicBezTo>
                <a:lnTo>
                  <a:pt x="11536555" y="945212"/>
                </a:lnTo>
                <a:lnTo>
                  <a:pt x="11562607" y="945212"/>
                </a:lnTo>
                <a:lnTo>
                  <a:pt x="11562607" y="779129"/>
                </a:lnTo>
                <a:cubicBezTo>
                  <a:pt x="11565864" y="778586"/>
                  <a:pt x="11570748" y="778043"/>
                  <a:pt x="11577261" y="776958"/>
                </a:cubicBezTo>
                <a:cubicBezTo>
                  <a:pt x="11583774" y="776415"/>
                  <a:pt x="11590287" y="775872"/>
                  <a:pt x="11596258" y="775872"/>
                </a:cubicBezTo>
                <a:cubicBezTo>
                  <a:pt x="11604399" y="775872"/>
                  <a:pt x="11611455" y="776958"/>
                  <a:pt x="11616883" y="779129"/>
                </a:cubicBezTo>
                <a:cubicBezTo>
                  <a:pt x="11622310" y="781300"/>
                  <a:pt x="11627195" y="785099"/>
                  <a:pt x="11630451" y="789441"/>
                </a:cubicBezTo>
                <a:cubicBezTo>
                  <a:pt x="11633708" y="794326"/>
                  <a:pt x="11635879" y="800296"/>
                  <a:pt x="11637507" y="808437"/>
                </a:cubicBezTo>
                <a:cubicBezTo>
                  <a:pt x="11639135" y="816036"/>
                  <a:pt x="11639678" y="825263"/>
                  <a:pt x="11639678" y="836661"/>
                </a:cubicBezTo>
                <a:lnTo>
                  <a:pt x="11639678" y="918074"/>
                </a:lnTo>
                <a:lnTo>
                  <a:pt x="11639678" y="923502"/>
                </a:lnTo>
                <a:cubicBezTo>
                  <a:pt x="11639678" y="934900"/>
                  <a:pt x="11648905" y="944669"/>
                  <a:pt x="11660845" y="944669"/>
                </a:cubicBezTo>
                <a:lnTo>
                  <a:pt x="11687441" y="944669"/>
                </a:lnTo>
                <a:lnTo>
                  <a:pt x="11687441" y="829605"/>
                </a:lnTo>
                <a:cubicBezTo>
                  <a:pt x="11685812" y="815494"/>
                  <a:pt x="11684727" y="803010"/>
                  <a:pt x="11682013" y="791069"/>
                </a:cubicBezTo>
                <a:cubicBezTo>
                  <a:pt x="11679299" y="779672"/>
                  <a:pt x="11674415" y="769359"/>
                  <a:pt x="11667902" y="761218"/>
                </a:cubicBezTo>
                <a:cubicBezTo>
                  <a:pt x="11661389" y="753076"/>
                  <a:pt x="11652161" y="746563"/>
                  <a:pt x="11641306" y="742221"/>
                </a:cubicBezTo>
                <a:cubicBezTo>
                  <a:pt x="11629909" y="737879"/>
                  <a:pt x="11616340" y="735166"/>
                  <a:pt x="11599515" y="735166"/>
                </a:cubicBezTo>
                <a:close/>
                <a:moveTo>
                  <a:pt x="11026367" y="735166"/>
                </a:moveTo>
                <a:cubicBezTo>
                  <a:pt x="11008455" y="735166"/>
                  <a:pt x="10992173" y="736251"/>
                  <a:pt x="10977519" y="738965"/>
                </a:cubicBezTo>
                <a:cubicBezTo>
                  <a:pt x="10962864" y="741136"/>
                  <a:pt x="10950923" y="743850"/>
                  <a:pt x="10941697" y="746563"/>
                </a:cubicBezTo>
                <a:lnTo>
                  <a:pt x="10941697" y="918617"/>
                </a:lnTo>
                <a:lnTo>
                  <a:pt x="10941697" y="924045"/>
                </a:lnTo>
                <a:cubicBezTo>
                  <a:pt x="10941697" y="935442"/>
                  <a:pt x="10950923" y="945212"/>
                  <a:pt x="10962864" y="945212"/>
                </a:cubicBezTo>
                <a:lnTo>
                  <a:pt x="10963407" y="945212"/>
                </a:lnTo>
                <a:lnTo>
                  <a:pt x="10989459" y="945212"/>
                </a:lnTo>
                <a:lnTo>
                  <a:pt x="10989459" y="779129"/>
                </a:lnTo>
                <a:cubicBezTo>
                  <a:pt x="10992716" y="778586"/>
                  <a:pt x="10997600" y="778043"/>
                  <a:pt x="11004114" y="776958"/>
                </a:cubicBezTo>
                <a:cubicBezTo>
                  <a:pt x="11010626" y="776415"/>
                  <a:pt x="11017139" y="775872"/>
                  <a:pt x="11023110" y="775872"/>
                </a:cubicBezTo>
                <a:cubicBezTo>
                  <a:pt x="11031252" y="775872"/>
                  <a:pt x="11038307" y="776958"/>
                  <a:pt x="11043735" y="779129"/>
                </a:cubicBezTo>
                <a:cubicBezTo>
                  <a:pt x="11049162" y="781300"/>
                  <a:pt x="11054047" y="785099"/>
                  <a:pt x="11057303" y="789441"/>
                </a:cubicBezTo>
                <a:cubicBezTo>
                  <a:pt x="11060560" y="794326"/>
                  <a:pt x="11062731" y="800296"/>
                  <a:pt x="11064359" y="808437"/>
                </a:cubicBezTo>
                <a:cubicBezTo>
                  <a:pt x="11065987" y="816036"/>
                  <a:pt x="11066530" y="825263"/>
                  <a:pt x="11066530" y="836661"/>
                </a:cubicBezTo>
                <a:lnTo>
                  <a:pt x="11066530" y="918074"/>
                </a:lnTo>
                <a:lnTo>
                  <a:pt x="11066530" y="923502"/>
                </a:lnTo>
                <a:cubicBezTo>
                  <a:pt x="11066530" y="934900"/>
                  <a:pt x="11075757" y="944669"/>
                  <a:pt x="11087697" y="944669"/>
                </a:cubicBezTo>
                <a:lnTo>
                  <a:pt x="11114293" y="944669"/>
                </a:lnTo>
                <a:lnTo>
                  <a:pt x="11114293" y="829605"/>
                </a:lnTo>
                <a:cubicBezTo>
                  <a:pt x="11113207" y="815494"/>
                  <a:pt x="11111579" y="803010"/>
                  <a:pt x="11108865" y="791069"/>
                </a:cubicBezTo>
                <a:cubicBezTo>
                  <a:pt x="11106151" y="779672"/>
                  <a:pt x="11101267" y="769359"/>
                  <a:pt x="11094754" y="761218"/>
                </a:cubicBezTo>
                <a:cubicBezTo>
                  <a:pt x="11088241" y="753076"/>
                  <a:pt x="11079013" y="746563"/>
                  <a:pt x="11068158" y="742221"/>
                </a:cubicBezTo>
                <a:cubicBezTo>
                  <a:pt x="11056761" y="737879"/>
                  <a:pt x="11043192" y="735166"/>
                  <a:pt x="11026367" y="735166"/>
                </a:cubicBezTo>
                <a:close/>
                <a:moveTo>
                  <a:pt x="11405208" y="732995"/>
                </a:moveTo>
                <a:cubicBezTo>
                  <a:pt x="11393267" y="732995"/>
                  <a:pt x="11381327" y="735708"/>
                  <a:pt x="11369929" y="740050"/>
                </a:cubicBezTo>
                <a:cubicBezTo>
                  <a:pt x="11358531" y="744392"/>
                  <a:pt x="11348219" y="750905"/>
                  <a:pt x="11339535" y="760133"/>
                </a:cubicBezTo>
                <a:cubicBezTo>
                  <a:pt x="11330850" y="768817"/>
                  <a:pt x="11323794" y="780214"/>
                  <a:pt x="11318367" y="793783"/>
                </a:cubicBezTo>
                <a:cubicBezTo>
                  <a:pt x="11312939" y="807352"/>
                  <a:pt x="11310226" y="823092"/>
                  <a:pt x="11310226" y="841003"/>
                </a:cubicBezTo>
                <a:cubicBezTo>
                  <a:pt x="11310226" y="856200"/>
                  <a:pt x="11312397" y="870312"/>
                  <a:pt x="11316739" y="882252"/>
                </a:cubicBezTo>
                <a:cubicBezTo>
                  <a:pt x="11321081" y="895278"/>
                  <a:pt x="11327051" y="906676"/>
                  <a:pt x="11335735" y="915903"/>
                </a:cubicBezTo>
                <a:cubicBezTo>
                  <a:pt x="11344419" y="925673"/>
                  <a:pt x="11355274" y="932729"/>
                  <a:pt x="11368300" y="938156"/>
                </a:cubicBezTo>
                <a:cubicBezTo>
                  <a:pt x="11381327" y="943584"/>
                  <a:pt x="11397066" y="946297"/>
                  <a:pt x="11414977" y="946297"/>
                </a:cubicBezTo>
                <a:cubicBezTo>
                  <a:pt x="11422033" y="946297"/>
                  <a:pt x="11428546" y="945755"/>
                  <a:pt x="11435602" y="945212"/>
                </a:cubicBezTo>
                <a:cubicBezTo>
                  <a:pt x="11442658" y="944669"/>
                  <a:pt x="11448628" y="943584"/>
                  <a:pt x="11454598" y="942498"/>
                </a:cubicBezTo>
                <a:cubicBezTo>
                  <a:pt x="11460568" y="941413"/>
                  <a:pt x="11465996" y="940327"/>
                  <a:pt x="11470338" y="938699"/>
                </a:cubicBezTo>
                <a:cubicBezTo>
                  <a:pt x="11475223" y="937071"/>
                  <a:pt x="11478480" y="935442"/>
                  <a:pt x="11481193" y="934357"/>
                </a:cubicBezTo>
                <a:lnTo>
                  <a:pt x="11477937" y="913190"/>
                </a:lnTo>
                <a:cubicBezTo>
                  <a:pt x="11476309" y="904505"/>
                  <a:pt x="11468168" y="898535"/>
                  <a:pt x="11459483" y="900706"/>
                </a:cubicBezTo>
                <a:cubicBezTo>
                  <a:pt x="11457855" y="901249"/>
                  <a:pt x="11455141" y="901791"/>
                  <a:pt x="11452970" y="902334"/>
                </a:cubicBezTo>
                <a:cubicBezTo>
                  <a:pt x="11443200" y="904505"/>
                  <a:pt x="11432888" y="905591"/>
                  <a:pt x="11421490" y="905591"/>
                </a:cubicBezTo>
                <a:cubicBezTo>
                  <a:pt x="11401951" y="905591"/>
                  <a:pt x="11387297" y="900706"/>
                  <a:pt x="11376984" y="892022"/>
                </a:cubicBezTo>
                <a:cubicBezTo>
                  <a:pt x="11366672" y="882795"/>
                  <a:pt x="11360702" y="870312"/>
                  <a:pt x="11359617" y="854029"/>
                </a:cubicBezTo>
                <a:lnTo>
                  <a:pt x="11493677" y="854029"/>
                </a:lnTo>
                <a:cubicBezTo>
                  <a:pt x="11493677" y="851315"/>
                  <a:pt x="11494219" y="848601"/>
                  <a:pt x="11494219" y="845345"/>
                </a:cubicBezTo>
                <a:lnTo>
                  <a:pt x="11494219" y="836661"/>
                </a:lnTo>
                <a:cubicBezTo>
                  <a:pt x="11494219" y="802467"/>
                  <a:pt x="11486621" y="776415"/>
                  <a:pt x="11470881" y="759047"/>
                </a:cubicBezTo>
                <a:cubicBezTo>
                  <a:pt x="11455141" y="741679"/>
                  <a:pt x="11433431" y="732995"/>
                  <a:pt x="11405208" y="732995"/>
                </a:cubicBezTo>
                <a:close/>
                <a:moveTo>
                  <a:pt x="11753113" y="676006"/>
                </a:moveTo>
                <a:lnTo>
                  <a:pt x="11726518" y="680348"/>
                </a:lnTo>
                <a:cubicBezTo>
                  <a:pt x="11714578" y="682519"/>
                  <a:pt x="11705894" y="692831"/>
                  <a:pt x="11705894" y="704229"/>
                </a:cubicBezTo>
                <a:lnTo>
                  <a:pt x="11705894" y="860543"/>
                </a:lnTo>
                <a:cubicBezTo>
                  <a:pt x="11705894" y="874111"/>
                  <a:pt x="11706979" y="886595"/>
                  <a:pt x="11709150" y="896907"/>
                </a:cubicBezTo>
                <a:cubicBezTo>
                  <a:pt x="11711321" y="907762"/>
                  <a:pt x="11715120" y="916446"/>
                  <a:pt x="11721091" y="924045"/>
                </a:cubicBezTo>
                <a:cubicBezTo>
                  <a:pt x="11727061" y="931101"/>
                  <a:pt x="11734659" y="937071"/>
                  <a:pt x="11744429" y="940870"/>
                </a:cubicBezTo>
                <a:cubicBezTo>
                  <a:pt x="11754198" y="944669"/>
                  <a:pt x="11766139" y="946840"/>
                  <a:pt x="11780793" y="946840"/>
                </a:cubicBezTo>
                <a:cubicBezTo>
                  <a:pt x="11792734" y="946840"/>
                  <a:pt x="11803589" y="945755"/>
                  <a:pt x="11812273" y="943041"/>
                </a:cubicBezTo>
                <a:lnTo>
                  <a:pt x="11818786" y="941413"/>
                </a:lnTo>
                <a:cubicBezTo>
                  <a:pt x="11827469" y="939242"/>
                  <a:pt x="11832354" y="930558"/>
                  <a:pt x="11830726" y="921874"/>
                </a:cubicBezTo>
                <a:lnTo>
                  <a:pt x="11825841" y="898535"/>
                </a:lnTo>
                <a:cubicBezTo>
                  <a:pt x="11822042" y="900163"/>
                  <a:pt x="11816614" y="901792"/>
                  <a:pt x="11810102" y="903420"/>
                </a:cubicBezTo>
                <a:cubicBezTo>
                  <a:pt x="11803589" y="905048"/>
                  <a:pt x="11795990" y="906134"/>
                  <a:pt x="11787306" y="906134"/>
                </a:cubicBezTo>
                <a:cubicBezTo>
                  <a:pt x="11774823" y="906134"/>
                  <a:pt x="11766139" y="902877"/>
                  <a:pt x="11760711" y="895821"/>
                </a:cubicBezTo>
                <a:cubicBezTo>
                  <a:pt x="11755827" y="888766"/>
                  <a:pt x="11753113" y="876825"/>
                  <a:pt x="11753113" y="860543"/>
                </a:cubicBezTo>
                <a:lnTo>
                  <a:pt x="11753113" y="777501"/>
                </a:lnTo>
                <a:lnTo>
                  <a:pt x="11804674" y="777501"/>
                </a:lnTo>
                <a:cubicBezTo>
                  <a:pt x="11816614" y="777501"/>
                  <a:pt x="11825841" y="767731"/>
                  <a:pt x="11825841" y="756334"/>
                </a:cubicBezTo>
                <a:lnTo>
                  <a:pt x="11825841" y="739508"/>
                </a:lnTo>
                <a:lnTo>
                  <a:pt x="11753113" y="739508"/>
                </a:lnTo>
                <a:close/>
                <a:moveTo>
                  <a:pt x="10315900" y="658094"/>
                </a:moveTo>
                <a:cubicBezTo>
                  <a:pt x="10302874" y="658637"/>
                  <a:pt x="10292562" y="670035"/>
                  <a:pt x="10292562" y="684147"/>
                </a:cubicBezTo>
                <a:cubicBezTo>
                  <a:pt x="10293104" y="697716"/>
                  <a:pt x="10303417" y="708571"/>
                  <a:pt x="10315900" y="708028"/>
                </a:cubicBezTo>
                <a:cubicBezTo>
                  <a:pt x="10328926" y="707486"/>
                  <a:pt x="10339238" y="696087"/>
                  <a:pt x="10339238" y="681976"/>
                </a:cubicBezTo>
                <a:cubicBezTo>
                  <a:pt x="10339238" y="668406"/>
                  <a:pt x="10328926" y="657551"/>
                  <a:pt x="10315900" y="658094"/>
                </a:cubicBezTo>
                <a:close/>
                <a:moveTo>
                  <a:pt x="10889050" y="651039"/>
                </a:moveTo>
                <a:cubicBezTo>
                  <a:pt x="10880908" y="651039"/>
                  <a:pt x="10874395" y="653210"/>
                  <a:pt x="10868425" y="658637"/>
                </a:cubicBezTo>
                <a:cubicBezTo>
                  <a:pt x="10862454" y="664065"/>
                  <a:pt x="10859741" y="671121"/>
                  <a:pt x="10859741" y="680348"/>
                </a:cubicBezTo>
                <a:cubicBezTo>
                  <a:pt x="10859741" y="689032"/>
                  <a:pt x="10862454" y="696088"/>
                  <a:pt x="10868425" y="701515"/>
                </a:cubicBezTo>
                <a:cubicBezTo>
                  <a:pt x="10873853" y="706400"/>
                  <a:pt x="10880908" y="709114"/>
                  <a:pt x="10889050" y="709114"/>
                </a:cubicBezTo>
                <a:cubicBezTo>
                  <a:pt x="10896648" y="709114"/>
                  <a:pt x="10903161" y="706943"/>
                  <a:pt x="10909132" y="701515"/>
                </a:cubicBezTo>
                <a:cubicBezTo>
                  <a:pt x="10915102" y="696088"/>
                  <a:pt x="10917816" y="689032"/>
                  <a:pt x="10917816" y="680348"/>
                </a:cubicBezTo>
                <a:cubicBezTo>
                  <a:pt x="10917816" y="671664"/>
                  <a:pt x="10915102" y="664065"/>
                  <a:pt x="10909132" y="658637"/>
                </a:cubicBezTo>
                <a:cubicBezTo>
                  <a:pt x="10903704" y="653752"/>
                  <a:pt x="10896648" y="651039"/>
                  <a:pt x="10889050" y="651039"/>
                </a:cubicBezTo>
                <a:close/>
                <a:moveTo>
                  <a:pt x="9964195" y="647783"/>
                </a:moveTo>
                <a:cubicBezTo>
                  <a:pt x="9950084" y="648326"/>
                  <a:pt x="9938686" y="660267"/>
                  <a:pt x="9938686" y="674921"/>
                </a:cubicBezTo>
                <a:cubicBezTo>
                  <a:pt x="9938143" y="689575"/>
                  <a:pt x="9950084" y="700973"/>
                  <a:pt x="9964195" y="700431"/>
                </a:cubicBezTo>
                <a:cubicBezTo>
                  <a:pt x="9978307" y="699888"/>
                  <a:pt x="9988077" y="687947"/>
                  <a:pt x="9988077" y="673293"/>
                </a:cubicBezTo>
                <a:cubicBezTo>
                  <a:pt x="9988077" y="658638"/>
                  <a:pt x="9978307" y="647241"/>
                  <a:pt x="9964195" y="647783"/>
                </a:cubicBezTo>
                <a:close/>
                <a:moveTo>
                  <a:pt x="8724004" y="623359"/>
                </a:moveTo>
                <a:cubicBezTo>
                  <a:pt x="8645847" y="623359"/>
                  <a:pt x="8576918" y="701516"/>
                  <a:pt x="8576918" y="804096"/>
                </a:cubicBezTo>
                <a:cubicBezTo>
                  <a:pt x="8576918" y="903421"/>
                  <a:pt x="8627394" y="962039"/>
                  <a:pt x="8698495" y="962039"/>
                </a:cubicBezTo>
                <a:cubicBezTo>
                  <a:pt x="8743543" y="962039"/>
                  <a:pt x="8785878" y="936529"/>
                  <a:pt x="8815187" y="888766"/>
                </a:cubicBezTo>
                <a:cubicBezTo>
                  <a:pt x="8822785" y="930016"/>
                  <a:pt x="8851008" y="947927"/>
                  <a:pt x="8872176" y="947927"/>
                </a:cubicBezTo>
                <a:cubicBezTo>
                  <a:pt x="8906369" y="947927"/>
                  <a:pt x="8928622" y="925674"/>
                  <a:pt x="8941105" y="895822"/>
                </a:cubicBezTo>
                <a:cubicBezTo>
                  <a:pt x="8948704" y="925674"/>
                  <a:pt x="8964987" y="947927"/>
                  <a:pt x="8991582" y="947927"/>
                </a:cubicBezTo>
                <a:cubicBezTo>
                  <a:pt x="9010578" y="947927"/>
                  <a:pt x="9025233" y="938157"/>
                  <a:pt x="9036088" y="922960"/>
                </a:cubicBezTo>
                <a:cubicBezTo>
                  <a:pt x="9031746" y="1027712"/>
                  <a:pt x="9026318" y="1093928"/>
                  <a:pt x="9088192" y="1080902"/>
                </a:cubicBezTo>
                <a:cubicBezTo>
                  <a:pt x="9078423" y="1051051"/>
                  <a:pt x="9075708" y="997317"/>
                  <a:pt x="9075708" y="948469"/>
                </a:cubicBezTo>
                <a:cubicBezTo>
                  <a:pt x="9075708" y="815494"/>
                  <a:pt x="9097419" y="771531"/>
                  <a:pt x="9125099" y="771531"/>
                </a:cubicBezTo>
                <a:cubicBezTo>
                  <a:pt x="9145181" y="771531"/>
                  <a:pt x="9151694" y="797041"/>
                  <a:pt x="9151694" y="824179"/>
                </a:cubicBezTo>
                <a:cubicBezTo>
                  <a:pt x="9151694" y="838833"/>
                  <a:pt x="9150066" y="855115"/>
                  <a:pt x="9146810" y="870313"/>
                </a:cubicBezTo>
                <a:cubicBezTo>
                  <a:pt x="9113159" y="891480"/>
                  <a:pt x="9086021" y="908305"/>
                  <a:pt x="9086021" y="930016"/>
                </a:cubicBezTo>
                <a:cubicBezTo>
                  <a:pt x="9086021" y="946841"/>
                  <a:pt x="9098504" y="948469"/>
                  <a:pt x="9109359" y="948469"/>
                </a:cubicBezTo>
                <a:cubicBezTo>
                  <a:pt x="9135411" y="948469"/>
                  <a:pt x="9166349" y="922960"/>
                  <a:pt x="9183717" y="875198"/>
                </a:cubicBezTo>
                <a:cubicBezTo>
                  <a:pt x="9198914" y="865971"/>
                  <a:pt x="9214111" y="855658"/>
                  <a:pt x="9228223" y="841547"/>
                </a:cubicBezTo>
                <a:cubicBezTo>
                  <a:pt x="9227680" y="846431"/>
                  <a:pt x="9227680" y="851316"/>
                  <a:pt x="9227680" y="856201"/>
                </a:cubicBezTo>
                <a:cubicBezTo>
                  <a:pt x="9227680" y="903963"/>
                  <a:pt x="9248304" y="932730"/>
                  <a:pt x="9281955" y="932730"/>
                </a:cubicBezTo>
                <a:cubicBezTo>
                  <a:pt x="9308007" y="932730"/>
                  <a:pt x="9327546" y="914276"/>
                  <a:pt x="9341658" y="886595"/>
                </a:cubicBezTo>
                <a:cubicBezTo>
                  <a:pt x="9342744" y="902335"/>
                  <a:pt x="9343286" y="917533"/>
                  <a:pt x="9343286" y="931101"/>
                </a:cubicBezTo>
                <a:cubicBezTo>
                  <a:pt x="9290097" y="955526"/>
                  <a:pt x="9231479" y="980492"/>
                  <a:pt x="9231479" y="1049422"/>
                </a:cubicBezTo>
                <a:cubicBezTo>
                  <a:pt x="9231479" y="1085244"/>
                  <a:pt x="9257531" y="1111839"/>
                  <a:pt x="9290639" y="1111839"/>
                </a:cubicBezTo>
                <a:cubicBezTo>
                  <a:pt x="9364454" y="1111839"/>
                  <a:pt x="9381279" y="1034225"/>
                  <a:pt x="9381822" y="943585"/>
                </a:cubicBezTo>
                <a:cubicBezTo>
                  <a:pt x="9405703" y="933272"/>
                  <a:pt x="9423614" y="925131"/>
                  <a:pt x="9444239" y="914819"/>
                </a:cubicBezTo>
                <a:cubicBezTo>
                  <a:pt x="9462149" y="937072"/>
                  <a:pt x="9486031" y="947927"/>
                  <a:pt x="9507741" y="947927"/>
                </a:cubicBezTo>
                <a:cubicBezTo>
                  <a:pt x="9549533" y="947927"/>
                  <a:pt x="9580470" y="925674"/>
                  <a:pt x="9605980" y="881168"/>
                </a:cubicBezTo>
                <a:cubicBezTo>
                  <a:pt x="9610322" y="915362"/>
                  <a:pt x="9619006" y="947927"/>
                  <a:pt x="9637459" y="947927"/>
                </a:cubicBezTo>
                <a:cubicBezTo>
                  <a:pt x="9670567" y="947927"/>
                  <a:pt x="9677080" y="775331"/>
                  <a:pt x="9701504" y="775331"/>
                </a:cubicBezTo>
                <a:cubicBezTo>
                  <a:pt x="9720500" y="775331"/>
                  <a:pt x="9704761" y="962039"/>
                  <a:pt x="9754694" y="962039"/>
                </a:cubicBezTo>
                <a:cubicBezTo>
                  <a:pt x="9797029" y="962039"/>
                  <a:pt x="9805170" y="797583"/>
                  <a:pt x="9825795" y="797583"/>
                </a:cubicBezTo>
                <a:cubicBezTo>
                  <a:pt x="9840449" y="797583"/>
                  <a:pt x="9841535" y="947927"/>
                  <a:pt x="9887669" y="947927"/>
                </a:cubicBezTo>
                <a:cubicBezTo>
                  <a:pt x="9910464" y="947927"/>
                  <a:pt x="9934888" y="920789"/>
                  <a:pt x="9947372" y="863257"/>
                </a:cubicBezTo>
                <a:cubicBezTo>
                  <a:pt x="9953342" y="901250"/>
                  <a:pt x="9972338" y="947927"/>
                  <a:pt x="10009788" y="947927"/>
                </a:cubicBezTo>
                <a:cubicBezTo>
                  <a:pt x="10031499" y="947927"/>
                  <a:pt x="10050495" y="925674"/>
                  <a:pt x="10065149" y="896365"/>
                </a:cubicBezTo>
                <a:cubicBezTo>
                  <a:pt x="10068948" y="926759"/>
                  <a:pt x="10077633" y="947927"/>
                  <a:pt x="10094458" y="947927"/>
                </a:cubicBezTo>
                <a:cubicBezTo>
                  <a:pt x="10137878" y="947927"/>
                  <a:pt x="10136250" y="775873"/>
                  <a:pt x="10170444" y="775873"/>
                </a:cubicBezTo>
                <a:cubicBezTo>
                  <a:pt x="10197039" y="775873"/>
                  <a:pt x="10188897" y="947927"/>
                  <a:pt x="10252399" y="947927"/>
                </a:cubicBezTo>
                <a:cubicBezTo>
                  <a:pt x="10282794" y="947927"/>
                  <a:pt x="10296905" y="922417"/>
                  <a:pt x="10305590" y="889852"/>
                </a:cubicBezTo>
                <a:cubicBezTo>
                  <a:pt x="10317530" y="937614"/>
                  <a:pt x="10335983" y="947927"/>
                  <a:pt x="10351724" y="947927"/>
                </a:cubicBezTo>
                <a:cubicBezTo>
                  <a:pt x="10361493" y="947927"/>
                  <a:pt x="10369092" y="944670"/>
                  <a:pt x="10378861" y="932730"/>
                </a:cubicBezTo>
                <a:cubicBezTo>
                  <a:pt x="10331099" y="911020"/>
                  <a:pt x="10334898" y="833405"/>
                  <a:pt x="10334898" y="782929"/>
                </a:cubicBezTo>
                <a:cubicBezTo>
                  <a:pt x="10334898" y="756877"/>
                  <a:pt x="10333270" y="740051"/>
                  <a:pt x="10316445" y="740051"/>
                </a:cubicBezTo>
                <a:cubicBezTo>
                  <a:pt x="10308846" y="740051"/>
                  <a:pt x="10305047" y="741680"/>
                  <a:pt x="10297991" y="743851"/>
                </a:cubicBezTo>
                <a:cubicBezTo>
                  <a:pt x="10303961" y="831234"/>
                  <a:pt x="10284422" y="908305"/>
                  <a:pt x="10259998" y="908305"/>
                </a:cubicBezTo>
                <a:cubicBezTo>
                  <a:pt x="10228518" y="908305"/>
                  <a:pt x="10244258" y="721055"/>
                  <a:pt x="10177499" y="721055"/>
                </a:cubicBezTo>
                <a:cubicBezTo>
                  <a:pt x="10115626" y="721055"/>
                  <a:pt x="10106941" y="870313"/>
                  <a:pt x="10099886" y="870313"/>
                </a:cubicBezTo>
                <a:cubicBezTo>
                  <a:pt x="10095001" y="870313"/>
                  <a:pt x="10094458" y="831234"/>
                  <a:pt x="10094458" y="801383"/>
                </a:cubicBezTo>
                <a:cubicBezTo>
                  <a:pt x="10097172" y="787271"/>
                  <a:pt x="10098257" y="774245"/>
                  <a:pt x="10098257" y="764475"/>
                </a:cubicBezTo>
                <a:cubicBezTo>
                  <a:pt x="10098257" y="750364"/>
                  <a:pt x="10092830" y="726482"/>
                  <a:pt x="10060807" y="738423"/>
                </a:cubicBezTo>
                <a:cubicBezTo>
                  <a:pt x="10061893" y="845346"/>
                  <a:pt x="10040725" y="909934"/>
                  <a:pt x="10016302" y="909934"/>
                </a:cubicBezTo>
                <a:cubicBezTo>
                  <a:pt x="9981022" y="909934"/>
                  <a:pt x="9980480" y="813323"/>
                  <a:pt x="9980480" y="786186"/>
                </a:cubicBezTo>
                <a:cubicBezTo>
                  <a:pt x="9980480" y="760133"/>
                  <a:pt x="9982108" y="725397"/>
                  <a:pt x="9943572" y="737880"/>
                </a:cubicBezTo>
                <a:cubicBezTo>
                  <a:pt x="9937602" y="831234"/>
                  <a:pt x="9913178" y="901250"/>
                  <a:pt x="9897981" y="901250"/>
                </a:cubicBezTo>
                <a:cubicBezTo>
                  <a:pt x="9875186" y="901250"/>
                  <a:pt x="9879528" y="740051"/>
                  <a:pt x="9830137" y="740051"/>
                </a:cubicBezTo>
                <a:cubicBezTo>
                  <a:pt x="9785631" y="740051"/>
                  <a:pt x="9771519" y="892566"/>
                  <a:pt x="9762293" y="892566"/>
                </a:cubicBezTo>
                <a:cubicBezTo>
                  <a:pt x="9745467" y="892566"/>
                  <a:pt x="9767720" y="721055"/>
                  <a:pt x="9703132" y="721055"/>
                </a:cubicBezTo>
                <a:cubicBezTo>
                  <a:pt x="9669481" y="721055"/>
                  <a:pt x="9655913" y="778587"/>
                  <a:pt x="9642887" y="842632"/>
                </a:cubicBezTo>
                <a:cubicBezTo>
                  <a:pt x="9640173" y="855115"/>
                  <a:pt x="9637459" y="855658"/>
                  <a:pt x="9636916" y="841547"/>
                </a:cubicBezTo>
                <a:cubicBezTo>
                  <a:pt x="9636374" y="830149"/>
                  <a:pt x="9636374" y="817122"/>
                  <a:pt x="9636374" y="805725"/>
                </a:cubicBezTo>
                <a:cubicBezTo>
                  <a:pt x="9652656" y="741137"/>
                  <a:pt x="9632574" y="717255"/>
                  <a:pt x="9602723" y="734624"/>
                </a:cubicBezTo>
                <a:cubicBezTo>
                  <a:pt x="9612493" y="853487"/>
                  <a:pt x="9557674" y="911562"/>
                  <a:pt x="9515882" y="911562"/>
                </a:cubicBezTo>
                <a:cubicBezTo>
                  <a:pt x="9500685" y="911562"/>
                  <a:pt x="9488745" y="905049"/>
                  <a:pt x="9480061" y="894737"/>
                </a:cubicBezTo>
                <a:cubicBezTo>
                  <a:pt x="9530536" y="863799"/>
                  <a:pt x="9552790" y="828521"/>
                  <a:pt x="9552790" y="793784"/>
                </a:cubicBezTo>
                <a:cubicBezTo>
                  <a:pt x="9552790" y="756334"/>
                  <a:pt x="9531079" y="734624"/>
                  <a:pt x="9495800" y="734624"/>
                </a:cubicBezTo>
                <a:cubicBezTo>
                  <a:pt x="9445867" y="734624"/>
                  <a:pt x="9418187" y="786186"/>
                  <a:pt x="9418187" y="829606"/>
                </a:cubicBezTo>
                <a:cubicBezTo>
                  <a:pt x="9418187" y="852944"/>
                  <a:pt x="9422529" y="873027"/>
                  <a:pt x="9429584" y="889309"/>
                </a:cubicBezTo>
                <a:lnTo>
                  <a:pt x="9381279" y="911562"/>
                </a:lnTo>
                <a:cubicBezTo>
                  <a:pt x="9380194" y="866514"/>
                  <a:pt x="9374766" y="819293"/>
                  <a:pt x="9370967" y="775873"/>
                </a:cubicBezTo>
                <a:cubicBezTo>
                  <a:pt x="9344372" y="768817"/>
                  <a:pt x="9336774" y="781301"/>
                  <a:pt x="9334602" y="805182"/>
                </a:cubicBezTo>
                <a:cubicBezTo>
                  <a:pt x="9329717" y="858915"/>
                  <a:pt x="9310178" y="892566"/>
                  <a:pt x="9292268" y="892566"/>
                </a:cubicBezTo>
                <a:cubicBezTo>
                  <a:pt x="9279242" y="892566"/>
                  <a:pt x="9271100" y="876283"/>
                  <a:pt x="9270014" y="859457"/>
                </a:cubicBezTo>
                <a:cubicBezTo>
                  <a:pt x="9265130" y="773160"/>
                  <a:pt x="9335145" y="749278"/>
                  <a:pt x="9372052" y="761761"/>
                </a:cubicBezTo>
                <a:cubicBezTo>
                  <a:pt x="9379651" y="742765"/>
                  <a:pt x="9371510" y="729196"/>
                  <a:pt x="9338401" y="729196"/>
                </a:cubicBezTo>
                <a:cubicBezTo>
                  <a:pt x="9298238" y="729196"/>
                  <a:pt x="9268386" y="753620"/>
                  <a:pt x="9246133" y="785100"/>
                </a:cubicBezTo>
                <a:cubicBezTo>
                  <a:pt x="9231479" y="805725"/>
                  <a:pt x="9214654" y="820922"/>
                  <a:pt x="9191858" y="838833"/>
                </a:cubicBezTo>
                <a:cubicBezTo>
                  <a:pt x="9192401" y="833405"/>
                  <a:pt x="9192943" y="828521"/>
                  <a:pt x="9192943" y="823636"/>
                </a:cubicBezTo>
                <a:cubicBezTo>
                  <a:pt x="9192943" y="762847"/>
                  <a:pt x="9159836" y="735709"/>
                  <a:pt x="9128356" y="735709"/>
                </a:cubicBezTo>
                <a:cubicBezTo>
                  <a:pt x="9102304" y="735709"/>
                  <a:pt x="9086021" y="751449"/>
                  <a:pt x="9076252" y="775331"/>
                </a:cubicBezTo>
                <a:cubicBezTo>
                  <a:pt x="9074080" y="751449"/>
                  <a:pt x="9069195" y="741137"/>
                  <a:pt x="9055084" y="741137"/>
                </a:cubicBezTo>
                <a:cubicBezTo>
                  <a:pt x="9049114" y="741137"/>
                  <a:pt x="9040972" y="742765"/>
                  <a:pt x="9031746" y="747107"/>
                </a:cubicBezTo>
                <a:cubicBezTo>
                  <a:pt x="9036088" y="760676"/>
                  <a:pt x="9037173" y="790528"/>
                  <a:pt x="9037173" y="810067"/>
                </a:cubicBezTo>
                <a:cubicBezTo>
                  <a:pt x="9037173" y="883339"/>
                  <a:pt x="9016006" y="915904"/>
                  <a:pt x="8995924" y="915904"/>
                </a:cubicBezTo>
                <a:cubicBezTo>
                  <a:pt x="8972585" y="915904"/>
                  <a:pt x="8969329" y="829063"/>
                  <a:pt x="8967158" y="795412"/>
                </a:cubicBezTo>
                <a:cubicBezTo>
                  <a:pt x="8964444" y="794327"/>
                  <a:pt x="8961188" y="793241"/>
                  <a:pt x="8955760" y="793241"/>
                </a:cubicBezTo>
                <a:cubicBezTo>
                  <a:pt x="8935135" y="793241"/>
                  <a:pt x="8932421" y="821465"/>
                  <a:pt x="8926994" y="846974"/>
                </a:cubicBezTo>
                <a:cubicBezTo>
                  <a:pt x="8921024" y="875740"/>
                  <a:pt x="8904741" y="911562"/>
                  <a:pt x="8880317" y="911562"/>
                </a:cubicBezTo>
                <a:cubicBezTo>
                  <a:pt x="8865663" y="911562"/>
                  <a:pt x="8856436" y="897450"/>
                  <a:pt x="8855350" y="871941"/>
                </a:cubicBezTo>
                <a:cubicBezTo>
                  <a:pt x="8853179" y="820379"/>
                  <a:pt x="8896057" y="759048"/>
                  <a:pt x="8963359" y="778044"/>
                </a:cubicBezTo>
                <a:cubicBezTo>
                  <a:pt x="8972043" y="757419"/>
                  <a:pt x="8958474" y="741680"/>
                  <a:pt x="8930250" y="741680"/>
                </a:cubicBezTo>
                <a:cubicBezTo>
                  <a:pt x="8880860" y="741680"/>
                  <a:pt x="8840153" y="778587"/>
                  <a:pt x="8822243" y="822008"/>
                </a:cubicBezTo>
                <a:cubicBezTo>
                  <a:pt x="8804331" y="862172"/>
                  <a:pt x="8772852" y="920789"/>
                  <a:pt x="8708264" y="920789"/>
                </a:cubicBezTo>
                <a:cubicBezTo>
                  <a:pt x="8662673" y="920789"/>
                  <a:pt x="8628479" y="881168"/>
                  <a:pt x="8628479" y="798126"/>
                </a:cubicBezTo>
                <a:cubicBezTo>
                  <a:pt x="8628479" y="726482"/>
                  <a:pt x="8673528" y="658638"/>
                  <a:pt x="8721833" y="658638"/>
                </a:cubicBezTo>
                <a:cubicBezTo>
                  <a:pt x="8755484" y="658638"/>
                  <a:pt x="8763082" y="691746"/>
                  <a:pt x="8760369" y="722683"/>
                </a:cubicBezTo>
                <a:cubicBezTo>
                  <a:pt x="8777737" y="736795"/>
                  <a:pt x="8806502" y="723768"/>
                  <a:pt x="8806502" y="688490"/>
                </a:cubicBezTo>
                <a:cubicBezTo>
                  <a:pt x="8806502" y="664608"/>
                  <a:pt x="8786963" y="623359"/>
                  <a:pt x="8724004" y="623359"/>
                </a:cubicBezTo>
                <a:close/>
                <a:moveTo>
                  <a:pt x="10614417" y="616845"/>
                </a:moveTo>
                <a:cubicBezTo>
                  <a:pt x="10567740" y="672748"/>
                  <a:pt x="10406543" y="714541"/>
                  <a:pt x="10406543" y="831233"/>
                </a:cubicBezTo>
                <a:cubicBezTo>
                  <a:pt x="10406543" y="876825"/>
                  <a:pt x="10435308" y="919703"/>
                  <a:pt x="10478186" y="937071"/>
                </a:cubicBezTo>
                <a:cubicBezTo>
                  <a:pt x="10502610" y="946297"/>
                  <a:pt x="10527577" y="946840"/>
                  <a:pt x="10552001" y="938699"/>
                </a:cubicBezTo>
                <a:cubicBezTo>
                  <a:pt x="10562856" y="935171"/>
                  <a:pt x="10572897" y="930015"/>
                  <a:pt x="10582056" y="923637"/>
                </a:cubicBezTo>
                <a:lnTo>
                  <a:pt x="10605742" y="902222"/>
                </a:lnTo>
                <a:lnTo>
                  <a:pt x="10584429" y="941210"/>
                </a:lnTo>
                <a:cubicBezTo>
                  <a:pt x="10572488" y="952133"/>
                  <a:pt x="10556613" y="959868"/>
                  <a:pt x="10538973" y="962039"/>
                </a:cubicBezTo>
                <a:cubicBezTo>
                  <a:pt x="10547657" y="971265"/>
                  <a:pt x="10566653" y="976150"/>
                  <a:pt x="10589992" y="976150"/>
                </a:cubicBezTo>
                <a:cubicBezTo>
                  <a:pt x="10631783" y="976150"/>
                  <a:pt x="10682802" y="963667"/>
                  <a:pt x="10709398" y="937072"/>
                </a:cubicBezTo>
                <a:cubicBezTo>
                  <a:pt x="10674118" y="937614"/>
                  <a:pt x="10651323" y="914819"/>
                  <a:pt x="10649152" y="883339"/>
                </a:cubicBezTo>
                <a:cubicBezTo>
                  <a:pt x="10665977" y="904506"/>
                  <a:pt x="10685516" y="912648"/>
                  <a:pt x="10708312" y="912648"/>
                </a:cubicBezTo>
                <a:cubicBezTo>
                  <a:pt x="10757160" y="912648"/>
                  <a:pt x="10794610" y="873027"/>
                  <a:pt x="10795153" y="826350"/>
                </a:cubicBezTo>
                <a:lnTo>
                  <a:pt x="10795631" y="825891"/>
                </a:lnTo>
                <a:lnTo>
                  <a:pt x="10795697" y="826349"/>
                </a:lnTo>
                <a:cubicBezTo>
                  <a:pt x="10795697" y="826824"/>
                  <a:pt x="10803583" y="818497"/>
                  <a:pt x="10801382" y="820371"/>
                </a:cubicBezTo>
                <a:lnTo>
                  <a:pt x="10795631" y="825891"/>
                </a:lnTo>
                <a:lnTo>
                  <a:pt x="10795154" y="822549"/>
                </a:lnTo>
                <a:cubicBezTo>
                  <a:pt x="10794069" y="767731"/>
                  <a:pt x="10768017" y="722139"/>
                  <a:pt x="10727853" y="685232"/>
                </a:cubicBezTo>
                <a:cubicBezTo>
                  <a:pt x="10697459" y="657551"/>
                  <a:pt x="10661094" y="636384"/>
                  <a:pt x="10623644" y="620644"/>
                </a:cubicBezTo>
                <a:cubicBezTo>
                  <a:pt x="10620388" y="619558"/>
                  <a:pt x="10617674" y="617930"/>
                  <a:pt x="10614417" y="616845"/>
                </a:cubicBezTo>
                <a:close/>
                <a:moveTo>
                  <a:pt x="0" y="0"/>
                </a:moveTo>
                <a:lnTo>
                  <a:pt x="12192000" y="0"/>
                </a:lnTo>
                <a:lnTo>
                  <a:pt x="12192000" y="6858000"/>
                </a:lnTo>
                <a:lnTo>
                  <a:pt x="0" y="6858000"/>
                </a:lnTo>
                <a:close/>
              </a:path>
            </a:pathLst>
          </a:custGeom>
          <a:solidFill>
            <a:schemeClr val="accent4"/>
          </a:solidFill>
        </p:spPr>
        <p:txBody>
          <a:bodyPr wrap="square">
            <a:noAutofit/>
          </a:bodyPr>
          <a:lstStyle>
            <a:lvl1pPr>
              <a:defRPr>
                <a:solidFill>
                  <a:schemeClr val="bg2">
                    <a:lumMod val="50000"/>
                  </a:schemeClr>
                </a:solidFill>
              </a:defRPr>
            </a:lvl1pPr>
          </a:lstStyle>
          <a:p>
            <a:r>
              <a:rPr lang="en-GB"/>
              <a:t>Insert picture and send to back</a:t>
            </a:r>
          </a:p>
        </p:txBody>
      </p:sp>
      <p:grpSp>
        <p:nvGrpSpPr>
          <p:cNvPr id="8" name="Graphic 4">
            <a:extLst>
              <a:ext uri="{FF2B5EF4-FFF2-40B4-BE49-F238E27FC236}">
                <a16:creationId xmlns:a16="http://schemas.microsoft.com/office/drawing/2014/main" id="{F2421B0D-7DA0-4C20-BC04-17F98DDB63A1}"/>
              </a:ext>
            </a:extLst>
          </p:cNvPr>
          <p:cNvGrpSpPr>
            <a:grpSpLocks/>
          </p:cNvGrpSpPr>
          <p:nvPr userDrawn="1"/>
        </p:nvGrpSpPr>
        <p:grpSpPr>
          <a:xfrm>
            <a:off x="8572847" y="612775"/>
            <a:ext cx="3259236" cy="500422"/>
            <a:chOff x="3176111" y="1257136"/>
            <a:chExt cx="5719756" cy="878207"/>
          </a:xfrm>
        </p:grpSpPr>
        <p:sp>
          <p:nvSpPr>
            <p:cNvPr id="9" name="Freeform: Shape 8">
              <a:extLst>
                <a:ext uri="{FF2B5EF4-FFF2-40B4-BE49-F238E27FC236}">
                  <a16:creationId xmlns:a16="http://schemas.microsoft.com/office/drawing/2014/main" id="{8D8EBEFA-E06E-4EC8-A9B9-C9E05B783822}"/>
                </a:ext>
              </a:extLst>
            </p:cNvPr>
            <p:cNvSpPr/>
            <p:nvPr/>
          </p:nvSpPr>
          <p:spPr>
            <a:xfrm>
              <a:off x="8667268" y="1360960"/>
              <a:ext cx="228599" cy="485775"/>
            </a:xfrm>
            <a:custGeom>
              <a:avLst/>
              <a:gdLst>
                <a:gd name="connsiteX0" fmla="*/ 43339 w 228600"/>
                <a:gd name="connsiteY0" fmla="*/ 14764 h 485775"/>
                <a:gd name="connsiteX1" fmla="*/ 90011 w 228600"/>
                <a:gd name="connsiteY1" fmla="*/ 7144 h 485775"/>
                <a:gd name="connsiteX2" fmla="*/ 90011 w 228600"/>
                <a:gd name="connsiteY2" fmla="*/ 118586 h 485775"/>
                <a:gd name="connsiteX3" fmla="*/ 217646 w 228600"/>
                <a:gd name="connsiteY3" fmla="*/ 118586 h 485775"/>
                <a:gd name="connsiteX4" fmla="*/ 217646 w 228600"/>
                <a:gd name="connsiteY4" fmla="*/ 148114 h 485775"/>
                <a:gd name="connsiteX5" fmla="*/ 180499 w 228600"/>
                <a:gd name="connsiteY5" fmla="*/ 185261 h 485775"/>
                <a:gd name="connsiteX6" fmla="*/ 90011 w 228600"/>
                <a:gd name="connsiteY6" fmla="*/ 185261 h 485775"/>
                <a:gd name="connsiteX7" fmla="*/ 90011 w 228600"/>
                <a:gd name="connsiteY7" fmla="*/ 330994 h 485775"/>
                <a:gd name="connsiteX8" fmla="*/ 103346 w 228600"/>
                <a:gd name="connsiteY8" fmla="*/ 392906 h 485775"/>
                <a:gd name="connsiteX9" fmla="*/ 150019 w 228600"/>
                <a:gd name="connsiteY9" fmla="*/ 411004 h 485775"/>
                <a:gd name="connsiteX10" fmla="*/ 190024 w 228600"/>
                <a:gd name="connsiteY10" fmla="*/ 406241 h 485775"/>
                <a:gd name="connsiteX11" fmla="*/ 217646 w 228600"/>
                <a:gd name="connsiteY11" fmla="*/ 397669 h 485775"/>
                <a:gd name="connsiteX12" fmla="*/ 226219 w 228600"/>
                <a:gd name="connsiteY12" fmla="*/ 438626 h 485775"/>
                <a:gd name="connsiteX13" fmla="*/ 205264 w 228600"/>
                <a:gd name="connsiteY13" fmla="*/ 472916 h 485775"/>
                <a:gd name="connsiteX14" fmla="*/ 193834 w 228600"/>
                <a:gd name="connsiteY14" fmla="*/ 475774 h 485775"/>
                <a:gd name="connsiteX15" fmla="*/ 138589 w 228600"/>
                <a:gd name="connsiteY15" fmla="*/ 482441 h 485775"/>
                <a:gd name="connsiteX16" fmla="*/ 74771 w 228600"/>
                <a:gd name="connsiteY16" fmla="*/ 471964 h 485775"/>
                <a:gd name="connsiteX17" fmla="*/ 33814 w 228600"/>
                <a:gd name="connsiteY17" fmla="*/ 442436 h 485775"/>
                <a:gd name="connsiteX18" fmla="*/ 12859 w 228600"/>
                <a:gd name="connsiteY18" fmla="*/ 394811 h 485775"/>
                <a:gd name="connsiteX19" fmla="*/ 7144 w 228600"/>
                <a:gd name="connsiteY19" fmla="*/ 330994 h 485775"/>
                <a:gd name="connsiteX20" fmla="*/ 7144 w 228600"/>
                <a:gd name="connsiteY20" fmla="*/ 56674 h 485775"/>
                <a:gd name="connsiteX21" fmla="*/ 43339 w 228600"/>
                <a:gd name="connsiteY21" fmla="*/ 14764 h 4857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228600" h="485775">
                  <a:moveTo>
                    <a:pt x="43339" y="14764"/>
                  </a:moveTo>
                  <a:lnTo>
                    <a:pt x="90011" y="7144"/>
                  </a:lnTo>
                  <a:lnTo>
                    <a:pt x="90011" y="118586"/>
                  </a:lnTo>
                  <a:lnTo>
                    <a:pt x="217646" y="118586"/>
                  </a:lnTo>
                  <a:lnTo>
                    <a:pt x="217646" y="148114"/>
                  </a:lnTo>
                  <a:cubicBezTo>
                    <a:pt x="217646" y="168116"/>
                    <a:pt x="201453" y="185261"/>
                    <a:pt x="180499" y="185261"/>
                  </a:cubicBezTo>
                  <a:lnTo>
                    <a:pt x="90011" y="185261"/>
                  </a:lnTo>
                  <a:lnTo>
                    <a:pt x="90011" y="330994"/>
                  </a:lnTo>
                  <a:cubicBezTo>
                    <a:pt x="90011" y="359569"/>
                    <a:pt x="94774" y="380524"/>
                    <a:pt x="103346" y="392906"/>
                  </a:cubicBezTo>
                  <a:cubicBezTo>
                    <a:pt x="112871" y="405289"/>
                    <a:pt x="128111" y="411004"/>
                    <a:pt x="150019" y="411004"/>
                  </a:cubicBezTo>
                  <a:cubicBezTo>
                    <a:pt x="165259" y="411004"/>
                    <a:pt x="178594" y="409099"/>
                    <a:pt x="190024" y="406241"/>
                  </a:cubicBezTo>
                  <a:cubicBezTo>
                    <a:pt x="201453" y="403384"/>
                    <a:pt x="210978" y="400526"/>
                    <a:pt x="217646" y="397669"/>
                  </a:cubicBezTo>
                  <a:lnTo>
                    <a:pt x="226219" y="438626"/>
                  </a:lnTo>
                  <a:cubicBezTo>
                    <a:pt x="229076" y="453866"/>
                    <a:pt x="220503" y="469106"/>
                    <a:pt x="205264" y="472916"/>
                  </a:cubicBezTo>
                  <a:lnTo>
                    <a:pt x="193834" y="475774"/>
                  </a:lnTo>
                  <a:cubicBezTo>
                    <a:pt x="178594" y="480536"/>
                    <a:pt x="159544" y="482441"/>
                    <a:pt x="138589" y="482441"/>
                  </a:cubicBezTo>
                  <a:cubicBezTo>
                    <a:pt x="112871" y="482441"/>
                    <a:pt x="91916" y="478631"/>
                    <a:pt x="74771" y="471964"/>
                  </a:cubicBezTo>
                  <a:cubicBezTo>
                    <a:pt x="57626" y="465296"/>
                    <a:pt x="44291" y="454819"/>
                    <a:pt x="33814" y="442436"/>
                  </a:cubicBezTo>
                  <a:cubicBezTo>
                    <a:pt x="23336" y="429101"/>
                    <a:pt x="16669" y="413861"/>
                    <a:pt x="12859" y="394811"/>
                  </a:cubicBezTo>
                  <a:cubicBezTo>
                    <a:pt x="9049" y="376714"/>
                    <a:pt x="7144" y="354806"/>
                    <a:pt x="7144" y="330994"/>
                  </a:cubicBezTo>
                  <a:lnTo>
                    <a:pt x="7144" y="56674"/>
                  </a:lnTo>
                  <a:cubicBezTo>
                    <a:pt x="7144" y="36671"/>
                    <a:pt x="22384" y="18574"/>
                    <a:pt x="43339" y="14764"/>
                  </a:cubicBezTo>
                  <a:close/>
                </a:path>
              </a:pathLst>
            </a:custGeom>
            <a:solidFill>
              <a:srgbClr val="0072AF"/>
            </a:solidFill>
            <a:ln w="9525" cap="flat">
              <a:noFill/>
              <a:prstDash val="solid"/>
              <a:miter/>
            </a:ln>
          </p:spPr>
          <p:txBody>
            <a:bodyPr lIns="73152" tIns="36576" rIns="73152" bIns="36576" rtlCol="0" anchor="ctr"/>
            <a:lstStyle/>
            <a:p>
              <a:endParaRPr lang="de-DE"/>
            </a:p>
          </p:txBody>
        </p:sp>
        <p:sp>
          <p:nvSpPr>
            <p:cNvPr id="10" name="Freeform: Shape 9">
              <a:extLst>
                <a:ext uri="{FF2B5EF4-FFF2-40B4-BE49-F238E27FC236}">
                  <a16:creationId xmlns:a16="http://schemas.microsoft.com/office/drawing/2014/main" id="{66AC15CA-B199-4413-AD1D-A9CEAC1A825C}"/>
                </a:ext>
              </a:extLst>
            </p:cNvPr>
            <p:cNvSpPr/>
            <p:nvPr/>
          </p:nvSpPr>
          <p:spPr>
            <a:xfrm>
              <a:off x="7972896" y="1460972"/>
              <a:ext cx="333375" cy="381000"/>
            </a:xfrm>
            <a:custGeom>
              <a:avLst/>
              <a:gdLst>
                <a:gd name="connsiteX0" fmla="*/ 7144 w 333375"/>
                <a:gd name="connsiteY0" fmla="*/ 196691 h 381000"/>
                <a:gd name="connsiteX1" fmla="*/ 21431 w 333375"/>
                <a:gd name="connsiteY1" fmla="*/ 113824 h 381000"/>
                <a:gd name="connsiteX2" fmla="*/ 58579 w 333375"/>
                <a:gd name="connsiteY2" fmla="*/ 54769 h 381000"/>
                <a:gd name="connsiteX3" fmla="*/ 111919 w 333375"/>
                <a:gd name="connsiteY3" fmla="*/ 19526 h 381000"/>
                <a:gd name="connsiteX4" fmla="*/ 173831 w 333375"/>
                <a:gd name="connsiteY4" fmla="*/ 7144 h 381000"/>
                <a:gd name="connsiteX5" fmla="*/ 289084 w 333375"/>
                <a:gd name="connsiteY5" fmla="*/ 52864 h 381000"/>
                <a:gd name="connsiteX6" fmla="*/ 330041 w 333375"/>
                <a:gd name="connsiteY6" fmla="*/ 189071 h 381000"/>
                <a:gd name="connsiteX7" fmla="*/ 330041 w 333375"/>
                <a:gd name="connsiteY7" fmla="*/ 204311 h 381000"/>
                <a:gd name="connsiteX8" fmla="*/ 329089 w 333375"/>
                <a:gd name="connsiteY8" fmla="*/ 219551 h 381000"/>
                <a:gd name="connsiteX9" fmla="*/ 93822 w 333375"/>
                <a:gd name="connsiteY9" fmla="*/ 219551 h 381000"/>
                <a:gd name="connsiteX10" fmla="*/ 124301 w 333375"/>
                <a:gd name="connsiteY10" fmla="*/ 286226 h 381000"/>
                <a:gd name="connsiteX11" fmla="*/ 202406 w 333375"/>
                <a:gd name="connsiteY11" fmla="*/ 310039 h 381000"/>
                <a:gd name="connsiteX12" fmla="*/ 257651 w 333375"/>
                <a:gd name="connsiteY12" fmla="*/ 304324 h 381000"/>
                <a:gd name="connsiteX13" fmla="*/ 269081 w 333375"/>
                <a:gd name="connsiteY13" fmla="*/ 301466 h 381000"/>
                <a:gd name="connsiteX14" fmla="*/ 301466 w 333375"/>
                <a:gd name="connsiteY14" fmla="*/ 323374 h 381000"/>
                <a:gd name="connsiteX15" fmla="*/ 307181 w 333375"/>
                <a:gd name="connsiteY15" fmla="*/ 360521 h 381000"/>
                <a:gd name="connsiteX16" fmla="*/ 288131 w 333375"/>
                <a:gd name="connsiteY16" fmla="*/ 368141 h 381000"/>
                <a:gd name="connsiteX17" fmla="*/ 260509 w 333375"/>
                <a:gd name="connsiteY17" fmla="*/ 374809 h 381000"/>
                <a:gd name="connsiteX18" fmla="*/ 227172 w 333375"/>
                <a:gd name="connsiteY18" fmla="*/ 379571 h 381000"/>
                <a:gd name="connsiteX19" fmla="*/ 190976 w 333375"/>
                <a:gd name="connsiteY19" fmla="*/ 381476 h 381000"/>
                <a:gd name="connsiteX20" fmla="*/ 109061 w 333375"/>
                <a:gd name="connsiteY20" fmla="*/ 367189 h 381000"/>
                <a:gd name="connsiteX21" fmla="*/ 51911 w 333375"/>
                <a:gd name="connsiteY21" fmla="*/ 328136 h 381000"/>
                <a:gd name="connsiteX22" fmla="*/ 18574 w 333375"/>
                <a:gd name="connsiteY22" fmla="*/ 269081 h 381000"/>
                <a:gd name="connsiteX23" fmla="*/ 7144 w 333375"/>
                <a:gd name="connsiteY23" fmla="*/ 196691 h 381000"/>
                <a:gd name="connsiteX24" fmla="*/ 246222 w 333375"/>
                <a:gd name="connsiteY24" fmla="*/ 159544 h 381000"/>
                <a:gd name="connsiteX25" fmla="*/ 241459 w 333375"/>
                <a:gd name="connsiteY25" fmla="*/ 127159 h 381000"/>
                <a:gd name="connsiteX26" fmla="*/ 227172 w 333375"/>
                <a:gd name="connsiteY26" fmla="*/ 100489 h 381000"/>
                <a:gd name="connsiteX27" fmla="*/ 204311 w 333375"/>
                <a:gd name="connsiteY27" fmla="*/ 82391 h 381000"/>
                <a:gd name="connsiteX28" fmla="*/ 172879 w 333375"/>
                <a:gd name="connsiteY28" fmla="*/ 75724 h 381000"/>
                <a:gd name="connsiteX29" fmla="*/ 139541 w 333375"/>
                <a:gd name="connsiteY29" fmla="*/ 83344 h 381000"/>
                <a:gd name="connsiteX30" fmla="*/ 115729 w 333375"/>
                <a:gd name="connsiteY30" fmla="*/ 102394 h 381000"/>
                <a:gd name="connsiteX31" fmla="*/ 100489 w 333375"/>
                <a:gd name="connsiteY31" fmla="*/ 129064 h 381000"/>
                <a:gd name="connsiteX32" fmla="*/ 92869 w 333375"/>
                <a:gd name="connsiteY32" fmla="*/ 159544 h 381000"/>
                <a:gd name="connsiteX33" fmla="*/ 246222 w 333375"/>
                <a:gd name="connsiteY33" fmla="*/ 159544 h 381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Lst>
              <a:rect l="l" t="t" r="r" b="b"/>
              <a:pathLst>
                <a:path w="333375" h="381000">
                  <a:moveTo>
                    <a:pt x="7144" y="196691"/>
                  </a:moveTo>
                  <a:cubicBezTo>
                    <a:pt x="7144" y="165259"/>
                    <a:pt x="11906" y="137636"/>
                    <a:pt x="21431" y="113824"/>
                  </a:cubicBezTo>
                  <a:cubicBezTo>
                    <a:pt x="30956" y="90011"/>
                    <a:pt x="43339" y="70009"/>
                    <a:pt x="58579" y="54769"/>
                  </a:cubicBezTo>
                  <a:cubicBezTo>
                    <a:pt x="73819" y="38576"/>
                    <a:pt x="91916" y="27146"/>
                    <a:pt x="111919" y="19526"/>
                  </a:cubicBezTo>
                  <a:cubicBezTo>
                    <a:pt x="131922" y="11906"/>
                    <a:pt x="152876" y="7144"/>
                    <a:pt x="173831" y="7144"/>
                  </a:cubicBezTo>
                  <a:cubicBezTo>
                    <a:pt x="223361" y="7144"/>
                    <a:pt x="261461" y="22384"/>
                    <a:pt x="289084" y="52864"/>
                  </a:cubicBezTo>
                  <a:cubicBezTo>
                    <a:pt x="316706" y="83344"/>
                    <a:pt x="330041" y="129064"/>
                    <a:pt x="330041" y="189071"/>
                  </a:cubicBezTo>
                  <a:cubicBezTo>
                    <a:pt x="330041" y="193834"/>
                    <a:pt x="330041" y="198596"/>
                    <a:pt x="330041" y="204311"/>
                  </a:cubicBezTo>
                  <a:cubicBezTo>
                    <a:pt x="330041" y="210026"/>
                    <a:pt x="329089" y="214789"/>
                    <a:pt x="329089" y="219551"/>
                  </a:cubicBezTo>
                  <a:lnTo>
                    <a:pt x="93822" y="219551"/>
                  </a:lnTo>
                  <a:cubicBezTo>
                    <a:pt x="95726" y="248126"/>
                    <a:pt x="106204" y="270034"/>
                    <a:pt x="124301" y="286226"/>
                  </a:cubicBezTo>
                  <a:cubicBezTo>
                    <a:pt x="142399" y="301466"/>
                    <a:pt x="168116" y="310039"/>
                    <a:pt x="202406" y="310039"/>
                  </a:cubicBezTo>
                  <a:cubicBezTo>
                    <a:pt x="222409" y="310039"/>
                    <a:pt x="240506" y="308134"/>
                    <a:pt x="257651" y="304324"/>
                  </a:cubicBezTo>
                  <a:cubicBezTo>
                    <a:pt x="261461" y="303371"/>
                    <a:pt x="266224" y="302419"/>
                    <a:pt x="269081" y="301466"/>
                  </a:cubicBezTo>
                  <a:cubicBezTo>
                    <a:pt x="284322" y="297656"/>
                    <a:pt x="298609" y="308134"/>
                    <a:pt x="301466" y="323374"/>
                  </a:cubicBezTo>
                  <a:lnTo>
                    <a:pt x="307181" y="360521"/>
                  </a:lnTo>
                  <a:cubicBezTo>
                    <a:pt x="302419" y="362426"/>
                    <a:pt x="296704" y="365284"/>
                    <a:pt x="288131" y="368141"/>
                  </a:cubicBezTo>
                  <a:cubicBezTo>
                    <a:pt x="280511" y="370999"/>
                    <a:pt x="270986" y="372904"/>
                    <a:pt x="260509" y="374809"/>
                  </a:cubicBezTo>
                  <a:cubicBezTo>
                    <a:pt x="250031" y="376714"/>
                    <a:pt x="239554" y="378619"/>
                    <a:pt x="227172" y="379571"/>
                  </a:cubicBezTo>
                  <a:cubicBezTo>
                    <a:pt x="214789" y="380524"/>
                    <a:pt x="203359" y="381476"/>
                    <a:pt x="190976" y="381476"/>
                  </a:cubicBezTo>
                  <a:cubicBezTo>
                    <a:pt x="159544" y="381476"/>
                    <a:pt x="131922" y="376714"/>
                    <a:pt x="109061" y="367189"/>
                  </a:cubicBezTo>
                  <a:cubicBezTo>
                    <a:pt x="86201" y="357664"/>
                    <a:pt x="67151" y="345281"/>
                    <a:pt x="51911" y="328136"/>
                  </a:cubicBezTo>
                  <a:cubicBezTo>
                    <a:pt x="36672" y="311944"/>
                    <a:pt x="26194" y="291941"/>
                    <a:pt x="18574" y="269081"/>
                  </a:cubicBezTo>
                  <a:cubicBezTo>
                    <a:pt x="10954" y="248126"/>
                    <a:pt x="7144" y="223361"/>
                    <a:pt x="7144" y="196691"/>
                  </a:cubicBezTo>
                  <a:close/>
                  <a:moveTo>
                    <a:pt x="246222" y="159544"/>
                  </a:moveTo>
                  <a:cubicBezTo>
                    <a:pt x="246222" y="148114"/>
                    <a:pt x="244316" y="137636"/>
                    <a:pt x="241459" y="127159"/>
                  </a:cubicBezTo>
                  <a:cubicBezTo>
                    <a:pt x="238601" y="116681"/>
                    <a:pt x="233839" y="108109"/>
                    <a:pt x="227172" y="100489"/>
                  </a:cubicBezTo>
                  <a:cubicBezTo>
                    <a:pt x="221456" y="92869"/>
                    <a:pt x="213836" y="87154"/>
                    <a:pt x="204311" y="82391"/>
                  </a:cubicBezTo>
                  <a:cubicBezTo>
                    <a:pt x="195739" y="77629"/>
                    <a:pt x="185261" y="75724"/>
                    <a:pt x="172879" y="75724"/>
                  </a:cubicBezTo>
                  <a:cubicBezTo>
                    <a:pt x="160497" y="75724"/>
                    <a:pt x="149066" y="78581"/>
                    <a:pt x="139541" y="83344"/>
                  </a:cubicBezTo>
                  <a:cubicBezTo>
                    <a:pt x="130016" y="88106"/>
                    <a:pt x="121444" y="94774"/>
                    <a:pt x="115729" y="102394"/>
                  </a:cubicBezTo>
                  <a:cubicBezTo>
                    <a:pt x="110014" y="110014"/>
                    <a:pt x="104299" y="118586"/>
                    <a:pt x="100489" y="129064"/>
                  </a:cubicBezTo>
                  <a:cubicBezTo>
                    <a:pt x="96679" y="139541"/>
                    <a:pt x="94774" y="149066"/>
                    <a:pt x="92869" y="159544"/>
                  </a:cubicBezTo>
                  <a:lnTo>
                    <a:pt x="246222" y="159544"/>
                  </a:lnTo>
                  <a:close/>
                </a:path>
              </a:pathLst>
            </a:custGeom>
            <a:solidFill>
              <a:srgbClr val="0072AF"/>
            </a:solidFill>
            <a:ln w="9525" cap="flat">
              <a:noFill/>
              <a:prstDash val="solid"/>
              <a:miter/>
            </a:ln>
          </p:spPr>
          <p:txBody>
            <a:bodyPr lIns="73152" tIns="36576" rIns="73152" bIns="36576" rtlCol="0" anchor="ctr"/>
            <a:lstStyle/>
            <a:p>
              <a:endParaRPr lang="de-DE"/>
            </a:p>
          </p:txBody>
        </p:sp>
        <p:sp>
          <p:nvSpPr>
            <p:cNvPr id="11" name="Freeform: Shape 10">
              <a:extLst>
                <a:ext uri="{FF2B5EF4-FFF2-40B4-BE49-F238E27FC236}">
                  <a16:creationId xmlns:a16="http://schemas.microsoft.com/office/drawing/2014/main" id="{4A346735-E840-4FB8-91E5-ACA52CB9C7B8}"/>
                </a:ext>
              </a:extLst>
            </p:cNvPr>
            <p:cNvSpPr/>
            <p:nvPr/>
          </p:nvSpPr>
          <p:spPr>
            <a:xfrm>
              <a:off x="7182323" y="1317145"/>
              <a:ext cx="114301" cy="114301"/>
            </a:xfrm>
            <a:custGeom>
              <a:avLst/>
              <a:gdLst>
                <a:gd name="connsiteX0" fmla="*/ 109061 w 114300"/>
                <a:gd name="connsiteY0" fmla="*/ 58579 h 114300"/>
                <a:gd name="connsiteX1" fmla="*/ 93821 w 114300"/>
                <a:gd name="connsiteY1" fmla="*/ 95726 h 114300"/>
                <a:gd name="connsiteX2" fmla="*/ 58579 w 114300"/>
                <a:gd name="connsiteY2" fmla="*/ 109061 h 114300"/>
                <a:gd name="connsiteX3" fmla="*/ 22384 w 114300"/>
                <a:gd name="connsiteY3" fmla="*/ 95726 h 114300"/>
                <a:gd name="connsiteX4" fmla="*/ 7144 w 114300"/>
                <a:gd name="connsiteY4" fmla="*/ 58579 h 114300"/>
                <a:gd name="connsiteX5" fmla="*/ 22384 w 114300"/>
                <a:gd name="connsiteY5" fmla="*/ 20479 h 114300"/>
                <a:gd name="connsiteX6" fmla="*/ 58579 w 114300"/>
                <a:gd name="connsiteY6" fmla="*/ 7144 h 114300"/>
                <a:gd name="connsiteX7" fmla="*/ 93821 w 114300"/>
                <a:gd name="connsiteY7" fmla="*/ 20479 h 114300"/>
                <a:gd name="connsiteX8" fmla="*/ 109061 w 114300"/>
                <a:gd name="connsiteY8" fmla="*/ 58579 h 1143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14300" h="114300">
                  <a:moveTo>
                    <a:pt x="109061" y="58579"/>
                  </a:moveTo>
                  <a:cubicBezTo>
                    <a:pt x="109061" y="73819"/>
                    <a:pt x="104299" y="86201"/>
                    <a:pt x="93821" y="95726"/>
                  </a:cubicBezTo>
                  <a:cubicBezTo>
                    <a:pt x="83344" y="105251"/>
                    <a:pt x="71914" y="109061"/>
                    <a:pt x="58579" y="109061"/>
                  </a:cubicBezTo>
                  <a:cubicBezTo>
                    <a:pt x="44291" y="109061"/>
                    <a:pt x="31909" y="104299"/>
                    <a:pt x="22384" y="95726"/>
                  </a:cubicBezTo>
                  <a:cubicBezTo>
                    <a:pt x="11906" y="86201"/>
                    <a:pt x="7144" y="73819"/>
                    <a:pt x="7144" y="58579"/>
                  </a:cubicBezTo>
                  <a:cubicBezTo>
                    <a:pt x="7144" y="42386"/>
                    <a:pt x="11906" y="30004"/>
                    <a:pt x="22384" y="20479"/>
                  </a:cubicBezTo>
                  <a:cubicBezTo>
                    <a:pt x="32861" y="10954"/>
                    <a:pt x="44291" y="7144"/>
                    <a:pt x="58579" y="7144"/>
                  </a:cubicBezTo>
                  <a:cubicBezTo>
                    <a:pt x="71914" y="7144"/>
                    <a:pt x="84296" y="11906"/>
                    <a:pt x="93821" y="20479"/>
                  </a:cubicBezTo>
                  <a:cubicBezTo>
                    <a:pt x="104299" y="30004"/>
                    <a:pt x="109061" y="43339"/>
                    <a:pt x="109061" y="58579"/>
                  </a:cubicBezTo>
                  <a:close/>
                </a:path>
              </a:pathLst>
            </a:custGeom>
            <a:solidFill>
              <a:srgbClr val="0072AF"/>
            </a:solidFill>
            <a:ln w="9525" cap="flat">
              <a:noFill/>
              <a:prstDash val="solid"/>
              <a:miter/>
            </a:ln>
          </p:spPr>
          <p:txBody>
            <a:bodyPr lIns="73152" tIns="36576" rIns="73152" bIns="36576" rtlCol="0" anchor="ctr"/>
            <a:lstStyle/>
            <a:p>
              <a:endParaRPr lang="de-DE"/>
            </a:p>
          </p:txBody>
        </p:sp>
        <p:sp>
          <p:nvSpPr>
            <p:cNvPr id="12" name="Freeform: Shape 11">
              <a:extLst>
                <a:ext uri="{FF2B5EF4-FFF2-40B4-BE49-F238E27FC236}">
                  <a16:creationId xmlns:a16="http://schemas.microsoft.com/office/drawing/2014/main" id="{BCBDE308-6982-44E1-B34A-9B31CD2975C5}"/>
                </a:ext>
              </a:extLst>
            </p:cNvPr>
            <p:cNvSpPr/>
            <p:nvPr/>
          </p:nvSpPr>
          <p:spPr>
            <a:xfrm>
              <a:off x="7192800" y="1473355"/>
              <a:ext cx="95250" cy="371475"/>
            </a:xfrm>
            <a:custGeom>
              <a:avLst/>
              <a:gdLst>
                <a:gd name="connsiteX0" fmla="*/ 90011 w 95250"/>
                <a:gd name="connsiteY0" fmla="*/ 366236 h 371475"/>
                <a:gd name="connsiteX1" fmla="*/ 67151 w 95250"/>
                <a:gd name="connsiteY1" fmla="*/ 366236 h 371475"/>
                <a:gd name="connsiteX2" fmla="*/ 7144 w 95250"/>
                <a:gd name="connsiteY2" fmla="*/ 306229 h 371475"/>
                <a:gd name="connsiteX3" fmla="*/ 7144 w 95250"/>
                <a:gd name="connsiteY3" fmla="*/ 7144 h 371475"/>
                <a:gd name="connsiteX4" fmla="*/ 35719 w 95250"/>
                <a:gd name="connsiteY4" fmla="*/ 7144 h 371475"/>
                <a:gd name="connsiteX5" fmla="*/ 90011 w 95250"/>
                <a:gd name="connsiteY5" fmla="*/ 62389 h 371475"/>
                <a:gd name="connsiteX6" fmla="*/ 90011 w 95250"/>
                <a:gd name="connsiteY6" fmla="*/ 366236 h 3714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95250" h="371475">
                  <a:moveTo>
                    <a:pt x="90011" y="366236"/>
                  </a:moveTo>
                  <a:lnTo>
                    <a:pt x="67151" y="366236"/>
                  </a:lnTo>
                  <a:cubicBezTo>
                    <a:pt x="33814" y="366236"/>
                    <a:pt x="7144" y="339566"/>
                    <a:pt x="7144" y="306229"/>
                  </a:cubicBezTo>
                  <a:lnTo>
                    <a:pt x="7144" y="7144"/>
                  </a:lnTo>
                  <a:lnTo>
                    <a:pt x="35719" y="7144"/>
                  </a:lnTo>
                  <a:cubicBezTo>
                    <a:pt x="66199" y="7144"/>
                    <a:pt x="90011" y="31909"/>
                    <a:pt x="90011" y="62389"/>
                  </a:cubicBezTo>
                  <a:lnTo>
                    <a:pt x="90011" y="366236"/>
                  </a:lnTo>
                  <a:close/>
                </a:path>
              </a:pathLst>
            </a:custGeom>
            <a:solidFill>
              <a:srgbClr val="0072AF"/>
            </a:solidFill>
            <a:ln w="9525" cap="flat">
              <a:noFill/>
              <a:prstDash val="solid"/>
              <a:miter/>
            </a:ln>
          </p:spPr>
          <p:txBody>
            <a:bodyPr lIns="73152" tIns="36576" rIns="73152" bIns="36576" rtlCol="0" anchor="ctr"/>
            <a:lstStyle/>
            <a:p>
              <a:endParaRPr lang="de-DE"/>
            </a:p>
          </p:txBody>
        </p:sp>
        <p:sp>
          <p:nvSpPr>
            <p:cNvPr id="13" name="Freeform: Shape 12">
              <a:extLst>
                <a:ext uri="{FF2B5EF4-FFF2-40B4-BE49-F238E27FC236}">
                  <a16:creationId xmlns:a16="http://schemas.microsoft.com/office/drawing/2014/main" id="{FF8D56A8-1E51-452E-A555-C9C7C8657AFC}"/>
                </a:ext>
              </a:extLst>
            </p:cNvPr>
            <p:cNvSpPr/>
            <p:nvPr/>
          </p:nvSpPr>
          <p:spPr>
            <a:xfrm>
              <a:off x="7637617" y="1474308"/>
              <a:ext cx="352426" cy="371475"/>
            </a:xfrm>
            <a:custGeom>
              <a:avLst/>
              <a:gdLst>
                <a:gd name="connsiteX0" fmla="*/ 287179 w 352425"/>
                <a:gd name="connsiteY0" fmla="*/ 7144 h 371475"/>
                <a:gd name="connsiteX1" fmla="*/ 250031 w 352425"/>
                <a:gd name="connsiteY1" fmla="*/ 43339 h 371475"/>
                <a:gd name="connsiteX2" fmla="*/ 179547 w 352425"/>
                <a:gd name="connsiteY2" fmla="*/ 246221 h 371475"/>
                <a:gd name="connsiteX3" fmla="*/ 106204 w 352425"/>
                <a:gd name="connsiteY3" fmla="*/ 47149 h 371475"/>
                <a:gd name="connsiteX4" fmla="*/ 68104 w 352425"/>
                <a:gd name="connsiteY4" fmla="*/ 7144 h 371475"/>
                <a:gd name="connsiteX5" fmla="*/ 27147 w 352425"/>
                <a:gd name="connsiteY5" fmla="*/ 7144 h 371475"/>
                <a:gd name="connsiteX6" fmla="*/ 7144 w 352425"/>
                <a:gd name="connsiteY6" fmla="*/ 7144 h 371475"/>
                <a:gd name="connsiteX7" fmla="*/ 130969 w 352425"/>
                <a:gd name="connsiteY7" fmla="*/ 329089 h 371475"/>
                <a:gd name="connsiteX8" fmla="*/ 171927 w 352425"/>
                <a:gd name="connsiteY8" fmla="*/ 365284 h 371475"/>
                <a:gd name="connsiteX9" fmla="*/ 213836 w 352425"/>
                <a:gd name="connsiteY9" fmla="*/ 365284 h 371475"/>
                <a:gd name="connsiteX10" fmla="*/ 350044 w 352425"/>
                <a:gd name="connsiteY10" fmla="*/ 7144 h 371475"/>
                <a:gd name="connsiteX11" fmla="*/ 287179 w 352425"/>
                <a:gd name="connsiteY11" fmla="*/ 7144 h 3714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352425" h="371475">
                  <a:moveTo>
                    <a:pt x="287179" y="7144"/>
                  </a:moveTo>
                  <a:cubicBezTo>
                    <a:pt x="265272" y="7144"/>
                    <a:pt x="259556" y="18574"/>
                    <a:pt x="250031" y="43339"/>
                  </a:cubicBezTo>
                  <a:lnTo>
                    <a:pt x="179547" y="246221"/>
                  </a:lnTo>
                  <a:lnTo>
                    <a:pt x="106204" y="47149"/>
                  </a:lnTo>
                  <a:cubicBezTo>
                    <a:pt x="97631" y="21431"/>
                    <a:pt x="90011" y="7144"/>
                    <a:pt x="68104" y="7144"/>
                  </a:cubicBezTo>
                  <a:lnTo>
                    <a:pt x="27147" y="7144"/>
                  </a:lnTo>
                  <a:lnTo>
                    <a:pt x="7144" y="7144"/>
                  </a:lnTo>
                  <a:lnTo>
                    <a:pt x="130969" y="329089"/>
                  </a:lnTo>
                  <a:cubicBezTo>
                    <a:pt x="142399" y="352901"/>
                    <a:pt x="150019" y="365284"/>
                    <a:pt x="171927" y="365284"/>
                  </a:cubicBezTo>
                  <a:lnTo>
                    <a:pt x="213836" y="365284"/>
                  </a:lnTo>
                  <a:lnTo>
                    <a:pt x="350044" y="7144"/>
                  </a:lnTo>
                  <a:lnTo>
                    <a:pt x="287179" y="7144"/>
                  </a:lnTo>
                  <a:close/>
                </a:path>
              </a:pathLst>
            </a:custGeom>
            <a:solidFill>
              <a:srgbClr val="0072AF"/>
            </a:solidFill>
            <a:ln w="9525" cap="flat">
              <a:noFill/>
              <a:prstDash val="solid"/>
              <a:miter/>
            </a:ln>
          </p:spPr>
          <p:txBody>
            <a:bodyPr lIns="73152" tIns="36576" rIns="73152" bIns="36576" rtlCol="0" anchor="ctr"/>
            <a:lstStyle/>
            <a:p>
              <a:endParaRPr lang="de-DE"/>
            </a:p>
          </p:txBody>
        </p:sp>
        <p:sp>
          <p:nvSpPr>
            <p:cNvPr id="14" name="Freeform: Shape 13">
              <a:extLst>
                <a:ext uri="{FF2B5EF4-FFF2-40B4-BE49-F238E27FC236}">
                  <a16:creationId xmlns:a16="http://schemas.microsoft.com/office/drawing/2014/main" id="{D2545693-9ABC-4F06-9CDB-6BD38D8CC5B6}"/>
                </a:ext>
              </a:extLst>
            </p:cNvPr>
            <p:cNvSpPr/>
            <p:nvPr/>
          </p:nvSpPr>
          <p:spPr>
            <a:xfrm>
              <a:off x="7326150" y="1464782"/>
              <a:ext cx="314325" cy="381000"/>
            </a:xfrm>
            <a:custGeom>
              <a:avLst/>
              <a:gdLst>
                <a:gd name="connsiteX0" fmla="*/ 300514 w 314325"/>
                <a:gd name="connsiteY0" fmla="*/ 105251 h 381000"/>
                <a:gd name="connsiteX1" fmla="*/ 275749 w 314325"/>
                <a:gd name="connsiteY1" fmla="*/ 52864 h 381000"/>
                <a:gd name="connsiteX2" fmla="*/ 229076 w 314325"/>
                <a:gd name="connsiteY2" fmla="*/ 19526 h 381000"/>
                <a:gd name="connsiteX3" fmla="*/ 155734 w 314325"/>
                <a:gd name="connsiteY3" fmla="*/ 7144 h 381000"/>
                <a:gd name="connsiteX4" fmla="*/ 70009 w 314325"/>
                <a:gd name="connsiteY4" fmla="*/ 13811 h 381000"/>
                <a:gd name="connsiteX5" fmla="*/ 7144 w 314325"/>
                <a:gd name="connsiteY5" fmla="*/ 27146 h 381000"/>
                <a:gd name="connsiteX6" fmla="*/ 7144 w 314325"/>
                <a:gd name="connsiteY6" fmla="*/ 329089 h 381000"/>
                <a:gd name="connsiteX7" fmla="*/ 7144 w 314325"/>
                <a:gd name="connsiteY7" fmla="*/ 329089 h 381000"/>
                <a:gd name="connsiteX8" fmla="*/ 7144 w 314325"/>
                <a:gd name="connsiteY8" fmla="*/ 338614 h 381000"/>
                <a:gd name="connsiteX9" fmla="*/ 44291 w 314325"/>
                <a:gd name="connsiteY9" fmla="*/ 375761 h 381000"/>
                <a:gd name="connsiteX10" fmla="*/ 45244 w 314325"/>
                <a:gd name="connsiteY10" fmla="*/ 375761 h 381000"/>
                <a:gd name="connsiteX11" fmla="*/ 45244 w 314325"/>
                <a:gd name="connsiteY11" fmla="*/ 375761 h 381000"/>
                <a:gd name="connsiteX12" fmla="*/ 90964 w 314325"/>
                <a:gd name="connsiteY12" fmla="*/ 375761 h 381000"/>
                <a:gd name="connsiteX13" fmla="*/ 90964 w 314325"/>
                <a:gd name="connsiteY13" fmla="*/ 84296 h 381000"/>
                <a:gd name="connsiteX14" fmla="*/ 116682 w 314325"/>
                <a:gd name="connsiteY14" fmla="*/ 80486 h 381000"/>
                <a:gd name="connsiteX15" fmla="*/ 150019 w 314325"/>
                <a:gd name="connsiteY15" fmla="*/ 78581 h 381000"/>
                <a:gd name="connsiteX16" fmla="*/ 186214 w 314325"/>
                <a:gd name="connsiteY16" fmla="*/ 84296 h 381000"/>
                <a:gd name="connsiteX17" fmla="*/ 210026 w 314325"/>
                <a:gd name="connsiteY17" fmla="*/ 102394 h 381000"/>
                <a:gd name="connsiteX18" fmla="*/ 222409 w 314325"/>
                <a:gd name="connsiteY18" fmla="*/ 135731 h 381000"/>
                <a:gd name="connsiteX19" fmla="*/ 226219 w 314325"/>
                <a:gd name="connsiteY19" fmla="*/ 185261 h 381000"/>
                <a:gd name="connsiteX20" fmla="*/ 226219 w 314325"/>
                <a:gd name="connsiteY20" fmla="*/ 328136 h 381000"/>
                <a:gd name="connsiteX21" fmla="*/ 226219 w 314325"/>
                <a:gd name="connsiteY21" fmla="*/ 328136 h 381000"/>
                <a:gd name="connsiteX22" fmla="*/ 226219 w 314325"/>
                <a:gd name="connsiteY22" fmla="*/ 337661 h 381000"/>
                <a:gd name="connsiteX23" fmla="*/ 263366 w 314325"/>
                <a:gd name="connsiteY23" fmla="*/ 374809 h 381000"/>
                <a:gd name="connsiteX24" fmla="*/ 263366 w 314325"/>
                <a:gd name="connsiteY24" fmla="*/ 374809 h 381000"/>
                <a:gd name="connsiteX25" fmla="*/ 310039 w 314325"/>
                <a:gd name="connsiteY25" fmla="*/ 374809 h 381000"/>
                <a:gd name="connsiteX26" fmla="*/ 310039 w 314325"/>
                <a:gd name="connsiteY26" fmla="*/ 172879 h 381000"/>
                <a:gd name="connsiteX27" fmla="*/ 300514 w 314325"/>
                <a:gd name="connsiteY27" fmla="*/ 105251 h 381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Lst>
              <a:rect l="l" t="t" r="r" b="b"/>
              <a:pathLst>
                <a:path w="314325" h="381000">
                  <a:moveTo>
                    <a:pt x="300514" y="105251"/>
                  </a:moveTo>
                  <a:cubicBezTo>
                    <a:pt x="295751" y="85249"/>
                    <a:pt x="287179" y="67151"/>
                    <a:pt x="275749" y="52864"/>
                  </a:cubicBezTo>
                  <a:cubicBezTo>
                    <a:pt x="264319" y="38576"/>
                    <a:pt x="248126" y="27146"/>
                    <a:pt x="229076" y="19526"/>
                  </a:cubicBezTo>
                  <a:cubicBezTo>
                    <a:pt x="209074" y="11906"/>
                    <a:pt x="185261" y="7144"/>
                    <a:pt x="155734" y="7144"/>
                  </a:cubicBezTo>
                  <a:cubicBezTo>
                    <a:pt x="124301" y="7144"/>
                    <a:pt x="95726" y="9049"/>
                    <a:pt x="70009" y="13811"/>
                  </a:cubicBezTo>
                  <a:cubicBezTo>
                    <a:pt x="44291" y="17621"/>
                    <a:pt x="23336" y="22384"/>
                    <a:pt x="7144" y="27146"/>
                  </a:cubicBezTo>
                  <a:lnTo>
                    <a:pt x="7144" y="329089"/>
                  </a:lnTo>
                  <a:lnTo>
                    <a:pt x="7144" y="329089"/>
                  </a:lnTo>
                  <a:lnTo>
                    <a:pt x="7144" y="338614"/>
                  </a:lnTo>
                  <a:cubicBezTo>
                    <a:pt x="7144" y="358616"/>
                    <a:pt x="23336" y="375761"/>
                    <a:pt x="44291" y="375761"/>
                  </a:cubicBezTo>
                  <a:lnTo>
                    <a:pt x="45244" y="375761"/>
                  </a:lnTo>
                  <a:lnTo>
                    <a:pt x="45244" y="375761"/>
                  </a:lnTo>
                  <a:lnTo>
                    <a:pt x="90964" y="375761"/>
                  </a:lnTo>
                  <a:lnTo>
                    <a:pt x="90964" y="84296"/>
                  </a:lnTo>
                  <a:cubicBezTo>
                    <a:pt x="96679" y="83344"/>
                    <a:pt x="105251" y="82391"/>
                    <a:pt x="116682" y="80486"/>
                  </a:cubicBezTo>
                  <a:cubicBezTo>
                    <a:pt x="128111" y="79534"/>
                    <a:pt x="139541" y="78581"/>
                    <a:pt x="150019" y="78581"/>
                  </a:cubicBezTo>
                  <a:cubicBezTo>
                    <a:pt x="164307" y="78581"/>
                    <a:pt x="176689" y="80486"/>
                    <a:pt x="186214" y="84296"/>
                  </a:cubicBezTo>
                  <a:cubicBezTo>
                    <a:pt x="195739" y="88106"/>
                    <a:pt x="204311" y="94774"/>
                    <a:pt x="210026" y="102394"/>
                  </a:cubicBezTo>
                  <a:cubicBezTo>
                    <a:pt x="215741" y="110966"/>
                    <a:pt x="219551" y="121444"/>
                    <a:pt x="222409" y="135731"/>
                  </a:cubicBezTo>
                  <a:cubicBezTo>
                    <a:pt x="225266" y="149066"/>
                    <a:pt x="226219" y="165259"/>
                    <a:pt x="226219" y="185261"/>
                  </a:cubicBezTo>
                  <a:lnTo>
                    <a:pt x="226219" y="328136"/>
                  </a:lnTo>
                  <a:lnTo>
                    <a:pt x="226219" y="328136"/>
                  </a:lnTo>
                  <a:lnTo>
                    <a:pt x="226219" y="337661"/>
                  </a:lnTo>
                  <a:cubicBezTo>
                    <a:pt x="226219" y="357664"/>
                    <a:pt x="242411" y="374809"/>
                    <a:pt x="263366" y="374809"/>
                  </a:cubicBezTo>
                  <a:lnTo>
                    <a:pt x="263366" y="374809"/>
                  </a:lnTo>
                  <a:lnTo>
                    <a:pt x="310039" y="374809"/>
                  </a:lnTo>
                  <a:lnTo>
                    <a:pt x="310039" y="172879"/>
                  </a:lnTo>
                  <a:cubicBezTo>
                    <a:pt x="308134" y="148114"/>
                    <a:pt x="305276" y="126206"/>
                    <a:pt x="300514" y="105251"/>
                  </a:cubicBezTo>
                  <a:close/>
                </a:path>
              </a:pathLst>
            </a:custGeom>
            <a:solidFill>
              <a:srgbClr val="0072AF"/>
            </a:solidFill>
            <a:ln w="9525" cap="flat">
              <a:noFill/>
              <a:prstDash val="solid"/>
              <a:miter/>
            </a:ln>
          </p:spPr>
          <p:txBody>
            <a:bodyPr lIns="73152" tIns="36576" rIns="73152" bIns="36576" rtlCol="0" anchor="ctr"/>
            <a:lstStyle/>
            <a:p>
              <a:endParaRPr lang="de-DE"/>
            </a:p>
          </p:txBody>
        </p:sp>
        <p:sp>
          <p:nvSpPr>
            <p:cNvPr id="15" name="Freeform: Shape 14">
              <a:extLst>
                <a:ext uri="{FF2B5EF4-FFF2-40B4-BE49-F238E27FC236}">
                  <a16:creationId xmlns:a16="http://schemas.microsoft.com/office/drawing/2014/main" id="{9D0481BF-5550-4640-BAE2-A91DDF443683}"/>
                </a:ext>
              </a:extLst>
            </p:cNvPr>
            <p:cNvSpPr/>
            <p:nvPr/>
          </p:nvSpPr>
          <p:spPr>
            <a:xfrm>
              <a:off x="8331989" y="1464782"/>
              <a:ext cx="314325" cy="381000"/>
            </a:xfrm>
            <a:custGeom>
              <a:avLst/>
              <a:gdLst>
                <a:gd name="connsiteX0" fmla="*/ 300514 w 314325"/>
                <a:gd name="connsiteY0" fmla="*/ 105251 h 381000"/>
                <a:gd name="connsiteX1" fmla="*/ 275749 w 314325"/>
                <a:gd name="connsiteY1" fmla="*/ 52864 h 381000"/>
                <a:gd name="connsiteX2" fmla="*/ 229076 w 314325"/>
                <a:gd name="connsiteY2" fmla="*/ 19526 h 381000"/>
                <a:gd name="connsiteX3" fmla="*/ 155734 w 314325"/>
                <a:gd name="connsiteY3" fmla="*/ 7144 h 381000"/>
                <a:gd name="connsiteX4" fmla="*/ 70009 w 314325"/>
                <a:gd name="connsiteY4" fmla="*/ 13811 h 381000"/>
                <a:gd name="connsiteX5" fmla="*/ 7144 w 314325"/>
                <a:gd name="connsiteY5" fmla="*/ 27146 h 381000"/>
                <a:gd name="connsiteX6" fmla="*/ 7144 w 314325"/>
                <a:gd name="connsiteY6" fmla="*/ 329089 h 381000"/>
                <a:gd name="connsiteX7" fmla="*/ 7144 w 314325"/>
                <a:gd name="connsiteY7" fmla="*/ 329089 h 381000"/>
                <a:gd name="connsiteX8" fmla="*/ 7144 w 314325"/>
                <a:gd name="connsiteY8" fmla="*/ 338614 h 381000"/>
                <a:gd name="connsiteX9" fmla="*/ 44291 w 314325"/>
                <a:gd name="connsiteY9" fmla="*/ 375761 h 381000"/>
                <a:gd name="connsiteX10" fmla="*/ 45244 w 314325"/>
                <a:gd name="connsiteY10" fmla="*/ 375761 h 381000"/>
                <a:gd name="connsiteX11" fmla="*/ 45244 w 314325"/>
                <a:gd name="connsiteY11" fmla="*/ 375761 h 381000"/>
                <a:gd name="connsiteX12" fmla="*/ 90964 w 314325"/>
                <a:gd name="connsiteY12" fmla="*/ 375761 h 381000"/>
                <a:gd name="connsiteX13" fmla="*/ 90964 w 314325"/>
                <a:gd name="connsiteY13" fmla="*/ 84296 h 381000"/>
                <a:gd name="connsiteX14" fmla="*/ 116681 w 314325"/>
                <a:gd name="connsiteY14" fmla="*/ 80486 h 381000"/>
                <a:gd name="connsiteX15" fmla="*/ 150019 w 314325"/>
                <a:gd name="connsiteY15" fmla="*/ 78581 h 381000"/>
                <a:gd name="connsiteX16" fmla="*/ 186214 w 314325"/>
                <a:gd name="connsiteY16" fmla="*/ 84296 h 381000"/>
                <a:gd name="connsiteX17" fmla="*/ 210026 w 314325"/>
                <a:gd name="connsiteY17" fmla="*/ 102394 h 381000"/>
                <a:gd name="connsiteX18" fmla="*/ 222409 w 314325"/>
                <a:gd name="connsiteY18" fmla="*/ 135731 h 381000"/>
                <a:gd name="connsiteX19" fmla="*/ 226219 w 314325"/>
                <a:gd name="connsiteY19" fmla="*/ 185261 h 381000"/>
                <a:gd name="connsiteX20" fmla="*/ 226219 w 314325"/>
                <a:gd name="connsiteY20" fmla="*/ 328136 h 381000"/>
                <a:gd name="connsiteX21" fmla="*/ 226219 w 314325"/>
                <a:gd name="connsiteY21" fmla="*/ 328136 h 381000"/>
                <a:gd name="connsiteX22" fmla="*/ 226219 w 314325"/>
                <a:gd name="connsiteY22" fmla="*/ 337661 h 381000"/>
                <a:gd name="connsiteX23" fmla="*/ 263366 w 314325"/>
                <a:gd name="connsiteY23" fmla="*/ 374809 h 381000"/>
                <a:gd name="connsiteX24" fmla="*/ 263366 w 314325"/>
                <a:gd name="connsiteY24" fmla="*/ 374809 h 381000"/>
                <a:gd name="connsiteX25" fmla="*/ 310039 w 314325"/>
                <a:gd name="connsiteY25" fmla="*/ 374809 h 381000"/>
                <a:gd name="connsiteX26" fmla="*/ 310039 w 314325"/>
                <a:gd name="connsiteY26" fmla="*/ 172879 h 381000"/>
                <a:gd name="connsiteX27" fmla="*/ 300514 w 314325"/>
                <a:gd name="connsiteY27" fmla="*/ 105251 h 381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Lst>
              <a:rect l="l" t="t" r="r" b="b"/>
              <a:pathLst>
                <a:path w="314325" h="381000">
                  <a:moveTo>
                    <a:pt x="300514" y="105251"/>
                  </a:moveTo>
                  <a:cubicBezTo>
                    <a:pt x="295751" y="85249"/>
                    <a:pt x="287179" y="67151"/>
                    <a:pt x="275749" y="52864"/>
                  </a:cubicBezTo>
                  <a:cubicBezTo>
                    <a:pt x="264319" y="38576"/>
                    <a:pt x="248126" y="27146"/>
                    <a:pt x="229076" y="19526"/>
                  </a:cubicBezTo>
                  <a:cubicBezTo>
                    <a:pt x="209074" y="11906"/>
                    <a:pt x="185261" y="7144"/>
                    <a:pt x="155734" y="7144"/>
                  </a:cubicBezTo>
                  <a:cubicBezTo>
                    <a:pt x="124301" y="7144"/>
                    <a:pt x="95726" y="9049"/>
                    <a:pt x="70009" y="13811"/>
                  </a:cubicBezTo>
                  <a:cubicBezTo>
                    <a:pt x="44291" y="17621"/>
                    <a:pt x="23336" y="22384"/>
                    <a:pt x="7144" y="27146"/>
                  </a:cubicBezTo>
                  <a:lnTo>
                    <a:pt x="7144" y="329089"/>
                  </a:lnTo>
                  <a:lnTo>
                    <a:pt x="7144" y="329089"/>
                  </a:lnTo>
                  <a:lnTo>
                    <a:pt x="7144" y="338614"/>
                  </a:lnTo>
                  <a:cubicBezTo>
                    <a:pt x="7144" y="358616"/>
                    <a:pt x="23336" y="375761"/>
                    <a:pt x="44291" y="375761"/>
                  </a:cubicBezTo>
                  <a:lnTo>
                    <a:pt x="45244" y="375761"/>
                  </a:lnTo>
                  <a:lnTo>
                    <a:pt x="45244" y="375761"/>
                  </a:lnTo>
                  <a:lnTo>
                    <a:pt x="90964" y="375761"/>
                  </a:lnTo>
                  <a:lnTo>
                    <a:pt x="90964" y="84296"/>
                  </a:lnTo>
                  <a:cubicBezTo>
                    <a:pt x="96679" y="83344"/>
                    <a:pt x="105251" y="82391"/>
                    <a:pt x="116681" y="80486"/>
                  </a:cubicBezTo>
                  <a:cubicBezTo>
                    <a:pt x="128111" y="79534"/>
                    <a:pt x="139541" y="78581"/>
                    <a:pt x="150019" y="78581"/>
                  </a:cubicBezTo>
                  <a:cubicBezTo>
                    <a:pt x="164306" y="78581"/>
                    <a:pt x="176689" y="80486"/>
                    <a:pt x="186214" y="84296"/>
                  </a:cubicBezTo>
                  <a:cubicBezTo>
                    <a:pt x="195739" y="88106"/>
                    <a:pt x="204311" y="94774"/>
                    <a:pt x="210026" y="102394"/>
                  </a:cubicBezTo>
                  <a:cubicBezTo>
                    <a:pt x="215741" y="110966"/>
                    <a:pt x="219551" y="121444"/>
                    <a:pt x="222409" y="135731"/>
                  </a:cubicBezTo>
                  <a:cubicBezTo>
                    <a:pt x="225266" y="149066"/>
                    <a:pt x="226219" y="165259"/>
                    <a:pt x="226219" y="185261"/>
                  </a:cubicBezTo>
                  <a:lnTo>
                    <a:pt x="226219" y="328136"/>
                  </a:lnTo>
                  <a:lnTo>
                    <a:pt x="226219" y="328136"/>
                  </a:lnTo>
                  <a:lnTo>
                    <a:pt x="226219" y="337661"/>
                  </a:lnTo>
                  <a:cubicBezTo>
                    <a:pt x="226219" y="357664"/>
                    <a:pt x="242411" y="374809"/>
                    <a:pt x="263366" y="374809"/>
                  </a:cubicBezTo>
                  <a:lnTo>
                    <a:pt x="263366" y="374809"/>
                  </a:lnTo>
                  <a:lnTo>
                    <a:pt x="310039" y="374809"/>
                  </a:lnTo>
                  <a:lnTo>
                    <a:pt x="310039" y="172879"/>
                  </a:lnTo>
                  <a:cubicBezTo>
                    <a:pt x="307181" y="148114"/>
                    <a:pt x="305276" y="126206"/>
                    <a:pt x="300514" y="105251"/>
                  </a:cubicBezTo>
                  <a:close/>
                </a:path>
              </a:pathLst>
            </a:custGeom>
            <a:solidFill>
              <a:srgbClr val="0072AF"/>
            </a:solidFill>
            <a:ln w="9525" cap="flat">
              <a:noFill/>
              <a:prstDash val="solid"/>
              <a:miter/>
            </a:ln>
          </p:spPr>
          <p:txBody>
            <a:bodyPr lIns="73152" tIns="36576" rIns="73152" bIns="36576" rtlCol="0" anchor="ctr"/>
            <a:lstStyle/>
            <a:p>
              <a:endParaRPr lang="de-DE"/>
            </a:p>
          </p:txBody>
        </p:sp>
        <p:sp>
          <p:nvSpPr>
            <p:cNvPr id="16" name="Freeform: Shape 15">
              <a:extLst>
                <a:ext uri="{FF2B5EF4-FFF2-40B4-BE49-F238E27FC236}">
                  <a16:creationId xmlns:a16="http://schemas.microsoft.com/office/drawing/2014/main" id="{349699CF-730D-4B5D-8C50-589A0319107D}"/>
                </a:ext>
              </a:extLst>
            </p:cNvPr>
            <p:cNvSpPr/>
            <p:nvPr/>
          </p:nvSpPr>
          <p:spPr>
            <a:xfrm>
              <a:off x="6619395" y="1521933"/>
              <a:ext cx="457199" cy="371475"/>
            </a:xfrm>
            <a:custGeom>
              <a:avLst/>
              <a:gdLst>
                <a:gd name="connsiteX0" fmla="*/ 304324 w 457200"/>
                <a:gd name="connsiteY0" fmla="*/ 261461 h 371475"/>
                <a:gd name="connsiteX1" fmla="*/ 456724 w 457200"/>
                <a:gd name="connsiteY1" fmla="*/ 110014 h 371475"/>
                <a:gd name="connsiteX2" fmla="*/ 344329 w 457200"/>
                <a:gd name="connsiteY2" fmla="*/ 7144 h 371475"/>
                <a:gd name="connsiteX3" fmla="*/ 125254 w 457200"/>
                <a:gd name="connsiteY3" fmla="*/ 241459 h 371475"/>
                <a:gd name="connsiteX4" fmla="*/ 7144 w 457200"/>
                <a:gd name="connsiteY4" fmla="*/ 348139 h 371475"/>
                <a:gd name="connsiteX5" fmla="*/ 96679 w 457200"/>
                <a:gd name="connsiteY5" fmla="*/ 372904 h 371475"/>
                <a:gd name="connsiteX6" fmla="*/ 306229 w 457200"/>
                <a:gd name="connsiteY6" fmla="*/ 304324 h 371475"/>
                <a:gd name="connsiteX7" fmla="*/ 200501 w 457200"/>
                <a:gd name="connsiteY7" fmla="*/ 210026 h 371475"/>
                <a:gd name="connsiteX8" fmla="*/ 304324 w 457200"/>
                <a:gd name="connsiteY8" fmla="*/ 261461 h 3714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57200" h="371475">
                  <a:moveTo>
                    <a:pt x="304324" y="261461"/>
                  </a:moveTo>
                  <a:cubicBezTo>
                    <a:pt x="390049" y="261461"/>
                    <a:pt x="455771" y="191929"/>
                    <a:pt x="456724" y="110014"/>
                  </a:cubicBezTo>
                  <a:cubicBezTo>
                    <a:pt x="451009" y="73819"/>
                    <a:pt x="438626" y="7144"/>
                    <a:pt x="344329" y="7144"/>
                  </a:cubicBezTo>
                  <a:cubicBezTo>
                    <a:pt x="242411" y="7144"/>
                    <a:pt x="208121" y="150019"/>
                    <a:pt x="125254" y="241459"/>
                  </a:cubicBezTo>
                  <a:cubicBezTo>
                    <a:pt x="118586" y="293846"/>
                    <a:pt x="69056" y="340519"/>
                    <a:pt x="7144" y="348139"/>
                  </a:cubicBezTo>
                  <a:cubicBezTo>
                    <a:pt x="22384" y="364331"/>
                    <a:pt x="55721" y="372904"/>
                    <a:pt x="96679" y="372904"/>
                  </a:cubicBezTo>
                  <a:cubicBezTo>
                    <a:pt x="170021" y="372904"/>
                    <a:pt x="259556" y="350996"/>
                    <a:pt x="306229" y="304324"/>
                  </a:cubicBezTo>
                  <a:cubicBezTo>
                    <a:pt x="244316" y="305276"/>
                    <a:pt x="204311" y="265271"/>
                    <a:pt x="200501" y="210026"/>
                  </a:cubicBezTo>
                  <a:cubicBezTo>
                    <a:pt x="230029" y="247174"/>
                    <a:pt x="264319" y="261461"/>
                    <a:pt x="304324" y="261461"/>
                  </a:cubicBezTo>
                  <a:close/>
                </a:path>
              </a:pathLst>
            </a:custGeom>
            <a:solidFill>
              <a:srgbClr val="17ABDB"/>
            </a:solidFill>
            <a:ln w="9525" cap="flat">
              <a:noFill/>
              <a:prstDash val="solid"/>
              <a:miter/>
            </a:ln>
          </p:spPr>
          <p:txBody>
            <a:bodyPr lIns="73152" tIns="36576" rIns="73152" bIns="36576" rtlCol="0" anchor="ctr"/>
            <a:lstStyle/>
            <a:p>
              <a:endParaRPr lang="de-DE"/>
            </a:p>
          </p:txBody>
        </p:sp>
        <p:sp>
          <p:nvSpPr>
            <p:cNvPr id="17" name="Freeform: Shape 16">
              <a:extLst>
                <a:ext uri="{FF2B5EF4-FFF2-40B4-BE49-F238E27FC236}">
                  <a16:creationId xmlns:a16="http://schemas.microsoft.com/office/drawing/2014/main" id="{392347B8-A400-4B32-92D3-025CBBDE5495}"/>
                </a:ext>
              </a:extLst>
            </p:cNvPr>
            <p:cNvSpPr/>
            <p:nvPr/>
          </p:nvSpPr>
          <p:spPr>
            <a:xfrm>
              <a:off x="3176111" y="1268567"/>
              <a:ext cx="3171823" cy="866776"/>
            </a:xfrm>
            <a:custGeom>
              <a:avLst/>
              <a:gdLst>
                <a:gd name="connsiteX0" fmla="*/ 3092291 w 3171825"/>
                <a:gd name="connsiteY0" fmla="*/ 287179 h 866775"/>
                <a:gd name="connsiteX1" fmla="*/ 3059907 w 3171825"/>
                <a:gd name="connsiteY1" fmla="*/ 211931 h 866775"/>
                <a:gd name="connsiteX2" fmla="*/ 3027521 w 3171825"/>
                <a:gd name="connsiteY2" fmla="*/ 218599 h 866775"/>
                <a:gd name="connsiteX3" fmla="*/ 2960846 w 3171825"/>
                <a:gd name="connsiteY3" fmla="*/ 507206 h 866775"/>
                <a:gd name="connsiteX4" fmla="*/ 2816066 w 3171825"/>
                <a:gd name="connsiteY4" fmla="*/ 178594 h 866775"/>
                <a:gd name="connsiteX5" fmla="*/ 2679859 w 3171825"/>
                <a:gd name="connsiteY5" fmla="*/ 440531 h 866775"/>
                <a:gd name="connsiteX6" fmla="*/ 2670334 w 3171825"/>
                <a:gd name="connsiteY6" fmla="*/ 319564 h 866775"/>
                <a:gd name="connsiteX7" fmla="*/ 2677001 w 3171825"/>
                <a:gd name="connsiteY7" fmla="*/ 254794 h 866775"/>
                <a:gd name="connsiteX8" fmla="*/ 2611279 w 3171825"/>
                <a:gd name="connsiteY8" fmla="*/ 209074 h 866775"/>
                <a:gd name="connsiteX9" fmla="*/ 2533174 w 3171825"/>
                <a:gd name="connsiteY9" fmla="*/ 510064 h 866775"/>
                <a:gd name="connsiteX10" fmla="*/ 2470309 w 3171825"/>
                <a:gd name="connsiteY10" fmla="*/ 292894 h 866775"/>
                <a:gd name="connsiteX11" fmla="*/ 2405539 w 3171825"/>
                <a:gd name="connsiteY11" fmla="*/ 208121 h 866775"/>
                <a:gd name="connsiteX12" fmla="*/ 2325529 w 3171825"/>
                <a:gd name="connsiteY12" fmla="*/ 494824 h 866775"/>
                <a:gd name="connsiteX13" fmla="*/ 2206466 w 3171825"/>
                <a:gd name="connsiteY13" fmla="*/ 211931 h 866775"/>
                <a:gd name="connsiteX14" fmla="*/ 2087404 w 3171825"/>
                <a:gd name="connsiteY14" fmla="*/ 479584 h 866775"/>
                <a:gd name="connsiteX15" fmla="*/ 1983581 w 3171825"/>
                <a:gd name="connsiteY15" fmla="*/ 178594 h 866775"/>
                <a:gd name="connsiteX16" fmla="*/ 1877854 w 3171825"/>
                <a:gd name="connsiteY16" fmla="*/ 391954 h 866775"/>
                <a:gd name="connsiteX17" fmla="*/ 1867376 w 3171825"/>
                <a:gd name="connsiteY17" fmla="*/ 390049 h 866775"/>
                <a:gd name="connsiteX18" fmla="*/ 1866424 w 3171825"/>
                <a:gd name="connsiteY18" fmla="*/ 327184 h 866775"/>
                <a:gd name="connsiteX19" fmla="*/ 1807369 w 3171825"/>
                <a:gd name="connsiteY19" fmla="*/ 202406 h 866775"/>
                <a:gd name="connsiteX20" fmla="*/ 1654969 w 3171825"/>
                <a:gd name="connsiteY20" fmla="*/ 512921 h 866775"/>
                <a:gd name="connsiteX21" fmla="*/ 1592104 w 3171825"/>
                <a:gd name="connsiteY21" fmla="*/ 483394 h 866775"/>
                <a:gd name="connsiteX22" fmla="*/ 1719739 w 3171825"/>
                <a:gd name="connsiteY22" fmla="*/ 306229 h 866775"/>
                <a:gd name="connsiteX23" fmla="*/ 1619726 w 3171825"/>
                <a:gd name="connsiteY23" fmla="*/ 202406 h 866775"/>
                <a:gd name="connsiteX24" fmla="*/ 1483519 w 3171825"/>
                <a:gd name="connsiteY24" fmla="*/ 369094 h 866775"/>
                <a:gd name="connsiteX25" fmla="*/ 1503521 w 3171825"/>
                <a:gd name="connsiteY25" fmla="*/ 473869 h 866775"/>
                <a:gd name="connsiteX26" fmla="*/ 1418749 w 3171825"/>
                <a:gd name="connsiteY26" fmla="*/ 512921 h 866775"/>
                <a:gd name="connsiteX27" fmla="*/ 1400651 w 3171825"/>
                <a:gd name="connsiteY27" fmla="*/ 274796 h 866775"/>
                <a:gd name="connsiteX28" fmla="*/ 1336834 w 3171825"/>
                <a:gd name="connsiteY28" fmla="*/ 326231 h 866775"/>
                <a:gd name="connsiteX29" fmla="*/ 1262539 w 3171825"/>
                <a:gd name="connsiteY29" fmla="*/ 479584 h 866775"/>
                <a:gd name="connsiteX30" fmla="*/ 1223486 w 3171825"/>
                <a:gd name="connsiteY30" fmla="*/ 421481 h 866775"/>
                <a:gd name="connsiteX31" fmla="*/ 1402556 w 3171825"/>
                <a:gd name="connsiteY31" fmla="*/ 250031 h 866775"/>
                <a:gd name="connsiteX32" fmla="*/ 1343501 w 3171825"/>
                <a:gd name="connsiteY32" fmla="*/ 192881 h 866775"/>
                <a:gd name="connsiteX33" fmla="*/ 1181576 w 3171825"/>
                <a:gd name="connsiteY33" fmla="*/ 290989 h 866775"/>
                <a:gd name="connsiteX34" fmla="*/ 1086326 w 3171825"/>
                <a:gd name="connsiteY34" fmla="*/ 385286 h 866775"/>
                <a:gd name="connsiteX35" fmla="*/ 1088231 w 3171825"/>
                <a:gd name="connsiteY35" fmla="*/ 358616 h 866775"/>
                <a:gd name="connsiteX36" fmla="*/ 974884 w 3171825"/>
                <a:gd name="connsiteY36" fmla="*/ 204311 h 866775"/>
                <a:gd name="connsiteX37" fmla="*/ 883444 w 3171825"/>
                <a:gd name="connsiteY37" fmla="*/ 273844 h 866775"/>
                <a:gd name="connsiteX38" fmla="*/ 846296 w 3171825"/>
                <a:gd name="connsiteY38" fmla="*/ 213836 h 866775"/>
                <a:gd name="connsiteX39" fmla="*/ 805339 w 3171825"/>
                <a:gd name="connsiteY39" fmla="*/ 224314 h 866775"/>
                <a:gd name="connsiteX40" fmla="*/ 814864 w 3171825"/>
                <a:gd name="connsiteY40" fmla="*/ 334804 h 866775"/>
                <a:gd name="connsiteX41" fmla="*/ 742474 w 3171825"/>
                <a:gd name="connsiteY41" fmla="*/ 520541 h 866775"/>
                <a:gd name="connsiteX42" fmla="*/ 691991 w 3171825"/>
                <a:gd name="connsiteY42" fmla="*/ 309086 h 866775"/>
                <a:gd name="connsiteX43" fmla="*/ 671989 w 3171825"/>
                <a:gd name="connsiteY43" fmla="*/ 305276 h 866775"/>
                <a:gd name="connsiteX44" fmla="*/ 621506 w 3171825"/>
                <a:gd name="connsiteY44" fmla="*/ 399574 h 866775"/>
                <a:gd name="connsiteX45" fmla="*/ 539591 w 3171825"/>
                <a:gd name="connsiteY45" fmla="*/ 512921 h 866775"/>
                <a:gd name="connsiteX46" fmla="*/ 495776 w 3171825"/>
                <a:gd name="connsiteY46" fmla="*/ 443389 h 866775"/>
                <a:gd name="connsiteX47" fmla="*/ 685324 w 3171825"/>
                <a:gd name="connsiteY47" fmla="*/ 278606 h 866775"/>
                <a:gd name="connsiteX48" fmla="*/ 627221 w 3171825"/>
                <a:gd name="connsiteY48" fmla="*/ 214789 h 866775"/>
                <a:gd name="connsiteX49" fmla="*/ 437674 w 3171825"/>
                <a:gd name="connsiteY49" fmla="*/ 355759 h 866775"/>
                <a:gd name="connsiteX50" fmla="*/ 237649 w 3171825"/>
                <a:gd name="connsiteY50" fmla="*/ 529114 h 866775"/>
                <a:gd name="connsiteX51" fmla="*/ 97631 w 3171825"/>
                <a:gd name="connsiteY51" fmla="*/ 313849 h 866775"/>
                <a:gd name="connsiteX52" fmla="*/ 261461 w 3171825"/>
                <a:gd name="connsiteY52" fmla="*/ 69056 h 866775"/>
                <a:gd name="connsiteX53" fmla="*/ 329089 w 3171825"/>
                <a:gd name="connsiteY53" fmla="*/ 181451 h 866775"/>
                <a:gd name="connsiteX54" fmla="*/ 410051 w 3171825"/>
                <a:gd name="connsiteY54" fmla="*/ 121444 h 866775"/>
                <a:gd name="connsiteX55" fmla="*/ 265271 w 3171825"/>
                <a:gd name="connsiteY55" fmla="*/ 7144 h 866775"/>
                <a:gd name="connsiteX56" fmla="*/ 7144 w 3171825"/>
                <a:gd name="connsiteY56" fmla="*/ 324326 h 866775"/>
                <a:gd name="connsiteX57" fmla="*/ 220504 w 3171825"/>
                <a:gd name="connsiteY57" fmla="*/ 601504 h 866775"/>
                <a:gd name="connsiteX58" fmla="*/ 425291 w 3171825"/>
                <a:gd name="connsiteY58" fmla="*/ 472916 h 866775"/>
                <a:gd name="connsiteX59" fmla="*/ 525304 w 3171825"/>
                <a:gd name="connsiteY59" fmla="*/ 576739 h 866775"/>
                <a:gd name="connsiteX60" fmla="*/ 646271 w 3171825"/>
                <a:gd name="connsiteY60" fmla="*/ 485299 h 866775"/>
                <a:gd name="connsiteX61" fmla="*/ 734854 w 3171825"/>
                <a:gd name="connsiteY61" fmla="*/ 576739 h 866775"/>
                <a:gd name="connsiteX62" fmla="*/ 812959 w 3171825"/>
                <a:gd name="connsiteY62" fmla="*/ 532924 h 866775"/>
                <a:gd name="connsiteX63" fmla="*/ 904399 w 3171825"/>
                <a:gd name="connsiteY63" fmla="*/ 810101 h 866775"/>
                <a:gd name="connsiteX64" fmla="*/ 882491 w 3171825"/>
                <a:gd name="connsiteY64" fmla="*/ 577691 h 866775"/>
                <a:gd name="connsiteX65" fmla="*/ 969169 w 3171825"/>
                <a:gd name="connsiteY65" fmla="*/ 267176 h 866775"/>
                <a:gd name="connsiteX66" fmla="*/ 1015841 w 3171825"/>
                <a:gd name="connsiteY66" fmla="*/ 359569 h 866775"/>
                <a:gd name="connsiteX67" fmla="*/ 1007269 w 3171825"/>
                <a:gd name="connsiteY67" fmla="*/ 440531 h 866775"/>
                <a:gd name="connsiteX68" fmla="*/ 900589 w 3171825"/>
                <a:gd name="connsiteY68" fmla="*/ 545306 h 866775"/>
                <a:gd name="connsiteX69" fmla="*/ 941546 w 3171825"/>
                <a:gd name="connsiteY69" fmla="*/ 577691 h 866775"/>
                <a:gd name="connsiteX70" fmla="*/ 1072039 w 3171825"/>
                <a:gd name="connsiteY70" fmla="*/ 449104 h 866775"/>
                <a:gd name="connsiteX71" fmla="*/ 1150144 w 3171825"/>
                <a:gd name="connsiteY71" fmla="*/ 390049 h 866775"/>
                <a:gd name="connsiteX72" fmla="*/ 1149191 w 3171825"/>
                <a:gd name="connsiteY72" fmla="*/ 415766 h 866775"/>
                <a:gd name="connsiteX73" fmla="*/ 1244441 w 3171825"/>
                <a:gd name="connsiteY73" fmla="*/ 550069 h 866775"/>
                <a:gd name="connsiteX74" fmla="*/ 1349216 w 3171825"/>
                <a:gd name="connsiteY74" fmla="*/ 469106 h 866775"/>
                <a:gd name="connsiteX75" fmla="*/ 1352074 w 3171825"/>
                <a:gd name="connsiteY75" fmla="*/ 547211 h 866775"/>
                <a:gd name="connsiteX76" fmla="*/ 1155859 w 3171825"/>
                <a:gd name="connsiteY76" fmla="*/ 754856 h 866775"/>
                <a:gd name="connsiteX77" fmla="*/ 1259681 w 3171825"/>
                <a:gd name="connsiteY77" fmla="*/ 864394 h 866775"/>
                <a:gd name="connsiteX78" fmla="*/ 1419701 w 3171825"/>
                <a:gd name="connsiteY78" fmla="*/ 569119 h 866775"/>
                <a:gd name="connsiteX79" fmla="*/ 1529239 w 3171825"/>
                <a:gd name="connsiteY79" fmla="*/ 518636 h 866775"/>
                <a:gd name="connsiteX80" fmla="*/ 1640681 w 3171825"/>
                <a:gd name="connsiteY80" fmla="*/ 576739 h 866775"/>
                <a:gd name="connsiteX81" fmla="*/ 1813084 w 3171825"/>
                <a:gd name="connsiteY81" fmla="*/ 459581 h 866775"/>
                <a:gd name="connsiteX82" fmla="*/ 1868329 w 3171825"/>
                <a:gd name="connsiteY82" fmla="*/ 576739 h 866775"/>
                <a:gd name="connsiteX83" fmla="*/ 1980724 w 3171825"/>
                <a:gd name="connsiteY83" fmla="*/ 273844 h 866775"/>
                <a:gd name="connsiteX84" fmla="*/ 2074069 w 3171825"/>
                <a:gd name="connsiteY84" fmla="*/ 601504 h 866775"/>
                <a:gd name="connsiteX85" fmla="*/ 2198846 w 3171825"/>
                <a:gd name="connsiteY85" fmla="*/ 312896 h 866775"/>
                <a:gd name="connsiteX86" fmla="*/ 2307432 w 3171825"/>
                <a:gd name="connsiteY86" fmla="*/ 576739 h 866775"/>
                <a:gd name="connsiteX87" fmla="*/ 2412207 w 3171825"/>
                <a:gd name="connsiteY87" fmla="*/ 428149 h 866775"/>
                <a:gd name="connsiteX88" fmla="*/ 2521744 w 3171825"/>
                <a:gd name="connsiteY88" fmla="*/ 576739 h 866775"/>
                <a:gd name="connsiteX89" fmla="*/ 2618899 w 3171825"/>
                <a:gd name="connsiteY89" fmla="*/ 486251 h 866775"/>
                <a:gd name="connsiteX90" fmla="*/ 2670334 w 3171825"/>
                <a:gd name="connsiteY90" fmla="*/ 576739 h 866775"/>
                <a:gd name="connsiteX91" fmla="*/ 2803684 w 3171825"/>
                <a:gd name="connsiteY91" fmla="*/ 274796 h 866775"/>
                <a:gd name="connsiteX92" fmla="*/ 2947511 w 3171825"/>
                <a:gd name="connsiteY92" fmla="*/ 576739 h 866775"/>
                <a:gd name="connsiteX93" fmla="*/ 3040857 w 3171825"/>
                <a:gd name="connsiteY93" fmla="*/ 474821 h 866775"/>
                <a:gd name="connsiteX94" fmla="*/ 3121819 w 3171825"/>
                <a:gd name="connsiteY94" fmla="*/ 576739 h 866775"/>
                <a:gd name="connsiteX95" fmla="*/ 3169444 w 3171825"/>
                <a:gd name="connsiteY95" fmla="*/ 550069 h 866775"/>
                <a:gd name="connsiteX96" fmla="*/ 3092291 w 3171825"/>
                <a:gd name="connsiteY96" fmla="*/ 287179 h 866775"/>
                <a:gd name="connsiteX97" fmla="*/ 1267301 w 3171825"/>
                <a:gd name="connsiteY97" fmla="*/ 806291 h 866775"/>
                <a:gd name="connsiteX98" fmla="*/ 1226344 w 3171825"/>
                <a:gd name="connsiteY98" fmla="*/ 751999 h 866775"/>
                <a:gd name="connsiteX99" fmla="*/ 1353026 w 3171825"/>
                <a:gd name="connsiteY99" fmla="*/ 597694 h 866775"/>
                <a:gd name="connsiteX100" fmla="*/ 1267301 w 3171825"/>
                <a:gd name="connsiteY100" fmla="*/ 806291 h 866775"/>
                <a:gd name="connsiteX101" fmla="*/ 1614964 w 3171825"/>
                <a:gd name="connsiteY101" fmla="*/ 257651 h 866775"/>
                <a:gd name="connsiteX102" fmla="*/ 1653064 w 3171825"/>
                <a:gd name="connsiteY102" fmla="*/ 315754 h 866775"/>
                <a:gd name="connsiteX103" fmla="*/ 1569244 w 3171825"/>
                <a:gd name="connsiteY103" fmla="*/ 438626 h 866775"/>
                <a:gd name="connsiteX104" fmla="*/ 1614964 w 3171825"/>
                <a:gd name="connsiteY104" fmla="*/ 257651 h 8667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Lst>
              <a:rect l="l" t="t" r="r" b="b"/>
              <a:pathLst>
                <a:path w="3171825" h="866775">
                  <a:moveTo>
                    <a:pt x="3092291" y="287179"/>
                  </a:moveTo>
                  <a:cubicBezTo>
                    <a:pt x="3092291" y="241459"/>
                    <a:pt x="3089434" y="211931"/>
                    <a:pt x="3059907" y="211931"/>
                  </a:cubicBezTo>
                  <a:cubicBezTo>
                    <a:pt x="3046571" y="211931"/>
                    <a:pt x="3039904" y="214789"/>
                    <a:pt x="3027521" y="218599"/>
                  </a:cubicBezTo>
                  <a:cubicBezTo>
                    <a:pt x="3037999" y="371951"/>
                    <a:pt x="3003709" y="507206"/>
                    <a:pt x="2960846" y="507206"/>
                  </a:cubicBezTo>
                  <a:cubicBezTo>
                    <a:pt x="2905601" y="507206"/>
                    <a:pt x="2933224" y="178594"/>
                    <a:pt x="2816066" y="178594"/>
                  </a:cubicBezTo>
                  <a:cubicBezTo>
                    <a:pt x="2707482" y="178594"/>
                    <a:pt x="2692241" y="440531"/>
                    <a:pt x="2679859" y="440531"/>
                  </a:cubicBezTo>
                  <a:cubicBezTo>
                    <a:pt x="2671286" y="440531"/>
                    <a:pt x="2670334" y="371951"/>
                    <a:pt x="2670334" y="319564"/>
                  </a:cubicBezTo>
                  <a:cubicBezTo>
                    <a:pt x="2675096" y="294799"/>
                    <a:pt x="2677001" y="271939"/>
                    <a:pt x="2677001" y="254794"/>
                  </a:cubicBezTo>
                  <a:cubicBezTo>
                    <a:pt x="2677001" y="230029"/>
                    <a:pt x="2667476" y="188119"/>
                    <a:pt x="2611279" y="209074"/>
                  </a:cubicBezTo>
                  <a:cubicBezTo>
                    <a:pt x="2613184" y="396716"/>
                    <a:pt x="2576036" y="510064"/>
                    <a:pt x="2533174" y="510064"/>
                  </a:cubicBezTo>
                  <a:cubicBezTo>
                    <a:pt x="2471261" y="510064"/>
                    <a:pt x="2470309" y="340519"/>
                    <a:pt x="2470309" y="292894"/>
                  </a:cubicBezTo>
                  <a:cubicBezTo>
                    <a:pt x="2470309" y="247174"/>
                    <a:pt x="2473166" y="186214"/>
                    <a:pt x="2405539" y="208121"/>
                  </a:cubicBezTo>
                  <a:cubicBezTo>
                    <a:pt x="2395061" y="371951"/>
                    <a:pt x="2352199" y="494824"/>
                    <a:pt x="2325529" y="494824"/>
                  </a:cubicBezTo>
                  <a:cubicBezTo>
                    <a:pt x="2285524" y="494824"/>
                    <a:pt x="2293144" y="211931"/>
                    <a:pt x="2206466" y="211931"/>
                  </a:cubicBezTo>
                  <a:cubicBezTo>
                    <a:pt x="2128361" y="211931"/>
                    <a:pt x="2103596" y="479584"/>
                    <a:pt x="2087404" y="479584"/>
                  </a:cubicBezTo>
                  <a:cubicBezTo>
                    <a:pt x="2057876" y="479584"/>
                    <a:pt x="2096929" y="178594"/>
                    <a:pt x="1983581" y="178594"/>
                  </a:cubicBezTo>
                  <a:cubicBezTo>
                    <a:pt x="1924526" y="178594"/>
                    <a:pt x="1900714" y="279559"/>
                    <a:pt x="1877854" y="391954"/>
                  </a:cubicBezTo>
                  <a:cubicBezTo>
                    <a:pt x="1873091" y="413861"/>
                    <a:pt x="1868329" y="414814"/>
                    <a:pt x="1867376" y="390049"/>
                  </a:cubicBezTo>
                  <a:cubicBezTo>
                    <a:pt x="1866424" y="370046"/>
                    <a:pt x="1866424" y="347186"/>
                    <a:pt x="1866424" y="327184"/>
                  </a:cubicBezTo>
                  <a:cubicBezTo>
                    <a:pt x="1894999" y="213836"/>
                    <a:pt x="1859756" y="171926"/>
                    <a:pt x="1807369" y="202406"/>
                  </a:cubicBezTo>
                  <a:cubicBezTo>
                    <a:pt x="1824514" y="411004"/>
                    <a:pt x="1728311" y="512921"/>
                    <a:pt x="1654969" y="512921"/>
                  </a:cubicBezTo>
                  <a:cubicBezTo>
                    <a:pt x="1628299" y="512921"/>
                    <a:pt x="1607344" y="501491"/>
                    <a:pt x="1592104" y="483394"/>
                  </a:cubicBezTo>
                  <a:cubicBezTo>
                    <a:pt x="1680686" y="429101"/>
                    <a:pt x="1719739" y="367189"/>
                    <a:pt x="1719739" y="306229"/>
                  </a:cubicBezTo>
                  <a:cubicBezTo>
                    <a:pt x="1719739" y="240506"/>
                    <a:pt x="1681639" y="202406"/>
                    <a:pt x="1619726" y="202406"/>
                  </a:cubicBezTo>
                  <a:cubicBezTo>
                    <a:pt x="1532096" y="202406"/>
                    <a:pt x="1483519" y="292894"/>
                    <a:pt x="1483519" y="369094"/>
                  </a:cubicBezTo>
                  <a:cubicBezTo>
                    <a:pt x="1483519" y="410051"/>
                    <a:pt x="1491139" y="445294"/>
                    <a:pt x="1503521" y="473869"/>
                  </a:cubicBezTo>
                  <a:cubicBezTo>
                    <a:pt x="1473041" y="488156"/>
                    <a:pt x="1445419" y="500539"/>
                    <a:pt x="1418749" y="512921"/>
                  </a:cubicBezTo>
                  <a:cubicBezTo>
                    <a:pt x="1416844" y="433864"/>
                    <a:pt x="1407319" y="350996"/>
                    <a:pt x="1400651" y="274796"/>
                  </a:cubicBezTo>
                  <a:cubicBezTo>
                    <a:pt x="1353979" y="262414"/>
                    <a:pt x="1340644" y="284321"/>
                    <a:pt x="1336834" y="326231"/>
                  </a:cubicBezTo>
                  <a:cubicBezTo>
                    <a:pt x="1328261" y="420529"/>
                    <a:pt x="1293971" y="479584"/>
                    <a:pt x="1262539" y="479584"/>
                  </a:cubicBezTo>
                  <a:cubicBezTo>
                    <a:pt x="1239679" y="479584"/>
                    <a:pt x="1225391" y="451009"/>
                    <a:pt x="1223486" y="421481"/>
                  </a:cubicBezTo>
                  <a:cubicBezTo>
                    <a:pt x="1214914" y="270034"/>
                    <a:pt x="1337786" y="228124"/>
                    <a:pt x="1402556" y="250031"/>
                  </a:cubicBezTo>
                  <a:cubicBezTo>
                    <a:pt x="1415891" y="216694"/>
                    <a:pt x="1401604" y="192881"/>
                    <a:pt x="1343501" y="192881"/>
                  </a:cubicBezTo>
                  <a:cubicBezTo>
                    <a:pt x="1273016" y="192881"/>
                    <a:pt x="1220629" y="235744"/>
                    <a:pt x="1181576" y="290989"/>
                  </a:cubicBezTo>
                  <a:cubicBezTo>
                    <a:pt x="1155859" y="327184"/>
                    <a:pt x="1126331" y="353854"/>
                    <a:pt x="1086326" y="385286"/>
                  </a:cubicBezTo>
                  <a:cubicBezTo>
                    <a:pt x="1087279" y="375761"/>
                    <a:pt x="1088231" y="367189"/>
                    <a:pt x="1088231" y="358616"/>
                  </a:cubicBezTo>
                  <a:cubicBezTo>
                    <a:pt x="1088231" y="251936"/>
                    <a:pt x="1030129" y="204311"/>
                    <a:pt x="974884" y="204311"/>
                  </a:cubicBezTo>
                  <a:cubicBezTo>
                    <a:pt x="929164" y="204311"/>
                    <a:pt x="900589" y="231934"/>
                    <a:pt x="883444" y="273844"/>
                  </a:cubicBezTo>
                  <a:cubicBezTo>
                    <a:pt x="879634" y="231934"/>
                    <a:pt x="871061" y="213836"/>
                    <a:pt x="846296" y="213836"/>
                  </a:cubicBezTo>
                  <a:cubicBezTo>
                    <a:pt x="835819" y="213836"/>
                    <a:pt x="821531" y="216694"/>
                    <a:pt x="805339" y="224314"/>
                  </a:cubicBezTo>
                  <a:cubicBezTo>
                    <a:pt x="812959" y="248126"/>
                    <a:pt x="814864" y="300514"/>
                    <a:pt x="814864" y="334804"/>
                  </a:cubicBezTo>
                  <a:cubicBezTo>
                    <a:pt x="814864" y="463391"/>
                    <a:pt x="777716" y="520541"/>
                    <a:pt x="742474" y="520541"/>
                  </a:cubicBezTo>
                  <a:cubicBezTo>
                    <a:pt x="701516" y="520541"/>
                    <a:pt x="695801" y="368141"/>
                    <a:pt x="691991" y="309086"/>
                  </a:cubicBezTo>
                  <a:cubicBezTo>
                    <a:pt x="687229" y="307181"/>
                    <a:pt x="681514" y="305276"/>
                    <a:pt x="671989" y="305276"/>
                  </a:cubicBezTo>
                  <a:cubicBezTo>
                    <a:pt x="635794" y="305276"/>
                    <a:pt x="631031" y="354806"/>
                    <a:pt x="621506" y="399574"/>
                  </a:cubicBezTo>
                  <a:cubicBezTo>
                    <a:pt x="611029" y="450056"/>
                    <a:pt x="582454" y="512921"/>
                    <a:pt x="539591" y="512921"/>
                  </a:cubicBezTo>
                  <a:cubicBezTo>
                    <a:pt x="513874" y="512921"/>
                    <a:pt x="497681" y="488156"/>
                    <a:pt x="495776" y="443389"/>
                  </a:cubicBezTo>
                  <a:cubicBezTo>
                    <a:pt x="491966" y="352901"/>
                    <a:pt x="567214" y="245269"/>
                    <a:pt x="685324" y="278606"/>
                  </a:cubicBezTo>
                  <a:cubicBezTo>
                    <a:pt x="700564" y="242411"/>
                    <a:pt x="676751" y="214789"/>
                    <a:pt x="627221" y="214789"/>
                  </a:cubicBezTo>
                  <a:cubicBezTo>
                    <a:pt x="540544" y="214789"/>
                    <a:pt x="469106" y="279559"/>
                    <a:pt x="437674" y="355759"/>
                  </a:cubicBezTo>
                  <a:cubicBezTo>
                    <a:pt x="406241" y="426244"/>
                    <a:pt x="350996" y="529114"/>
                    <a:pt x="237649" y="529114"/>
                  </a:cubicBezTo>
                  <a:cubicBezTo>
                    <a:pt x="157639" y="529114"/>
                    <a:pt x="97631" y="459581"/>
                    <a:pt x="97631" y="313849"/>
                  </a:cubicBezTo>
                  <a:cubicBezTo>
                    <a:pt x="97631" y="188119"/>
                    <a:pt x="176689" y="69056"/>
                    <a:pt x="261461" y="69056"/>
                  </a:cubicBezTo>
                  <a:cubicBezTo>
                    <a:pt x="320516" y="69056"/>
                    <a:pt x="333851" y="127159"/>
                    <a:pt x="329089" y="181451"/>
                  </a:cubicBezTo>
                  <a:cubicBezTo>
                    <a:pt x="359569" y="206216"/>
                    <a:pt x="410051" y="183356"/>
                    <a:pt x="410051" y="121444"/>
                  </a:cubicBezTo>
                  <a:cubicBezTo>
                    <a:pt x="410051" y="79534"/>
                    <a:pt x="375761" y="7144"/>
                    <a:pt x="265271" y="7144"/>
                  </a:cubicBezTo>
                  <a:cubicBezTo>
                    <a:pt x="128111" y="7144"/>
                    <a:pt x="7144" y="144304"/>
                    <a:pt x="7144" y="324326"/>
                  </a:cubicBezTo>
                  <a:cubicBezTo>
                    <a:pt x="7144" y="498634"/>
                    <a:pt x="95726" y="601504"/>
                    <a:pt x="220504" y="601504"/>
                  </a:cubicBezTo>
                  <a:cubicBezTo>
                    <a:pt x="299561" y="601504"/>
                    <a:pt x="373856" y="556736"/>
                    <a:pt x="425291" y="472916"/>
                  </a:cubicBezTo>
                  <a:cubicBezTo>
                    <a:pt x="438626" y="545306"/>
                    <a:pt x="488156" y="576739"/>
                    <a:pt x="525304" y="576739"/>
                  </a:cubicBezTo>
                  <a:cubicBezTo>
                    <a:pt x="585311" y="576739"/>
                    <a:pt x="624364" y="537686"/>
                    <a:pt x="646271" y="485299"/>
                  </a:cubicBezTo>
                  <a:cubicBezTo>
                    <a:pt x="659606" y="537686"/>
                    <a:pt x="688181" y="576739"/>
                    <a:pt x="734854" y="576739"/>
                  </a:cubicBezTo>
                  <a:cubicBezTo>
                    <a:pt x="768191" y="576739"/>
                    <a:pt x="793909" y="559594"/>
                    <a:pt x="812959" y="532924"/>
                  </a:cubicBezTo>
                  <a:cubicBezTo>
                    <a:pt x="805339" y="716756"/>
                    <a:pt x="795814" y="832961"/>
                    <a:pt x="904399" y="810101"/>
                  </a:cubicBezTo>
                  <a:cubicBezTo>
                    <a:pt x="887254" y="757714"/>
                    <a:pt x="882491" y="663416"/>
                    <a:pt x="882491" y="577691"/>
                  </a:cubicBezTo>
                  <a:cubicBezTo>
                    <a:pt x="882491" y="344329"/>
                    <a:pt x="920591" y="267176"/>
                    <a:pt x="969169" y="267176"/>
                  </a:cubicBezTo>
                  <a:cubicBezTo>
                    <a:pt x="1004411" y="267176"/>
                    <a:pt x="1015841" y="311944"/>
                    <a:pt x="1015841" y="359569"/>
                  </a:cubicBezTo>
                  <a:cubicBezTo>
                    <a:pt x="1015841" y="385286"/>
                    <a:pt x="1012984" y="413861"/>
                    <a:pt x="1007269" y="440531"/>
                  </a:cubicBezTo>
                  <a:cubicBezTo>
                    <a:pt x="948214" y="477679"/>
                    <a:pt x="900589" y="507206"/>
                    <a:pt x="900589" y="545306"/>
                  </a:cubicBezTo>
                  <a:cubicBezTo>
                    <a:pt x="900589" y="574834"/>
                    <a:pt x="922496" y="577691"/>
                    <a:pt x="941546" y="577691"/>
                  </a:cubicBezTo>
                  <a:cubicBezTo>
                    <a:pt x="987266" y="577691"/>
                    <a:pt x="1041559" y="532924"/>
                    <a:pt x="1072039" y="449104"/>
                  </a:cubicBezTo>
                  <a:cubicBezTo>
                    <a:pt x="1098709" y="432911"/>
                    <a:pt x="1125379" y="414814"/>
                    <a:pt x="1150144" y="390049"/>
                  </a:cubicBezTo>
                  <a:cubicBezTo>
                    <a:pt x="1149191" y="398621"/>
                    <a:pt x="1149191" y="407194"/>
                    <a:pt x="1149191" y="415766"/>
                  </a:cubicBezTo>
                  <a:cubicBezTo>
                    <a:pt x="1149191" y="499586"/>
                    <a:pt x="1185386" y="550069"/>
                    <a:pt x="1244441" y="550069"/>
                  </a:cubicBezTo>
                  <a:cubicBezTo>
                    <a:pt x="1290161" y="550069"/>
                    <a:pt x="1324451" y="517684"/>
                    <a:pt x="1349216" y="469106"/>
                  </a:cubicBezTo>
                  <a:cubicBezTo>
                    <a:pt x="1351121" y="496729"/>
                    <a:pt x="1352074" y="523399"/>
                    <a:pt x="1352074" y="547211"/>
                  </a:cubicBezTo>
                  <a:cubicBezTo>
                    <a:pt x="1258729" y="590074"/>
                    <a:pt x="1155859" y="633889"/>
                    <a:pt x="1155859" y="754856"/>
                  </a:cubicBezTo>
                  <a:cubicBezTo>
                    <a:pt x="1155859" y="817721"/>
                    <a:pt x="1201579" y="864394"/>
                    <a:pt x="1259681" y="864394"/>
                  </a:cubicBezTo>
                  <a:cubicBezTo>
                    <a:pt x="1389221" y="864394"/>
                    <a:pt x="1418749" y="728186"/>
                    <a:pt x="1419701" y="569119"/>
                  </a:cubicBezTo>
                  <a:cubicBezTo>
                    <a:pt x="1461611" y="551021"/>
                    <a:pt x="1493044" y="536734"/>
                    <a:pt x="1529239" y="518636"/>
                  </a:cubicBezTo>
                  <a:cubicBezTo>
                    <a:pt x="1560671" y="557689"/>
                    <a:pt x="1602581" y="576739"/>
                    <a:pt x="1640681" y="576739"/>
                  </a:cubicBezTo>
                  <a:cubicBezTo>
                    <a:pt x="1714024" y="576739"/>
                    <a:pt x="1768316" y="537686"/>
                    <a:pt x="1813084" y="459581"/>
                  </a:cubicBezTo>
                  <a:cubicBezTo>
                    <a:pt x="1820704" y="519589"/>
                    <a:pt x="1835944" y="576739"/>
                    <a:pt x="1868329" y="576739"/>
                  </a:cubicBezTo>
                  <a:cubicBezTo>
                    <a:pt x="1926431" y="576739"/>
                    <a:pt x="1937861" y="273844"/>
                    <a:pt x="1980724" y="273844"/>
                  </a:cubicBezTo>
                  <a:cubicBezTo>
                    <a:pt x="2014061" y="273844"/>
                    <a:pt x="1986439" y="601504"/>
                    <a:pt x="2074069" y="601504"/>
                  </a:cubicBezTo>
                  <a:cubicBezTo>
                    <a:pt x="2148364" y="601504"/>
                    <a:pt x="2162651" y="312896"/>
                    <a:pt x="2198846" y="312896"/>
                  </a:cubicBezTo>
                  <a:cubicBezTo>
                    <a:pt x="2224564" y="312896"/>
                    <a:pt x="2226469" y="576739"/>
                    <a:pt x="2307432" y="576739"/>
                  </a:cubicBezTo>
                  <a:cubicBezTo>
                    <a:pt x="2347436" y="576739"/>
                    <a:pt x="2390299" y="529114"/>
                    <a:pt x="2412207" y="428149"/>
                  </a:cubicBezTo>
                  <a:cubicBezTo>
                    <a:pt x="2422684" y="494824"/>
                    <a:pt x="2456021" y="576739"/>
                    <a:pt x="2521744" y="576739"/>
                  </a:cubicBezTo>
                  <a:cubicBezTo>
                    <a:pt x="2559844" y="576739"/>
                    <a:pt x="2593182" y="537686"/>
                    <a:pt x="2618899" y="486251"/>
                  </a:cubicBezTo>
                  <a:cubicBezTo>
                    <a:pt x="2625566" y="539591"/>
                    <a:pt x="2640807" y="576739"/>
                    <a:pt x="2670334" y="576739"/>
                  </a:cubicBezTo>
                  <a:cubicBezTo>
                    <a:pt x="2746534" y="576739"/>
                    <a:pt x="2743676" y="274796"/>
                    <a:pt x="2803684" y="274796"/>
                  </a:cubicBezTo>
                  <a:cubicBezTo>
                    <a:pt x="2850357" y="274796"/>
                    <a:pt x="2836069" y="576739"/>
                    <a:pt x="2947511" y="576739"/>
                  </a:cubicBezTo>
                  <a:cubicBezTo>
                    <a:pt x="3000851" y="576739"/>
                    <a:pt x="3025616" y="531971"/>
                    <a:pt x="3040857" y="474821"/>
                  </a:cubicBezTo>
                  <a:cubicBezTo>
                    <a:pt x="3061811" y="558641"/>
                    <a:pt x="3094196" y="576739"/>
                    <a:pt x="3121819" y="576739"/>
                  </a:cubicBezTo>
                  <a:cubicBezTo>
                    <a:pt x="3138964" y="576739"/>
                    <a:pt x="3152299" y="571024"/>
                    <a:pt x="3169444" y="550069"/>
                  </a:cubicBezTo>
                  <a:cubicBezTo>
                    <a:pt x="3085624" y="511969"/>
                    <a:pt x="3092291" y="375761"/>
                    <a:pt x="3092291" y="287179"/>
                  </a:cubicBezTo>
                  <a:close/>
                  <a:moveTo>
                    <a:pt x="1267301" y="806291"/>
                  </a:moveTo>
                  <a:cubicBezTo>
                    <a:pt x="1240631" y="806291"/>
                    <a:pt x="1226344" y="780574"/>
                    <a:pt x="1226344" y="751999"/>
                  </a:cubicBezTo>
                  <a:cubicBezTo>
                    <a:pt x="1226344" y="674846"/>
                    <a:pt x="1283494" y="632936"/>
                    <a:pt x="1353026" y="597694"/>
                  </a:cubicBezTo>
                  <a:cubicBezTo>
                    <a:pt x="1349216" y="768191"/>
                    <a:pt x="1310164" y="806291"/>
                    <a:pt x="1267301" y="806291"/>
                  </a:cubicBezTo>
                  <a:close/>
                  <a:moveTo>
                    <a:pt x="1614964" y="257651"/>
                  </a:moveTo>
                  <a:cubicBezTo>
                    <a:pt x="1640681" y="257651"/>
                    <a:pt x="1655921" y="281464"/>
                    <a:pt x="1653064" y="315754"/>
                  </a:cubicBezTo>
                  <a:cubicBezTo>
                    <a:pt x="1650206" y="355759"/>
                    <a:pt x="1620679" y="402431"/>
                    <a:pt x="1569244" y="438626"/>
                  </a:cubicBezTo>
                  <a:cubicBezTo>
                    <a:pt x="1543526" y="362426"/>
                    <a:pt x="1563529" y="257651"/>
                    <a:pt x="1614964" y="257651"/>
                  </a:cubicBezTo>
                  <a:close/>
                </a:path>
              </a:pathLst>
            </a:custGeom>
            <a:solidFill>
              <a:srgbClr val="0072AF"/>
            </a:solidFill>
            <a:ln w="9525" cap="flat">
              <a:noFill/>
              <a:prstDash val="solid"/>
              <a:miter/>
            </a:ln>
          </p:spPr>
          <p:txBody>
            <a:bodyPr lIns="73152" tIns="36576" rIns="73152" bIns="36576" rtlCol="0" anchor="ctr"/>
            <a:lstStyle/>
            <a:p>
              <a:endParaRPr lang="de-DE"/>
            </a:p>
          </p:txBody>
        </p:sp>
        <p:sp>
          <p:nvSpPr>
            <p:cNvPr id="18" name="Freeform: Shape 17">
              <a:extLst>
                <a:ext uri="{FF2B5EF4-FFF2-40B4-BE49-F238E27FC236}">
                  <a16:creationId xmlns:a16="http://schemas.microsoft.com/office/drawing/2014/main" id="{F97E31E8-5C82-4E69-9FDF-6FBD6C01325D}"/>
                </a:ext>
              </a:extLst>
            </p:cNvPr>
            <p:cNvSpPr/>
            <p:nvPr/>
          </p:nvSpPr>
          <p:spPr>
            <a:xfrm>
              <a:off x="5565899" y="1311398"/>
              <a:ext cx="95250" cy="104775"/>
            </a:xfrm>
            <a:custGeom>
              <a:avLst/>
              <a:gdLst>
                <a:gd name="connsiteX0" fmla="*/ 51942 w 95250"/>
                <a:gd name="connsiteY0" fmla="*/ 99569 h 104775"/>
                <a:gd name="connsiteX1" fmla="*/ 93853 w 95250"/>
                <a:gd name="connsiteY1" fmla="*/ 51944 h 104775"/>
                <a:gd name="connsiteX2" fmla="*/ 51942 w 95250"/>
                <a:gd name="connsiteY2" fmla="*/ 7176 h 104775"/>
                <a:gd name="connsiteX3" fmla="*/ 7175 w 95250"/>
                <a:gd name="connsiteY3" fmla="*/ 54801 h 104775"/>
                <a:gd name="connsiteX4" fmla="*/ 51942 w 95250"/>
                <a:gd name="connsiteY4" fmla="*/ 99569 h 1047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5250" h="104775">
                  <a:moveTo>
                    <a:pt x="51942" y="99569"/>
                  </a:moveTo>
                  <a:cubicBezTo>
                    <a:pt x="76707" y="98616"/>
                    <a:pt x="93853" y="77661"/>
                    <a:pt x="93853" y="51944"/>
                  </a:cubicBezTo>
                  <a:cubicBezTo>
                    <a:pt x="93853" y="26226"/>
                    <a:pt x="76707" y="6224"/>
                    <a:pt x="51942" y="7176"/>
                  </a:cubicBezTo>
                  <a:cubicBezTo>
                    <a:pt x="27178" y="8129"/>
                    <a:pt x="7175" y="29084"/>
                    <a:pt x="7175" y="54801"/>
                  </a:cubicBezTo>
                  <a:cubicBezTo>
                    <a:pt x="6222" y="80519"/>
                    <a:pt x="27178" y="100521"/>
                    <a:pt x="51942" y="99569"/>
                  </a:cubicBezTo>
                  <a:close/>
                </a:path>
              </a:pathLst>
            </a:custGeom>
            <a:solidFill>
              <a:srgbClr val="0072AF"/>
            </a:solidFill>
            <a:ln w="9525" cap="flat">
              <a:noFill/>
              <a:prstDash val="solid"/>
              <a:miter/>
            </a:ln>
          </p:spPr>
          <p:txBody>
            <a:bodyPr lIns="73152" tIns="36576" rIns="73152" bIns="36576" rtlCol="0" anchor="ctr"/>
            <a:lstStyle/>
            <a:p>
              <a:endParaRPr lang="de-DE"/>
            </a:p>
          </p:txBody>
        </p:sp>
        <p:sp>
          <p:nvSpPr>
            <p:cNvPr id="19" name="Freeform: Shape 18">
              <a:extLst>
                <a:ext uri="{FF2B5EF4-FFF2-40B4-BE49-F238E27FC236}">
                  <a16:creationId xmlns:a16="http://schemas.microsoft.com/office/drawing/2014/main" id="{01FEC8C4-0567-467B-820C-86F3731EA2BB}"/>
                </a:ext>
              </a:extLst>
            </p:cNvPr>
            <p:cNvSpPr/>
            <p:nvPr/>
          </p:nvSpPr>
          <p:spPr>
            <a:xfrm>
              <a:off x="6186959" y="1329492"/>
              <a:ext cx="95250" cy="95250"/>
            </a:xfrm>
            <a:custGeom>
              <a:avLst/>
              <a:gdLst>
                <a:gd name="connsiteX0" fmla="*/ 48101 w 95250"/>
                <a:gd name="connsiteY0" fmla="*/ 94808 h 95250"/>
                <a:gd name="connsiteX1" fmla="*/ 89059 w 95250"/>
                <a:gd name="connsiteY1" fmla="*/ 49088 h 95250"/>
                <a:gd name="connsiteX2" fmla="*/ 48101 w 95250"/>
                <a:gd name="connsiteY2" fmla="*/ 7178 h 95250"/>
                <a:gd name="connsiteX3" fmla="*/ 7144 w 95250"/>
                <a:gd name="connsiteY3" fmla="*/ 52898 h 95250"/>
                <a:gd name="connsiteX4" fmla="*/ 48101 w 95250"/>
                <a:gd name="connsiteY4" fmla="*/ 94808 h 952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5250" h="95250">
                  <a:moveTo>
                    <a:pt x="48101" y="94808"/>
                  </a:moveTo>
                  <a:cubicBezTo>
                    <a:pt x="70961" y="93856"/>
                    <a:pt x="89059" y="73853"/>
                    <a:pt x="89059" y="49088"/>
                  </a:cubicBezTo>
                  <a:cubicBezTo>
                    <a:pt x="89059" y="25275"/>
                    <a:pt x="70961" y="6225"/>
                    <a:pt x="48101" y="7178"/>
                  </a:cubicBezTo>
                  <a:cubicBezTo>
                    <a:pt x="25241" y="8131"/>
                    <a:pt x="7144" y="28133"/>
                    <a:pt x="7144" y="52898"/>
                  </a:cubicBezTo>
                  <a:cubicBezTo>
                    <a:pt x="8096" y="76711"/>
                    <a:pt x="26194" y="95761"/>
                    <a:pt x="48101" y="94808"/>
                  </a:cubicBezTo>
                  <a:close/>
                </a:path>
              </a:pathLst>
            </a:custGeom>
            <a:solidFill>
              <a:srgbClr val="0072AF"/>
            </a:solidFill>
            <a:ln w="9525" cap="flat">
              <a:noFill/>
              <a:prstDash val="solid"/>
              <a:miter/>
            </a:ln>
          </p:spPr>
          <p:txBody>
            <a:bodyPr lIns="73152" tIns="36576" rIns="73152" bIns="36576" rtlCol="0" anchor="ctr"/>
            <a:lstStyle/>
            <a:p>
              <a:endParaRPr lang="de-DE"/>
            </a:p>
          </p:txBody>
        </p:sp>
        <p:sp>
          <p:nvSpPr>
            <p:cNvPr id="20" name="Freeform: Shape 19">
              <a:extLst>
                <a:ext uri="{FF2B5EF4-FFF2-40B4-BE49-F238E27FC236}">
                  <a16:creationId xmlns:a16="http://schemas.microsoft.com/office/drawing/2014/main" id="{C11165E0-121A-4075-AE2F-935DE1269228}"/>
                </a:ext>
              </a:extLst>
            </p:cNvPr>
            <p:cNvSpPr/>
            <p:nvPr/>
          </p:nvSpPr>
          <p:spPr>
            <a:xfrm>
              <a:off x="6386989" y="1257136"/>
              <a:ext cx="695324" cy="581025"/>
            </a:xfrm>
            <a:custGeom>
              <a:avLst/>
              <a:gdLst>
                <a:gd name="connsiteX0" fmla="*/ 689134 w 695325"/>
                <a:gd name="connsiteY0" fmla="*/ 368141 h 581025"/>
                <a:gd name="connsiteX1" fmla="*/ 571024 w 695325"/>
                <a:gd name="connsiteY1" fmla="*/ 127159 h 581025"/>
                <a:gd name="connsiteX2" fmla="*/ 388144 w 695325"/>
                <a:gd name="connsiteY2" fmla="*/ 13811 h 581025"/>
                <a:gd name="connsiteX3" fmla="*/ 371951 w 695325"/>
                <a:gd name="connsiteY3" fmla="*/ 7144 h 581025"/>
                <a:gd name="connsiteX4" fmla="*/ 371951 w 695325"/>
                <a:gd name="connsiteY4" fmla="*/ 7144 h 581025"/>
                <a:gd name="connsiteX5" fmla="*/ 371951 w 695325"/>
                <a:gd name="connsiteY5" fmla="*/ 7144 h 581025"/>
                <a:gd name="connsiteX6" fmla="*/ 7144 w 695325"/>
                <a:gd name="connsiteY6" fmla="*/ 383381 h 581025"/>
                <a:gd name="connsiteX7" fmla="*/ 132874 w 695325"/>
                <a:gd name="connsiteY7" fmla="*/ 569119 h 581025"/>
                <a:gd name="connsiteX8" fmla="*/ 262414 w 695325"/>
                <a:gd name="connsiteY8" fmla="*/ 571976 h 581025"/>
                <a:gd name="connsiteX9" fmla="*/ 358616 w 695325"/>
                <a:gd name="connsiteY9" fmla="*/ 506254 h 581025"/>
                <a:gd name="connsiteX10" fmla="*/ 577692 w 695325"/>
                <a:gd name="connsiteY10" fmla="*/ 271939 h 581025"/>
                <a:gd name="connsiteX11" fmla="*/ 690086 w 695325"/>
                <a:gd name="connsiteY11" fmla="*/ 374809 h 581025"/>
                <a:gd name="connsiteX12" fmla="*/ 689134 w 695325"/>
                <a:gd name="connsiteY12" fmla="*/ 368141 h 5810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695325" h="581025">
                  <a:moveTo>
                    <a:pt x="689134" y="368141"/>
                  </a:moveTo>
                  <a:cubicBezTo>
                    <a:pt x="687229" y="271939"/>
                    <a:pt x="641509" y="191929"/>
                    <a:pt x="571024" y="127159"/>
                  </a:cubicBezTo>
                  <a:cubicBezTo>
                    <a:pt x="517684" y="78581"/>
                    <a:pt x="453866" y="41434"/>
                    <a:pt x="388144" y="13811"/>
                  </a:cubicBezTo>
                  <a:cubicBezTo>
                    <a:pt x="382429" y="11906"/>
                    <a:pt x="377666" y="9049"/>
                    <a:pt x="371951" y="7144"/>
                  </a:cubicBezTo>
                  <a:lnTo>
                    <a:pt x="371951" y="7144"/>
                  </a:lnTo>
                  <a:cubicBezTo>
                    <a:pt x="371951" y="7144"/>
                    <a:pt x="371951" y="7144"/>
                    <a:pt x="371951" y="7144"/>
                  </a:cubicBezTo>
                  <a:cubicBezTo>
                    <a:pt x="290036" y="105251"/>
                    <a:pt x="7144" y="178594"/>
                    <a:pt x="7144" y="383381"/>
                  </a:cubicBezTo>
                  <a:cubicBezTo>
                    <a:pt x="7144" y="463391"/>
                    <a:pt x="57626" y="538639"/>
                    <a:pt x="132874" y="569119"/>
                  </a:cubicBezTo>
                  <a:cubicBezTo>
                    <a:pt x="175736" y="585311"/>
                    <a:pt x="219551" y="586264"/>
                    <a:pt x="262414" y="571976"/>
                  </a:cubicBezTo>
                  <a:cubicBezTo>
                    <a:pt x="300514" y="559594"/>
                    <a:pt x="332899" y="535781"/>
                    <a:pt x="358616" y="506254"/>
                  </a:cubicBezTo>
                  <a:cubicBezTo>
                    <a:pt x="441484" y="413861"/>
                    <a:pt x="475774" y="271939"/>
                    <a:pt x="577692" y="271939"/>
                  </a:cubicBezTo>
                  <a:cubicBezTo>
                    <a:pt x="671036" y="271939"/>
                    <a:pt x="683419" y="338614"/>
                    <a:pt x="690086" y="374809"/>
                  </a:cubicBezTo>
                  <a:cubicBezTo>
                    <a:pt x="689134" y="373856"/>
                    <a:pt x="689134" y="371951"/>
                    <a:pt x="689134" y="368141"/>
                  </a:cubicBezTo>
                  <a:close/>
                </a:path>
              </a:pathLst>
            </a:custGeom>
            <a:solidFill>
              <a:srgbClr val="0072AF"/>
            </a:solidFill>
            <a:ln w="9525" cap="flat">
              <a:noFill/>
              <a:prstDash val="solid"/>
              <a:miter/>
            </a:ln>
          </p:spPr>
          <p:txBody>
            <a:bodyPr lIns="73152" tIns="36576" rIns="73152" bIns="36576" rtlCol="0" anchor="ctr"/>
            <a:lstStyle/>
            <a:p>
              <a:endParaRPr lang="de-DE"/>
            </a:p>
          </p:txBody>
        </p:sp>
      </p:grpSp>
      <p:sp>
        <p:nvSpPr>
          <p:cNvPr id="2" name="Title">
            <a:extLst>
              <a:ext uri="{FF2B5EF4-FFF2-40B4-BE49-F238E27FC236}">
                <a16:creationId xmlns:a16="http://schemas.microsoft.com/office/drawing/2014/main" id="{A5A39C93-A915-45D6-953A-AAC473CA2FEC}"/>
              </a:ext>
            </a:extLst>
          </p:cNvPr>
          <p:cNvSpPr>
            <a:spLocks noGrp="1"/>
          </p:cNvSpPr>
          <p:nvPr>
            <p:ph type="ctrTitle"/>
          </p:nvPr>
        </p:nvSpPr>
        <p:spPr>
          <a:xfrm>
            <a:off x="404813" y="3678123"/>
            <a:ext cx="11386134" cy="830997"/>
          </a:xfrm>
        </p:spPr>
        <p:txBody>
          <a:bodyPr wrap="square" lIns="36000" rIns="36000" bIns="0" anchor="b" anchorCtr="0">
            <a:spAutoFit/>
          </a:bodyPr>
          <a:lstStyle>
            <a:lvl1pPr algn="l">
              <a:lnSpc>
                <a:spcPct val="90000"/>
              </a:lnSpc>
              <a:defRPr sz="6000" b="1" baseline="0">
                <a:solidFill>
                  <a:schemeClr val="bg1"/>
                </a:solidFill>
                <a:latin typeface="+mn-lt"/>
              </a:defRPr>
            </a:lvl1pPr>
          </a:lstStyle>
          <a:p>
            <a:r>
              <a:rPr lang="en-US"/>
              <a:t>Click to edit Master title style</a:t>
            </a:r>
            <a:endParaRPr lang="en-GB"/>
          </a:p>
        </p:txBody>
      </p:sp>
      <p:sp>
        <p:nvSpPr>
          <p:cNvPr id="3" name="Subtitle">
            <a:extLst>
              <a:ext uri="{FF2B5EF4-FFF2-40B4-BE49-F238E27FC236}">
                <a16:creationId xmlns:a16="http://schemas.microsoft.com/office/drawing/2014/main" id="{81D5C5CA-E0F9-4194-9FD7-26150AB2A870}"/>
              </a:ext>
            </a:extLst>
          </p:cNvPr>
          <p:cNvSpPr>
            <a:spLocks noGrp="1"/>
          </p:cNvSpPr>
          <p:nvPr>
            <p:ph type="subTitle" idx="1"/>
          </p:nvPr>
        </p:nvSpPr>
        <p:spPr>
          <a:xfrm>
            <a:off x="404813" y="4561383"/>
            <a:ext cx="11386134" cy="307777"/>
          </a:xfrm>
        </p:spPr>
        <p:txBody>
          <a:bodyPr wrap="square" lIns="36000" tIns="0" rIns="36000">
            <a:spAutoFit/>
          </a:bodyPr>
          <a:lstStyle>
            <a:lvl1pPr marL="0" indent="0" algn="l">
              <a:buNone/>
              <a:defRPr sz="200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GB"/>
          </a:p>
        </p:txBody>
      </p:sp>
    </p:spTree>
    <p:extLst>
      <p:ext uri="{BB962C8B-B14F-4D97-AF65-F5344CB8AC3E}">
        <p14:creationId xmlns:p14="http://schemas.microsoft.com/office/powerpoint/2010/main" val="2466382638"/>
      </p:ext>
    </p:extLst>
  </p:cSld>
  <p:clrMapOvr>
    <a:masterClrMapping/>
  </p:clrMapOvr>
  <p:extLst>
    <p:ext uri="{DCECCB84-F9BA-43D5-87BE-67443E8EF086}">
      <p15:sldGuideLst xmlns:p15="http://schemas.microsoft.com/office/powerpoint/2012/main"/>
    </p:ext>
  </p:extLst>
</p:sldLayout>
</file>

<file path=ppt/slideLayouts/slideLayout141.xml><?xml version="1.0" encoding="utf-8"?>
<p:sldLayout xmlns:a="http://schemas.openxmlformats.org/drawingml/2006/main" xmlns:r="http://schemas.openxmlformats.org/officeDocument/2006/relationships" xmlns:p="http://schemas.openxmlformats.org/presentationml/2006/main" preserve="1" userDrawn="1">
  <p:cSld name="Agenda 1">
    <p:spTree>
      <p:nvGrpSpPr>
        <p:cNvPr id="1" name=""/>
        <p:cNvGrpSpPr/>
        <p:nvPr/>
      </p:nvGrpSpPr>
      <p:grpSpPr>
        <a:xfrm>
          <a:off x="0" y="0"/>
          <a:ext cx="0" cy="0"/>
          <a:chOff x="0" y="0"/>
          <a:chExt cx="0" cy="0"/>
        </a:xfrm>
      </p:grpSpPr>
      <p:sp>
        <p:nvSpPr>
          <p:cNvPr id="16" name="Rectangle 15">
            <a:extLst>
              <a:ext uri="{FF2B5EF4-FFF2-40B4-BE49-F238E27FC236}">
                <a16:creationId xmlns:a16="http://schemas.microsoft.com/office/drawing/2014/main" id="{72EBDB0D-AC97-40F0-9DD9-F997B00816C8}"/>
              </a:ext>
              <a:ext uri="{C183D7F6-B498-43B3-948B-1728B52AA6E4}">
                <adec:decorative xmlns:adec="http://schemas.microsoft.com/office/drawing/2017/decorative" val="1"/>
              </a:ext>
            </a:extLst>
          </p:cNvPr>
          <p:cNvSpPr/>
          <p:nvPr userDrawn="1"/>
        </p:nvSpPr>
        <p:spPr>
          <a:xfrm>
            <a:off x="-1" y="0"/>
            <a:ext cx="4749299" cy="6858000"/>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a:p>
        </p:txBody>
      </p:sp>
      <p:sp>
        <p:nvSpPr>
          <p:cNvPr id="2" name="Title 1">
            <a:extLst>
              <a:ext uri="{FF2B5EF4-FFF2-40B4-BE49-F238E27FC236}">
                <a16:creationId xmlns:a16="http://schemas.microsoft.com/office/drawing/2014/main" id="{4774F36F-3194-40C1-BFCB-D2FC8CB290B2}"/>
              </a:ext>
            </a:extLst>
          </p:cNvPr>
          <p:cNvSpPr>
            <a:spLocks noGrp="1"/>
          </p:cNvSpPr>
          <p:nvPr>
            <p:ph type="title"/>
          </p:nvPr>
        </p:nvSpPr>
        <p:spPr>
          <a:xfrm>
            <a:off x="404813" y="388188"/>
            <a:ext cx="4323035" cy="2392740"/>
          </a:xfrm>
        </p:spPr>
        <p:txBody>
          <a:bodyPr/>
          <a:lstStyle>
            <a:lvl1pPr>
              <a:defRPr sz="4000">
                <a:solidFill>
                  <a:schemeClr val="bg1"/>
                </a:solidFill>
              </a:defRPr>
            </a:lvl1pPr>
          </a:lstStyle>
          <a:p>
            <a:r>
              <a:rPr lang="en-US"/>
              <a:t>Click to edit Master title style</a:t>
            </a:r>
          </a:p>
        </p:txBody>
      </p:sp>
      <p:sp>
        <p:nvSpPr>
          <p:cNvPr id="5" name="Oval 20">
            <a:extLst>
              <a:ext uri="{FF2B5EF4-FFF2-40B4-BE49-F238E27FC236}">
                <a16:creationId xmlns:a16="http://schemas.microsoft.com/office/drawing/2014/main" id="{0B27F5C5-C656-4F2F-9EEE-B93F6E79E727}"/>
              </a:ext>
              <a:ext uri="{C183D7F6-B498-43B3-948B-1728B52AA6E4}">
                <adec:decorative xmlns:adec="http://schemas.microsoft.com/office/drawing/2017/decorative" val="1"/>
              </a:ext>
            </a:extLst>
          </p:cNvPr>
          <p:cNvSpPr/>
          <p:nvPr userDrawn="1"/>
        </p:nvSpPr>
        <p:spPr>
          <a:xfrm>
            <a:off x="5327637" y="711496"/>
            <a:ext cx="1204015" cy="1137595"/>
          </a:xfrm>
          <a:custGeom>
            <a:avLst/>
            <a:gdLst>
              <a:gd name="connsiteX0" fmla="*/ 0 w 3314251"/>
              <a:gd name="connsiteY0" fmla="*/ 1564410 h 3128820"/>
              <a:gd name="connsiteX1" fmla="*/ 1657126 w 3314251"/>
              <a:gd name="connsiteY1" fmla="*/ 0 h 3128820"/>
              <a:gd name="connsiteX2" fmla="*/ 3314252 w 3314251"/>
              <a:gd name="connsiteY2" fmla="*/ 1564410 h 3128820"/>
              <a:gd name="connsiteX3" fmla="*/ 1657126 w 3314251"/>
              <a:gd name="connsiteY3" fmla="*/ 3128820 h 3128820"/>
              <a:gd name="connsiteX4" fmla="*/ 0 w 3314251"/>
              <a:gd name="connsiteY4" fmla="*/ 1564410 h 3128820"/>
              <a:gd name="connsiteX0" fmla="*/ 0 w 3314252"/>
              <a:gd name="connsiteY0" fmla="*/ 1564410 h 3128820"/>
              <a:gd name="connsiteX1" fmla="*/ 1657126 w 3314252"/>
              <a:gd name="connsiteY1" fmla="*/ 0 h 3128820"/>
              <a:gd name="connsiteX2" fmla="*/ 3314252 w 3314252"/>
              <a:gd name="connsiteY2" fmla="*/ 1564410 h 3128820"/>
              <a:gd name="connsiteX3" fmla="*/ 1657126 w 3314252"/>
              <a:gd name="connsiteY3" fmla="*/ 3128820 h 3128820"/>
              <a:gd name="connsiteX4" fmla="*/ 0 w 3314252"/>
              <a:gd name="connsiteY4" fmla="*/ 1564410 h 3128820"/>
              <a:gd name="connsiteX0" fmla="*/ 0 w 3314252"/>
              <a:gd name="connsiteY0" fmla="*/ 1565821 h 3130231"/>
              <a:gd name="connsiteX1" fmla="*/ 1657126 w 3314252"/>
              <a:gd name="connsiteY1" fmla="*/ 1411 h 3130231"/>
              <a:gd name="connsiteX2" fmla="*/ 3314252 w 3314252"/>
              <a:gd name="connsiteY2" fmla="*/ 1565821 h 3130231"/>
              <a:gd name="connsiteX3" fmla="*/ 1657126 w 3314252"/>
              <a:gd name="connsiteY3" fmla="*/ 3130231 h 3130231"/>
              <a:gd name="connsiteX4" fmla="*/ 0 w 3314252"/>
              <a:gd name="connsiteY4" fmla="*/ 1565821 h 3130231"/>
              <a:gd name="connsiteX0" fmla="*/ 0 w 3314252"/>
              <a:gd name="connsiteY0" fmla="*/ 1567937 h 3132347"/>
              <a:gd name="connsiteX1" fmla="*/ 1657126 w 3314252"/>
              <a:gd name="connsiteY1" fmla="*/ 3527 h 3132347"/>
              <a:gd name="connsiteX2" fmla="*/ 3314252 w 3314252"/>
              <a:gd name="connsiteY2" fmla="*/ 1567937 h 3132347"/>
              <a:gd name="connsiteX3" fmla="*/ 1657126 w 3314252"/>
              <a:gd name="connsiteY3" fmla="*/ 3132347 h 3132347"/>
              <a:gd name="connsiteX4" fmla="*/ 0 w 3314252"/>
              <a:gd name="connsiteY4" fmla="*/ 1567937 h 3132347"/>
              <a:gd name="connsiteX0" fmla="*/ 0 w 3314252"/>
              <a:gd name="connsiteY0" fmla="*/ 1564505 h 3128915"/>
              <a:gd name="connsiteX1" fmla="*/ 1657126 w 3314252"/>
              <a:gd name="connsiteY1" fmla="*/ 95 h 3128915"/>
              <a:gd name="connsiteX2" fmla="*/ 3314252 w 3314252"/>
              <a:gd name="connsiteY2" fmla="*/ 1564505 h 3128915"/>
              <a:gd name="connsiteX3" fmla="*/ 1657126 w 3314252"/>
              <a:gd name="connsiteY3" fmla="*/ 3128915 h 3128915"/>
              <a:gd name="connsiteX4" fmla="*/ 0 w 3314252"/>
              <a:gd name="connsiteY4" fmla="*/ 1564505 h 3128915"/>
              <a:gd name="connsiteX0" fmla="*/ 0 w 3314252"/>
              <a:gd name="connsiteY0" fmla="*/ 1565503 h 3129913"/>
              <a:gd name="connsiteX1" fmla="*/ 1657126 w 3314252"/>
              <a:gd name="connsiteY1" fmla="*/ 1093 h 3129913"/>
              <a:gd name="connsiteX2" fmla="*/ 3314252 w 3314252"/>
              <a:gd name="connsiteY2" fmla="*/ 1565503 h 3129913"/>
              <a:gd name="connsiteX3" fmla="*/ 1657126 w 3314252"/>
              <a:gd name="connsiteY3" fmla="*/ 3129913 h 3129913"/>
              <a:gd name="connsiteX4" fmla="*/ 0 w 3314252"/>
              <a:gd name="connsiteY4" fmla="*/ 1565503 h 3129913"/>
              <a:gd name="connsiteX0" fmla="*/ 0 w 3314252"/>
              <a:gd name="connsiteY0" fmla="*/ 1564410 h 3128820"/>
              <a:gd name="connsiteX1" fmla="*/ 1657126 w 3314252"/>
              <a:gd name="connsiteY1" fmla="*/ 0 h 3128820"/>
              <a:gd name="connsiteX2" fmla="*/ 3314252 w 3314252"/>
              <a:gd name="connsiteY2" fmla="*/ 1564410 h 3128820"/>
              <a:gd name="connsiteX3" fmla="*/ 1657126 w 3314252"/>
              <a:gd name="connsiteY3" fmla="*/ 3128820 h 3128820"/>
              <a:gd name="connsiteX4" fmla="*/ 0 w 3314252"/>
              <a:gd name="connsiteY4" fmla="*/ 1564410 h 3128820"/>
              <a:gd name="connsiteX0" fmla="*/ 0 w 3314252"/>
              <a:gd name="connsiteY0" fmla="*/ 1564433 h 3128843"/>
              <a:gd name="connsiteX1" fmla="*/ 1657126 w 3314252"/>
              <a:gd name="connsiteY1" fmla="*/ 23 h 3128843"/>
              <a:gd name="connsiteX2" fmla="*/ 3314252 w 3314252"/>
              <a:gd name="connsiteY2" fmla="*/ 1564433 h 3128843"/>
              <a:gd name="connsiteX3" fmla="*/ 1657126 w 3314252"/>
              <a:gd name="connsiteY3" fmla="*/ 3128843 h 3128843"/>
              <a:gd name="connsiteX4" fmla="*/ 0 w 3314252"/>
              <a:gd name="connsiteY4" fmla="*/ 1564433 h 3128843"/>
              <a:gd name="connsiteX0" fmla="*/ 0 w 3314252"/>
              <a:gd name="connsiteY0" fmla="*/ 1564433 h 3129053"/>
              <a:gd name="connsiteX1" fmla="*/ 1657126 w 3314252"/>
              <a:gd name="connsiteY1" fmla="*/ 23 h 3129053"/>
              <a:gd name="connsiteX2" fmla="*/ 3314252 w 3314252"/>
              <a:gd name="connsiteY2" fmla="*/ 1564433 h 3129053"/>
              <a:gd name="connsiteX3" fmla="*/ 1657126 w 3314252"/>
              <a:gd name="connsiteY3" fmla="*/ 3128843 h 3129053"/>
              <a:gd name="connsiteX4" fmla="*/ 0 w 3314252"/>
              <a:gd name="connsiteY4" fmla="*/ 1564433 h 3129053"/>
              <a:gd name="connsiteX0" fmla="*/ 0 w 3314252"/>
              <a:gd name="connsiteY0" fmla="*/ 1564433 h 3131880"/>
              <a:gd name="connsiteX1" fmla="*/ 1657126 w 3314252"/>
              <a:gd name="connsiteY1" fmla="*/ 23 h 3131880"/>
              <a:gd name="connsiteX2" fmla="*/ 3314252 w 3314252"/>
              <a:gd name="connsiteY2" fmla="*/ 1564433 h 3131880"/>
              <a:gd name="connsiteX3" fmla="*/ 1657126 w 3314252"/>
              <a:gd name="connsiteY3" fmla="*/ 3128843 h 3131880"/>
              <a:gd name="connsiteX4" fmla="*/ 0 w 3314252"/>
              <a:gd name="connsiteY4" fmla="*/ 1564433 h 3131880"/>
              <a:gd name="connsiteX0" fmla="*/ 0 w 3314252"/>
              <a:gd name="connsiteY0" fmla="*/ 1564433 h 3131423"/>
              <a:gd name="connsiteX1" fmla="*/ 1657126 w 3314252"/>
              <a:gd name="connsiteY1" fmla="*/ 23 h 3131423"/>
              <a:gd name="connsiteX2" fmla="*/ 3314252 w 3314252"/>
              <a:gd name="connsiteY2" fmla="*/ 1564433 h 3131423"/>
              <a:gd name="connsiteX3" fmla="*/ 1657126 w 3314252"/>
              <a:gd name="connsiteY3" fmla="*/ 3128843 h 3131423"/>
              <a:gd name="connsiteX4" fmla="*/ 0 w 3314252"/>
              <a:gd name="connsiteY4" fmla="*/ 1564433 h 313142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314252" h="3131423">
                <a:moveTo>
                  <a:pt x="0" y="1564433"/>
                </a:moveTo>
                <a:cubicBezTo>
                  <a:pt x="0" y="700433"/>
                  <a:pt x="775256" y="19074"/>
                  <a:pt x="1657126" y="23"/>
                </a:cubicBezTo>
                <a:cubicBezTo>
                  <a:pt x="2639009" y="-4740"/>
                  <a:pt x="3314252" y="700433"/>
                  <a:pt x="3314252" y="1564433"/>
                </a:cubicBezTo>
                <a:cubicBezTo>
                  <a:pt x="3314252" y="2428433"/>
                  <a:pt x="2367543" y="3071694"/>
                  <a:pt x="1657126" y="3128843"/>
                </a:cubicBezTo>
                <a:cubicBezTo>
                  <a:pt x="665721" y="3181230"/>
                  <a:pt x="0" y="2428433"/>
                  <a:pt x="0" y="1564433"/>
                </a:cubicBezTo>
                <a:close/>
              </a:path>
            </a:pathLst>
          </a:custGeom>
          <a:solidFill>
            <a:srgbClr val="811B6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a:p>
        </p:txBody>
      </p:sp>
      <p:sp>
        <p:nvSpPr>
          <p:cNvPr id="12" name="Text Placeholder 4">
            <a:extLst>
              <a:ext uri="{FF2B5EF4-FFF2-40B4-BE49-F238E27FC236}">
                <a16:creationId xmlns:a16="http://schemas.microsoft.com/office/drawing/2014/main" id="{6C41C771-7ED2-45AF-884F-E0E275C6B347}"/>
              </a:ext>
            </a:extLst>
          </p:cNvPr>
          <p:cNvSpPr>
            <a:spLocks noGrp="1"/>
          </p:cNvSpPr>
          <p:nvPr>
            <p:ph type="body" sz="quarter" idx="35" hasCustomPrompt="1"/>
          </p:nvPr>
        </p:nvSpPr>
        <p:spPr>
          <a:xfrm>
            <a:off x="5498013" y="1040484"/>
            <a:ext cx="863263" cy="482705"/>
          </a:xfrm>
          <a:prstGeom prst="rect">
            <a:avLst/>
          </a:prstGeom>
          <a:noFill/>
        </p:spPr>
        <p:txBody>
          <a:bodyPr wrap="none" anchor="ctr">
            <a:noAutofit/>
          </a:bodyPr>
          <a:lstStyle>
            <a:lvl1pPr algn="ctr">
              <a:defRPr sz="3600" b="0">
                <a:solidFill>
                  <a:schemeClr val="bg1"/>
                </a:solidFill>
              </a:defRPr>
            </a:lvl1pPr>
            <a:lvl2pPr>
              <a:defRPr sz="1400"/>
            </a:lvl2pPr>
            <a:lvl3pPr>
              <a:defRPr sz="1200"/>
            </a:lvl3pPr>
            <a:lvl4pPr>
              <a:defRPr sz="1100"/>
            </a:lvl4pPr>
            <a:lvl5pPr>
              <a:defRPr sz="1100"/>
            </a:lvl5pPr>
          </a:lstStyle>
          <a:p>
            <a:pPr lvl="0"/>
            <a:r>
              <a:rPr lang="en-US"/>
              <a:t>Nº</a:t>
            </a:r>
          </a:p>
        </p:txBody>
      </p:sp>
      <p:sp>
        <p:nvSpPr>
          <p:cNvPr id="6" name="Text Placeholder 4">
            <a:extLst>
              <a:ext uri="{FF2B5EF4-FFF2-40B4-BE49-F238E27FC236}">
                <a16:creationId xmlns:a16="http://schemas.microsoft.com/office/drawing/2014/main" id="{6A82ADF8-12C7-4D27-8457-7F3D1C93EB46}"/>
              </a:ext>
            </a:extLst>
          </p:cNvPr>
          <p:cNvSpPr>
            <a:spLocks noGrp="1"/>
          </p:cNvSpPr>
          <p:nvPr>
            <p:ph type="body" sz="quarter" idx="29" hasCustomPrompt="1"/>
          </p:nvPr>
        </p:nvSpPr>
        <p:spPr>
          <a:xfrm>
            <a:off x="6787432" y="518014"/>
            <a:ext cx="4020458" cy="412363"/>
          </a:xfrm>
          <a:prstGeom prst="rect">
            <a:avLst/>
          </a:prstGeom>
          <a:noFill/>
        </p:spPr>
        <p:txBody>
          <a:bodyPr anchor="ctr">
            <a:noAutofit/>
          </a:bodyPr>
          <a:lstStyle>
            <a:lvl1pPr algn="l">
              <a:defRPr sz="1600" b="0">
                <a:solidFill>
                  <a:srgbClr val="0070AD"/>
                </a:solidFill>
                <a:latin typeface="+mj-lt"/>
              </a:defRPr>
            </a:lvl1pPr>
            <a:lvl2pPr>
              <a:defRPr sz="1400"/>
            </a:lvl2pPr>
            <a:lvl3pPr>
              <a:defRPr sz="1200"/>
            </a:lvl3pPr>
            <a:lvl4pPr>
              <a:defRPr sz="1100"/>
            </a:lvl4pPr>
            <a:lvl5pPr>
              <a:defRPr sz="1100"/>
            </a:lvl5pPr>
          </a:lstStyle>
          <a:p>
            <a:pPr lvl="0"/>
            <a:r>
              <a:rPr lang="en-US"/>
              <a:t>Click to insert title</a:t>
            </a:r>
          </a:p>
        </p:txBody>
      </p:sp>
      <p:sp>
        <p:nvSpPr>
          <p:cNvPr id="7" name="Text Placeholder 7">
            <a:extLst>
              <a:ext uri="{FF2B5EF4-FFF2-40B4-BE49-F238E27FC236}">
                <a16:creationId xmlns:a16="http://schemas.microsoft.com/office/drawing/2014/main" id="{E18CF815-87D3-425A-8169-07DAC5996151}"/>
              </a:ext>
            </a:extLst>
          </p:cNvPr>
          <p:cNvSpPr>
            <a:spLocks noGrp="1"/>
          </p:cNvSpPr>
          <p:nvPr>
            <p:ph type="body" sz="quarter" idx="30" hasCustomPrompt="1"/>
          </p:nvPr>
        </p:nvSpPr>
        <p:spPr>
          <a:xfrm>
            <a:off x="6787433" y="936969"/>
            <a:ext cx="4020458" cy="1177616"/>
          </a:xfrm>
          <a:prstGeom prst="rect">
            <a:avLst/>
          </a:prstGeom>
        </p:spPr>
        <p:txBody>
          <a:bodyPr>
            <a:noAutofit/>
          </a:bodyPr>
          <a:lstStyle>
            <a:lvl1pPr>
              <a:lnSpc>
                <a:spcPct val="100000"/>
              </a:lnSpc>
              <a:defRPr sz="1200"/>
            </a:lvl1pPr>
            <a:lvl2pPr>
              <a:lnSpc>
                <a:spcPct val="100000"/>
              </a:lnSpc>
              <a:defRPr sz="1200"/>
            </a:lvl2pPr>
            <a:lvl3pPr>
              <a:lnSpc>
                <a:spcPct val="100000"/>
              </a:lnSpc>
              <a:defRPr sz="1200"/>
            </a:lvl3pPr>
            <a:lvl4pPr>
              <a:lnSpc>
                <a:spcPct val="100000"/>
              </a:lnSpc>
              <a:defRPr sz="1200"/>
            </a:lvl4pPr>
            <a:lvl5pPr>
              <a:lnSpc>
                <a:spcPct val="100000"/>
              </a:lnSpc>
              <a:defRPr sz="1200"/>
            </a:lvl5pPr>
          </a:lstStyle>
          <a:p>
            <a:pPr lvl="0"/>
            <a:r>
              <a:rPr lang="en-US"/>
              <a:t>Click to insert text</a:t>
            </a:r>
          </a:p>
          <a:p>
            <a:pPr lvl="1"/>
            <a:r>
              <a:rPr lang="en-US"/>
              <a:t>Second level</a:t>
            </a:r>
          </a:p>
          <a:p>
            <a:pPr lvl="2"/>
            <a:r>
              <a:rPr lang="en-US"/>
              <a:t>Third level</a:t>
            </a:r>
          </a:p>
          <a:p>
            <a:pPr lvl="3"/>
            <a:r>
              <a:rPr lang="en-US"/>
              <a:t>Fourth level</a:t>
            </a:r>
          </a:p>
        </p:txBody>
      </p:sp>
      <p:sp>
        <p:nvSpPr>
          <p:cNvPr id="4" name="Oval 20">
            <a:extLst>
              <a:ext uri="{FF2B5EF4-FFF2-40B4-BE49-F238E27FC236}">
                <a16:creationId xmlns:a16="http://schemas.microsoft.com/office/drawing/2014/main" id="{71209714-A86B-492A-AC18-2DBD1D17EB98}"/>
              </a:ext>
              <a:ext uri="{C183D7F6-B498-43B3-948B-1728B52AA6E4}">
                <adec:decorative xmlns:adec="http://schemas.microsoft.com/office/drawing/2017/decorative" val="1"/>
              </a:ext>
            </a:extLst>
          </p:cNvPr>
          <p:cNvSpPr/>
          <p:nvPr userDrawn="1"/>
        </p:nvSpPr>
        <p:spPr>
          <a:xfrm>
            <a:off x="5327637" y="2656077"/>
            <a:ext cx="1204015" cy="1137595"/>
          </a:xfrm>
          <a:custGeom>
            <a:avLst/>
            <a:gdLst>
              <a:gd name="connsiteX0" fmla="*/ 0 w 3314251"/>
              <a:gd name="connsiteY0" fmla="*/ 1564410 h 3128820"/>
              <a:gd name="connsiteX1" fmla="*/ 1657126 w 3314251"/>
              <a:gd name="connsiteY1" fmla="*/ 0 h 3128820"/>
              <a:gd name="connsiteX2" fmla="*/ 3314252 w 3314251"/>
              <a:gd name="connsiteY2" fmla="*/ 1564410 h 3128820"/>
              <a:gd name="connsiteX3" fmla="*/ 1657126 w 3314251"/>
              <a:gd name="connsiteY3" fmla="*/ 3128820 h 3128820"/>
              <a:gd name="connsiteX4" fmla="*/ 0 w 3314251"/>
              <a:gd name="connsiteY4" fmla="*/ 1564410 h 3128820"/>
              <a:gd name="connsiteX0" fmla="*/ 0 w 3314252"/>
              <a:gd name="connsiteY0" fmla="*/ 1564410 h 3128820"/>
              <a:gd name="connsiteX1" fmla="*/ 1657126 w 3314252"/>
              <a:gd name="connsiteY1" fmla="*/ 0 h 3128820"/>
              <a:gd name="connsiteX2" fmla="*/ 3314252 w 3314252"/>
              <a:gd name="connsiteY2" fmla="*/ 1564410 h 3128820"/>
              <a:gd name="connsiteX3" fmla="*/ 1657126 w 3314252"/>
              <a:gd name="connsiteY3" fmla="*/ 3128820 h 3128820"/>
              <a:gd name="connsiteX4" fmla="*/ 0 w 3314252"/>
              <a:gd name="connsiteY4" fmla="*/ 1564410 h 3128820"/>
              <a:gd name="connsiteX0" fmla="*/ 0 w 3314252"/>
              <a:gd name="connsiteY0" fmla="*/ 1565821 h 3130231"/>
              <a:gd name="connsiteX1" fmla="*/ 1657126 w 3314252"/>
              <a:gd name="connsiteY1" fmla="*/ 1411 h 3130231"/>
              <a:gd name="connsiteX2" fmla="*/ 3314252 w 3314252"/>
              <a:gd name="connsiteY2" fmla="*/ 1565821 h 3130231"/>
              <a:gd name="connsiteX3" fmla="*/ 1657126 w 3314252"/>
              <a:gd name="connsiteY3" fmla="*/ 3130231 h 3130231"/>
              <a:gd name="connsiteX4" fmla="*/ 0 w 3314252"/>
              <a:gd name="connsiteY4" fmla="*/ 1565821 h 3130231"/>
              <a:gd name="connsiteX0" fmla="*/ 0 w 3314252"/>
              <a:gd name="connsiteY0" fmla="*/ 1567937 h 3132347"/>
              <a:gd name="connsiteX1" fmla="*/ 1657126 w 3314252"/>
              <a:gd name="connsiteY1" fmla="*/ 3527 h 3132347"/>
              <a:gd name="connsiteX2" fmla="*/ 3314252 w 3314252"/>
              <a:gd name="connsiteY2" fmla="*/ 1567937 h 3132347"/>
              <a:gd name="connsiteX3" fmla="*/ 1657126 w 3314252"/>
              <a:gd name="connsiteY3" fmla="*/ 3132347 h 3132347"/>
              <a:gd name="connsiteX4" fmla="*/ 0 w 3314252"/>
              <a:gd name="connsiteY4" fmla="*/ 1567937 h 3132347"/>
              <a:gd name="connsiteX0" fmla="*/ 0 w 3314252"/>
              <a:gd name="connsiteY0" fmla="*/ 1564505 h 3128915"/>
              <a:gd name="connsiteX1" fmla="*/ 1657126 w 3314252"/>
              <a:gd name="connsiteY1" fmla="*/ 95 h 3128915"/>
              <a:gd name="connsiteX2" fmla="*/ 3314252 w 3314252"/>
              <a:gd name="connsiteY2" fmla="*/ 1564505 h 3128915"/>
              <a:gd name="connsiteX3" fmla="*/ 1657126 w 3314252"/>
              <a:gd name="connsiteY3" fmla="*/ 3128915 h 3128915"/>
              <a:gd name="connsiteX4" fmla="*/ 0 w 3314252"/>
              <a:gd name="connsiteY4" fmla="*/ 1564505 h 3128915"/>
              <a:gd name="connsiteX0" fmla="*/ 0 w 3314252"/>
              <a:gd name="connsiteY0" fmla="*/ 1565503 h 3129913"/>
              <a:gd name="connsiteX1" fmla="*/ 1657126 w 3314252"/>
              <a:gd name="connsiteY1" fmla="*/ 1093 h 3129913"/>
              <a:gd name="connsiteX2" fmla="*/ 3314252 w 3314252"/>
              <a:gd name="connsiteY2" fmla="*/ 1565503 h 3129913"/>
              <a:gd name="connsiteX3" fmla="*/ 1657126 w 3314252"/>
              <a:gd name="connsiteY3" fmla="*/ 3129913 h 3129913"/>
              <a:gd name="connsiteX4" fmla="*/ 0 w 3314252"/>
              <a:gd name="connsiteY4" fmla="*/ 1565503 h 3129913"/>
              <a:gd name="connsiteX0" fmla="*/ 0 w 3314252"/>
              <a:gd name="connsiteY0" fmla="*/ 1564410 h 3128820"/>
              <a:gd name="connsiteX1" fmla="*/ 1657126 w 3314252"/>
              <a:gd name="connsiteY1" fmla="*/ 0 h 3128820"/>
              <a:gd name="connsiteX2" fmla="*/ 3314252 w 3314252"/>
              <a:gd name="connsiteY2" fmla="*/ 1564410 h 3128820"/>
              <a:gd name="connsiteX3" fmla="*/ 1657126 w 3314252"/>
              <a:gd name="connsiteY3" fmla="*/ 3128820 h 3128820"/>
              <a:gd name="connsiteX4" fmla="*/ 0 w 3314252"/>
              <a:gd name="connsiteY4" fmla="*/ 1564410 h 3128820"/>
              <a:gd name="connsiteX0" fmla="*/ 0 w 3314252"/>
              <a:gd name="connsiteY0" fmla="*/ 1564433 h 3128843"/>
              <a:gd name="connsiteX1" fmla="*/ 1657126 w 3314252"/>
              <a:gd name="connsiteY1" fmla="*/ 23 h 3128843"/>
              <a:gd name="connsiteX2" fmla="*/ 3314252 w 3314252"/>
              <a:gd name="connsiteY2" fmla="*/ 1564433 h 3128843"/>
              <a:gd name="connsiteX3" fmla="*/ 1657126 w 3314252"/>
              <a:gd name="connsiteY3" fmla="*/ 3128843 h 3128843"/>
              <a:gd name="connsiteX4" fmla="*/ 0 w 3314252"/>
              <a:gd name="connsiteY4" fmla="*/ 1564433 h 3128843"/>
              <a:gd name="connsiteX0" fmla="*/ 0 w 3314252"/>
              <a:gd name="connsiteY0" fmla="*/ 1564433 h 3129053"/>
              <a:gd name="connsiteX1" fmla="*/ 1657126 w 3314252"/>
              <a:gd name="connsiteY1" fmla="*/ 23 h 3129053"/>
              <a:gd name="connsiteX2" fmla="*/ 3314252 w 3314252"/>
              <a:gd name="connsiteY2" fmla="*/ 1564433 h 3129053"/>
              <a:gd name="connsiteX3" fmla="*/ 1657126 w 3314252"/>
              <a:gd name="connsiteY3" fmla="*/ 3128843 h 3129053"/>
              <a:gd name="connsiteX4" fmla="*/ 0 w 3314252"/>
              <a:gd name="connsiteY4" fmla="*/ 1564433 h 3129053"/>
              <a:gd name="connsiteX0" fmla="*/ 0 w 3314252"/>
              <a:gd name="connsiteY0" fmla="*/ 1564433 h 3131880"/>
              <a:gd name="connsiteX1" fmla="*/ 1657126 w 3314252"/>
              <a:gd name="connsiteY1" fmla="*/ 23 h 3131880"/>
              <a:gd name="connsiteX2" fmla="*/ 3314252 w 3314252"/>
              <a:gd name="connsiteY2" fmla="*/ 1564433 h 3131880"/>
              <a:gd name="connsiteX3" fmla="*/ 1657126 w 3314252"/>
              <a:gd name="connsiteY3" fmla="*/ 3128843 h 3131880"/>
              <a:gd name="connsiteX4" fmla="*/ 0 w 3314252"/>
              <a:gd name="connsiteY4" fmla="*/ 1564433 h 3131880"/>
              <a:gd name="connsiteX0" fmla="*/ 0 w 3314252"/>
              <a:gd name="connsiteY0" fmla="*/ 1564433 h 3131423"/>
              <a:gd name="connsiteX1" fmla="*/ 1657126 w 3314252"/>
              <a:gd name="connsiteY1" fmla="*/ 23 h 3131423"/>
              <a:gd name="connsiteX2" fmla="*/ 3314252 w 3314252"/>
              <a:gd name="connsiteY2" fmla="*/ 1564433 h 3131423"/>
              <a:gd name="connsiteX3" fmla="*/ 1657126 w 3314252"/>
              <a:gd name="connsiteY3" fmla="*/ 3128843 h 3131423"/>
              <a:gd name="connsiteX4" fmla="*/ 0 w 3314252"/>
              <a:gd name="connsiteY4" fmla="*/ 1564433 h 313142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314252" h="3131423">
                <a:moveTo>
                  <a:pt x="0" y="1564433"/>
                </a:moveTo>
                <a:cubicBezTo>
                  <a:pt x="0" y="700433"/>
                  <a:pt x="775256" y="19074"/>
                  <a:pt x="1657126" y="23"/>
                </a:cubicBezTo>
                <a:cubicBezTo>
                  <a:pt x="2639009" y="-4740"/>
                  <a:pt x="3314252" y="700433"/>
                  <a:pt x="3314252" y="1564433"/>
                </a:cubicBezTo>
                <a:cubicBezTo>
                  <a:pt x="3314252" y="2428433"/>
                  <a:pt x="2367543" y="3071694"/>
                  <a:pt x="1657126" y="3128843"/>
                </a:cubicBezTo>
                <a:cubicBezTo>
                  <a:pt x="665721" y="3181230"/>
                  <a:pt x="0" y="2428433"/>
                  <a:pt x="0" y="1564433"/>
                </a:cubicBezTo>
                <a:close/>
              </a:path>
            </a:pathLst>
          </a:custGeom>
          <a:solidFill>
            <a:srgbClr val="590A4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a:p>
        </p:txBody>
      </p:sp>
      <p:sp>
        <p:nvSpPr>
          <p:cNvPr id="13" name="Text Placeholder 4">
            <a:extLst>
              <a:ext uri="{FF2B5EF4-FFF2-40B4-BE49-F238E27FC236}">
                <a16:creationId xmlns:a16="http://schemas.microsoft.com/office/drawing/2014/main" id="{1CDF667B-1AA2-4981-B115-B40754E318E4}"/>
              </a:ext>
            </a:extLst>
          </p:cNvPr>
          <p:cNvSpPr>
            <a:spLocks noGrp="1"/>
          </p:cNvSpPr>
          <p:nvPr>
            <p:ph type="body" sz="quarter" idx="36" hasCustomPrompt="1"/>
          </p:nvPr>
        </p:nvSpPr>
        <p:spPr>
          <a:xfrm>
            <a:off x="5498013" y="2996221"/>
            <a:ext cx="863263" cy="482705"/>
          </a:xfrm>
          <a:prstGeom prst="rect">
            <a:avLst/>
          </a:prstGeom>
          <a:noFill/>
        </p:spPr>
        <p:txBody>
          <a:bodyPr wrap="none" anchor="ctr">
            <a:noAutofit/>
          </a:bodyPr>
          <a:lstStyle>
            <a:lvl1pPr algn="ctr">
              <a:defRPr sz="3600" b="0">
                <a:solidFill>
                  <a:schemeClr val="bg1"/>
                </a:solidFill>
              </a:defRPr>
            </a:lvl1pPr>
            <a:lvl2pPr>
              <a:defRPr sz="1400"/>
            </a:lvl2pPr>
            <a:lvl3pPr>
              <a:defRPr sz="1200"/>
            </a:lvl3pPr>
            <a:lvl4pPr>
              <a:defRPr sz="1100"/>
            </a:lvl4pPr>
            <a:lvl5pPr>
              <a:defRPr sz="1100"/>
            </a:lvl5pPr>
          </a:lstStyle>
          <a:p>
            <a:pPr lvl="0"/>
            <a:r>
              <a:rPr lang="en-US"/>
              <a:t>Nº</a:t>
            </a:r>
          </a:p>
        </p:txBody>
      </p:sp>
      <p:sp>
        <p:nvSpPr>
          <p:cNvPr id="10" name="Text Placeholder 4">
            <a:extLst>
              <a:ext uri="{FF2B5EF4-FFF2-40B4-BE49-F238E27FC236}">
                <a16:creationId xmlns:a16="http://schemas.microsoft.com/office/drawing/2014/main" id="{949B542E-285C-4837-B671-696E4DC001E9}"/>
              </a:ext>
            </a:extLst>
          </p:cNvPr>
          <p:cNvSpPr>
            <a:spLocks noGrp="1"/>
          </p:cNvSpPr>
          <p:nvPr>
            <p:ph type="body" sz="quarter" idx="33" hasCustomPrompt="1"/>
          </p:nvPr>
        </p:nvSpPr>
        <p:spPr>
          <a:xfrm>
            <a:off x="6787432" y="2563381"/>
            <a:ext cx="4020458" cy="412363"/>
          </a:xfrm>
          <a:prstGeom prst="rect">
            <a:avLst/>
          </a:prstGeom>
          <a:noFill/>
        </p:spPr>
        <p:txBody>
          <a:bodyPr anchor="ctr">
            <a:noAutofit/>
          </a:bodyPr>
          <a:lstStyle>
            <a:lvl1pPr algn="l">
              <a:defRPr sz="1600" b="0">
                <a:solidFill>
                  <a:srgbClr val="0070AD"/>
                </a:solidFill>
                <a:latin typeface="+mj-lt"/>
              </a:defRPr>
            </a:lvl1pPr>
            <a:lvl2pPr>
              <a:defRPr sz="1400"/>
            </a:lvl2pPr>
            <a:lvl3pPr>
              <a:defRPr sz="1200"/>
            </a:lvl3pPr>
            <a:lvl4pPr>
              <a:defRPr sz="1100"/>
            </a:lvl4pPr>
            <a:lvl5pPr>
              <a:defRPr sz="1100"/>
            </a:lvl5pPr>
          </a:lstStyle>
          <a:p>
            <a:pPr lvl="0"/>
            <a:r>
              <a:rPr lang="en-US"/>
              <a:t>Click to insert title</a:t>
            </a:r>
          </a:p>
        </p:txBody>
      </p:sp>
      <p:sp>
        <p:nvSpPr>
          <p:cNvPr id="11" name="Text Placeholder 7">
            <a:extLst>
              <a:ext uri="{FF2B5EF4-FFF2-40B4-BE49-F238E27FC236}">
                <a16:creationId xmlns:a16="http://schemas.microsoft.com/office/drawing/2014/main" id="{09A45E63-A970-497F-9E53-8D389A8457FB}"/>
              </a:ext>
            </a:extLst>
          </p:cNvPr>
          <p:cNvSpPr>
            <a:spLocks noGrp="1"/>
          </p:cNvSpPr>
          <p:nvPr>
            <p:ph type="body" sz="quarter" idx="34" hasCustomPrompt="1"/>
          </p:nvPr>
        </p:nvSpPr>
        <p:spPr>
          <a:xfrm>
            <a:off x="6787433" y="2982336"/>
            <a:ext cx="4020458" cy="1177616"/>
          </a:xfrm>
          <a:prstGeom prst="rect">
            <a:avLst/>
          </a:prstGeom>
        </p:spPr>
        <p:txBody>
          <a:bodyPr>
            <a:noAutofit/>
          </a:bodyPr>
          <a:lstStyle>
            <a:lvl1pPr>
              <a:lnSpc>
                <a:spcPct val="100000"/>
              </a:lnSpc>
              <a:defRPr sz="1200"/>
            </a:lvl1pPr>
            <a:lvl2pPr>
              <a:lnSpc>
                <a:spcPct val="100000"/>
              </a:lnSpc>
              <a:defRPr sz="1200"/>
            </a:lvl2pPr>
            <a:lvl3pPr>
              <a:lnSpc>
                <a:spcPct val="100000"/>
              </a:lnSpc>
              <a:defRPr sz="1200"/>
            </a:lvl3pPr>
            <a:lvl4pPr>
              <a:lnSpc>
                <a:spcPct val="100000"/>
              </a:lnSpc>
              <a:defRPr sz="1200"/>
            </a:lvl4pPr>
            <a:lvl5pPr>
              <a:lnSpc>
                <a:spcPct val="100000"/>
              </a:lnSpc>
              <a:defRPr sz="1200"/>
            </a:lvl5pPr>
          </a:lstStyle>
          <a:p>
            <a:pPr lvl="0"/>
            <a:r>
              <a:rPr lang="en-US"/>
              <a:t>Click to insert text</a:t>
            </a:r>
          </a:p>
          <a:p>
            <a:pPr lvl="1"/>
            <a:r>
              <a:rPr lang="en-US"/>
              <a:t>Second level</a:t>
            </a:r>
          </a:p>
          <a:p>
            <a:pPr lvl="2"/>
            <a:r>
              <a:rPr lang="en-US"/>
              <a:t>Third level</a:t>
            </a:r>
          </a:p>
          <a:p>
            <a:pPr lvl="3"/>
            <a:r>
              <a:rPr lang="en-US"/>
              <a:t>Fourth level</a:t>
            </a:r>
          </a:p>
        </p:txBody>
      </p:sp>
      <p:sp>
        <p:nvSpPr>
          <p:cNvPr id="3" name="Oval 20">
            <a:extLst>
              <a:ext uri="{FF2B5EF4-FFF2-40B4-BE49-F238E27FC236}">
                <a16:creationId xmlns:a16="http://schemas.microsoft.com/office/drawing/2014/main" id="{F88C0E2C-E612-44EC-9013-AD68C65B671C}"/>
              </a:ext>
              <a:ext uri="{C183D7F6-B498-43B3-948B-1728B52AA6E4}">
                <adec:decorative xmlns:adec="http://schemas.microsoft.com/office/drawing/2017/decorative" val="1"/>
              </a:ext>
            </a:extLst>
          </p:cNvPr>
          <p:cNvSpPr/>
          <p:nvPr userDrawn="1"/>
        </p:nvSpPr>
        <p:spPr>
          <a:xfrm>
            <a:off x="5327637" y="4780395"/>
            <a:ext cx="1204015" cy="1137595"/>
          </a:xfrm>
          <a:custGeom>
            <a:avLst/>
            <a:gdLst>
              <a:gd name="connsiteX0" fmla="*/ 0 w 3314251"/>
              <a:gd name="connsiteY0" fmla="*/ 1564410 h 3128820"/>
              <a:gd name="connsiteX1" fmla="*/ 1657126 w 3314251"/>
              <a:gd name="connsiteY1" fmla="*/ 0 h 3128820"/>
              <a:gd name="connsiteX2" fmla="*/ 3314252 w 3314251"/>
              <a:gd name="connsiteY2" fmla="*/ 1564410 h 3128820"/>
              <a:gd name="connsiteX3" fmla="*/ 1657126 w 3314251"/>
              <a:gd name="connsiteY3" fmla="*/ 3128820 h 3128820"/>
              <a:gd name="connsiteX4" fmla="*/ 0 w 3314251"/>
              <a:gd name="connsiteY4" fmla="*/ 1564410 h 3128820"/>
              <a:gd name="connsiteX0" fmla="*/ 0 w 3314252"/>
              <a:gd name="connsiteY0" fmla="*/ 1564410 h 3128820"/>
              <a:gd name="connsiteX1" fmla="*/ 1657126 w 3314252"/>
              <a:gd name="connsiteY1" fmla="*/ 0 h 3128820"/>
              <a:gd name="connsiteX2" fmla="*/ 3314252 w 3314252"/>
              <a:gd name="connsiteY2" fmla="*/ 1564410 h 3128820"/>
              <a:gd name="connsiteX3" fmla="*/ 1657126 w 3314252"/>
              <a:gd name="connsiteY3" fmla="*/ 3128820 h 3128820"/>
              <a:gd name="connsiteX4" fmla="*/ 0 w 3314252"/>
              <a:gd name="connsiteY4" fmla="*/ 1564410 h 3128820"/>
              <a:gd name="connsiteX0" fmla="*/ 0 w 3314252"/>
              <a:gd name="connsiteY0" fmla="*/ 1565821 h 3130231"/>
              <a:gd name="connsiteX1" fmla="*/ 1657126 w 3314252"/>
              <a:gd name="connsiteY1" fmla="*/ 1411 h 3130231"/>
              <a:gd name="connsiteX2" fmla="*/ 3314252 w 3314252"/>
              <a:gd name="connsiteY2" fmla="*/ 1565821 h 3130231"/>
              <a:gd name="connsiteX3" fmla="*/ 1657126 w 3314252"/>
              <a:gd name="connsiteY3" fmla="*/ 3130231 h 3130231"/>
              <a:gd name="connsiteX4" fmla="*/ 0 w 3314252"/>
              <a:gd name="connsiteY4" fmla="*/ 1565821 h 3130231"/>
              <a:gd name="connsiteX0" fmla="*/ 0 w 3314252"/>
              <a:gd name="connsiteY0" fmla="*/ 1567937 h 3132347"/>
              <a:gd name="connsiteX1" fmla="*/ 1657126 w 3314252"/>
              <a:gd name="connsiteY1" fmla="*/ 3527 h 3132347"/>
              <a:gd name="connsiteX2" fmla="*/ 3314252 w 3314252"/>
              <a:gd name="connsiteY2" fmla="*/ 1567937 h 3132347"/>
              <a:gd name="connsiteX3" fmla="*/ 1657126 w 3314252"/>
              <a:gd name="connsiteY3" fmla="*/ 3132347 h 3132347"/>
              <a:gd name="connsiteX4" fmla="*/ 0 w 3314252"/>
              <a:gd name="connsiteY4" fmla="*/ 1567937 h 3132347"/>
              <a:gd name="connsiteX0" fmla="*/ 0 w 3314252"/>
              <a:gd name="connsiteY0" fmla="*/ 1564505 h 3128915"/>
              <a:gd name="connsiteX1" fmla="*/ 1657126 w 3314252"/>
              <a:gd name="connsiteY1" fmla="*/ 95 h 3128915"/>
              <a:gd name="connsiteX2" fmla="*/ 3314252 w 3314252"/>
              <a:gd name="connsiteY2" fmla="*/ 1564505 h 3128915"/>
              <a:gd name="connsiteX3" fmla="*/ 1657126 w 3314252"/>
              <a:gd name="connsiteY3" fmla="*/ 3128915 h 3128915"/>
              <a:gd name="connsiteX4" fmla="*/ 0 w 3314252"/>
              <a:gd name="connsiteY4" fmla="*/ 1564505 h 3128915"/>
              <a:gd name="connsiteX0" fmla="*/ 0 w 3314252"/>
              <a:gd name="connsiteY0" fmla="*/ 1565503 h 3129913"/>
              <a:gd name="connsiteX1" fmla="*/ 1657126 w 3314252"/>
              <a:gd name="connsiteY1" fmla="*/ 1093 h 3129913"/>
              <a:gd name="connsiteX2" fmla="*/ 3314252 w 3314252"/>
              <a:gd name="connsiteY2" fmla="*/ 1565503 h 3129913"/>
              <a:gd name="connsiteX3" fmla="*/ 1657126 w 3314252"/>
              <a:gd name="connsiteY3" fmla="*/ 3129913 h 3129913"/>
              <a:gd name="connsiteX4" fmla="*/ 0 w 3314252"/>
              <a:gd name="connsiteY4" fmla="*/ 1565503 h 3129913"/>
              <a:gd name="connsiteX0" fmla="*/ 0 w 3314252"/>
              <a:gd name="connsiteY0" fmla="*/ 1564410 h 3128820"/>
              <a:gd name="connsiteX1" fmla="*/ 1657126 w 3314252"/>
              <a:gd name="connsiteY1" fmla="*/ 0 h 3128820"/>
              <a:gd name="connsiteX2" fmla="*/ 3314252 w 3314252"/>
              <a:gd name="connsiteY2" fmla="*/ 1564410 h 3128820"/>
              <a:gd name="connsiteX3" fmla="*/ 1657126 w 3314252"/>
              <a:gd name="connsiteY3" fmla="*/ 3128820 h 3128820"/>
              <a:gd name="connsiteX4" fmla="*/ 0 w 3314252"/>
              <a:gd name="connsiteY4" fmla="*/ 1564410 h 3128820"/>
              <a:gd name="connsiteX0" fmla="*/ 0 w 3314252"/>
              <a:gd name="connsiteY0" fmla="*/ 1564433 h 3128843"/>
              <a:gd name="connsiteX1" fmla="*/ 1657126 w 3314252"/>
              <a:gd name="connsiteY1" fmla="*/ 23 h 3128843"/>
              <a:gd name="connsiteX2" fmla="*/ 3314252 w 3314252"/>
              <a:gd name="connsiteY2" fmla="*/ 1564433 h 3128843"/>
              <a:gd name="connsiteX3" fmla="*/ 1657126 w 3314252"/>
              <a:gd name="connsiteY3" fmla="*/ 3128843 h 3128843"/>
              <a:gd name="connsiteX4" fmla="*/ 0 w 3314252"/>
              <a:gd name="connsiteY4" fmla="*/ 1564433 h 3128843"/>
              <a:gd name="connsiteX0" fmla="*/ 0 w 3314252"/>
              <a:gd name="connsiteY0" fmla="*/ 1564433 h 3129053"/>
              <a:gd name="connsiteX1" fmla="*/ 1657126 w 3314252"/>
              <a:gd name="connsiteY1" fmla="*/ 23 h 3129053"/>
              <a:gd name="connsiteX2" fmla="*/ 3314252 w 3314252"/>
              <a:gd name="connsiteY2" fmla="*/ 1564433 h 3129053"/>
              <a:gd name="connsiteX3" fmla="*/ 1657126 w 3314252"/>
              <a:gd name="connsiteY3" fmla="*/ 3128843 h 3129053"/>
              <a:gd name="connsiteX4" fmla="*/ 0 w 3314252"/>
              <a:gd name="connsiteY4" fmla="*/ 1564433 h 3129053"/>
              <a:gd name="connsiteX0" fmla="*/ 0 w 3314252"/>
              <a:gd name="connsiteY0" fmla="*/ 1564433 h 3131880"/>
              <a:gd name="connsiteX1" fmla="*/ 1657126 w 3314252"/>
              <a:gd name="connsiteY1" fmla="*/ 23 h 3131880"/>
              <a:gd name="connsiteX2" fmla="*/ 3314252 w 3314252"/>
              <a:gd name="connsiteY2" fmla="*/ 1564433 h 3131880"/>
              <a:gd name="connsiteX3" fmla="*/ 1657126 w 3314252"/>
              <a:gd name="connsiteY3" fmla="*/ 3128843 h 3131880"/>
              <a:gd name="connsiteX4" fmla="*/ 0 w 3314252"/>
              <a:gd name="connsiteY4" fmla="*/ 1564433 h 3131880"/>
              <a:gd name="connsiteX0" fmla="*/ 0 w 3314252"/>
              <a:gd name="connsiteY0" fmla="*/ 1564433 h 3131423"/>
              <a:gd name="connsiteX1" fmla="*/ 1657126 w 3314252"/>
              <a:gd name="connsiteY1" fmla="*/ 23 h 3131423"/>
              <a:gd name="connsiteX2" fmla="*/ 3314252 w 3314252"/>
              <a:gd name="connsiteY2" fmla="*/ 1564433 h 3131423"/>
              <a:gd name="connsiteX3" fmla="*/ 1657126 w 3314252"/>
              <a:gd name="connsiteY3" fmla="*/ 3128843 h 3131423"/>
              <a:gd name="connsiteX4" fmla="*/ 0 w 3314252"/>
              <a:gd name="connsiteY4" fmla="*/ 1564433 h 313142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314252" h="3131423">
                <a:moveTo>
                  <a:pt x="0" y="1564433"/>
                </a:moveTo>
                <a:cubicBezTo>
                  <a:pt x="0" y="700433"/>
                  <a:pt x="775256" y="19074"/>
                  <a:pt x="1657126" y="23"/>
                </a:cubicBezTo>
                <a:cubicBezTo>
                  <a:pt x="2639009" y="-4740"/>
                  <a:pt x="3314252" y="700433"/>
                  <a:pt x="3314252" y="1564433"/>
                </a:cubicBezTo>
                <a:cubicBezTo>
                  <a:pt x="3314252" y="2428433"/>
                  <a:pt x="2367543" y="3071694"/>
                  <a:pt x="1657126" y="3128843"/>
                </a:cubicBezTo>
                <a:cubicBezTo>
                  <a:pt x="665721" y="3181230"/>
                  <a:pt x="0" y="2428433"/>
                  <a:pt x="0" y="1564433"/>
                </a:cubicBezTo>
                <a:close/>
              </a:path>
            </a:pathLst>
          </a:custGeom>
          <a:solidFill>
            <a:srgbClr val="A6001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a:p>
        </p:txBody>
      </p:sp>
      <p:sp>
        <p:nvSpPr>
          <p:cNvPr id="14" name="Text Placeholder 4">
            <a:extLst>
              <a:ext uri="{FF2B5EF4-FFF2-40B4-BE49-F238E27FC236}">
                <a16:creationId xmlns:a16="http://schemas.microsoft.com/office/drawing/2014/main" id="{A411BF5D-81E9-4AC1-AE6D-53DC26B2ECA6}"/>
              </a:ext>
            </a:extLst>
          </p:cNvPr>
          <p:cNvSpPr>
            <a:spLocks noGrp="1"/>
          </p:cNvSpPr>
          <p:nvPr>
            <p:ph type="body" sz="quarter" idx="37" hasCustomPrompt="1"/>
          </p:nvPr>
        </p:nvSpPr>
        <p:spPr>
          <a:xfrm>
            <a:off x="5498013" y="5107841"/>
            <a:ext cx="863263" cy="482705"/>
          </a:xfrm>
          <a:prstGeom prst="rect">
            <a:avLst/>
          </a:prstGeom>
          <a:noFill/>
        </p:spPr>
        <p:txBody>
          <a:bodyPr wrap="none" anchor="ctr">
            <a:noAutofit/>
          </a:bodyPr>
          <a:lstStyle>
            <a:lvl1pPr algn="ctr">
              <a:defRPr sz="3600" b="0">
                <a:solidFill>
                  <a:schemeClr val="bg1"/>
                </a:solidFill>
              </a:defRPr>
            </a:lvl1pPr>
            <a:lvl2pPr>
              <a:defRPr sz="1400"/>
            </a:lvl2pPr>
            <a:lvl3pPr>
              <a:defRPr sz="1200"/>
            </a:lvl3pPr>
            <a:lvl4pPr>
              <a:defRPr sz="1100"/>
            </a:lvl4pPr>
            <a:lvl5pPr>
              <a:defRPr sz="1100"/>
            </a:lvl5pPr>
          </a:lstStyle>
          <a:p>
            <a:pPr lvl="0"/>
            <a:r>
              <a:rPr lang="en-US"/>
              <a:t>Nº</a:t>
            </a:r>
          </a:p>
        </p:txBody>
      </p:sp>
      <p:sp>
        <p:nvSpPr>
          <p:cNvPr id="8" name="Text Placeholder 4">
            <a:extLst>
              <a:ext uri="{FF2B5EF4-FFF2-40B4-BE49-F238E27FC236}">
                <a16:creationId xmlns:a16="http://schemas.microsoft.com/office/drawing/2014/main" id="{42676D57-7318-4038-8625-151D4DD857E7}"/>
              </a:ext>
            </a:extLst>
          </p:cNvPr>
          <p:cNvSpPr>
            <a:spLocks noGrp="1"/>
          </p:cNvSpPr>
          <p:nvPr>
            <p:ph type="body" sz="quarter" idx="31" hasCustomPrompt="1"/>
          </p:nvPr>
        </p:nvSpPr>
        <p:spPr>
          <a:xfrm>
            <a:off x="6787432" y="4647262"/>
            <a:ext cx="4020458" cy="412363"/>
          </a:xfrm>
          <a:prstGeom prst="rect">
            <a:avLst/>
          </a:prstGeom>
          <a:noFill/>
        </p:spPr>
        <p:txBody>
          <a:bodyPr anchor="ctr">
            <a:noAutofit/>
          </a:bodyPr>
          <a:lstStyle>
            <a:lvl1pPr algn="l">
              <a:defRPr sz="1600" b="0">
                <a:solidFill>
                  <a:srgbClr val="0070AD"/>
                </a:solidFill>
                <a:latin typeface="+mj-lt"/>
              </a:defRPr>
            </a:lvl1pPr>
            <a:lvl2pPr>
              <a:defRPr sz="1400"/>
            </a:lvl2pPr>
            <a:lvl3pPr>
              <a:defRPr sz="1200"/>
            </a:lvl3pPr>
            <a:lvl4pPr>
              <a:defRPr sz="1100"/>
            </a:lvl4pPr>
            <a:lvl5pPr>
              <a:defRPr sz="1100"/>
            </a:lvl5pPr>
          </a:lstStyle>
          <a:p>
            <a:pPr lvl="0"/>
            <a:r>
              <a:rPr lang="en-US"/>
              <a:t>Click to insert title</a:t>
            </a:r>
          </a:p>
        </p:txBody>
      </p:sp>
      <p:sp>
        <p:nvSpPr>
          <p:cNvPr id="9" name="Text Placeholder 7">
            <a:extLst>
              <a:ext uri="{FF2B5EF4-FFF2-40B4-BE49-F238E27FC236}">
                <a16:creationId xmlns:a16="http://schemas.microsoft.com/office/drawing/2014/main" id="{9AB98D4C-7485-4468-A517-B5B92B48F38A}"/>
              </a:ext>
            </a:extLst>
          </p:cNvPr>
          <p:cNvSpPr>
            <a:spLocks noGrp="1"/>
          </p:cNvSpPr>
          <p:nvPr>
            <p:ph type="body" sz="quarter" idx="32" hasCustomPrompt="1"/>
          </p:nvPr>
        </p:nvSpPr>
        <p:spPr>
          <a:xfrm>
            <a:off x="6787433" y="5066217"/>
            <a:ext cx="4020458" cy="1177616"/>
          </a:xfrm>
          <a:prstGeom prst="rect">
            <a:avLst/>
          </a:prstGeom>
        </p:spPr>
        <p:txBody>
          <a:bodyPr>
            <a:noAutofit/>
          </a:bodyPr>
          <a:lstStyle>
            <a:lvl1pPr>
              <a:lnSpc>
                <a:spcPct val="100000"/>
              </a:lnSpc>
              <a:defRPr sz="1200"/>
            </a:lvl1pPr>
            <a:lvl2pPr>
              <a:lnSpc>
                <a:spcPct val="100000"/>
              </a:lnSpc>
              <a:defRPr sz="1200"/>
            </a:lvl2pPr>
            <a:lvl3pPr>
              <a:lnSpc>
                <a:spcPct val="100000"/>
              </a:lnSpc>
              <a:defRPr sz="1200"/>
            </a:lvl3pPr>
            <a:lvl4pPr>
              <a:lnSpc>
                <a:spcPct val="100000"/>
              </a:lnSpc>
              <a:defRPr sz="1200"/>
            </a:lvl4pPr>
            <a:lvl5pPr>
              <a:lnSpc>
                <a:spcPct val="100000"/>
              </a:lnSpc>
              <a:defRPr sz="1200"/>
            </a:lvl5pPr>
          </a:lstStyle>
          <a:p>
            <a:pPr lvl="0"/>
            <a:r>
              <a:rPr lang="en-US"/>
              <a:t>Click to insert text</a:t>
            </a:r>
          </a:p>
          <a:p>
            <a:pPr lvl="1"/>
            <a:r>
              <a:rPr lang="en-US"/>
              <a:t>Second level</a:t>
            </a:r>
          </a:p>
          <a:p>
            <a:pPr lvl="2"/>
            <a:r>
              <a:rPr lang="en-US"/>
              <a:t>Third level</a:t>
            </a:r>
          </a:p>
          <a:p>
            <a:pPr lvl="3"/>
            <a:r>
              <a:rPr lang="en-US"/>
              <a:t>Fourth level</a:t>
            </a:r>
          </a:p>
        </p:txBody>
      </p:sp>
    </p:spTree>
    <p:extLst>
      <p:ext uri="{BB962C8B-B14F-4D97-AF65-F5344CB8AC3E}">
        <p14:creationId xmlns:p14="http://schemas.microsoft.com/office/powerpoint/2010/main" val="666401397"/>
      </p:ext>
    </p:extLst>
  </p:cSld>
  <p:clrMapOvr>
    <a:masterClrMapping/>
  </p:clrMapOvr>
</p:sldLayout>
</file>

<file path=ppt/slideLayouts/slideLayout142.xml><?xml version="1.0" encoding="utf-8"?>
<p:sldLayout xmlns:a="http://schemas.openxmlformats.org/drawingml/2006/main" xmlns:r="http://schemas.openxmlformats.org/officeDocument/2006/relationships" xmlns:p="http://schemas.openxmlformats.org/presentationml/2006/main" preserve="1" userDrawn="1">
  <p:cSld name="Agenda 2">
    <p:spTree>
      <p:nvGrpSpPr>
        <p:cNvPr id="1" name=""/>
        <p:cNvGrpSpPr/>
        <p:nvPr/>
      </p:nvGrpSpPr>
      <p:grpSpPr>
        <a:xfrm>
          <a:off x="0" y="0"/>
          <a:ext cx="0" cy="0"/>
          <a:chOff x="0" y="0"/>
          <a:chExt cx="0" cy="0"/>
        </a:xfrm>
      </p:grpSpPr>
      <p:sp>
        <p:nvSpPr>
          <p:cNvPr id="11" name="Title 1"/>
          <p:cNvSpPr>
            <a:spLocks noGrp="1"/>
          </p:cNvSpPr>
          <p:nvPr>
            <p:ph type="title"/>
          </p:nvPr>
        </p:nvSpPr>
        <p:spPr>
          <a:xfrm>
            <a:off x="227349" y="0"/>
            <a:ext cx="11125236" cy="1104900"/>
          </a:xfrm>
          <a:prstGeom prst="rect">
            <a:avLst/>
          </a:prstGeom>
        </p:spPr>
        <p:txBody>
          <a:bodyPr/>
          <a:lstStyle/>
          <a:p>
            <a:r>
              <a:rPr lang="fr-FR"/>
              <a:t>Modifiez le style du titre</a:t>
            </a:r>
            <a:endParaRPr lang="en-GB"/>
          </a:p>
        </p:txBody>
      </p:sp>
      <p:sp>
        <p:nvSpPr>
          <p:cNvPr id="20" name="Picture Placeholder 47">
            <a:extLst>
              <a:ext uri="{FF2B5EF4-FFF2-40B4-BE49-F238E27FC236}">
                <a16:creationId xmlns:a16="http://schemas.microsoft.com/office/drawing/2014/main" id="{51CA337D-4B25-44C1-847A-AC0D74277B60}"/>
              </a:ext>
              <a:ext uri="{C183D7F6-B498-43B3-948B-1728B52AA6E4}">
                <adec:decorative xmlns:adec="http://schemas.microsoft.com/office/drawing/2017/decorative" val="1"/>
              </a:ext>
            </a:extLst>
          </p:cNvPr>
          <p:cNvSpPr>
            <a:spLocks noGrp="1"/>
          </p:cNvSpPr>
          <p:nvPr>
            <p:ph type="pic" sz="quarter" idx="19"/>
          </p:nvPr>
        </p:nvSpPr>
        <p:spPr>
          <a:xfrm>
            <a:off x="0" y="1192909"/>
            <a:ext cx="5591944" cy="5260428"/>
          </a:xfrm>
          <a:prstGeom prst="rect">
            <a:avLst/>
          </a:prstGeom>
        </p:spPr>
        <p:txBody>
          <a:bodyPr anchor="ctr"/>
          <a:lstStyle>
            <a:lvl1pPr algn="ctr">
              <a:defRPr/>
            </a:lvl1pPr>
          </a:lstStyle>
          <a:p>
            <a:r>
              <a:rPr lang="fr-FR"/>
              <a:t>Cliquez sur l'icône pour ajouter une image</a:t>
            </a:r>
            <a:endParaRPr lang="pt-PT"/>
          </a:p>
        </p:txBody>
      </p:sp>
      <p:sp>
        <p:nvSpPr>
          <p:cNvPr id="12" name="Text Placeholder 7">
            <a:extLst>
              <a:ext uri="{FF2B5EF4-FFF2-40B4-BE49-F238E27FC236}">
                <a16:creationId xmlns:a16="http://schemas.microsoft.com/office/drawing/2014/main" id="{3E908611-FBB7-4987-BE0F-F09EAF1FFC80}"/>
              </a:ext>
            </a:extLst>
          </p:cNvPr>
          <p:cNvSpPr>
            <a:spLocks noGrp="1"/>
          </p:cNvSpPr>
          <p:nvPr>
            <p:ph type="body" sz="quarter" idx="11" hasCustomPrompt="1"/>
          </p:nvPr>
        </p:nvSpPr>
        <p:spPr>
          <a:xfrm>
            <a:off x="6600059" y="1192909"/>
            <a:ext cx="5007742" cy="555448"/>
          </a:xfrm>
          <a:prstGeom prst="rect">
            <a:avLst/>
          </a:prstGeom>
        </p:spPr>
        <p:txBody>
          <a:bodyPr anchor="ctr">
            <a:noAutofit/>
          </a:bodyPr>
          <a:lstStyle>
            <a:lvl1pPr>
              <a:lnSpc>
                <a:spcPct val="100000"/>
              </a:lnSpc>
              <a:defRPr sz="1300"/>
            </a:lvl1pPr>
            <a:lvl2pPr>
              <a:lnSpc>
                <a:spcPct val="100000"/>
              </a:lnSpc>
              <a:defRPr sz="1400"/>
            </a:lvl2pPr>
            <a:lvl3pPr>
              <a:lnSpc>
                <a:spcPct val="100000"/>
              </a:lnSpc>
              <a:defRPr sz="1400"/>
            </a:lvl3pPr>
            <a:lvl4pPr>
              <a:lnSpc>
                <a:spcPct val="100000"/>
              </a:lnSpc>
              <a:defRPr sz="1400"/>
            </a:lvl4pPr>
            <a:lvl5pPr>
              <a:lnSpc>
                <a:spcPct val="100000"/>
              </a:lnSpc>
              <a:defRPr sz="1400"/>
            </a:lvl5pPr>
          </a:lstStyle>
          <a:p>
            <a:pPr lvl="0"/>
            <a:r>
              <a:rPr lang="en-US"/>
              <a:t>Click to insert text</a:t>
            </a:r>
          </a:p>
        </p:txBody>
      </p:sp>
      <p:sp>
        <p:nvSpPr>
          <p:cNvPr id="13" name="Text Placeholder 7">
            <a:extLst>
              <a:ext uri="{FF2B5EF4-FFF2-40B4-BE49-F238E27FC236}">
                <a16:creationId xmlns:a16="http://schemas.microsoft.com/office/drawing/2014/main" id="{306025B9-0362-4974-8920-7C764289CBA0}"/>
              </a:ext>
            </a:extLst>
          </p:cNvPr>
          <p:cNvSpPr>
            <a:spLocks noGrp="1"/>
          </p:cNvSpPr>
          <p:nvPr>
            <p:ph type="body" sz="quarter" idx="12" hasCustomPrompt="1"/>
          </p:nvPr>
        </p:nvSpPr>
        <p:spPr>
          <a:xfrm>
            <a:off x="6600059" y="1865049"/>
            <a:ext cx="5007742" cy="555448"/>
          </a:xfrm>
          <a:prstGeom prst="rect">
            <a:avLst/>
          </a:prstGeom>
        </p:spPr>
        <p:txBody>
          <a:bodyPr anchor="ctr">
            <a:noAutofit/>
          </a:bodyPr>
          <a:lstStyle>
            <a:lvl1pPr marL="0" marR="0" indent="0" algn="l" defTabSz="914400" rtl="0" eaLnBrk="1" fontAlgn="auto" latinLnBrk="0" hangingPunct="1">
              <a:lnSpc>
                <a:spcPct val="100000"/>
              </a:lnSpc>
              <a:spcBef>
                <a:spcPts val="1000"/>
              </a:spcBef>
              <a:spcAft>
                <a:spcPts val="0"/>
              </a:spcAft>
              <a:buClrTx/>
              <a:buSzTx/>
              <a:buFont typeface="Arial" panose="020B0604020202020204" pitchFamily="34" charset="0"/>
              <a:buNone/>
              <a:tabLst/>
              <a:defRPr sz="1300"/>
            </a:lvl1pPr>
            <a:lvl2pPr>
              <a:lnSpc>
                <a:spcPct val="100000"/>
              </a:lnSpc>
              <a:defRPr sz="1400"/>
            </a:lvl2pPr>
            <a:lvl3pPr>
              <a:lnSpc>
                <a:spcPct val="100000"/>
              </a:lnSpc>
              <a:defRPr sz="1400"/>
            </a:lvl3pPr>
            <a:lvl4pPr>
              <a:lnSpc>
                <a:spcPct val="100000"/>
              </a:lnSpc>
              <a:defRPr sz="1400"/>
            </a:lvl4pPr>
            <a:lvl5pPr>
              <a:lnSpc>
                <a:spcPct val="100000"/>
              </a:lnSpc>
              <a:defRPr sz="1400"/>
            </a:lvl5pPr>
          </a:lstStyle>
          <a:p>
            <a:pPr marL="0" marR="0" lvl="0" indent="0" algn="l" defTabSz="914400" rtl="0" eaLnBrk="1" fontAlgn="auto" latinLnBrk="0" hangingPunct="1">
              <a:lnSpc>
                <a:spcPct val="100000"/>
              </a:lnSpc>
              <a:spcBef>
                <a:spcPts val="1000"/>
              </a:spcBef>
              <a:spcAft>
                <a:spcPts val="0"/>
              </a:spcAft>
              <a:buClrTx/>
              <a:buSzTx/>
              <a:buFont typeface="Arial" panose="020B0604020202020204" pitchFamily="34" charset="0"/>
              <a:buNone/>
              <a:tabLst/>
              <a:defRPr/>
            </a:pPr>
            <a:r>
              <a:rPr lang="en-US"/>
              <a:t>Click to insert text</a:t>
            </a:r>
          </a:p>
        </p:txBody>
      </p:sp>
      <p:sp>
        <p:nvSpPr>
          <p:cNvPr id="14" name="Text Placeholder 7">
            <a:extLst>
              <a:ext uri="{FF2B5EF4-FFF2-40B4-BE49-F238E27FC236}">
                <a16:creationId xmlns:a16="http://schemas.microsoft.com/office/drawing/2014/main" id="{257644F2-F28D-4087-B791-1E7F26C4AD1C}"/>
              </a:ext>
            </a:extLst>
          </p:cNvPr>
          <p:cNvSpPr>
            <a:spLocks noGrp="1"/>
          </p:cNvSpPr>
          <p:nvPr>
            <p:ph type="body" sz="quarter" idx="13" hasCustomPrompt="1"/>
          </p:nvPr>
        </p:nvSpPr>
        <p:spPr>
          <a:xfrm>
            <a:off x="6600059" y="2537189"/>
            <a:ext cx="5007742" cy="555448"/>
          </a:xfrm>
          <a:prstGeom prst="rect">
            <a:avLst/>
          </a:prstGeom>
        </p:spPr>
        <p:txBody>
          <a:bodyPr anchor="ctr">
            <a:noAutofit/>
          </a:bodyPr>
          <a:lstStyle>
            <a:lvl1pPr>
              <a:lnSpc>
                <a:spcPct val="100000"/>
              </a:lnSpc>
              <a:defRPr sz="1300"/>
            </a:lvl1pPr>
            <a:lvl2pPr>
              <a:lnSpc>
                <a:spcPct val="100000"/>
              </a:lnSpc>
              <a:defRPr sz="1400"/>
            </a:lvl2pPr>
            <a:lvl3pPr>
              <a:lnSpc>
                <a:spcPct val="100000"/>
              </a:lnSpc>
              <a:defRPr sz="1400"/>
            </a:lvl3pPr>
            <a:lvl4pPr>
              <a:lnSpc>
                <a:spcPct val="100000"/>
              </a:lnSpc>
              <a:defRPr sz="1400"/>
            </a:lvl4pPr>
            <a:lvl5pPr>
              <a:lnSpc>
                <a:spcPct val="100000"/>
              </a:lnSpc>
              <a:defRPr sz="1400"/>
            </a:lvl5pPr>
          </a:lstStyle>
          <a:p>
            <a:pPr lvl="0"/>
            <a:r>
              <a:rPr lang="en-US"/>
              <a:t>Click to insert text</a:t>
            </a:r>
          </a:p>
        </p:txBody>
      </p:sp>
      <p:sp>
        <p:nvSpPr>
          <p:cNvPr id="15" name="Text Placeholder 7">
            <a:extLst>
              <a:ext uri="{FF2B5EF4-FFF2-40B4-BE49-F238E27FC236}">
                <a16:creationId xmlns:a16="http://schemas.microsoft.com/office/drawing/2014/main" id="{25F62A33-F672-4099-9B72-9B2267F22ACF}"/>
              </a:ext>
            </a:extLst>
          </p:cNvPr>
          <p:cNvSpPr>
            <a:spLocks noGrp="1"/>
          </p:cNvSpPr>
          <p:nvPr>
            <p:ph type="body" sz="quarter" idx="14" hasCustomPrompt="1"/>
          </p:nvPr>
        </p:nvSpPr>
        <p:spPr>
          <a:xfrm>
            <a:off x="6600059" y="3209329"/>
            <a:ext cx="5007742" cy="555448"/>
          </a:xfrm>
          <a:prstGeom prst="rect">
            <a:avLst/>
          </a:prstGeom>
        </p:spPr>
        <p:txBody>
          <a:bodyPr anchor="ctr">
            <a:noAutofit/>
          </a:bodyPr>
          <a:lstStyle>
            <a:lvl1pPr>
              <a:lnSpc>
                <a:spcPct val="100000"/>
              </a:lnSpc>
              <a:defRPr sz="1300"/>
            </a:lvl1pPr>
            <a:lvl2pPr>
              <a:lnSpc>
                <a:spcPct val="100000"/>
              </a:lnSpc>
              <a:defRPr sz="1400"/>
            </a:lvl2pPr>
            <a:lvl3pPr>
              <a:lnSpc>
                <a:spcPct val="100000"/>
              </a:lnSpc>
              <a:defRPr sz="1400"/>
            </a:lvl3pPr>
            <a:lvl4pPr>
              <a:lnSpc>
                <a:spcPct val="100000"/>
              </a:lnSpc>
              <a:defRPr sz="1400"/>
            </a:lvl4pPr>
            <a:lvl5pPr>
              <a:lnSpc>
                <a:spcPct val="100000"/>
              </a:lnSpc>
              <a:defRPr sz="1400"/>
            </a:lvl5pPr>
          </a:lstStyle>
          <a:p>
            <a:pPr lvl="0"/>
            <a:r>
              <a:rPr lang="en-US"/>
              <a:t>Click to insert text</a:t>
            </a:r>
          </a:p>
        </p:txBody>
      </p:sp>
      <p:sp>
        <p:nvSpPr>
          <p:cNvPr id="16" name="Text Placeholder 7">
            <a:extLst>
              <a:ext uri="{FF2B5EF4-FFF2-40B4-BE49-F238E27FC236}">
                <a16:creationId xmlns:a16="http://schemas.microsoft.com/office/drawing/2014/main" id="{72FF6EE1-C46D-4DEB-A508-49B5101CF26E}"/>
              </a:ext>
            </a:extLst>
          </p:cNvPr>
          <p:cNvSpPr>
            <a:spLocks noGrp="1"/>
          </p:cNvSpPr>
          <p:nvPr>
            <p:ph type="body" sz="quarter" idx="15" hasCustomPrompt="1"/>
          </p:nvPr>
        </p:nvSpPr>
        <p:spPr>
          <a:xfrm>
            <a:off x="6600059" y="3881469"/>
            <a:ext cx="5007742" cy="555448"/>
          </a:xfrm>
          <a:prstGeom prst="rect">
            <a:avLst/>
          </a:prstGeom>
        </p:spPr>
        <p:txBody>
          <a:bodyPr anchor="ctr">
            <a:noAutofit/>
          </a:bodyPr>
          <a:lstStyle>
            <a:lvl1pPr>
              <a:lnSpc>
                <a:spcPct val="100000"/>
              </a:lnSpc>
              <a:defRPr sz="1300"/>
            </a:lvl1pPr>
            <a:lvl2pPr>
              <a:lnSpc>
                <a:spcPct val="100000"/>
              </a:lnSpc>
              <a:defRPr sz="1400"/>
            </a:lvl2pPr>
            <a:lvl3pPr>
              <a:lnSpc>
                <a:spcPct val="100000"/>
              </a:lnSpc>
              <a:defRPr sz="1400"/>
            </a:lvl3pPr>
            <a:lvl4pPr>
              <a:lnSpc>
                <a:spcPct val="100000"/>
              </a:lnSpc>
              <a:defRPr sz="1400"/>
            </a:lvl4pPr>
            <a:lvl5pPr>
              <a:lnSpc>
                <a:spcPct val="100000"/>
              </a:lnSpc>
              <a:defRPr sz="1400"/>
            </a:lvl5pPr>
          </a:lstStyle>
          <a:p>
            <a:pPr lvl="0"/>
            <a:r>
              <a:rPr lang="en-US"/>
              <a:t>Click to insert text</a:t>
            </a:r>
          </a:p>
        </p:txBody>
      </p:sp>
      <p:sp>
        <p:nvSpPr>
          <p:cNvPr id="17" name="Text Placeholder 7">
            <a:extLst>
              <a:ext uri="{FF2B5EF4-FFF2-40B4-BE49-F238E27FC236}">
                <a16:creationId xmlns:a16="http://schemas.microsoft.com/office/drawing/2014/main" id="{931D06D9-EA9B-42A0-81EE-D669D6CA5F33}"/>
              </a:ext>
            </a:extLst>
          </p:cNvPr>
          <p:cNvSpPr>
            <a:spLocks noGrp="1"/>
          </p:cNvSpPr>
          <p:nvPr>
            <p:ph type="body" sz="quarter" idx="16" hasCustomPrompt="1"/>
          </p:nvPr>
        </p:nvSpPr>
        <p:spPr>
          <a:xfrm>
            <a:off x="6600059" y="4553609"/>
            <a:ext cx="5007742" cy="555448"/>
          </a:xfrm>
          <a:prstGeom prst="rect">
            <a:avLst/>
          </a:prstGeom>
        </p:spPr>
        <p:txBody>
          <a:bodyPr anchor="ctr">
            <a:noAutofit/>
          </a:bodyPr>
          <a:lstStyle>
            <a:lvl1pPr>
              <a:lnSpc>
                <a:spcPct val="100000"/>
              </a:lnSpc>
              <a:defRPr sz="1300"/>
            </a:lvl1pPr>
            <a:lvl2pPr>
              <a:lnSpc>
                <a:spcPct val="100000"/>
              </a:lnSpc>
              <a:defRPr sz="1400"/>
            </a:lvl2pPr>
            <a:lvl3pPr>
              <a:lnSpc>
                <a:spcPct val="100000"/>
              </a:lnSpc>
              <a:defRPr sz="1400"/>
            </a:lvl3pPr>
            <a:lvl4pPr>
              <a:lnSpc>
                <a:spcPct val="100000"/>
              </a:lnSpc>
              <a:defRPr sz="1400"/>
            </a:lvl4pPr>
            <a:lvl5pPr>
              <a:lnSpc>
                <a:spcPct val="100000"/>
              </a:lnSpc>
              <a:defRPr sz="1400"/>
            </a:lvl5pPr>
          </a:lstStyle>
          <a:p>
            <a:pPr lvl="0"/>
            <a:r>
              <a:rPr lang="en-US"/>
              <a:t>Click to insert text</a:t>
            </a:r>
          </a:p>
        </p:txBody>
      </p:sp>
      <p:sp>
        <p:nvSpPr>
          <p:cNvPr id="18" name="Text Placeholder 7">
            <a:extLst>
              <a:ext uri="{FF2B5EF4-FFF2-40B4-BE49-F238E27FC236}">
                <a16:creationId xmlns:a16="http://schemas.microsoft.com/office/drawing/2014/main" id="{EFEA829A-6217-4965-B7BD-6BC37F7849AB}"/>
              </a:ext>
            </a:extLst>
          </p:cNvPr>
          <p:cNvSpPr>
            <a:spLocks noGrp="1"/>
          </p:cNvSpPr>
          <p:nvPr>
            <p:ph type="body" sz="quarter" idx="17" hasCustomPrompt="1"/>
          </p:nvPr>
        </p:nvSpPr>
        <p:spPr>
          <a:xfrm>
            <a:off x="6600059" y="5225749"/>
            <a:ext cx="5007742" cy="555448"/>
          </a:xfrm>
          <a:prstGeom prst="rect">
            <a:avLst/>
          </a:prstGeom>
        </p:spPr>
        <p:txBody>
          <a:bodyPr anchor="ctr">
            <a:noAutofit/>
          </a:bodyPr>
          <a:lstStyle>
            <a:lvl1pPr>
              <a:lnSpc>
                <a:spcPct val="100000"/>
              </a:lnSpc>
              <a:defRPr sz="1300"/>
            </a:lvl1pPr>
            <a:lvl2pPr>
              <a:lnSpc>
                <a:spcPct val="100000"/>
              </a:lnSpc>
              <a:defRPr sz="1400"/>
            </a:lvl2pPr>
            <a:lvl3pPr>
              <a:lnSpc>
                <a:spcPct val="100000"/>
              </a:lnSpc>
              <a:defRPr sz="1400"/>
            </a:lvl3pPr>
            <a:lvl4pPr>
              <a:lnSpc>
                <a:spcPct val="100000"/>
              </a:lnSpc>
              <a:defRPr sz="1400"/>
            </a:lvl4pPr>
            <a:lvl5pPr>
              <a:lnSpc>
                <a:spcPct val="100000"/>
              </a:lnSpc>
              <a:defRPr sz="1400"/>
            </a:lvl5pPr>
          </a:lstStyle>
          <a:p>
            <a:pPr lvl="0"/>
            <a:r>
              <a:rPr lang="en-US"/>
              <a:t>Click to insert text</a:t>
            </a:r>
          </a:p>
        </p:txBody>
      </p:sp>
      <p:sp>
        <p:nvSpPr>
          <p:cNvPr id="19" name="Text Placeholder 7">
            <a:extLst>
              <a:ext uri="{FF2B5EF4-FFF2-40B4-BE49-F238E27FC236}">
                <a16:creationId xmlns:a16="http://schemas.microsoft.com/office/drawing/2014/main" id="{E05DDB93-91CA-4BAF-9D63-E4134B435D8F}"/>
              </a:ext>
            </a:extLst>
          </p:cNvPr>
          <p:cNvSpPr>
            <a:spLocks noGrp="1"/>
          </p:cNvSpPr>
          <p:nvPr>
            <p:ph type="body" sz="quarter" idx="18" hasCustomPrompt="1"/>
          </p:nvPr>
        </p:nvSpPr>
        <p:spPr>
          <a:xfrm>
            <a:off x="6600059" y="5897889"/>
            <a:ext cx="5007742" cy="555448"/>
          </a:xfrm>
          <a:prstGeom prst="rect">
            <a:avLst/>
          </a:prstGeom>
        </p:spPr>
        <p:txBody>
          <a:bodyPr anchor="ctr">
            <a:noAutofit/>
          </a:bodyPr>
          <a:lstStyle>
            <a:lvl1pPr>
              <a:lnSpc>
                <a:spcPct val="100000"/>
              </a:lnSpc>
              <a:defRPr sz="1300"/>
            </a:lvl1pPr>
            <a:lvl2pPr>
              <a:lnSpc>
                <a:spcPct val="100000"/>
              </a:lnSpc>
              <a:defRPr sz="1400"/>
            </a:lvl2pPr>
            <a:lvl3pPr>
              <a:lnSpc>
                <a:spcPct val="100000"/>
              </a:lnSpc>
              <a:defRPr sz="1400"/>
            </a:lvl3pPr>
            <a:lvl4pPr>
              <a:lnSpc>
                <a:spcPct val="100000"/>
              </a:lnSpc>
              <a:defRPr sz="1400"/>
            </a:lvl4pPr>
            <a:lvl5pPr>
              <a:lnSpc>
                <a:spcPct val="100000"/>
              </a:lnSpc>
              <a:defRPr sz="1400"/>
            </a:lvl5pPr>
          </a:lstStyle>
          <a:p>
            <a:pPr lvl="0"/>
            <a:r>
              <a:rPr lang="en-US"/>
              <a:t>Click to insert text</a:t>
            </a:r>
          </a:p>
        </p:txBody>
      </p:sp>
    </p:spTree>
    <p:extLst>
      <p:ext uri="{BB962C8B-B14F-4D97-AF65-F5344CB8AC3E}">
        <p14:creationId xmlns:p14="http://schemas.microsoft.com/office/powerpoint/2010/main" val="2289431430"/>
      </p:ext>
    </p:extLst>
  </p:cSld>
  <p:clrMapOvr>
    <a:masterClrMapping/>
  </p:clrMapOvr>
</p:sldLayout>
</file>

<file path=ppt/slideLayouts/slideLayout143.xml><?xml version="1.0" encoding="utf-8"?>
<p:sldLayout xmlns:a="http://schemas.openxmlformats.org/drawingml/2006/main" xmlns:r="http://schemas.openxmlformats.org/officeDocument/2006/relationships" xmlns:p="http://schemas.openxmlformats.org/presentationml/2006/main" preserve="1" userDrawn="1">
  <p:cSld name="Content 3 columns 2">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18A66D25-366C-4142-B5D9-9A4107D8BC80}"/>
              </a:ext>
            </a:extLst>
          </p:cNvPr>
          <p:cNvSpPr>
            <a:spLocks noGrp="1"/>
          </p:cNvSpPr>
          <p:nvPr>
            <p:ph type="title"/>
          </p:nvPr>
        </p:nvSpPr>
        <p:spPr/>
        <p:txBody>
          <a:bodyPr/>
          <a:lstStyle/>
          <a:p>
            <a:r>
              <a:rPr lang="en-US"/>
              <a:t>Click to edit Master title style</a:t>
            </a:r>
            <a:endParaRPr lang="de-DE"/>
          </a:p>
        </p:txBody>
      </p:sp>
      <p:sp>
        <p:nvSpPr>
          <p:cNvPr id="13" name="Rectangle 12">
            <a:extLst>
              <a:ext uri="{FF2B5EF4-FFF2-40B4-BE49-F238E27FC236}">
                <a16:creationId xmlns:a16="http://schemas.microsoft.com/office/drawing/2014/main" id="{7B9A63D1-B6C5-4F10-ABD1-7445EB2D8ADC}"/>
              </a:ext>
            </a:extLst>
          </p:cNvPr>
          <p:cNvSpPr/>
          <p:nvPr userDrawn="1"/>
        </p:nvSpPr>
        <p:spPr>
          <a:xfrm>
            <a:off x="407988" y="2423886"/>
            <a:ext cx="3524250" cy="4046888"/>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PT"/>
          </a:p>
        </p:txBody>
      </p:sp>
      <p:sp>
        <p:nvSpPr>
          <p:cNvPr id="16" name="Text Placeholder 4">
            <a:extLst>
              <a:ext uri="{FF2B5EF4-FFF2-40B4-BE49-F238E27FC236}">
                <a16:creationId xmlns:a16="http://schemas.microsoft.com/office/drawing/2014/main" id="{5AE9BC27-7262-47DA-99EA-4AB1F52A8C33}"/>
              </a:ext>
            </a:extLst>
          </p:cNvPr>
          <p:cNvSpPr>
            <a:spLocks noGrp="1"/>
          </p:cNvSpPr>
          <p:nvPr>
            <p:ph type="body" sz="quarter" idx="13" hasCustomPrompt="1"/>
          </p:nvPr>
        </p:nvSpPr>
        <p:spPr>
          <a:xfrm>
            <a:off x="725016" y="3332368"/>
            <a:ext cx="2890194" cy="645047"/>
          </a:xfrm>
          <a:prstGeom prst="rect">
            <a:avLst/>
          </a:prstGeom>
          <a:noFill/>
        </p:spPr>
        <p:txBody>
          <a:bodyPr anchor="ctr">
            <a:noAutofit/>
          </a:bodyPr>
          <a:lstStyle>
            <a:lvl1pPr algn="l">
              <a:lnSpc>
                <a:spcPts val="1800"/>
              </a:lnSpc>
              <a:defRPr sz="1600" b="0">
                <a:solidFill>
                  <a:schemeClr val="accent1"/>
                </a:solidFill>
                <a:latin typeface="+mj-lt"/>
              </a:defRPr>
            </a:lvl1pPr>
            <a:lvl2pPr>
              <a:defRPr sz="1400"/>
            </a:lvl2pPr>
            <a:lvl3pPr>
              <a:defRPr sz="1200"/>
            </a:lvl3pPr>
            <a:lvl4pPr>
              <a:defRPr sz="1100"/>
            </a:lvl4pPr>
            <a:lvl5pPr>
              <a:defRPr sz="1100"/>
            </a:lvl5pPr>
          </a:lstStyle>
          <a:p>
            <a:pPr lvl="0"/>
            <a:r>
              <a:rPr lang="en-US"/>
              <a:t>Click to insert title</a:t>
            </a:r>
          </a:p>
        </p:txBody>
      </p:sp>
      <p:sp>
        <p:nvSpPr>
          <p:cNvPr id="22" name="Text Placeholder 7">
            <a:extLst>
              <a:ext uri="{FF2B5EF4-FFF2-40B4-BE49-F238E27FC236}">
                <a16:creationId xmlns:a16="http://schemas.microsoft.com/office/drawing/2014/main" id="{E24DC023-E500-4824-A661-003A568299EA}"/>
              </a:ext>
            </a:extLst>
          </p:cNvPr>
          <p:cNvSpPr>
            <a:spLocks noGrp="1"/>
          </p:cNvSpPr>
          <p:nvPr>
            <p:ph type="body" sz="quarter" idx="10"/>
          </p:nvPr>
        </p:nvSpPr>
        <p:spPr>
          <a:xfrm>
            <a:off x="725015" y="4079991"/>
            <a:ext cx="2890194" cy="2201561"/>
          </a:xfrm>
          <a:prstGeom prst="rect">
            <a:avLst/>
          </a:prstGeom>
        </p:spPr>
        <p:txBody>
          <a:bodyPr>
            <a:noAutofit/>
          </a:bodyPr>
          <a:lstStyle>
            <a:lvl1pPr>
              <a:lnSpc>
                <a:spcPct val="100000"/>
              </a:lnSpc>
              <a:spcBef>
                <a:spcPts val="0"/>
              </a:spcBef>
              <a:defRPr sz="1400"/>
            </a:lvl1pPr>
            <a:lvl2pPr>
              <a:lnSpc>
                <a:spcPct val="100000"/>
              </a:lnSpc>
              <a:spcBef>
                <a:spcPts val="0"/>
              </a:spcBef>
              <a:buClr>
                <a:schemeClr val="accent1"/>
              </a:buClr>
              <a:defRPr sz="1400"/>
            </a:lvl2pPr>
            <a:lvl3pPr>
              <a:lnSpc>
                <a:spcPct val="100000"/>
              </a:lnSpc>
              <a:spcBef>
                <a:spcPts val="0"/>
              </a:spcBef>
              <a:buClr>
                <a:schemeClr val="accent1"/>
              </a:buClr>
              <a:defRPr sz="1400"/>
            </a:lvl3pPr>
            <a:lvl4pPr>
              <a:lnSpc>
                <a:spcPct val="100000"/>
              </a:lnSpc>
              <a:spcBef>
                <a:spcPts val="0"/>
              </a:spcBef>
              <a:buClr>
                <a:schemeClr val="accent1"/>
              </a:buClr>
              <a:defRPr sz="1400"/>
            </a:lvl4pPr>
            <a:lvl5pPr>
              <a:lnSpc>
                <a:spcPct val="100000"/>
              </a:lnSpc>
              <a:spcBef>
                <a:spcPts val="0"/>
              </a:spcBef>
              <a:buClr>
                <a:schemeClr val="accent1"/>
              </a:buClr>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4" name="Rectangle 13">
            <a:extLst>
              <a:ext uri="{FF2B5EF4-FFF2-40B4-BE49-F238E27FC236}">
                <a16:creationId xmlns:a16="http://schemas.microsoft.com/office/drawing/2014/main" id="{A69DEBB0-4052-42E9-B8A1-20FEA957F747}"/>
              </a:ext>
            </a:extLst>
          </p:cNvPr>
          <p:cNvSpPr/>
          <p:nvPr userDrawn="1"/>
        </p:nvSpPr>
        <p:spPr>
          <a:xfrm>
            <a:off x="4333875" y="2423886"/>
            <a:ext cx="3524250" cy="4046888"/>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PT"/>
          </a:p>
        </p:txBody>
      </p:sp>
      <p:sp>
        <p:nvSpPr>
          <p:cNvPr id="18" name="Text Placeholder 4">
            <a:extLst>
              <a:ext uri="{FF2B5EF4-FFF2-40B4-BE49-F238E27FC236}">
                <a16:creationId xmlns:a16="http://schemas.microsoft.com/office/drawing/2014/main" id="{EBBF7568-EC18-40A1-B3C2-1E64D0BFDEFF}"/>
              </a:ext>
            </a:extLst>
          </p:cNvPr>
          <p:cNvSpPr>
            <a:spLocks noGrp="1"/>
          </p:cNvSpPr>
          <p:nvPr>
            <p:ph type="body" sz="quarter" idx="33" hasCustomPrompt="1"/>
          </p:nvPr>
        </p:nvSpPr>
        <p:spPr>
          <a:xfrm>
            <a:off x="4650903" y="3332368"/>
            <a:ext cx="2890194" cy="645047"/>
          </a:xfrm>
          <a:prstGeom prst="rect">
            <a:avLst/>
          </a:prstGeom>
          <a:noFill/>
        </p:spPr>
        <p:txBody>
          <a:bodyPr anchor="ctr">
            <a:noAutofit/>
          </a:bodyPr>
          <a:lstStyle>
            <a:lvl1pPr algn="l">
              <a:lnSpc>
                <a:spcPts val="1800"/>
              </a:lnSpc>
              <a:defRPr sz="1600" b="0">
                <a:solidFill>
                  <a:srgbClr val="336B7D"/>
                </a:solidFill>
                <a:latin typeface="+mj-lt"/>
              </a:defRPr>
            </a:lvl1pPr>
            <a:lvl2pPr>
              <a:defRPr sz="1400"/>
            </a:lvl2pPr>
            <a:lvl3pPr>
              <a:defRPr sz="1200"/>
            </a:lvl3pPr>
            <a:lvl4pPr>
              <a:defRPr sz="1100"/>
            </a:lvl4pPr>
            <a:lvl5pPr>
              <a:defRPr sz="1100"/>
            </a:lvl5pPr>
          </a:lstStyle>
          <a:p>
            <a:pPr lvl="0"/>
            <a:r>
              <a:rPr lang="en-US"/>
              <a:t>Click to insert title</a:t>
            </a:r>
          </a:p>
        </p:txBody>
      </p:sp>
      <p:sp>
        <p:nvSpPr>
          <p:cNvPr id="23" name="Text Placeholder 7">
            <a:extLst>
              <a:ext uri="{FF2B5EF4-FFF2-40B4-BE49-F238E27FC236}">
                <a16:creationId xmlns:a16="http://schemas.microsoft.com/office/drawing/2014/main" id="{B1037A2D-940F-4255-984B-C4A7AABBB724}"/>
              </a:ext>
            </a:extLst>
          </p:cNvPr>
          <p:cNvSpPr>
            <a:spLocks noGrp="1"/>
          </p:cNvSpPr>
          <p:nvPr>
            <p:ph type="body" sz="quarter" idx="40"/>
          </p:nvPr>
        </p:nvSpPr>
        <p:spPr>
          <a:xfrm>
            <a:off x="4650903" y="4079991"/>
            <a:ext cx="2890194" cy="2201561"/>
          </a:xfrm>
          <a:prstGeom prst="rect">
            <a:avLst/>
          </a:prstGeom>
        </p:spPr>
        <p:txBody>
          <a:bodyPr>
            <a:noAutofit/>
          </a:bodyPr>
          <a:lstStyle>
            <a:lvl1pPr>
              <a:lnSpc>
                <a:spcPct val="100000"/>
              </a:lnSpc>
              <a:spcBef>
                <a:spcPts val="0"/>
              </a:spcBef>
              <a:defRPr sz="1400"/>
            </a:lvl1pPr>
            <a:lvl2pPr>
              <a:lnSpc>
                <a:spcPct val="100000"/>
              </a:lnSpc>
              <a:spcBef>
                <a:spcPts val="0"/>
              </a:spcBef>
              <a:buClr>
                <a:srgbClr val="336B7D"/>
              </a:buClr>
              <a:defRPr sz="1400"/>
            </a:lvl2pPr>
            <a:lvl3pPr>
              <a:lnSpc>
                <a:spcPct val="100000"/>
              </a:lnSpc>
              <a:spcBef>
                <a:spcPts val="0"/>
              </a:spcBef>
              <a:buClr>
                <a:srgbClr val="336B7D"/>
              </a:buClr>
              <a:defRPr sz="1400"/>
            </a:lvl3pPr>
            <a:lvl4pPr>
              <a:lnSpc>
                <a:spcPct val="100000"/>
              </a:lnSpc>
              <a:spcBef>
                <a:spcPts val="0"/>
              </a:spcBef>
              <a:buClr>
                <a:srgbClr val="336B7D"/>
              </a:buClr>
              <a:defRPr sz="1400"/>
            </a:lvl4pPr>
            <a:lvl5pPr>
              <a:lnSpc>
                <a:spcPct val="100000"/>
              </a:lnSpc>
              <a:spcBef>
                <a:spcPts val="0"/>
              </a:spcBef>
              <a:buClr>
                <a:srgbClr val="336B7D"/>
              </a:buClr>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5" name="Rectangle 14">
            <a:extLst>
              <a:ext uri="{FF2B5EF4-FFF2-40B4-BE49-F238E27FC236}">
                <a16:creationId xmlns:a16="http://schemas.microsoft.com/office/drawing/2014/main" id="{270917E2-630D-4941-BA4B-7EB65D4A7850}"/>
              </a:ext>
            </a:extLst>
          </p:cNvPr>
          <p:cNvSpPr/>
          <p:nvPr userDrawn="1"/>
        </p:nvSpPr>
        <p:spPr>
          <a:xfrm>
            <a:off x="8259763" y="2406300"/>
            <a:ext cx="3524250" cy="4046888"/>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PT"/>
          </a:p>
        </p:txBody>
      </p:sp>
      <p:sp>
        <p:nvSpPr>
          <p:cNvPr id="19" name="Text Placeholder 4">
            <a:extLst>
              <a:ext uri="{FF2B5EF4-FFF2-40B4-BE49-F238E27FC236}">
                <a16:creationId xmlns:a16="http://schemas.microsoft.com/office/drawing/2014/main" id="{0C0A1379-EE65-47B3-B113-45D1ED57400C}"/>
              </a:ext>
            </a:extLst>
          </p:cNvPr>
          <p:cNvSpPr>
            <a:spLocks noGrp="1"/>
          </p:cNvSpPr>
          <p:nvPr>
            <p:ph type="body" sz="quarter" idx="35" hasCustomPrompt="1"/>
          </p:nvPr>
        </p:nvSpPr>
        <p:spPr>
          <a:xfrm>
            <a:off x="8576791" y="3332368"/>
            <a:ext cx="2890194" cy="645047"/>
          </a:xfrm>
          <a:prstGeom prst="rect">
            <a:avLst/>
          </a:prstGeom>
          <a:noFill/>
        </p:spPr>
        <p:txBody>
          <a:bodyPr anchor="ctr">
            <a:noAutofit/>
          </a:bodyPr>
          <a:lstStyle>
            <a:lvl1pPr algn="l">
              <a:lnSpc>
                <a:spcPts val="1800"/>
              </a:lnSpc>
              <a:defRPr sz="1600" b="0">
                <a:solidFill>
                  <a:srgbClr val="BA2980"/>
                </a:solidFill>
                <a:latin typeface="+mj-lt"/>
              </a:defRPr>
            </a:lvl1pPr>
            <a:lvl2pPr>
              <a:defRPr sz="1400"/>
            </a:lvl2pPr>
            <a:lvl3pPr>
              <a:defRPr sz="1200"/>
            </a:lvl3pPr>
            <a:lvl4pPr>
              <a:defRPr sz="1100"/>
            </a:lvl4pPr>
            <a:lvl5pPr>
              <a:defRPr sz="1100"/>
            </a:lvl5pPr>
          </a:lstStyle>
          <a:p>
            <a:pPr lvl="0"/>
            <a:r>
              <a:rPr lang="en-US"/>
              <a:t>Click to insert title</a:t>
            </a:r>
          </a:p>
        </p:txBody>
      </p:sp>
      <p:sp>
        <p:nvSpPr>
          <p:cNvPr id="24" name="Text Placeholder 7">
            <a:extLst>
              <a:ext uri="{FF2B5EF4-FFF2-40B4-BE49-F238E27FC236}">
                <a16:creationId xmlns:a16="http://schemas.microsoft.com/office/drawing/2014/main" id="{5849E3D5-EF9E-46F2-9C73-58806A392B34}"/>
              </a:ext>
            </a:extLst>
          </p:cNvPr>
          <p:cNvSpPr>
            <a:spLocks noGrp="1"/>
          </p:cNvSpPr>
          <p:nvPr>
            <p:ph type="body" sz="quarter" idx="41"/>
          </p:nvPr>
        </p:nvSpPr>
        <p:spPr>
          <a:xfrm>
            <a:off x="8576791" y="4079991"/>
            <a:ext cx="2890194" cy="2201561"/>
          </a:xfrm>
          <a:prstGeom prst="rect">
            <a:avLst/>
          </a:prstGeom>
        </p:spPr>
        <p:txBody>
          <a:bodyPr>
            <a:noAutofit/>
          </a:bodyPr>
          <a:lstStyle>
            <a:lvl1pPr>
              <a:lnSpc>
                <a:spcPct val="100000"/>
              </a:lnSpc>
              <a:spcBef>
                <a:spcPts val="0"/>
              </a:spcBef>
              <a:defRPr sz="1400"/>
            </a:lvl1pPr>
            <a:lvl2pPr>
              <a:lnSpc>
                <a:spcPct val="100000"/>
              </a:lnSpc>
              <a:spcBef>
                <a:spcPts val="0"/>
              </a:spcBef>
              <a:buClr>
                <a:srgbClr val="BA2980"/>
              </a:buClr>
              <a:defRPr sz="1400"/>
            </a:lvl2pPr>
            <a:lvl3pPr>
              <a:lnSpc>
                <a:spcPct val="100000"/>
              </a:lnSpc>
              <a:spcBef>
                <a:spcPts val="0"/>
              </a:spcBef>
              <a:buClr>
                <a:srgbClr val="BA2980"/>
              </a:buClr>
              <a:defRPr sz="1400"/>
            </a:lvl3pPr>
            <a:lvl4pPr>
              <a:lnSpc>
                <a:spcPct val="100000"/>
              </a:lnSpc>
              <a:spcBef>
                <a:spcPts val="0"/>
              </a:spcBef>
              <a:buClr>
                <a:srgbClr val="BA2980"/>
              </a:buClr>
              <a:defRPr sz="1400"/>
            </a:lvl4pPr>
            <a:lvl5pPr>
              <a:lnSpc>
                <a:spcPct val="100000"/>
              </a:lnSpc>
              <a:spcBef>
                <a:spcPts val="0"/>
              </a:spcBef>
              <a:buClr>
                <a:srgbClr val="BA2980"/>
              </a:buClr>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479054688"/>
      </p:ext>
    </p:extLst>
  </p:cSld>
  <p:clrMapOvr>
    <a:masterClrMapping/>
  </p:clrMapOvr>
</p:sldLayout>
</file>

<file path=ppt/slideLayouts/slideLayout144.xml><?xml version="1.0" encoding="utf-8"?>
<p:sldLayout xmlns:a="http://schemas.openxmlformats.org/drawingml/2006/main" xmlns:r="http://schemas.openxmlformats.org/officeDocument/2006/relationships" xmlns:p="http://schemas.openxmlformats.org/presentationml/2006/main" preserve="1" userDrawn="1">
  <p:cSld name="1_Title and Content dark grey">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5E6BB52B-0C5D-4023-89D5-282E9A520223}"/>
              </a:ext>
            </a:extLst>
          </p:cNvPr>
          <p:cNvSpPr>
            <a:spLocks noGrp="1"/>
          </p:cNvSpPr>
          <p:nvPr>
            <p:ph type="title"/>
          </p:nvPr>
        </p:nvSpPr>
        <p:spPr/>
        <p:txBody>
          <a:bodyPr/>
          <a:lstStyle>
            <a:lvl1pPr>
              <a:defRPr>
                <a:solidFill>
                  <a:schemeClr val="bg1"/>
                </a:solidFill>
              </a:defRPr>
            </a:lvl1pPr>
          </a:lstStyle>
          <a:p>
            <a:r>
              <a:rPr lang="en-US"/>
              <a:t>Click to edit Master title style</a:t>
            </a:r>
            <a:endParaRPr lang="de-DE"/>
          </a:p>
        </p:txBody>
      </p:sp>
    </p:spTree>
    <p:extLst>
      <p:ext uri="{BB962C8B-B14F-4D97-AF65-F5344CB8AC3E}">
        <p14:creationId xmlns:p14="http://schemas.microsoft.com/office/powerpoint/2010/main" val="3396530868"/>
      </p:ext>
    </p:extLst>
  </p:cSld>
  <p:clrMapOvr>
    <a:masterClrMapping/>
  </p:clrMapOvr>
</p:sldLayout>
</file>

<file path=ppt/slideLayouts/slideLayout145.xml><?xml version="1.0" encoding="utf-8"?>
<p:sldLayout xmlns:a="http://schemas.openxmlformats.org/drawingml/2006/main" xmlns:r="http://schemas.openxmlformats.org/officeDocument/2006/relationships" xmlns:p="http://schemas.openxmlformats.org/presentationml/2006/main" preserve="1" userDrawn="1">
  <p:cSld name="2_Title and Content dark grey">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A786ED1D-694E-EF3B-5F51-66993A6ED330}"/>
              </a:ext>
            </a:extLst>
          </p:cNvPr>
          <p:cNvSpPr/>
          <p:nvPr userDrawn="1"/>
        </p:nvSpPr>
        <p:spPr>
          <a:xfrm>
            <a:off x="0" y="0"/>
            <a:ext cx="12192000" cy="6858000"/>
          </a:xfrm>
          <a:prstGeom prst="rect">
            <a:avLst/>
          </a:prstGeom>
          <a:solidFill>
            <a:schemeClr val="accent4">
              <a:alpha val="6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600" err="1"/>
          </a:p>
        </p:txBody>
      </p:sp>
      <p:sp>
        <p:nvSpPr>
          <p:cNvPr id="3" name="Title 2">
            <a:extLst>
              <a:ext uri="{FF2B5EF4-FFF2-40B4-BE49-F238E27FC236}">
                <a16:creationId xmlns:a16="http://schemas.microsoft.com/office/drawing/2014/main" id="{5E6BB52B-0C5D-4023-89D5-282E9A520223}"/>
              </a:ext>
            </a:extLst>
          </p:cNvPr>
          <p:cNvSpPr>
            <a:spLocks noGrp="1"/>
          </p:cNvSpPr>
          <p:nvPr>
            <p:ph type="title"/>
          </p:nvPr>
        </p:nvSpPr>
        <p:spPr/>
        <p:txBody>
          <a:bodyPr/>
          <a:lstStyle>
            <a:lvl1pPr>
              <a:defRPr>
                <a:solidFill>
                  <a:schemeClr val="bg1"/>
                </a:solidFill>
              </a:defRPr>
            </a:lvl1pPr>
          </a:lstStyle>
          <a:p>
            <a:r>
              <a:rPr lang="en-US"/>
              <a:t>Click to edit Master title style</a:t>
            </a:r>
            <a:endParaRPr lang="de-DE"/>
          </a:p>
        </p:txBody>
      </p:sp>
      <p:grpSp>
        <p:nvGrpSpPr>
          <p:cNvPr id="4" name="Groupe 1">
            <a:extLst>
              <a:ext uri="{FF2B5EF4-FFF2-40B4-BE49-F238E27FC236}">
                <a16:creationId xmlns:a16="http://schemas.microsoft.com/office/drawing/2014/main" id="{719B78A0-A6BD-3A72-BBFE-FADECBC6744A}"/>
              </a:ext>
              <a:ext uri="{C183D7F6-B498-43B3-948B-1728B52AA6E4}">
                <adec:decorative xmlns:adec="http://schemas.microsoft.com/office/drawing/2017/decorative" val="1"/>
              </a:ext>
            </a:extLst>
          </p:cNvPr>
          <p:cNvGrpSpPr>
            <a:grpSpLocks noChangeAspect="1"/>
          </p:cNvGrpSpPr>
          <p:nvPr userDrawn="1"/>
        </p:nvGrpSpPr>
        <p:grpSpPr>
          <a:xfrm>
            <a:off x="11562163" y="136427"/>
            <a:ext cx="419436" cy="388988"/>
            <a:chOff x="11501102" y="171573"/>
            <a:chExt cx="419436" cy="388988"/>
          </a:xfrm>
        </p:grpSpPr>
        <p:sp>
          <p:nvSpPr>
            <p:cNvPr id="5" name="Freeform 13">
              <a:extLst>
                <a:ext uri="{FF2B5EF4-FFF2-40B4-BE49-F238E27FC236}">
                  <a16:creationId xmlns:a16="http://schemas.microsoft.com/office/drawing/2014/main" id="{4EABDB57-49F7-B94A-F8F3-3A0A4EDE4E07}"/>
                </a:ext>
              </a:extLst>
            </p:cNvPr>
            <p:cNvSpPr>
              <a:spLocks/>
            </p:cNvSpPr>
            <p:nvPr/>
          </p:nvSpPr>
          <p:spPr bwMode="auto">
            <a:xfrm>
              <a:off x="11644642" y="334376"/>
              <a:ext cx="275896" cy="226185"/>
            </a:xfrm>
            <a:custGeom>
              <a:avLst/>
              <a:gdLst/>
              <a:ahLst/>
              <a:cxnLst>
                <a:cxn ang="0">
                  <a:pos x="125" y="107"/>
                </a:cxn>
                <a:cxn ang="0">
                  <a:pos x="188" y="43"/>
                </a:cxn>
                <a:cxn ang="0">
                  <a:pos x="141" y="0"/>
                </a:cxn>
                <a:cxn ang="0">
                  <a:pos x="49" y="99"/>
                </a:cxn>
                <a:cxn ang="0">
                  <a:pos x="0" y="144"/>
                </a:cxn>
                <a:cxn ang="0">
                  <a:pos x="37" y="154"/>
                </a:cxn>
                <a:cxn ang="0">
                  <a:pos x="125" y="125"/>
                </a:cxn>
                <a:cxn ang="0">
                  <a:pos x="81" y="86"/>
                </a:cxn>
                <a:cxn ang="0">
                  <a:pos x="125" y="107"/>
                </a:cxn>
              </a:cxnLst>
              <a:rect l="0" t="0" r="r" b="b"/>
              <a:pathLst>
                <a:path w="188" h="154">
                  <a:moveTo>
                    <a:pt x="125" y="107"/>
                  </a:moveTo>
                  <a:cubicBezTo>
                    <a:pt x="160" y="107"/>
                    <a:pt x="188" y="78"/>
                    <a:pt x="188" y="43"/>
                  </a:cubicBezTo>
                  <a:cubicBezTo>
                    <a:pt x="186" y="28"/>
                    <a:pt x="181" y="0"/>
                    <a:pt x="141" y="0"/>
                  </a:cubicBezTo>
                  <a:cubicBezTo>
                    <a:pt x="99" y="0"/>
                    <a:pt x="84" y="60"/>
                    <a:pt x="49" y="99"/>
                  </a:cubicBezTo>
                  <a:cubicBezTo>
                    <a:pt x="47" y="121"/>
                    <a:pt x="26" y="140"/>
                    <a:pt x="0" y="144"/>
                  </a:cubicBezTo>
                  <a:cubicBezTo>
                    <a:pt x="6" y="150"/>
                    <a:pt x="20" y="154"/>
                    <a:pt x="37" y="154"/>
                  </a:cubicBezTo>
                  <a:cubicBezTo>
                    <a:pt x="68" y="154"/>
                    <a:pt x="106" y="145"/>
                    <a:pt x="125" y="125"/>
                  </a:cubicBezTo>
                  <a:cubicBezTo>
                    <a:pt x="99" y="126"/>
                    <a:pt x="82" y="109"/>
                    <a:pt x="81" y="86"/>
                  </a:cubicBezTo>
                  <a:cubicBezTo>
                    <a:pt x="93" y="101"/>
                    <a:pt x="108" y="107"/>
                    <a:pt x="125" y="107"/>
                  </a:cubicBezTo>
                </a:path>
              </a:pathLst>
            </a:custGeom>
            <a:solidFill>
              <a:srgbClr val="12ABDB"/>
            </a:solidFill>
            <a:ln w="9525">
              <a:noFill/>
              <a:round/>
              <a:headEnd/>
              <a:tailEnd/>
            </a:ln>
          </p:spPr>
          <p:txBody>
            <a:bodyPr vert="horz" wrap="square" lIns="91440" tIns="45720" rIns="91440" bIns="45720" numCol="1" anchor="t" anchorCtr="0" compatLnSpc="1">
              <a:prstTxWarp prst="textNoShape">
                <a:avLst/>
              </a:prstTxWarp>
            </a:bodyPr>
            <a:lstStyle/>
            <a:p>
              <a:endParaRPr lang="en-GB"/>
            </a:p>
          </p:txBody>
        </p:sp>
        <p:sp>
          <p:nvSpPr>
            <p:cNvPr id="6" name="Freeform 14">
              <a:extLst>
                <a:ext uri="{FF2B5EF4-FFF2-40B4-BE49-F238E27FC236}">
                  <a16:creationId xmlns:a16="http://schemas.microsoft.com/office/drawing/2014/main" id="{44D37C32-E3D1-AD5C-D7DC-E0997321AA73}"/>
                </a:ext>
              </a:extLst>
            </p:cNvPr>
            <p:cNvSpPr>
              <a:spLocks/>
            </p:cNvSpPr>
            <p:nvPr/>
          </p:nvSpPr>
          <p:spPr bwMode="auto">
            <a:xfrm>
              <a:off x="11501102" y="171573"/>
              <a:ext cx="419436" cy="356676"/>
            </a:xfrm>
            <a:custGeom>
              <a:avLst/>
              <a:gdLst/>
              <a:ahLst/>
              <a:cxnLst>
                <a:cxn ang="0">
                  <a:pos x="286" y="152"/>
                </a:cxn>
                <a:cxn ang="0">
                  <a:pos x="237" y="51"/>
                </a:cxn>
                <a:cxn ang="0">
                  <a:pos x="160" y="3"/>
                </a:cxn>
                <a:cxn ang="0">
                  <a:pos x="153" y="0"/>
                </a:cxn>
                <a:cxn ang="0">
                  <a:pos x="153" y="0"/>
                </a:cxn>
                <a:cxn ang="0">
                  <a:pos x="0" y="158"/>
                </a:cxn>
                <a:cxn ang="0">
                  <a:pos x="53" y="236"/>
                </a:cxn>
                <a:cxn ang="0">
                  <a:pos x="107" y="237"/>
                </a:cxn>
                <a:cxn ang="0">
                  <a:pos x="147" y="210"/>
                </a:cxn>
                <a:cxn ang="0">
                  <a:pos x="239" y="111"/>
                </a:cxn>
                <a:cxn ang="0">
                  <a:pos x="286" y="154"/>
                </a:cxn>
                <a:cxn ang="0">
                  <a:pos x="286" y="152"/>
                </a:cxn>
              </a:cxnLst>
              <a:rect l="0" t="0" r="r" b="b"/>
              <a:pathLst>
                <a:path w="286" h="243">
                  <a:moveTo>
                    <a:pt x="286" y="152"/>
                  </a:moveTo>
                  <a:cubicBezTo>
                    <a:pt x="286" y="112"/>
                    <a:pt x="266" y="78"/>
                    <a:pt x="237" y="51"/>
                  </a:cubicBezTo>
                  <a:cubicBezTo>
                    <a:pt x="215" y="30"/>
                    <a:pt x="188" y="15"/>
                    <a:pt x="160" y="3"/>
                  </a:cubicBezTo>
                  <a:cubicBezTo>
                    <a:pt x="158" y="2"/>
                    <a:pt x="156" y="1"/>
                    <a:pt x="153" y="0"/>
                  </a:cubicBezTo>
                  <a:cubicBezTo>
                    <a:pt x="153" y="0"/>
                    <a:pt x="153" y="0"/>
                    <a:pt x="153" y="0"/>
                  </a:cubicBezTo>
                  <a:cubicBezTo>
                    <a:pt x="119" y="41"/>
                    <a:pt x="0" y="72"/>
                    <a:pt x="0" y="158"/>
                  </a:cubicBezTo>
                  <a:cubicBezTo>
                    <a:pt x="0" y="192"/>
                    <a:pt x="21" y="224"/>
                    <a:pt x="53" y="236"/>
                  </a:cubicBezTo>
                  <a:cubicBezTo>
                    <a:pt x="71" y="243"/>
                    <a:pt x="89" y="243"/>
                    <a:pt x="107" y="237"/>
                  </a:cubicBezTo>
                  <a:cubicBezTo>
                    <a:pt x="123" y="232"/>
                    <a:pt x="136" y="222"/>
                    <a:pt x="147" y="210"/>
                  </a:cubicBezTo>
                  <a:cubicBezTo>
                    <a:pt x="182" y="171"/>
                    <a:pt x="197" y="111"/>
                    <a:pt x="239" y="111"/>
                  </a:cubicBezTo>
                  <a:cubicBezTo>
                    <a:pt x="279" y="111"/>
                    <a:pt x="284" y="139"/>
                    <a:pt x="286" y="154"/>
                  </a:cubicBezTo>
                  <a:cubicBezTo>
                    <a:pt x="286" y="154"/>
                    <a:pt x="286" y="153"/>
                    <a:pt x="286" y="152"/>
                  </a:cubicBezTo>
                </a:path>
              </a:pathLst>
            </a:custGeom>
            <a:solidFill>
              <a:srgbClr val="0070AD"/>
            </a:solidFill>
            <a:ln w="9525">
              <a:noFill/>
              <a:round/>
              <a:headEnd/>
              <a:tailEnd/>
            </a:ln>
          </p:spPr>
          <p:txBody>
            <a:bodyPr vert="horz" wrap="square" lIns="91440" tIns="45720" rIns="91440" bIns="45720" numCol="1" anchor="t" anchorCtr="0" compatLnSpc="1">
              <a:prstTxWarp prst="textNoShape">
                <a:avLst/>
              </a:prstTxWarp>
            </a:bodyPr>
            <a:lstStyle/>
            <a:p>
              <a:endParaRPr lang="en-GB"/>
            </a:p>
          </p:txBody>
        </p:sp>
      </p:grpSp>
    </p:spTree>
    <p:extLst>
      <p:ext uri="{BB962C8B-B14F-4D97-AF65-F5344CB8AC3E}">
        <p14:creationId xmlns:p14="http://schemas.microsoft.com/office/powerpoint/2010/main" val="1475019372"/>
      </p:ext>
    </p:extLst>
  </p:cSld>
  <p:clrMapOvr>
    <a:masterClrMapping/>
  </p:clrMapOvr>
</p:sldLayout>
</file>

<file path=ppt/slideLayouts/slideLayout146.xml><?xml version="1.0" encoding="utf-8"?>
<p:sldLayout xmlns:a="http://schemas.openxmlformats.org/drawingml/2006/main" xmlns:r="http://schemas.openxmlformats.org/officeDocument/2006/relationships" xmlns:p="http://schemas.openxmlformats.org/presentationml/2006/main" preserve="1" userDrawn="1">
  <p:cSld name="1_Full picture blue Pik">
    <p:spTree>
      <p:nvGrpSpPr>
        <p:cNvPr id="1" name=""/>
        <p:cNvGrpSpPr/>
        <p:nvPr/>
      </p:nvGrpSpPr>
      <p:grpSpPr>
        <a:xfrm>
          <a:off x="0" y="0"/>
          <a:ext cx="0" cy="0"/>
          <a:chOff x="0" y="0"/>
          <a:chExt cx="0" cy="0"/>
        </a:xfrm>
      </p:grpSpPr>
    </p:spTree>
    <p:extLst>
      <p:ext uri="{BB962C8B-B14F-4D97-AF65-F5344CB8AC3E}">
        <p14:creationId xmlns:p14="http://schemas.microsoft.com/office/powerpoint/2010/main" val="329483899"/>
      </p:ext>
    </p:extLst>
  </p:cSld>
  <p:clrMapOvr>
    <a:masterClrMapping/>
  </p:clrMapOvr>
</p:sldLayout>
</file>

<file path=ppt/slideLayouts/slideLayout147.xml><?xml version="1.0" encoding="utf-8"?>
<p:sldLayout xmlns:a="http://schemas.openxmlformats.org/drawingml/2006/main" xmlns:r="http://schemas.openxmlformats.org/officeDocument/2006/relationships" xmlns:p="http://schemas.openxmlformats.org/presentationml/2006/main" userDrawn="1">
  <p:cSld name="1_Titre et contenu">
    <p:spTree>
      <p:nvGrpSpPr>
        <p:cNvPr id="1" name=""/>
        <p:cNvGrpSpPr/>
        <p:nvPr/>
      </p:nvGrpSpPr>
      <p:grpSpPr>
        <a:xfrm>
          <a:off x="0" y="0"/>
          <a:ext cx="0" cy="0"/>
          <a:chOff x="0" y="0"/>
          <a:chExt cx="0" cy="0"/>
        </a:xfrm>
      </p:grpSpPr>
      <p:sp>
        <p:nvSpPr>
          <p:cNvPr id="4" name="Text Placeholder 3"/>
          <p:cNvSpPr>
            <a:spLocks noGrp="1"/>
          </p:cNvSpPr>
          <p:nvPr>
            <p:ph type="body" sz="quarter" idx="10"/>
          </p:nvPr>
        </p:nvSpPr>
        <p:spPr>
          <a:xfrm>
            <a:off x="404812" y="1447201"/>
            <a:ext cx="11379201" cy="5022612"/>
          </a:xfrm>
        </p:spPr>
        <p:txBody>
          <a:bodyPr/>
          <a:lstStyle>
            <a:lvl1pPr>
              <a:defRPr>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1" name="Title 10">
            <a:extLst>
              <a:ext uri="{FF2B5EF4-FFF2-40B4-BE49-F238E27FC236}">
                <a16:creationId xmlns:a16="http://schemas.microsoft.com/office/drawing/2014/main" id="{006B5C2B-B0BF-4136-9EC7-0E7F54D1D264}"/>
              </a:ext>
            </a:extLst>
          </p:cNvPr>
          <p:cNvSpPr>
            <a:spLocks noGrp="1"/>
          </p:cNvSpPr>
          <p:nvPr>
            <p:ph type="title"/>
          </p:nvPr>
        </p:nvSpPr>
        <p:spPr/>
        <p:txBody>
          <a:bodyPr/>
          <a:lstStyle>
            <a:lvl1pPr>
              <a:defRPr>
                <a:solidFill>
                  <a:schemeClr val="bg1"/>
                </a:solidFill>
              </a:defRPr>
            </a:lvl1pPr>
          </a:lstStyle>
          <a:p>
            <a:r>
              <a:rPr lang="en-US"/>
              <a:t>Click to edit Master title style</a:t>
            </a:r>
            <a:endParaRPr lang="en-GB"/>
          </a:p>
        </p:txBody>
      </p:sp>
    </p:spTree>
    <p:extLst>
      <p:ext uri="{BB962C8B-B14F-4D97-AF65-F5344CB8AC3E}">
        <p14:creationId xmlns:p14="http://schemas.microsoft.com/office/powerpoint/2010/main" val="2802083103"/>
      </p:ext>
    </p:extLst>
  </p:cSld>
  <p:clrMapOvr>
    <a:masterClrMapping/>
  </p:clrMapOvr>
</p:sldLayout>
</file>

<file path=ppt/slideLayouts/slideLayout148.xml><?xml version="1.0" encoding="utf-8"?>
<p:sldLayout xmlns:a="http://schemas.openxmlformats.org/drawingml/2006/main" xmlns:r="http://schemas.openxmlformats.org/officeDocument/2006/relationships" xmlns:p="http://schemas.openxmlformats.org/presentationml/2006/main" preserve="1" userDrawn="1">
  <p:cSld name="INTRO">
    <p:spTree>
      <p:nvGrpSpPr>
        <p:cNvPr id="1" name=""/>
        <p:cNvGrpSpPr/>
        <p:nvPr/>
      </p:nvGrpSpPr>
      <p:grpSpPr>
        <a:xfrm>
          <a:off x="0" y="0"/>
          <a:ext cx="0" cy="0"/>
          <a:chOff x="0" y="0"/>
          <a:chExt cx="0" cy="0"/>
        </a:xfrm>
      </p:grpSpPr>
      <p:sp>
        <p:nvSpPr>
          <p:cNvPr id="12" name="Title 1">
            <a:extLst>
              <a:ext uri="{FF2B5EF4-FFF2-40B4-BE49-F238E27FC236}">
                <a16:creationId xmlns:a16="http://schemas.microsoft.com/office/drawing/2014/main" id="{EAF27D59-4236-2040-B62F-72DA9623B435}"/>
              </a:ext>
            </a:extLst>
          </p:cNvPr>
          <p:cNvSpPr txBox="1">
            <a:spLocks/>
          </p:cNvSpPr>
          <p:nvPr userDrawn="1"/>
        </p:nvSpPr>
        <p:spPr>
          <a:xfrm>
            <a:off x="1593130" y="3116599"/>
            <a:ext cx="7286919" cy="1992729"/>
          </a:xfrm>
          <a:prstGeom prst="rect">
            <a:avLst/>
          </a:prstGeom>
        </p:spPr>
        <p:txBody>
          <a:bodyPr anchor="t"/>
          <a:lstStyle>
            <a:lvl1pPr algn="l" defTabSz="914377" rtl="0" eaLnBrk="1" latinLnBrk="0" hangingPunct="1">
              <a:lnSpc>
                <a:spcPct val="90000"/>
              </a:lnSpc>
              <a:spcBef>
                <a:spcPct val="0"/>
              </a:spcBef>
              <a:buNone/>
              <a:defRPr sz="4800" b="0" i="0" kern="1200">
                <a:solidFill>
                  <a:srgbClr val="E8BC28"/>
                </a:solidFill>
                <a:latin typeface="HelveticaNeueLT Std Med" panose="020B0604020202020204" pitchFamily="34" charset="0"/>
                <a:ea typeface="Helvetica Neue Condensed" panose="02000503000000020004" pitchFamily="2" charset="0"/>
                <a:cs typeface="Helvetica Neue Condensed" panose="02000503000000020004" pitchFamily="2" charset="0"/>
              </a:defRPr>
            </a:lvl1pPr>
          </a:lstStyle>
          <a:p>
            <a:endParaRPr lang="en-US" sz="3600" b="0" i="0">
              <a:latin typeface="HelveticaNeueLT Pro 65 Md" panose="020B0604020202020204" pitchFamily="34" charset="77"/>
            </a:endParaRPr>
          </a:p>
        </p:txBody>
      </p:sp>
      <p:sp>
        <p:nvSpPr>
          <p:cNvPr id="16" name="Text Placeholder 15">
            <a:extLst>
              <a:ext uri="{FF2B5EF4-FFF2-40B4-BE49-F238E27FC236}">
                <a16:creationId xmlns:a16="http://schemas.microsoft.com/office/drawing/2014/main" id="{247F625A-C423-F940-95B5-018982D204D5}"/>
              </a:ext>
            </a:extLst>
          </p:cNvPr>
          <p:cNvSpPr>
            <a:spLocks noGrp="1"/>
          </p:cNvSpPr>
          <p:nvPr>
            <p:ph type="body" sz="quarter" idx="10"/>
          </p:nvPr>
        </p:nvSpPr>
        <p:spPr>
          <a:xfrm>
            <a:off x="2787385" y="2859817"/>
            <a:ext cx="6617229" cy="1468967"/>
          </a:xfrm>
          <a:prstGeom prst="rect">
            <a:avLst/>
          </a:prstGeom>
        </p:spPr>
        <p:txBody>
          <a:bodyPr/>
          <a:lstStyle>
            <a:lvl1pPr marL="0" indent="0">
              <a:buNone/>
              <a:defRPr sz="1200" b="0" i="0">
                <a:solidFill>
                  <a:srgbClr val="D43900"/>
                </a:solidFill>
                <a:latin typeface="HelveticaNeueLT Pro 65 Md" panose="020B0604020202020204" pitchFamily="34" charset="77"/>
              </a:defRPr>
            </a:lvl1pPr>
            <a:lvl2pPr marL="457189" indent="0">
              <a:buNone/>
              <a:defRPr sz="1800" b="0" i="0">
                <a:solidFill>
                  <a:srgbClr val="E8BC28"/>
                </a:solidFill>
                <a:latin typeface="HelveticaNeueLT Std Lt" panose="020B0403020202020204" pitchFamily="34" charset="0"/>
              </a:defRPr>
            </a:lvl2pPr>
            <a:lvl3pPr marL="914377" indent="0">
              <a:buNone/>
              <a:defRPr sz="1600" b="0" i="0">
                <a:solidFill>
                  <a:srgbClr val="E8BC28"/>
                </a:solidFill>
                <a:latin typeface="HelveticaNeueLT Std Lt" panose="020B0403020202020204" pitchFamily="34" charset="0"/>
              </a:defRPr>
            </a:lvl3pPr>
            <a:lvl4pPr marL="1371566" indent="0">
              <a:buNone/>
              <a:defRPr sz="1400" b="0" i="0">
                <a:solidFill>
                  <a:srgbClr val="E8BC28"/>
                </a:solidFill>
                <a:latin typeface="HelveticaNeueLT Std Lt" panose="020B0403020202020204" pitchFamily="34" charset="0"/>
              </a:defRPr>
            </a:lvl4pPr>
            <a:lvl5pPr marL="1828755" indent="0">
              <a:buNone/>
              <a:defRPr sz="1400" b="0" i="0">
                <a:solidFill>
                  <a:srgbClr val="E8BC28"/>
                </a:solidFill>
                <a:latin typeface="HelveticaNeueLT Std Lt" panose="020B0403020202020204" pitchFamily="34" charset="0"/>
              </a:defRPr>
            </a:lvl5pPr>
          </a:lstStyle>
          <a:p>
            <a:pPr lvl="0"/>
            <a:r>
              <a:rPr lang="en-GB"/>
              <a:t>Click to edit Master text styles</a:t>
            </a:r>
          </a:p>
        </p:txBody>
      </p:sp>
      <p:sp>
        <p:nvSpPr>
          <p:cNvPr id="19" name="Text Placeholder 18">
            <a:extLst>
              <a:ext uri="{FF2B5EF4-FFF2-40B4-BE49-F238E27FC236}">
                <a16:creationId xmlns:a16="http://schemas.microsoft.com/office/drawing/2014/main" id="{1DCE5CB2-23E7-944B-A874-B6ADE8A53EF1}"/>
              </a:ext>
            </a:extLst>
          </p:cNvPr>
          <p:cNvSpPr>
            <a:spLocks noGrp="1"/>
          </p:cNvSpPr>
          <p:nvPr>
            <p:ph type="body" sz="quarter" idx="11"/>
          </p:nvPr>
        </p:nvSpPr>
        <p:spPr>
          <a:xfrm>
            <a:off x="2787385" y="2372444"/>
            <a:ext cx="6617230" cy="347521"/>
          </a:xfrm>
          <a:prstGeom prst="rect">
            <a:avLst/>
          </a:prstGeom>
        </p:spPr>
        <p:txBody>
          <a:bodyPr/>
          <a:lstStyle>
            <a:lvl1pPr marL="0" indent="0">
              <a:buNone/>
              <a:defRPr sz="2500" b="0" i="0">
                <a:solidFill>
                  <a:srgbClr val="D43900"/>
                </a:solidFill>
                <a:latin typeface="Ubuntu Medium" panose="020B0604030602030204" pitchFamily="34" charset="0"/>
              </a:defRPr>
            </a:lvl1pPr>
          </a:lstStyle>
          <a:p>
            <a:pPr lvl="0"/>
            <a:r>
              <a:rPr lang="en-GB"/>
              <a:t>Click to edit Master text styles</a:t>
            </a:r>
          </a:p>
        </p:txBody>
      </p:sp>
      <p:pic>
        <p:nvPicPr>
          <p:cNvPr id="7" name="Graphic 6">
            <a:extLst>
              <a:ext uri="{FF2B5EF4-FFF2-40B4-BE49-F238E27FC236}">
                <a16:creationId xmlns:a16="http://schemas.microsoft.com/office/drawing/2014/main" id="{D56E6A72-D405-DE40-A78F-2CB5F312FC01}"/>
              </a:ext>
            </a:extLst>
          </p:cNvPr>
          <p:cNvPicPr>
            <a:picLocks noChangeAspect="1"/>
          </p:cNvPicPr>
          <p:nvPr userDrawn="1"/>
        </p:nvPicPr>
        <p:blipFill rotWithShape="1">
          <a:blip r:embed="rId2" cstate="email">
            <a:extLst>
              <a:ext uri="{28A0092B-C50C-407E-A947-70E740481C1C}">
                <a14:useLocalDpi xmlns:a14="http://schemas.microsoft.com/office/drawing/2010/main"/>
              </a:ext>
              <a:ext uri="{96DAC541-7B7A-43D3-8B79-37D633B846F1}">
                <asvg:svgBlip xmlns:asvg="http://schemas.microsoft.com/office/drawing/2016/SVG/main" r:embed="rId3"/>
              </a:ext>
            </a:extLst>
          </a:blip>
          <a:srcRect l="43009" t="62741" r="32075" b="11581"/>
          <a:stretch/>
        </p:blipFill>
        <p:spPr>
          <a:xfrm>
            <a:off x="6866022" y="2979604"/>
            <a:ext cx="5325978" cy="3878396"/>
          </a:xfrm>
          <a:prstGeom prst="rect">
            <a:avLst/>
          </a:prstGeom>
        </p:spPr>
      </p:pic>
      <p:pic>
        <p:nvPicPr>
          <p:cNvPr id="8" name="Graphic 7">
            <a:extLst>
              <a:ext uri="{FF2B5EF4-FFF2-40B4-BE49-F238E27FC236}">
                <a16:creationId xmlns:a16="http://schemas.microsoft.com/office/drawing/2014/main" id="{3B88E991-8C86-1E47-971B-5DF1AC8B74A0}"/>
              </a:ext>
            </a:extLst>
          </p:cNvPr>
          <p:cNvPicPr>
            <a:picLocks noChangeAspect="1"/>
          </p:cNvPicPr>
          <p:nvPr userDrawn="1"/>
        </p:nvPicPr>
        <p:blipFill rotWithShape="1">
          <a:blip r:embed="rId2" cstate="email">
            <a:extLst>
              <a:ext uri="{28A0092B-C50C-407E-A947-70E740481C1C}">
                <a14:useLocalDpi xmlns:a14="http://schemas.microsoft.com/office/drawing/2010/main"/>
              </a:ext>
              <a:ext uri="{96DAC541-7B7A-43D3-8B79-37D633B846F1}">
                <asvg:svgBlip xmlns:asvg="http://schemas.microsoft.com/office/drawing/2016/SVG/main" r:embed="rId3"/>
              </a:ext>
            </a:extLst>
          </a:blip>
          <a:srcRect l="43009" t="62741" r="32075" b="11581"/>
          <a:stretch/>
        </p:blipFill>
        <p:spPr>
          <a:xfrm rot="10800000">
            <a:off x="-1" y="0"/>
            <a:ext cx="5325978" cy="3878396"/>
          </a:xfrm>
          <a:prstGeom prst="rect">
            <a:avLst/>
          </a:prstGeom>
        </p:spPr>
      </p:pic>
      <p:sp>
        <p:nvSpPr>
          <p:cNvPr id="9" name="Graphic 8">
            <a:extLst>
              <a:ext uri="{FF2B5EF4-FFF2-40B4-BE49-F238E27FC236}">
                <a16:creationId xmlns:a16="http://schemas.microsoft.com/office/drawing/2014/main" id="{40E10344-428E-3445-B46F-EDC4E85516FD}"/>
              </a:ext>
            </a:extLst>
          </p:cNvPr>
          <p:cNvSpPr/>
          <p:nvPr userDrawn="1"/>
        </p:nvSpPr>
        <p:spPr>
          <a:xfrm>
            <a:off x="-16829" y="6232997"/>
            <a:ext cx="12263370" cy="659972"/>
          </a:xfrm>
          <a:custGeom>
            <a:avLst/>
            <a:gdLst>
              <a:gd name="connsiteX0" fmla="*/ 11820777 w 11820776"/>
              <a:gd name="connsiteY0" fmla="*/ 0 h 612471"/>
              <a:gd name="connsiteX1" fmla="*/ 10094872 w 11820776"/>
              <a:gd name="connsiteY1" fmla="*/ 0 h 612471"/>
              <a:gd name="connsiteX2" fmla="*/ 10056782 w 11820776"/>
              <a:gd name="connsiteY2" fmla="*/ 2097 h 612471"/>
              <a:gd name="connsiteX3" fmla="*/ 10019676 w 11820776"/>
              <a:gd name="connsiteY3" fmla="*/ 8549 h 612471"/>
              <a:gd name="connsiteX4" fmla="*/ 9983391 w 11820776"/>
              <a:gd name="connsiteY4" fmla="*/ 18873 h 612471"/>
              <a:gd name="connsiteX5" fmla="*/ 9948748 w 11820776"/>
              <a:gd name="connsiteY5" fmla="*/ 33229 h 612471"/>
              <a:gd name="connsiteX6" fmla="*/ 9915911 w 11820776"/>
              <a:gd name="connsiteY6" fmla="*/ 51456 h 612471"/>
              <a:gd name="connsiteX7" fmla="*/ 9885045 w 11820776"/>
              <a:gd name="connsiteY7" fmla="*/ 73232 h 612471"/>
              <a:gd name="connsiteX8" fmla="*/ 9856641 w 11820776"/>
              <a:gd name="connsiteY8" fmla="*/ 98557 h 612471"/>
              <a:gd name="connsiteX9" fmla="*/ 9651246 w 11820776"/>
              <a:gd name="connsiteY9" fmla="*/ 306639 h 612471"/>
              <a:gd name="connsiteX10" fmla="*/ 9622842 w 11820776"/>
              <a:gd name="connsiteY10" fmla="*/ 331964 h 612471"/>
              <a:gd name="connsiteX11" fmla="*/ 9591975 w 11820776"/>
              <a:gd name="connsiteY11" fmla="*/ 353740 h 612471"/>
              <a:gd name="connsiteX12" fmla="*/ 9559138 w 11820776"/>
              <a:gd name="connsiteY12" fmla="*/ 371806 h 612471"/>
              <a:gd name="connsiteX13" fmla="*/ 9524496 w 11820776"/>
              <a:gd name="connsiteY13" fmla="*/ 386162 h 612471"/>
              <a:gd name="connsiteX14" fmla="*/ 9488375 w 11820776"/>
              <a:gd name="connsiteY14" fmla="*/ 396646 h 612471"/>
              <a:gd name="connsiteX15" fmla="*/ 9451106 w 11820776"/>
              <a:gd name="connsiteY15" fmla="*/ 402937 h 612471"/>
              <a:gd name="connsiteX16" fmla="*/ 9413015 w 11820776"/>
              <a:gd name="connsiteY16" fmla="*/ 405034 h 612471"/>
              <a:gd name="connsiteX17" fmla="*/ 0 w 11820776"/>
              <a:gd name="connsiteY17" fmla="*/ 405034 h 612471"/>
              <a:gd name="connsiteX18" fmla="*/ 0 w 11820776"/>
              <a:gd name="connsiteY18" fmla="*/ 612471 h 612471"/>
              <a:gd name="connsiteX19" fmla="*/ 11820777 w 11820776"/>
              <a:gd name="connsiteY19" fmla="*/ 612471 h 612471"/>
              <a:gd name="connsiteX0" fmla="*/ 12028595 w 12028595"/>
              <a:gd name="connsiteY0" fmla="*/ 0 h 624347"/>
              <a:gd name="connsiteX1" fmla="*/ 10302690 w 12028595"/>
              <a:gd name="connsiteY1" fmla="*/ 0 h 624347"/>
              <a:gd name="connsiteX2" fmla="*/ 10264600 w 12028595"/>
              <a:gd name="connsiteY2" fmla="*/ 2097 h 624347"/>
              <a:gd name="connsiteX3" fmla="*/ 10227494 w 12028595"/>
              <a:gd name="connsiteY3" fmla="*/ 8549 h 624347"/>
              <a:gd name="connsiteX4" fmla="*/ 10191209 w 12028595"/>
              <a:gd name="connsiteY4" fmla="*/ 18873 h 624347"/>
              <a:gd name="connsiteX5" fmla="*/ 10156566 w 12028595"/>
              <a:gd name="connsiteY5" fmla="*/ 33229 h 624347"/>
              <a:gd name="connsiteX6" fmla="*/ 10123729 w 12028595"/>
              <a:gd name="connsiteY6" fmla="*/ 51456 h 624347"/>
              <a:gd name="connsiteX7" fmla="*/ 10092863 w 12028595"/>
              <a:gd name="connsiteY7" fmla="*/ 73232 h 624347"/>
              <a:gd name="connsiteX8" fmla="*/ 10064459 w 12028595"/>
              <a:gd name="connsiteY8" fmla="*/ 98557 h 624347"/>
              <a:gd name="connsiteX9" fmla="*/ 9859064 w 12028595"/>
              <a:gd name="connsiteY9" fmla="*/ 306639 h 624347"/>
              <a:gd name="connsiteX10" fmla="*/ 9830660 w 12028595"/>
              <a:gd name="connsiteY10" fmla="*/ 331964 h 624347"/>
              <a:gd name="connsiteX11" fmla="*/ 9799793 w 12028595"/>
              <a:gd name="connsiteY11" fmla="*/ 353740 h 624347"/>
              <a:gd name="connsiteX12" fmla="*/ 9766956 w 12028595"/>
              <a:gd name="connsiteY12" fmla="*/ 371806 h 624347"/>
              <a:gd name="connsiteX13" fmla="*/ 9732314 w 12028595"/>
              <a:gd name="connsiteY13" fmla="*/ 386162 h 624347"/>
              <a:gd name="connsiteX14" fmla="*/ 9696193 w 12028595"/>
              <a:gd name="connsiteY14" fmla="*/ 396646 h 624347"/>
              <a:gd name="connsiteX15" fmla="*/ 9658924 w 12028595"/>
              <a:gd name="connsiteY15" fmla="*/ 402937 h 624347"/>
              <a:gd name="connsiteX16" fmla="*/ 9620833 w 12028595"/>
              <a:gd name="connsiteY16" fmla="*/ 405034 h 624347"/>
              <a:gd name="connsiteX17" fmla="*/ 207818 w 12028595"/>
              <a:gd name="connsiteY17" fmla="*/ 405034 h 624347"/>
              <a:gd name="connsiteX18" fmla="*/ 0 w 12028595"/>
              <a:gd name="connsiteY18" fmla="*/ 624347 h 624347"/>
              <a:gd name="connsiteX19" fmla="*/ 12028595 w 12028595"/>
              <a:gd name="connsiteY19" fmla="*/ 612471 h 624347"/>
              <a:gd name="connsiteX20" fmla="*/ 12028595 w 12028595"/>
              <a:gd name="connsiteY20" fmla="*/ 0 h 624347"/>
              <a:gd name="connsiteX0" fmla="*/ 12028595 w 12028595"/>
              <a:gd name="connsiteY0" fmla="*/ 0 h 624347"/>
              <a:gd name="connsiteX1" fmla="*/ 10302690 w 12028595"/>
              <a:gd name="connsiteY1" fmla="*/ 0 h 624347"/>
              <a:gd name="connsiteX2" fmla="*/ 10264600 w 12028595"/>
              <a:gd name="connsiteY2" fmla="*/ 2097 h 624347"/>
              <a:gd name="connsiteX3" fmla="*/ 10227494 w 12028595"/>
              <a:gd name="connsiteY3" fmla="*/ 8549 h 624347"/>
              <a:gd name="connsiteX4" fmla="*/ 10191209 w 12028595"/>
              <a:gd name="connsiteY4" fmla="*/ 18873 h 624347"/>
              <a:gd name="connsiteX5" fmla="*/ 10156566 w 12028595"/>
              <a:gd name="connsiteY5" fmla="*/ 33229 h 624347"/>
              <a:gd name="connsiteX6" fmla="*/ 10123729 w 12028595"/>
              <a:gd name="connsiteY6" fmla="*/ 51456 h 624347"/>
              <a:gd name="connsiteX7" fmla="*/ 10092863 w 12028595"/>
              <a:gd name="connsiteY7" fmla="*/ 73232 h 624347"/>
              <a:gd name="connsiteX8" fmla="*/ 10064459 w 12028595"/>
              <a:gd name="connsiteY8" fmla="*/ 98557 h 624347"/>
              <a:gd name="connsiteX9" fmla="*/ 9859064 w 12028595"/>
              <a:gd name="connsiteY9" fmla="*/ 306639 h 624347"/>
              <a:gd name="connsiteX10" fmla="*/ 9830660 w 12028595"/>
              <a:gd name="connsiteY10" fmla="*/ 331964 h 624347"/>
              <a:gd name="connsiteX11" fmla="*/ 9799793 w 12028595"/>
              <a:gd name="connsiteY11" fmla="*/ 353740 h 624347"/>
              <a:gd name="connsiteX12" fmla="*/ 9766956 w 12028595"/>
              <a:gd name="connsiteY12" fmla="*/ 371806 h 624347"/>
              <a:gd name="connsiteX13" fmla="*/ 9732314 w 12028595"/>
              <a:gd name="connsiteY13" fmla="*/ 386162 h 624347"/>
              <a:gd name="connsiteX14" fmla="*/ 9696193 w 12028595"/>
              <a:gd name="connsiteY14" fmla="*/ 396646 h 624347"/>
              <a:gd name="connsiteX15" fmla="*/ 9658924 w 12028595"/>
              <a:gd name="connsiteY15" fmla="*/ 402937 h 624347"/>
              <a:gd name="connsiteX16" fmla="*/ 9620833 w 12028595"/>
              <a:gd name="connsiteY16" fmla="*/ 405034 h 624347"/>
              <a:gd name="connsiteX17" fmla="*/ 0 w 12028595"/>
              <a:gd name="connsiteY17" fmla="*/ 410972 h 624347"/>
              <a:gd name="connsiteX18" fmla="*/ 0 w 12028595"/>
              <a:gd name="connsiteY18" fmla="*/ 624347 h 624347"/>
              <a:gd name="connsiteX19" fmla="*/ 12028595 w 12028595"/>
              <a:gd name="connsiteY19" fmla="*/ 612471 h 624347"/>
              <a:gd name="connsiteX20" fmla="*/ 12028595 w 12028595"/>
              <a:gd name="connsiteY20" fmla="*/ 0 h 624347"/>
              <a:gd name="connsiteX0" fmla="*/ 12248288 w 12248288"/>
              <a:gd name="connsiteY0" fmla="*/ 0 h 624347"/>
              <a:gd name="connsiteX1" fmla="*/ 10302690 w 12248288"/>
              <a:gd name="connsiteY1" fmla="*/ 0 h 624347"/>
              <a:gd name="connsiteX2" fmla="*/ 10264600 w 12248288"/>
              <a:gd name="connsiteY2" fmla="*/ 2097 h 624347"/>
              <a:gd name="connsiteX3" fmla="*/ 10227494 w 12248288"/>
              <a:gd name="connsiteY3" fmla="*/ 8549 h 624347"/>
              <a:gd name="connsiteX4" fmla="*/ 10191209 w 12248288"/>
              <a:gd name="connsiteY4" fmla="*/ 18873 h 624347"/>
              <a:gd name="connsiteX5" fmla="*/ 10156566 w 12248288"/>
              <a:gd name="connsiteY5" fmla="*/ 33229 h 624347"/>
              <a:gd name="connsiteX6" fmla="*/ 10123729 w 12248288"/>
              <a:gd name="connsiteY6" fmla="*/ 51456 h 624347"/>
              <a:gd name="connsiteX7" fmla="*/ 10092863 w 12248288"/>
              <a:gd name="connsiteY7" fmla="*/ 73232 h 624347"/>
              <a:gd name="connsiteX8" fmla="*/ 10064459 w 12248288"/>
              <a:gd name="connsiteY8" fmla="*/ 98557 h 624347"/>
              <a:gd name="connsiteX9" fmla="*/ 9859064 w 12248288"/>
              <a:gd name="connsiteY9" fmla="*/ 306639 h 624347"/>
              <a:gd name="connsiteX10" fmla="*/ 9830660 w 12248288"/>
              <a:gd name="connsiteY10" fmla="*/ 331964 h 624347"/>
              <a:gd name="connsiteX11" fmla="*/ 9799793 w 12248288"/>
              <a:gd name="connsiteY11" fmla="*/ 353740 h 624347"/>
              <a:gd name="connsiteX12" fmla="*/ 9766956 w 12248288"/>
              <a:gd name="connsiteY12" fmla="*/ 371806 h 624347"/>
              <a:gd name="connsiteX13" fmla="*/ 9732314 w 12248288"/>
              <a:gd name="connsiteY13" fmla="*/ 386162 h 624347"/>
              <a:gd name="connsiteX14" fmla="*/ 9696193 w 12248288"/>
              <a:gd name="connsiteY14" fmla="*/ 396646 h 624347"/>
              <a:gd name="connsiteX15" fmla="*/ 9658924 w 12248288"/>
              <a:gd name="connsiteY15" fmla="*/ 402937 h 624347"/>
              <a:gd name="connsiteX16" fmla="*/ 9620833 w 12248288"/>
              <a:gd name="connsiteY16" fmla="*/ 405034 h 624347"/>
              <a:gd name="connsiteX17" fmla="*/ 0 w 12248288"/>
              <a:gd name="connsiteY17" fmla="*/ 410972 h 624347"/>
              <a:gd name="connsiteX18" fmla="*/ 0 w 12248288"/>
              <a:gd name="connsiteY18" fmla="*/ 624347 h 624347"/>
              <a:gd name="connsiteX19" fmla="*/ 12028595 w 12248288"/>
              <a:gd name="connsiteY19" fmla="*/ 612471 h 624347"/>
              <a:gd name="connsiteX20" fmla="*/ 12248288 w 12248288"/>
              <a:gd name="connsiteY20" fmla="*/ 0 h 624347"/>
              <a:gd name="connsiteX0" fmla="*/ 12248288 w 12254226"/>
              <a:gd name="connsiteY0" fmla="*/ 0 h 624347"/>
              <a:gd name="connsiteX1" fmla="*/ 10302690 w 12254226"/>
              <a:gd name="connsiteY1" fmla="*/ 0 h 624347"/>
              <a:gd name="connsiteX2" fmla="*/ 10264600 w 12254226"/>
              <a:gd name="connsiteY2" fmla="*/ 2097 h 624347"/>
              <a:gd name="connsiteX3" fmla="*/ 10227494 w 12254226"/>
              <a:gd name="connsiteY3" fmla="*/ 8549 h 624347"/>
              <a:gd name="connsiteX4" fmla="*/ 10191209 w 12254226"/>
              <a:gd name="connsiteY4" fmla="*/ 18873 h 624347"/>
              <a:gd name="connsiteX5" fmla="*/ 10156566 w 12254226"/>
              <a:gd name="connsiteY5" fmla="*/ 33229 h 624347"/>
              <a:gd name="connsiteX6" fmla="*/ 10123729 w 12254226"/>
              <a:gd name="connsiteY6" fmla="*/ 51456 h 624347"/>
              <a:gd name="connsiteX7" fmla="*/ 10092863 w 12254226"/>
              <a:gd name="connsiteY7" fmla="*/ 73232 h 624347"/>
              <a:gd name="connsiteX8" fmla="*/ 10064459 w 12254226"/>
              <a:gd name="connsiteY8" fmla="*/ 98557 h 624347"/>
              <a:gd name="connsiteX9" fmla="*/ 9859064 w 12254226"/>
              <a:gd name="connsiteY9" fmla="*/ 306639 h 624347"/>
              <a:gd name="connsiteX10" fmla="*/ 9830660 w 12254226"/>
              <a:gd name="connsiteY10" fmla="*/ 331964 h 624347"/>
              <a:gd name="connsiteX11" fmla="*/ 9799793 w 12254226"/>
              <a:gd name="connsiteY11" fmla="*/ 353740 h 624347"/>
              <a:gd name="connsiteX12" fmla="*/ 9766956 w 12254226"/>
              <a:gd name="connsiteY12" fmla="*/ 371806 h 624347"/>
              <a:gd name="connsiteX13" fmla="*/ 9732314 w 12254226"/>
              <a:gd name="connsiteY13" fmla="*/ 386162 h 624347"/>
              <a:gd name="connsiteX14" fmla="*/ 9696193 w 12254226"/>
              <a:gd name="connsiteY14" fmla="*/ 396646 h 624347"/>
              <a:gd name="connsiteX15" fmla="*/ 9658924 w 12254226"/>
              <a:gd name="connsiteY15" fmla="*/ 402937 h 624347"/>
              <a:gd name="connsiteX16" fmla="*/ 9620833 w 12254226"/>
              <a:gd name="connsiteY16" fmla="*/ 405034 h 624347"/>
              <a:gd name="connsiteX17" fmla="*/ 0 w 12254226"/>
              <a:gd name="connsiteY17" fmla="*/ 410972 h 624347"/>
              <a:gd name="connsiteX18" fmla="*/ 0 w 12254226"/>
              <a:gd name="connsiteY18" fmla="*/ 624347 h 624347"/>
              <a:gd name="connsiteX19" fmla="*/ 12254226 w 12254226"/>
              <a:gd name="connsiteY19" fmla="*/ 618409 h 624347"/>
              <a:gd name="connsiteX20" fmla="*/ 12248288 w 12254226"/>
              <a:gd name="connsiteY20" fmla="*/ 0 h 624347"/>
              <a:gd name="connsiteX0" fmla="*/ 12248288 w 12254226"/>
              <a:gd name="connsiteY0" fmla="*/ 0 h 659972"/>
              <a:gd name="connsiteX1" fmla="*/ 10302690 w 12254226"/>
              <a:gd name="connsiteY1" fmla="*/ 0 h 659972"/>
              <a:gd name="connsiteX2" fmla="*/ 10264600 w 12254226"/>
              <a:gd name="connsiteY2" fmla="*/ 2097 h 659972"/>
              <a:gd name="connsiteX3" fmla="*/ 10227494 w 12254226"/>
              <a:gd name="connsiteY3" fmla="*/ 8549 h 659972"/>
              <a:gd name="connsiteX4" fmla="*/ 10191209 w 12254226"/>
              <a:gd name="connsiteY4" fmla="*/ 18873 h 659972"/>
              <a:gd name="connsiteX5" fmla="*/ 10156566 w 12254226"/>
              <a:gd name="connsiteY5" fmla="*/ 33229 h 659972"/>
              <a:gd name="connsiteX6" fmla="*/ 10123729 w 12254226"/>
              <a:gd name="connsiteY6" fmla="*/ 51456 h 659972"/>
              <a:gd name="connsiteX7" fmla="*/ 10092863 w 12254226"/>
              <a:gd name="connsiteY7" fmla="*/ 73232 h 659972"/>
              <a:gd name="connsiteX8" fmla="*/ 10064459 w 12254226"/>
              <a:gd name="connsiteY8" fmla="*/ 98557 h 659972"/>
              <a:gd name="connsiteX9" fmla="*/ 9859064 w 12254226"/>
              <a:gd name="connsiteY9" fmla="*/ 306639 h 659972"/>
              <a:gd name="connsiteX10" fmla="*/ 9830660 w 12254226"/>
              <a:gd name="connsiteY10" fmla="*/ 331964 h 659972"/>
              <a:gd name="connsiteX11" fmla="*/ 9799793 w 12254226"/>
              <a:gd name="connsiteY11" fmla="*/ 353740 h 659972"/>
              <a:gd name="connsiteX12" fmla="*/ 9766956 w 12254226"/>
              <a:gd name="connsiteY12" fmla="*/ 371806 h 659972"/>
              <a:gd name="connsiteX13" fmla="*/ 9732314 w 12254226"/>
              <a:gd name="connsiteY13" fmla="*/ 386162 h 659972"/>
              <a:gd name="connsiteX14" fmla="*/ 9696193 w 12254226"/>
              <a:gd name="connsiteY14" fmla="*/ 396646 h 659972"/>
              <a:gd name="connsiteX15" fmla="*/ 9658924 w 12254226"/>
              <a:gd name="connsiteY15" fmla="*/ 402937 h 659972"/>
              <a:gd name="connsiteX16" fmla="*/ 9620833 w 12254226"/>
              <a:gd name="connsiteY16" fmla="*/ 405034 h 659972"/>
              <a:gd name="connsiteX17" fmla="*/ 0 w 12254226"/>
              <a:gd name="connsiteY17" fmla="*/ 410972 h 659972"/>
              <a:gd name="connsiteX18" fmla="*/ 0 w 12254226"/>
              <a:gd name="connsiteY18" fmla="*/ 624347 h 659972"/>
              <a:gd name="connsiteX19" fmla="*/ 12254226 w 12254226"/>
              <a:gd name="connsiteY19" fmla="*/ 659972 h 659972"/>
              <a:gd name="connsiteX20" fmla="*/ 12248288 w 12254226"/>
              <a:gd name="connsiteY20" fmla="*/ 0 h 659972"/>
              <a:gd name="connsiteX0" fmla="*/ 12254226 w 12260164"/>
              <a:gd name="connsiteY0" fmla="*/ 0 h 659972"/>
              <a:gd name="connsiteX1" fmla="*/ 10308628 w 12260164"/>
              <a:gd name="connsiteY1" fmla="*/ 0 h 659972"/>
              <a:gd name="connsiteX2" fmla="*/ 10270538 w 12260164"/>
              <a:gd name="connsiteY2" fmla="*/ 2097 h 659972"/>
              <a:gd name="connsiteX3" fmla="*/ 10233432 w 12260164"/>
              <a:gd name="connsiteY3" fmla="*/ 8549 h 659972"/>
              <a:gd name="connsiteX4" fmla="*/ 10197147 w 12260164"/>
              <a:gd name="connsiteY4" fmla="*/ 18873 h 659972"/>
              <a:gd name="connsiteX5" fmla="*/ 10162504 w 12260164"/>
              <a:gd name="connsiteY5" fmla="*/ 33229 h 659972"/>
              <a:gd name="connsiteX6" fmla="*/ 10129667 w 12260164"/>
              <a:gd name="connsiteY6" fmla="*/ 51456 h 659972"/>
              <a:gd name="connsiteX7" fmla="*/ 10098801 w 12260164"/>
              <a:gd name="connsiteY7" fmla="*/ 73232 h 659972"/>
              <a:gd name="connsiteX8" fmla="*/ 10070397 w 12260164"/>
              <a:gd name="connsiteY8" fmla="*/ 98557 h 659972"/>
              <a:gd name="connsiteX9" fmla="*/ 9865002 w 12260164"/>
              <a:gd name="connsiteY9" fmla="*/ 306639 h 659972"/>
              <a:gd name="connsiteX10" fmla="*/ 9836598 w 12260164"/>
              <a:gd name="connsiteY10" fmla="*/ 331964 h 659972"/>
              <a:gd name="connsiteX11" fmla="*/ 9805731 w 12260164"/>
              <a:gd name="connsiteY11" fmla="*/ 353740 h 659972"/>
              <a:gd name="connsiteX12" fmla="*/ 9772894 w 12260164"/>
              <a:gd name="connsiteY12" fmla="*/ 371806 h 659972"/>
              <a:gd name="connsiteX13" fmla="*/ 9738252 w 12260164"/>
              <a:gd name="connsiteY13" fmla="*/ 386162 h 659972"/>
              <a:gd name="connsiteX14" fmla="*/ 9702131 w 12260164"/>
              <a:gd name="connsiteY14" fmla="*/ 396646 h 659972"/>
              <a:gd name="connsiteX15" fmla="*/ 9664862 w 12260164"/>
              <a:gd name="connsiteY15" fmla="*/ 402937 h 659972"/>
              <a:gd name="connsiteX16" fmla="*/ 9626771 w 12260164"/>
              <a:gd name="connsiteY16" fmla="*/ 405034 h 659972"/>
              <a:gd name="connsiteX17" fmla="*/ 5938 w 12260164"/>
              <a:gd name="connsiteY17" fmla="*/ 410972 h 659972"/>
              <a:gd name="connsiteX18" fmla="*/ 0 w 12260164"/>
              <a:gd name="connsiteY18" fmla="*/ 654035 h 659972"/>
              <a:gd name="connsiteX19" fmla="*/ 12260164 w 12260164"/>
              <a:gd name="connsiteY19" fmla="*/ 659972 h 659972"/>
              <a:gd name="connsiteX20" fmla="*/ 12254226 w 12260164"/>
              <a:gd name="connsiteY20" fmla="*/ 0 h 659972"/>
              <a:gd name="connsiteX0" fmla="*/ 13418720 w 13424658"/>
              <a:gd name="connsiteY0" fmla="*/ 0 h 659972"/>
              <a:gd name="connsiteX1" fmla="*/ 11473122 w 13424658"/>
              <a:gd name="connsiteY1" fmla="*/ 0 h 659972"/>
              <a:gd name="connsiteX2" fmla="*/ 11435032 w 13424658"/>
              <a:gd name="connsiteY2" fmla="*/ 2097 h 659972"/>
              <a:gd name="connsiteX3" fmla="*/ 11397926 w 13424658"/>
              <a:gd name="connsiteY3" fmla="*/ 8549 h 659972"/>
              <a:gd name="connsiteX4" fmla="*/ 11361641 w 13424658"/>
              <a:gd name="connsiteY4" fmla="*/ 18873 h 659972"/>
              <a:gd name="connsiteX5" fmla="*/ 11326998 w 13424658"/>
              <a:gd name="connsiteY5" fmla="*/ 33229 h 659972"/>
              <a:gd name="connsiteX6" fmla="*/ 11294161 w 13424658"/>
              <a:gd name="connsiteY6" fmla="*/ 51456 h 659972"/>
              <a:gd name="connsiteX7" fmla="*/ 11263295 w 13424658"/>
              <a:gd name="connsiteY7" fmla="*/ 73232 h 659972"/>
              <a:gd name="connsiteX8" fmla="*/ 11234891 w 13424658"/>
              <a:gd name="connsiteY8" fmla="*/ 98557 h 659972"/>
              <a:gd name="connsiteX9" fmla="*/ 11029496 w 13424658"/>
              <a:gd name="connsiteY9" fmla="*/ 306639 h 659972"/>
              <a:gd name="connsiteX10" fmla="*/ 11001092 w 13424658"/>
              <a:gd name="connsiteY10" fmla="*/ 331964 h 659972"/>
              <a:gd name="connsiteX11" fmla="*/ 10970225 w 13424658"/>
              <a:gd name="connsiteY11" fmla="*/ 353740 h 659972"/>
              <a:gd name="connsiteX12" fmla="*/ 10937388 w 13424658"/>
              <a:gd name="connsiteY12" fmla="*/ 371806 h 659972"/>
              <a:gd name="connsiteX13" fmla="*/ 10902746 w 13424658"/>
              <a:gd name="connsiteY13" fmla="*/ 386162 h 659972"/>
              <a:gd name="connsiteX14" fmla="*/ 10866625 w 13424658"/>
              <a:gd name="connsiteY14" fmla="*/ 396646 h 659972"/>
              <a:gd name="connsiteX15" fmla="*/ 10829356 w 13424658"/>
              <a:gd name="connsiteY15" fmla="*/ 402937 h 659972"/>
              <a:gd name="connsiteX16" fmla="*/ 10791265 w 13424658"/>
              <a:gd name="connsiteY16" fmla="*/ 405034 h 659972"/>
              <a:gd name="connsiteX17" fmla="*/ 0 w 13424658"/>
              <a:gd name="connsiteY17" fmla="*/ 401828 h 659972"/>
              <a:gd name="connsiteX18" fmla="*/ 1164494 w 13424658"/>
              <a:gd name="connsiteY18" fmla="*/ 654035 h 659972"/>
              <a:gd name="connsiteX19" fmla="*/ 13424658 w 13424658"/>
              <a:gd name="connsiteY19" fmla="*/ 659972 h 659972"/>
              <a:gd name="connsiteX20" fmla="*/ 13418720 w 13424658"/>
              <a:gd name="connsiteY20" fmla="*/ 0 h 659972"/>
              <a:gd name="connsiteX0" fmla="*/ 13418720 w 13424658"/>
              <a:gd name="connsiteY0" fmla="*/ 0 h 659972"/>
              <a:gd name="connsiteX1" fmla="*/ 11473122 w 13424658"/>
              <a:gd name="connsiteY1" fmla="*/ 0 h 659972"/>
              <a:gd name="connsiteX2" fmla="*/ 11435032 w 13424658"/>
              <a:gd name="connsiteY2" fmla="*/ 2097 h 659972"/>
              <a:gd name="connsiteX3" fmla="*/ 11397926 w 13424658"/>
              <a:gd name="connsiteY3" fmla="*/ 8549 h 659972"/>
              <a:gd name="connsiteX4" fmla="*/ 11361641 w 13424658"/>
              <a:gd name="connsiteY4" fmla="*/ 18873 h 659972"/>
              <a:gd name="connsiteX5" fmla="*/ 11326998 w 13424658"/>
              <a:gd name="connsiteY5" fmla="*/ 33229 h 659972"/>
              <a:gd name="connsiteX6" fmla="*/ 11294161 w 13424658"/>
              <a:gd name="connsiteY6" fmla="*/ 51456 h 659972"/>
              <a:gd name="connsiteX7" fmla="*/ 11263295 w 13424658"/>
              <a:gd name="connsiteY7" fmla="*/ 73232 h 659972"/>
              <a:gd name="connsiteX8" fmla="*/ 11234891 w 13424658"/>
              <a:gd name="connsiteY8" fmla="*/ 98557 h 659972"/>
              <a:gd name="connsiteX9" fmla="*/ 11029496 w 13424658"/>
              <a:gd name="connsiteY9" fmla="*/ 306639 h 659972"/>
              <a:gd name="connsiteX10" fmla="*/ 11001092 w 13424658"/>
              <a:gd name="connsiteY10" fmla="*/ 331964 h 659972"/>
              <a:gd name="connsiteX11" fmla="*/ 10970225 w 13424658"/>
              <a:gd name="connsiteY11" fmla="*/ 353740 h 659972"/>
              <a:gd name="connsiteX12" fmla="*/ 10937388 w 13424658"/>
              <a:gd name="connsiteY12" fmla="*/ 371806 h 659972"/>
              <a:gd name="connsiteX13" fmla="*/ 10902746 w 13424658"/>
              <a:gd name="connsiteY13" fmla="*/ 386162 h 659972"/>
              <a:gd name="connsiteX14" fmla="*/ 10866625 w 13424658"/>
              <a:gd name="connsiteY14" fmla="*/ 396646 h 659972"/>
              <a:gd name="connsiteX15" fmla="*/ 10829356 w 13424658"/>
              <a:gd name="connsiteY15" fmla="*/ 402937 h 659972"/>
              <a:gd name="connsiteX16" fmla="*/ 10791265 w 13424658"/>
              <a:gd name="connsiteY16" fmla="*/ 405034 h 659972"/>
              <a:gd name="connsiteX17" fmla="*/ 0 w 13424658"/>
              <a:gd name="connsiteY17" fmla="*/ 401828 h 659972"/>
              <a:gd name="connsiteX18" fmla="*/ 30638 w 13424658"/>
              <a:gd name="connsiteY18" fmla="*/ 644891 h 659972"/>
              <a:gd name="connsiteX19" fmla="*/ 13424658 w 13424658"/>
              <a:gd name="connsiteY19" fmla="*/ 659972 h 659972"/>
              <a:gd name="connsiteX20" fmla="*/ 13418720 w 13424658"/>
              <a:gd name="connsiteY20" fmla="*/ 0 h 659972"/>
              <a:gd name="connsiteX0" fmla="*/ 12248288 w 13424658"/>
              <a:gd name="connsiteY0" fmla="*/ 0 h 659972"/>
              <a:gd name="connsiteX1" fmla="*/ 11473122 w 13424658"/>
              <a:gd name="connsiteY1" fmla="*/ 0 h 659972"/>
              <a:gd name="connsiteX2" fmla="*/ 11435032 w 13424658"/>
              <a:gd name="connsiteY2" fmla="*/ 2097 h 659972"/>
              <a:gd name="connsiteX3" fmla="*/ 11397926 w 13424658"/>
              <a:gd name="connsiteY3" fmla="*/ 8549 h 659972"/>
              <a:gd name="connsiteX4" fmla="*/ 11361641 w 13424658"/>
              <a:gd name="connsiteY4" fmla="*/ 18873 h 659972"/>
              <a:gd name="connsiteX5" fmla="*/ 11326998 w 13424658"/>
              <a:gd name="connsiteY5" fmla="*/ 33229 h 659972"/>
              <a:gd name="connsiteX6" fmla="*/ 11294161 w 13424658"/>
              <a:gd name="connsiteY6" fmla="*/ 51456 h 659972"/>
              <a:gd name="connsiteX7" fmla="*/ 11263295 w 13424658"/>
              <a:gd name="connsiteY7" fmla="*/ 73232 h 659972"/>
              <a:gd name="connsiteX8" fmla="*/ 11234891 w 13424658"/>
              <a:gd name="connsiteY8" fmla="*/ 98557 h 659972"/>
              <a:gd name="connsiteX9" fmla="*/ 11029496 w 13424658"/>
              <a:gd name="connsiteY9" fmla="*/ 306639 h 659972"/>
              <a:gd name="connsiteX10" fmla="*/ 11001092 w 13424658"/>
              <a:gd name="connsiteY10" fmla="*/ 331964 h 659972"/>
              <a:gd name="connsiteX11" fmla="*/ 10970225 w 13424658"/>
              <a:gd name="connsiteY11" fmla="*/ 353740 h 659972"/>
              <a:gd name="connsiteX12" fmla="*/ 10937388 w 13424658"/>
              <a:gd name="connsiteY12" fmla="*/ 371806 h 659972"/>
              <a:gd name="connsiteX13" fmla="*/ 10902746 w 13424658"/>
              <a:gd name="connsiteY13" fmla="*/ 386162 h 659972"/>
              <a:gd name="connsiteX14" fmla="*/ 10866625 w 13424658"/>
              <a:gd name="connsiteY14" fmla="*/ 396646 h 659972"/>
              <a:gd name="connsiteX15" fmla="*/ 10829356 w 13424658"/>
              <a:gd name="connsiteY15" fmla="*/ 402937 h 659972"/>
              <a:gd name="connsiteX16" fmla="*/ 10791265 w 13424658"/>
              <a:gd name="connsiteY16" fmla="*/ 405034 h 659972"/>
              <a:gd name="connsiteX17" fmla="*/ 0 w 13424658"/>
              <a:gd name="connsiteY17" fmla="*/ 401828 h 659972"/>
              <a:gd name="connsiteX18" fmla="*/ 30638 w 13424658"/>
              <a:gd name="connsiteY18" fmla="*/ 644891 h 659972"/>
              <a:gd name="connsiteX19" fmla="*/ 13424658 w 13424658"/>
              <a:gd name="connsiteY19" fmla="*/ 659972 h 659972"/>
              <a:gd name="connsiteX20" fmla="*/ 12248288 w 13424658"/>
              <a:gd name="connsiteY20" fmla="*/ 0 h 659972"/>
              <a:gd name="connsiteX0" fmla="*/ 12248288 w 13424658"/>
              <a:gd name="connsiteY0" fmla="*/ 0 h 659972"/>
              <a:gd name="connsiteX1" fmla="*/ 11473122 w 13424658"/>
              <a:gd name="connsiteY1" fmla="*/ 0 h 659972"/>
              <a:gd name="connsiteX2" fmla="*/ 11435032 w 13424658"/>
              <a:gd name="connsiteY2" fmla="*/ 2097 h 659972"/>
              <a:gd name="connsiteX3" fmla="*/ 11397926 w 13424658"/>
              <a:gd name="connsiteY3" fmla="*/ 8549 h 659972"/>
              <a:gd name="connsiteX4" fmla="*/ 11361641 w 13424658"/>
              <a:gd name="connsiteY4" fmla="*/ 18873 h 659972"/>
              <a:gd name="connsiteX5" fmla="*/ 11326998 w 13424658"/>
              <a:gd name="connsiteY5" fmla="*/ 33229 h 659972"/>
              <a:gd name="connsiteX6" fmla="*/ 11294161 w 13424658"/>
              <a:gd name="connsiteY6" fmla="*/ 51456 h 659972"/>
              <a:gd name="connsiteX7" fmla="*/ 11263295 w 13424658"/>
              <a:gd name="connsiteY7" fmla="*/ 73232 h 659972"/>
              <a:gd name="connsiteX8" fmla="*/ 11234891 w 13424658"/>
              <a:gd name="connsiteY8" fmla="*/ 98557 h 659972"/>
              <a:gd name="connsiteX9" fmla="*/ 11029496 w 13424658"/>
              <a:gd name="connsiteY9" fmla="*/ 306639 h 659972"/>
              <a:gd name="connsiteX10" fmla="*/ 11001092 w 13424658"/>
              <a:gd name="connsiteY10" fmla="*/ 331964 h 659972"/>
              <a:gd name="connsiteX11" fmla="*/ 10970225 w 13424658"/>
              <a:gd name="connsiteY11" fmla="*/ 353740 h 659972"/>
              <a:gd name="connsiteX12" fmla="*/ 10937388 w 13424658"/>
              <a:gd name="connsiteY12" fmla="*/ 371806 h 659972"/>
              <a:gd name="connsiteX13" fmla="*/ 10902746 w 13424658"/>
              <a:gd name="connsiteY13" fmla="*/ 386162 h 659972"/>
              <a:gd name="connsiteX14" fmla="*/ 10866625 w 13424658"/>
              <a:gd name="connsiteY14" fmla="*/ 396646 h 659972"/>
              <a:gd name="connsiteX15" fmla="*/ 10829356 w 13424658"/>
              <a:gd name="connsiteY15" fmla="*/ 402937 h 659972"/>
              <a:gd name="connsiteX16" fmla="*/ 10791265 w 13424658"/>
              <a:gd name="connsiteY16" fmla="*/ 405034 h 659972"/>
              <a:gd name="connsiteX17" fmla="*/ 0 w 13424658"/>
              <a:gd name="connsiteY17" fmla="*/ 401828 h 659972"/>
              <a:gd name="connsiteX18" fmla="*/ 30638 w 13424658"/>
              <a:gd name="connsiteY18" fmla="*/ 644891 h 659972"/>
              <a:gd name="connsiteX19" fmla="*/ 13424658 w 13424658"/>
              <a:gd name="connsiteY19" fmla="*/ 659972 h 659972"/>
              <a:gd name="connsiteX20" fmla="*/ 12248288 w 13424658"/>
              <a:gd name="connsiteY20" fmla="*/ 0 h 659972"/>
              <a:gd name="connsiteX0" fmla="*/ 12248288 w 12263370"/>
              <a:gd name="connsiteY0" fmla="*/ 0 h 659972"/>
              <a:gd name="connsiteX1" fmla="*/ 11473122 w 12263370"/>
              <a:gd name="connsiteY1" fmla="*/ 0 h 659972"/>
              <a:gd name="connsiteX2" fmla="*/ 11435032 w 12263370"/>
              <a:gd name="connsiteY2" fmla="*/ 2097 h 659972"/>
              <a:gd name="connsiteX3" fmla="*/ 11397926 w 12263370"/>
              <a:gd name="connsiteY3" fmla="*/ 8549 h 659972"/>
              <a:gd name="connsiteX4" fmla="*/ 11361641 w 12263370"/>
              <a:gd name="connsiteY4" fmla="*/ 18873 h 659972"/>
              <a:gd name="connsiteX5" fmla="*/ 11326998 w 12263370"/>
              <a:gd name="connsiteY5" fmla="*/ 33229 h 659972"/>
              <a:gd name="connsiteX6" fmla="*/ 11294161 w 12263370"/>
              <a:gd name="connsiteY6" fmla="*/ 51456 h 659972"/>
              <a:gd name="connsiteX7" fmla="*/ 11263295 w 12263370"/>
              <a:gd name="connsiteY7" fmla="*/ 73232 h 659972"/>
              <a:gd name="connsiteX8" fmla="*/ 11234891 w 12263370"/>
              <a:gd name="connsiteY8" fmla="*/ 98557 h 659972"/>
              <a:gd name="connsiteX9" fmla="*/ 11029496 w 12263370"/>
              <a:gd name="connsiteY9" fmla="*/ 306639 h 659972"/>
              <a:gd name="connsiteX10" fmla="*/ 11001092 w 12263370"/>
              <a:gd name="connsiteY10" fmla="*/ 331964 h 659972"/>
              <a:gd name="connsiteX11" fmla="*/ 10970225 w 12263370"/>
              <a:gd name="connsiteY11" fmla="*/ 353740 h 659972"/>
              <a:gd name="connsiteX12" fmla="*/ 10937388 w 12263370"/>
              <a:gd name="connsiteY12" fmla="*/ 371806 h 659972"/>
              <a:gd name="connsiteX13" fmla="*/ 10902746 w 12263370"/>
              <a:gd name="connsiteY13" fmla="*/ 386162 h 659972"/>
              <a:gd name="connsiteX14" fmla="*/ 10866625 w 12263370"/>
              <a:gd name="connsiteY14" fmla="*/ 396646 h 659972"/>
              <a:gd name="connsiteX15" fmla="*/ 10829356 w 12263370"/>
              <a:gd name="connsiteY15" fmla="*/ 402937 h 659972"/>
              <a:gd name="connsiteX16" fmla="*/ 10791265 w 12263370"/>
              <a:gd name="connsiteY16" fmla="*/ 405034 h 659972"/>
              <a:gd name="connsiteX17" fmla="*/ 0 w 12263370"/>
              <a:gd name="connsiteY17" fmla="*/ 401828 h 659972"/>
              <a:gd name="connsiteX18" fmla="*/ 30638 w 12263370"/>
              <a:gd name="connsiteY18" fmla="*/ 644891 h 659972"/>
              <a:gd name="connsiteX19" fmla="*/ 12263370 w 12263370"/>
              <a:gd name="connsiteY19" fmla="*/ 659972 h 659972"/>
              <a:gd name="connsiteX20" fmla="*/ 12248288 w 12263370"/>
              <a:gd name="connsiteY20" fmla="*/ 0 h 65997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12263370" h="659972">
                <a:moveTo>
                  <a:pt x="12248288" y="0"/>
                </a:moveTo>
                <a:lnTo>
                  <a:pt x="11473122" y="0"/>
                </a:lnTo>
                <a:lnTo>
                  <a:pt x="11435032" y="2097"/>
                </a:lnTo>
                <a:lnTo>
                  <a:pt x="11397926" y="8549"/>
                </a:lnTo>
                <a:lnTo>
                  <a:pt x="11361641" y="18873"/>
                </a:lnTo>
                <a:lnTo>
                  <a:pt x="11326998" y="33229"/>
                </a:lnTo>
                <a:lnTo>
                  <a:pt x="11294161" y="51456"/>
                </a:lnTo>
                <a:lnTo>
                  <a:pt x="11263295" y="73232"/>
                </a:lnTo>
                <a:lnTo>
                  <a:pt x="11234891" y="98557"/>
                </a:lnTo>
                <a:lnTo>
                  <a:pt x="11029496" y="306639"/>
                </a:lnTo>
                <a:lnTo>
                  <a:pt x="11001092" y="331964"/>
                </a:lnTo>
                <a:lnTo>
                  <a:pt x="10970225" y="353740"/>
                </a:lnTo>
                <a:lnTo>
                  <a:pt x="10937388" y="371806"/>
                </a:lnTo>
                <a:lnTo>
                  <a:pt x="10902746" y="386162"/>
                </a:lnTo>
                <a:lnTo>
                  <a:pt x="10866625" y="396646"/>
                </a:lnTo>
                <a:lnTo>
                  <a:pt x="10829356" y="402937"/>
                </a:lnTo>
                <a:lnTo>
                  <a:pt x="10791265" y="405034"/>
                </a:lnTo>
                <a:lnTo>
                  <a:pt x="0" y="401828"/>
                </a:lnTo>
                <a:lnTo>
                  <a:pt x="30638" y="644891"/>
                </a:lnTo>
                <a:lnTo>
                  <a:pt x="12263370" y="659972"/>
                </a:lnTo>
                <a:cubicBezTo>
                  <a:pt x="12261391" y="453836"/>
                  <a:pt x="12259411" y="32400"/>
                  <a:pt x="12248288" y="0"/>
                </a:cubicBezTo>
                <a:close/>
              </a:path>
            </a:pathLst>
          </a:custGeom>
          <a:solidFill>
            <a:srgbClr val="FFFFFF"/>
          </a:solidFill>
          <a:ln w="16417" cap="flat">
            <a:noFill/>
            <a:prstDash val="solid"/>
            <a:miter/>
          </a:ln>
        </p:spPr>
        <p:txBody>
          <a:bodyPr rtlCol="0" anchor="ctr"/>
          <a:lstStyle/>
          <a:p>
            <a:endParaRPr lang="en-GB"/>
          </a:p>
        </p:txBody>
      </p:sp>
      <p:sp>
        <p:nvSpPr>
          <p:cNvPr id="13" name="Graphic 8">
            <a:extLst>
              <a:ext uri="{FF2B5EF4-FFF2-40B4-BE49-F238E27FC236}">
                <a16:creationId xmlns:a16="http://schemas.microsoft.com/office/drawing/2014/main" id="{3FF73AA8-7BCB-8C40-A6F0-2A5A445B6AD7}"/>
              </a:ext>
            </a:extLst>
          </p:cNvPr>
          <p:cNvSpPr/>
          <p:nvPr userDrawn="1"/>
        </p:nvSpPr>
        <p:spPr>
          <a:xfrm>
            <a:off x="-924" y="6232997"/>
            <a:ext cx="12210889" cy="405034"/>
          </a:xfrm>
          <a:custGeom>
            <a:avLst/>
            <a:gdLst>
              <a:gd name="connsiteX0" fmla="*/ 11820777 w 11820776"/>
              <a:gd name="connsiteY0" fmla="*/ 0 h 612471"/>
              <a:gd name="connsiteX1" fmla="*/ 10094872 w 11820776"/>
              <a:gd name="connsiteY1" fmla="*/ 0 h 612471"/>
              <a:gd name="connsiteX2" fmla="*/ 10056782 w 11820776"/>
              <a:gd name="connsiteY2" fmla="*/ 2097 h 612471"/>
              <a:gd name="connsiteX3" fmla="*/ 10019676 w 11820776"/>
              <a:gd name="connsiteY3" fmla="*/ 8549 h 612471"/>
              <a:gd name="connsiteX4" fmla="*/ 9983391 w 11820776"/>
              <a:gd name="connsiteY4" fmla="*/ 18873 h 612471"/>
              <a:gd name="connsiteX5" fmla="*/ 9948748 w 11820776"/>
              <a:gd name="connsiteY5" fmla="*/ 33229 h 612471"/>
              <a:gd name="connsiteX6" fmla="*/ 9915911 w 11820776"/>
              <a:gd name="connsiteY6" fmla="*/ 51456 h 612471"/>
              <a:gd name="connsiteX7" fmla="*/ 9885045 w 11820776"/>
              <a:gd name="connsiteY7" fmla="*/ 73232 h 612471"/>
              <a:gd name="connsiteX8" fmla="*/ 9856641 w 11820776"/>
              <a:gd name="connsiteY8" fmla="*/ 98557 h 612471"/>
              <a:gd name="connsiteX9" fmla="*/ 9651246 w 11820776"/>
              <a:gd name="connsiteY9" fmla="*/ 306639 h 612471"/>
              <a:gd name="connsiteX10" fmla="*/ 9622842 w 11820776"/>
              <a:gd name="connsiteY10" fmla="*/ 331964 h 612471"/>
              <a:gd name="connsiteX11" fmla="*/ 9591975 w 11820776"/>
              <a:gd name="connsiteY11" fmla="*/ 353740 h 612471"/>
              <a:gd name="connsiteX12" fmla="*/ 9559138 w 11820776"/>
              <a:gd name="connsiteY12" fmla="*/ 371806 h 612471"/>
              <a:gd name="connsiteX13" fmla="*/ 9524496 w 11820776"/>
              <a:gd name="connsiteY13" fmla="*/ 386162 h 612471"/>
              <a:gd name="connsiteX14" fmla="*/ 9488375 w 11820776"/>
              <a:gd name="connsiteY14" fmla="*/ 396646 h 612471"/>
              <a:gd name="connsiteX15" fmla="*/ 9451106 w 11820776"/>
              <a:gd name="connsiteY15" fmla="*/ 402937 h 612471"/>
              <a:gd name="connsiteX16" fmla="*/ 9413015 w 11820776"/>
              <a:gd name="connsiteY16" fmla="*/ 405034 h 612471"/>
              <a:gd name="connsiteX17" fmla="*/ 0 w 11820776"/>
              <a:gd name="connsiteY17" fmla="*/ 405034 h 612471"/>
              <a:gd name="connsiteX18" fmla="*/ 0 w 11820776"/>
              <a:gd name="connsiteY18" fmla="*/ 612471 h 612471"/>
              <a:gd name="connsiteX19" fmla="*/ 11820777 w 11820776"/>
              <a:gd name="connsiteY19" fmla="*/ 612471 h 612471"/>
              <a:gd name="connsiteX0" fmla="*/ 12028595 w 12028595"/>
              <a:gd name="connsiteY0" fmla="*/ 0 h 624347"/>
              <a:gd name="connsiteX1" fmla="*/ 10302690 w 12028595"/>
              <a:gd name="connsiteY1" fmla="*/ 0 h 624347"/>
              <a:gd name="connsiteX2" fmla="*/ 10264600 w 12028595"/>
              <a:gd name="connsiteY2" fmla="*/ 2097 h 624347"/>
              <a:gd name="connsiteX3" fmla="*/ 10227494 w 12028595"/>
              <a:gd name="connsiteY3" fmla="*/ 8549 h 624347"/>
              <a:gd name="connsiteX4" fmla="*/ 10191209 w 12028595"/>
              <a:gd name="connsiteY4" fmla="*/ 18873 h 624347"/>
              <a:gd name="connsiteX5" fmla="*/ 10156566 w 12028595"/>
              <a:gd name="connsiteY5" fmla="*/ 33229 h 624347"/>
              <a:gd name="connsiteX6" fmla="*/ 10123729 w 12028595"/>
              <a:gd name="connsiteY6" fmla="*/ 51456 h 624347"/>
              <a:gd name="connsiteX7" fmla="*/ 10092863 w 12028595"/>
              <a:gd name="connsiteY7" fmla="*/ 73232 h 624347"/>
              <a:gd name="connsiteX8" fmla="*/ 10064459 w 12028595"/>
              <a:gd name="connsiteY8" fmla="*/ 98557 h 624347"/>
              <a:gd name="connsiteX9" fmla="*/ 9859064 w 12028595"/>
              <a:gd name="connsiteY9" fmla="*/ 306639 h 624347"/>
              <a:gd name="connsiteX10" fmla="*/ 9830660 w 12028595"/>
              <a:gd name="connsiteY10" fmla="*/ 331964 h 624347"/>
              <a:gd name="connsiteX11" fmla="*/ 9799793 w 12028595"/>
              <a:gd name="connsiteY11" fmla="*/ 353740 h 624347"/>
              <a:gd name="connsiteX12" fmla="*/ 9766956 w 12028595"/>
              <a:gd name="connsiteY12" fmla="*/ 371806 h 624347"/>
              <a:gd name="connsiteX13" fmla="*/ 9732314 w 12028595"/>
              <a:gd name="connsiteY13" fmla="*/ 386162 h 624347"/>
              <a:gd name="connsiteX14" fmla="*/ 9696193 w 12028595"/>
              <a:gd name="connsiteY14" fmla="*/ 396646 h 624347"/>
              <a:gd name="connsiteX15" fmla="*/ 9658924 w 12028595"/>
              <a:gd name="connsiteY15" fmla="*/ 402937 h 624347"/>
              <a:gd name="connsiteX16" fmla="*/ 9620833 w 12028595"/>
              <a:gd name="connsiteY16" fmla="*/ 405034 h 624347"/>
              <a:gd name="connsiteX17" fmla="*/ 207818 w 12028595"/>
              <a:gd name="connsiteY17" fmla="*/ 405034 h 624347"/>
              <a:gd name="connsiteX18" fmla="*/ 0 w 12028595"/>
              <a:gd name="connsiteY18" fmla="*/ 624347 h 624347"/>
              <a:gd name="connsiteX19" fmla="*/ 12028595 w 12028595"/>
              <a:gd name="connsiteY19" fmla="*/ 612471 h 624347"/>
              <a:gd name="connsiteX20" fmla="*/ 12028595 w 12028595"/>
              <a:gd name="connsiteY20" fmla="*/ 0 h 624347"/>
              <a:gd name="connsiteX0" fmla="*/ 12028595 w 12028595"/>
              <a:gd name="connsiteY0" fmla="*/ 0 h 624347"/>
              <a:gd name="connsiteX1" fmla="*/ 10302690 w 12028595"/>
              <a:gd name="connsiteY1" fmla="*/ 0 h 624347"/>
              <a:gd name="connsiteX2" fmla="*/ 10264600 w 12028595"/>
              <a:gd name="connsiteY2" fmla="*/ 2097 h 624347"/>
              <a:gd name="connsiteX3" fmla="*/ 10227494 w 12028595"/>
              <a:gd name="connsiteY3" fmla="*/ 8549 h 624347"/>
              <a:gd name="connsiteX4" fmla="*/ 10191209 w 12028595"/>
              <a:gd name="connsiteY4" fmla="*/ 18873 h 624347"/>
              <a:gd name="connsiteX5" fmla="*/ 10156566 w 12028595"/>
              <a:gd name="connsiteY5" fmla="*/ 33229 h 624347"/>
              <a:gd name="connsiteX6" fmla="*/ 10123729 w 12028595"/>
              <a:gd name="connsiteY6" fmla="*/ 51456 h 624347"/>
              <a:gd name="connsiteX7" fmla="*/ 10092863 w 12028595"/>
              <a:gd name="connsiteY7" fmla="*/ 73232 h 624347"/>
              <a:gd name="connsiteX8" fmla="*/ 10064459 w 12028595"/>
              <a:gd name="connsiteY8" fmla="*/ 98557 h 624347"/>
              <a:gd name="connsiteX9" fmla="*/ 9859064 w 12028595"/>
              <a:gd name="connsiteY9" fmla="*/ 306639 h 624347"/>
              <a:gd name="connsiteX10" fmla="*/ 9830660 w 12028595"/>
              <a:gd name="connsiteY10" fmla="*/ 331964 h 624347"/>
              <a:gd name="connsiteX11" fmla="*/ 9799793 w 12028595"/>
              <a:gd name="connsiteY11" fmla="*/ 353740 h 624347"/>
              <a:gd name="connsiteX12" fmla="*/ 9766956 w 12028595"/>
              <a:gd name="connsiteY12" fmla="*/ 371806 h 624347"/>
              <a:gd name="connsiteX13" fmla="*/ 9732314 w 12028595"/>
              <a:gd name="connsiteY13" fmla="*/ 386162 h 624347"/>
              <a:gd name="connsiteX14" fmla="*/ 9696193 w 12028595"/>
              <a:gd name="connsiteY14" fmla="*/ 396646 h 624347"/>
              <a:gd name="connsiteX15" fmla="*/ 9658924 w 12028595"/>
              <a:gd name="connsiteY15" fmla="*/ 402937 h 624347"/>
              <a:gd name="connsiteX16" fmla="*/ 9620833 w 12028595"/>
              <a:gd name="connsiteY16" fmla="*/ 405034 h 624347"/>
              <a:gd name="connsiteX17" fmla="*/ 0 w 12028595"/>
              <a:gd name="connsiteY17" fmla="*/ 410972 h 624347"/>
              <a:gd name="connsiteX18" fmla="*/ 0 w 12028595"/>
              <a:gd name="connsiteY18" fmla="*/ 624347 h 624347"/>
              <a:gd name="connsiteX19" fmla="*/ 12028595 w 12028595"/>
              <a:gd name="connsiteY19" fmla="*/ 612471 h 624347"/>
              <a:gd name="connsiteX20" fmla="*/ 12028595 w 12028595"/>
              <a:gd name="connsiteY20" fmla="*/ 0 h 624347"/>
              <a:gd name="connsiteX0" fmla="*/ 12248288 w 12248288"/>
              <a:gd name="connsiteY0" fmla="*/ 0 h 624347"/>
              <a:gd name="connsiteX1" fmla="*/ 10302690 w 12248288"/>
              <a:gd name="connsiteY1" fmla="*/ 0 h 624347"/>
              <a:gd name="connsiteX2" fmla="*/ 10264600 w 12248288"/>
              <a:gd name="connsiteY2" fmla="*/ 2097 h 624347"/>
              <a:gd name="connsiteX3" fmla="*/ 10227494 w 12248288"/>
              <a:gd name="connsiteY3" fmla="*/ 8549 h 624347"/>
              <a:gd name="connsiteX4" fmla="*/ 10191209 w 12248288"/>
              <a:gd name="connsiteY4" fmla="*/ 18873 h 624347"/>
              <a:gd name="connsiteX5" fmla="*/ 10156566 w 12248288"/>
              <a:gd name="connsiteY5" fmla="*/ 33229 h 624347"/>
              <a:gd name="connsiteX6" fmla="*/ 10123729 w 12248288"/>
              <a:gd name="connsiteY6" fmla="*/ 51456 h 624347"/>
              <a:gd name="connsiteX7" fmla="*/ 10092863 w 12248288"/>
              <a:gd name="connsiteY7" fmla="*/ 73232 h 624347"/>
              <a:gd name="connsiteX8" fmla="*/ 10064459 w 12248288"/>
              <a:gd name="connsiteY8" fmla="*/ 98557 h 624347"/>
              <a:gd name="connsiteX9" fmla="*/ 9859064 w 12248288"/>
              <a:gd name="connsiteY9" fmla="*/ 306639 h 624347"/>
              <a:gd name="connsiteX10" fmla="*/ 9830660 w 12248288"/>
              <a:gd name="connsiteY10" fmla="*/ 331964 h 624347"/>
              <a:gd name="connsiteX11" fmla="*/ 9799793 w 12248288"/>
              <a:gd name="connsiteY11" fmla="*/ 353740 h 624347"/>
              <a:gd name="connsiteX12" fmla="*/ 9766956 w 12248288"/>
              <a:gd name="connsiteY12" fmla="*/ 371806 h 624347"/>
              <a:gd name="connsiteX13" fmla="*/ 9732314 w 12248288"/>
              <a:gd name="connsiteY13" fmla="*/ 386162 h 624347"/>
              <a:gd name="connsiteX14" fmla="*/ 9696193 w 12248288"/>
              <a:gd name="connsiteY14" fmla="*/ 396646 h 624347"/>
              <a:gd name="connsiteX15" fmla="*/ 9658924 w 12248288"/>
              <a:gd name="connsiteY15" fmla="*/ 402937 h 624347"/>
              <a:gd name="connsiteX16" fmla="*/ 9620833 w 12248288"/>
              <a:gd name="connsiteY16" fmla="*/ 405034 h 624347"/>
              <a:gd name="connsiteX17" fmla="*/ 0 w 12248288"/>
              <a:gd name="connsiteY17" fmla="*/ 410972 h 624347"/>
              <a:gd name="connsiteX18" fmla="*/ 0 w 12248288"/>
              <a:gd name="connsiteY18" fmla="*/ 624347 h 624347"/>
              <a:gd name="connsiteX19" fmla="*/ 12028595 w 12248288"/>
              <a:gd name="connsiteY19" fmla="*/ 612471 h 624347"/>
              <a:gd name="connsiteX20" fmla="*/ 12248288 w 12248288"/>
              <a:gd name="connsiteY20" fmla="*/ 0 h 624347"/>
              <a:gd name="connsiteX0" fmla="*/ 12248288 w 12254226"/>
              <a:gd name="connsiteY0" fmla="*/ 0 h 624347"/>
              <a:gd name="connsiteX1" fmla="*/ 10302690 w 12254226"/>
              <a:gd name="connsiteY1" fmla="*/ 0 h 624347"/>
              <a:gd name="connsiteX2" fmla="*/ 10264600 w 12254226"/>
              <a:gd name="connsiteY2" fmla="*/ 2097 h 624347"/>
              <a:gd name="connsiteX3" fmla="*/ 10227494 w 12254226"/>
              <a:gd name="connsiteY3" fmla="*/ 8549 h 624347"/>
              <a:gd name="connsiteX4" fmla="*/ 10191209 w 12254226"/>
              <a:gd name="connsiteY4" fmla="*/ 18873 h 624347"/>
              <a:gd name="connsiteX5" fmla="*/ 10156566 w 12254226"/>
              <a:gd name="connsiteY5" fmla="*/ 33229 h 624347"/>
              <a:gd name="connsiteX6" fmla="*/ 10123729 w 12254226"/>
              <a:gd name="connsiteY6" fmla="*/ 51456 h 624347"/>
              <a:gd name="connsiteX7" fmla="*/ 10092863 w 12254226"/>
              <a:gd name="connsiteY7" fmla="*/ 73232 h 624347"/>
              <a:gd name="connsiteX8" fmla="*/ 10064459 w 12254226"/>
              <a:gd name="connsiteY8" fmla="*/ 98557 h 624347"/>
              <a:gd name="connsiteX9" fmla="*/ 9859064 w 12254226"/>
              <a:gd name="connsiteY9" fmla="*/ 306639 h 624347"/>
              <a:gd name="connsiteX10" fmla="*/ 9830660 w 12254226"/>
              <a:gd name="connsiteY10" fmla="*/ 331964 h 624347"/>
              <a:gd name="connsiteX11" fmla="*/ 9799793 w 12254226"/>
              <a:gd name="connsiteY11" fmla="*/ 353740 h 624347"/>
              <a:gd name="connsiteX12" fmla="*/ 9766956 w 12254226"/>
              <a:gd name="connsiteY12" fmla="*/ 371806 h 624347"/>
              <a:gd name="connsiteX13" fmla="*/ 9732314 w 12254226"/>
              <a:gd name="connsiteY13" fmla="*/ 386162 h 624347"/>
              <a:gd name="connsiteX14" fmla="*/ 9696193 w 12254226"/>
              <a:gd name="connsiteY14" fmla="*/ 396646 h 624347"/>
              <a:gd name="connsiteX15" fmla="*/ 9658924 w 12254226"/>
              <a:gd name="connsiteY15" fmla="*/ 402937 h 624347"/>
              <a:gd name="connsiteX16" fmla="*/ 9620833 w 12254226"/>
              <a:gd name="connsiteY16" fmla="*/ 405034 h 624347"/>
              <a:gd name="connsiteX17" fmla="*/ 0 w 12254226"/>
              <a:gd name="connsiteY17" fmla="*/ 410972 h 624347"/>
              <a:gd name="connsiteX18" fmla="*/ 0 w 12254226"/>
              <a:gd name="connsiteY18" fmla="*/ 624347 h 624347"/>
              <a:gd name="connsiteX19" fmla="*/ 12254226 w 12254226"/>
              <a:gd name="connsiteY19" fmla="*/ 618409 h 624347"/>
              <a:gd name="connsiteX20" fmla="*/ 12248288 w 12254226"/>
              <a:gd name="connsiteY20" fmla="*/ 0 h 624347"/>
              <a:gd name="connsiteX0" fmla="*/ 12248288 w 12254226"/>
              <a:gd name="connsiteY0" fmla="*/ 0 h 659972"/>
              <a:gd name="connsiteX1" fmla="*/ 10302690 w 12254226"/>
              <a:gd name="connsiteY1" fmla="*/ 0 h 659972"/>
              <a:gd name="connsiteX2" fmla="*/ 10264600 w 12254226"/>
              <a:gd name="connsiteY2" fmla="*/ 2097 h 659972"/>
              <a:gd name="connsiteX3" fmla="*/ 10227494 w 12254226"/>
              <a:gd name="connsiteY3" fmla="*/ 8549 h 659972"/>
              <a:gd name="connsiteX4" fmla="*/ 10191209 w 12254226"/>
              <a:gd name="connsiteY4" fmla="*/ 18873 h 659972"/>
              <a:gd name="connsiteX5" fmla="*/ 10156566 w 12254226"/>
              <a:gd name="connsiteY5" fmla="*/ 33229 h 659972"/>
              <a:gd name="connsiteX6" fmla="*/ 10123729 w 12254226"/>
              <a:gd name="connsiteY6" fmla="*/ 51456 h 659972"/>
              <a:gd name="connsiteX7" fmla="*/ 10092863 w 12254226"/>
              <a:gd name="connsiteY7" fmla="*/ 73232 h 659972"/>
              <a:gd name="connsiteX8" fmla="*/ 10064459 w 12254226"/>
              <a:gd name="connsiteY8" fmla="*/ 98557 h 659972"/>
              <a:gd name="connsiteX9" fmla="*/ 9859064 w 12254226"/>
              <a:gd name="connsiteY9" fmla="*/ 306639 h 659972"/>
              <a:gd name="connsiteX10" fmla="*/ 9830660 w 12254226"/>
              <a:gd name="connsiteY10" fmla="*/ 331964 h 659972"/>
              <a:gd name="connsiteX11" fmla="*/ 9799793 w 12254226"/>
              <a:gd name="connsiteY11" fmla="*/ 353740 h 659972"/>
              <a:gd name="connsiteX12" fmla="*/ 9766956 w 12254226"/>
              <a:gd name="connsiteY12" fmla="*/ 371806 h 659972"/>
              <a:gd name="connsiteX13" fmla="*/ 9732314 w 12254226"/>
              <a:gd name="connsiteY13" fmla="*/ 386162 h 659972"/>
              <a:gd name="connsiteX14" fmla="*/ 9696193 w 12254226"/>
              <a:gd name="connsiteY14" fmla="*/ 396646 h 659972"/>
              <a:gd name="connsiteX15" fmla="*/ 9658924 w 12254226"/>
              <a:gd name="connsiteY15" fmla="*/ 402937 h 659972"/>
              <a:gd name="connsiteX16" fmla="*/ 9620833 w 12254226"/>
              <a:gd name="connsiteY16" fmla="*/ 405034 h 659972"/>
              <a:gd name="connsiteX17" fmla="*/ 0 w 12254226"/>
              <a:gd name="connsiteY17" fmla="*/ 410972 h 659972"/>
              <a:gd name="connsiteX18" fmla="*/ 0 w 12254226"/>
              <a:gd name="connsiteY18" fmla="*/ 624347 h 659972"/>
              <a:gd name="connsiteX19" fmla="*/ 12254226 w 12254226"/>
              <a:gd name="connsiteY19" fmla="*/ 659972 h 659972"/>
              <a:gd name="connsiteX20" fmla="*/ 12248288 w 12254226"/>
              <a:gd name="connsiteY20" fmla="*/ 0 h 659972"/>
              <a:gd name="connsiteX0" fmla="*/ 12254226 w 12260164"/>
              <a:gd name="connsiteY0" fmla="*/ 0 h 659972"/>
              <a:gd name="connsiteX1" fmla="*/ 10308628 w 12260164"/>
              <a:gd name="connsiteY1" fmla="*/ 0 h 659972"/>
              <a:gd name="connsiteX2" fmla="*/ 10270538 w 12260164"/>
              <a:gd name="connsiteY2" fmla="*/ 2097 h 659972"/>
              <a:gd name="connsiteX3" fmla="*/ 10233432 w 12260164"/>
              <a:gd name="connsiteY3" fmla="*/ 8549 h 659972"/>
              <a:gd name="connsiteX4" fmla="*/ 10197147 w 12260164"/>
              <a:gd name="connsiteY4" fmla="*/ 18873 h 659972"/>
              <a:gd name="connsiteX5" fmla="*/ 10162504 w 12260164"/>
              <a:gd name="connsiteY5" fmla="*/ 33229 h 659972"/>
              <a:gd name="connsiteX6" fmla="*/ 10129667 w 12260164"/>
              <a:gd name="connsiteY6" fmla="*/ 51456 h 659972"/>
              <a:gd name="connsiteX7" fmla="*/ 10098801 w 12260164"/>
              <a:gd name="connsiteY7" fmla="*/ 73232 h 659972"/>
              <a:gd name="connsiteX8" fmla="*/ 10070397 w 12260164"/>
              <a:gd name="connsiteY8" fmla="*/ 98557 h 659972"/>
              <a:gd name="connsiteX9" fmla="*/ 9865002 w 12260164"/>
              <a:gd name="connsiteY9" fmla="*/ 306639 h 659972"/>
              <a:gd name="connsiteX10" fmla="*/ 9836598 w 12260164"/>
              <a:gd name="connsiteY10" fmla="*/ 331964 h 659972"/>
              <a:gd name="connsiteX11" fmla="*/ 9805731 w 12260164"/>
              <a:gd name="connsiteY11" fmla="*/ 353740 h 659972"/>
              <a:gd name="connsiteX12" fmla="*/ 9772894 w 12260164"/>
              <a:gd name="connsiteY12" fmla="*/ 371806 h 659972"/>
              <a:gd name="connsiteX13" fmla="*/ 9738252 w 12260164"/>
              <a:gd name="connsiteY13" fmla="*/ 386162 h 659972"/>
              <a:gd name="connsiteX14" fmla="*/ 9702131 w 12260164"/>
              <a:gd name="connsiteY14" fmla="*/ 396646 h 659972"/>
              <a:gd name="connsiteX15" fmla="*/ 9664862 w 12260164"/>
              <a:gd name="connsiteY15" fmla="*/ 402937 h 659972"/>
              <a:gd name="connsiteX16" fmla="*/ 9626771 w 12260164"/>
              <a:gd name="connsiteY16" fmla="*/ 405034 h 659972"/>
              <a:gd name="connsiteX17" fmla="*/ 5938 w 12260164"/>
              <a:gd name="connsiteY17" fmla="*/ 410972 h 659972"/>
              <a:gd name="connsiteX18" fmla="*/ 0 w 12260164"/>
              <a:gd name="connsiteY18" fmla="*/ 654035 h 659972"/>
              <a:gd name="connsiteX19" fmla="*/ 12260164 w 12260164"/>
              <a:gd name="connsiteY19" fmla="*/ 659972 h 659972"/>
              <a:gd name="connsiteX20" fmla="*/ 12254226 w 12260164"/>
              <a:gd name="connsiteY20" fmla="*/ 0 h 659972"/>
              <a:gd name="connsiteX0" fmla="*/ 12248288 w 12254226"/>
              <a:gd name="connsiteY0" fmla="*/ 0 h 659972"/>
              <a:gd name="connsiteX1" fmla="*/ 10302690 w 12254226"/>
              <a:gd name="connsiteY1" fmla="*/ 0 h 659972"/>
              <a:gd name="connsiteX2" fmla="*/ 10264600 w 12254226"/>
              <a:gd name="connsiteY2" fmla="*/ 2097 h 659972"/>
              <a:gd name="connsiteX3" fmla="*/ 10227494 w 12254226"/>
              <a:gd name="connsiteY3" fmla="*/ 8549 h 659972"/>
              <a:gd name="connsiteX4" fmla="*/ 10191209 w 12254226"/>
              <a:gd name="connsiteY4" fmla="*/ 18873 h 659972"/>
              <a:gd name="connsiteX5" fmla="*/ 10156566 w 12254226"/>
              <a:gd name="connsiteY5" fmla="*/ 33229 h 659972"/>
              <a:gd name="connsiteX6" fmla="*/ 10123729 w 12254226"/>
              <a:gd name="connsiteY6" fmla="*/ 51456 h 659972"/>
              <a:gd name="connsiteX7" fmla="*/ 10092863 w 12254226"/>
              <a:gd name="connsiteY7" fmla="*/ 73232 h 659972"/>
              <a:gd name="connsiteX8" fmla="*/ 10064459 w 12254226"/>
              <a:gd name="connsiteY8" fmla="*/ 98557 h 659972"/>
              <a:gd name="connsiteX9" fmla="*/ 9859064 w 12254226"/>
              <a:gd name="connsiteY9" fmla="*/ 306639 h 659972"/>
              <a:gd name="connsiteX10" fmla="*/ 9830660 w 12254226"/>
              <a:gd name="connsiteY10" fmla="*/ 331964 h 659972"/>
              <a:gd name="connsiteX11" fmla="*/ 9799793 w 12254226"/>
              <a:gd name="connsiteY11" fmla="*/ 353740 h 659972"/>
              <a:gd name="connsiteX12" fmla="*/ 9766956 w 12254226"/>
              <a:gd name="connsiteY12" fmla="*/ 371806 h 659972"/>
              <a:gd name="connsiteX13" fmla="*/ 9732314 w 12254226"/>
              <a:gd name="connsiteY13" fmla="*/ 386162 h 659972"/>
              <a:gd name="connsiteX14" fmla="*/ 9696193 w 12254226"/>
              <a:gd name="connsiteY14" fmla="*/ 396646 h 659972"/>
              <a:gd name="connsiteX15" fmla="*/ 9658924 w 12254226"/>
              <a:gd name="connsiteY15" fmla="*/ 402937 h 659972"/>
              <a:gd name="connsiteX16" fmla="*/ 9620833 w 12254226"/>
              <a:gd name="connsiteY16" fmla="*/ 405034 h 659972"/>
              <a:gd name="connsiteX17" fmla="*/ 0 w 12254226"/>
              <a:gd name="connsiteY17" fmla="*/ 410972 h 659972"/>
              <a:gd name="connsiteX18" fmla="*/ 12254226 w 12254226"/>
              <a:gd name="connsiteY18" fmla="*/ 659972 h 659972"/>
              <a:gd name="connsiteX19" fmla="*/ 12248288 w 12254226"/>
              <a:gd name="connsiteY19" fmla="*/ 0 h 659972"/>
              <a:gd name="connsiteX0" fmla="*/ 12248288 w 12248288"/>
              <a:gd name="connsiteY0" fmla="*/ 0 h 410972"/>
              <a:gd name="connsiteX1" fmla="*/ 10302690 w 12248288"/>
              <a:gd name="connsiteY1" fmla="*/ 0 h 410972"/>
              <a:gd name="connsiteX2" fmla="*/ 10264600 w 12248288"/>
              <a:gd name="connsiteY2" fmla="*/ 2097 h 410972"/>
              <a:gd name="connsiteX3" fmla="*/ 10227494 w 12248288"/>
              <a:gd name="connsiteY3" fmla="*/ 8549 h 410972"/>
              <a:gd name="connsiteX4" fmla="*/ 10191209 w 12248288"/>
              <a:gd name="connsiteY4" fmla="*/ 18873 h 410972"/>
              <a:gd name="connsiteX5" fmla="*/ 10156566 w 12248288"/>
              <a:gd name="connsiteY5" fmla="*/ 33229 h 410972"/>
              <a:gd name="connsiteX6" fmla="*/ 10123729 w 12248288"/>
              <a:gd name="connsiteY6" fmla="*/ 51456 h 410972"/>
              <a:gd name="connsiteX7" fmla="*/ 10092863 w 12248288"/>
              <a:gd name="connsiteY7" fmla="*/ 73232 h 410972"/>
              <a:gd name="connsiteX8" fmla="*/ 10064459 w 12248288"/>
              <a:gd name="connsiteY8" fmla="*/ 98557 h 410972"/>
              <a:gd name="connsiteX9" fmla="*/ 9859064 w 12248288"/>
              <a:gd name="connsiteY9" fmla="*/ 306639 h 410972"/>
              <a:gd name="connsiteX10" fmla="*/ 9830660 w 12248288"/>
              <a:gd name="connsiteY10" fmla="*/ 331964 h 410972"/>
              <a:gd name="connsiteX11" fmla="*/ 9799793 w 12248288"/>
              <a:gd name="connsiteY11" fmla="*/ 353740 h 410972"/>
              <a:gd name="connsiteX12" fmla="*/ 9766956 w 12248288"/>
              <a:gd name="connsiteY12" fmla="*/ 371806 h 410972"/>
              <a:gd name="connsiteX13" fmla="*/ 9732314 w 12248288"/>
              <a:gd name="connsiteY13" fmla="*/ 386162 h 410972"/>
              <a:gd name="connsiteX14" fmla="*/ 9696193 w 12248288"/>
              <a:gd name="connsiteY14" fmla="*/ 396646 h 410972"/>
              <a:gd name="connsiteX15" fmla="*/ 9658924 w 12248288"/>
              <a:gd name="connsiteY15" fmla="*/ 402937 h 410972"/>
              <a:gd name="connsiteX16" fmla="*/ 9620833 w 12248288"/>
              <a:gd name="connsiteY16" fmla="*/ 405034 h 410972"/>
              <a:gd name="connsiteX17" fmla="*/ 0 w 12248288"/>
              <a:gd name="connsiteY17" fmla="*/ 410972 h 410972"/>
              <a:gd name="connsiteX18" fmla="*/ 12248288 w 12248288"/>
              <a:gd name="connsiteY18" fmla="*/ 0 h 410972"/>
              <a:gd name="connsiteX0" fmla="*/ 12156848 w 12156848"/>
              <a:gd name="connsiteY0" fmla="*/ 0 h 502412"/>
              <a:gd name="connsiteX1" fmla="*/ 10211250 w 12156848"/>
              <a:gd name="connsiteY1" fmla="*/ 0 h 502412"/>
              <a:gd name="connsiteX2" fmla="*/ 10173160 w 12156848"/>
              <a:gd name="connsiteY2" fmla="*/ 2097 h 502412"/>
              <a:gd name="connsiteX3" fmla="*/ 10136054 w 12156848"/>
              <a:gd name="connsiteY3" fmla="*/ 8549 h 502412"/>
              <a:gd name="connsiteX4" fmla="*/ 10099769 w 12156848"/>
              <a:gd name="connsiteY4" fmla="*/ 18873 h 502412"/>
              <a:gd name="connsiteX5" fmla="*/ 10065126 w 12156848"/>
              <a:gd name="connsiteY5" fmla="*/ 33229 h 502412"/>
              <a:gd name="connsiteX6" fmla="*/ 10032289 w 12156848"/>
              <a:gd name="connsiteY6" fmla="*/ 51456 h 502412"/>
              <a:gd name="connsiteX7" fmla="*/ 10001423 w 12156848"/>
              <a:gd name="connsiteY7" fmla="*/ 73232 h 502412"/>
              <a:gd name="connsiteX8" fmla="*/ 9973019 w 12156848"/>
              <a:gd name="connsiteY8" fmla="*/ 98557 h 502412"/>
              <a:gd name="connsiteX9" fmla="*/ 9767624 w 12156848"/>
              <a:gd name="connsiteY9" fmla="*/ 306639 h 502412"/>
              <a:gd name="connsiteX10" fmla="*/ 9739220 w 12156848"/>
              <a:gd name="connsiteY10" fmla="*/ 331964 h 502412"/>
              <a:gd name="connsiteX11" fmla="*/ 9708353 w 12156848"/>
              <a:gd name="connsiteY11" fmla="*/ 353740 h 502412"/>
              <a:gd name="connsiteX12" fmla="*/ 9675516 w 12156848"/>
              <a:gd name="connsiteY12" fmla="*/ 371806 h 502412"/>
              <a:gd name="connsiteX13" fmla="*/ 9640874 w 12156848"/>
              <a:gd name="connsiteY13" fmla="*/ 386162 h 502412"/>
              <a:gd name="connsiteX14" fmla="*/ 9604753 w 12156848"/>
              <a:gd name="connsiteY14" fmla="*/ 396646 h 502412"/>
              <a:gd name="connsiteX15" fmla="*/ 9567484 w 12156848"/>
              <a:gd name="connsiteY15" fmla="*/ 402937 h 502412"/>
              <a:gd name="connsiteX16" fmla="*/ 9529393 w 12156848"/>
              <a:gd name="connsiteY16" fmla="*/ 405034 h 502412"/>
              <a:gd name="connsiteX17" fmla="*/ 0 w 12156848"/>
              <a:gd name="connsiteY17" fmla="*/ 502412 h 502412"/>
              <a:gd name="connsiteX0" fmla="*/ 12173324 w 12173324"/>
              <a:gd name="connsiteY0" fmla="*/ 0 h 405034"/>
              <a:gd name="connsiteX1" fmla="*/ 10227726 w 12173324"/>
              <a:gd name="connsiteY1" fmla="*/ 0 h 405034"/>
              <a:gd name="connsiteX2" fmla="*/ 10189636 w 12173324"/>
              <a:gd name="connsiteY2" fmla="*/ 2097 h 405034"/>
              <a:gd name="connsiteX3" fmla="*/ 10152530 w 12173324"/>
              <a:gd name="connsiteY3" fmla="*/ 8549 h 405034"/>
              <a:gd name="connsiteX4" fmla="*/ 10116245 w 12173324"/>
              <a:gd name="connsiteY4" fmla="*/ 18873 h 405034"/>
              <a:gd name="connsiteX5" fmla="*/ 10081602 w 12173324"/>
              <a:gd name="connsiteY5" fmla="*/ 33229 h 405034"/>
              <a:gd name="connsiteX6" fmla="*/ 10048765 w 12173324"/>
              <a:gd name="connsiteY6" fmla="*/ 51456 h 405034"/>
              <a:gd name="connsiteX7" fmla="*/ 10017899 w 12173324"/>
              <a:gd name="connsiteY7" fmla="*/ 73232 h 405034"/>
              <a:gd name="connsiteX8" fmla="*/ 9989495 w 12173324"/>
              <a:gd name="connsiteY8" fmla="*/ 98557 h 405034"/>
              <a:gd name="connsiteX9" fmla="*/ 9784100 w 12173324"/>
              <a:gd name="connsiteY9" fmla="*/ 306639 h 405034"/>
              <a:gd name="connsiteX10" fmla="*/ 9755696 w 12173324"/>
              <a:gd name="connsiteY10" fmla="*/ 331964 h 405034"/>
              <a:gd name="connsiteX11" fmla="*/ 9724829 w 12173324"/>
              <a:gd name="connsiteY11" fmla="*/ 353740 h 405034"/>
              <a:gd name="connsiteX12" fmla="*/ 9691992 w 12173324"/>
              <a:gd name="connsiteY12" fmla="*/ 371806 h 405034"/>
              <a:gd name="connsiteX13" fmla="*/ 9657350 w 12173324"/>
              <a:gd name="connsiteY13" fmla="*/ 386162 h 405034"/>
              <a:gd name="connsiteX14" fmla="*/ 9621229 w 12173324"/>
              <a:gd name="connsiteY14" fmla="*/ 396646 h 405034"/>
              <a:gd name="connsiteX15" fmla="*/ 9583960 w 12173324"/>
              <a:gd name="connsiteY15" fmla="*/ 402937 h 405034"/>
              <a:gd name="connsiteX16" fmla="*/ 9545869 w 12173324"/>
              <a:gd name="connsiteY16" fmla="*/ 405034 h 405034"/>
              <a:gd name="connsiteX17" fmla="*/ 0 w 12173324"/>
              <a:gd name="connsiteY17" fmla="*/ 395320 h 405034"/>
              <a:gd name="connsiteX0" fmla="*/ 12173324 w 12173324"/>
              <a:gd name="connsiteY0" fmla="*/ 0 h 428271"/>
              <a:gd name="connsiteX1" fmla="*/ 10227726 w 12173324"/>
              <a:gd name="connsiteY1" fmla="*/ 0 h 428271"/>
              <a:gd name="connsiteX2" fmla="*/ 10189636 w 12173324"/>
              <a:gd name="connsiteY2" fmla="*/ 2097 h 428271"/>
              <a:gd name="connsiteX3" fmla="*/ 10152530 w 12173324"/>
              <a:gd name="connsiteY3" fmla="*/ 8549 h 428271"/>
              <a:gd name="connsiteX4" fmla="*/ 10116245 w 12173324"/>
              <a:gd name="connsiteY4" fmla="*/ 18873 h 428271"/>
              <a:gd name="connsiteX5" fmla="*/ 10081602 w 12173324"/>
              <a:gd name="connsiteY5" fmla="*/ 33229 h 428271"/>
              <a:gd name="connsiteX6" fmla="*/ 10048765 w 12173324"/>
              <a:gd name="connsiteY6" fmla="*/ 51456 h 428271"/>
              <a:gd name="connsiteX7" fmla="*/ 10017899 w 12173324"/>
              <a:gd name="connsiteY7" fmla="*/ 73232 h 428271"/>
              <a:gd name="connsiteX8" fmla="*/ 9989495 w 12173324"/>
              <a:gd name="connsiteY8" fmla="*/ 98557 h 428271"/>
              <a:gd name="connsiteX9" fmla="*/ 9784100 w 12173324"/>
              <a:gd name="connsiteY9" fmla="*/ 306639 h 428271"/>
              <a:gd name="connsiteX10" fmla="*/ 9755696 w 12173324"/>
              <a:gd name="connsiteY10" fmla="*/ 331964 h 428271"/>
              <a:gd name="connsiteX11" fmla="*/ 9724829 w 12173324"/>
              <a:gd name="connsiteY11" fmla="*/ 353740 h 428271"/>
              <a:gd name="connsiteX12" fmla="*/ 9691992 w 12173324"/>
              <a:gd name="connsiteY12" fmla="*/ 371806 h 428271"/>
              <a:gd name="connsiteX13" fmla="*/ 9657350 w 12173324"/>
              <a:gd name="connsiteY13" fmla="*/ 386162 h 428271"/>
              <a:gd name="connsiteX14" fmla="*/ 9621229 w 12173324"/>
              <a:gd name="connsiteY14" fmla="*/ 396646 h 428271"/>
              <a:gd name="connsiteX15" fmla="*/ 9583960 w 12173324"/>
              <a:gd name="connsiteY15" fmla="*/ 402937 h 428271"/>
              <a:gd name="connsiteX16" fmla="*/ 9545869 w 12173324"/>
              <a:gd name="connsiteY16" fmla="*/ 405034 h 428271"/>
              <a:gd name="connsiteX17" fmla="*/ 0 w 12173324"/>
              <a:gd name="connsiteY17" fmla="*/ 428271 h 428271"/>
              <a:gd name="connsiteX0" fmla="*/ 12173324 w 12173324"/>
              <a:gd name="connsiteY0" fmla="*/ 0 h 405034"/>
              <a:gd name="connsiteX1" fmla="*/ 10227726 w 12173324"/>
              <a:gd name="connsiteY1" fmla="*/ 0 h 405034"/>
              <a:gd name="connsiteX2" fmla="*/ 10189636 w 12173324"/>
              <a:gd name="connsiteY2" fmla="*/ 2097 h 405034"/>
              <a:gd name="connsiteX3" fmla="*/ 10152530 w 12173324"/>
              <a:gd name="connsiteY3" fmla="*/ 8549 h 405034"/>
              <a:gd name="connsiteX4" fmla="*/ 10116245 w 12173324"/>
              <a:gd name="connsiteY4" fmla="*/ 18873 h 405034"/>
              <a:gd name="connsiteX5" fmla="*/ 10081602 w 12173324"/>
              <a:gd name="connsiteY5" fmla="*/ 33229 h 405034"/>
              <a:gd name="connsiteX6" fmla="*/ 10048765 w 12173324"/>
              <a:gd name="connsiteY6" fmla="*/ 51456 h 405034"/>
              <a:gd name="connsiteX7" fmla="*/ 10017899 w 12173324"/>
              <a:gd name="connsiteY7" fmla="*/ 73232 h 405034"/>
              <a:gd name="connsiteX8" fmla="*/ 9989495 w 12173324"/>
              <a:gd name="connsiteY8" fmla="*/ 98557 h 405034"/>
              <a:gd name="connsiteX9" fmla="*/ 9784100 w 12173324"/>
              <a:gd name="connsiteY9" fmla="*/ 306639 h 405034"/>
              <a:gd name="connsiteX10" fmla="*/ 9755696 w 12173324"/>
              <a:gd name="connsiteY10" fmla="*/ 331964 h 405034"/>
              <a:gd name="connsiteX11" fmla="*/ 9724829 w 12173324"/>
              <a:gd name="connsiteY11" fmla="*/ 353740 h 405034"/>
              <a:gd name="connsiteX12" fmla="*/ 9691992 w 12173324"/>
              <a:gd name="connsiteY12" fmla="*/ 371806 h 405034"/>
              <a:gd name="connsiteX13" fmla="*/ 9657350 w 12173324"/>
              <a:gd name="connsiteY13" fmla="*/ 386162 h 405034"/>
              <a:gd name="connsiteX14" fmla="*/ 9621229 w 12173324"/>
              <a:gd name="connsiteY14" fmla="*/ 396646 h 405034"/>
              <a:gd name="connsiteX15" fmla="*/ 9583960 w 12173324"/>
              <a:gd name="connsiteY15" fmla="*/ 402937 h 405034"/>
              <a:gd name="connsiteX16" fmla="*/ 9545869 w 12173324"/>
              <a:gd name="connsiteY16" fmla="*/ 405034 h 405034"/>
              <a:gd name="connsiteX17" fmla="*/ 0 w 12173324"/>
              <a:gd name="connsiteY17" fmla="*/ 403558 h 405034"/>
              <a:gd name="connsiteX0" fmla="*/ 12247465 w 12247465"/>
              <a:gd name="connsiteY0" fmla="*/ 0 h 405034"/>
              <a:gd name="connsiteX1" fmla="*/ 10301867 w 12247465"/>
              <a:gd name="connsiteY1" fmla="*/ 0 h 405034"/>
              <a:gd name="connsiteX2" fmla="*/ 10263777 w 12247465"/>
              <a:gd name="connsiteY2" fmla="*/ 2097 h 405034"/>
              <a:gd name="connsiteX3" fmla="*/ 10226671 w 12247465"/>
              <a:gd name="connsiteY3" fmla="*/ 8549 h 405034"/>
              <a:gd name="connsiteX4" fmla="*/ 10190386 w 12247465"/>
              <a:gd name="connsiteY4" fmla="*/ 18873 h 405034"/>
              <a:gd name="connsiteX5" fmla="*/ 10155743 w 12247465"/>
              <a:gd name="connsiteY5" fmla="*/ 33229 h 405034"/>
              <a:gd name="connsiteX6" fmla="*/ 10122906 w 12247465"/>
              <a:gd name="connsiteY6" fmla="*/ 51456 h 405034"/>
              <a:gd name="connsiteX7" fmla="*/ 10092040 w 12247465"/>
              <a:gd name="connsiteY7" fmla="*/ 73232 h 405034"/>
              <a:gd name="connsiteX8" fmla="*/ 10063636 w 12247465"/>
              <a:gd name="connsiteY8" fmla="*/ 98557 h 405034"/>
              <a:gd name="connsiteX9" fmla="*/ 9858241 w 12247465"/>
              <a:gd name="connsiteY9" fmla="*/ 306639 h 405034"/>
              <a:gd name="connsiteX10" fmla="*/ 9829837 w 12247465"/>
              <a:gd name="connsiteY10" fmla="*/ 331964 h 405034"/>
              <a:gd name="connsiteX11" fmla="*/ 9798970 w 12247465"/>
              <a:gd name="connsiteY11" fmla="*/ 353740 h 405034"/>
              <a:gd name="connsiteX12" fmla="*/ 9766133 w 12247465"/>
              <a:gd name="connsiteY12" fmla="*/ 371806 h 405034"/>
              <a:gd name="connsiteX13" fmla="*/ 9731491 w 12247465"/>
              <a:gd name="connsiteY13" fmla="*/ 386162 h 405034"/>
              <a:gd name="connsiteX14" fmla="*/ 9695370 w 12247465"/>
              <a:gd name="connsiteY14" fmla="*/ 396646 h 405034"/>
              <a:gd name="connsiteX15" fmla="*/ 9658101 w 12247465"/>
              <a:gd name="connsiteY15" fmla="*/ 402937 h 405034"/>
              <a:gd name="connsiteX16" fmla="*/ 9620010 w 12247465"/>
              <a:gd name="connsiteY16" fmla="*/ 405034 h 405034"/>
              <a:gd name="connsiteX17" fmla="*/ 0 w 12247465"/>
              <a:gd name="connsiteY17" fmla="*/ 403558 h 405034"/>
              <a:gd name="connsiteX0" fmla="*/ 13399609 w 13399609"/>
              <a:gd name="connsiteY0" fmla="*/ 0 h 405034"/>
              <a:gd name="connsiteX1" fmla="*/ 11454011 w 13399609"/>
              <a:gd name="connsiteY1" fmla="*/ 0 h 405034"/>
              <a:gd name="connsiteX2" fmla="*/ 11415921 w 13399609"/>
              <a:gd name="connsiteY2" fmla="*/ 2097 h 405034"/>
              <a:gd name="connsiteX3" fmla="*/ 11378815 w 13399609"/>
              <a:gd name="connsiteY3" fmla="*/ 8549 h 405034"/>
              <a:gd name="connsiteX4" fmla="*/ 11342530 w 13399609"/>
              <a:gd name="connsiteY4" fmla="*/ 18873 h 405034"/>
              <a:gd name="connsiteX5" fmla="*/ 11307887 w 13399609"/>
              <a:gd name="connsiteY5" fmla="*/ 33229 h 405034"/>
              <a:gd name="connsiteX6" fmla="*/ 11275050 w 13399609"/>
              <a:gd name="connsiteY6" fmla="*/ 51456 h 405034"/>
              <a:gd name="connsiteX7" fmla="*/ 11244184 w 13399609"/>
              <a:gd name="connsiteY7" fmla="*/ 73232 h 405034"/>
              <a:gd name="connsiteX8" fmla="*/ 11215780 w 13399609"/>
              <a:gd name="connsiteY8" fmla="*/ 98557 h 405034"/>
              <a:gd name="connsiteX9" fmla="*/ 11010385 w 13399609"/>
              <a:gd name="connsiteY9" fmla="*/ 306639 h 405034"/>
              <a:gd name="connsiteX10" fmla="*/ 10981981 w 13399609"/>
              <a:gd name="connsiteY10" fmla="*/ 331964 h 405034"/>
              <a:gd name="connsiteX11" fmla="*/ 10951114 w 13399609"/>
              <a:gd name="connsiteY11" fmla="*/ 353740 h 405034"/>
              <a:gd name="connsiteX12" fmla="*/ 10918277 w 13399609"/>
              <a:gd name="connsiteY12" fmla="*/ 371806 h 405034"/>
              <a:gd name="connsiteX13" fmla="*/ 10883635 w 13399609"/>
              <a:gd name="connsiteY13" fmla="*/ 386162 h 405034"/>
              <a:gd name="connsiteX14" fmla="*/ 10847514 w 13399609"/>
              <a:gd name="connsiteY14" fmla="*/ 396646 h 405034"/>
              <a:gd name="connsiteX15" fmla="*/ 10810245 w 13399609"/>
              <a:gd name="connsiteY15" fmla="*/ 402937 h 405034"/>
              <a:gd name="connsiteX16" fmla="*/ 10772154 w 13399609"/>
              <a:gd name="connsiteY16" fmla="*/ 405034 h 405034"/>
              <a:gd name="connsiteX17" fmla="*/ 0 w 13399609"/>
              <a:gd name="connsiteY17" fmla="*/ 403558 h 405034"/>
              <a:gd name="connsiteX0" fmla="*/ 12210889 w 12210889"/>
              <a:gd name="connsiteY0" fmla="*/ 9144 h 405034"/>
              <a:gd name="connsiteX1" fmla="*/ 11454011 w 12210889"/>
              <a:gd name="connsiteY1" fmla="*/ 0 h 405034"/>
              <a:gd name="connsiteX2" fmla="*/ 11415921 w 12210889"/>
              <a:gd name="connsiteY2" fmla="*/ 2097 h 405034"/>
              <a:gd name="connsiteX3" fmla="*/ 11378815 w 12210889"/>
              <a:gd name="connsiteY3" fmla="*/ 8549 h 405034"/>
              <a:gd name="connsiteX4" fmla="*/ 11342530 w 12210889"/>
              <a:gd name="connsiteY4" fmla="*/ 18873 h 405034"/>
              <a:gd name="connsiteX5" fmla="*/ 11307887 w 12210889"/>
              <a:gd name="connsiteY5" fmla="*/ 33229 h 405034"/>
              <a:gd name="connsiteX6" fmla="*/ 11275050 w 12210889"/>
              <a:gd name="connsiteY6" fmla="*/ 51456 h 405034"/>
              <a:gd name="connsiteX7" fmla="*/ 11244184 w 12210889"/>
              <a:gd name="connsiteY7" fmla="*/ 73232 h 405034"/>
              <a:gd name="connsiteX8" fmla="*/ 11215780 w 12210889"/>
              <a:gd name="connsiteY8" fmla="*/ 98557 h 405034"/>
              <a:gd name="connsiteX9" fmla="*/ 11010385 w 12210889"/>
              <a:gd name="connsiteY9" fmla="*/ 306639 h 405034"/>
              <a:gd name="connsiteX10" fmla="*/ 10981981 w 12210889"/>
              <a:gd name="connsiteY10" fmla="*/ 331964 h 405034"/>
              <a:gd name="connsiteX11" fmla="*/ 10951114 w 12210889"/>
              <a:gd name="connsiteY11" fmla="*/ 353740 h 405034"/>
              <a:gd name="connsiteX12" fmla="*/ 10918277 w 12210889"/>
              <a:gd name="connsiteY12" fmla="*/ 371806 h 405034"/>
              <a:gd name="connsiteX13" fmla="*/ 10883635 w 12210889"/>
              <a:gd name="connsiteY13" fmla="*/ 386162 h 405034"/>
              <a:gd name="connsiteX14" fmla="*/ 10847514 w 12210889"/>
              <a:gd name="connsiteY14" fmla="*/ 396646 h 405034"/>
              <a:gd name="connsiteX15" fmla="*/ 10810245 w 12210889"/>
              <a:gd name="connsiteY15" fmla="*/ 402937 h 405034"/>
              <a:gd name="connsiteX16" fmla="*/ 10772154 w 12210889"/>
              <a:gd name="connsiteY16" fmla="*/ 405034 h 405034"/>
              <a:gd name="connsiteX17" fmla="*/ 0 w 12210889"/>
              <a:gd name="connsiteY17" fmla="*/ 403558 h 40503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12210889" h="405034">
                <a:moveTo>
                  <a:pt x="12210889" y="9144"/>
                </a:moveTo>
                <a:lnTo>
                  <a:pt x="11454011" y="0"/>
                </a:lnTo>
                <a:lnTo>
                  <a:pt x="11415921" y="2097"/>
                </a:lnTo>
                <a:lnTo>
                  <a:pt x="11378815" y="8549"/>
                </a:lnTo>
                <a:lnTo>
                  <a:pt x="11342530" y="18873"/>
                </a:lnTo>
                <a:lnTo>
                  <a:pt x="11307887" y="33229"/>
                </a:lnTo>
                <a:lnTo>
                  <a:pt x="11275050" y="51456"/>
                </a:lnTo>
                <a:lnTo>
                  <a:pt x="11244184" y="73232"/>
                </a:lnTo>
                <a:lnTo>
                  <a:pt x="11215780" y="98557"/>
                </a:lnTo>
                <a:lnTo>
                  <a:pt x="11010385" y="306639"/>
                </a:lnTo>
                <a:lnTo>
                  <a:pt x="10981981" y="331964"/>
                </a:lnTo>
                <a:lnTo>
                  <a:pt x="10951114" y="353740"/>
                </a:lnTo>
                <a:lnTo>
                  <a:pt x="10918277" y="371806"/>
                </a:lnTo>
                <a:lnTo>
                  <a:pt x="10883635" y="386162"/>
                </a:lnTo>
                <a:lnTo>
                  <a:pt x="10847514" y="396646"/>
                </a:lnTo>
                <a:lnTo>
                  <a:pt x="10810245" y="402937"/>
                </a:lnTo>
                <a:lnTo>
                  <a:pt x="10772154" y="405034"/>
                </a:lnTo>
                <a:lnTo>
                  <a:pt x="0" y="403558"/>
                </a:lnTo>
              </a:path>
            </a:pathLst>
          </a:custGeom>
          <a:noFill/>
          <a:ln w="16417" cap="flat">
            <a:solidFill>
              <a:srgbClr val="FFBF22"/>
            </a:solidFill>
            <a:prstDash val="solid"/>
            <a:miter/>
          </a:ln>
        </p:spPr>
        <p:txBody>
          <a:bodyPr rtlCol="0" anchor="ctr"/>
          <a:lstStyle/>
          <a:p>
            <a:endParaRPr lang="en-GB"/>
          </a:p>
        </p:txBody>
      </p:sp>
    </p:spTree>
    <p:extLst>
      <p:ext uri="{BB962C8B-B14F-4D97-AF65-F5344CB8AC3E}">
        <p14:creationId xmlns:p14="http://schemas.microsoft.com/office/powerpoint/2010/main" val="3078381462"/>
      </p:ext>
    </p:extLst>
  </p:cSld>
  <p:clrMapOvr>
    <a:masterClrMapping/>
  </p:clrMapOvr>
</p:sldLayout>
</file>

<file path=ppt/slideLayouts/slideLayout149.xml><?xml version="1.0" encoding="utf-8"?>
<p:sldLayout xmlns:a="http://schemas.openxmlformats.org/drawingml/2006/main" xmlns:r="http://schemas.openxmlformats.org/officeDocument/2006/relationships" xmlns:p="http://schemas.openxmlformats.org/presentationml/2006/main" preserve="1" userDrawn="1">
  <p:cSld name="Titre seul">
    <p:spTree>
      <p:nvGrpSpPr>
        <p:cNvPr id="1" name=""/>
        <p:cNvGrpSpPr/>
        <p:nvPr/>
      </p:nvGrpSpPr>
      <p:grpSpPr>
        <a:xfrm>
          <a:off x="0" y="0"/>
          <a:ext cx="0" cy="0"/>
          <a:chOff x="0" y="0"/>
          <a:chExt cx="0" cy="0"/>
        </a:xfrm>
      </p:grpSpPr>
      <p:graphicFrame>
        <p:nvGraphicFramePr>
          <p:cNvPr id="5" name="Object 4" hidden="1">
            <a:extLst>
              <a:ext uri="{FF2B5EF4-FFF2-40B4-BE49-F238E27FC236}">
                <a16:creationId xmlns:a16="http://schemas.microsoft.com/office/drawing/2014/main" id="{EC2832D5-C322-4590-B941-DCF0E6D86583}"/>
              </a:ext>
            </a:extLst>
          </p:cNvPr>
          <p:cNvGraphicFramePr>
            <a:graphicFrameLocks noChangeAspect="1"/>
          </p:cNvGraphicFramePr>
          <p:nvPr userDrawn="1">
            <p:custDataLst>
              <p:tags r:id="rId1"/>
            </p:custDataLst>
            <p:extLst>
              <p:ext uri="{D42A27DB-BD31-4B8C-83A1-F6EECF244321}">
                <p14:modId xmlns:p14="http://schemas.microsoft.com/office/powerpoint/2010/main" val="3840118870"/>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4" imgW="270" imgH="270" progId="TCLayout.ActiveDocument.1">
                  <p:embed/>
                </p:oleObj>
              </mc:Choice>
              <mc:Fallback>
                <p:oleObj name="think-cell Slide" r:id="rId4" imgW="270" imgH="270" progId="TCLayout.ActiveDocument.1">
                  <p:embed/>
                  <p:pic>
                    <p:nvPicPr>
                      <p:cNvPr id="5" name="Object 4" hidden="1">
                        <a:extLst>
                          <a:ext uri="{FF2B5EF4-FFF2-40B4-BE49-F238E27FC236}">
                            <a16:creationId xmlns:a16="http://schemas.microsoft.com/office/drawing/2014/main" id="{EC2832D5-C322-4590-B941-DCF0E6D86583}"/>
                          </a:ext>
                        </a:extLst>
                      </p:cNvPr>
                      <p:cNvPicPr/>
                      <p:nvPr/>
                    </p:nvPicPr>
                    <p:blipFill>
                      <a:blip r:embed="rId5"/>
                      <a:stretch>
                        <a:fillRect/>
                      </a:stretch>
                    </p:blipFill>
                    <p:spPr>
                      <a:xfrm>
                        <a:off x="1588" y="1588"/>
                        <a:ext cx="1588" cy="1588"/>
                      </a:xfrm>
                      <a:prstGeom prst="rect">
                        <a:avLst/>
                      </a:prstGeom>
                    </p:spPr>
                  </p:pic>
                </p:oleObj>
              </mc:Fallback>
            </mc:AlternateContent>
          </a:graphicData>
        </a:graphic>
      </p:graphicFrame>
      <p:sp>
        <p:nvSpPr>
          <p:cNvPr id="2" name="Rectangle 1" hidden="1">
            <a:extLst>
              <a:ext uri="{FF2B5EF4-FFF2-40B4-BE49-F238E27FC236}">
                <a16:creationId xmlns:a16="http://schemas.microsoft.com/office/drawing/2014/main" id="{2C50F42E-9753-4F50-92E7-CB09E29E8741}"/>
              </a:ext>
            </a:extLst>
          </p:cNvPr>
          <p:cNvSpPr/>
          <p:nvPr userDrawn="1">
            <p:custDataLst>
              <p:tags r:id="rId2"/>
            </p:custDataLst>
          </p:nvPr>
        </p:nvSpPr>
        <p:spPr>
          <a:xfrm>
            <a:off x="0" y="0"/>
            <a:ext cx="158750" cy="15875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vert="horz" wrap="none" lIns="0" tIns="0" rIns="0" bIns="0" numCol="1" spcCol="0" rtlCol="0" anchor="ctr" anchorCtr="0">
            <a:noAutofit/>
          </a:bodyPr>
          <a:lstStyle/>
          <a:p>
            <a:pPr marL="0" lvl="0" indent="0" algn="ctr" eaLnBrk="1">
              <a:lnSpc>
                <a:spcPct val="100000"/>
              </a:lnSpc>
              <a:spcBef>
                <a:spcPct val="0"/>
              </a:spcBef>
              <a:spcAft>
                <a:spcPct val="0"/>
              </a:spcAft>
            </a:pPr>
            <a:endParaRPr lang="en-US" sz="2400" b="0" i="0" baseline="0">
              <a:solidFill>
                <a:schemeClr val="tx1"/>
              </a:solidFill>
              <a:latin typeface="Verdana" panose="020B0604030504040204" pitchFamily="34" charset="0"/>
              <a:ea typeface="+mj-ea"/>
              <a:cs typeface="+mj-cs"/>
              <a:sym typeface="Verdana" panose="020B0604030504040204" pitchFamily="34" charset="0"/>
            </a:endParaRPr>
          </a:p>
        </p:txBody>
      </p:sp>
      <p:sp>
        <p:nvSpPr>
          <p:cNvPr id="3" name="Date Placeholder 2">
            <a:extLst>
              <a:ext uri="{FF2B5EF4-FFF2-40B4-BE49-F238E27FC236}">
                <a16:creationId xmlns:a16="http://schemas.microsoft.com/office/drawing/2014/main" id="{528D90FD-78CA-4D2B-82C9-F5F51C62DC8D}"/>
              </a:ext>
            </a:extLst>
          </p:cNvPr>
          <p:cNvSpPr>
            <a:spLocks noGrp="1"/>
          </p:cNvSpPr>
          <p:nvPr>
            <p:ph type="dt" sz="half" idx="10"/>
          </p:nvPr>
        </p:nvSpPr>
        <p:spPr>
          <a:xfrm>
            <a:off x="8934673" y="6650661"/>
            <a:ext cx="2664297" cy="123111"/>
          </a:xfrm>
          <a:prstGeom prst="rect">
            <a:avLst/>
          </a:prstGeom>
        </p:spPr>
        <p:txBody>
          <a:bodyPr/>
          <a:lstStyle/>
          <a:p>
            <a:pPr algn="r">
              <a:spcBef>
                <a:spcPts val="1000"/>
              </a:spcBef>
              <a:buFont typeface="Arial" panose="020B0604020202020204" pitchFamily="34" charset="0"/>
              <a:buNone/>
            </a:pPr>
            <a:endParaRPr lang="en-US"/>
          </a:p>
        </p:txBody>
      </p:sp>
      <p:sp>
        <p:nvSpPr>
          <p:cNvPr id="6" name="Slide Number Placeholder 5">
            <a:extLst>
              <a:ext uri="{FF2B5EF4-FFF2-40B4-BE49-F238E27FC236}">
                <a16:creationId xmlns:a16="http://schemas.microsoft.com/office/drawing/2014/main" id="{A51E5A9C-5F0A-4874-9769-AC462AF6FD1A}"/>
              </a:ext>
            </a:extLst>
          </p:cNvPr>
          <p:cNvSpPr>
            <a:spLocks noGrp="1"/>
          </p:cNvSpPr>
          <p:nvPr>
            <p:ph type="sldNum" sz="quarter" idx="12"/>
          </p:nvPr>
        </p:nvSpPr>
        <p:spPr>
          <a:xfrm>
            <a:off x="11695335" y="6650661"/>
            <a:ext cx="232665" cy="123111"/>
          </a:xfrm>
          <a:prstGeom prst="rect">
            <a:avLst/>
          </a:prstGeom>
        </p:spPr>
        <p:txBody>
          <a:bodyPr/>
          <a:lstStyle/>
          <a:p>
            <a:pPr algn="r"/>
            <a:fld id="{5D9A5160-6218-4E5A-B9E6-B93E3DAE377C}" type="slidenum">
              <a:rPr lang="en-US" smtClean="0"/>
              <a:pPr algn="r"/>
              <a:t>‹#›</a:t>
            </a:fld>
            <a:endParaRPr lang="en-US"/>
          </a:p>
        </p:txBody>
      </p:sp>
      <p:sp>
        <p:nvSpPr>
          <p:cNvPr id="7" name="Title 6">
            <a:extLst>
              <a:ext uri="{FF2B5EF4-FFF2-40B4-BE49-F238E27FC236}">
                <a16:creationId xmlns:a16="http://schemas.microsoft.com/office/drawing/2014/main" id="{8C6708EB-7103-45C8-B076-F11F9834A8C5}"/>
              </a:ext>
            </a:extLst>
          </p:cNvPr>
          <p:cNvSpPr>
            <a:spLocks noGrp="1"/>
          </p:cNvSpPr>
          <p:nvPr>
            <p:ph type="title"/>
          </p:nvPr>
        </p:nvSpPr>
        <p:spPr/>
        <p:txBody>
          <a:bodyPr/>
          <a:lstStyle>
            <a:lvl1pPr>
              <a:defRPr sz="2400"/>
            </a:lvl1pPr>
          </a:lstStyle>
          <a:p>
            <a:r>
              <a:rPr lang="en-US"/>
              <a:t>Click to edit Master title style</a:t>
            </a:r>
            <a:endParaRPr lang="de-DE"/>
          </a:p>
        </p:txBody>
      </p:sp>
    </p:spTree>
    <p:extLst>
      <p:ext uri="{BB962C8B-B14F-4D97-AF65-F5344CB8AC3E}">
        <p14:creationId xmlns:p14="http://schemas.microsoft.com/office/powerpoint/2010/main" val="2610443429"/>
      </p:ext>
    </p:extLst>
  </p:cSld>
  <p:clrMapOvr>
    <a:masterClrMapping/>
  </p:clrMapOvr>
</p:sldLayout>
</file>

<file path=ppt/slideLayouts/slideLayout150.xml><?xml version="1.0" encoding="utf-8"?>
<p:sldLayout xmlns:a="http://schemas.openxmlformats.org/drawingml/2006/main" xmlns:r="http://schemas.openxmlformats.org/officeDocument/2006/relationships" xmlns:p="http://schemas.openxmlformats.org/presentationml/2006/main" preserve="1" userDrawn="1">
  <p:cSld name="2_Titre seul">
    <p:spTree>
      <p:nvGrpSpPr>
        <p:cNvPr id="1" name=""/>
        <p:cNvGrpSpPr/>
        <p:nvPr/>
      </p:nvGrpSpPr>
      <p:grpSpPr>
        <a:xfrm>
          <a:off x="0" y="0"/>
          <a:ext cx="0" cy="0"/>
          <a:chOff x="0" y="0"/>
          <a:chExt cx="0" cy="0"/>
        </a:xfrm>
      </p:grpSpPr>
      <p:graphicFrame>
        <p:nvGraphicFramePr>
          <p:cNvPr id="2" name="Object 1" hidden="1">
            <a:extLst>
              <a:ext uri="{FF2B5EF4-FFF2-40B4-BE49-F238E27FC236}">
                <a16:creationId xmlns:a16="http://schemas.microsoft.com/office/drawing/2014/main" id="{B49EFB4C-7F3D-4246-93CE-7A5F50EA2F03}"/>
              </a:ext>
            </a:extLst>
          </p:cNvPr>
          <p:cNvGraphicFramePr>
            <a:graphicFrameLocks noChangeAspect="1"/>
          </p:cNvGraphicFramePr>
          <p:nvPr userDrawn="1">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4" imgW="270" imgH="270" progId="TCLayout.ActiveDocument.1">
                  <p:embed/>
                </p:oleObj>
              </mc:Choice>
              <mc:Fallback>
                <p:oleObj name="think-cell Slide" r:id="rId4" imgW="270" imgH="270" progId="TCLayout.ActiveDocument.1">
                  <p:embed/>
                  <p:pic>
                    <p:nvPicPr>
                      <p:cNvPr id="2" name="Object 1" hidden="1">
                        <a:extLst>
                          <a:ext uri="{FF2B5EF4-FFF2-40B4-BE49-F238E27FC236}">
                            <a16:creationId xmlns:a16="http://schemas.microsoft.com/office/drawing/2014/main" id="{B49EFB4C-7F3D-4246-93CE-7A5F50EA2F03}"/>
                          </a:ext>
                        </a:extLst>
                      </p:cNvPr>
                      <p:cNvPicPr/>
                      <p:nvPr/>
                    </p:nvPicPr>
                    <p:blipFill>
                      <a:blip r:embed="rId5"/>
                      <a:stretch>
                        <a:fillRect/>
                      </a:stretch>
                    </p:blipFill>
                    <p:spPr>
                      <a:xfrm>
                        <a:off x="1588" y="1588"/>
                        <a:ext cx="1588" cy="1588"/>
                      </a:xfrm>
                      <a:prstGeom prst="rect">
                        <a:avLst/>
                      </a:prstGeom>
                    </p:spPr>
                  </p:pic>
                </p:oleObj>
              </mc:Fallback>
            </mc:AlternateContent>
          </a:graphicData>
        </a:graphic>
      </p:graphicFrame>
      <p:sp>
        <p:nvSpPr>
          <p:cNvPr id="8" name="Rectangle 7" hidden="1">
            <a:extLst>
              <a:ext uri="{FF2B5EF4-FFF2-40B4-BE49-F238E27FC236}">
                <a16:creationId xmlns:a16="http://schemas.microsoft.com/office/drawing/2014/main" id="{E7D41BB1-0FB0-409B-93C1-87EE9914339C}"/>
              </a:ext>
            </a:extLst>
          </p:cNvPr>
          <p:cNvSpPr/>
          <p:nvPr userDrawn="1">
            <p:custDataLst>
              <p:tags r:id="rId2"/>
            </p:custDataLst>
          </p:nvPr>
        </p:nvSpPr>
        <p:spPr>
          <a:xfrm>
            <a:off x="0" y="0"/>
            <a:ext cx="158750" cy="15875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vert="horz" wrap="none" lIns="0" tIns="0" rIns="0" bIns="0" numCol="1" spcCol="0" rtlCol="0" anchor="ctr" anchorCtr="0">
            <a:noAutofit/>
          </a:bodyPr>
          <a:lstStyle/>
          <a:p>
            <a:pPr marL="0" lvl="0" indent="0" algn="ctr" eaLnBrk="1">
              <a:lnSpc>
                <a:spcPct val="100000"/>
              </a:lnSpc>
              <a:spcBef>
                <a:spcPct val="0"/>
              </a:spcBef>
              <a:spcAft>
                <a:spcPct val="0"/>
              </a:spcAft>
            </a:pPr>
            <a:endParaRPr lang="en-US" sz="2800" b="0" i="0" baseline="0">
              <a:solidFill>
                <a:schemeClr val="tx1"/>
              </a:solidFill>
              <a:latin typeface="Verdana" panose="020B0604030504040204" pitchFamily="34" charset="0"/>
              <a:ea typeface="+mj-ea"/>
              <a:cs typeface="+mj-cs"/>
              <a:sym typeface="Verdana" panose="020B0604030504040204" pitchFamily="34" charset="0"/>
            </a:endParaRPr>
          </a:p>
        </p:txBody>
      </p:sp>
      <p:sp>
        <p:nvSpPr>
          <p:cNvPr id="3" name="Date Placeholder 2">
            <a:extLst>
              <a:ext uri="{FF2B5EF4-FFF2-40B4-BE49-F238E27FC236}">
                <a16:creationId xmlns:a16="http://schemas.microsoft.com/office/drawing/2014/main" id="{2265D613-EA2B-4613-BC11-3E41C4F319A4}"/>
              </a:ext>
            </a:extLst>
          </p:cNvPr>
          <p:cNvSpPr>
            <a:spLocks noGrp="1"/>
          </p:cNvSpPr>
          <p:nvPr>
            <p:ph type="dt" sz="half" idx="10"/>
          </p:nvPr>
        </p:nvSpPr>
        <p:spPr>
          <a:xfrm>
            <a:off x="8934673" y="6650661"/>
            <a:ext cx="2664297" cy="123111"/>
          </a:xfrm>
          <a:prstGeom prst="rect">
            <a:avLst/>
          </a:prstGeom>
        </p:spPr>
        <p:txBody>
          <a:bodyPr/>
          <a:lstStyle/>
          <a:p>
            <a:pPr algn="r">
              <a:spcBef>
                <a:spcPts val="1000"/>
              </a:spcBef>
              <a:buFont typeface="Arial" panose="020B0604020202020204" pitchFamily="34" charset="0"/>
              <a:buNone/>
            </a:pPr>
            <a:endParaRPr lang="en-US"/>
          </a:p>
        </p:txBody>
      </p:sp>
      <p:sp>
        <p:nvSpPr>
          <p:cNvPr id="6" name="Slide Number Placeholder 5">
            <a:extLst>
              <a:ext uri="{FF2B5EF4-FFF2-40B4-BE49-F238E27FC236}">
                <a16:creationId xmlns:a16="http://schemas.microsoft.com/office/drawing/2014/main" id="{A43C61A3-3818-49D4-BE96-12C4BFB5FC7C}"/>
              </a:ext>
            </a:extLst>
          </p:cNvPr>
          <p:cNvSpPr>
            <a:spLocks noGrp="1"/>
          </p:cNvSpPr>
          <p:nvPr>
            <p:ph type="sldNum" sz="quarter" idx="12"/>
          </p:nvPr>
        </p:nvSpPr>
        <p:spPr>
          <a:xfrm>
            <a:off x="11695335" y="6650661"/>
            <a:ext cx="232665" cy="123111"/>
          </a:xfrm>
          <a:prstGeom prst="rect">
            <a:avLst/>
          </a:prstGeom>
        </p:spPr>
        <p:txBody>
          <a:bodyPr/>
          <a:lstStyle/>
          <a:p>
            <a:pPr algn="r"/>
            <a:fld id="{5D9A5160-6218-4E5A-B9E6-B93E3DAE377C}" type="slidenum">
              <a:rPr lang="en-US" smtClean="0"/>
              <a:pPr algn="r"/>
              <a:t>‹#›</a:t>
            </a:fld>
            <a:endParaRPr lang="en-US"/>
          </a:p>
        </p:txBody>
      </p:sp>
      <p:sp>
        <p:nvSpPr>
          <p:cNvPr id="10" name="Title 9">
            <a:extLst>
              <a:ext uri="{FF2B5EF4-FFF2-40B4-BE49-F238E27FC236}">
                <a16:creationId xmlns:a16="http://schemas.microsoft.com/office/drawing/2014/main" id="{6498C3C2-47EB-4E1B-BB31-591ED26C9839}"/>
              </a:ext>
            </a:extLst>
          </p:cNvPr>
          <p:cNvSpPr>
            <a:spLocks noGrp="1"/>
          </p:cNvSpPr>
          <p:nvPr>
            <p:ph type="title"/>
          </p:nvPr>
        </p:nvSpPr>
        <p:spPr>
          <a:xfrm>
            <a:off x="550863" y="6907"/>
            <a:ext cx="5545137" cy="1127300"/>
          </a:xfrm>
        </p:spPr>
        <p:txBody>
          <a:bodyPr/>
          <a:lstStyle/>
          <a:p>
            <a:r>
              <a:rPr lang="en-US"/>
              <a:t>Click to edit Master title style</a:t>
            </a:r>
            <a:endParaRPr lang="de-DE"/>
          </a:p>
        </p:txBody>
      </p:sp>
    </p:spTree>
    <p:extLst>
      <p:ext uri="{BB962C8B-B14F-4D97-AF65-F5344CB8AC3E}">
        <p14:creationId xmlns:p14="http://schemas.microsoft.com/office/powerpoint/2010/main" val="1976520077"/>
      </p:ext>
    </p:extLst>
  </p:cSld>
  <p:clrMapOvr>
    <a:masterClrMapping/>
  </p:clrMapOvr>
</p:sldLayout>
</file>

<file path=ppt/slideLayouts/slideLayout151.xml><?xml version="1.0" encoding="utf-8"?>
<p:sldLayout xmlns:a="http://schemas.openxmlformats.org/drawingml/2006/main" xmlns:r="http://schemas.openxmlformats.org/officeDocument/2006/relationships" xmlns:p="http://schemas.openxmlformats.org/presentationml/2006/main" preserve="1" userDrawn="1">
  <p:cSld name="Title Slide 1">
    <p:spTree>
      <p:nvGrpSpPr>
        <p:cNvPr id="1" name=""/>
        <p:cNvGrpSpPr/>
        <p:nvPr/>
      </p:nvGrpSpPr>
      <p:grpSpPr>
        <a:xfrm>
          <a:off x="0" y="0"/>
          <a:ext cx="0" cy="0"/>
          <a:chOff x="0" y="0"/>
          <a:chExt cx="0" cy="0"/>
        </a:xfrm>
      </p:grpSpPr>
      <p:sp>
        <p:nvSpPr>
          <p:cNvPr id="4" name="Subtitle">
            <a:extLst>
              <a:ext uri="{FF2B5EF4-FFF2-40B4-BE49-F238E27FC236}">
                <a16:creationId xmlns:a16="http://schemas.microsoft.com/office/drawing/2014/main" id="{70ACFCFC-1DDE-342C-6F6C-421985D8A34A}"/>
              </a:ext>
            </a:extLst>
          </p:cNvPr>
          <p:cNvSpPr>
            <a:spLocks noGrp="1"/>
          </p:cNvSpPr>
          <p:nvPr>
            <p:ph type="subTitle" idx="1"/>
          </p:nvPr>
        </p:nvSpPr>
        <p:spPr>
          <a:xfrm>
            <a:off x="407988" y="5460790"/>
            <a:ext cx="11090275" cy="246221"/>
          </a:xfrm>
          <a:prstGeom prst="rect">
            <a:avLst/>
          </a:prstGeom>
        </p:spPr>
        <p:txBody>
          <a:bodyPr wrap="square" lIns="18000" tIns="0" rIns="0" anchor="b" anchorCtr="0">
            <a:spAutoFit/>
          </a:bodyPr>
          <a:lstStyle>
            <a:lvl1pPr marL="0" indent="0" algn="l">
              <a:buNone/>
              <a:defRPr sz="1600">
                <a:solidFill>
                  <a:schemeClr val="bg1"/>
                </a:solidFill>
                <a:latin typeface="Ubuntu Light" panose="020B0304030602030204" pitchFamily="34"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GB"/>
          </a:p>
        </p:txBody>
      </p:sp>
      <p:sp>
        <p:nvSpPr>
          <p:cNvPr id="15" name="Title">
            <a:extLst>
              <a:ext uri="{FF2B5EF4-FFF2-40B4-BE49-F238E27FC236}">
                <a16:creationId xmlns:a16="http://schemas.microsoft.com/office/drawing/2014/main" id="{BA5DDAC5-BAB8-79F8-0B48-89767D2C03B3}"/>
              </a:ext>
            </a:extLst>
          </p:cNvPr>
          <p:cNvSpPr>
            <a:spLocks noGrp="1"/>
          </p:cNvSpPr>
          <p:nvPr>
            <p:ph type="ctrTitle"/>
          </p:nvPr>
        </p:nvSpPr>
        <p:spPr>
          <a:xfrm>
            <a:off x="407988" y="4697327"/>
            <a:ext cx="11090276" cy="747897"/>
          </a:xfrm>
        </p:spPr>
        <p:txBody>
          <a:bodyPr wrap="square" lIns="0" tIns="0" rIns="0" bIns="0" anchor="b" anchorCtr="0">
            <a:noAutofit/>
          </a:bodyPr>
          <a:lstStyle>
            <a:lvl1pPr algn="l">
              <a:lnSpc>
                <a:spcPct val="90000"/>
              </a:lnSpc>
              <a:tabLst>
                <a:tab pos="1258888" algn="l"/>
              </a:tabLst>
              <a:defRPr sz="5400" b="0" cap="none" baseline="0">
                <a:solidFill>
                  <a:schemeClr val="bg1"/>
                </a:solidFill>
                <a:latin typeface="+mj-lt"/>
              </a:defRPr>
            </a:lvl1pPr>
          </a:lstStyle>
          <a:p>
            <a:r>
              <a:rPr lang="en-US"/>
              <a:t>Click to edit Master title style</a:t>
            </a:r>
            <a:endParaRPr lang="en-GB"/>
          </a:p>
        </p:txBody>
      </p:sp>
    </p:spTree>
    <p:extLst>
      <p:ext uri="{BB962C8B-B14F-4D97-AF65-F5344CB8AC3E}">
        <p14:creationId xmlns:p14="http://schemas.microsoft.com/office/powerpoint/2010/main" val="1946631085"/>
      </p:ext>
    </p:extLst>
  </p:cSld>
  <p:clrMapOvr>
    <a:masterClrMapping/>
  </p:clrMapOvr>
  <p:extLst>
    <p:ext uri="{DCECCB84-F9BA-43D5-87BE-67443E8EF086}">
      <p15:sldGuideLst xmlns:p15="http://schemas.microsoft.com/office/powerpoint/2012/main"/>
    </p:ext>
  </p:extLst>
</p:sldLayout>
</file>

<file path=ppt/slideLayouts/slideLayout152.xml><?xml version="1.0" encoding="utf-8"?>
<p:sldLayout xmlns:a="http://schemas.openxmlformats.org/drawingml/2006/main" xmlns:r="http://schemas.openxmlformats.org/officeDocument/2006/relationships" xmlns:p="http://schemas.openxmlformats.org/presentationml/2006/main" preserve="1" userDrawn="1">
  <p:cSld name="Agenda Dark and Picture">
    <p:spTree>
      <p:nvGrpSpPr>
        <p:cNvPr id="1" name=""/>
        <p:cNvGrpSpPr/>
        <p:nvPr/>
      </p:nvGrpSpPr>
      <p:grpSpPr>
        <a:xfrm>
          <a:off x="0" y="0"/>
          <a:ext cx="0" cy="0"/>
          <a:chOff x="0" y="0"/>
          <a:chExt cx="0" cy="0"/>
        </a:xfrm>
      </p:grpSpPr>
      <p:sp>
        <p:nvSpPr>
          <p:cNvPr id="3" name="Picture Placeholder 18">
            <a:extLst>
              <a:ext uri="{FF2B5EF4-FFF2-40B4-BE49-F238E27FC236}">
                <a16:creationId xmlns:a16="http://schemas.microsoft.com/office/drawing/2014/main" id="{D3B1FE99-E8D3-C5FE-4E44-4E4EF67B45DA}"/>
              </a:ext>
            </a:extLst>
          </p:cNvPr>
          <p:cNvSpPr>
            <a:spLocks noGrp="1"/>
          </p:cNvSpPr>
          <p:nvPr>
            <p:ph type="pic" sz="quarter" idx="10" hasCustomPrompt="1"/>
          </p:nvPr>
        </p:nvSpPr>
        <p:spPr>
          <a:xfrm>
            <a:off x="6096001" y="908721"/>
            <a:ext cx="6096000" cy="5949280"/>
          </a:xfrm>
          <a:custGeom>
            <a:avLst/>
            <a:gdLst>
              <a:gd name="connsiteX0" fmla="*/ 0 w 6888162"/>
              <a:gd name="connsiteY0" fmla="*/ 0 h 6858000"/>
              <a:gd name="connsiteX1" fmla="*/ 6888162 w 6888162"/>
              <a:gd name="connsiteY1" fmla="*/ 0 h 6858000"/>
              <a:gd name="connsiteX2" fmla="*/ 6888162 w 6888162"/>
              <a:gd name="connsiteY2" fmla="*/ 6858000 h 6858000"/>
              <a:gd name="connsiteX3" fmla="*/ 0 w 6888162"/>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6888162" h="6858000">
                <a:moveTo>
                  <a:pt x="0" y="0"/>
                </a:moveTo>
                <a:lnTo>
                  <a:pt x="6888162" y="0"/>
                </a:lnTo>
                <a:lnTo>
                  <a:pt x="6888162" y="6858000"/>
                </a:lnTo>
                <a:lnTo>
                  <a:pt x="0" y="6858000"/>
                </a:lnTo>
                <a:close/>
              </a:path>
            </a:pathLst>
          </a:custGeom>
          <a:solidFill>
            <a:schemeClr val="bg1">
              <a:lumMod val="95000"/>
            </a:schemeClr>
          </a:solidFill>
        </p:spPr>
        <p:txBody>
          <a:bodyPr wrap="square">
            <a:noAutofit/>
          </a:bodyPr>
          <a:lstStyle>
            <a:lvl1pPr>
              <a:defRPr>
                <a:solidFill>
                  <a:schemeClr val="tx1">
                    <a:lumMod val="50000"/>
                    <a:lumOff val="50000"/>
                  </a:schemeClr>
                </a:solidFill>
              </a:defRPr>
            </a:lvl1pPr>
          </a:lstStyle>
          <a:p>
            <a:r>
              <a:rPr lang="de-DE"/>
              <a:t>Insert Picture and send </a:t>
            </a:r>
            <a:r>
              <a:rPr lang="de-DE" err="1"/>
              <a:t>to</a:t>
            </a:r>
            <a:r>
              <a:rPr lang="de-DE"/>
              <a:t> back</a:t>
            </a:r>
          </a:p>
        </p:txBody>
      </p:sp>
      <p:sp>
        <p:nvSpPr>
          <p:cNvPr id="2" name="Title">
            <a:extLst>
              <a:ext uri="{FF2B5EF4-FFF2-40B4-BE49-F238E27FC236}">
                <a16:creationId xmlns:a16="http://schemas.microsoft.com/office/drawing/2014/main" id="{1B342561-1DD2-4DA7-BA2A-C8E3856FE9BB}"/>
              </a:ext>
            </a:extLst>
          </p:cNvPr>
          <p:cNvSpPr>
            <a:spLocks noGrp="1"/>
          </p:cNvSpPr>
          <p:nvPr>
            <p:ph type="title" hasCustomPrompt="1"/>
          </p:nvPr>
        </p:nvSpPr>
        <p:spPr>
          <a:xfrm>
            <a:off x="407988" y="692696"/>
            <a:ext cx="4751907" cy="720179"/>
          </a:xfrm>
        </p:spPr>
        <p:txBody>
          <a:bodyPr vert="horz" lIns="0" tIns="0" rIns="0" bIns="0" rtlCol="0" anchor="b">
            <a:noAutofit/>
          </a:bodyPr>
          <a:lstStyle>
            <a:lvl1pPr>
              <a:lnSpc>
                <a:spcPct val="80000"/>
              </a:lnSpc>
              <a:defRPr lang="en-GB" sz="3600" baseline="0">
                <a:solidFill>
                  <a:schemeClr val="bg1"/>
                </a:solidFill>
              </a:defRPr>
            </a:lvl1pPr>
          </a:lstStyle>
          <a:p>
            <a:pPr lvl="0"/>
            <a:r>
              <a:rPr lang="en-US"/>
              <a:t>Click to edit Agenda</a:t>
            </a:r>
            <a:endParaRPr lang="en-GB"/>
          </a:p>
        </p:txBody>
      </p:sp>
      <p:sp>
        <p:nvSpPr>
          <p:cNvPr id="10" name="Text Placeholder 9">
            <a:extLst>
              <a:ext uri="{FF2B5EF4-FFF2-40B4-BE49-F238E27FC236}">
                <a16:creationId xmlns:a16="http://schemas.microsoft.com/office/drawing/2014/main" id="{FC6DF15B-7249-491B-BFB7-9A33784178CD}"/>
              </a:ext>
            </a:extLst>
          </p:cNvPr>
          <p:cNvSpPr>
            <a:spLocks noGrp="1"/>
          </p:cNvSpPr>
          <p:nvPr>
            <p:ph type="body" sz="quarter" idx="12"/>
          </p:nvPr>
        </p:nvSpPr>
        <p:spPr>
          <a:xfrm>
            <a:off x="407988" y="1916832"/>
            <a:ext cx="5471988" cy="4536356"/>
          </a:xfrm>
          <a:prstGeom prst="rect">
            <a:avLst/>
          </a:prstGeom>
        </p:spPr>
        <p:txBody>
          <a:bodyPr>
            <a:noAutofit/>
          </a:bodyPr>
          <a:lstStyle>
            <a:lvl1pPr>
              <a:spcBef>
                <a:spcPts val="1200"/>
              </a:spcBef>
              <a:defRPr sz="1800">
                <a:solidFill>
                  <a:schemeClr val="bg1"/>
                </a:solidFill>
              </a:defRPr>
            </a:lvl1pPr>
            <a:lvl2pPr>
              <a:buClr>
                <a:schemeClr val="bg1"/>
              </a:buClr>
              <a:defRPr sz="1600">
                <a:solidFill>
                  <a:schemeClr val="bg1"/>
                </a:solidFill>
              </a:defRPr>
            </a:lvl2pPr>
            <a:lvl3pPr>
              <a:buClr>
                <a:schemeClr val="bg1"/>
              </a:buClr>
              <a:defRPr sz="1600">
                <a:solidFill>
                  <a:schemeClr val="bg1"/>
                </a:solidFill>
              </a:defRPr>
            </a:lvl3pPr>
            <a:lvl4pPr>
              <a:buClr>
                <a:schemeClr val="bg1"/>
              </a:buClr>
              <a:defRPr sz="1400">
                <a:solidFill>
                  <a:schemeClr val="bg1"/>
                </a:solidFill>
              </a:defRPr>
            </a:lvl4pPr>
            <a:lvl5pPr>
              <a:buClr>
                <a:schemeClr val="bg1"/>
              </a:buClr>
              <a:defRPr sz="1400">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839138800"/>
      </p:ext>
    </p:extLst>
  </p:cSld>
  <p:clrMapOvr>
    <a:masterClrMapping/>
  </p:clrMapOvr>
</p:sldLayout>
</file>

<file path=ppt/slideLayouts/slideLayout153.xml><?xml version="1.0" encoding="utf-8"?>
<p:sldLayout xmlns:a="http://schemas.openxmlformats.org/drawingml/2006/main" xmlns:r="http://schemas.openxmlformats.org/officeDocument/2006/relationships" xmlns:p="http://schemas.openxmlformats.org/presentationml/2006/main" preserve="1" userDrawn="1">
  <p:cSld name="Content and picture dark grey 3">
    <p:spTree>
      <p:nvGrpSpPr>
        <p:cNvPr id="1" name=""/>
        <p:cNvGrpSpPr/>
        <p:nvPr/>
      </p:nvGrpSpPr>
      <p:grpSpPr>
        <a:xfrm>
          <a:off x="0" y="0"/>
          <a:ext cx="0" cy="0"/>
          <a:chOff x="0" y="0"/>
          <a:chExt cx="0" cy="0"/>
        </a:xfrm>
      </p:grpSpPr>
      <p:sp>
        <p:nvSpPr>
          <p:cNvPr id="7" name="Picture Placeholder 6">
            <a:extLst>
              <a:ext uri="{FF2B5EF4-FFF2-40B4-BE49-F238E27FC236}">
                <a16:creationId xmlns:a16="http://schemas.microsoft.com/office/drawing/2014/main" id="{A40C8F40-0AE5-4281-9868-B3C794BF6FD6}"/>
              </a:ext>
            </a:extLst>
          </p:cNvPr>
          <p:cNvSpPr>
            <a:spLocks noGrp="1"/>
          </p:cNvSpPr>
          <p:nvPr>
            <p:ph type="pic" sz="quarter" idx="19" hasCustomPrompt="1"/>
          </p:nvPr>
        </p:nvSpPr>
        <p:spPr>
          <a:xfrm>
            <a:off x="-1" y="0"/>
            <a:ext cx="4208053" cy="6858000"/>
          </a:xfrm>
          <a:prstGeom prst="rect">
            <a:avLst/>
          </a:prstGeom>
          <a:solidFill>
            <a:schemeClr val="bg1">
              <a:lumMod val="95000"/>
            </a:schemeClr>
          </a:solidFill>
        </p:spPr>
        <p:txBody>
          <a:bodyPr/>
          <a:lstStyle>
            <a:lvl1pPr marL="0" marR="0" indent="0" algn="l" defTabSz="914400" rtl="0" eaLnBrk="1" fontAlgn="auto" latinLnBrk="0" hangingPunct="1">
              <a:lnSpc>
                <a:spcPct val="100000"/>
              </a:lnSpc>
              <a:spcBef>
                <a:spcPts val="600"/>
              </a:spcBef>
              <a:spcAft>
                <a:spcPts val="0"/>
              </a:spcAft>
              <a:buClrTx/>
              <a:buSzTx/>
              <a:buFont typeface="Arial" panose="020B0604020202020204" pitchFamily="34" charset="0"/>
              <a:buNone/>
              <a:tabLst/>
              <a:defRPr>
                <a:solidFill>
                  <a:schemeClr val="bg2">
                    <a:lumMod val="75000"/>
                  </a:schemeClr>
                </a:solidFill>
              </a:defRPr>
            </a:lvl1pPr>
          </a:lstStyle>
          <a:p>
            <a:pPr marL="0" marR="0" lvl="0" indent="0" algn="l" defTabSz="914400" rtl="0" eaLnBrk="1" fontAlgn="auto" latinLnBrk="0" hangingPunct="1">
              <a:lnSpc>
                <a:spcPct val="100000"/>
              </a:lnSpc>
              <a:spcBef>
                <a:spcPts val="600"/>
              </a:spcBef>
              <a:spcAft>
                <a:spcPts val="0"/>
              </a:spcAft>
              <a:buClrTx/>
              <a:buSzTx/>
              <a:buFont typeface="Arial" panose="020B0604020202020204" pitchFamily="34" charset="0"/>
              <a:buNone/>
              <a:tabLst/>
              <a:defRPr/>
            </a:pPr>
            <a:r>
              <a:rPr lang="en-US"/>
              <a:t>Click icon to add picture and send picture to back</a:t>
            </a:r>
          </a:p>
        </p:txBody>
      </p:sp>
      <p:sp>
        <p:nvSpPr>
          <p:cNvPr id="20" name="Text Placeholder 9">
            <a:extLst>
              <a:ext uri="{FF2B5EF4-FFF2-40B4-BE49-F238E27FC236}">
                <a16:creationId xmlns:a16="http://schemas.microsoft.com/office/drawing/2014/main" id="{DE5BD221-7593-42BD-A842-EFACB10DAB74}"/>
              </a:ext>
            </a:extLst>
          </p:cNvPr>
          <p:cNvSpPr>
            <a:spLocks noGrp="1"/>
          </p:cNvSpPr>
          <p:nvPr>
            <p:ph type="body" sz="quarter" idx="16" hasCustomPrompt="1"/>
          </p:nvPr>
        </p:nvSpPr>
        <p:spPr>
          <a:xfrm>
            <a:off x="4444744" y="1126800"/>
            <a:ext cx="6962544" cy="246221"/>
          </a:xfrm>
          <a:prstGeom prst="rect">
            <a:avLst/>
          </a:prstGeom>
        </p:spPr>
        <p:txBody>
          <a:bodyPr wrap="square" lIns="0" rIns="72000">
            <a:spAutoFit/>
          </a:bodyPr>
          <a:lstStyle>
            <a:lvl1pPr>
              <a:defRPr sz="1600" b="0">
                <a:solidFill>
                  <a:schemeClr val="bg1"/>
                </a:solidFill>
                <a:latin typeface="Ubuntu Light" panose="020B0304030602030204" pitchFamily="34" charset="0"/>
              </a:defRPr>
            </a:lvl1pPr>
          </a:lstStyle>
          <a:p>
            <a:pPr lvl="0"/>
            <a:r>
              <a:rPr lang="en-US"/>
              <a:t>Click to edit Master text styles</a:t>
            </a:r>
          </a:p>
        </p:txBody>
      </p:sp>
      <p:sp>
        <p:nvSpPr>
          <p:cNvPr id="19" name="Text Placeholder 8">
            <a:extLst>
              <a:ext uri="{FF2B5EF4-FFF2-40B4-BE49-F238E27FC236}">
                <a16:creationId xmlns:a16="http://schemas.microsoft.com/office/drawing/2014/main" id="{A6C5C35D-CE7D-48CD-A1B2-353FFA53AEE9}"/>
              </a:ext>
            </a:extLst>
          </p:cNvPr>
          <p:cNvSpPr>
            <a:spLocks noGrp="1"/>
          </p:cNvSpPr>
          <p:nvPr>
            <p:ph type="body" sz="quarter" idx="18"/>
          </p:nvPr>
        </p:nvSpPr>
        <p:spPr>
          <a:xfrm>
            <a:off x="4445407" y="1627200"/>
            <a:ext cx="6962544" cy="4825988"/>
          </a:xfrm>
          <a:prstGeom prst="rect">
            <a:avLst/>
          </a:prstGeom>
        </p:spPr>
        <p:txBody>
          <a:bodyPr vert="horz" lIns="0" tIns="0" rIns="0" bIns="0" rtlCol="0">
            <a:noAutofit/>
          </a:bodyPr>
          <a:lstStyle>
            <a:lvl1pPr>
              <a:defRPr lang="en-US" sz="1400" smtClean="0">
                <a:solidFill>
                  <a:schemeClr val="bg1"/>
                </a:solidFill>
              </a:defRPr>
            </a:lvl1pPr>
            <a:lvl2pPr marL="180975" indent="-180975">
              <a:buClrTx/>
              <a:defRPr lang="en-US" sz="1400" kern="1200" dirty="0" smtClean="0">
                <a:solidFill>
                  <a:schemeClr val="bg1"/>
                </a:solidFill>
                <a:latin typeface="+mn-lt"/>
                <a:ea typeface="+mn-ea"/>
                <a:cs typeface="+mn-cs"/>
              </a:defRPr>
            </a:lvl2pPr>
            <a:lvl3pPr marL="360000" indent="-180000">
              <a:buClrTx/>
              <a:defRPr lang="en-US" sz="1400" kern="1200" dirty="0" smtClean="0">
                <a:solidFill>
                  <a:schemeClr val="bg1"/>
                </a:solidFill>
                <a:latin typeface="+mn-lt"/>
                <a:ea typeface="+mn-ea"/>
                <a:cs typeface="+mn-cs"/>
              </a:defRPr>
            </a:lvl3pPr>
            <a:lvl4pPr marL="539750" indent="-180000">
              <a:buClrTx/>
              <a:defRPr lang="en-US" sz="1200" kern="1200" dirty="0" smtClean="0">
                <a:solidFill>
                  <a:schemeClr val="bg1"/>
                </a:solidFill>
                <a:latin typeface="+mn-lt"/>
                <a:ea typeface="+mn-ea"/>
                <a:cs typeface="+mn-cs"/>
              </a:defRPr>
            </a:lvl4pPr>
            <a:lvl5pPr marL="719138" indent="-180975">
              <a:buClrTx/>
              <a:defRPr lang="en-US" sz="1200" kern="1200" dirty="0">
                <a:solidFill>
                  <a:schemeClr val="bg1"/>
                </a:solidFill>
                <a:latin typeface="+mn-lt"/>
                <a:ea typeface="+mn-ea"/>
                <a:cs typeface="+mn-cs"/>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grpSp>
        <p:nvGrpSpPr>
          <p:cNvPr id="14" name="Groupe 1">
            <a:extLst>
              <a:ext uri="{FF2B5EF4-FFF2-40B4-BE49-F238E27FC236}">
                <a16:creationId xmlns:a16="http://schemas.microsoft.com/office/drawing/2014/main" id="{DFFA4EA6-56A9-4F86-ABC0-8D91183AD408}"/>
              </a:ext>
            </a:extLst>
          </p:cNvPr>
          <p:cNvGrpSpPr/>
          <p:nvPr userDrawn="1"/>
        </p:nvGrpSpPr>
        <p:grpSpPr>
          <a:xfrm>
            <a:off x="11501102" y="171573"/>
            <a:ext cx="419436" cy="388988"/>
            <a:chOff x="11501102" y="171573"/>
            <a:chExt cx="419436" cy="388988"/>
          </a:xfrm>
        </p:grpSpPr>
        <p:sp>
          <p:nvSpPr>
            <p:cNvPr id="22" name="Freeform 13">
              <a:extLst>
                <a:ext uri="{FF2B5EF4-FFF2-40B4-BE49-F238E27FC236}">
                  <a16:creationId xmlns:a16="http://schemas.microsoft.com/office/drawing/2014/main" id="{C156B522-A0C0-42B8-BB11-65082FE767FF}"/>
                </a:ext>
              </a:extLst>
            </p:cNvPr>
            <p:cNvSpPr>
              <a:spLocks/>
            </p:cNvSpPr>
            <p:nvPr/>
          </p:nvSpPr>
          <p:spPr bwMode="auto">
            <a:xfrm>
              <a:off x="11644642" y="334376"/>
              <a:ext cx="275896" cy="226185"/>
            </a:xfrm>
            <a:custGeom>
              <a:avLst/>
              <a:gdLst/>
              <a:ahLst/>
              <a:cxnLst>
                <a:cxn ang="0">
                  <a:pos x="125" y="107"/>
                </a:cxn>
                <a:cxn ang="0">
                  <a:pos x="188" y="43"/>
                </a:cxn>
                <a:cxn ang="0">
                  <a:pos x="141" y="0"/>
                </a:cxn>
                <a:cxn ang="0">
                  <a:pos x="49" y="99"/>
                </a:cxn>
                <a:cxn ang="0">
                  <a:pos x="0" y="144"/>
                </a:cxn>
                <a:cxn ang="0">
                  <a:pos x="37" y="154"/>
                </a:cxn>
                <a:cxn ang="0">
                  <a:pos x="125" y="125"/>
                </a:cxn>
                <a:cxn ang="0">
                  <a:pos x="81" y="86"/>
                </a:cxn>
                <a:cxn ang="0">
                  <a:pos x="125" y="107"/>
                </a:cxn>
              </a:cxnLst>
              <a:rect l="0" t="0" r="r" b="b"/>
              <a:pathLst>
                <a:path w="188" h="154">
                  <a:moveTo>
                    <a:pt x="125" y="107"/>
                  </a:moveTo>
                  <a:cubicBezTo>
                    <a:pt x="160" y="107"/>
                    <a:pt x="188" y="78"/>
                    <a:pt x="188" y="43"/>
                  </a:cubicBezTo>
                  <a:cubicBezTo>
                    <a:pt x="186" y="28"/>
                    <a:pt x="181" y="0"/>
                    <a:pt x="141" y="0"/>
                  </a:cubicBezTo>
                  <a:cubicBezTo>
                    <a:pt x="99" y="0"/>
                    <a:pt x="84" y="60"/>
                    <a:pt x="49" y="99"/>
                  </a:cubicBezTo>
                  <a:cubicBezTo>
                    <a:pt x="47" y="121"/>
                    <a:pt x="26" y="140"/>
                    <a:pt x="0" y="144"/>
                  </a:cubicBezTo>
                  <a:cubicBezTo>
                    <a:pt x="6" y="150"/>
                    <a:pt x="20" y="154"/>
                    <a:pt x="37" y="154"/>
                  </a:cubicBezTo>
                  <a:cubicBezTo>
                    <a:pt x="68" y="154"/>
                    <a:pt x="106" y="145"/>
                    <a:pt x="125" y="125"/>
                  </a:cubicBezTo>
                  <a:cubicBezTo>
                    <a:pt x="99" y="126"/>
                    <a:pt x="82" y="109"/>
                    <a:pt x="81" y="86"/>
                  </a:cubicBezTo>
                  <a:cubicBezTo>
                    <a:pt x="93" y="101"/>
                    <a:pt x="108" y="107"/>
                    <a:pt x="125" y="107"/>
                  </a:cubicBezTo>
                </a:path>
              </a:pathLst>
            </a:custGeom>
            <a:solidFill>
              <a:srgbClr val="12ABDB"/>
            </a:solidFill>
            <a:ln w="9525">
              <a:noFill/>
              <a:round/>
              <a:headEnd/>
              <a:tailEnd/>
            </a:ln>
          </p:spPr>
          <p:txBody>
            <a:bodyPr vert="horz" wrap="square" lIns="91440" tIns="45720" rIns="91440" bIns="45720" numCol="1" anchor="t" anchorCtr="0" compatLnSpc="1">
              <a:prstTxWarp prst="textNoShape">
                <a:avLst/>
              </a:prstTxWarp>
            </a:bodyPr>
            <a:lstStyle/>
            <a:p>
              <a:endParaRPr lang="en-GB"/>
            </a:p>
          </p:txBody>
        </p:sp>
        <p:sp>
          <p:nvSpPr>
            <p:cNvPr id="24" name="Freeform 14">
              <a:extLst>
                <a:ext uri="{FF2B5EF4-FFF2-40B4-BE49-F238E27FC236}">
                  <a16:creationId xmlns:a16="http://schemas.microsoft.com/office/drawing/2014/main" id="{43AD94EE-7857-4B4F-8194-A523D32A3519}"/>
                </a:ext>
              </a:extLst>
            </p:cNvPr>
            <p:cNvSpPr>
              <a:spLocks/>
            </p:cNvSpPr>
            <p:nvPr/>
          </p:nvSpPr>
          <p:spPr bwMode="auto">
            <a:xfrm>
              <a:off x="11501102" y="171573"/>
              <a:ext cx="419436" cy="356676"/>
            </a:xfrm>
            <a:custGeom>
              <a:avLst/>
              <a:gdLst/>
              <a:ahLst/>
              <a:cxnLst>
                <a:cxn ang="0">
                  <a:pos x="286" y="152"/>
                </a:cxn>
                <a:cxn ang="0">
                  <a:pos x="237" y="51"/>
                </a:cxn>
                <a:cxn ang="0">
                  <a:pos x="160" y="3"/>
                </a:cxn>
                <a:cxn ang="0">
                  <a:pos x="153" y="0"/>
                </a:cxn>
                <a:cxn ang="0">
                  <a:pos x="153" y="0"/>
                </a:cxn>
                <a:cxn ang="0">
                  <a:pos x="0" y="158"/>
                </a:cxn>
                <a:cxn ang="0">
                  <a:pos x="53" y="236"/>
                </a:cxn>
                <a:cxn ang="0">
                  <a:pos x="107" y="237"/>
                </a:cxn>
                <a:cxn ang="0">
                  <a:pos x="147" y="210"/>
                </a:cxn>
                <a:cxn ang="0">
                  <a:pos x="239" y="111"/>
                </a:cxn>
                <a:cxn ang="0">
                  <a:pos x="286" y="154"/>
                </a:cxn>
                <a:cxn ang="0">
                  <a:pos x="286" y="152"/>
                </a:cxn>
              </a:cxnLst>
              <a:rect l="0" t="0" r="r" b="b"/>
              <a:pathLst>
                <a:path w="286" h="243">
                  <a:moveTo>
                    <a:pt x="286" y="152"/>
                  </a:moveTo>
                  <a:cubicBezTo>
                    <a:pt x="286" y="112"/>
                    <a:pt x="266" y="78"/>
                    <a:pt x="237" y="51"/>
                  </a:cubicBezTo>
                  <a:cubicBezTo>
                    <a:pt x="215" y="30"/>
                    <a:pt x="188" y="15"/>
                    <a:pt x="160" y="3"/>
                  </a:cubicBezTo>
                  <a:cubicBezTo>
                    <a:pt x="158" y="2"/>
                    <a:pt x="156" y="1"/>
                    <a:pt x="153" y="0"/>
                  </a:cubicBezTo>
                  <a:cubicBezTo>
                    <a:pt x="153" y="0"/>
                    <a:pt x="153" y="0"/>
                    <a:pt x="153" y="0"/>
                  </a:cubicBezTo>
                  <a:cubicBezTo>
                    <a:pt x="119" y="41"/>
                    <a:pt x="0" y="72"/>
                    <a:pt x="0" y="158"/>
                  </a:cubicBezTo>
                  <a:cubicBezTo>
                    <a:pt x="0" y="192"/>
                    <a:pt x="21" y="224"/>
                    <a:pt x="53" y="236"/>
                  </a:cubicBezTo>
                  <a:cubicBezTo>
                    <a:pt x="71" y="243"/>
                    <a:pt x="89" y="243"/>
                    <a:pt x="107" y="237"/>
                  </a:cubicBezTo>
                  <a:cubicBezTo>
                    <a:pt x="123" y="232"/>
                    <a:pt x="136" y="222"/>
                    <a:pt x="147" y="210"/>
                  </a:cubicBezTo>
                  <a:cubicBezTo>
                    <a:pt x="182" y="171"/>
                    <a:pt x="197" y="111"/>
                    <a:pt x="239" y="111"/>
                  </a:cubicBezTo>
                  <a:cubicBezTo>
                    <a:pt x="279" y="111"/>
                    <a:pt x="284" y="139"/>
                    <a:pt x="286" y="154"/>
                  </a:cubicBezTo>
                  <a:cubicBezTo>
                    <a:pt x="286" y="154"/>
                    <a:pt x="286" y="153"/>
                    <a:pt x="286" y="152"/>
                  </a:cubicBezTo>
                </a:path>
              </a:pathLst>
            </a:custGeom>
            <a:solidFill>
              <a:srgbClr val="0070AD"/>
            </a:solidFill>
            <a:ln w="9525">
              <a:noFill/>
              <a:round/>
              <a:headEnd/>
              <a:tailEnd/>
            </a:ln>
          </p:spPr>
          <p:txBody>
            <a:bodyPr vert="horz" wrap="square" lIns="91440" tIns="45720" rIns="91440" bIns="45720" numCol="1" anchor="t" anchorCtr="0" compatLnSpc="1">
              <a:prstTxWarp prst="textNoShape">
                <a:avLst/>
              </a:prstTxWarp>
            </a:bodyPr>
            <a:lstStyle/>
            <a:p>
              <a:endParaRPr lang="en-GB"/>
            </a:p>
          </p:txBody>
        </p:sp>
      </p:grpSp>
      <p:sp>
        <p:nvSpPr>
          <p:cNvPr id="2" name="Title 1">
            <a:extLst>
              <a:ext uri="{FF2B5EF4-FFF2-40B4-BE49-F238E27FC236}">
                <a16:creationId xmlns:a16="http://schemas.microsoft.com/office/drawing/2014/main" id="{63D8BFFB-83BD-8B73-4F5E-285DBB5281A2}"/>
              </a:ext>
            </a:extLst>
          </p:cNvPr>
          <p:cNvSpPr>
            <a:spLocks noGrp="1"/>
          </p:cNvSpPr>
          <p:nvPr>
            <p:ph type="title"/>
          </p:nvPr>
        </p:nvSpPr>
        <p:spPr>
          <a:xfrm>
            <a:off x="4444744" y="260350"/>
            <a:ext cx="6978640" cy="792163"/>
          </a:xfrm>
        </p:spPr>
        <p:txBody>
          <a:bodyPr/>
          <a:lstStyle>
            <a:lvl1pPr>
              <a:defRPr>
                <a:solidFill>
                  <a:schemeClr val="bg1"/>
                </a:solidFill>
              </a:defRPr>
            </a:lvl1pPr>
          </a:lstStyle>
          <a:p>
            <a:r>
              <a:rPr lang="en-US"/>
              <a:t>Click to edit Master title style</a:t>
            </a:r>
          </a:p>
        </p:txBody>
      </p:sp>
    </p:spTree>
    <p:extLst>
      <p:ext uri="{BB962C8B-B14F-4D97-AF65-F5344CB8AC3E}">
        <p14:creationId xmlns:p14="http://schemas.microsoft.com/office/powerpoint/2010/main" val="1136158422"/>
      </p:ext>
    </p:extLst>
  </p:cSld>
  <p:clrMapOvr>
    <a:masterClrMapping/>
  </p:clrMapOvr>
  <p:extLst>
    <p:ext uri="{DCECCB84-F9BA-43D5-87BE-67443E8EF086}">
      <p15:sldGuideLst xmlns:p15="http://schemas.microsoft.com/office/powerpoint/2012/main">
        <p15:guide id="1" pos="5110">
          <p15:clr>
            <a:srgbClr val="FBAE40"/>
          </p15:clr>
        </p15:guide>
      </p15:sldGuideLst>
    </p:ext>
  </p:extLst>
</p:sldLayout>
</file>

<file path=ppt/slideLayouts/slideLayout154.xml><?xml version="1.0" encoding="utf-8"?>
<p:sldLayout xmlns:a="http://schemas.openxmlformats.org/drawingml/2006/main" xmlns:r="http://schemas.openxmlformats.org/officeDocument/2006/relationships" xmlns:p="http://schemas.openxmlformats.org/presentationml/2006/main" preserve="1" userDrawn="1">
  <p:cSld name="Title Subtitle Content Dark Grey">
    <p:spTree>
      <p:nvGrpSpPr>
        <p:cNvPr id="1" name=""/>
        <p:cNvGrpSpPr/>
        <p:nvPr/>
      </p:nvGrpSpPr>
      <p:grpSpPr>
        <a:xfrm>
          <a:off x="0" y="0"/>
          <a:ext cx="0" cy="0"/>
          <a:chOff x="0" y="0"/>
          <a:chExt cx="0" cy="0"/>
        </a:xfrm>
      </p:grpSpPr>
      <p:sp>
        <p:nvSpPr>
          <p:cNvPr id="10" name="Text Placeholder 9">
            <a:extLst>
              <a:ext uri="{FF2B5EF4-FFF2-40B4-BE49-F238E27FC236}">
                <a16:creationId xmlns:a16="http://schemas.microsoft.com/office/drawing/2014/main" id="{667AB06E-CA55-4893-BAFA-61FF4CCDFBD1}"/>
              </a:ext>
            </a:extLst>
          </p:cNvPr>
          <p:cNvSpPr>
            <a:spLocks noGrp="1"/>
          </p:cNvSpPr>
          <p:nvPr>
            <p:ph type="body" sz="quarter" idx="15"/>
          </p:nvPr>
        </p:nvSpPr>
        <p:spPr>
          <a:xfrm>
            <a:off x="414971" y="1125538"/>
            <a:ext cx="11369042" cy="246221"/>
          </a:xfrm>
          <a:prstGeom prst="rect">
            <a:avLst/>
          </a:prstGeom>
        </p:spPr>
        <p:txBody>
          <a:bodyPr>
            <a:spAutoFit/>
          </a:bodyPr>
          <a:lstStyle>
            <a:lvl1pPr>
              <a:defRPr sz="1600" b="0">
                <a:solidFill>
                  <a:schemeClr val="bg1"/>
                </a:solidFill>
                <a:latin typeface="Ubuntu Light" panose="020B0304030602030204" pitchFamily="34" charset="0"/>
              </a:defRPr>
            </a:lvl1pPr>
          </a:lstStyle>
          <a:p>
            <a:pPr lvl="0"/>
            <a:r>
              <a:rPr lang="en-US"/>
              <a:t>Click to edit Master text styles</a:t>
            </a:r>
          </a:p>
        </p:txBody>
      </p:sp>
      <p:sp>
        <p:nvSpPr>
          <p:cNvPr id="9" name="Text Placeholder 8">
            <a:extLst>
              <a:ext uri="{FF2B5EF4-FFF2-40B4-BE49-F238E27FC236}">
                <a16:creationId xmlns:a16="http://schemas.microsoft.com/office/drawing/2014/main" id="{C8D4D202-FD32-49BA-88CC-B39D2339504A}"/>
              </a:ext>
            </a:extLst>
          </p:cNvPr>
          <p:cNvSpPr>
            <a:spLocks noGrp="1"/>
          </p:cNvSpPr>
          <p:nvPr>
            <p:ph type="body" sz="quarter" idx="17"/>
          </p:nvPr>
        </p:nvSpPr>
        <p:spPr>
          <a:xfrm>
            <a:off x="414971" y="1624108"/>
            <a:ext cx="11369042" cy="4829080"/>
          </a:xfrm>
          <a:prstGeom prst="rect">
            <a:avLst/>
          </a:prstGeom>
        </p:spPr>
        <p:txBody>
          <a:bodyPr>
            <a:noAutofit/>
          </a:bodyPr>
          <a:lstStyle>
            <a:lvl1pPr>
              <a:defRPr>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de-DE"/>
          </a:p>
        </p:txBody>
      </p:sp>
      <p:sp>
        <p:nvSpPr>
          <p:cNvPr id="2" name="Title 1">
            <a:extLst>
              <a:ext uri="{FF2B5EF4-FFF2-40B4-BE49-F238E27FC236}">
                <a16:creationId xmlns:a16="http://schemas.microsoft.com/office/drawing/2014/main" id="{92564CED-1C28-DF10-1067-5941504A95A0}"/>
              </a:ext>
            </a:extLst>
          </p:cNvPr>
          <p:cNvSpPr>
            <a:spLocks noGrp="1"/>
          </p:cNvSpPr>
          <p:nvPr>
            <p:ph type="title"/>
          </p:nvPr>
        </p:nvSpPr>
        <p:spPr/>
        <p:txBody>
          <a:bodyPr/>
          <a:lstStyle>
            <a:lvl1pPr>
              <a:defRPr>
                <a:solidFill>
                  <a:schemeClr val="bg1"/>
                </a:solidFill>
              </a:defRPr>
            </a:lvl1pPr>
          </a:lstStyle>
          <a:p>
            <a:r>
              <a:rPr lang="en-US"/>
              <a:t>Click to edit Master title style</a:t>
            </a:r>
          </a:p>
        </p:txBody>
      </p:sp>
    </p:spTree>
    <p:extLst>
      <p:ext uri="{BB962C8B-B14F-4D97-AF65-F5344CB8AC3E}">
        <p14:creationId xmlns:p14="http://schemas.microsoft.com/office/powerpoint/2010/main" val="2693546759"/>
      </p:ext>
    </p:extLst>
  </p:cSld>
  <p:clrMapOvr>
    <a:masterClrMapping/>
  </p:clrMapOvr>
</p:sldLayout>
</file>

<file path=ppt/slideLayouts/slideLayout155.xml><?xml version="1.0" encoding="utf-8"?>
<p:sldLayout xmlns:a="http://schemas.openxmlformats.org/drawingml/2006/main" xmlns:r="http://schemas.openxmlformats.org/officeDocument/2006/relationships" xmlns:p="http://schemas.openxmlformats.org/presentationml/2006/main" preserve="1">
  <p:cSld name="Divider Page">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F9F09D0F-E907-3A0B-CF17-D622F6756CC9}"/>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4079776" y="588210"/>
            <a:ext cx="8281358" cy="6858000"/>
          </a:xfrm>
          <a:prstGeom prst="rect">
            <a:avLst/>
          </a:prstGeom>
        </p:spPr>
      </p:pic>
      <p:sp>
        <p:nvSpPr>
          <p:cNvPr id="7" name="Text Placeholder 6">
            <a:extLst>
              <a:ext uri="{FF2B5EF4-FFF2-40B4-BE49-F238E27FC236}">
                <a16:creationId xmlns:a16="http://schemas.microsoft.com/office/drawing/2014/main" id="{52F5917D-61BC-41CF-A3CC-DAE6954137A8}"/>
              </a:ext>
            </a:extLst>
          </p:cNvPr>
          <p:cNvSpPr>
            <a:spLocks noGrp="1"/>
          </p:cNvSpPr>
          <p:nvPr>
            <p:ph type="body" sz="quarter" idx="17" hasCustomPrompt="1"/>
          </p:nvPr>
        </p:nvSpPr>
        <p:spPr>
          <a:xfrm>
            <a:off x="1919536" y="1556792"/>
            <a:ext cx="648072" cy="648072"/>
          </a:xfrm>
          <a:prstGeom prst="rect">
            <a:avLst/>
          </a:prstGeom>
        </p:spPr>
        <p:txBody>
          <a:bodyPr wrap="none" lIns="0" tIns="0" rIns="0" bIns="0" anchor="t" anchorCtr="0">
            <a:noAutofit/>
          </a:bodyPr>
          <a:lstStyle>
            <a:lvl1pPr>
              <a:defRPr lang="en-US" sz="3200" b="1" cap="none" spc="300" baseline="0" dirty="0">
                <a:solidFill>
                  <a:schemeClr val="bg1"/>
                </a:solidFill>
                <a:latin typeface="+mn-lt"/>
              </a:defRPr>
            </a:lvl1pPr>
          </a:lstStyle>
          <a:p>
            <a:pPr lvl="0">
              <a:spcBef>
                <a:spcPts val="0"/>
              </a:spcBef>
            </a:pPr>
            <a:r>
              <a:rPr lang="en-US"/>
              <a:t>01</a:t>
            </a:r>
          </a:p>
        </p:txBody>
      </p:sp>
      <p:sp>
        <p:nvSpPr>
          <p:cNvPr id="16" name="Text Placeholder 15">
            <a:extLst>
              <a:ext uri="{FF2B5EF4-FFF2-40B4-BE49-F238E27FC236}">
                <a16:creationId xmlns:a16="http://schemas.microsoft.com/office/drawing/2014/main" id="{00E372CD-CFED-4FF2-90F5-6A7F33D9ABAA}"/>
              </a:ext>
            </a:extLst>
          </p:cNvPr>
          <p:cNvSpPr>
            <a:spLocks noGrp="1"/>
          </p:cNvSpPr>
          <p:nvPr>
            <p:ph type="body" sz="quarter" idx="18" hasCustomPrompt="1"/>
          </p:nvPr>
        </p:nvSpPr>
        <p:spPr>
          <a:xfrm>
            <a:off x="2783632" y="1556792"/>
            <a:ext cx="8863408" cy="648072"/>
          </a:xfrm>
          <a:prstGeom prst="rect">
            <a:avLst/>
          </a:prstGeom>
        </p:spPr>
        <p:txBody>
          <a:bodyPr>
            <a:noAutofit/>
          </a:bodyPr>
          <a:lstStyle>
            <a:lvl1pPr>
              <a:defRPr sz="3200">
                <a:solidFill>
                  <a:schemeClr val="bg1"/>
                </a:solidFill>
              </a:defRPr>
            </a:lvl1pPr>
            <a:lvl2pPr>
              <a:defRPr sz="3200">
                <a:solidFill>
                  <a:schemeClr val="bg1"/>
                </a:solidFill>
              </a:defRPr>
            </a:lvl2pPr>
            <a:lvl3pPr>
              <a:defRPr sz="3200">
                <a:solidFill>
                  <a:schemeClr val="bg1"/>
                </a:solidFill>
              </a:defRPr>
            </a:lvl3pPr>
            <a:lvl4pPr>
              <a:defRPr sz="3200">
                <a:solidFill>
                  <a:schemeClr val="bg1"/>
                </a:solidFill>
              </a:defRPr>
            </a:lvl4pPr>
            <a:lvl5pPr>
              <a:defRPr sz="3200">
                <a:solidFill>
                  <a:schemeClr val="bg1"/>
                </a:solidFill>
              </a:defRPr>
            </a:lvl5pPr>
          </a:lstStyle>
          <a:p>
            <a:pPr lvl="0"/>
            <a:r>
              <a:rPr lang="en-US"/>
              <a:t>Click to add text</a:t>
            </a:r>
          </a:p>
        </p:txBody>
      </p:sp>
    </p:spTree>
    <p:extLst>
      <p:ext uri="{BB962C8B-B14F-4D97-AF65-F5344CB8AC3E}">
        <p14:creationId xmlns:p14="http://schemas.microsoft.com/office/powerpoint/2010/main" val="306329246"/>
      </p:ext>
    </p:extLst>
  </p:cSld>
  <p:clrMapOvr>
    <a:masterClrMapping/>
  </p:clrMapOvr>
</p:sldLayout>
</file>

<file path=ppt/slideLayouts/slideLayout156.xml><?xml version="1.0" encoding="utf-8"?>
<p:sldLayout xmlns:a="http://schemas.openxmlformats.org/drawingml/2006/main" xmlns:r="http://schemas.openxmlformats.org/officeDocument/2006/relationships" xmlns:p="http://schemas.openxmlformats.org/presentationml/2006/main" preserve="1" userDrawn="1">
  <p:cSld name="1_Title Subtitle Dark Grey">
    <p:spTree>
      <p:nvGrpSpPr>
        <p:cNvPr id="1" name=""/>
        <p:cNvGrpSpPr/>
        <p:nvPr/>
      </p:nvGrpSpPr>
      <p:grpSpPr>
        <a:xfrm>
          <a:off x="0" y="0"/>
          <a:ext cx="0" cy="0"/>
          <a:chOff x="0" y="0"/>
          <a:chExt cx="0" cy="0"/>
        </a:xfrm>
      </p:grpSpPr>
      <p:sp>
        <p:nvSpPr>
          <p:cNvPr id="12" name="Text Placeholder 9">
            <a:extLst>
              <a:ext uri="{FF2B5EF4-FFF2-40B4-BE49-F238E27FC236}">
                <a16:creationId xmlns:a16="http://schemas.microsoft.com/office/drawing/2014/main" id="{C1949725-ACD2-44C4-85AF-10B39EC61473}"/>
              </a:ext>
            </a:extLst>
          </p:cNvPr>
          <p:cNvSpPr>
            <a:spLocks noGrp="1"/>
          </p:cNvSpPr>
          <p:nvPr>
            <p:ph type="body" sz="quarter" idx="15" hasCustomPrompt="1"/>
          </p:nvPr>
        </p:nvSpPr>
        <p:spPr>
          <a:xfrm>
            <a:off x="414971" y="1125538"/>
            <a:ext cx="11369042" cy="246221"/>
          </a:xfrm>
          <a:prstGeom prst="rect">
            <a:avLst/>
          </a:prstGeom>
        </p:spPr>
        <p:txBody>
          <a:bodyPr lIns="0">
            <a:spAutoFit/>
          </a:bodyPr>
          <a:lstStyle>
            <a:lvl1pPr>
              <a:defRPr sz="1600" b="0">
                <a:solidFill>
                  <a:schemeClr val="bg1"/>
                </a:solidFill>
                <a:latin typeface="Ubuntu Light" panose="020B0304030602030204" pitchFamily="34" charset="0"/>
              </a:defRPr>
            </a:lvl1pPr>
          </a:lstStyle>
          <a:p>
            <a:pPr lvl="0"/>
            <a:r>
              <a:rPr lang="en-US"/>
              <a:t>Click to edit Master text styles</a:t>
            </a:r>
          </a:p>
        </p:txBody>
      </p:sp>
      <p:sp>
        <p:nvSpPr>
          <p:cNvPr id="2" name="Title 1">
            <a:extLst>
              <a:ext uri="{FF2B5EF4-FFF2-40B4-BE49-F238E27FC236}">
                <a16:creationId xmlns:a16="http://schemas.microsoft.com/office/drawing/2014/main" id="{3D771E05-0646-A062-8DD0-B00651AE6E76}"/>
              </a:ext>
            </a:extLst>
          </p:cNvPr>
          <p:cNvSpPr>
            <a:spLocks noGrp="1"/>
          </p:cNvSpPr>
          <p:nvPr>
            <p:ph type="title"/>
          </p:nvPr>
        </p:nvSpPr>
        <p:spPr/>
        <p:txBody>
          <a:bodyPr/>
          <a:lstStyle>
            <a:lvl1pPr>
              <a:defRPr>
                <a:solidFill>
                  <a:schemeClr val="bg1"/>
                </a:solidFill>
              </a:defRPr>
            </a:lvl1pPr>
          </a:lstStyle>
          <a:p>
            <a:r>
              <a:rPr lang="en-US"/>
              <a:t>Click to edit Master title style</a:t>
            </a:r>
          </a:p>
        </p:txBody>
      </p:sp>
    </p:spTree>
    <p:extLst>
      <p:ext uri="{BB962C8B-B14F-4D97-AF65-F5344CB8AC3E}">
        <p14:creationId xmlns:p14="http://schemas.microsoft.com/office/powerpoint/2010/main" val="41872031"/>
      </p:ext>
    </p:extLst>
  </p:cSld>
  <p:clrMapOvr>
    <a:masterClrMapping/>
  </p:clrMapOvr>
</p:sldLayout>
</file>

<file path=ppt/slideLayouts/slideLayout157.xml><?xml version="1.0" encoding="utf-8"?>
<p:sldLayout xmlns:a="http://schemas.openxmlformats.org/drawingml/2006/main" xmlns:r="http://schemas.openxmlformats.org/officeDocument/2006/relationships" xmlns:p="http://schemas.openxmlformats.org/presentationml/2006/main" showMasterSp="0" preserve="1" userDrawn="1">
  <p:cSld name="Diapositive de titre">
    <p:bg>
      <p:bgPr>
        <a:solidFill>
          <a:schemeClr val="accent4"/>
        </a:solidFill>
        <a:effectLst/>
      </p:bgPr>
    </p:bg>
    <p:spTree>
      <p:nvGrpSpPr>
        <p:cNvPr id="1" name=""/>
        <p:cNvGrpSpPr/>
        <p:nvPr/>
      </p:nvGrpSpPr>
      <p:grpSpPr>
        <a:xfrm>
          <a:off x="0" y="0"/>
          <a:ext cx="0" cy="0"/>
          <a:chOff x="0" y="0"/>
          <a:chExt cx="0" cy="0"/>
        </a:xfrm>
      </p:grpSpPr>
      <p:sp>
        <p:nvSpPr>
          <p:cNvPr id="15" name="Graphic 13">
            <a:extLst>
              <a:ext uri="{FF2B5EF4-FFF2-40B4-BE49-F238E27FC236}">
                <a16:creationId xmlns:a16="http://schemas.microsoft.com/office/drawing/2014/main" id="{5D1B5F70-39A3-4E01-8EEB-A624F6527260}"/>
              </a:ext>
            </a:extLst>
          </p:cNvPr>
          <p:cNvSpPr>
            <a:spLocks noChangeAspect="1"/>
          </p:cNvSpPr>
          <p:nvPr/>
        </p:nvSpPr>
        <p:spPr>
          <a:xfrm>
            <a:off x="263352" y="908720"/>
            <a:ext cx="10199251" cy="6192688"/>
          </a:xfrm>
          <a:custGeom>
            <a:avLst/>
            <a:gdLst>
              <a:gd name="connsiteX0" fmla="*/ 36195 w 8117205"/>
              <a:gd name="connsiteY0" fmla="*/ 4710199 h 4710198"/>
              <a:gd name="connsiteX1" fmla="*/ 0 w 8117205"/>
              <a:gd name="connsiteY1" fmla="*/ 4697817 h 4710198"/>
              <a:gd name="connsiteX2" fmla="*/ 538163 w 8117205"/>
              <a:gd name="connsiteY2" fmla="*/ 3739602 h 4710198"/>
              <a:gd name="connsiteX3" fmla="*/ 1340168 w 8117205"/>
              <a:gd name="connsiteY3" fmla="*/ 2915689 h 4710198"/>
              <a:gd name="connsiteX4" fmla="*/ 2613660 w 8117205"/>
              <a:gd name="connsiteY4" fmla="*/ 2190837 h 4710198"/>
              <a:gd name="connsiteX5" fmla="*/ 2621280 w 8117205"/>
              <a:gd name="connsiteY5" fmla="*/ 2187979 h 4710198"/>
              <a:gd name="connsiteX6" fmla="*/ 2628900 w 8117205"/>
              <a:gd name="connsiteY6" fmla="*/ 2191789 h 4710198"/>
              <a:gd name="connsiteX7" fmla="*/ 4513898 w 8117205"/>
              <a:gd name="connsiteY7" fmla="*/ 2830917 h 4710198"/>
              <a:gd name="connsiteX8" fmla="*/ 5841683 w 8117205"/>
              <a:gd name="connsiteY8" fmla="*/ 2599459 h 4710198"/>
              <a:gd name="connsiteX9" fmla="*/ 6102668 w 8117205"/>
              <a:gd name="connsiteY9" fmla="*/ 1288819 h 4710198"/>
              <a:gd name="connsiteX10" fmla="*/ 6256020 w 8117205"/>
              <a:gd name="connsiteY10" fmla="*/ 204874 h 4710198"/>
              <a:gd name="connsiteX11" fmla="*/ 7391400 w 8117205"/>
              <a:gd name="connsiteY11" fmla="*/ 43901 h 4710198"/>
              <a:gd name="connsiteX12" fmla="*/ 8117205 w 8117205"/>
              <a:gd name="connsiteY12" fmla="*/ 242021 h 4710198"/>
              <a:gd name="connsiteX13" fmla="*/ 8102918 w 8117205"/>
              <a:gd name="connsiteY13" fmla="*/ 277264 h 4710198"/>
              <a:gd name="connsiteX14" fmla="*/ 7384733 w 8117205"/>
              <a:gd name="connsiteY14" fmla="*/ 82001 h 4710198"/>
              <a:gd name="connsiteX15" fmla="*/ 6281738 w 8117205"/>
              <a:gd name="connsiteY15" fmla="*/ 233449 h 4710198"/>
              <a:gd name="connsiteX16" fmla="*/ 6139815 w 8117205"/>
              <a:gd name="connsiteY16" fmla="*/ 1279294 h 4710198"/>
              <a:gd name="connsiteX17" fmla="*/ 6187440 w 8117205"/>
              <a:gd name="connsiteY17" fmla="*/ 2101302 h 4710198"/>
              <a:gd name="connsiteX18" fmla="*/ 5866448 w 8117205"/>
              <a:gd name="connsiteY18" fmla="*/ 2629939 h 4710198"/>
              <a:gd name="connsiteX19" fmla="*/ 4510088 w 8117205"/>
              <a:gd name="connsiteY19" fmla="*/ 2869969 h 4710198"/>
              <a:gd name="connsiteX20" fmla="*/ 2620328 w 8117205"/>
              <a:gd name="connsiteY20" fmla="*/ 2230842 h 4710198"/>
              <a:gd name="connsiteX21" fmla="*/ 568643 w 8117205"/>
              <a:gd name="connsiteY21" fmla="*/ 3763414 h 4710198"/>
              <a:gd name="connsiteX22" fmla="*/ 36195 w 8117205"/>
              <a:gd name="connsiteY22" fmla="*/ 4710199 h 4710198"/>
              <a:gd name="connsiteX0" fmla="*/ 36195 w 8117205"/>
              <a:gd name="connsiteY0" fmla="*/ 4710199 h 4710199"/>
              <a:gd name="connsiteX1" fmla="*/ 0 w 8117205"/>
              <a:gd name="connsiteY1" fmla="*/ 4697817 h 4710199"/>
              <a:gd name="connsiteX2" fmla="*/ 538163 w 8117205"/>
              <a:gd name="connsiteY2" fmla="*/ 3739602 h 4710199"/>
              <a:gd name="connsiteX3" fmla="*/ 1340168 w 8117205"/>
              <a:gd name="connsiteY3" fmla="*/ 2915689 h 4710199"/>
              <a:gd name="connsiteX4" fmla="*/ 2613660 w 8117205"/>
              <a:gd name="connsiteY4" fmla="*/ 2190837 h 4710199"/>
              <a:gd name="connsiteX5" fmla="*/ 2621280 w 8117205"/>
              <a:gd name="connsiteY5" fmla="*/ 2187979 h 4710199"/>
              <a:gd name="connsiteX6" fmla="*/ 2628900 w 8117205"/>
              <a:gd name="connsiteY6" fmla="*/ 2191789 h 4710199"/>
              <a:gd name="connsiteX7" fmla="*/ 4513898 w 8117205"/>
              <a:gd name="connsiteY7" fmla="*/ 2830917 h 4710199"/>
              <a:gd name="connsiteX8" fmla="*/ 5841683 w 8117205"/>
              <a:gd name="connsiteY8" fmla="*/ 2599459 h 4710199"/>
              <a:gd name="connsiteX9" fmla="*/ 6102668 w 8117205"/>
              <a:gd name="connsiteY9" fmla="*/ 1288819 h 4710199"/>
              <a:gd name="connsiteX10" fmla="*/ 6256020 w 8117205"/>
              <a:gd name="connsiteY10" fmla="*/ 204874 h 4710199"/>
              <a:gd name="connsiteX11" fmla="*/ 7391400 w 8117205"/>
              <a:gd name="connsiteY11" fmla="*/ 43901 h 4710199"/>
              <a:gd name="connsiteX12" fmla="*/ 8117205 w 8117205"/>
              <a:gd name="connsiteY12" fmla="*/ 242021 h 4710199"/>
              <a:gd name="connsiteX13" fmla="*/ 7384733 w 8117205"/>
              <a:gd name="connsiteY13" fmla="*/ 82001 h 4710199"/>
              <a:gd name="connsiteX14" fmla="*/ 6281738 w 8117205"/>
              <a:gd name="connsiteY14" fmla="*/ 233449 h 4710199"/>
              <a:gd name="connsiteX15" fmla="*/ 6139815 w 8117205"/>
              <a:gd name="connsiteY15" fmla="*/ 1279294 h 4710199"/>
              <a:gd name="connsiteX16" fmla="*/ 6187440 w 8117205"/>
              <a:gd name="connsiteY16" fmla="*/ 2101302 h 4710199"/>
              <a:gd name="connsiteX17" fmla="*/ 5866448 w 8117205"/>
              <a:gd name="connsiteY17" fmla="*/ 2629939 h 4710199"/>
              <a:gd name="connsiteX18" fmla="*/ 4510088 w 8117205"/>
              <a:gd name="connsiteY18" fmla="*/ 2869969 h 4710199"/>
              <a:gd name="connsiteX19" fmla="*/ 2620328 w 8117205"/>
              <a:gd name="connsiteY19" fmla="*/ 2230842 h 4710199"/>
              <a:gd name="connsiteX20" fmla="*/ 568643 w 8117205"/>
              <a:gd name="connsiteY20" fmla="*/ 3763414 h 4710199"/>
              <a:gd name="connsiteX21" fmla="*/ 36195 w 8117205"/>
              <a:gd name="connsiteY21" fmla="*/ 4710199 h 4710199"/>
              <a:gd name="connsiteX0" fmla="*/ 36195 w 7528033"/>
              <a:gd name="connsiteY0" fmla="*/ 4673434 h 4673434"/>
              <a:gd name="connsiteX1" fmla="*/ 0 w 7528033"/>
              <a:gd name="connsiteY1" fmla="*/ 4661052 h 4673434"/>
              <a:gd name="connsiteX2" fmla="*/ 538163 w 7528033"/>
              <a:gd name="connsiteY2" fmla="*/ 3702837 h 4673434"/>
              <a:gd name="connsiteX3" fmla="*/ 1340168 w 7528033"/>
              <a:gd name="connsiteY3" fmla="*/ 2878924 h 4673434"/>
              <a:gd name="connsiteX4" fmla="*/ 2613660 w 7528033"/>
              <a:gd name="connsiteY4" fmla="*/ 2154072 h 4673434"/>
              <a:gd name="connsiteX5" fmla="*/ 2621280 w 7528033"/>
              <a:gd name="connsiteY5" fmla="*/ 2151214 h 4673434"/>
              <a:gd name="connsiteX6" fmla="*/ 2628900 w 7528033"/>
              <a:gd name="connsiteY6" fmla="*/ 2155024 h 4673434"/>
              <a:gd name="connsiteX7" fmla="*/ 4513898 w 7528033"/>
              <a:gd name="connsiteY7" fmla="*/ 2794152 h 4673434"/>
              <a:gd name="connsiteX8" fmla="*/ 5841683 w 7528033"/>
              <a:gd name="connsiteY8" fmla="*/ 2562694 h 4673434"/>
              <a:gd name="connsiteX9" fmla="*/ 6102668 w 7528033"/>
              <a:gd name="connsiteY9" fmla="*/ 1252054 h 4673434"/>
              <a:gd name="connsiteX10" fmla="*/ 6256020 w 7528033"/>
              <a:gd name="connsiteY10" fmla="*/ 168109 h 4673434"/>
              <a:gd name="connsiteX11" fmla="*/ 7391400 w 7528033"/>
              <a:gd name="connsiteY11" fmla="*/ 7136 h 4673434"/>
              <a:gd name="connsiteX12" fmla="*/ 7384733 w 7528033"/>
              <a:gd name="connsiteY12" fmla="*/ 45236 h 4673434"/>
              <a:gd name="connsiteX13" fmla="*/ 6281738 w 7528033"/>
              <a:gd name="connsiteY13" fmla="*/ 196684 h 4673434"/>
              <a:gd name="connsiteX14" fmla="*/ 6139815 w 7528033"/>
              <a:gd name="connsiteY14" fmla="*/ 1242529 h 4673434"/>
              <a:gd name="connsiteX15" fmla="*/ 6187440 w 7528033"/>
              <a:gd name="connsiteY15" fmla="*/ 2064537 h 4673434"/>
              <a:gd name="connsiteX16" fmla="*/ 5866448 w 7528033"/>
              <a:gd name="connsiteY16" fmla="*/ 2593174 h 4673434"/>
              <a:gd name="connsiteX17" fmla="*/ 4510088 w 7528033"/>
              <a:gd name="connsiteY17" fmla="*/ 2833204 h 4673434"/>
              <a:gd name="connsiteX18" fmla="*/ 2620328 w 7528033"/>
              <a:gd name="connsiteY18" fmla="*/ 2194077 h 4673434"/>
              <a:gd name="connsiteX19" fmla="*/ 568643 w 7528033"/>
              <a:gd name="connsiteY19" fmla="*/ 3726649 h 4673434"/>
              <a:gd name="connsiteX20" fmla="*/ 36195 w 7528033"/>
              <a:gd name="connsiteY20" fmla="*/ 4673434 h 467343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7528033" h="4673434">
                <a:moveTo>
                  <a:pt x="36195" y="4673434"/>
                </a:moveTo>
                <a:lnTo>
                  <a:pt x="0" y="4661052"/>
                </a:lnTo>
                <a:cubicBezTo>
                  <a:pt x="953" y="4656289"/>
                  <a:pt x="145733" y="4224807"/>
                  <a:pt x="538163" y="3702837"/>
                </a:cubicBezTo>
                <a:cubicBezTo>
                  <a:pt x="768668" y="3396132"/>
                  <a:pt x="1038225" y="3118954"/>
                  <a:pt x="1340168" y="2878924"/>
                </a:cubicBezTo>
                <a:cubicBezTo>
                  <a:pt x="1717358" y="2577934"/>
                  <a:pt x="2145983" y="2334094"/>
                  <a:pt x="2613660" y="2154072"/>
                </a:cubicBezTo>
                <a:lnTo>
                  <a:pt x="2621280" y="2151214"/>
                </a:lnTo>
                <a:lnTo>
                  <a:pt x="2628900" y="2155024"/>
                </a:lnTo>
                <a:cubicBezTo>
                  <a:pt x="3289935" y="2497924"/>
                  <a:pt x="3941445" y="2718904"/>
                  <a:pt x="4513898" y="2794152"/>
                </a:cubicBezTo>
                <a:cubicBezTo>
                  <a:pt x="5095875" y="2871304"/>
                  <a:pt x="5554980" y="2790341"/>
                  <a:pt x="5841683" y="2562694"/>
                </a:cubicBezTo>
                <a:cubicBezTo>
                  <a:pt x="6168390" y="2302662"/>
                  <a:pt x="6257925" y="1849271"/>
                  <a:pt x="6102668" y="1252054"/>
                </a:cubicBezTo>
                <a:cubicBezTo>
                  <a:pt x="5969318" y="741514"/>
                  <a:pt x="6020753" y="376706"/>
                  <a:pt x="6256020" y="168109"/>
                </a:cubicBezTo>
                <a:cubicBezTo>
                  <a:pt x="6480810" y="-31916"/>
                  <a:pt x="7203281" y="27615"/>
                  <a:pt x="7391400" y="7136"/>
                </a:cubicBezTo>
                <a:cubicBezTo>
                  <a:pt x="7579519" y="-13343"/>
                  <a:pt x="7569677" y="13645"/>
                  <a:pt x="7384733" y="45236"/>
                </a:cubicBezTo>
                <a:cubicBezTo>
                  <a:pt x="7199789" y="76827"/>
                  <a:pt x="6550343" y="-41441"/>
                  <a:pt x="6281738" y="196684"/>
                </a:cubicBezTo>
                <a:cubicBezTo>
                  <a:pt x="6058853" y="394804"/>
                  <a:pt x="6011228" y="747229"/>
                  <a:pt x="6139815" y="1242529"/>
                </a:cubicBezTo>
                <a:cubicBezTo>
                  <a:pt x="6221730" y="1557806"/>
                  <a:pt x="6237923" y="1834031"/>
                  <a:pt x="6187440" y="2064537"/>
                </a:cubicBezTo>
                <a:cubicBezTo>
                  <a:pt x="6138863" y="2283612"/>
                  <a:pt x="6031230" y="2460777"/>
                  <a:pt x="5866448" y="2593174"/>
                </a:cubicBezTo>
                <a:cubicBezTo>
                  <a:pt x="5572125" y="2828441"/>
                  <a:pt x="5102543" y="2911309"/>
                  <a:pt x="4510088" y="2833204"/>
                </a:cubicBezTo>
                <a:cubicBezTo>
                  <a:pt x="3935730" y="2757004"/>
                  <a:pt x="3282315" y="2536024"/>
                  <a:pt x="2620328" y="2194077"/>
                </a:cubicBezTo>
                <a:cubicBezTo>
                  <a:pt x="1574483" y="2598889"/>
                  <a:pt x="927735" y="3251352"/>
                  <a:pt x="568643" y="3726649"/>
                </a:cubicBezTo>
                <a:cubicBezTo>
                  <a:pt x="180023" y="4242904"/>
                  <a:pt x="37148" y="4668672"/>
                  <a:pt x="36195" y="4673434"/>
                </a:cubicBezTo>
                <a:close/>
              </a:path>
            </a:pathLst>
          </a:custGeom>
          <a:gradFill>
            <a:gsLst>
              <a:gs pos="99000">
                <a:schemeClr val="accent2">
                  <a:alpha val="0"/>
                </a:schemeClr>
              </a:gs>
              <a:gs pos="32000">
                <a:srgbClr val="12ABDB">
                  <a:alpha val="17000"/>
                </a:srgbClr>
              </a:gs>
              <a:gs pos="17000">
                <a:schemeClr val="accent2">
                  <a:alpha val="0"/>
                </a:schemeClr>
              </a:gs>
              <a:gs pos="49000">
                <a:srgbClr val="12ABDB"/>
              </a:gs>
              <a:gs pos="70000">
                <a:schemeClr val="accent2"/>
              </a:gs>
            </a:gsLst>
            <a:lin ang="16200000" scaled="0"/>
          </a:gradFill>
          <a:ln w="9525" cap="flat">
            <a:noFill/>
            <a:prstDash val="solid"/>
            <a:miter/>
          </a:ln>
        </p:spPr>
        <p:txBody>
          <a:bodyPr rtlCol="0" anchor="ctr"/>
          <a:lstStyle/>
          <a:p>
            <a:endParaRPr lang="de-DE"/>
          </a:p>
        </p:txBody>
      </p:sp>
      <p:sp>
        <p:nvSpPr>
          <p:cNvPr id="3" name="Subtitle">
            <a:extLst>
              <a:ext uri="{FF2B5EF4-FFF2-40B4-BE49-F238E27FC236}">
                <a16:creationId xmlns:a16="http://schemas.microsoft.com/office/drawing/2014/main" id="{81D5C5CA-E0F9-4194-9FD7-26150AB2A870}"/>
              </a:ext>
            </a:extLst>
          </p:cNvPr>
          <p:cNvSpPr>
            <a:spLocks noGrp="1"/>
          </p:cNvSpPr>
          <p:nvPr>
            <p:ph type="subTitle" idx="1"/>
          </p:nvPr>
        </p:nvSpPr>
        <p:spPr>
          <a:xfrm>
            <a:off x="404813" y="4242574"/>
            <a:ext cx="11379200" cy="307777"/>
          </a:xfrm>
        </p:spPr>
        <p:txBody>
          <a:bodyPr wrap="square" lIns="36000" tIns="0" rIns="36000">
            <a:spAutoFit/>
          </a:bodyPr>
          <a:lstStyle>
            <a:lvl1pPr marL="0" indent="0" algn="ctr">
              <a:buNone/>
              <a:defRPr sz="200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GB"/>
          </a:p>
        </p:txBody>
      </p:sp>
      <p:sp>
        <p:nvSpPr>
          <p:cNvPr id="2" name="Title">
            <a:extLst>
              <a:ext uri="{FF2B5EF4-FFF2-40B4-BE49-F238E27FC236}">
                <a16:creationId xmlns:a16="http://schemas.microsoft.com/office/drawing/2014/main" id="{A5A39C93-A915-45D6-953A-AAC473CA2FEC}"/>
              </a:ext>
            </a:extLst>
          </p:cNvPr>
          <p:cNvSpPr>
            <a:spLocks noGrp="1"/>
          </p:cNvSpPr>
          <p:nvPr>
            <p:ph type="ctrTitle"/>
          </p:nvPr>
        </p:nvSpPr>
        <p:spPr>
          <a:xfrm>
            <a:off x="404813" y="2339007"/>
            <a:ext cx="11386134" cy="2031325"/>
          </a:xfrm>
        </p:spPr>
        <p:txBody>
          <a:bodyPr wrap="square" lIns="36000" rIns="36000" bIns="0" anchor="b" anchorCtr="0">
            <a:spAutoFit/>
          </a:bodyPr>
          <a:lstStyle>
            <a:lvl1pPr algn="l">
              <a:lnSpc>
                <a:spcPct val="100000"/>
              </a:lnSpc>
              <a:defRPr sz="6600" b="1" baseline="0">
                <a:solidFill>
                  <a:schemeClr val="bg1"/>
                </a:solidFill>
                <a:latin typeface="Ubuntu" panose="020B0504030602030204" pitchFamily="34" charset="0"/>
              </a:defRPr>
            </a:lvl1pPr>
          </a:lstStyle>
          <a:p>
            <a:r>
              <a:rPr lang="en-US"/>
              <a:t>Click to edit Master title style</a:t>
            </a:r>
            <a:endParaRPr lang="en-GB"/>
          </a:p>
        </p:txBody>
      </p:sp>
      <p:pic>
        <p:nvPicPr>
          <p:cNvPr id="6" name="Image 5" descr="Une image contenant texte&#10;&#10;Description générée automatiquement">
            <a:extLst>
              <a:ext uri="{FF2B5EF4-FFF2-40B4-BE49-F238E27FC236}">
                <a16:creationId xmlns:a16="http://schemas.microsoft.com/office/drawing/2014/main" id="{B290AA58-6524-4A50-851C-8EA6E75AA5EE}"/>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9155116" y="260648"/>
            <a:ext cx="3024000" cy="1226177"/>
          </a:xfrm>
          <a:prstGeom prst="rect">
            <a:avLst/>
          </a:prstGeom>
        </p:spPr>
      </p:pic>
    </p:spTree>
    <p:extLst>
      <p:ext uri="{BB962C8B-B14F-4D97-AF65-F5344CB8AC3E}">
        <p14:creationId xmlns:p14="http://schemas.microsoft.com/office/powerpoint/2010/main" val="885352590"/>
      </p:ext>
    </p:extLst>
  </p:cSld>
  <p:clrMapOvr>
    <a:masterClrMapping/>
  </p:clrMapOvr>
  <p:extLst>
    <p:ext uri="{DCECCB84-F9BA-43D5-87BE-67443E8EF086}">
      <p15:sldGuideLst xmlns:p15="http://schemas.microsoft.com/office/powerpoint/2012/main"/>
    </p:ext>
  </p:extLst>
</p:sldLayout>
</file>

<file path=ppt/slideLayouts/slideLayout158.xml><?xml version="1.0" encoding="utf-8"?>
<p:sldLayout xmlns:a="http://schemas.openxmlformats.org/drawingml/2006/main" xmlns:r="http://schemas.openxmlformats.org/officeDocument/2006/relationships" xmlns:p="http://schemas.openxmlformats.org/presentationml/2006/main" showMasterSp="0" preserve="1" userDrawn="1">
  <p:cSld name="Title Slide 2">
    <p:bg>
      <p:bgPr>
        <a:solidFill>
          <a:schemeClr val="accent4"/>
        </a:solidFill>
        <a:effectLst/>
      </p:bgPr>
    </p:bg>
    <p:spTree>
      <p:nvGrpSpPr>
        <p:cNvPr id="1" name=""/>
        <p:cNvGrpSpPr/>
        <p:nvPr/>
      </p:nvGrpSpPr>
      <p:grpSpPr>
        <a:xfrm>
          <a:off x="0" y="0"/>
          <a:ext cx="0" cy="0"/>
          <a:chOff x="0" y="0"/>
          <a:chExt cx="0" cy="0"/>
        </a:xfrm>
      </p:grpSpPr>
      <p:sp>
        <p:nvSpPr>
          <p:cNvPr id="10" name="Picture Placeholder 9">
            <a:extLst>
              <a:ext uri="{FF2B5EF4-FFF2-40B4-BE49-F238E27FC236}">
                <a16:creationId xmlns:a16="http://schemas.microsoft.com/office/drawing/2014/main" id="{5F0D51B9-A61A-4FDC-9E0F-E2A63E0E942C}"/>
              </a:ext>
            </a:extLst>
          </p:cNvPr>
          <p:cNvSpPr>
            <a:spLocks noGrp="1"/>
          </p:cNvSpPr>
          <p:nvPr>
            <p:ph type="pic" sz="quarter" idx="10" hasCustomPrompt="1"/>
          </p:nvPr>
        </p:nvSpPr>
        <p:spPr>
          <a:xfrm>
            <a:off x="5303838" y="0"/>
            <a:ext cx="6888162" cy="6858000"/>
          </a:xfrm>
          <a:solidFill>
            <a:schemeClr val="bg2">
              <a:lumMod val="90000"/>
            </a:schemeClr>
          </a:solidFill>
        </p:spPr>
        <p:txBody>
          <a:bodyPr/>
          <a:lstStyle>
            <a:lvl1pPr>
              <a:defRPr>
                <a:solidFill>
                  <a:schemeClr val="tx1">
                    <a:lumMod val="50000"/>
                    <a:lumOff val="50000"/>
                  </a:schemeClr>
                </a:solidFill>
              </a:defRPr>
            </a:lvl1pPr>
          </a:lstStyle>
          <a:p>
            <a:r>
              <a:rPr lang="de-DE"/>
              <a:t>Insert Picture and send </a:t>
            </a:r>
            <a:r>
              <a:rPr lang="de-DE" err="1"/>
              <a:t>to</a:t>
            </a:r>
            <a:r>
              <a:rPr lang="de-DE"/>
              <a:t> back</a:t>
            </a:r>
          </a:p>
        </p:txBody>
      </p:sp>
      <p:sp>
        <p:nvSpPr>
          <p:cNvPr id="3" name="Subtitle">
            <a:extLst>
              <a:ext uri="{FF2B5EF4-FFF2-40B4-BE49-F238E27FC236}">
                <a16:creationId xmlns:a16="http://schemas.microsoft.com/office/drawing/2014/main" id="{81D5C5CA-E0F9-4194-9FD7-26150AB2A870}"/>
              </a:ext>
            </a:extLst>
          </p:cNvPr>
          <p:cNvSpPr>
            <a:spLocks noGrp="1"/>
          </p:cNvSpPr>
          <p:nvPr>
            <p:ph type="subTitle" idx="1"/>
          </p:nvPr>
        </p:nvSpPr>
        <p:spPr>
          <a:xfrm>
            <a:off x="404813" y="4561383"/>
            <a:ext cx="11386134" cy="307777"/>
          </a:xfrm>
        </p:spPr>
        <p:txBody>
          <a:bodyPr wrap="square" lIns="36000" tIns="0" rIns="36000">
            <a:spAutoFit/>
          </a:bodyPr>
          <a:lstStyle>
            <a:lvl1pPr marL="0" indent="0" algn="l">
              <a:buNone/>
              <a:defRPr sz="200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GB"/>
          </a:p>
        </p:txBody>
      </p:sp>
      <p:sp>
        <p:nvSpPr>
          <p:cNvPr id="2" name="Title">
            <a:extLst>
              <a:ext uri="{FF2B5EF4-FFF2-40B4-BE49-F238E27FC236}">
                <a16:creationId xmlns:a16="http://schemas.microsoft.com/office/drawing/2014/main" id="{A5A39C93-A915-45D6-953A-AAC473CA2FEC}"/>
              </a:ext>
            </a:extLst>
          </p:cNvPr>
          <p:cNvSpPr>
            <a:spLocks noGrp="1"/>
          </p:cNvSpPr>
          <p:nvPr>
            <p:ph type="ctrTitle"/>
          </p:nvPr>
        </p:nvSpPr>
        <p:spPr>
          <a:xfrm>
            <a:off x="404813" y="2293129"/>
            <a:ext cx="11386134" cy="2215991"/>
          </a:xfrm>
        </p:spPr>
        <p:txBody>
          <a:bodyPr wrap="square" lIns="36000" rIns="36000" bIns="0" anchor="b" anchorCtr="0">
            <a:spAutoFit/>
          </a:bodyPr>
          <a:lstStyle>
            <a:lvl1pPr algn="l">
              <a:lnSpc>
                <a:spcPct val="90000"/>
              </a:lnSpc>
              <a:defRPr sz="8000" b="1" baseline="0">
                <a:solidFill>
                  <a:schemeClr val="bg1"/>
                </a:solidFill>
                <a:latin typeface="Ubuntu" panose="020B0504030602030204" pitchFamily="34" charset="0"/>
              </a:defRPr>
            </a:lvl1pPr>
          </a:lstStyle>
          <a:p>
            <a:r>
              <a:rPr lang="en-US"/>
              <a:t>Click to edit Master title style</a:t>
            </a:r>
            <a:endParaRPr lang="en-GB"/>
          </a:p>
        </p:txBody>
      </p:sp>
      <p:pic>
        <p:nvPicPr>
          <p:cNvPr id="7" name="Image 6" descr="Une image contenant texte&#10;&#10;Description générée automatiquement">
            <a:extLst>
              <a:ext uri="{FF2B5EF4-FFF2-40B4-BE49-F238E27FC236}">
                <a16:creationId xmlns:a16="http://schemas.microsoft.com/office/drawing/2014/main" id="{873884F3-4760-488E-A25C-0D285C88AE32}"/>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98408" y="260648"/>
            <a:ext cx="3024000" cy="1226177"/>
          </a:xfrm>
          <a:prstGeom prst="rect">
            <a:avLst/>
          </a:prstGeom>
        </p:spPr>
      </p:pic>
    </p:spTree>
    <p:extLst>
      <p:ext uri="{BB962C8B-B14F-4D97-AF65-F5344CB8AC3E}">
        <p14:creationId xmlns:p14="http://schemas.microsoft.com/office/powerpoint/2010/main" val="437257366"/>
      </p:ext>
    </p:extLst>
  </p:cSld>
  <p:clrMapOvr>
    <a:masterClrMapping/>
  </p:clrMapOvr>
  <p:extLst>
    <p:ext uri="{DCECCB84-F9BA-43D5-87BE-67443E8EF086}">
      <p15:sldGuideLst xmlns:p15="http://schemas.microsoft.com/office/powerpoint/2012/main"/>
    </p:ext>
  </p:extLst>
</p:sldLayout>
</file>

<file path=ppt/slideLayouts/slideLayout159.xml><?xml version="1.0" encoding="utf-8"?>
<p:sldLayout xmlns:a="http://schemas.openxmlformats.org/drawingml/2006/main" xmlns:r="http://schemas.openxmlformats.org/officeDocument/2006/relationships" xmlns:p="http://schemas.openxmlformats.org/presentationml/2006/main" showMasterSp="0" preserve="1" userDrawn="1">
  <p:cSld name="Title Slide 3 Full Picture">
    <p:bg>
      <p:bgPr>
        <a:solidFill>
          <a:schemeClr val="accent4"/>
        </a:solidFill>
        <a:effectLst/>
      </p:bgPr>
    </p:bg>
    <p:spTree>
      <p:nvGrpSpPr>
        <p:cNvPr id="1" name=""/>
        <p:cNvGrpSpPr/>
        <p:nvPr/>
      </p:nvGrpSpPr>
      <p:grpSpPr>
        <a:xfrm>
          <a:off x="0" y="0"/>
          <a:ext cx="0" cy="0"/>
          <a:chOff x="0" y="0"/>
          <a:chExt cx="0" cy="0"/>
        </a:xfrm>
      </p:grpSpPr>
      <p:sp>
        <p:nvSpPr>
          <p:cNvPr id="23" name="Picture Placeholder 22">
            <a:extLst>
              <a:ext uri="{FF2B5EF4-FFF2-40B4-BE49-F238E27FC236}">
                <a16:creationId xmlns:a16="http://schemas.microsoft.com/office/drawing/2014/main" id="{B92814EB-708F-421C-9F3F-E5C7B767B62F}"/>
              </a:ext>
            </a:extLst>
          </p:cNvPr>
          <p:cNvSpPr>
            <a:spLocks noGrp="1"/>
          </p:cNvSpPr>
          <p:nvPr>
            <p:ph type="pic" sz="quarter" idx="10" hasCustomPrompt="1"/>
          </p:nvPr>
        </p:nvSpPr>
        <p:spPr>
          <a:xfrm>
            <a:off x="0" y="0"/>
            <a:ext cx="12192000" cy="6858000"/>
          </a:xfrm>
          <a:custGeom>
            <a:avLst/>
            <a:gdLst>
              <a:gd name="connsiteX0" fmla="*/ 10205289 w 12192000"/>
              <a:gd name="connsiteY0" fmla="*/ 966629 h 6858000"/>
              <a:gd name="connsiteX1" fmla="*/ 10155045 w 12192000"/>
              <a:gd name="connsiteY1" fmla="*/ 1089100 h 6858000"/>
              <a:gd name="connsiteX2" fmla="*/ 10129923 w 12192000"/>
              <a:gd name="connsiteY2" fmla="*/ 1057697 h 6858000"/>
              <a:gd name="connsiteX3" fmla="*/ 10205289 w 12192000"/>
              <a:gd name="connsiteY3" fmla="*/ 966629 h 6858000"/>
              <a:gd name="connsiteX4" fmla="*/ 10359163 w 12192000"/>
              <a:gd name="connsiteY4" fmla="*/ 768791 h 6858000"/>
              <a:gd name="connsiteX5" fmla="*/ 10381145 w 12192000"/>
              <a:gd name="connsiteY5" fmla="*/ 803334 h 6858000"/>
              <a:gd name="connsiteX6" fmla="*/ 10330900 w 12192000"/>
              <a:gd name="connsiteY6" fmla="*/ 875561 h 6858000"/>
              <a:gd name="connsiteX7" fmla="*/ 10359163 w 12192000"/>
              <a:gd name="connsiteY7" fmla="*/ 768791 h 6858000"/>
              <a:gd name="connsiteX8" fmla="*/ 11203898 w 12192000"/>
              <a:gd name="connsiteY8" fmla="*/ 658881 h 6858000"/>
              <a:gd name="connsiteX9" fmla="*/ 11178776 w 12192000"/>
              <a:gd name="connsiteY9" fmla="*/ 684003 h 6858000"/>
              <a:gd name="connsiteX10" fmla="*/ 11203898 w 12192000"/>
              <a:gd name="connsiteY10" fmla="*/ 709126 h 6858000"/>
              <a:gd name="connsiteX11" fmla="*/ 11229020 w 12192000"/>
              <a:gd name="connsiteY11" fmla="*/ 684003 h 6858000"/>
              <a:gd name="connsiteX12" fmla="*/ 11203898 w 12192000"/>
              <a:gd name="connsiteY12" fmla="*/ 658881 h 6858000"/>
              <a:gd name="connsiteX13" fmla="*/ 10842765 w 12192000"/>
              <a:gd name="connsiteY13" fmla="*/ 646320 h 6858000"/>
              <a:gd name="connsiteX14" fmla="*/ 10817643 w 12192000"/>
              <a:gd name="connsiteY14" fmla="*/ 674583 h 6858000"/>
              <a:gd name="connsiteX15" fmla="*/ 10842765 w 12192000"/>
              <a:gd name="connsiteY15" fmla="*/ 699705 h 6858000"/>
              <a:gd name="connsiteX16" fmla="*/ 10867887 w 12192000"/>
              <a:gd name="connsiteY16" fmla="*/ 671442 h 6858000"/>
              <a:gd name="connsiteX17" fmla="*/ 10842765 w 12192000"/>
              <a:gd name="connsiteY17" fmla="*/ 646320 h 6858000"/>
              <a:gd name="connsiteX18" fmla="*/ 9570952 w 12192000"/>
              <a:gd name="connsiteY18" fmla="*/ 621198 h 6858000"/>
              <a:gd name="connsiteX19" fmla="*/ 9420219 w 12192000"/>
              <a:gd name="connsiteY19" fmla="*/ 806475 h 6858000"/>
              <a:gd name="connsiteX20" fmla="*/ 9545830 w 12192000"/>
              <a:gd name="connsiteY20" fmla="*/ 969769 h 6858000"/>
              <a:gd name="connsiteX21" fmla="*/ 9665161 w 12192000"/>
              <a:gd name="connsiteY21" fmla="*/ 894402 h 6858000"/>
              <a:gd name="connsiteX22" fmla="*/ 9724826 w 12192000"/>
              <a:gd name="connsiteY22" fmla="*/ 954068 h 6858000"/>
              <a:gd name="connsiteX23" fmla="*/ 9797053 w 12192000"/>
              <a:gd name="connsiteY23" fmla="*/ 900683 h 6858000"/>
              <a:gd name="connsiteX24" fmla="*/ 9847297 w 12192000"/>
              <a:gd name="connsiteY24" fmla="*/ 954068 h 6858000"/>
              <a:gd name="connsiteX25" fmla="*/ 9894401 w 12192000"/>
              <a:gd name="connsiteY25" fmla="*/ 928946 h 6858000"/>
              <a:gd name="connsiteX26" fmla="*/ 9947786 w 12192000"/>
              <a:gd name="connsiteY26" fmla="*/ 1092240 h 6858000"/>
              <a:gd name="connsiteX27" fmla="*/ 9935225 w 12192000"/>
              <a:gd name="connsiteY27" fmla="*/ 957208 h 6858000"/>
              <a:gd name="connsiteX28" fmla="*/ 9985470 w 12192000"/>
              <a:gd name="connsiteY28" fmla="*/ 775072 h 6858000"/>
              <a:gd name="connsiteX29" fmla="*/ 10013732 w 12192000"/>
              <a:gd name="connsiteY29" fmla="*/ 828457 h 6858000"/>
              <a:gd name="connsiteX30" fmla="*/ 10007452 w 12192000"/>
              <a:gd name="connsiteY30" fmla="*/ 875561 h 6858000"/>
              <a:gd name="connsiteX31" fmla="*/ 9944646 w 12192000"/>
              <a:gd name="connsiteY31" fmla="*/ 935226 h 6858000"/>
              <a:gd name="connsiteX32" fmla="*/ 9969768 w 12192000"/>
              <a:gd name="connsiteY32" fmla="*/ 954068 h 6858000"/>
              <a:gd name="connsiteX33" fmla="*/ 10045135 w 12192000"/>
              <a:gd name="connsiteY33" fmla="*/ 878701 h 6858000"/>
              <a:gd name="connsiteX34" fmla="*/ 10092239 w 12192000"/>
              <a:gd name="connsiteY34" fmla="*/ 844158 h 6858000"/>
              <a:gd name="connsiteX35" fmla="*/ 10092239 w 12192000"/>
              <a:gd name="connsiteY35" fmla="*/ 859859 h 6858000"/>
              <a:gd name="connsiteX36" fmla="*/ 10148764 w 12192000"/>
              <a:gd name="connsiteY36" fmla="*/ 938366 h 6858000"/>
              <a:gd name="connsiteX37" fmla="*/ 10208430 w 12192000"/>
              <a:gd name="connsiteY37" fmla="*/ 891262 h 6858000"/>
              <a:gd name="connsiteX38" fmla="*/ 10211570 w 12192000"/>
              <a:gd name="connsiteY38" fmla="*/ 935226 h 6858000"/>
              <a:gd name="connsiteX39" fmla="*/ 10098520 w 12192000"/>
              <a:gd name="connsiteY39" fmla="*/ 1057697 h 6858000"/>
              <a:gd name="connsiteX40" fmla="*/ 10158185 w 12192000"/>
              <a:gd name="connsiteY40" fmla="*/ 1120503 h 6858000"/>
              <a:gd name="connsiteX41" fmla="*/ 10252393 w 12192000"/>
              <a:gd name="connsiteY41" fmla="*/ 947787 h 6858000"/>
              <a:gd name="connsiteX42" fmla="*/ 10315199 w 12192000"/>
              <a:gd name="connsiteY42" fmla="*/ 919525 h 6858000"/>
              <a:gd name="connsiteX43" fmla="*/ 10381145 w 12192000"/>
              <a:gd name="connsiteY43" fmla="*/ 954068 h 6858000"/>
              <a:gd name="connsiteX44" fmla="*/ 10481634 w 12192000"/>
              <a:gd name="connsiteY44" fmla="*/ 884982 h 6858000"/>
              <a:gd name="connsiteX45" fmla="*/ 10513037 w 12192000"/>
              <a:gd name="connsiteY45" fmla="*/ 954068 h 6858000"/>
              <a:gd name="connsiteX46" fmla="*/ 10578983 w 12192000"/>
              <a:gd name="connsiteY46" fmla="*/ 778212 h 6858000"/>
              <a:gd name="connsiteX47" fmla="*/ 10632367 w 12192000"/>
              <a:gd name="connsiteY47" fmla="*/ 969769 h 6858000"/>
              <a:gd name="connsiteX48" fmla="*/ 10704594 w 12192000"/>
              <a:gd name="connsiteY48" fmla="*/ 800194 h 6858000"/>
              <a:gd name="connsiteX49" fmla="*/ 10767400 w 12192000"/>
              <a:gd name="connsiteY49" fmla="*/ 954068 h 6858000"/>
              <a:gd name="connsiteX50" fmla="*/ 10830205 w 12192000"/>
              <a:gd name="connsiteY50" fmla="*/ 866140 h 6858000"/>
              <a:gd name="connsiteX51" fmla="*/ 10893011 w 12192000"/>
              <a:gd name="connsiteY51" fmla="*/ 954068 h 6858000"/>
              <a:gd name="connsiteX52" fmla="*/ 10949536 w 12192000"/>
              <a:gd name="connsiteY52" fmla="*/ 900683 h 6858000"/>
              <a:gd name="connsiteX53" fmla="*/ 10980939 w 12192000"/>
              <a:gd name="connsiteY53" fmla="*/ 954068 h 6858000"/>
              <a:gd name="connsiteX54" fmla="*/ 11059446 w 12192000"/>
              <a:gd name="connsiteY54" fmla="*/ 778212 h 6858000"/>
              <a:gd name="connsiteX55" fmla="*/ 11144233 w 12192000"/>
              <a:gd name="connsiteY55" fmla="*/ 954068 h 6858000"/>
              <a:gd name="connsiteX56" fmla="*/ 11197618 w 12192000"/>
              <a:gd name="connsiteY56" fmla="*/ 894402 h 6858000"/>
              <a:gd name="connsiteX57" fmla="*/ 11244722 w 12192000"/>
              <a:gd name="connsiteY57" fmla="*/ 954068 h 6858000"/>
              <a:gd name="connsiteX58" fmla="*/ 11272985 w 12192000"/>
              <a:gd name="connsiteY58" fmla="*/ 938366 h 6858000"/>
              <a:gd name="connsiteX59" fmla="*/ 11225881 w 12192000"/>
              <a:gd name="connsiteY59" fmla="*/ 784493 h 6858000"/>
              <a:gd name="connsiteX60" fmla="*/ 11207039 w 12192000"/>
              <a:gd name="connsiteY60" fmla="*/ 740529 h 6858000"/>
              <a:gd name="connsiteX61" fmla="*/ 11188197 w 12192000"/>
              <a:gd name="connsiteY61" fmla="*/ 743669 h 6858000"/>
              <a:gd name="connsiteX62" fmla="*/ 11147374 w 12192000"/>
              <a:gd name="connsiteY62" fmla="*/ 913244 h 6858000"/>
              <a:gd name="connsiteX63" fmla="*/ 11062586 w 12192000"/>
              <a:gd name="connsiteY63" fmla="*/ 721687 h 6858000"/>
              <a:gd name="connsiteX64" fmla="*/ 10984079 w 12192000"/>
              <a:gd name="connsiteY64" fmla="*/ 875561 h 6858000"/>
              <a:gd name="connsiteX65" fmla="*/ 10977798 w 12192000"/>
              <a:gd name="connsiteY65" fmla="*/ 803334 h 6858000"/>
              <a:gd name="connsiteX66" fmla="*/ 10980939 w 12192000"/>
              <a:gd name="connsiteY66" fmla="*/ 765651 h 6858000"/>
              <a:gd name="connsiteX67" fmla="*/ 10943255 w 12192000"/>
              <a:gd name="connsiteY67" fmla="*/ 740529 h 6858000"/>
              <a:gd name="connsiteX68" fmla="*/ 10896151 w 12192000"/>
              <a:gd name="connsiteY68" fmla="*/ 916384 h 6858000"/>
              <a:gd name="connsiteX69" fmla="*/ 10858468 w 12192000"/>
              <a:gd name="connsiteY69" fmla="*/ 790773 h 6858000"/>
              <a:gd name="connsiteX70" fmla="*/ 10820784 w 12192000"/>
              <a:gd name="connsiteY70" fmla="*/ 740529 h 6858000"/>
              <a:gd name="connsiteX71" fmla="*/ 10773680 w 12192000"/>
              <a:gd name="connsiteY71" fmla="*/ 906964 h 6858000"/>
              <a:gd name="connsiteX72" fmla="*/ 10707734 w 12192000"/>
              <a:gd name="connsiteY72" fmla="*/ 740529 h 6858000"/>
              <a:gd name="connsiteX73" fmla="*/ 10638648 w 12192000"/>
              <a:gd name="connsiteY73" fmla="*/ 897543 h 6858000"/>
              <a:gd name="connsiteX74" fmla="*/ 10578983 w 12192000"/>
              <a:gd name="connsiteY74" fmla="*/ 721687 h 6858000"/>
              <a:gd name="connsiteX75" fmla="*/ 10516177 w 12192000"/>
              <a:gd name="connsiteY75" fmla="*/ 847298 h 6858000"/>
              <a:gd name="connsiteX76" fmla="*/ 10509897 w 12192000"/>
              <a:gd name="connsiteY76" fmla="*/ 847298 h 6858000"/>
              <a:gd name="connsiteX77" fmla="*/ 10509897 w 12192000"/>
              <a:gd name="connsiteY77" fmla="*/ 809615 h 6858000"/>
              <a:gd name="connsiteX78" fmla="*/ 10475353 w 12192000"/>
              <a:gd name="connsiteY78" fmla="*/ 737388 h 6858000"/>
              <a:gd name="connsiteX79" fmla="*/ 10387426 w 12192000"/>
              <a:gd name="connsiteY79" fmla="*/ 919525 h 6858000"/>
              <a:gd name="connsiteX80" fmla="*/ 10349742 w 12192000"/>
              <a:gd name="connsiteY80" fmla="*/ 903823 h 6858000"/>
              <a:gd name="connsiteX81" fmla="*/ 10425109 w 12192000"/>
              <a:gd name="connsiteY81" fmla="*/ 800194 h 6858000"/>
              <a:gd name="connsiteX82" fmla="*/ 10365444 w 12192000"/>
              <a:gd name="connsiteY82" fmla="*/ 740529 h 6858000"/>
              <a:gd name="connsiteX83" fmla="*/ 10286937 w 12192000"/>
              <a:gd name="connsiteY83" fmla="*/ 837877 h 6858000"/>
              <a:gd name="connsiteX84" fmla="*/ 10299498 w 12192000"/>
              <a:gd name="connsiteY84" fmla="*/ 900683 h 6858000"/>
              <a:gd name="connsiteX85" fmla="*/ 10249253 w 12192000"/>
              <a:gd name="connsiteY85" fmla="*/ 922665 h 6858000"/>
              <a:gd name="connsiteX86" fmla="*/ 10239832 w 12192000"/>
              <a:gd name="connsiteY86" fmla="*/ 784493 h 6858000"/>
              <a:gd name="connsiteX87" fmla="*/ 10202149 w 12192000"/>
              <a:gd name="connsiteY87" fmla="*/ 815895 h 6858000"/>
              <a:gd name="connsiteX88" fmla="*/ 10155045 w 12192000"/>
              <a:gd name="connsiteY88" fmla="*/ 897543 h 6858000"/>
              <a:gd name="connsiteX89" fmla="*/ 10133063 w 12192000"/>
              <a:gd name="connsiteY89" fmla="*/ 863000 h 6858000"/>
              <a:gd name="connsiteX90" fmla="*/ 10236692 w 12192000"/>
              <a:gd name="connsiteY90" fmla="*/ 762511 h 6858000"/>
              <a:gd name="connsiteX91" fmla="*/ 10202149 w 12192000"/>
              <a:gd name="connsiteY91" fmla="*/ 727968 h 6858000"/>
              <a:gd name="connsiteX92" fmla="*/ 10107941 w 12192000"/>
              <a:gd name="connsiteY92" fmla="*/ 784493 h 6858000"/>
              <a:gd name="connsiteX93" fmla="*/ 10051415 w 12192000"/>
              <a:gd name="connsiteY93" fmla="*/ 841018 h 6858000"/>
              <a:gd name="connsiteX94" fmla="*/ 10051415 w 12192000"/>
              <a:gd name="connsiteY94" fmla="*/ 825316 h 6858000"/>
              <a:gd name="connsiteX95" fmla="*/ 9985470 w 12192000"/>
              <a:gd name="connsiteY95" fmla="*/ 734248 h 6858000"/>
              <a:gd name="connsiteX96" fmla="*/ 9932085 w 12192000"/>
              <a:gd name="connsiteY96" fmla="*/ 775072 h 6858000"/>
              <a:gd name="connsiteX97" fmla="*/ 9910103 w 12192000"/>
              <a:gd name="connsiteY97" fmla="*/ 740529 h 6858000"/>
              <a:gd name="connsiteX98" fmla="*/ 9884981 w 12192000"/>
              <a:gd name="connsiteY98" fmla="*/ 746809 h 6858000"/>
              <a:gd name="connsiteX99" fmla="*/ 9891261 w 12192000"/>
              <a:gd name="connsiteY99" fmla="*/ 812755 h 6858000"/>
              <a:gd name="connsiteX100" fmla="*/ 9850437 w 12192000"/>
              <a:gd name="connsiteY100" fmla="*/ 922665 h 6858000"/>
              <a:gd name="connsiteX101" fmla="*/ 9822175 w 12192000"/>
              <a:gd name="connsiteY101" fmla="*/ 800194 h 6858000"/>
              <a:gd name="connsiteX102" fmla="*/ 9809614 w 12192000"/>
              <a:gd name="connsiteY102" fmla="*/ 797054 h 6858000"/>
              <a:gd name="connsiteX103" fmla="*/ 9781351 w 12192000"/>
              <a:gd name="connsiteY103" fmla="*/ 853579 h 6858000"/>
              <a:gd name="connsiteX104" fmla="*/ 9734247 w 12192000"/>
              <a:gd name="connsiteY104" fmla="*/ 919525 h 6858000"/>
              <a:gd name="connsiteX105" fmla="*/ 9709125 w 12192000"/>
              <a:gd name="connsiteY105" fmla="*/ 878701 h 6858000"/>
              <a:gd name="connsiteX106" fmla="*/ 9819035 w 12192000"/>
              <a:gd name="connsiteY106" fmla="*/ 778212 h 6858000"/>
              <a:gd name="connsiteX107" fmla="*/ 9784492 w 12192000"/>
              <a:gd name="connsiteY107" fmla="*/ 740529 h 6858000"/>
              <a:gd name="connsiteX108" fmla="*/ 9674582 w 12192000"/>
              <a:gd name="connsiteY108" fmla="*/ 825316 h 6858000"/>
              <a:gd name="connsiteX109" fmla="*/ 9555251 w 12192000"/>
              <a:gd name="connsiteY109" fmla="*/ 925805 h 6858000"/>
              <a:gd name="connsiteX110" fmla="*/ 9473604 w 12192000"/>
              <a:gd name="connsiteY110" fmla="*/ 800194 h 6858000"/>
              <a:gd name="connsiteX111" fmla="*/ 9567812 w 12192000"/>
              <a:gd name="connsiteY111" fmla="*/ 655741 h 6858000"/>
              <a:gd name="connsiteX112" fmla="*/ 9608636 w 12192000"/>
              <a:gd name="connsiteY112" fmla="*/ 721687 h 6858000"/>
              <a:gd name="connsiteX113" fmla="*/ 9655740 w 12192000"/>
              <a:gd name="connsiteY113" fmla="*/ 687144 h 6858000"/>
              <a:gd name="connsiteX114" fmla="*/ 9570952 w 12192000"/>
              <a:gd name="connsiteY114" fmla="*/ 621198 h 6858000"/>
              <a:gd name="connsiteX115" fmla="*/ 11503938 w 12192000"/>
              <a:gd name="connsiteY115" fmla="*/ 612538 h 6858000"/>
              <a:gd name="connsiteX116" fmla="*/ 11291551 w 12192000"/>
              <a:gd name="connsiteY116" fmla="*/ 832051 h 6858000"/>
              <a:gd name="connsiteX117" fmla="*/ 11365123 w 12192000"/>
              <a:gd name="connsiteY117" fmla="*/ 940418 h 6858000"/>
              <a:gd name="connsiteX118" fmla="*/ 11440083 w 12192000"/>
              <a:gd name="connsiteY118" fmla="*/ 941808 h 6858000"/>
              <a:gd name="connsiteX119" fmla="*/ 11444304 w 12192000"/>
              <a:gd name="connsiteY119" fmla="*/ 939708 h 6858000"/>
              <a:gd name="connsiteX120" fmla="*/ 11445324 w 12192000"/>
              <a:gd name="connsiteY120" fmla="*/ 939542 h 6858000"/>
              <a:gd name="connsiteX121" fmla="*/ 11475268 w 12192000"/>
              <a:gd name="connsiteY121" fmla="*/ 924644 h 6858000"/>
              <a:gd name="connsiteX122" fmla="*/ 11494474 w 12192000"/>
              <a:gd name="connsiteY122" fmla="*/ 907542 h 6858000"/>
              <a:gd name="connsiteX123" fmla="*/ 11488753 w 12192000"/>
              <a:gd name="connsiteY123" fmla="*/ 926162 h 6858000"/>
              <a:gd name="connsiteX124" fmla="*/ 11464846 w 12192000"/>
              <a:gd name="connsiteY124" fmla="*/ 951842 h 6858000"/>
              <a:gd name="connsiteX125" fmla="*/ 11432834 w 12192000"/>
              <a:gd name="connsiteY125" fmla="*/ 964214 h 6858000"/>
              <a:gd name="connsiteX126" fmla="*/ 11433416 w 12192000"/>
              <a:gd name="connsiteY126" fmla="*/ 964508 h 6858000"/>
              <a:gd name="connsiteX127" fmla="*/ 11427416 w 12192000"/>
              <a:gd name="connsiteY127" fmla="*/ 966826 h 6858000"/>
              <a:gd name="connsiteX128" fmla="*/ 11478812 w 12192000"/>
              <a:gd name="connsiteY128" fmla="*/ 980728 h 6858000"/>
              <a:gd name="connsiteX129" fmla="*/ 11601049 w 12192000"/>
              <a:gd name="connsiteY129" fmla="*/ 940412 h 6858000"/>
              <a:gd name="connsiteX130" fmla="*/ 11600229 w 12192000"/>
              <a:gd name="connsiteY130" fmla="*/ 940299 h 6858000"/>
              <a:gd name="connsiteX131" fmla="*/ 11604054 w 12192000"/>
              <a:gd name="connsiteY131" fmla="*/ 938167 h 6858000"/>
              <a:gd name="connsiteX132" fmla="*/ 11561078 w 12192000"/>
              <a:gd name="connsiteY132" fmla="*/ 923772 h 6858000"/>
              <a:gd name="connsiteX133" fmla="*/ 11546930 w 12192000"/>
              <a:gd name="connsiteY133" fmla="*/ 891807 h 6858000"/>
              <a:gd name="connsiteX134" fmla="*/ 11567885 w 12192000"/>
              <a:gd name="connsiteY134" fmla="*/ 908611 h 6858000"/>
              <a:gd name="connsiteX135" fmla="*/ 11601049 w 12192000"/>
              <a:gd name="connsiteY135" fmla="*/ 915389 h 6858000"/>
              <a:gd name="connsiteX136" fmla="*/ 11650104 w 12192000"/>
              <a:gd name="connsiteY136" fmla="*/ 900067 h 6858000"/>
              <a:gd name="connsiteX137" fmla="*/ 11650828 w 12192000"/>
              <a:gd name="connsiteY137" fmla="*/ 899169 h 6858000"/>
              <a:gd name="connsiteX138" fmla="*/ 11652427 w 12192000"/>
              <a:gd name="connsiteY138" fmla="*/ 898382 h 6858000"/>
              <a:gd name="connsiteX139" fmla="*/ 11683608 w 12192000"/>
              <a:gd name="connsiteY139" fmla="*/ 859705 h 6858000"/>
              <a:gd name="connsiteX140" fmla="*/ 11690343 w 12192000"/>
              <a:gd name="connsiteY140" fmla="*/ 825792 h 6858000"/>
              <a:gd name="connsiteX141" fmla="*/ 11690350 w 12192000"/>
              <a:gd name="connsiteY141" fmla="*/ 825831 h 6858000"/>
              <a:gd name="connsiteX142" fmla="*/ 11690350 w 12192000"/>
              <a:gd name="connsiteY142" fmla="*/ 825754 h 6858000"/>
              <a:gd name="connsiteX143" fmla="*/ 11690350 w 12192000"/>
              <a:gd name="connsiteY143" fmla="*/ 823091 h 6858000"/>
              <a:gd name="connsiteX144" fmla="*/ 11623276 w 12192000"/>
              <a:gd name="connsiteY144" fmla="*/ 684719 h 6858000"/>
              <a:gd name="connsiteX145" fmla="*/ 11573655 w 12192000"/>
              <a:gd name="connsiteY145" fmla="*/ 647215 h 6858000"/>
              <a:gd name="connsiteX146" fmla="*/ 11570681 w 12192000"/>
              <a:gd name="connsiteY146" fmla="*/ 645708 h 6858000"/>
              <a:gd name="connsiteX147" fmla="*/ 11570221 w 12192000"/>
              <a:gd name="connsiteY147" fmla="*/ 645361 h 6858000"/>
              <a:gd name="connsiteX148" fmla="*/ 11513655 w 12192000"/>
              <a:gd name="connsiteY148" fmla="*/ 616706 h 6858000"/>
              <a:gd name="connsiteX149" fmla="*/ 11503938 w 12192000"/>
              <a:gd name="connsiteY149" fmla="*/ 612538 h 6858000"/>
              <a:gd name="connsiteX150" fmla="*/ 0 w 12192000"/>
              <a:gd name="connsiteY150" fmla="*/ 0 h 6858000"/>
              <a:gd name="connsiteX151" fmla="*/ 12192000 w 12192000"/>
              <a:gd name="connsiteY151" fmla="*/ 0 h 6858000"/>
              <a:gd name="connsiteX152" fmla="*/ 12192000 w 12192000"/>
              <a:gd name="connsiteY152" fmla="*/ 6858000 h 6858000"/>
              <a:gd name="connsiteX153" fmla="*/ 0 w 12192000"/>
              <a:gd name="connsiteY153"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Lst>
            <a:rect l="l" t="t" r="r" b="b"/>
            <a:pathLst>
              <a:path w="12192000" h="6858000">
                <a:moveTo>
                  <a:pt x="10205289" y="966629"/>
                </a:moveTo>
                <a:cubicBezTo>
                  <a:pt x="10205289" y="1067118"/>
                  <a:pt x="10180167" y="1089100"/>
                  <a:pt x="10155045" y="1089100"/>
                </a:cubicBezTo>
                <a:cubicBezTo>
                  <a:pt x="10139343" y="1089100"/>
                  <a:pt x="10129923" y="1073399"/>
                  <a:pt x="10129923" y="1057697"/>
                </a:cubicBezTo>
                <a:cubicBezTo>
                  <a:pt x="10129923" y="1013733"/>
                  <a:pt x="10164466" y="988611"/>
                  <a:pt x="10205289" y="966629"/>
                </a:cubicBezTo>
                <a:close/>
                <a:moveTo>
                  <a:pt x="10359163" y="768791"/>
                </a:moveTo>
                <a:cubicBezTo>
                  <a:pt x="10374864" y="768791"/>
                  <a:pt x="10384285" y="781352"/>
                  <a:pt x="10381145" y="803334"/>
                </a:cubicBezTo>
                <a:cubicBezTo>
                  <a:pt x="10378005" y="828457"/>
                  <a:pt x="10362303" y="853579"/>
                  <a:pt x="10330900" y="875561"/>
                </a:cubicBezTo>
                <a:cubicBezTo>
                  <a:pt x="10318339" y="828457"/>
                  <a:pt x="10327760" y="768791"/>
                  <a:pt x="10359163" y="768791"/>
                </a:cubicBezTo>
                <a:close/>
                <a:moveTo>
                  <a:pt x="11203898" y="658881"/>
                </a:moveTo>
                <a:cubicBezTo>
                  <a:pt x="11191337" y="658881"/>
                  <a:pt x="11178776" y="671442"/>
                  <a:pt x="11178776" y="684003"/>
                </a:cubicBezTo>
                <a:cubicBezTo>
                  <a:pt x="11181916" y="696564"/>
                  <a:pt x="11191337" y="709126"/>
                  <a:pt x="11203898" y="709126"/>
                </a:cubicBezTo>
                <a:cubicBezTo>
                  <a:pt x="11216459" y="709126"/>
                  <a:pt x="11229020" y="696564"/>
                  <a:pt x="11229020" y="684003"/>
                </a:cubicBezTo>
                <a:cubicBezTo>
                  <a:pt x="11229020" y="668302"/>
                  <a:pt x="11219600" y="658881"/>
                  <a:pt x="11203898" y="658881"/>
                </a:cubicBezTo>
                <a:close/>
                <a:moveTo>
                  <a:pt x="10842765" y="646320"/>
                </a:moveTo>
                <a:cubicBezTo>
                  <a:pt x="10827064" y="646320"/>
                  <a:pt x="10817643" y="658881"/>
                  <a:pt x="10817643" y="674583"/>
                </a:cubicBezTo>
                <a:cubicBezTo>
                  <a:pt x="10817643" y="690284"/>
                  <a:pt x="10830204" y="702845"/>
                  <a:pt x="10842765" y="699705"/>
                </a:cubicBezTo>
                <a:cubicBezTo>
                  <a:pt x="10858467" y="699705"/>
                  <a:pt x="10867887" y="687144"/>
                  <a:pt x="10867887" y="671442"/>
                </a:cubicBezTo>
                <a:cubicBezTo>
                  <a:pt x="10867887" y="655741"/>
                  <a:pt x="10858467" y="646320"/>
                  <a:pt x="10842765" y="646320"/>
                </a:cubicBezTo>
                <a:close/>
                <a:moveTo>
                  <a:pt x="9570952" y="621198"/>
                </a:moveTo>
                <a:cubicBezTo>
                  <a:pt x="9492445" y="621198"/>
                  <a:pt x="9420219" y="702845"/>
                  <a:pt x="9420219" y="806475"/>
                </a:cubicBezTo>
                <a:cubicBezTo>
                  <a:pt x="9420219" y="906964"/>
                  <a:pt x="9470463" y="969769"/>
                  <a:pt x="9545830" y="969769"/>
                </a:cubicBezTo>
                <a:cubicBezTo>
                  <a:pt x="9592934" y="969769"/>
                  <a:pt x="9636898" y="944647"/>
                  <a:pt x="9665161" y="894402"/>
                </a:cubicBezTo>
                <a:cubicBezTo>
                  <a:pt x="9671441" y="935226"/>
                  <a:pt x="9702844" y="954068"/>
                  <a:pt x="9724826" y="954068"/>
                </a:cubicBezTo>
                <a:cubicBezTo>
                  <a:pt x="9759369" y="954068"/>
                  <a:pt x="9784492" y="932086"/>
                  <a:pt x="9797053" y="900683"/>
                </a:cubicBezTo>
                <a:cubicBezTo>
                  <a:pt x="9803333" y="932086"/>
                  <a:pt x="9822175" y="954068"/>
                  <a:pt x="9847297" y="954068"/>
                </a:cubicBezTo>
                <a:cubicBezTo>
                  <a:pt x="9866139" y="954068"/>
                  <a:pt x="9881840" y="944647"/>
                  <a:pt x="9894401" y="928946"/>
                </a:cubicBezTo>
                <a:cubicBezTo>
                  <a:pt x="9891261" y="1035715"/>
                  <a:pt x="9884981" y="1104801"/>
                  <a:pt x="9947786" y="1092240"/>
                </a:cubicBezTo>
                <a:cubicBezTo>
                  <a:pt x="9938365" y="1060837"/>
                  <a:pt x="9935225" y="1007453"/>
                  <a:pt x="9935225" y="957208"/>
                </a:cubicBezTo>
                <a:cubicBezTo>
                  <a:pt x="9935225" y="822176"/>
                  <a:pt x="9957207" y="775072"/>
                  <a:pt x="9985470" y="775072"/>
                </a:cubicBezTo>
                <a:cubicBezTo>
                  <a:pt x="10007452" y="775072"/>
                  <a:pt x="10013732" y="800194"/>
                  <a:pt x="10013732" y="828457"/>
                </a:cubicBezTo>
                <a:cubicBezTo>
                  <a:pt x="10013732" y="844158"/>
                  <a:pt x="10013732" y="859859"/>
                  <a:pt x="10007452" y="875561"/>
                </a:cubicBezTo>
                <a:cubicBezTo>
                  <a:pt x="9972908" y="897543"/>
                  <a:pt x="9944646" y="913244"/>
                  <a:pt x="9944646" y="935226"/>
                </a:cubicBezTo>
                <a:cubicBezTo>
                  <a:pt x="9944646" y="954068"/>
                  <a:pt x="9957207" y="954068"/>
                  <a:pt x="9969768" y="954068"/>
                </a:cubicBezTo>
                <a:cubicBezTo>
                  <a:pt x="9994890" y="954068"/>
                  <a:pt x="10029433" y="928946"/>
                  <a:pt x="10045135" y="878701"/>
                </a:cubicBezTo>
                <a:cubicBezTo>
                  <a:pt x="10060836" y="869280"/>
                  <a:pt x="10076538" y="859859"/>
                  <a:pt x="10092239" y="844158"/>
                </a:cubicBezTo>
                <a:cubicBezTo>
                  <a:pt x="10092239" y="850439"/>
                  <a:pt x="10092239" y="853579"/>
                  <a:pt x="10092239" y="859859"/>
                </a:cubicBezTo>
                <a:cubicBezTo>
                  <a:pt x="10092239" y="910104"/>
                  <a:pt x="10114221" y="938366"/>
                  <a:pt x="10148764" y="938366"/>
                </a:cubicBezTo>
                <a:cubicBezTo>
                  <a:pt x="10177027" y="938366"/>
                  <a:pt x="10195868" y="919525"/>
                  <a:pt x="10208430" y="891262"/>
                </a:cubicBezTo>
                <a:cubicBezTo>
                  <a:pt x="10208430" y="906964"/>
                  <a:pt x="10208430" y="922665"/>
                  <a:pt x="10211570" y="935226"/>
                </a:cubicBezTo>
                <a:cubicBezTo>
                  <a:pt x="10158185" y="960348"/>
                  <a:pt x="10098520" y="985471"/>
                  <a:pt x="10098520" y="1057697"/>
                </a:cubicBezTo>
                <a:cubicBezTo>
                  <a:pt x="10098520" y="1095380"/>
                  <a:pt x="10123642" y="1120503"/>
                  <a:pt x="10158185" y="1120503"/>
                </a:cubicBezTo>
                <a:cubicBezTo>
                  <a:pt x="10233552" y="1120503"/>
                  <a:pt x="10252393" y="1041996"/>
                  <a:pt x="10252393" y="947787"/>
                </a:cubicBezTo>
                <a:cubicBezTo>
                  <a:pt x="10277516" y="938366"/>
                  <a:pt x="10296357" y="928946"/>
                  <a:pt x="10315199" y="919525"/>
                </a:cubicBezTo>
                <a:cubicBezTo>
                  <a:pt x="10334041" y="941507"/>
                  <a:pt x="10359163" y="954068"/>
                  <a:pt x="10381145" y="954068"/>
                </a:cubicBezTo>
                <a:cubicBezTo>
                  <a:pt x="10425109" y="954068"/>
                  <a:pt x="10456512" y="932086"/>
                  <a:pt x="10481634" y="884982"/>
                </a:cubicBezTo>
                <a:cubicBezTo>
                  <a:pt x="10484774" y="919525"/>
                  <a:pt x="10494195" y="954068"/>
                  <a:pt x="10513037" y="954068"/>
                </a:cubicBezTo>
                <a:cubicBezTo>
                  <a:pt x="10547580" y="954068"/>
                  <a:pt x="10553860" y="778212"/>
                  <a:pt x="10578983" y="778212"/>
                </a:cubicBezTo>
                <a:cubicBezTo>
                  <a:pt x="10597824" y="778212"/>
                  <a:pt x="10582123" y="969769"/>
                  <a:pt x="10632367" y="969769"/>
                </a:cubicBezTo>
                <a:cubicBezTo>
                  <a:pt x="10676331" y="969769"/>
                  <a:pt x="10685752" y="800194"/>
                  <a:pt x="10704594" y="800194"/>
                </a:cubicBezTo>
                <a:cubicBezTo>
                  <a:pt x="10720295" y="800194"/>
                  <a:pt x="10720295" y="954068"/>
                  <a:pt x="10767400" y="954068"/>
                </a:cubicBezTo>
                <a:cubicBezTo>
                  <a:pt x="10789381" y="954068"/>
                  <a:pt x="10817644" y="925805"/>
                  <a:pt x="10830205" y="866140"/>
                </a:cubicBezTo>
                <a:cubicBezTo>
                  <a:pt x="10836486" y="903823"/>
                  <a:pt x="10855327" y="954068"/>
                  <a:pt x="10893011" y="954068"/>
                </a:cubicBezTo>
                <a:cubicBezTo>
                  <a:pt x="10914993" y="954068"/>
                  <a:pt x="10933834" y="932086"/>
                  <a:pt x="10949536" y="900683"/>
                </a:cubicBezTo>
                <a:cubicBezTo>
                  <a:pt x="10952676" y="932086"/>
                  <a:pt x="10962097" y="954068"/>
                  <a:pt x="10980939" y="954068"/>
                </a:cubicBezTo>
                <a:cubicBezTo>
                  <a:pt x="11024903" y="954068"/>
                  <a:pt x="11024903" y="778212"/>
                  <a:pt x="11059446" y="778212"/>
                </a:cubicBezTo>
                <a:cubicBezTo>
                  <a:pt x="11087708" y="778212"/>
                  <a:pt x="11078287" y="954068"/>
                  <a:pt x="11144233" y="954068"/>
                </a:cubicBezTo>
                <a:cubicBezTo>
                  <a:pt x="11175636" y="954068"/>
                  <a:pt x="11191337" y="928946"/>
                  <a:pt x="11197618" y="894402"/>
                </a:cubicBezTo>
                <a:cubicBezTo>
                  <a:pt x="11210179" y="944647"/>
                  <a:pt x="11229021" y="954068"/>
                  <a:pt x="11244722" y="954068"/>
                </a:cubicBezTo>
                <a:cubicBezTo>
                  <a:pt x="11254143" y="954068"/>
                  <a:pt x="11263564" y="950928"/>
                  <a:pt x="11272985" y="938366"/>
                </a:cubicBezTo>
                <a:cubicBezTo>
                  <a:pt x="11219600" y="916384"/>
                  <a:pt x="11225881" y="837877"/>
                  <a:pt x="11225881" y="784493"/>
                </a:cubicBezTo>
                <a:cubicBezTo>
                  <a:pt x="11225881" y="759370"/>
                  <a:pt x="11222740" y="740529"/>
                  <a:pt x="11207039" y="740529"/>
                </a:cubicBezTo>
                <a:cubicBezTo>
                  <a:pt x="11197618" y="740529"/>
                  <a:pt x="11194478" y="740529"/>
                  <a:pt x="11188197" y="743669"/>
                </a:cubicBezTo>
                <a:cubicBezTo>
                  <a:pt x="11194478" y="834737"/>
                  <a:pt x="11172496" y="913244"/>
                  <a:pt x="11147374" y="913244"/>
                </a:cubicBezTo>
                <a:cubicBezTo>
                  <a:pt x="11115971" y="913244"/>
                  <a:pt x="11131672" y="721687"/>
                  <a:pt x="11062586" y="721687"/>
                </a:cubicBezTo>
                <a:cubicBezTo>
                  <a:pt x="10999780" y="721687"/>
                  <a:pt x="10990359" y="875561"/>
                  <a:pt x="10984079" y="875561"/>
                </a:cubicBezTo>
                <a:cubicBezTo>
                  <a:pt x="10977798" y="875561"/>
                  <a:pt x="10977798" y="834737"/>
                  <a:pt x="10977798" y="803334"/>
                </a:cubicBezTo>
                <a:cubicBezTo>
                  <a:pt x="10980939" y="787633"/>
                  <a:pt x="10980939" y="775072"/>
                  <a:pt x="10980939" y="765651"/>
                </a:cubicBezTo>
                <a:cubicBezTo>
                  <a:pt x="10980939" y="749950"/>
                  <a:pt x="10974658" y="727968"/>
                  <a:pt x="10943255" y="740529"/>
                </a:cubicBezTo>
                <a:cubicBezTo>
                  <a:pt x="10943255" y="850439"/>
                  <a:pt x="10921273" y="916384"/>
                  <a:pt x="10896151" y="916384"/>
                </a:cubicBezTo>
                <a:cubicBezTo>
                  <a:pt x="10858468" y="916384"/>
                  <a:pt x="10858468" y="815895"/>
                  <a:pt x="10858468" y="790773"/>
                </a:cubicBezTo>
                <a:cubicBezTo>
                  <a:pt x="10858468" y="762511"/>
                  <a:pt x="10861608" y="727968"/>
                  <a:pt x="10820784" y="740529"/>
                </a:cubicBezTo>
                <a:cubicBezTo>
                  <a:pt x="10814504" y="834737"/>
                  <a:pt x="10789381" y="906964"/>
                  <a:pt x="10773680" y="906964"/>
                </a:cubicBezTo>
                <a:cubicBezTo>
                  <a:pt x="10754838" y="906964"/>
                  <a:pt x="10757979" y="740529"/>
                  <a:pt x="10707734" y="740529"/>
                </a:cubicBezTo>
                <a:cubicBezTo>
                  <a:pt x="10660630" y="740529"/>
                  <a:pt x="10648069" y="897543"/>
                  <a:pt x="10638648" y="897543"/>
                </a:cubicBezTo>
                <a:cubicBezTo>
                  <a:pt x="10622947" y="897543"/>
                  <a:pt x="10644929" y="721687"/>
                  <a:pt x="10578983" y="721687"/>
                </a:cubicBezTo>
                <a:cubicBezTo>
                  <a:pt x="10544440" y="721687"/>
                  <a:pt x="10531879" y="781352"/>
                  <a:pt x="10516177" y="847298"/>
                </a:cubicBezTo>
                <a:cubicBezTo>
                  <a:pt x="10513037" y="859859"/>
                  <a:pt x="10509897" y="859859"/>
                  <a:pt x="10509897" y="847298"/>
                </a:cubicBezTo>
                <a:cubicBezTo>
                  <a:pt x="10509897" y="834737"/>
                  <a:pt x="10509897" y="822176"/>
                  <a:pt x="10509897" y="809615"/>
                </a:cubicBezTo>
                <a:cubicBezTo>
                  <a:pt x="10525598" y="743669"/>
                  <a:pt x="10506756" y="718547"/>
                  <a:pt x="10475353" y="737388"/>
                </a:cubicBezTo>
                <a:cubicBezTo>
                  <a:pt x="10484774" y="859859"/>
                  <a:pt x="10428249" y="919525"/>
                  <a:pt x="10387426" y="919525"/>
                </a:cubicBezTo>
                <a:cubicBezTo>
                  <a:pt x="10371724" y="919525"/>
                  <a:pt x="10359163" y="913244"/>
                  <a:pt x="10349742" y="903823"/>
                </a:cubicBezTo>
                <a:cubicBezTo>
                  <a:pt x="10399987" y="872421"/>
                  <a:pt x="10425109" y="834737"/>
                  <a:pt x="10425109" y="800194"/>
                </a:cubicBezTo>
                <a:cubicBezTo>
                  <a:pt x="10425109" y="762511"/>
                  <a:pt x="10403127" y="740529"/>
                  <a:pt x="10365444" y="740529"/>
                </a:cubicBezTo>
                <a:cubicBezTo>
                  <a:pt x="10315199" y="740529"/>
                  <a:pt x="10286937" y="793913"/>
                  <a:pt x="10286937" y="837877"/>
                </a:cubicBezTo>
                <a:cubicBezTo>
                  <a:pt x="10286937" y="863000"/>
                  <a:pt x="10290077" y="881841"/>
                  <a:pt x="10299498" y="900683"/>
                </a:cubicBezTo>
                <a:cubicBezTo>
                  <a:pt x="10280656" y="910104"/>
                  <a:pt x="10264955" y="916384"/>
                  <a:pt x="10249253" y="922665"/>
                </a:cubicBezTo>
                <a:cubicBezTo>
                  <a:pt x="10249253" y="875561"/>
                  <a:pt x="10242973" y="828457"/>
                  <a:pt x="10239832" y="784493"/>
                </a:cubicBezTo>
                <a:cubicBezTo>
                  <a:pt x="10211570" y="778212"/>
                  <a:pt x="10205289" y="790773"/>
                  <a:pt x="10202149" y="815895"/>
                </a:cubicBezTo>
                <a:cubicBezTo>
                  <a:pt x="10192728" y="863000"/>
                  <a:pt x="10173886" y="897543"/>
                  <a:pt x="10155045" y="897543"/>
                </a:cubicBezTo>
                <a:cubicBezTo>
                  <a:pt x="10142484" y="897543"/>
                  <a:pt x="10133063" y="881841"/>
                  <a:pt x="10133063" y="863000"/>
                </a:cubicBezTo>
                <a:cubicBezTo>
                  <a:pt x="10126782" y="775072"/>
                  <a:pt x="10199009" y="749950"/>
                  <a:pt x="10236692" y="762511"/>
                </a:cubicBezTo>
                <a:cubicBezTo>
                  <a:pt x="10242973" y="743669"/>
                  <a:pt x="10236692" y="727968"/>
                  <a:pt x="10202149" y="727968"/>
                </a:cubicBezTo>
                <a:cubicBezTo>
                  <a:pt x="10161325" y="727968"/>
                  <a:pt x="10129923" y="753090"/>
                  <a:pt x="10107941" y="784493"/>
                </a:cubicBezTo>
                <a:cubicBezTo>
                  <a:pt x="10092239" y="806475"/>
                  <a:pt x="10076538" y="822176"/>
                  <a:pt x="10051415" y="841018"/>
                </a:cubicBezTo>
                <a:cubicBezTo>
                  <a:pt x="10051415" y="834737"/>
                  <a:pt x="10051415" y="831597"/>
                  <a:pt x="10051415" y="825316"/>
                </a:cubicBezTo>
                <a:cubicBezTo>
                  <a:pt x="10051415" y="762511"/>
                  <a:pt x="10016872" y="734248"/>
                  <a:pt x="9985470" y="734248"/>
                </a:cubicBezTo>
                <a:cubicBezTo>
                  <a:pt x="9957207" y="734248"/>
                  <a:pt x="9941506" y="749950"/>
                  <a:pt x="9932085" y="775072"/>
                </a:cubicBezTo>
                <a:cubicBezTo>
                  <a:pt x="9928945" y="753090"/>
                  <a:pt x="9925804" y="740529"/>
                  <a:pt x="9910103" y="740529"/>
                </a:cubicBezTo>
                <a:cubicBezTo>
                  <a:pt x="9903822" y="740529"/>
                  <a:pt x="9894401" y="743669"/>
                  <a:pt x="9884981" y="746809"/>
                </a:cubicBezTo>
                <a:cubicBezTo>
                  <a:pt x="9888121" y="759370"/>
                  <a:pt x="9891261" y="790773"/>
                  <a:pt x="9891261" y="812755"/>
                </a:cubicBezTo>
                <a:cubicBezTo>
                  <a:pt x="9891261" y="888122"/>
                  <a:pt x="9869279" y="922665"/>
                  <a:pt x="9850437" y="922665"/>
                </a:cubicBezTo>
                <a:cubicBezTo>
                  <a:pt x="9825315" y="922665"/>
                  <a:pt x="9822175" y="834737"/>
                  <a:pt x="9822175" y="800194"/>
                </a:cubicBezTo>
                <a:cubicBezTo>
                  <a:pt x="9819035" y="800194"/>
                  <a:pt x="9815894" y="797054"/>
                  <a:pt x="9809614" y="797054"/>
                </a:cubicBezTo>
                <a:cubicBezTo>
                  <a:pt x="9787632" y="797054"/>
                  <a:pt x="9784492" y="825316"/>
                  <a:pt x="9781351" y="853579"/>
                </a:cubicBezTo>
                <a:cubicBezTo>
                  <a:pt x="9775071" y="881841"/>
                  <a:pt x="9759369" y="919525"/>
                  <a:pt x="9734247" y="919525"/>
                </a:cubicBezTo>
                <a:cubicBezTo>
                  <a:pt x="9718546" y="919525"/>
                  <a:pt x="9709125" y="903823"/>
                  <a:pt x="9709125" y="878701"/>
                </a:cubicBezTo>
                <a:cubicBezTo>
                  <a:pt x="9702844" y="822176"/>
                  <a:pt x="9749949" y="759370"/>
                  <a:pt x="9819035" y="778212"/>
                </a:cubicBezTo>
                <a:cubicBezTo>
                  <a:pt x="9825315" y="759370"/>
                  <a:pt x="9812754" y="740529"/>
                  <a:pt x="9784492" y="740529"/>
                </a:cubicBezTo>
                <a:cubicBezTo>
                  <a:pt x="9734247" y="740529"/>
                  <a:pt x="9690283" y="781352"/>
                  <a:pt x="9674582" y="825316"/>
                </a:cubicBezTo>
                <a:cubicBezTo>
                  <a:pt x="9655740" y="866140"/>
                  <a:pt x="9621197" y="925805"/>
                  <a:pt x="9555251" y="925805"/>
                </a:cubicBezTo>
                <a:cubicBezTo>
                  <a:pt x="9508147" y="925805"/>
                  <a:pt x="9473604" y="884982"/>
                  <a:pt x="9473604" y="800194"/>
                </a:cubicBezTo>
                <a:cubicBezTo>
                  <a:pt x="9473604" y="727968"/>
                  <a:pt x="9520708" y="655741"/>
                  <a:pt x="9567812" y="655741"/>
                </a:cubicBezTo>
                <a:cubicBezTo>
                  <a:pt x="9602355" y="655741"/>
                  <a:pt x="9611776" y="690284"/>
                  <a:pt x="9608636" y="721687"/>
                </a:cubicBezTo>
                <a:cubicBezTo>
                  <a:pt x="9627478" y="737388"/>
                  <a:pt x="9655740" y="721687"/>
                  <a:pt x="9655740" y="687144"/>
                </a:cubicBezTo>
                <a:cubicBezTo>
                  <a:pt x="9655740" y="662022"/>
                  <a:pt x="9636898" y="621198"/>
                  <a:pt x="9570952" y="621198"/>
                </a:cubicBezTo>
                <a:close/>
                <a:moveTo>
                  <a:pt x="11503938" y="612538"/>
                </a:moveTo>
                <a:cubicBezTo>
                  <a:pt x="11456741" y="669501"/>
                  <a:pt x="11291551" y="712570"/>
                  <a:pt x="11291551" y="832051"/>
                </a:cubicBezTo>
                <a:cubicBezTo>
                  <a:pt x="11291551" y="879288"/>
                  <a:pt x="11320702" y="923747"/>
                  <a:pt x="11365123" y="940418"/>
                </a:cubicBezTo>
                <a:cubicBezTo>
                  <a:pt x="11390110" y="950144"/>
                  <a:pt x="11415096" y="950144"/>
                  <a:pt x="11440083" y="941808"/>
                </a:cubicBezTo>
                <a:lnTo>
                  <a:pt x="11444304" y="939708"/>
                </a:lnTo>
                <a:lnTo>
                  <a:pt x="11445324" y="939542"/>
                </a:lnTo>
                <a:cubicBezTo>
                  <a:pt x="11456276" y="936118"/>
                  <a:pt x="11466199" y="930980"/>
                  <a:pt x="11475268" y="924644"/>
                </a:cubicBezTo>
                <a:lnTo>
                  <a:pt x="11494474" y="907542"/>
                </a:lnTo>
                <a:lnTo>
                  <a:pt x="11488753" y="926162"/>
                </a:lnTo>
                <a:lnTo>
                  <a:pt x="11464846" y="951842"/>
                </a:lnTo>
                <a:lnTo>
                  <a:pt x="11432834" y="964214"/>
                </a:lnTo>
                <a:lnTo>
                  <a:pt x="11433416" y="964508"/>
                </a:lnTo>
                <a:lnTo>
                  <a:pt x="11427416" y="966826"/>
                </a:lnTo>
                <a:cubicBezTo>
                  <a:pt x="11435751" y="975167"/>
                  <a:pt x="11455198" y="980728"/>
                  <a:pt x="11478812" y="980728"/>
                </a:cubicBezTo>
                <a:cubicBezTo>
                  <a:pt x="11521873" y="980728"/>
                  <a:pt x="11574657" y="968216"/>
                  <a:pt x="11601049" y="940412"/>
                </a:cubicBezTo>
                <a:lnTo>
                  <a:pt x="11600229" y="940299"/>
                </a:lnTo>
                <a:lnTo>
                  <a:pt x="11604054" y="938167"/>
                </a:lnTo>
                <a:cubicBezTo>
                  <a:pt x="11586248" y="938852"/>
                  <a:pt x="11571523" y="933368"/>
                  <a:pt x="11561078" y="923772"/>
                </a:cubicBezTo>
                <a:lnTo>
                  <a:pt x="11546930" y="891807"/>
                </a:lnTo>
                <a:lnTo>
                  <a:pt x="11567885" y="908611"/>
                </a:lnTo>
                <a:cubicBezTo>
                  <a:pt x="11578129" y="913304"/>
                  <a:pt x="11589242" y="915389"/>
                  <a:pt x="11601049" y="915389"/>
                </a:cubicBezTo>
                <a:cubicBezTo>
                  <a:pt x="11619281" y="915389"/>
                  <a:pt x="11636145" y="909719"/>
                  <a:pt x="11650104" y="900067"/>
                </a:cubicBezTo>
                <a:lnTo>
                  <a:pt x="11650828" y="899169"/>
                </a:lnTo>
                <a:lnTo>
                  <a:pt x="11652427" y="898382"/>
                </a:lnTo>
                <a:cubicBezTo>
                  <a:pt x="11666192" y="888863"/>
                  <a:pt x="11677091" y="875417"/>
                  <a:pt x="11683608" y="859705"/>
                </a:cubicBezTo>
                <a:lnTo>
                  <a:pt x="11690343" y="825792"/>
                </a:lnTo>
                <a:lnTo>
                  <a:pt x="11690350" y="825831"/>
                </a:lnTo>
                <a:lnTo>
                  <a:pt x="11690350" y="825754"/>
                </a:lnTo>
                <a:lnTo>
                  <a:pt x="11690350" y="823091"/>
                </a:lnTo>
                <a:cubicBezTo>
                  <a:pt x="11690350" y="768290"/>
                  <a:pt x="11662973" y="721710"/>
                  <a:pt x="11623276" y="684719"/>
                </a:cubicBezTo>
                <a:cubicBezTo>
                  <a:pt x="11608219" y="670334"/>
                  <a:pt x="11591450" y="658004"/>
                  <a:pt x="11573655" y="647215"/>
                </a:cubicBezTo>
                <a:lnTo>
                  <a:pt x="11570681" y="645708"/>
                </a:lnTo>
                <a:lnTo>
                  <a:pt x="11570221" y="645361"/>
                </a:lnTo>
                <a:cubicBezTo>
                  <a:pt x="11552175" y="634420"/>
                  <a:pt x="11533088" y="625042"/>
                  <a:pt x="11513655" y="616706"/>
                </a:cubicBezTo>
                <a:cubicBezTo>
                  <a:pt x="11510878" y="615317"/>
                  <a:pt x="11508102" y="613928"/>
                  <a:pt x="11503938" y="612538"/>
                </a:cubicBezTo>
                <a:close/>
                <a:moveTo>
                  <a:pt x="0" y="0"/>
                </a:moveTo>
                <a:lnTo>
                  <a:pt x="12192000" y="0"/>
                </a:lnTo>
                <a:lnTo>
                  <a:pt x="12192000" y="6858000"/>
                </a:lnTo>
                <a:lnTo>
                  <a:pt x="0" y="6858000"/>
                </a:lnTo>
                <a:close/>
              </a:path>
            </a:pathLst>
          </a:custGeom>
          <a:solidFill>
            <a:schemeClr val="accent4"/>
          </a:solidFill>
        </p:spPr>
        <p:txBody>
          <a:bodyPr wrap="square">
            <a:noAutofit/>
          </a:bodyPr>
          <a:lstStyle>
            <a:lvl1pPr>
              <a:defRPr>
                <a:solidFill>
                  <a:schemeClr val="tx1">
                    <a:lumMod val="50000"/>
                    <a:lumOff val="50000"/>
                  </a:schemeClr>
                </a:solidFill>
              </a:defRPr>
            </a:lvl1pPr>
          </a:lstStyle>
          <a:p>
            <a:r>
              <a:rPr lang="de-DE"/>
              <a:t>Insert Picture and send </a:t>
            </a:r>
            <a:r>
              <a:rPr lang="de-DE" err="1"/>
              <a:t>to</a:t>
            </a:r>
            <a:r>
              <a:rPr lang="de-DE"/>
              <a:t> back</a:t>
            </a:r>
          </a:p>
        </p:txBody>
      </p:sp>
      <p:sp>
        <p:nvSpPr>
          <p:cNvPr id="3" name="Subtitle">
            <a:extLst>
              <a:ext uri="{FF2B5EF4-FFF2-40B4-BE49-F238E27FC236}">
                <a16:creationId xmlns:a16="http://schemas.microsoft.com/office/drawing/2014/main" id="{81D5C5CA-E0F9-4194-9FD7-26150AB2A870}"/>
              </a:ext>
            </a:extLst>
          </p:cNvPr>
          <p:cNvSpPr>
            <a:spLocks noGrp="1"/>
          </p:cNvSpPr>
          <p:nvPr>
            <p:ph type="subTitle" idx="1"/>
          </p:nvPr>
        </p:nvSpPr>
        <p:spPr>
          <a:xfrm>
            <a:off x="404813" y="4561383"/>
            <a:ext cx="11386134" cy="307777"/>
          </a:xfrm>
        </p:spPr>
        <p:txBody>
          <a:bodyPr wrap="square" lIns="36000" tIns="0" rIns="36000">
            <a:spAutoFit/>
          </a:bodyPr>
          <a:lstStyle>
            <a:lvl1pPr marL="0" indent="0" algn="l">
              <a:buNone/>
              <a:defRPr sz="200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GB"/>
          </a:p>
        </p:txBody>
      </p:sp>
      <p:sp>
        <p:nvSpPr>
          <p:cNvPr id="2" name="Title">
            <a:extLst>
              <a:ext uri="{FF2B5EF4-FFF2-40B4-BE49-F238E27FC236}">
                <a16:creationId xmlns:a16="http://schemas.microsoft.com/office/drawing/2014/main" id="{A5A39C93-A915-45D6-953A-AAC473CA2FEC}"/>
              </a:ext>
            </a:extLst>
          </p:cNvPr>
          <p:cNvSpPr>
            <a:spLocks noGrp="1"/>
          </p:cNvSpPr>
          <p:nvPr>
            <p:ph type="ctrTitle"/>
          </p:nvPr>
        </p:nvSpPr>
        <p:spPr>
          <a:xfrm>
            <a:off x="404813" y="2847127"/>
            <a:ext cx="11386134" cy="1661993"/>
          </a:xfrm>
        </p:spPr>
        <p:txBody>
          <a:bodyPr wrap="square" lIns="36000" rIns="36000" bIns="0" anchor="b" anchorCtr="0">
            <a:spAutoFit/>
          </a:bodyPr>
          <a:lstStyle>
            <a:lvl1pPr algn="l">
              <a:lnSpc>
                <a:spcPct val="90000"/>
              </a:lnSpc>
              <a:defRPr sz="6000" b="1" baseline="0">
                <a:solidFill>
                  <a:schemeClr val="bg1"/>
                </a:solidFill>
                <a:latin typeface="Ubuntu" panose="020B0504030602030204" pitchFamily="34" charset="0"/>
              </a:defRPr>
            </a:lvl1pPr>
          </a:lstStyle>
          <a:p>
            <a:r>
              <a:rPr lang="en-US"/>
              <a:t>Click to edit Master title style</a:t>
            </a:r>
            <a:endParaRPr lang="en-GB"/>
          </a:p>
        </p:txBody>
      </p:sp>
      <p:pic>
        <p:nvPicPr>
          <p:cNvPr id="6" name="Image 5" descr="Une image contenant texte&#10;&#10;Description générée automatiquement">
            <a:extLst>
              <a:ext uri="{FF2B5EF4-FFF2-40B4-BE49-F238E27FC236}">
                <a16:creationId xmlns:a16="http://schemas.microsoft.com/office/drawing/2014/main" id="{4E7913BD-2F2A-43EA-9355-0DD8C035B5EB}"/>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9014016" y="246471"/>
            <a:ext cx="3078000" cy="1248074"/>
          </a:xfrm>
          <a:prstGeom prst="rect">
            <a:avLst/>
          </a:prstGeom>
        </p:spPr>
      </p:pic>
    </p:spTree>
    <p:extLst>
      <p:ext uri="{BB962C8B-B14F-4D97-AF65-F5344CB8AC3E}">
        <p14:creationId xmlns:p14="http://schemas.microsoft.com/office/powerpoint/2010/main" val="2005018045"/>
      </p:ext>
    </p:extLst>
  </p:cSld>
  <p:clrMapOvr>
    <a:masterClrMapping/>
  </p:clrMapOvr>
  <p:extLst>
    <p:ext uri="{DCECCB84-F9BA-43D5-87BE-67443E8EF086}">
      <p15:sldGuideLst xmlns:p15="http://schemas.microsoft.com/office/powerpoint/2012/main"/>
    </p:ext>
  </p:extLst>
</p:sldLayout>
</file>

<file path=ppt/slideLayouts/slideLayout160.xml><?xml version="1.0" encoding="utf-8"?>
<p:sldLayout xmlns:a="http://schemas.openxmlformats.org/drawingml/2006/main" xmlns:r="http://schemas.openxmlformats.org/officeDocument/2006/relationships" xmlns:p="http://schemas.openxmlformats.org/presentationml/2006/main" preserve="1" userDrawn="1">
  <p:cSld name="Titre et contenu">
    <p:spTree>
      <p:nvGrpSpPr>
        <p:cNvPr id="1" name=""/>
        <p:cNvGrpSpPr/>
        <p:nvPr/>
      </p:nvGrpSpPr>
      <p:grpSpPr>
        <a:xfrm>
          <a:off x="0" y="0"/>
          <a:ext cx="0" cy="0"/>
          <a:chOff x="0" y="0"/>
          <a:chExt cx="0" cy="0"/>
        </a:xfrm>
      </p:grpSpPr>
      <p:sp>
        <p:nvSpPr>
          <p:cNvPr id="4" name="Text Placeholder 3"/>
          <p:cNvSpPr>
            <a:spLocks noGrp="1"/>
          </p:cNvSpPr>
          <p:nvPr>
            <p:ph type="body" sz="quarter" idx="10"/>
          </p:nvPr>
        </p:nvSpPr>
        <p:spPr>
          <a:xfrm>
            <a:off x="404812" y="1447201"/>
            <a:ext cx="11379201" cy="502261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1" name="Title 10">
            <a:extLst>
              <a:ext uri="{FF2B5EF4-FFF2-40B4-BE49-F238E27FC236}">
                <a16:creationId xmlns:a16="http://schemas.microsoft.com/office/drawing/2014/main" id="{006B5C2B-B0BF-4136-9EC7-0E7F54D1D264}"/>
              </a:ext>
            </a:extLst>
          </p:cNvPr>
          <p:cNvSpPr>
            <a:spLocks noGrp="1"/>
          </p:cNvSpPr>
          <p:nvPr>
            <p:ph type="title"/>
          </p:nvPr>
        </p:nvSpPr>
        <p:spPr/>
        <p:txBody>
          <a:bodyPr/>
          <a:lstStyle/>
          <a:p>
            <a:r>
              <a:rPr lang="en-US"/>
              <a:t>Click to edit Master title style</a:t>
            </a:r>
            <a:endParaRPr lang="en-GB"/>
          </a:p>
        </p:txBody>
      </p:sp>
    </p:spTree>
    <p:extLst>
      <p:ext uri="{BB962C8B-B14F-4D97-AF65-F5344CB8AC3E}">
        <p14:creationId xmlns:p14="http://schemas.microsoft.com/office/powerpoint/2010/main" val="1320394828"/>
      </p:ext>
    </p:extLst>
  </p:cSld>
  <p:clrMapOvr>
    <a:masterClrMapping/>
  </p:clrMapOvr>
</p:sldLayout>
</file>

<file path=ppt/slideLayouts/slideLayout161.xml><?xml version="1.0" encoding="utf-8"?>
<p:sldLayout xmlns:a="http://schemas.openxmlformats.org/drawingml/2006/main" xmlns:r="http://schemas.openxmlformats.org/officeDocument/2006/relationships" xmlns:p="http://schemas.openxmlformats.org/presentationml/2006/main" preserve="1" userDrawn="1">
  <p:cSld name="Title, subtitle and content ">
    <p:spTree>
      <p:nvGrpSpPr>
        <p:cNvPr id="1" name=""/>
        <p:cNvGrpSpPr/>
        <p:nvPr/>
      </p:nvGrpSpPr>
      <p:grpSpPr>
        <a:xfrm>
          <a:off x="0" y="0"/>
          <a:ext cx="0" cy="0"/>
          <a:chOff x="0" y="0"/>
          <a:chExt cx="0" cy="0"/>
        </a:xfrm>
      </p:grpSpPr>
      <p:sp>
        <p:nvSpPr>
          <p:cNvPr id="4" name="Text Placeholder 3"/>
          <p:cNvSpPr>
            <a:spLocks noGrp="1"/>
          </p:cNvSpPr>
          <p:nvPr>
            <p:ph type="body" sz="quarter" idx="10"/>
          </p:nvPr>
        </p:nvSpPr>
        <p:spPr>
          <a:xfrm>
            <a:off x="404812" y="1899138"/>
            <a:ext cx="11379201" cy="457067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Espace réservé du texte 4"/>
          <p:cNvSpPr>
            <a:spLocks noGrp="1"/>
          </p:cNvSpPr>
          <p:nvPr>
            <p:ph type="body" sz="quarter" idx="11" hasCustomPrompt="1"/>
          </p:nvPr>
        </p:nvSpPr>
        <p:spPr>
          <a:xfrm>
            <a:off x="404813" y="1327150"/>
            <a:ext cx="11379200" cy="457688"/>
          </a:xfrm>
          <a:prstGeom prst="rect">
            <a:avLst/>
          </a:prstGeom>
        </p:spPr>
        <p:txBody>
          <a:bodyPr/>
          <a:lstStyle>
            <a:lvl1pPr>
              <a:defRPr>
                <a:solidFill>
                  <a:schemeClr val="accent2"/>
                </a:solidFill>
              </a:defRPr>
            </a:lvl1pPr>
          </a:lstStyle>
          <a:p>
            <a:pPr lvl="0"/>
            <a:r>
              <a:rPr lang="en-US"/>
              <a:t>Click to edit Master subtitle styles</a:t>
            </a:r>
          </a:p>
        </p:txBody>
      </p:sp>
      <p:sp>
        <p:nvSpPr>
          <p:cNvPr id="2" name="Title 1">
            <a:extLst>
              <a:ext uri="{FF2B5EF4-FFF2-40B4-BE49-F238E27FC236}">
                <a16:creationId xmlns:a16="http://schemas.microsoft.com/office/drawing/2014/main" id="{171054D7-80F5-442C-9F9E-FCC6CF14C5F1}"/>
              </a:ext>
            </a:extLst>
          </p:cNvPr>
          <p:cNvSpPr>
            <a:spLocks noGrp="1"/>
          </p:cNvSpPr>
          <p:nvPr>
            <p:ph type="title"/>
          </p:nvPr>
        </p:nvSpPr>
        <p:spPr/>
        <p:txBody>
          <a:bodyPr/>
          <a:lstStyle/>
          <a:p>
            <a:r>
              <a:rPr lang="en-US"/>
              <a:t>Click to edit Master title style</a:t>
            </a:r>
            <a:endParaRPr lang="de-DE"/>
          </a:p>
        </p:txBody>
      </p:sp>
    </p:spTree>
    <p:extLst>
      <p:ext uri="{BB962C8B-B14F-4D97-AF65-F5344CB8AC3E}">
        <p14:creationId xmlns:p14="http://schemas.microsoft.com/office/powerpoint/2010/main" val="3624630994"/>
      </p:ext>
    </p:extLst>
  </p:cSld>
  <p:clrMapOvr>
    <a:masterClrMapping/>
  </p:clrMapOvr>
</p:sldLayout>
</file>

<file path=ppt/slideLayouts/slideLayout162.xml><?xml version="1.0" encoding="utf-8"?>
<p:sldLayout xmlns:a="http://schemas.openxmlformats.org/drawingml/2006/main" xmlns:r="http://schemas.openxmlformats.org/officeDocument/2006/relationships" xmlns:p="http://schemas.openxmlformats.org/presentationml/2006/main" preserve="1" userDrawn="1">
  <p:cSld name="Title and subtitle">
    <p:spTree>
      <p:nvGrpSpPr>
        <p:cNvPr id="1" name=""/>
        <p:cNvGrpSpPr/>
        <p:nvPr/>
      </p:nvGrpSpPr>
      <p:grpSpPr>
        <a:xfrm>
          <a:off x="0" y="0"/>
          <a:ext cx="0" cy="0"/>
          <a:chOff x="0" y="0"/>
          <a:chExt cx="0" cy="0"/>
        </a:xfrm>
      </p:grpSpPr>
      <p:sp>
        <p:nvSpPr>
          <p:cNvPr id="5" name="Espace réservé du texte 4"/>
          <p:cNvSpPr>
            <a:spLocks noGrp="1"/>
          </p:cNvSpPr>
          <p:nvPr>
            <p:ph type="body" sz="quarter" idx="11" hasCustomPrompt="1"/>
          </p:nvPr>
        </p:nvSpPr>
        <p:spPr>
          <a:xfrm>
            <a:off x="404813" y="1327150"/>
            <a:ext cx="11379200" cy="457688"/>
          </a:xfrm>
          <a:prstGeom prst="rect">
            <a:avLst/>
          </a:prstGeom>
        </p:spPr>
        <p:txBody>
          <a:bodyPr/>
          <a:lstStyle>
            <a:lvl1pPr>
              <a:defRPr>
                <a:solidFill>
                  <a:schemeClr val="accent2"/>
                </a:solidFill>
              </a:defRPr>
            </a:lvl1pPr>
          </a:lstStyle>
          <a:p>
            <a:pPr lvl="0"/>
            <a:r>
              <a:rPr lang="en-US"/>
              <a:t>Click to edit Master subtitle styles</a:t>
            </a:r>
          </a:p>
        </p:txBody>
      </p:sp>
      <p:sp>
        <p:nvSpPr>
          <p:cNvPr id="2" name="Title 1">
            <a:extLst>
              <a:ext uri="{FF2B5EF4-FFF2-40B4-BE49-F238E27FC236}">
                <a16:creationId xmlns:a16="http://schemas.microsoft.com/office/drawing/2014/main" id="{171054D7-80F5-442C-9F9E-FCC6CF14C5F1}"/>
              </a:ext>
            </a:extLst>
          </p:cNvPr>
          <p:cNvSpPr>
            <a:spLocks noGrp="1"/>
          </p:cNvSpPr>
          <p:nvPr>
            <p:ph type="title"/>
          </p:nvPr>
        </p:nvSpPr>
        <p:spPr/>
        <p:txBody>
          <a:bodyPr/>
          <a:lstStyle/>
          <a:p>
            <a:r>
              <a:rPr lang="en-US"/>
              <a:t>Click to edit Master title style</a:t>
            </a:r>
            <a:endParaRPr lang="de-DE"/>
          </a:p>
        </p:txBody>
      </p:sp>
    </p:spTree>
    <p:extLst>
      <p:ext uri="{BB962C8B-B14F-4D97-AF65-F5344CB8AC3E}">
        <p14:creationId xmlns:p14="http://schemas.microsoft.com/office/powerpoint/2010/main" val="908377419"/>
      </p:ext>
    </p:extLst>
  </p:cSld>
  <p:clrMapOvr>
    <a:masterClrMapping/>
  </p:clrMapOvr>
</p:sldLayout>
</file>

<file path=ppt/slideLayouts/slideLayout163.xml><?xml version="1.0" encoding="utf-8"?>
<p:sldLayout xmlns:a="http://schemas.openxmlformats.org/drawingml/2006/main" xmlns:r="http://schemas.openxmlformats.org/officeDocument/2006/relationships" xmlns:p="http://schemas.openxmlformats.org/presentationml/2006/main" preserve="1" userDrawn="1">
  <p:cSld name="Content two columns">
    <p:spTree>
      <p:nvGrpSpPr>
        <p:cNvPr id="1" name=""/>
        <p:cNvGrpSpPr/>
        <p:nvPr/>
      </p:nvGrpSpPr>
      <p:grpSpPr>
        <a:xfrm>
          <a:off x="0" y="0"/>
          <a:ext cx="0" cy="0"/>
          <a:chOff x="0" y="0"/>
          <a:chExt cx="0" cy="0"/>
        </a:xfrm>
      </p:grpSpPr>
      <p:sp>
        <p:nvSpPr>
          <p:cNvPr id="8" name="Text Placeholder 7">
            <a:extLst>
              <a:ext uri="{FF2B5EF4-FFF2-40B4-BE49-F238E27FC236}">
                <a16:creationId xmlns:a16="http://schemas.microsoft.com/office/drawing/2014/main" id="{27CE2609-37DA-4C4C-BF45-E56CE85AA41D}"/>
              </a:ext>
            </a:extLst>
          </p:cNvPr>
          <p:cNvSpPr>
            <a:spLocks noGrp="1"/>
          </p:cNvSpPr>
          <p:nvPr>
            <p:ph type="body" sz="quarter" idx="10"/>
          </p:nvPr>
        </p:nvSpPr>
        <p:spPr>
          <a:xfrm>
            <a:off x="404812" y="2205318"/>
            <a:ext cx="5600701" cy="4257394"/>
          </a:xfrm>
          <a:prstGeom prst="rect">
            <a:avLst/>
          </a:prstGeom>
        </p:spPr>
        <p:txBody>
          <a:bodyPr>
            <a:noAutofit/>
          </a:bodyPr>
          <a:lstStyle>
            <a:lvl1pPr>
              <a:lnSpc>
                <a:spcPct val="100000"/>
              </a:lnSpc>
              <a:spcBef>
                <a:spcPts val="0"/>
              </a:spcBef>
              <a:spcAft>
                <a:spcPts val="600"/>
              </a:spcAft>
              <a:defRPr sz="1600"/>
            </a:lvl1pPr>
            <a:lvl2pPr>
              <a:lnSpc>
                <a:spcPct val="100000"/>
              </a:lnSpc>
              <a:spcBef>
                <a:spcPts val="0"/>
              </a:spcBef>
              <a:spcAft>
                <a:spcPts val="600"/>
              </a:spcAft>
              <a:defRPr sz="1600"/>
            </a:lvl2pPr>
            <a:lvl3pPr>
              <a:lnSpc>
                <a:spcPct val="100000"/>
              </a:lnSpc>
              <a:spcBef>
                <a:spcPts val="0"/>
              </a:spcBef>
              <a:spcAft>
                <a:spcPts val="600"/>
              </a:spcAft>
              <a:defRPr sz="1600"/>
            </a:lvl3pPr>
            <a:lvl4pPr>
              <a:lnSpc>
                <a:spcPct val="100000"/>
              </a:lnSpc>
              <a:spcBef>
                <a:spcPts val="0"/>
              </a:spcBef>
              <a:spcAft>
                <a:spcPts val="600"/>
              </a:spcAft>
              <a:defRPr sz="1600"/>
            </a:lvl4pPr>
            <a:lvl5pPr>
              <a:lnSpc>
                <a:spcPct val="100000"/>
              </a:lnSpc>
              <a:spcBef>
                <a:spcPts val="0"/>
              </a:spcBef>
              <a:spcAft>
                <a:spcPts val="600"/>
              </a:spcAft>
              <a:defRPr sz="16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3" name="Text Placeholder 7">
            <a:extLst>
              <a:ext uri="{FF2B5EF4-FFF2-40B4-BE49-F238E27FC236}">
                <a16:creationId xmlns:a16="http://schemas.microsoft.com/office/drawing/2014/main" id="{D8D7F005-BA7C-423E-87B0-6782D88233F6}"/>
              </a:ext>
            </a:extLst>
          </p:cNvPr>
          <p:cNvSpPr>
            <a:spLocks noGrp="1"/>
          </p:cNvSpPr>
          <p:nvPr>
            <p:ph type="body" sz="quarter" idx="12" hasCustomPrompt="1"/>
          </p:nvPr>
        </p:nvSpPr>
        <p:spPr>
          <a:xfrm>
            <a:off x="404812" y="1327151"/>
            <a:ext cx="5600701" cy="743987"/>
          </a:xfrm>
          <a:prstGeom prst="rect">
            <a:avLst/>
          </a:prstGeom>
        </p:spPr>
        <p:txBody>
          <a:bodyPr anchor="ctr" anchorCtr="0">
            <a:noAutofit/>
          </a:bodyPr>
          <a:lstStyle>
            <a:lvl1pPr>
              <a:lnSpc>
                <a:spcPct val="100000"/>
              </a:lnSpc>
              <a:defRPr sz="1800" b="1">
                <a:solidFill>
                  <a:srgbClr val="12ABDB"/>
                </a:solidFill>
                <a:latin typeface="Ubuntu" panose="020B0504030602030204" pitchFamily="34" charset="0"/>
              </a:defRPr>
            </a:lvl1pPr>
            <a:lvl2pPr>
              <a:lnSpc>
                <a:spcPct val="100000"/>
              </a:lnSpc>
              <a:defRPr sz="1200"/>
            </a:lvl2pPr>
            <a:lvl3pPr>
              <a:lnSpc>
                <a:spcPct val="100000"/>
              </a:lnSpc>
              <a:defRPr sz="1200"/>
            </a:lvl3pPr>
            <a:lvl4pPr>
              <a:lnSpc>
                <a:spcPct val="100000"/>
              </a:lnSpc>
              <a:defRPr sz="1200"/>
            </a:lvl4pPr>
            <a:lvl5pPr>
              <a:lnSpc>
                <a:spcPct val="100000"/>
              </a:lnSpc>
              <a:defRPr sz="1200"/>
            </a:lvl5pPr>
          </a:lstStyle>
          <a:p>
            <a:pPr lvl="0"/>
            <a:r>
              <a:rPr lang="en-US"/>
              <a:t>CLICK TO INSERT TITLE</a:t>
            </a:r>
          </a:p>
        </p:txBody>
      </p:sp>
      <p:sp>
        <p:nvSpPr>
          <p:cNvPr id="14" name="Text Placeholder 7">
            <a:extLst>
              <a:ext uri="{FF2B5EF4-FFF2-40B4-BE49-F238E27FC236}">
                <a16:creationId xmlns:a16="http://schemas.microsoft.com/office/drawing/2014/main" id="{47BDC0DA-1585-454D-9E74-41D2AFC0FEE5}"/>
              </a:ext>
            </a:extLst>
          </p:cNvPr>
          <p:cNvSpPr>
            <a:spLocks noGrp="1"/>
          </p:cNvSpPr>
          <p:nvPr>
            <p:ph type="body" sz="quarter" idx="13" hasCustomPrompt="1"/>
          </p:nvPr>
        </p:nvSpPr>
        <p:spPr>
          <a:xfrm>
            <a:off x="6196013" y="1327151"/>
            <a:ext cx="5588001" cy="743987"/>
          </a:xfrm>
          <a:prstGeom prst="rect">
            <a:avLst/>
          </a:prstGeom>
        </p:spPr>
        <p:txBody>
          <a:bodyPr anchor="ctr" anchorCtr="0">
            <a:noAutofit/>
          </a:bodyPr>
          <a:lstStyle>
            <a:lvl1pPr>
              <a:lnSpc>
                <a:spcPct val="100000"/>
              </a:lnSpc>
              <a:defRPr sz="1800" b="1">
                <a:solidFill>
                  <a:srgbClr val="12ABDB"/>
                </a:solidFill>
                <a:latin typeface="Ubuntu" panose="020B0504030602030204" pitchFamily="34" charset="0"/>
              </a:defRPr>
            </a:lvl1pPr>
            <a:lvl2pPr>
              <a:lnSpc>
                <a:spcPct val="100000"/>
              </a:lnSpc>
              <a:defRPr sz="1200"/>
            </a:lvl2pPr>
            <a:lvl3pPr>
              <a:lnSpc>
                <a:spcPct val="100000"/>
              </a:lnSpc>
              <a:defRPr sz="1200"/>
            </a:lvl3pPr>
            <a:lvl4pPr>
              <a:lnSpc>
                <a:spcPct val="100000"/>
              </a:lnSpc>
              <a:defRPr sz="1200"/>
            </a:lvl4pPr>
            <a:lvl5pPr>
              <a:lnSpc>
                <a:spcPct val="100000"/>
              </a:lnSpc>
              <a:defRPr sz="1200"/>
            </a:lvl5pPr>
          </a:lstStyle>
          <a:p>
            <a:pPr lvl="0"/>
            <a:r>
              <a:rPr lang="en-US"/>
              <a:t>CLICK TO INSERT TITLE</a:t>
            </a:r>
          </a:p>
        </p:txBody>
      </p:sp>
      <p:sp>
        <p:nvSpPr>
          <p:cNvPr id="16" name="Text Placeholder 7">
            <a:extLst>
              <a:ext uri="{FF2B5EF4-FFF2-40B4-BE49-F238E27FC236}">
                <a16:creationId xmlns:a16="http://schemas.microsoft.com/office/drawing/2014/main" id="{27CE2609-37DA-4C4C-BF45-E56CE85AA41D}"/>
              </a:ext>
            </a:extLst>
          </p:cNvPr>
          <p:cNvSpPr>
            <a:spLocks noGrp="1"/>
          </p:cNvSpPr>
          <p:nvPr>
            <p:ph type="body" sz="quarter" idx="14"/>
          </p:nvPr>
        </p:nvSpPr>
        <p:spPr>
          <a:xfrm>
            <a:off x="6196013" y="2205318"/>
            <a:ext cx="5594351" cy="4257393"/>
          </a:xfrm>
          <a:prstGeom prst="rect">
            <a:avLst/>
          </a:prstGeom>
        </p:spPr>
        <p:txBody>
          <a:bodyPr>
            <a:noAutofit/>
          </a:bodyPr>
          <a:lstStyle>
            <a:lvl1pPr>
              <a:lnSpc>
                <a:spcPct val="100000"/>
              </a:lnSpc>
              <a:spcBef>
                <a:spcPts val="0"/>
              </a:spcBef>
              <a:spcAft>
                <a:spcPts val="600"/>
              </a:spcAft>
              <a:defRPr sz="1600"/>
            </a:lvl1pPr>
            <a:lvl2pPr>
              <a:lnSpc>
                <a:spcPct val="100000"/>
              </a:lnSpc>
              <a:spcBef>
                <a:spcPts val="0"/>
              </a:spcBef>
              <a:spcAft>
                <a:spcPts val="600"/>
              </a:spcAft>
              <a:defRPr sz="1600"/>
            </a:lvl2pPr>
            <a:lvl3pPr>
              <a:lnSpc>
                <a:spcPct val="100000"/>
              </a:lnSpc>
              <a:spcBef>
                <a:spcPts val="0"/>
              </a:spcBef>
              <a:spcAft>
                <a:spcPts val="600"/>
              </a:spcAft>
              <a:defRPr sz="1600"/>
            </a:lvl3pPr>
            <a:lvl4pPr>
              <a:lnSpc>
                <a:spcPct val="100000"/>
              </a:lnSpc>
              <a:spcBef>
                <a:spcPts val="0"/>
              </a:spcBef>
              <a:spcAft>
                <a:spcPts val="600"/>
              </a:spcAft>
              <a:defRPr sz="1600"/>
            </a:lvl4pPr>
            <a:lvl5pPr>
              <a:lnSpc>
                <a:spcPct val="100000"/>
              </a:lnSpc>
              <a:spcBef>
                <a:spcPts val="0"/>
              </a:spcBef>
              <a:spcAft>
                <a:spcPts val="600"/>
              </a:spcAft>
              <a:defRPr sz="16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 name="Title 1">
            <a:extLst>
              <a:ext uri="{FF2B5EF4-FFF2-40B4-BE49-F238E27FC236}">
                <a16:creationId xmlns:a16="http://schemas.microsoft.com/office/drawing/2014/main" id="{D996D1AE-BB05-402A-8454-CE893B60496E}"/>
              </a:ext>
            </a:extLst>
          </p:cNvPr>
          <p:cNvSpPr>
            <a:spLocks noGrp="1"/>
          </p:cNvSpPr>
          <p:nvPr>
            <p:ph type="title"/>
          </p:nvPr>
        </p:nvSpPr>
        <p:spPr/>
        <p:txBody>
          <a:bodyPr/>
          <a:lstStyle/>
          <a:p>
            <a:r>
              <a:rPr lang="en-US"/>
              <a:t>Click to edit Master title style</a:t>
            </a:r>
            <a:endParaRPr lang="de-DE"/>
          </a:p>
        </p:txBody>
      </p:sp>
    </p:spTree>
    <p:extLst>
      <p:ext uri="{BB962C8B-B14F-4D97-AF65-F5344CB8AC3E}">
        <p14:creationId xmlns:p14="http://schemas.microsoft.com/office/powerpoint/2010/main" val="4060715564"/>
      </p:ext>
    </p:extLst>
  </p:cSld>
  <p:clrMapOvr>
    <a:masterClrMapping/>
  </p:clrMapOvr>
</p:sldLayout>
</file>

<file path=ppt/slideLayouts/slideLayout164.xml><?xml version="1.0" encoding="utf-8"?>
<p:sldLayout xmlns:a="http://schemas.openxmlformats.org/drawingml/2006/main" xmlns:r="http://schemas.openxmlformats.org/officeDocument/2006/relationships" xmlns:p="http://schemas.openxmlformats.org/presentationml/2006/main" preserve="1" userDrawn="1">
  <p:cSld name="Content 3 columns">
    <p:spTree>
      <p:nvGrpSpPr>
        <p:cNvPr id="1" name=""/>
        <p:cNvGrpSpPr/>
        <p:nvPr/>
      </p:nvGrpSpPr>
      <p:grpSpPr>
        <a:xfrm>
          <a:off x="0" y="0"/>
          <a:ext cx="0" cy="0"/>
          <a:chOff x="0" y="0"/>
          <a:chExt cx="0" cy="0"/>
        </a:xfrm>
      </p:grpSpPr>
      <p:sp>
        <p:nvSpPr>
          <p:cNvPr id="3" name="Text Placeholder 7">
            <a:extLst>
              <a:ext uri="{FF2B5EF4-FFF2-40B4-BE49-F238E27FC236}">
                <a16:creationId xmlns:a16="http://schemas.microsoft.com/office/drawing/2014/main" id="{27CE2609-37DA-4C4C-BF45-E56CE85AA41D}"/>
              </a:ext>
            </a:extLst>
          </p:cNvPr>
          <p:cNvSpPr>
            <a:spLocks noGrp="1"/>
          </p:cNvSpPr>
          <p:nvPr>
            <p:ph type="body" sz="quarter" idx="10"/>
          </p:nvPr>
        </p:nvSpPr>
        <p:spPr>
          <a:xfrm>
            <a:off x="404813" y="2205319"/>
            <a:ext cx="3456432" cy="4076234"/>
          </a:xfrm>
          <a:prstGeom prst="rect">
            <a:avLst/>
          </a:prstGeom>
        </p:spPr>
        <p:txBody>
          <a:bodyPr>
            <a:noAutofit/>
          </a:bodyPr>
          <a:lstStyle>
            <a:lvl1pPr>
              <a:lnSpc>
                <a:spcPct val="100000"/>
              </a:lnSpc>
              <a:spcBef>
                <a:spcPts val="0"/>
              </a:spcBef>
              <a:defRPr sz="1400"/>
            </a:lvl1pPr>
            <a:lvl2pPr>
              <a:lnSpc>
                <a:spcPct val="100000"/>
              </a:lnSpc>
              <a:spcBef>
                <a:spcPts val="0"/>
              </a:spcBef>
              <a:defRPr sz="1400"/>
            </a:lvl2pPr>
            <a:lvl3pPr>
              <a:lnSpc>
                <a:spcPct val="100000"/>
              </a:lnSpc>
              <a:spcBef>
                <a:spcPts val="0"/>
              </a:spcBef>
              <a:defRPr sz="1400"/>
            </a:lvl3pPr>
            <a:lvl4pPr>
              <a:lnSpc>
                <a:spcPct val="100000"/>
              </a:lnSpc>
              <a:spcBef>
                <a:spcPts val="0"/>
              </a:spcBef>
              <a:defRPr sz="1400"/>
            </a:lvl4pPr>
            <a:lvl5pPr>
              <a:lnSpc>
                <a:spcPct val="100000"/>
              </a:lnSpc>
              <a:spcBef>
                <a:spcPts val="0"/>
              </a:spcBef>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7">
            <a:extLst>
              <a:ext uri="{FF2B5EF4-FFF2-40B4-BE49-F238E27FC236}">
                <a16:creationId xmlns:a16="http://schemas.microsoft.com/office/drawing/2014/main" id="{D8D7F005-BA7C-423E-87B0-6782D88233F6}"/>
              </a:ext>
            </a:extLst>
          </p:cNvPr>
          <p:cNvSpPr>
            <a:spLocks noGrp="1"/>
          </p:cNvSpPr>
          <p:nvPr>
            <p:ph type="body" sz="quarter" idx="12" hasCustomPrompt="1"/>
          </p:nvPr>
        </p:nvSpPr>
        <p:spPr>
          <a:xfrm>
            <a:off x="404813" y="1327151"/>
            <a:ext cx="3456432" cy="837826"/>
          </a:xfrm>
          <a:prstGeom prst="rect">
            <a:avLst/>
          </a:prstGeom>
        </p:spPr>
        <p:txBody>
          <a:bodyPr vert="horz" lIns="0" tIns="0" rIns="0" bIns="0" rtlCol="0" anchor="ctr" anchorCtr="0">
            <a:noAutofit/>
          </a:bodyPr>
          <a:lstStyle>
            <a:lvl1pPr algn="ctr">
              <a:lnSpc>
                <a:spcPct val="100000"/>
              </a:lnSpc>
              <a:defRPr lang="en-US" sz="1600" b="0" kern="1200" dirty="0">
                <a:solidFill>
                  <a:srgbClr val="12ABDB"/>
                </a:solidFill>
                <a:latin typeface="Ubuntu" panose="020B0504030602030204" pitchFamily="34" charset="0"/>
                <a:ea typeface="+mn-ea"/>
                <a:cs typeface="+mn-cs"/>
              </a:defRPr>
            </a:lvl1pPr>
            <a:lvl2pPr>
              <a:lnSpc>
                <a:spcPct val="100000"/>
              </a:lnSpc>
              <a:defRPr sz="1200"/>
            </a:lvl2pPr>
            <a:lvl3pPr>
              <a:lnSpc>
                <a:spcPct val="100000"/>
              </a:lnSpc>
              <a:defRPr sz="1200"/>
            </a:lvl3pPr>
            <a:lvl4pPr>
              <a:lnSpc>
                <a:spcPct val="100000"/>
              </a:lnSpc>
              <a:defRPr sz="1200"/>
            </a:lvl4pPr>
            <a:lvl5pPr>
              <a:lnSpc>
                <a:spcPct val="100000"/>
              </a:lnSpc>
              <a:defRPr sz="1200"/>
            </a:lvl5pPr>
          </a:lstStyle>
          <a:p>
            <a:pPr marL="0" lvl="0" indent="0" algn="l" defTabSz="914400" rtl="0" eaLnBrk="1" latinLnBrk="0" hangingPunct="1">
              <a:lnSpc>
                <a:spcPct val="100000"/>
              </a:lnSpc>
              <a:spcBef>
                <a:spcPts val="1000"/>
              </a:spcBef>
              <a:buFont typeface="Arial" panose="020B0604020202020204" pitchFamily="34" charset="0"/>
              <a:buNone/>
            </a:pPr>
            <a:r>
              <a:rPr lang="en-US"/>
              <a:t>CLICK TO INSERT TITLE</a:t>
            </a:r>
          </a:p>
        </p:txBody>
      </p:sp>
      <p:sp>
        <p:nvSpPr>
          <p:cNvPr id="9" name="Text Placeholder 7">
            <a:extLst>
              <a:ext uri="{FF2B5EF4-FFF2-40B4-BE49-F238E27FC236}">
                <a16:creationId xmlns:a16="http://schemas.microsoft.com/office/drawing/2014/main" id="{27CE2609-37DA-4C4C-BF45-E56CE85AA41D}"/>
              </a:ext>
            </a:extLst>
          </p:cNvPr>
          <p:cNvSpPr>
            <a:spLocks noGrp="1"/>
          </p:cNvSpPr>
          <p:nvPr>
            <p:ph type="body" sz="quarter" idx="14"/>
          </p:nvPr>
        </p:nvSpPr>
        <p:spPr>
          <a:xfrm>
            <a:off x="4371047" y="2205319"/>
            <a:ext cx="3456432" cy="4076234"/>
          </a:xfrm>
          <a:prstGeom prst="rect">
            <a:avLst/>
          </a:prstGeom>
        </p:spPr>
        <p:txBody>
          <a:bodyPr>
            <a:noAutofit/>
          </a:bodyPr>
          <a:lstStyle>
            <a:lvl1pPr>
              <a:lnSpc>
                <a:spcPct val="100000"/>
              </a:lnSpc>
              <a:spcBef>
                <a:spcPts val="0"/>
              </a:spcBef>
              <a:defRPr sz="1400"/>
            </a:lvl1pPr>
            <a:lvl2pPr>
              <a:lnSpc>
                <a:spcPct val="100000"/>
              </a:lnSpc>
              <a:spcBef>
                <a:spcPts val="0"/>
              </a:spcBef>
              <a:defRPr sz="1400"/>
            </a:lvl2pPr>
            <a:lvl3pPr>
              <a:lnSpc>
                <a:spcPct val="100000"/>
              </a:lnSpc>
              <a:spcBef>
                <a:spcPts val="0"/>
              </a:spcBef>
              <a:defRPr sz="1400"/>
            </a:lvl3pPr>
            <a:lvl4pPr>
              <a:lnSpc>
                <a:spcPct val="100000"/>
              </a:lnSpc>
              <a:spcBef>
                <a:spcPts val="0"/>
              </a:spcBef>
              <a:defRPr sz="1400"/>
            </a:lvl4pPr>
            <a:lvl5pPr>
              <a:lnSpc>
                <a:spcPct val="100000"/>
              </a:lnSpc>
              <a:spcBef>
                <a:spcPts val="0"/>
              </a:spcBef>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 name="Text Placeholder 7">
            <a:extLst>
              <a:ext uri="{FF2B5EF4-FFF2-40B4-BE49-F238E27FC236}">
                <a16:creationId xmlns:a16="http://schemas.microsoft.com/office/drawing/2014/main" id="{D8D7F005-BA7C-423E-87B0-6782D88233F6}"/>
              </a:ext>
            </a:extLst>
          </p:cNvPr>
          <p:cNvSpPr>
            <a:spLocks noGrp="1"/>
          </p:cNvSpPr>
          <p:nvPr>
            <p:ph type="body" sz="quarter" idx="15" hasCustomPrompt="1"/>
          </p:nvPr>
        </p:nvSpPr>
        <p:spPr>
          <a:xfrm>
            <a:off x="4371047" y="1327151"/>
            <a:ext cx="3456432" cy="743987"/>
          </a:xfrm>
          <a:prstGeom prst="rect">
            <a:avLst/>
          </a:prstGeom>
        </p:spPr>
        <p:txBody>
          <a:bodyPr vert="horz" lIns="0" tIns="0" rIns="0" bIns="0" rtlCol="0" anchor="ctr" anchorCtr="0">
            <a:noAutofit/>
          </a:bodyPr>
          <a:lstStyle>
            <a:lvl1pPr algn="ctr">
              <a:lnSpc>
                <a:spcPct val="100000"/>
              </a:lnSpc>
              <a:defRPr lang="en-US" sz="1600" b="0" kern="1200" dirty="0">
                <a:solidFill>
                  <a:srgbClr val="12ABDB"/>
                </a:solidFill>
                <a:latin typeface="Ubuntu" panose="020B0504030602030204" pitchFamily="34" charset="0"/>
                <a:ea typeface="+mn-ea"/>
                <a:cs typeface="+mn-cs"/>
              </a:defRPr>
            </a:lvl1pPr>
            <a:lvl2pPr>
              <a:lnSpc>
                <a:spcPct val="100000"/>
              </a:lnSpc>
              <a:defRPr sz="1200"/>
            </a:lvl2pPr>
            <a:lvl3pPr>
              <a:lnSpc>
                <a:spcPct val="100000"/>
              </a:lnSpc>
              <a:defRPr sz="1200"/>
            </a:lvl3pPr>
            <a:lvl4pPr>
              <a:lnSpc>
                <a:spcPct val="100000"/>
              </a:lnSpc>
              <a:defRPr sz="1200"/>
            </a:lvl4pPr>
            <a:lvl5pPr>
              <a:lnSpc>
                <a:spcPct val="100000"/>
              </a:lnSpc>
              <a:defRPr sz="1200"/>
            </a:lvl5pPr>
          </a:lstStyle>
          <a:p>
            <a:pPr marL="0" lvl="0" indent="0" algn="l" defTabSz="914400" rtl="0" eaLnBrk="1" latinLnBrk="0" hangingPunct="1">
              <a:lnSpc>
                <a:spcPct val="100000"/>
              </a:lnSpc>
              <a:spcBef>
                <a:spcPts val="1000"/>
              </a:spcBef>
              <a:buFont typeface="Arial" panose="020B0604020202020204" pitchFamily="34" charset="0"/>
              <a:buNone/>
            </a:pPr>
            <a:r>
              <a:rPr lang="en-US"/>
              <a:t>CLICK TO INSERT TITLE</a:t>
            </a:r>
          </a:p>
        </p:txBody>
      </p:sp>
      <p:sp>
        <p:nvSpPr>
          <p:cNvPr id="11" name="Text Placeholder 7">
            <a:extLst>
              <a:ext uri="{FF2B5EF4-FFF2-40B4-BE49-F238E27FC236}">
                <a16:creationId xmlns:a16="http://schemas.microsoft.com/office/drawing/2014/main" id="{27CE2609-37DA-4C4C-BF45-E56CE85AA41D}"/>
              </a:ext>
            </a:extLst>
          </p:cNvPr>
          <p:cNvSpPr>
            <a:spLocks noGrp="1"/>
          </p:cNvSpPr>
          <p:nvPr>
            <p:ph type="body" sz="quarter" idx="16"/>
          </p:nvPr>
        </p:nvSpPr>
        <p:spPr>
          <a:xfrm>
            <a:off x="8330755" y="2205319"/>
            <a:ext cx="3456432" cy="4076234"/>
          </a:xfrm>
          <a:prstGeom prst="rect">
            <a:avLst/>
          </a:prstGeom>
        </p:spPr>
        <p:txBody>
          <a:bodyPr>
            <a:noAutofit/>
          </a:bodyPr>
          <a:lstStyle>
            <a:lvl1pPr>
              <a:lnSpc>
                <a:spcPct val="100000"/>
              </a:lnSpc>
              <a:spcBef>
                <a:spcPts val="0"/>
              </a:spcBef>
              <a:defRPr sz="1400"/>
            </a:lvl1pPr>
            <a:lvl2pPr>
              <a:lnSpc>
                <a:spcPct val="100000"/>
              </a:lnSpc>
              <a:spcBef>
                <a:spcPts val="0"/>
              </a:spcBef>
              <a:defRPr sz="1400"/>
            </a:lvl2pPr>
            <a:lvl3pPr>
              <a:lnSpc>
                <a:spcPct val="100000"/>
              </a:lnSpc>
              <a:spcBef>
                <a:spcPts val="0"/>
              </a:spcBef>
              <a:defRPr sz="1400"/>
            </a:lvl3pPr>
            <a:lvl4pPr>
              <a:lnSpc>
                <a:spcPct val="100000"/>
              </a:lnSpc>
              <a:spcBef>
                <a:spcPts val="0"/>
              </a:spcBef>
              <a:defRPr sz="1400"/>
            </a:lvl4pPr>
            <a:lvl5pPr>
              <a:lnSpc>
                <a:spcPct val="100000"/>
              </a:lnSpc>
              <a:spcBef>
                <a:spcPts val="0"/>
              </a:spcBef>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2" name="Text Placeholder 7">
            <a:extLst>
              <a:ext uri="{FF2B5EF4-FFF2-40B4-BE49-F238E27FC236}">
                <a16:creationId xmlns:a16="http://schemas.microsoft.com/office/drawing/2014/main" id="{D8D7F005-BA7C-423E-87B0-6782D88233F6}"/>
              </a:ext>
            </a:extLst>
          </p:cNvPr>
          <p:cNvSpPr>
            <a:spLocks noGrp="1"/>
          </p:cNvSpPr>
          <p:nvPr>
            <p:ph type="body" sz="quarter" idx="17" hasCustomPrompt="1"/>
          </p:nvPr>
        </p:nvSpPr>
        <p:spPr>
          <a:xfrm>
            <a:off x="8330755" y="1327151"/>
            <a:ext cx="3456432" cy="743987"/>
          </a:xfrm>
          <a:prstGeom prst="rect">
            <a:avLst/>
          </a:prstGeom>
        </p:spPr>
        <p:txBody>
          <a:bodyPr vert="horz" lIns="0" tIns="0" rIns="0" bIns="0" rtlCol="0" anchor="ctr" anchorCtr="0">
            <a:noAutofit/>
          </a:bodyPr>
          <a:lstStyle>
            <a:lvl1pPr algn="ctr">
              <a:lnSpc>
                <a:spcPct val="100000"/>
              </a:lnSpc>
              <a:defRPr lang="en-US" sz="1600" b="0" kern="1200" dirty="0">
                <a:solidFill>
                  <a:srgbClr val="12ABDB"/>
                </a:solidFill>
                <a:latin typeface="Ubuntu" panose="020B0504030602030204" pitchFamily="34" charset="0"/>
                <a:ea typeface="+mn-ea"/>
                <a:cs typeface="+mn-cs"/>
              </a:defRPr>
            </a:lvl1pPr>
            <a:lvl2pPr>
              <a:lnSpc>
                <a:spcPct val="100000"/>
              </a:lnSpc>
              <a:defRPr sz="1200"/>
            </a:lvl2pPr>
            <a:lvl3pPr>
              <a:lnSpc>
                <a:spcPct val="100000"/>
              </a:lnSpc>
              <a:defRPr sz="1200"/>
            </a:lvl3pPr>
            <a:lvl4pPr>
              <a:lnSpc>
                <a:spcPct val="100000"/>
              </a:lnSpc>
              <a:defRPr sz="1200"/>
            </a:lvl4pPr>
            <a:lvl5pPr>
              <a:lnSpc>
                <a:spcPct val="100000"/>
              </a:lnSpc>
              <a:defRPr sz="1200"/>
            </a:lvl5pPr>
          </a:lstStyle>
          <a:p>
            <a:pPr marL="0" lvl="0" indent="0" algn="l" defTabSz="914400" rtl="0" eaLnBrk="1" latinLnBrk="0" hangingPunct="1">
              <a:lnSpc>
                <a:spcPct val="100000"/>
              </a:lnSpc>
              <a:spcBef>
                <a:spcPts val="1000"/>
              </a:spcBef>
              <a:buFont typeface="Arial" panose="020B0604020202020204" pitchFamily="34" charset="0"/>
              <a:buNone/>
            </a:pPr>
            <a:r>
              <a:rPr lang="en-US"/>
              <a:t>CLICK TO INSERT TITLE</a:t>
            </a:r>
          </a:p>
        </p:txBody>
      </p:sp>
      <p:sp>
        <p:nvSpPr>
          <p:cNvPr id="5" name="Title 4">
            <a:extLst>
              <a:ext uri="{FF2B5EF4-FFF2-40B4-BE49-F238E27FC236}">
                <a16:creationId xmlns:a16="http://schemas.microsoft.com/office/drawing/2014/main" id="{294515F3-E20E-47CC-8314-0A030AB3D1FD}"/>
              </a:ext>
            </a:extLst>
          </p:cNvPr>
          <p:cNvSpPr>
            <a:spLocks noGrp="1"/>
          </p:cNvSpPr>
          <p:nvPr>
            <p:ph type="title"/>
          </p:nvPr>
        </p:nvSpPr>
        <p:spPr/>
        <p:txBody>
          <a:bodyPr/>
          <a:lstStyle/>
          <a:p>
            <a:r>
              <a:rPr lang="en-US"/>
              <a:t>Click to edit Master title style</a:t>
            </a:r>
            <a:endParaRPr lang="de-DE"/>
          </a:p>
        </p:txBody>
      </p:sp>
    </p:spTree>
    <p:extLst>
      <p:ext uri="{BB962C8B-B14F-4D97-AF65-F5344CB8AC3E}">
        <p14:creationId xmlns:p14="http://schemas.microsoft.com/office/powerpoint/2010/main" val="2339577394"/>
      </p:ext>
    </p:extLst>
  </p:cSld>
  <p:clrMapOvr>
    <a:masterClrMapping/>
  </p:clrMapOvr>
</p:sldLayout>
</file>

<file path=ppt/slideLayouts/slideLayout165.xml><?xml version="1.0" encoding="utf-8"?>
<p:sldLayout xmlns:a="http://schemas.openxmlformats.org/drawingml/2006/main" xmlns:r="http://schemas.openxmlformats.org/officeDocument/2006/relationships" xmlns:p="http://schemas.openxmlformats.org/presentationml/2006/main" preserve="1" userDrawn="1">
  <p:cSld name="1_Content 3 columns">
    <p:spTree>
      <p:nvGrpSpPr>
        <p:cNvPr id="1" name=""/>
        <p:cNvGrpSpPr/>
        <p:nvPr/>
      </p:nvGrpSpPr>
      <p:grpSpPr>
        <a:xfrm>
          <a:off x="0" y="0"/>
          <a:ext cx="0" cy="0"/>
          <a:chOff x="0" y="0"/>
          <a:chExt cx="0" cy="0"/>
        </a:xfrm>
      </p:grpSpPr>
      <p:sp>
        <p:nvSpPr>
          <p:cNvPr id="13" name="Rectangle 12">
            <a:extLst>
              <a:ext uri="{FF2B5EF4-FFF2-40B4-BE49-F238E27FC236}">
                <a16:creationId xmlns:a16="http://schemas.microsoft.com/office/drawing/2014/main" id="{7B9A63D1-B6C5-4F10-ABD1-7445EB2D8ADC}"/>
              </a:ext>
            </a:extLst>
          </p:cNvPr>
          <p:cNvSpPr/>
          <p:nvPr userDrawn="1"/>
        </p:nvSpPr>
        <p:spPr>
          <a:xfrm>
            <a:off x="407988" y="2423886"/>
            <a:ext cx="3524250" cy="4046888"/>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PT"/>
          </a:p>
        </p:txBody>
      </p:sp>
      <p:sp>
        <p:nvSpPr>
          <p:cNvPr id="14" name="Rectangle 13">
            <a:extLst>
              <a:ext uri="{FF2B5EF4-FFF2-40B4-BE49-F238E27FC236}">
                <a16:creationId xmlns:a16="http://schemas.microsoft.com/office/drawing/2014/main" id="{A69DEBB0-4052-42E9-B8A1-20FEA957F747}"/>
              </a:ext>
            </a:extLst>
          </p:cNvPr>
          <p:cNvSpPr/>
          <p:nvPr userDrawn="1"/>
        </p:nvSpPr>
        <p:spPr>
          <a:xfrm>
            <a:off x="4333875" y="2423886"/>
            <a:ext cx="3524250" cy="4046888"/>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PT"/>
          </a:p>
        </p:txBody>
      </p:sp>
      <p:sp>
        <p:nvSpPr>
          <p:cNvPr id="15" name="Rectangle 14">
            <a:extLst>
              <a:ext uri="{FF2B5EF4-FFF2-40B4-BE49-F238E27FC236}">
                <a16:creationId xmlns:a16="http://schemas.microsoft.com/office/drawing/2014/main" id="{270917E2-630D-4941-BA4B-7EB65D4A7850}"/>
              </a:ext>
            </a:extLst>
          </p:cNvPr>
          <p:cNvSpPr/>
          <p:nvPr userDrawn="1"/>
        </p:nvSpPr>
        <p:spPr>
          <a:xfrm>
            <a:off x="8259763" y="2406300"/>
            <a:ext cx="3524250" cy="4046888"/>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PT"/>
          </a:p>
        </p:txBody>
      </p:sp>
      <p:sp>
        <p:nvSpPr>
          <p:cNvPr id="16" name="Text Placeholder 4">
            <a:extLst>
              <a:ext uri="{FF2B5EF4-FFF2-40B4-BE49-F238E27FC236}">
                <a16:creationId xmlns:a16="http://schemas.microsoft.com/office/drawing/2014/main" id="{5AE9BC27-7262-47DA-99EA-4AB1F52A8C33}"/>
              </a:ext>
            </a:extLst>
          </p:cNvPr>
          <p:cNvSpPr>
            <a:spLocks noGrp="1"/>
          </p:cNvSpPr>
          <p:nvPr>
            <p:ph type="body" sz="quarter" idx="13" hasCustomPrompt="1"/>
          </p:nvPr>
        </p:nvSpPr>
        <p:spPr>
          <a:xfrm>
            <a:off x="725016" y="3332368"/>
            <a:ext cx="2890194" cy="645047"/>
          </a:xfrm>
          <a:prstGeom prst="rect">
            <a:avLst/>
          </a:prstGeom>
          <a:noFill/>
        </p:spPr>
        <p:txBody>
          <a:bodyPr anchor="ctr">
            <a:noAutofit/>
          </a:bodyPr>
          <a:lstStyle>
            <a:lvl1pPr algn="l">
              <a:lnSpc>
                <a:spcPts val="1800"/>
              </a:lnSpc>
              <a:defRPr sz="1600" b="0">
                <a:solidFill>
                  <a:schemeClr val="accent1"/>
                </a:solidFill>
                <a:latin typeface="+mj-lt"/>
              </a:defRPr>
            </a:lvl1pPr>
            <a:lvl2pPr>
              <a:defRPr sz="1400"/>
            </a:lvl2pPr>
            <a:lvl3pPr>
              <a:defRPr sz="1200"/>
            </a:lvl3pPr>
            <a:lvl4pPr>
              <a:defRPr sz="1100"/>
            </a:lvl4pPr>
            <a:lvl5pPr>
              <a:defRPr sz="1100"/>
            </a:lvl5pPr>
          </a:lstStyle>
          <a:p>
            <a:pPr lvl="0"/>
            <a:r>
              <a:rPr lang="en-US"/>
              <a:t>Click to insert title</a:t>
            </a:r>
          </a:p>
        </p:txBody>
      </p:sp>
      <p:sp>
        <p:nvSpPr>
          <p:cNvPr id="18" name="Text Placeholder 4">
            <a:extLst>
              <a:ext uri="{FF2B5EF4-FFF2-40B4-BE49-F238E27FC236}">
                <a16:creationId xmlns:a16="http://schemas.microsoft.com/office/drawing/2014/main" id="{EBBF7568-EC18-40A1-B3C2-1E64D0BFDEFF}"/>
              </a:ext>
            </a:extLst>
          </p:cNvPr>
          <p:cNvSpPr>
            <a:spLocks noGrp="1"/>
          </p:cNvSpPr>
          <p:nvPr>
            <p:ph type="body" sz="quarter" idx="33" hasCustomPrompt="1"/>
          </p:nvPr>
        </p:nvSpPr>
        <p:spPr>
          <a:xfrm>
            <a:off x="4650903" y="3332368"/>
            <a:ext cx="2890194" cy="645047"/>
          </a:xfrm>
          <a:prstGeom prst="rect">
            <a:avLst/>
          </a:prstGeom>
          <a:noFill/>
        </p:spPr>
        <p:txBody>
          <a:bodyPr anchor="ctr">
            <a:noAutofit/>
          </a:bodyPr>
          <a:lstStyle>
            <a:lvl1pPr algn="l">
              <a:lnSpc>
                <a:spcPts val="1800"/>
              </a:lnSpc>
              <a:defRPr sz="1600" b="0">
                <a:solidFill>
                  <a:srgbClr val="2EA657"/>
                </a:solidFill>
                <a:latin typeface="+mj-lt"/>
              </a:defRPr>
            </a:lvl1pPr>
            <a:lvl2pPr>
              <a:defRPr sz="1400"/>
            </a:lvl2pPr>
            <a:lvl3pPr>
              <a:defRPr sz="1200"/>
            </a:lvl3pPr>
            <a:lvl4pPr>
              <a:defRPr sz="1100"/>
            </a:lvl4pPr>
            <a:lvl5pPr>
              <a:defRPr sz="1100"/>
            </a:lvl5pPr>
          </a:lstStyle>
          <a:p>
            <a:pPr lvl="0"/>
            <a:r>
              <a:rPr lang="en-US"/>
              <a:t>Click to insert title</a:t>
            </a:r>
          </a:p>
        </p:txBody>
      </p:sp>
      <p:sp>
        <p:nvSpPr>
          <p:cNvPr id="19" name="Text Placeholder 4">
            <a:extLst>
              <a:ext uri="{FF2B5EF4-FFF2-40B4-BE49-F238E27FC236}">
                <a16:creationId xmlns:a16="http://schemas.microsoft.com/office/drawing/2014/main" id="{0C0A1379-EE65-47B3-B113-45D1ED57400C}"/>
              </a:ext>
            </a:extLst>
          </p:cNvPr>
          <p:cNvSpPr>
            <a:spLocks noGrp="1"/>
          </p:cNvSpPr>
          <p:nvPr>
            <p:ph type="body" sz="quarter" idx="35" hasCustomPrompt="1"/>
          </p:nvPr>
        </p:nvSpPr>
        <p:spPr>
          <a:xfrm>
            <a:off x="8576791" y="3332368"/>
            <a:ext cx="2890194" cy="645047"/>
          </a:xfrm>
          <a:prstGeom prst="rect">
            <a:avLst/>
          </a:prstGeom>
          <a:noFill/>
        </p:spPr>
        <p:txBody>
          <a:bodyPr anchor="ctr">
            <a:noAutofit/>
          </a:bodyPr>
          <a:lstStyle>
            <a:lvl1pPr algn="l">
              <a:lnSpc>
                <a:spcPts val="1800"/>
              </a:lnSpc>
              <a:defRPr sz="1600" b="0">
                <a:solidFill>
                  <a:srgbClr val="BA2980"/>
                </a:solidFill>
                <a:latin typeface="+mj-lt"/>
              </a:defRPr>
            </a:lvl1pPr>
            <a:lvl2pPr>
              <a:defRPr sz="1400"/>
            </a:lvl2pPr>
            <a:lvl3pPr>
              <a:defRPr sz="1200"/>
            </a:lvl3pPr>
            <a:lvl4pPr>
              <a:defRPr sz="1100"/>
            </a:lvl4pPr>
            <a:lvl5pPr>
              <a:defRPr sz="1100"/>
            </a:lvl5pPr>
          </a:lstStyle>
          <a:p>
            <a:pPr lvl="0"/>
            <a:r>
              <a:rPr lang="en-US"/>
              <a:t>Click to insert title</a:t>
            </a:r>
          </a:p>
        </p:txBody>
      </p:sp>
      <p:sp>
        <p:nvSpPr>
          <p:cNvPr id="22" name="Text Placeholder 7">
            <a:extLst>
              <a:ext uri="{FF2B5EF4-FFF2-40B4-BE49-F238E27FC236}">
                <a16:creationId xmlns:a16="http://schemas.microsoft.com/office/drawing/2014/main" id="{E24DC023-E500-4824-A661-003A568299EA}"/>
              </a:ext>
            </a:extLst>
          </p:cNvPr>
          <p:cNvSpPr>
            <a:spLocks noGrp="1"/>
          </p:cNvSpPr>
          <p:nvPr>
            <p:ph type="body" sz="quarter" idx="10"/>
          </p:nvPr>
        </p:nvSpPr>
        <p:spPr>
          <a:xfrm>
            <a:off x="725015" y="4079991"/>
            <a:ext cx="2890194" cy="2201561"/>
          </a:xfrm>
          <a:prstGeom prst="rect">
            <a:avLst/>
          </a:prstGeom>
        </p:spPr>
        <p:txBody>
          <a:bodyPr>
            <a:noAutofit/>
          </a:bodyPr>
          <a:lstStyle>
            <a:lvl1pPr>
              <a:lnSpc>
                <a:spcPct val="100000"/>
              </a:lnSpc>
              <a:spcBef>
                <a:spcPts val="0"/>
              </a:spcBef>
              <a:defRPr sz="1400"/>
            </a:lvl1pPr>
            <a:lvl2pPr>
              <a:lnSpc>
                <a:spcPct val="100000"/>
              </a:lnSpc>
              <a:spcBef>
                <a:spcPts val="0"/>
              </a:spcBef>
              <a:buClr>
                <a:schemeClr val="accent1"/>
              </a:buClr>
              <a:defRPr sz="1400"/>
            </a:lvl2pPr>
            <a:lvl3pPr>
              <a:lnSpc>
                <a:spcPct val="100000"/>
              </a:lnSpc>
              <a:spcBef>
                <a:spcPts val="0"/>
              </a:spcBef>
              <a:buClr>
                <a:schemeClr val="accent1"/>
              </a:buClr>
              <a:defRPr sz="1400"/>
            </a:lvl3pPr>
            <a:lvl4pPr>
              <a:lnSpc>
                <a:spcPct val="100000"/>
              </a:lnSpc>
              <a:spcBef>
                <a:spcPts val="0"/>
              </a:spcBef>
              <a:buClr>
                <a:schemeClr val="accent1"/>
              </a:buClr>
              <a:defRPr sz="1400"/>
            </a:lvl4pPr>
            <a:lvl5pPr>
              <a:lnSpc>
                <a:spcPct val="100000"/>
              </a:lnSpc>
              <a:spcBef>
                <a:spcPts val="0"/>
              </a:spcBef>
              <a:buClr>
                <a:schemeClr val="accent1"/>
              </a:buClr>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3" name="Text Placeholder 7">
            <a:extLst>
              <a:ext uri="{FF2B5EF4-FFF2-40B4-BE49-F238E27FC236}">
                <a16:creationId xmlns:a16="http://schemas.microsoft.com/office/drawing/2014/main" id="{B1037A2D-940F-4255-984B-C4A7AABBB724}"/>
              </a:ext>
            </a:extLst>
          </p:cNvPr>
          <p:cNvSpPr>
            <a:spLocks noGrp="1"/>
          </p:cNvSpPr>
          <p:nvPr>
            <p:ph type="body" sz="quarter" idx="40"/>
          </p:nvPr>
        </p:nvSpPr>
        <p:spPr>
          <a:xfrm>
            <a:off x="4650903" y="4079991"/>
            <a:ext cx="2890194" cy="2201561"/>
          </a:xfrm>
          <a:prstGeom prst="rect">
            <a:avLst/>
          </a:prstGeom>
        </p:spPr>
        <p:txBody>
          <a:bodyPr>
            <a:noAutofit/>
          </a:bodyPr>
          <a:lstStyle>
            <a:lvl1pPr>
              <a:lnSpc>
                <a:spcPct val="100000"/>
              </a:lnSpc>
              <a:spcBef>
                <a:spcPts val="0"/>
              </a:spcBef>
              <a:defRPr sz="1400"/>
            </a:lvl1pPr>
            <a:lvl2pPr>
              <a:lnSpc>
                <a:spcPct val="100000"/>
              </a:lnSpc>
              <a:spcBef>
                <a:spcPts val="0"/>
              </a:spcBef>
              <a:buClr>
                <a:srgbClr val="2EA657"/>
              </a:buClr>
              <a:defRPr sz="1400"/>
            </a:lvl2pPr>
            <a:lvl3pPr>
              <a:lnSpc>
                <a:spcPct val="100000"/>
              </a:lnSpc>
              <a:spcBef>
                <a:spcPts val="0"/>
              </a:spcBef>
              <a:buClr>
                <a:srgbClr val="2EA657"/>
              </a:buClr>
              <a:defRPr sz="1400"/>
            </a:lvl3pPr>
            <a:lvl4pPr>
              <a:lnSpc>
                <a:spcPct val="100000"/>
              </a:lnSpc>
              <a:spcBef>
                <a:spcPts val="0"/>
              </a:spcBef>
              <a:buClr>
                <a:srgbClr val="2EA657"/>
              </a:buClr>
              <a:defRPr sz="1400"/>
            </a:lvl4pPr>
            <a:lvl5pPr>
              <a:lnSpc>
                <a:spcPct val="100000"/>
              </a:lnSpc>
              <a:spcBef>
                <a:spcPts val="0"/>
              </a:spcBef>
              <a:buClr>
                <a:srgbClr val="2EA657"/>
              </a:buClr>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4" name="Text Placeholder 7">
            <a:extLst>
              <a:ext uri="{FF2B5EF4-FFF2-40B4-BE49-F238E27FC236}">
                <a16:creationId xmlns:a16="http://schemas.microsoft.com/office/drawing/2014/main" id="{5849E3D5-EF9E-46F2-9C73-58806A392B34}"/>
              </a:ext>
            </a:extLst>
          </p:cNvPr>
          <p:cNvSpPr>
            <a:spLocks noGrp="1"/>
          </p:cNvSpPr>
          <p:nvPr>
            <p:ph type="body" sz="quarter" idx="41"/>
          </p:nvPr>
        </p:nvSpPr>
        <p:spPr>
          <a:xfrm>
            <a:off x="8576791" y="4079991"/>
            <a:ext cx="2890194" cy="2201561"/>
          </a:xfrm>
          <a:prstGeom prst="rect">
            <a:avLst/>
          </a:prstGeom>
        </p:spPr>
        <p:txBody>
          <a:bodyPr>
            <a:noAutofit/>
          </a:bodyPr>
          <a:lstStyle>
            <a:lvl1pPr>
              <a:lnSpc>
                <a:spcPct val="100000"/>
              </a:lnSpc>
              <a:spcBef>
                <a:spcPts val="0"/>
              </a:spcBef>
              <a:defRPr sz="1400"/>
            </a:lvl1pPr>
            <a:lvl2pPr>
              <a:lnSpc>
                <a:spcPct val="100000"/>
              </a:lnSpc>
              <a:spcBef>
                <a:spcPts val="0"/>
              </a:spcBef>
              <a:buClr>
                <a:srgbClr val="BA2980"/>
              </a:buClr>
              <a:defRPr sz="1400"/>
            </a:lvl2pPr>
            <a:lvl3pPr>
              <a:lnSpc>
                <a:spcPct val="100000"/>
              </a:lnSpc>
              <a:spcBef>
                <a:spcPts val="0"/>
              </a:spcBef>
              <a:buClr>
                <a:srgbClr val="BA2980"/>
              </a:buClr>
              <a:defRPr sz="1400"/>
            </a:lvl3pPr>
            <a:lvl4pPr>
              <a:lnSpc>
                <a:spcPct val="100000"/>
              </a:lnSpc>
              <a:spcBef>
                <a:spcPts val="0"/>
              </a:spcBef>
              <a:buClr>
                <a:srgbClr val="BA2980"/>
              </a:buClr>
              <a:defRPr sz="1400"/>
            </a:lvl4pPr>
            <a:lvl5pPr>
              <a:lnSpc>
                <a:spcPct val="100000"/>
              </a:lnSpc>
              <a:spcBef>
                <a:spcPts val="0"/>
              </a:spcBef>
              <a:buClr>
                <a:srgbClr val="BA2980"/>
              </a:buClr>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 name="Title 2">
            <a:extLst>
              <a:ext uri="{FF2B5EF4-FFF2-40B4-BE49-F238E27FC236}">
                <a16:creationId xmlns:a16="http://schemas.microsoft.com/office/drawing/2014/main" id="{18A66D25-366C-4142-B5D9-9A4107D8BC80}"/>
              </a:ext>
            </a:extLst>
          </p:cNvPr>
          <p:cNvSpPr>
            <a:spLocks noGrp="1"/>
          </p:cNvSpPr>
          <p:nvPr>
            <p:ph type="title"/>
          </p:nvPr>
        </p:nvSpPr>
        <p:spPr/>
        <p:txBody>
          <a:bodyPr/>
          <a:lstStyle/>
          <a:p>
            <a:r>
              <a:rPr lang="en-US"/>
              <a:t>Click to edit Master title style</a:t>
            </a:r>
            <a:endParaRPr lang="de-DE"/>
          </a:p>
        </p:txBody>
      </p:sp>
    </p:spTree>
    <p:extLst>
      <p:ext uri="{BB962C8B-B14F-4D97-AF65-F5344CB8AC3E}">
        <p14:creationId xmlns:p14="http://schemas.microsoft.com/office/powerpoint/2010/main" val="4183313589"/>
      </p:ext>
    </p:extLst>
  </p:cSld>
  <p:clrMapOvr>
    <a:masterClrMapping/>
  </p:clrMapOvr>
</p:sldLayout>
</file>

<file path=ppt/slideLayouts/slideLayout166.xml><?xml version="1.0" encoding="utf-8"?>
<p:sldLayout xmlns:a="http://schemas.openxmlformats.org/drawingml/2006/main" xmlns:r="http://schemas.openxmlformats.org/officeDocument/2006/relationships" xmlns:p="http://schemas.openxmlformats.org/presentationml/2006/main" preserve="1" userDrawn="1">
  <p:cSld name="Only Title">
    <p:spTree>
      <p:nvGrpSpPr>
        <p:cNvPr id="1" name=""/>
        <p:cNvGrpSpPr/>
        <p:nvPr/>
      </p:nvGrpSpPr>
      <p:grpSpPr>
        <a:xfrm>
          <a:off x="0" y="0"/>
          <a:ext cx="0" cy="0"/>
          <a:chOff x="0" y="0"/>
          <a:chExt cx="0" cy="0"/>
        </a:xfrm>
      </p:grpSpPr>
      <p:graphicFrame>
        <p:nvGraphicFramePr>
          <p:cNvPr id="5" name="Object 4" hidden="1"/>
          <p:cNvGraphicFramePr>
            <a:graphicFrameLocks noChangeAspect="1"/>
          </p:cNvGraphicFramePr>
          <p:nvPr>
            <p:custDataLst>
              <p:tags r:id="rId1"/>
            </p:custDataLst>
          </p:nvPr>
        </p:nvGraphicFramePr>
        <p:xfrm>
          <a:off x="1587" y="1588"/>
          <a:ext cx="1587" cy="1587"/>
        </p:xfrm>
        <a:graphic>
          <a:graphicData uri="http://schemas.openxmlformats.org/presentationml/2006/ole">
            <mc:AlternateContent xmlns:mc="http://schemas.openxmlformats.org/markup-compatibility/2006">
              <mc:Choice xmlns:v="urn:schemas-microsoft-com:vml" Requires="v">
                <p:oleObj name="think-cell Slide" r:id="rId3" imgW="270" imgH="270" progId="TCLayout.ActiveDocument.1">
                  <p:embed/>
                </p:oleObj>
              </mc:Choice>
              <mc:Fallback>
                <p:oleObj name="think-cell Slide" r:id="rId3" imgW="270" imgH="270" progId="TCLayout.ActiveDocument.1">
                  <p:embed/>
                  <p:pic>
                    <p:nvPicPr>
                      <p:cNvPr id="5" name="Object 4" hidden="1"/>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587" y="1588"/>
                        <a:ext cx="1587" cy="1587"/>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3" name="Title 2">
            <a:extLst>
              <a:ext uri="{FF2B5EF4-FFF2-40B4-BE49-F238E27FC236}">
                <a16:creationId xmlns:a16="http://schemas.microsoft.com/office/drawing/2014/main" id="{57F0C9DF-D1FA-45A1-91F6-147FDC3E7341}"/>
              </a:ext>
            </a:extLst>
          </p:cNvPr>
          <p:cNvSpPr>
            <a:spLocks noGrp="1"/>
          </p:cNvSpPr>
          <p:nvPr>
            <p:ph type="title"/>
          </p:nvPr>
        </p:nvSpPr>
        <p:spPr/>
        <p:txBody>
          <a:bodyPr/>
          <a:lstStyle/>
          <a:p>
            <a:r>
              <a:rPr lang="en-US"/>
              <a:t>Click to edit Master title style</a:t>
            </a:r>
            <a:endParaRPr lang="de-DE"/>
          </a:p>
        </p:txBody>
      </p:sp>
    </p:spTree>
    <p:extLst>
      <p:ext uri="{BB962C8B-B14F-4D97-AF65-F5344CB8AC3E}">
        <p14:creationId xmlns:p14="http://schemas.microsoft.com/office/powerpoint/2010/main" val="876784863"/>
      </p:ext>
    </p:extLst>
  </p:cSld>
  <p:clrMapOvr>
    <a:masterClrMapping/>
  </p:clrMapOvr>
</p:sldLayout>
</file>

<file path=ppt/slideLayouts/slideLayout167.xml><?xml version="1.0" encoding="utf-8"?>
<p:sldLayout xmlns:a="http://schemas.openxmlformats.org/drawingml/2006/main" xmlns:r="http://schemas.openxmlformats.org/officeDocument/2006/relationships" xmlns:p="http://schemas.openxmlformats.org/presentationml/2006/main" preserve="1" userDrawn="1">
  <p:cSld name="1_Titre seul">
    <p:bg>
      <p:bgPr>
        <a:solidFill>
          <a:schemeClr val="accent4"/>
        </a:solidFill>
        <a:effectLst/>
      </p:bgPr>
    </p:bg>
    <p:spTree>
      <p:nvGrpSpPr>
        <p:cNvPr id="1" name=""/>
        <p:cNvGrpSpPr/>
        <p:nvPr/>
      </p:nvGrpSpPr>
      <p:grpSpPr>
        <a:xfrm>
          <a:off x="0" y="0"/>
          <a:ext cx="0" cy="0"/>
          <a:chOff x="0" y="0"/>
          <a:chExt cx="0" cy="0"/>
        </a:xfrm>
      </p:grpSpPr>
      <p:graphicFrame>
        <p:nvGraphicFramePr>
          <p:cNvPr id="5" name="Object 4" hidden="1"/>
          <p:cNvGraphicFramePr>
            <a:graphicFrameLocks noChangeAspect="1"/>
          </p:cNvGraphicFramePr>
          <p:nvPr>
            <p:custDataLst>
              <p:tags r:id="rId1"/>
            </p:custDataLst>
          </p:nvPr>
        </p:nvGraphicFramePr>
        <p:xfrm>
          <a:off x="1587" y="1588"/>
          <a:ext cx="1587" cy="1587"/>
        </p:xfrm>
        <a:graphic>
          <a:graphicData uri="http://schemas.openxmlformats.org/presentationml/2006/ole">
            <mc:AlternateContent xmlns:mc="http://schemas.openxmlformats.org/markup-compatibility/2006">
              <mc:Choice xmlns:v="urn:schemas-microsoft-com:vml" Requires="v">
                <p:oleObj name="think-cell Slide" r:id="rId3" imgW="270" imgH="270" progId="TCLayout.ActiveDocument.1">
                  <p:embed/>
                </p:oleObj>
              </mc:Choice>
              <mc:Fallback>
                <p:oleObj name="think-cell Slide" r:id="rId3" imgW="270" imgH="270" progId="TCLayout.ActiveDocument.1">
                  <p:embed/>
                  <p:pic>
                    <p:nvPicPr>
                      <p:cNvPr id="5" name="Object 4" hidden="1"/>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587" y="1588"/>
                        <a:ext cx="1587" cy="1587"/>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10" name="Espace réservé du texte 9">
            <a:extLst>
              <a:ext uri="{FF2B5EF4-FFF2-40B4-BE49-F238E27FC236}">
                <a16:creationId xmlns:a16="http://schemas.microsoft.com/office/drawing/2014/main" id="{0850DA69-657E-41C3-B340-B16C354CA1D0}"/>
              </a:ext>
            </a:extLst>
          </p:cNvPr>
          <p:cNvSpPr>
            <a:spLocks noGrp="1"/>
          </p:cNvSpPr>
          <p:nvPr>
            <p:ph type="body" sz="quarter" idx="10"/>
          </p:nvPr>
        </p:nvSpPr>
        <p:spPr>
          <a:xfrm>
            <a:off x="404813" y="1447800"/>
            <a:ext cx="11406187" cy="4951413"/>
          </a:xfrm>
        </p:spPr>
        <p:txBody>
          <a:bodyPr/>
          <a:lstStyle>
            <a:lvl1pPr>
              <a:defRPr>
                <a:solidFill>
                  <a:schemeClr val="bg1"/>
                </a:solidFill>
              </a:defRPr>
            </a:lvl1pPr>
            <a:lvl2pPr>
              <a:defRPr>
                <a:solidFill>
                  <a:schemeClr val="bg1"/>
                </a:solidFill>
              </a:defRPr>
            </a:lvl2pPr>
            <a:lvl3pPr>
              <a:defRPr>
                <a:solidFill>
                  <a:schemeClr val="bg1"/>
                </a:solidFill>
              </a:defRPr>
            </a:lvl3pPr>
            <a:lvl4pPr>
              <a:buClr>
                <a:schemeClr val="accent5"/>
              </a:buClr>
              <a:defRPr>
                <a:solidFill>
                  <a:schemeClr val="bg1"/>
                </a:solidFill>
              </a:defRPr>
            </a:lvl4pPr>
            <a:lvl5pPr>
              <a:buClr>
                <a:schemeClr val="bg1"/>
              </a:buClr>
              <a:defRPr>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 name="Title 2">
            <a:extLst>
              <a:ext uri="{FF2B5EF4-FFF2-40B4-BE49-F238E27FC236}">
                <a16:creationId xmlns:a16="http://schemas.microsoft.com/office/drawing/2014/main" id="{5E6BB52B-0C5D-4023-89D5-282E9A520223}"/>
              </a:ext>
            </a:extLst>
          </p:cNvPr>
          <p:cNvSpPr>
            <a:spLocks noGrp="1"/>
          </p:cNvSpPr>
          <p:nvPr>
            <p:ph type="title"/>
          </p:nvPr>
        </p:nvSpPr>
        <p:spPr/>
        <p:txBody>
          <a:bodyPr/>
          <a:lstStyle>
            <a:lvl1pPr>
              <a:defRPr>
                <a:solidFill>
                  <a:schemeClr val="bg1"/>
                </a:solidFill>
              </a:defRPr>
            </a:lvl1pPr>
          </a:lstStyle>
          <a:p>
            <a:r>
              <a:rPr lang="en-US"/>
              <a:t>Click to edit Master title style</a:t>
            </a:r>
            <a:endParaRPr lang="de-DE"/>
          </a:p>
        </p:txBody>
      </p:sp>
    </p:spTree>
    <p:extLst>
      <p:ext uri="{BB962C8B-B14F-4D97-AF65-F5344CB8AC3E}">
        <p14:creationId xmlns:p14="http://schemas.microsoft.com/office/powerpoint/2010/main" val="1237327813"/>
      </p:ext>
    </p:extLst>
  </p:cSld>
  <p:clrMapOvr>
    <a:masterClrMapping/>
  </p:clrMapOvr>
</p:sldLayout>
</file>

<file path=ppt/slideLayouts/slideLayout168.xml><?xml version="1.0" encoding="utf-8"?>
<p:sldLayout xmlns:a="http://schemas.openxmlformats.org/drawingml/2006/main" xmlns:r="http://schemas.openxmlformats.org/officeDocument/2006/relationships" xmlns:p="http://schemas.openxmlformats.org/presentationml/2006/main" preserve="1" userDrawn="1">
  <p:cSld name="Title and content light Grey">
    <p:bg>
      <p:bgPr>
        <a:solidFill>
          <a:schemeClr val="bg2"/>
        </a:solidFill>
        <a:effectLst/>
      </p:bgPr>
    </p:bg>
    <p:spTree>
      <p:nvGrpSpPr>
        <p:cNvPr id="1" name=""/>
        <p:cNvGrpSpPr/>
        <p:nvPr/>
      </p:nvGrpSpPr>
      <p:grpSpPr>
        <a:xfrm>
          <a:off x="0" y="0"/>
          <a:ext cx="0" cy="0"/>
          <a:chOff x="0" y="0"/>
          <a:chExt cx="0" cy="0"/>
        </a:xfrm>
      </p:grpSpPr>
      <p:graphicFrame>
        <p:nvGraphicFramePr>
          <p:cNvPr id="5" name="Object 4" hidden="1"/>
          <p:cNvGraphicFramePr>
            <a:graphicFrameLocks noChangeAspect="1"/>
          </p:cNvGraphicFramePr>
          <p:nvPr>
            <p:custDataLst>
              <p:tags r:id="rId1"/>
            </p:custDataLst>
          </p:nvPr>
        </p:nvGraphicFramePr>
        <p:xfrm>
          <a:off x="1587" y="1588"/>
          <a:ext cx="1587" cy="1587"/>
        </p:xfrm>
        <a:graphic>
          <a:graphicData uri="http://schemas.openxmlformats.org/presentationml/2006/ole">
            <mc:AlternateContent xmlns:mc="http://schemas.openxmlformats.org/markup-compatibility/2006">
              <mc:Choice xmlns:v="urn:schemas-microsoft-com:vml" Requires="v">
                <p:oleObj name="think-cell Slide" r:id="rId3" imgW="270" imgH="270" progId="TCLayout.ActiveDocument.1">
                  <p:embed/>
                </p:oleObj>
              </mc:Choice>
              <mc:Fallback>
                <p:oleObj name="think-cell Slide" r:id="rId3" imgW="270" imgH="270" progId="TCLayout.ActiveDocument.1">
                  <p:embed/>
                  <p:pic>
                    <p:nvPicPr>
                      <p:cNvPr id="5" name="Object 4" hidden="1"/>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587" y="1588"/>
                        <a:ext cx="1587" cy="1587"/>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9" name="Espace réservé du texte 8">
            <a:extLst>
              <a:ext uri="{FF2B5EF4-FFF2-40B4-BE49-F238E27FC236}">
                <a16:creationId xmlns:a16="http://schemas.microsoft.com/office/drawing/2014/main" id="{E7C5D7A7-45E9-4756-B28B-644907783FEA}"/>
              </a:ext>
            </a:extLst>
          </p:cNvPr>
          <p:cNvSpPr>
            <a:spLocks noGrp="1"/>
          </p:cNvSpPr>
          <p:nvPr>
            <p:ph type="body" sz="quarter" idx="10"/>
          </p:nvPr>
        </p:nvSpPr>
        <p:spPr>
          <a:xfrm>
            <a:off x="404812" y="1447800"/>
            <a:ext cx="11406188" cy="495165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 name="Title 2">
            <a:extLst>
              <a:ext uri="{FF2B5EF4-FFF2-40B4-BE49-F238E27FC236}">
                <a16:creationId xmlns:a16="http://schemas.microsoft.com/office/drawing/2014/main" id="{0C89E73A-8AF6-4995-85C4-948312F9A282}"/>
              </a:ext>
            </a:extLst>
          </p:cNvPr>
          <p:cNvSpPr>
            <a:spLocks noGrp="1"/>
          </p:cNvSpPr>
          <p:nvPr>
            <p:ph type="title"/>
          </p:nvPr>
        </p:nvSpPr>
        <p:spPr/>
        <p:txBody>
          <a:bodyPr/>
          <a:lstStyle/>
          <a:p>
            <a:r>
              <a:rPr lang="en-US"/>
              <a:t>Click to edit Master title style</a:t>
            </a:r>
            <a:endParaRPr lang="de-DE"/>
          </a:p>
        </p:txBody>
      </p:sp>
    </p:spTree>
    <p:extLst>
      <p:ext uri="{BB962C8B-B14F-4D97-AF65-F5344CB8AC3E}">
        <p14:creationId xmlns:p14="http://schemas.microsoft.com/office/powerpoint/2010/main" val="4111154297"/>
      </p:ext>
    </p:extLst>
  </p:cSld>
  <p:clrMapOvr>
    <a:masterClrMapping/>
  </p:clrMapOvr>
</p:sldLayout>
</file>

<file path=ppt/slideLayouts/slideLayout169.xml><?xml version="1.0" encoding="utf-8"?>
<p:sldLayout xmlns:a="http://schemas.openxmlformats.org/drawingml/2006/main" xmlns:r="http://schemas.openxmlformats.org/officeDocument/2006/relationships" xmlns:p="http://schemas.openxmlformats.org/presentationml/2006/main" preserve="1" userDrawn="1">
  <p:cSld name="Section Break dark">
    <p:bg>
      <p:bgPr>
        <a:solidFill>
          <a:schemeClr val="accent4"/>
        </a:solidFill>
        <a:effectLst/>
      </p:bgPr>
    </p:bg>
    <p:spTree>
      <p:nvGrpSpPr>
        <p:cNvPr id="1" name=""/>
        <p:cNvGrpSpPr/>
        <p:nvPr/>
      </p:nvGrpSpPr>
      <p:grpSpPr>
        <a:xfrm>
          <a:off x="0" y="0"/>
          <a:ext cx="0" cy="0"/>
          <a:chOff x="0" y="0"/>
          <a:chExt cx="0" cy="0"/>
        </a:xfrm>
      </p:grpSpPr>
      <p:sp>
        <p:nvSpPr>
          <p:cNvPr id="3" name="Subtitle">
            <a:extLst>
              <a:ext uri="{FF2B5EF4-FFF2-40B4-BE49-F238E27FC236}">
                <a16:creationId xmlns:a16="http://schemas.microsoft.com/office/drawing/2014/main" id="{81D5C5CA-E0F9-4194-9FD7-26150AB2A870}"/>
              </a:ext>
            </a:extLst>
          </p:cNvPr>
          <p:cNvSpPr>
            <a:spLocks noGrp="1"/>
          </p:cNvSpPr>
          <p:nvPr>
            <p:ph type="subTitle" idx="1"/>
          </p:nvPr>
        </p:nvSpPr>
        <p:spPr>
          <a:xfrm>
            <a:off x="404813" y="3772800"/>
            <a:ext cx="11329987" cy="307777"/>
          </a:xfrm>
        </p:spPr>
        <p:txBody>
          <a:bodyPr lIns="0" tIns="0">
            <a:spAutoFit/>
          </a:bodyPr>
          <a:lstStyle>
            <a:lvl1pPr marL="0" indent="0" algn="l">
              <a:buNone/>
              <a:defRPr sz="200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GB"/>
          </a:p>
        </p:txBody>
      </p:sp>
      <p:sp>
        <p:nvSpPr>
          <p:cNvPr id="2" name="Title">
            <a:extLst>
              <a:ext uri="{FF2B5EF4-FFF2-40B4-BE49-F238E27FC236}">
                <a16:creationId xmlns:a16="http://schemas.microsoft.com/office/drawing/2014/main" id="{A5A39C93-A915-45D6-953A-AAC473CA2FEC}"/>
              </a:ext>
            </a:extLst>
          </p:cNvPr>
          <p:cNvSpPr>
            <a:spLocks noGrp="1"/>
          </p:cNvSpPr>
          <p:nvPr>
            <p:ph type="ctrTitle"/>
          </p:nvPr>
        </p:nvSpPr>
        <p:spPr>
          <a:xfrm>
            <a:off x="404813" y="2264961"/>
            <a:ext cx="11329987" cy="1477328"/>
          </a:xfrm>
        </p:spPr>
        <p:txBody>
          <a:bodyPr lIns="0" bIns="0" anchor="b" anchorCtr="0">
            <a:spAutoFit/>
          </a:bodyPr>
          <a:lstStyle>
            <a:lvl1pPr algn="l">
              <a:lnSpc>
                <a:spcPct val="80000"/>
              </a:lnSpc>
              <a:defRPr sz="6000" baseline="0">
                <a:solidFill>
                  <a:schemeClr val="bg1"/>
                </a:solidFill>
              </a:defRPr>
            </a:lvl1pPr>
          </a:lstStyle>
          <a:p>
            <a:r>
              <a:rPr lang="en-US"/>
              <a:t>Click to edit Master title style</a:t>
            </a:r>
            <a:endParaRPr lang="en-GB"/>
          </a:p>
        </p:txBody>
      </p:sp>
      <p:sp>
        <p:nvSpPr>
          <p:cNvPr id="9" name="Text Placeholder 8">
            <a:extLst>
              <a:ext uri="{FF2B5EF4-FFF2-40B4-BE49-F238E27FC236}">
                <a16:creationId xmlns:a16="http://schemas.microsoft.com/office/drawing/2014/main" id="{E744C52A-2030-4EFF-B1D2-B60B2B279897}"/>
              </a:ext>
            </a:extLst>
          </p:cNvPr>
          <p:cNvSpPr>
            <a:spLocks noGrp="1"/>
          </p:cNvSpPr>
          <p:nvPr>
            <p:ph type="body" sz="quarter" idx="10" hasCustomPrompt="1"/>
          </p:nvPr>
        </p:nvSpPr>
        <p:spPr>
          <a:xfrm>
            <a:off x="404813" y="1825079"/>
            <a:ext cx="4611067" cy="307777"/>
          </a:xfrm>
        </p:spPr>
        <p:txBody>
          <a:bodyPr wrap="square" anchor="b">
            <a:spAutoFit/>
          </a:bodyPr>
          <a:lstStyle>
            <a:lvl1pPr>
              <a:defRPr>
                <a:solidFill>
                  <a:schemeClr val="accent2"/>
                </a:solidFill>
                <a:latin typeface="Ubuntu Light" panose="020B0304030602030204" pitchFamily="34" charset="0"/>
              </a:defRPr>
            </a:lvl1pPr>
            <a:lvl2pPr marL="88900" indent="0">
              <a:buNone/>
              <a:defRPr/>
            </a:lvl2pPr>
          </a:lstStyle>
          <a:p>
            <a:pPr lvl="0"/>
            <a:r>
              <a:rPr lang="fr-FR"/>
              <a:t>INSERT A LABEL/ALBEIT</a:t>
            </a:r>
          </a:p>
        </p:txBody>
      </p:sp>
    </p:spTree>
    <p:extLst>
      <p:ext uri="{BB962C8B-B14F-4D97-AF65-F5344CB8AC3E}">
        <p14:creationId xmlns:p14="http://schemas.microsoft.com/office/powerpoint/2010/main" val="2912292477"/>
      </p:ext>
    </p:extLst>
  </p:cSld>
  <p:clrMapOvr>
    <a:masterClrMapping/>
  </p:clrMapOvr>
  <p:extLst>
    <p:ext uri="{DCECCB84-F9BA-43D5-87BE-67443E8EF086}">
      <p15:sldGuideLst xmlns:p15="http://schemas.microsoft.com/office/powerpoint/2012/main"/>
    </p:ext>
  </p:extLst>
</p:sldLayout>
</file>

<file path=ppt/slideLayouts/slideLayout170.xml><?xml version="1.0" encoding="utf-8"?>
<p:sldLayout xmlns:a="http://schemas.openxmlformats.org/drawingml/2006/main" xmlns:r="http://schemas.openxmlformats.org/officeDocument/2006/relationships" xmlns:p="http://schemas.openxmlformats.org/presentationml/2006/main" userDrawn="1">
  <p:cSld name="Title and full screen image">
    <p:bg>
      <p:bgPr>
        <a:solidFill>
          <a:schemeClr val="accent4"/>
        </a:solidFill>
        <a:effectLst/>
      </p:bgPr>
    </p:bg>
    <p:spTree>
      <p:nvGrpSpPr>
        <p:cNvPr id="1" name=""/>
        <p:cNvGrpSpPr/>
        <p:nvPr/>
      </p:nvGrpSpPr>
      <p:grpSpPr>
        <a:xfrm>
          <a:off x="0" y="0"/>
          <a:ext cx="0" cy="0"/>
          <a:chOff x="0" y="0"/>
          <a:chExt cx="0" cy="0"/>
        </a:xfrm>
      </p:grpSpPr>
      <p:sp>
        <p:nvSpPr>
          <p:cNvPr id="6" name="Picture Placeholder 5">
            <a:extLst>
              <a:ext uri="{FF2B5EF4-FFF2-40B4-BE49-F238E27FC236}">
                <a16:creationId xmlns:a16="http://schemas.microsoft.com/office/drawing/2014/main" id="{7E832AC1-21AF-4DAD-A220-3541D7B3D0D5}"/>
              </a:ext>
            </a:extLst>
          </p:cNvPr>
          <p:cNvSpPr>
            <a:spLocks noGrp="1"/>
          </p:cNvSpPr>
          <p:nvPr>
            <p:ph type="pic" sz="quarter" idx="10" hasCustomPrompt="1"/>
          </p:nvPr>
        </p:nvSpPr>
        <p:spPr>
          <a:xfrm>
            <a:off x="0" y="0"/>
            <a:ext cx="12192000" cy="6858000"/>
          </a:xfrm>
          <a:custGeom>
            <a:avLst/>
            <a:gdLst>
              <a:gd name="connsiteX0" fmla="*/ 11786547 w 12192000"/>
              <a:gd name="connsiteY0" fmla="*/ 205058 h 6858000"/>
              <a:gd name="connsiteX1" fmla="*/ 11562163 w 12192000"/>
              <a:gd name="connsiteY1" fmla="*/ 436971 h 6858000"/>
              <a:gd name="connsiteX2" fmla="*/ 11639891 w 12192000"/>
              <a:gd name="connsiteY2" fmla="*/ 551459 h 6858000"/>
              <a:gd name="connsiteX3" fmla="*/ 11719085 w 12192000"/>
              <a:gd name="connsiteY3" fmla="*/ 552927 h 6858000"/>
              <a:gd name="connsiteX4" fmla="*/ 11751166 w 12192000"/>
              <a:gd name="connsiteY4" fmla="*/ 536965 h 6858000"/>
              <a:gd name="connsiteX5" fmla="*/ 11777548 w 12192000"/>
              <a:gd name="connsiteY5" fmla="*/ 513474 h 6858000"/>
              <a:gd name="connsiteX6" fmla="*/ 11770504 w 12192000"/>
              <a:gd name="connsiteY6" fmla="*/ 536398 h 6858000"/>
              <a:gd name="connsiteX7" fmla="*/ 11705703 w 12192000"/>
              <a:gd name="connsiteY7" fmla="*/ 579359 h 6858000"/>
              <a:gd name="connsiteX8" fmla="*/ 11760002 w 12192000"/>
              <a:gd name="connsiteY8" fmla="*/ 594046 h 6858000"/>
              <a:gd name="connsiteX9" fmla="*/ 11889144 w 12192000"/>
              <a:gd name="connsiteY9" fmla="*/ 551453 h 6858000"/>
              <a:gd name="connsiteX10" fmla="*/ 11824573 w 12192000"/>
              <a:gd name="connsiteY10" fmla="*/ 494172 h 6858000"/>
              <a:gd name="connsiteX11" fmla="*/ 11889144 w 12192000"/>
              <a:gd name="connsiteY11" fmla="*/ 525016 h 6858000"/>
              <a:gd name="connsiteX12" fmla="*/ 11974376 w 12192000"/>
              <a:gd name="connsiteY12" fmla="*/ 467391 h 6858000"/>
              <a:gd name="connsiteX13" fmla="*/ 11981591 w 12192000"/>
              <a:gd name="connsiteY13" fmla="*/ 431058 h 6858000"/>
              <a:gd name="connsiteX14" fmla="*/ 11981599 w 12192000"/>
              <a:gd name="connsiteY14" fmla="*/ 431100 h 6858000"/>
              <a:gd name="connsiteX15" fmla="*/ 11981599 w 12192000"/>
              <a:gd name="connsiteY15" fmla="*/ 431017 h 6858000"/>
              <a:gd name="connsiteX16" fmla="*/ 11981599 w 12192000"/>
              <a:gd name="connsiteY16" fmla="*/ 428164 h 6858000"/>
              <a:gd name="connsiteX17" fmla="*/ 11909738 w 12192000"/>
              <a:gd name="connsiteY17" fmla="*/ 279916 h 6858000"/>
              <a:gd name="connsiteX18" fmla="*/ 11796813 w 12192000"/>
              <a:gd name="connsiteY18" fmla="*/ 209461 h 6858000"/>
              <a:gd name="connsiteX19" fmla="*/ 11786547 w 12192000"/>
              <a:gd name="connsiteY19" fmla="*/ 205058 h 6858000"/>
              <a:gd name="connsiteX20" fmla="*/ 0 w 12192000"/>
              <a:gd name="connsiteY20" fmla="*/ 0 h 6858000"/>
              <a:gd name="connsiteX21" fmla="*/ 12192000 w 12192000"/>
              <a:gd name="connsiteY21" fmla="*/ 0 h 6858000"/>
              <a:gd name="connsiteX22" fmla="*/ 12192000 w 12192000"/>
              <a:gd name="connsiteY22" fmla="*/ 6858000 h 6858000"/>
              <a:gd name="connsiteX23" fmla="*/ 0 w 12192000"/>
              <a:gd name="connsiteY23"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2192000" h="6858000">
                <a:moveTo>
                  <a:pt x="11786547" y="205058"/>
                </a:moveTo>
                <a:cubicBezTo>
                  <a:pt x="11736684" y="265238"/>
                  <a:pt x="11562163" y="310740"/>
                  <a:pt x="11562163" y="436971"/>
                </a:cubicBezTo>
                <a:cubicBezTo>
                  <a:pt x="11562163" y="486876"/>
                  <a:pt x="11592961" y="533846"/>
                  <a:pt x="11639891" y="551459"/>
                </a:cubicBezTo>
                <a:cubicBezTo>
                  <a:pt x="11666289" y="561734"/>
                  <a:pt x="11692687" y="561734"/>
                  <a:pt x="11719085" y="552927"/>
                </a:cubicBezTo>
                <a:cubicBezTo>
                  <a:pt x="11730818" y="549258"/>
                  <a:pt x="11741450" y="543753"/>
                  <a:pt x="11751166" y="536965"/>
                </a:cubicBezTo>
                <a:lnTo>
                  <a:pt x="11777548" y="513474"/>
                </a:lnTo>
                <a:lnTo>
                  <a:pt x="11770504" y="536398"/>
                </a:lnTo>
                <a:cubicBezTo>
                  <a:pt x="11758809" y="558154"/>
                  <a:pt x="11734320" y="574953"/>
                  <a:pt x="11705703" y="579359"/>
                </a:cubicBezTo>
                <a:cubicBezTo>
                  <a:pt x="11714508" y="588171"/>
                  <a:pt x="11735054" y="594046"/>
                  <a:pt x="11760002" y="594046"/>
                </a:cubicBezTo>
                <a:cubicBezTo>
                  <a:pt x="11805495" y="594046"/>
                  <a:pt x="11861261" y="580827"/>
                  <a:pt x="11889144" y="551453"/>
                </a:cubicBezTo>
                <a:cubicBezTo>
                  <a:pt x="11850989" y="552921"/>
                  <a:pt x="11826041" y="527953"/>
                  <a:pt x="11824573" y="494172"/>
                </a:cubicBezTo>
                <a:cubicBezTo>
                  <a:pt x="11842183" y="516203"/>
                  <a:pt x="11864196" y="525016"/>
                  <a:pt x="11889144" y="525016"/>
                </a:cubicBezTo>
                <a:cubicBezTo>
                  <a:pt x="11927667" y="525016"/>
                  <a:pt x="11960411" y="501057"/>
                  <a:pt x="11974376" y="467391"/>
                </a:cubicBezTo>
                <a:lnTo>
                  <a:pt x="11981591" y="431058"/>
                </a:lnTo>
                <a:lnTo>
                  <a:pt x="11981599" y="431100"/>
                </a:lnTo>
                <a:lnTo>
                  <a:pt x="11981599" y="431017"/>
                </a:lnTo>
                <a:lnTo>
                  <a:pt x="11981599" y="428164"/>
                </a:lnTo>
                <a:cubicBezTo>
                  <a:pt x="11981599" y="369452"/>
                  <a:pt x="11952268" y="319547"/>
                  <a:pt x="11909738" y="279916"/>
                </a:cubicBezTo>
                <a:cubicBezTo>
                  <a:pt x="11877473" y="249092"/>
                  <a:pt x="11837876" y="227075"/>
                  <a:pt x="11796813" y="209461"/>
                </a:cubicBezTo>
                <a:cubicBezTo>
                  <a:pt x="11793879" y="207994"/>
                  <a:pt x="11790946" y="206526"/>
                  <a:pt x="11786547" y="205058"/>
                </a:cubicBezTo>
                <a:close/>
                <a:moveTo>
                  <a:pt x="0" y="0"/>
                </a:moveTo>
                <a:lnTo>
                  <a:pt x="12192000" y="0"/>
                </a:lnTo>
                <a:lnTo>
                  <a:pt x="12192000" y="6858000"/>
                </a:lnTo>
                <a:lnTo>
                  <a:pt x="0" y="6858000"/>
                </a:lnTo>
                <a:close/>
              </a:path>
            </a:pathLst>
          </a:custGeom>
        </p:spPr>
        <p:txBody>
          <a:bodyPr wrap="square">
            <a:noAutofit/>
          </a:bodyPr>
          <a:lstStyle>
            <a:lvl1pPr>
              <a:defRPr>
                <a:solidFill>
                  <a:schemeClr val="bg2">
                    <a:lumMod val="50000"/>
                  </a:schemeClr>
                </a:solidFill>
              </a:defRPr>
            </a:lvl1pPr>
          </a:lstStyle>
          <a:p>
            <a:r>
              <a:rPr lang="en-US"/>
              <a:t>Click icon to add picture and arrange the picture in the background</a:t>
            </a:r>
            <a:endParaRPr lang="en-GB"/>
          </a:p>
        </p:txBody>
      </p:sp>
      <p:sp>
        <p:nvSpPr>
          <p:cNvPr id="2" name="Title 1">
            <a:extLst>
              <a:ext uri="{FF2B5EF4-FFF2-40B4-BE49-F238E27FC236}">
                <a16:creationId xmlns:a16="http://schemas.microsoft.com/office/drawing/2014/main" id="{FDB0CAFF-8B20-4B52-A18C-BFD139761BF9}"/>
              </a:ext>
            </a:extLst>
          </p:cNvPr>
          <p:cNvSpPr>
            <a:spLocks noGrp="1"/>
          </p:cNvSpPr>
          <p:nvPr>
            <p:ph type="title"/>
          </p:nvPr>
        </p:nvSpPr>
        <p:spPr>
          <a:xfrm>
            <a:off x="404813" y="1951673"/>
            <a:ext cx="4562475" cy="2954655"/>
          </a:xfrm>
        </p:spPr>
        <p:txBody>
          <a:bodyPr vert="horz" wrap="square" lIns="72000" tIns="0" rIns="0" bIns="0" rtlCol="0" anchor="ctr">
            <a:spAutoFit/>
          </a:bodyPr>
          <a:lstStyle>
            <a:lvl1pPr>
              <a:lnSpc>
                <a:spcPct val="80000"/>
              </a:lnSpc>
              <a:defRPr lang="en-GB" sz="6000" dirty="0">
                <a:solidFill>
                  <a:schemeClr val="bg1"/>
                </a:solidFill>
              </a:defRPr>
            </a:lvl1pPr>
          </a:lstStyle>
          <a:p>
            <a:pPr lvl="0"/>
            <a:r>
              <a:rPr lang="en-US"/>
              <a:t>Click to edit Master title style</a:t>
            </a:r>
            <a:endParaRPr lang="en-GB"/>
          </a:p>
        </p:txBody>
      </p:sp>
    </p:spTree>
    <p:extLst>
      <p:ext uri="{BB962C8B-B14F-4D97-AF65-F5344CB8AC3E}">
        <p14:creationId xmlns:p14="http://schemas.microsoft.com/office/powerpoint/2010/main" val="348857017"/>
      </p:ext>
    </p:extLst>
  </p:cSld>
  <p:clrMapOvr>
    <a:masterClrMapping/>
  </p:clrMapOvr>
</p:sldLayout>
</file>

<file path=ppt/slideLayouts/slideLayout171.xml><?xml version="1.0" encoding="utf-8"?>
<p:sldLayout xmlns:a="http://schemas.openxmlformats.org/drawingml/2006/main" xmlns:r="http://schemas.openxmlformats.org/officeDocument/2006/relationships" xmlns:p="http://schemas.openxmlformats.org/presentationml/2006/main" type="blank">
  <p:cSld name="White">
    <p:spTree>
      <p:nvGrpSpPr>
        <p:cNvPr id="1" name=""/>
        <p:cNvGrpSpPr/>
        <p:nvPr/>
      </p:nvGrpSpPr>
      <p:grpSpPr>
        <a:xfrm>
          <a:off x="0" y="0"/>
          <a:ext cx="0" cy="0"/>
          <a:chOff x="0" y="0"/>
          <a:chExt cx="0" cy="0"/>
        </a:xfrm>
      </p:grpSpPr>
    </p:spTree>
    <p:extLst>
      <p:ext uri="{BB962C8B-B14F-4D97-AF65-F5344CB8AC3E}">
        <p14:creationId xmlns:p14="http://schemas.microsoft.com/office/powerpoint/2010/main" val="953387352"/>
      </p:ext>
    </p:extLst>
  </p:cSld>
  <p:clrMapOvr>
    <a:masterClrMapping/>
  </p:clrMapOvr>
</p:sldLayout>
</file>

<file path=ppt/slideLayouts/slideLayout172.xml><?xml version="1.0" encoding="utf-8"?>
<p:sldLayout xmlns:a="http://schemas.openxmlformats.org/drawingml/2006/main" xmlns:r="http://schemas.openxmlformats.org/officeDocument/2006/relationships" xmlns:p="http://schemas.openxmlformats.org/presentationml/2006/main" preserve="1" userDrawn="1">
  <p:cSld name="Purple">
    <p:bg>
      <p:bgPr>
        <a:solidFill>
          <a:srgbClr val="2B0A3D"/>
        </a:solid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455055105"/>
      </p:ext>
    </p:extLst>
  </p:cSld>
  <p:clrMapOvr>
    <a:masterClrMapping/>
  </p:clrMapOvr>
</p:sldLayout>
</file>

<file path=ppt/slideLayouts/slideLayout173.xml><?xml version="1.0" encoding="utf-8"?>
<p:sldLayout xmlns:a="http://schemas.openxmlformats.org/drawingml/2006/main" xmlns:r="http://schemas.openxmlformats.org/officeDocument/2006/relationships" xmlns:p="http://schemas.openxmlformats.org/presentationml/2006/main" showMasterSp="0" preserve="1" userDrawn="1">
  <p:cSld name="Full picture white Pik">
    <p:bg>
      <p:bgPr>
        <a:solidFill>
          <a:schemeClr val="bg2"/>
        </a:solidFill>
        <a:effectLst/>
      </p:bgPr>
    </p:bg>
    <p:spTree>
      <p:nvGrpSpPr>
        <p:cNvPr id="1" name=""/>
        <p:cNvGrpSpPr/>
        <p:nvPr/>
      </p:nvGrpSpPr>
      <p:grpSpPr>
        <a:xfrm>
          <a:off x="0" y="0"/>
          <a:ext cx="0" cy="0"/>
          <a:chOff x="0" y="0"/>
          <a:chExt cx="0" cy="0"/>
        </a:xfrm>
      </p:grpSpPr>
      <p:sp>
        <p:nvSpPr>
          <p:cNvPr id="14" name="Picture Placeholder 13">
            <a:extLst>
              <a:ext uri="{FF2B5EF4-FFF2-40B4-BE49-F238E27FC236}">
                <a16:creationId xmlns:a16="http://schemas.microsoft.com/office/drawing/2014/main" id="{1EB2D5A7-8ABD-41FC-934A-8D0E9E07B98D}"/>
              </a:ext>
            </a:extLst>
          </p:cNvPr>
          <p:cNvSpPr>
            <a:spLocks noGrp="1"/>
          </p:cNvSpPr>
          <p:nvPr>
            <p:ph type="pic" sz="quarter" idx="13" hasCustomPrompt="1"/>
          </p:nvPr>
        </p:nvSpPr>
        <p:spPr>
          <a:xfrm>
            <a:off x="0" y="0"/>
            <a:ext cx="12192000" cy="6858000"/>
          </a:xfrm>
          <a:custGeom>
            <a:avLst/>
            <a:gdLst>
              <a:gd name="connsiteX0" fmla="*/ 11904137 w 12192000"/>
              <a:gd name="connsiteY0" fmla="*/ 374761 h 6858000"/>
              <a:gd name="connsiteX1" fmla="*/ 11851113 w 12192000"/>
              <a:gd name="connsiteY1" fmla="*/ 409256 h 6858000"/>
              <a:gd name="connsiteX2" fmla="*/ 11813853 w 12192000"/>
              <a:gd name="connsiteY2" fmla="*/ 476806 h 6858000"/>
              <a:gd name="connsiteX3" fmla="*/ 11772294 w 12192000"/>
              <a:gd name="connsiteY3" fmla="*/ 537171 h 6858000"/>
              <a:gd name="connsiteX4" fmla="*/ 11703507 w 12192000"/>
              <a:gd name="connsiteY4" fmla="*/ 580289 h 6858000"/>
              <a:gd name="connsiteX5" fmla="*/ 11747932 w 12192000"/>
              <a:gd name="connsiteY5" fmla="*/ 591787 h 6858000"/>
              <a:gd name="connsiteX6" fmla="*/ 11796656 w 12192000"/>
              <a:gd name="connsiteY6" fmla="*/ 587475 h 6858000"/>
              <a:gd name="connsiteX7" fmla="*/ 11879774 w 12192000"/>
              <a:gd name="connsiteY7" fmla="*/ 551544 h 6858000"/>
              <a:gd name="connsiteX8" fmla="*/ 11816719 w 12192000"/>
              <a:gd name="connsiteY8" fmla="*/ 494054 h 6858000"/>
              <a:gd name="connsiteX9" fmla="*/ 11904137 w 12192000"/>
              <a:gd name="connsiteY9" fmla="*/ 521361 h 6858000"/>
              <a:gd name="connsiteX10" fmla="*/ 11965759 w 12192000"/>
              <a:gd name="connsiteY10" fmla="*/ 460997 h 6858000"/>
              <a:gd name="connsiteX11" fmla="*/ 11964326 w 12192000"/>
              <a:gd name="connsiteY11" fmla="*/ 404944 h 6858000"/>
              <a:gd name="connsiteX12" fmla="*/ 11904137 w 12192000"/>
              <a:gd name="connsiteY12" fmla="*/ 374761 h 6858000"/>
              <a:gd name="connsiteX13" fmla="*/ 11779497 w 12192000"/>
              <a:gd name="connsiteY13" fmla="*/ 210928 h 6858000"/>
              <a:gd name="connsiteX14" fmla="*/ 11559747 w 12192000"/>
              <a:gd name="connsiteY14" fmla="*/ 439472 h 6858000"/>
              <a:gd name="connsiteX15" fmla="*/ 11635870 w 12192000"/>
              <a:gd name="connsiteY15" fmla="*/ 550150 h 6858000"/>
              <a:gd name="connsiteX16" fmla="*/ 11720610 w 12192000"/>
              <a:gd name="connsiteY16" fmla="*/ 545838 h 6858000"/>
              <a:gd name="connsiteX17" fmla="*/ 11780933 w 12192000"/>
              <a:gd name="connsiteY17" fmla="*/ 489780 h 6858000"/>
              <a:gd name="connsiteX18" fmla="*/ 11826894 w 12192000"/>
              <a:gd name="connsiteY18" fmla="*/ 413599 h 6858000"/>
              <a:gd name="connsiteX19" fmla="*/ 11888654 w 12192000"/>
              <a:gd name="connsiteY19" fmla="*/ 361853 h 6858000"/>
              <a:gd name="connsiteX20" fmla="*/ 11963340 w 12192000"/>
              <a:gd name="connsiteY20" fmla="*/ 380539 h 6858000"/>
              <a:gd name="connsiteX21" fmla="*/ 11900144 w 12192000"/>
              <a:gd name="connsiteY21" fmla="*/ 284235 h 6858000"/>
              <a:gd name="connsiteX22" fmla="*/ 11789551 w 12192000"/>
              <a:gd name="connsiteY22" fmla="*/ 215240 h 6858000"/>
              <a:gd name="connsiteX23" fmla="*/ 11779497 w 12192000"/>
              <a:gd name="connsiteY23" fmla="*/ 210928 h 6858000"/>
              <a:gd name="connsiteX24" fmla="*/ 0 w 12192000"/>
              <a:gd name="connsiteY24" fmla="*/ 0 h 6858000"/>
              <a:gd name="connsiteX25" fmla="*/ 12192000 w 12192000"/>
              <a:gd name="connsiteY25" fmla="*/ 0 h 6858000"/>
              <a:gd name="connsiteX26" fmla="*/ 12192000 w 12192000"/>
              <a:gd name="connsiteY26" fmla="*/ 6858000 h 6858000"/>
              <a:gd name="connsiteX27" fmla="*/ 0 w 12192000"/>
              <a:gd name="connsiteY27"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Lst>
            <a:rect l="l" t="t" r="r" b="b"/>
            <a:pathLst>
              <a:path w="12192000" h="6858000">
                <a:moveTo>
                  <a:pt x="11904137" y="374761"/>
                </a:moveTo>
                <a:cubicBezTo>
                  <a:pt x="11881208" y="376199"/>
                  <a:pt x="11864011" y="390571"/>
                  <a:pt x="11851113" y="409256"/>
                </a:cubicBezTo>
                <a:cubicBezTo>
                  <a:pt x="11835349" y="429377"/>
                  <a:pt x="11825318" y="453810"/>
                  <a:pt x="11813853" y="476806"/>
                </a:cubicBezTo>
                <a:cubicBezTo>
                  <a:pt x="11802389" y="498365"/>
                  <a:pt x="11789491" y="518487"/>
                  <a:pt x="11772294" y="537171"/>
                </a:cubicBezTo>
                <a:cubicBezTo>
                  <a:pt x="11753664" y="557293"/>
                  <a:pt x="11730735" y="573103"/>
                  <a:pt x="11703507" y="580289"/>
                </a:cubicBezTo>
                <a:cubicBezTo>
                  <a:pt x="11716405" y="588912"/>
                  <a:pt x="11733601" y="591787"/>
                  <a:pt x="11747932" y="591787"/>
                </a:cubicBezTo>
                <a:cubicBezTo>
                  <a:pt x="11763696" y="593224"/>
                  <a:pt x="11780893" y="590350"/>
                  <a:pt x="11796656" y="587475"/>
                </a:cubicBezTo>
                <a:cubicBezTo>
                  <a:pt x="11826751" y="583163"/>
                  <a:pt x="11858278" y="573103"/>
                  <a:pt x="11879774" y="551544"/>
                </a:cubicBezTo>
                <a:cubicBezTo>
                  <a:pt x="11845381" y="551544"/>
                  <a:pt x="11818153" y="528548"/>
                  <a:pt x="11816719" y="494054"/>
                </a:cubicBezTo>
                <a:cubicBezTo>
                  <a:pt x="11838216" y="519924"/>
                  <a:pt x="11871176" y="529985"/>
                  <a:pt x="11904137" y="521361"/>
                </a:cubicBezTo>
                <a:cubicBezTo>
                  <a:pt x="11932798" y="512738"/>
                  <a:pt x="11957160" y="489742"/>
                  <a:pt x="11965759" y="460997"/>
                </a:cubicBezTo>
                <a:cubicBezTo>
                  <a:pt x="11971491" y="442312"/>
                  <a:pt x="11972924" y="423628"/>
                  <a:pt x="11964326" y="404944"/>
                </a:cubicBezTo>
                <a:cubicBezTo>
                  <a:pt x="11952861" y="383385"/>
                  <a:pt x="11928499" y="373324"/>
                  <a:pt x="11904137" y="374761"/>
                </a:cubicBezTo>
                <a:close/>
                <a:moveTo>
                  <a:pt x="11779497" y="210928"/>
                </a:moveTo>
                <a:cubicBezTo>
                  <a:pt x="11730664" y="271298"/>
                  <a:pt x="11559747" y="314420"/>
                  <a:pt x="11559747" y="439472"/>
                </a:cubicBezTo>
                <a:cubicBezTo>
                  <a:pt x="11559747" y="486906"/>
                  <a:pt x="11589909" y="532902"/>
                  <a:pt x="11635870" y="550150"/>
                </a:cubicBezTo>
                <a:cubicBezTo>
                  <a:pt x="11663159" y="560212"/>
                  <a:pt x="11693320" y="558775"/>
                  <a:pt x="11720610" y="545838"/>
                </a:cubicBezTo>
                <a:cubicBezTo>
                  <a:pt x="11746463" y="534339"/>
                  <a:pt x="11765134" y="514216"/>
                  <a:pt x="11780933" y="489780"/>
                </a:cubicBezTo>
                <a:cubicBezTo>
                  <a:pt x="11798168" y="465345"/>
                  <a:pt x="11811095" y="439472"/>
                  <a:pt x="11826894" y="413599"/>
                </a:cubicBezTo>
                <a:cubicBezTo>
                  <a:pt x="11841257" y="390601"/>
                  <a:pt x="11861365" y="367603"/>
                  <a:pt x="11888654" y="361853"/>
                </a:cubicBezTo>
                <a:cubicBezTo>
                  <a:pt x="11914507" y="354666"/>
                  <a:pt x="11944668" y="361853"/>
                  <a:pt x="11963340" y="380539"/>
                </a:cubicBezTo>
                <a:cubicBezTo>
                  <a:pt x="11951850" y="343167"/>
                  <a:pt x="11930306" y="311545"/>
                  <a:pt x="11900144" y="284235"/>
                </a:cubicBezTo>
                <a:cubicBezTo>
                  <a:pt x="11867110" y="254050"/>
                  <a:pt x="11829767" y="232489"/>
                  <a:pt x="11789551" y="215240"/>
                </a:cubicBezTo>
                <a:cubicBezTo>
                  <a:pt x="11786678" y="213803"/>
                  <a:pt x="11782369" y="212365"/>
                  <a:pt x="11779497" y="210928"/>
                </a:cubicBezTo>
                <a:close/>
                <a:moveTo>
                  <a:pt x="0" y="0"/>
                </a:moveTo>
                <a:lnTo>
                  <a:pt x="12192000" y="0"/>
                </a:lnTo>
                <a:lnTo>
                  <a:pt x="12192000" y="6858000"/>
                </a:lnTo>
                <a:lnTo>
                  <a:pt x="0" y="6858000"/>
                </a:lnTo>
                <a:close/>
              </a:path>
            </a:pathLst>
          </a:custGeom>
          <a:solidFill>
            <a:schemeClr val="accent4"/>
          </a:solidFill>
        </p:spPr>
        <p:txBody>
          <a:bodyPr wrap="square">
            <a:noAutofit/>
          </a:bodyPr>
          <a:lstStyle>
            <a:lvl1pPr>
              <a:defRPr>
                <a:solidFill>
                  <a:schemeClr val="bg2">
                    <a:lumMod val="50000"/>
                  </a:schemeClr>
                </a:solidFill>
              </a:defRPr>
            </a:lvl1pPr>
          </a:lstStyle>
          <a:p>
            <a:r>
              <a:rPr lang="de-DE"/>
              <a:t>Insert Picture and send </a:t>
            </a:r>
            <a:r>
              <a:rPr lang="de-DE" err="1"/>
              <a:t>to</a:t>
            </a:r>
            <a:r>
              <a:rPr lang="de-DE"/>
              <a:t> back</a:t>
            </a:r>
          </a:p>
        </p:txBody>
      </p:sp>
      <p:grpSp>
        <p:nvGrpSpPr>
          <p:cNvPr id="5" name="Group 37">
            <a:extLst>
              <a:ext uri="{FF2B5EF4-FFF2-40B4-BE49-F238E27FC236}">
                <a16:creationId xmlns:a16="http://schemas.microsoft.com/office/drawing/2014/main" id="{175605CD-31A1-4F5E-8CC8-FA82332DB3A0}"/>
              </a:ext>
            </a:extLst>
          </p:cNvPr>
          <p:cNvGrpSpPr/>
          <p:nvPr userDrawn="1"/>
        </p:nvGrpSpPr>
        <p:grpSpPr>
          <a:xfrm>
            <a:off x="11562864" y="207688"/>
            <a:ext cx="418487" cy="387209"/>
            <a:chOff x="5481638" y="2859088"/>
            <a:chExt cx="1231900" cy="1139825"/>
          </a:xfrm>
          <a:solidFill>
            <a:schemeClr val="bg1"/>
          </a:solidFill>
        </p:grpSpPr>
        <p:sp>
          <p:nvSpPr>
            <p:cNvPr id="6" name="Freeform 320">
              <a:extLst>
                <a:ext uri="{FF2B5EF4-FFF2-40B4-BE49-F238E27FC236}">
                  <a16:creationId xmlns:a16="http://schemas.microsoft.com/office/drawing/2014/main" id="{AE5DD593-FDBD-4A70-83DE-64E2F0ED00BB}"/>
                </a:ext>
              </a:extLst>
            </p:cNvPr>
            <p:cNvSpPr>
              <a:spLocks/>
            </p:cNvSpPr>
            <p:nvPr userDrawn="1"/>
          </p:nvSpPr>
          <p:spPr bwMode="auto">
            <a:xfrm>
              <a:off x="5481638" y="2859088"/>
              <a:ext cx="1203325" cy="1041400"/>
            </a:xfrm>
            <a:custGeom>
              <a:avLst/>
              <a:gdLst>
                <a:gd name="T0" fmla="*/ 229 w 281"/>
                <a:gd name="T1" fmla="*/ 105 h 243"/>
                <a:gd name="T2" fmla="*/ 186 w 281"/>
                <a:gd name="T3" fmla="*/ 141 h 243"/>
                <a:gd name="T4" fmla="*/ 154 w 281"/>
                <a:gd name="T5" fmla="*/ 194 h 243"/>
                <a:gd name="T6" fmla="*/ 112 w 281"/>
                <a:gd name="T7" fmla="*/ 233 h 243"/>
                <a:gd name="T8" fmla="*/ 53 w 281"/>
                <a:gd name="T9" fmla="*/ 236 h 243"/>
                <a:gd name="T10" fmla="*/ 0 w 281"/>
                <a:gd name="T11" fmla="*/ 159 h 243"/>
                <a:gd name="T12" fmla="*/ 153 w 281"/>
                <a:gd name="T13" fmla="*/ 0 h 243"/>
                <a:gd name="T14" fmla="*/ 153 w 281"/>
                <a:gd name="T15" fmla="*/ 0 h 243"/>
                <a:gd name="T16" fmla="*/ 160 w 281"/>
                <a:gd name="T17" fmla="*/ 3 h 243"/>
                <a:gd name="T18" fmla="*/ 237 w 281"/>
                <a:gd name="T19" fmla="*/ 51 h 243"/>
                <a:gd name="T20" fmla="*/ 281 w 281"/>
                <a:gd name="T21" fmla="*/ 118 h 243"/>
                <a:gd name="T22" fmla="*/ 229 w 281"/>
                <a:gd name="T23" fmla="*/ 105 h 24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281" h="243">
                  <a:moveTo>
                    <a:pt x="229" y="105"/>
                  </a:moveTo>
                  <a:cubicBezTo>
                    <a:pt x="210" y="109"/>
                    <a:pt x="196" y="125"/>
                    <a:pt x="186" y="141"/>
                  </a:cubicBezTo>
                  <a:cubicBezTo>
                    <a:pt x="175" y="159"/>
                    <a:pt x="166" y="177"/>
                    <a:pt x="154" y="194"/>
                  </a:cubicBezTo>
                  <a:cubicBezTo>
                    <a:pt x="143" y="211"/>
                    <a:pt x="130" y="225"/>
                    <a:pt x="112" y="233"/>
                  </a:cubicBezTo>
                  <a:cubicBezTo>
                    <a:pt x="93" y="242"/>
                    <a:pt x="72" y="243"/>
                    <a:pt x="53" y="236"/>
                  </a:cubicBezTo>
                  <a:cubicBezTo>
                    <a:pt x="21" y="224"/>
                    <a:pt x="0" y="192"/>
                    <a:pt x="0" y="159"/>
                  </a:cubicBezTo>
                  <a:cubicBezTo>
                    <a:pt x="0" y="72"/>
                    <a:pt x="119" y="42"/>
                    <a:pt x="153" y="0"/>
                  </a:cubicBezTo>
                  <a:cubicBezTo>
                    <a:pt x="153" y="0"/>
                    <a:pt x="153" y="0"/>
                    <a:pt x="153" y="0"/>
                  </a:cubicBezTo>
                  <a:cubicBezTo>
                    <a:pt x="155" y="1"/>
                    <a:pt x="158" y="2"/>
                    <a:pt x="160" y="3"/>
                  </a:cubicBezTo>
                  <a:cubicBezTo>
                    <a:pt x="188" y="15"/>
                    <a:pt x="214" y="30"/>
                    <a:pt x="237" y="51"/>
                  </a:cubicBezTo>
                  <a:cubicBezTo>
                    <a:pt x="258" y="70"/>
                    <a:pt x="273" y="92"/>
                    <a:pt x="281" y="118"/>
                  </a:cubicBezTo>
                  <a:cubicBezTo>
                    <a:pt x="268" y="105"/>
                    <a:pt x="247" y="100"/>
                    <a:pt x="229" y="105"/>
                  </a:cubicBezTo>
                </a:path>
              </a:pathLst>
            </a:custGeom>
            <a:grpFill/>
            <a:ln>
              <a:noFill/>
            </a:ln>
          </p:spPr>
          <p:txBody>
            <a:bodyPr vert="horz" wrap="square" lIns="91440" tIns="45720" rIns="91440" bIns="45720" numCol="1" anchor="t" anchorCtr="0" compatLnSpc="1">
              <a:prstTxWarp prst="textNoShape">
                <a:avLst/>
              </a:prstTxWarp>
            </a:bodyPr>
            <a:lstStyle/>
            <a:p>
              <a:endParaRPr lang="en-US"/>
            </a:p>
          </p:txBody>
        </p:sp>
        <p:sp>
          <p:nvSpPr>
            <p:cNvPr id="7" name="Freeform 321">
              <a:extLst>
                <a:ext uri="{FF2B5EF4-FFF2-40B4-BE49-F238E27FC236}">
                  <a16:creationId xmlns:a16="http://schemas.microsoft.com/office/drawing/2014/main" id="{5E1F1E46-28BC-4B11-9A4D-30E587571815}"/>
                </a:ext>
              </a:extLst>
            </p:cNvPr>
            <p:cNvSpPr>
              <a:spLocks/>
            </p:cNvSpPr>
            <p:nvPr userDrawn="1"/>
          </p:nvSpPr>
          <p:spPr bwMode="auto">
            <a:xfrm>
              <a:off x="5910263" y="3343275"/>
              <a:ext cx="803275" cy="655638"/>
            </a:xfrm>
            <a:custGeom>
              <a:avLst/>
              <a:gdLst>
                <a:gd name="T0" fmla="*/ 183 w 188"/>
                <a:gd name="T1" fmla="*/ 61 h 153"/>
                <a:gd name="T2" fmla="*/ 140 w 188"/>
                <a:gd name="T3" fmla="*/ 103 h 153"/>
                <a:gd name="T4" fmla="*/ 79 w 188"/>
                <a:gd name="T5" fmla="*/ 84 h 153"/>
                <a:gd name="T6" fmla="*/ 123 w 188"/>
                <a:gd name="T7" fmla="*/ 124 h 153"/>
                <a:gd name="T8" fmla="*/ 65 w 188"/>
                <a:gd name="T9" fmla="*/ 149 h 153"/>
                <a:gd name="T10" fmla="*/ 31 w 188"/>
                <a:gd name="T11" fmla="*/ 152 h 153"/>
                <a:gd name="T12" fmla="*/ 0 w 188"/>
                <a:gd name="T13" fmla="*/ 144 h 153"/>
                <a:gd name="T14" fmla="*/ 48 w 188"/>
                <a:gd name="T15" fmla="*/ 114 h 153"/>
                <a:gd name="T16" fmla="*/ 77 w 188"/>
                <a:gd name="T17" fmla="*/ 72 h 153"/>
                <a:gd name="T18" fmla="*/ 103 w 188"/>
                <a:gd name="T19" fmla="*/ 25 h 153"/>
                <a:gd name="T20" fmla="*/ 140 w 188"/>
                <a:gd name="T21" fmla="*/ 1 h 153"/>
                <a:gd name="T22" fmla="*/ 182 w 188"/>
                <a:gd name="T23" fmla="*/ 22 h 153"/>
                <a:gd name="T24" fmla="*/ 183 w 188"/>
                <a:gd name="T25" fmla="*/ 61 h 15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88" h="153">
                  <a:moveTo>
                    <a:pt x="183" y="61"/>
                  </a:moveTo>
                  <a:cubicBezTo>
                    <a:pt x="177" y="81"/>
                    <a:pt x="160" y="97"/>
                    <a:pt x="140" y="103"/>
                  </a:cubicBezTo>
                  <a:cubicBezTo>
                    <a:pt x="117" y="109"/>
                    <a:pt x="94" y="102"/>
                    <a:pt x="79" y="84"/>
                  </a:cubicBezTo>
                  <a:cubicBezTo>
                    <a:pt x="80" y="108"/>
                    <a:pt x="99" y="124"/>
                    <a:pt x="123" y="124"/>
                  </a:cubicBezTo>
                  <a:cubicBezTo>
                    <a:pt x="108" y="139"/>
                    <a:pt x="86" y="146"/>
                    <a:pt x="65" y="149"/>
                  </a:cubicBezTo>
                  <a:cubicBezTo>
                    <a:pt x="54" y="151"/>
                    <a:pt x="42" y="153"/>
                    <a:pt x="31" y="152"/>
                  </a:cubicBezTo>
                  <a:cubicBezTo>
                    <a:pt x="21" y="152"/>
                    <a:pt x="9" y="150"/>
                    <a:pt x="0" y="144"/>
                  </a:cubicBezTo>
                  <a:cubicBezTo>
                    <a:pt x="19" y="139"/>
                    <a:pt x="35" y="128"/>
                    <a:pt x="48" y="114"/>
                  </a:cubicBezTo>
                  <a:cubicBezTo>
                    <a:pt x="60" y="101"/>
                    <a:pt x="69" y="87"/>
                    <a:pt x="77" y="72"/>
                  </a:cubicBezTo>
                  <a:cubicBezTo>
                    <a:pt x="85" y="56"/>
                    <a:pt x="92" y="39"/>
                    <a:pt x="103" y="25"/>
                  </a:cubicBezTo>
                  <a:cubicBezTo>
                    <a:pt x="112" y="12"/>
                    <a:pt x="124" y="2"/>
                    <a:pt x="140" y="1"/>
                  </a:cubicBezTo>
                  <a:cubicBezTo>
                    <a:pt x="157" y="0"/>
                    <a:pt x="174" y="7"/>
                    <a:pt x="182" y="22"/>
                  </a:cubicBezTo>
                  <a:cubicBezTo>
                    <a:pt x="188" y="35"/>
                    <a:pt x="187" y="48"/>
                    <a:pt x="183" y="61"/>
                  </a:cubicBezTo>
                </a:path>
              </a:pathLst>
            </a:custGeom>
            <a:grpFill/>
            <a:ln>
              <a:noFill/>
            </a:ln>
          </p:spPr>
          <p:txBody>
            <a:bodyPr vert="horz" wrap="square" lIns="91440" tIns="45720" rIns="91440" bIns="45720" numCol="1" anchor="t" anchorCtr="0" compatLnSpc="1">
              <a:prstTxWarp prst="textNoShape">
                <a:avLst/>
              </a:prstTxWarp>
            </a:bodyPr>
            <a:lstStyle/>
            <a:p>
              <a:endParaRPr lang="en-US"/>
            </a:p>
          </p:txBody>
        </p:sp>
      </p:grpSp>
    </p:spTree>
    <p:extLst>
      <p:ext uri="{BB962C8B-B14F-4D97-AF65-F5344CB8AC3E}">
        <p14:creationId xmlns:p14="http://schemas.microsoft.com/office/powerpoint/2010/main" val="2988515642"/>
      </p:ext>
    </p:extLst>
  </p:cSld>
  <p:clrMapOvr>
    <a:masterClrMapping/>
  </p:clrMapOvr>
</p:sldLayout>
</file>

<file path=ppt/slideLayouts/slideLayout174.xml><?xml version="1.0" encoding="utf-8"?>
<p:sldLayout xmlns:a="http://schemas.openxmlformats.org/drawingml/2006/main" xmlns:r="http://schemas.openxmlformats.org/officeDocument/2006/relationships" xmlns:p="http://schemas.openxmlformats.org/presentationml/2006/main" userDrawn="1">
  <p:cSld name="Dark grey">
    <p:bg>
      <p:bgPr>
        <a:solidFill>
          <a:schemeClr val="accent4"/>
        </a:solid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387655860"/>
      </p:ext>
    </p:extLst>
  </p:cSld>
  <p:clrMapOvr>
    <a:masterClrMapping/>
  </p:clrMapOvr>
</p:sldLayout>
</file>

<file path=ppt/slideLayouts/slideLayout175.xml><?xml version="1.0" encoding="utf-8"?>
<p:sldLayout xmlns:a="http://schemas.openxmlformats.org/drawingml/2006/main" xmlns:r="http://schemas.openxmlformats.org/officeDocument/2006/relationships" xmlns:p="http://schemas.openxmlformats.org/presentationml/2006/main" preserve="1" userDrawn="1">
  <p:cSld name="Full picture blue Pik">
    <p:bg>
      <p:bgPr>
        <a:solidFill>
          <a:schemeClr val="bg2"/>
        </a:solidFill>
        <a:effectLst/>
      </p:bgPr>
    </p:bg>
    <p:spTree>
      <p:nvGrpSpPr>
        <p:cNvPr id="1" name=""/>
        <p:cNvGrpSpPr/>
        <p:nvPr/>
      </p:nvGrpSpPr>
      <p:grpSpPr>
        <a:xfrm>
          <a:off x="0" y="0"/>
          <a:ext cx="0" cy="0"/>
          <a:chOff x="0" y="0"/>
          <a:chExt cx="0" cy="0"/>
        </a:xfrm>
      </p:grpSpPr>
      <p:sp>
        <p:nvSpPr>
          <p:cNvPr id="11" name="Picture Placeholder 10">
            <a:extLst>
              <a:ext uri="{FF2B5EF4-FFF2-40B4-BE49-F238E27FC236}">
                <a16:creationId xmlns:a16="http://schemas.microsoft.com/office/drawing/2014/main" id="{0B335D29-1EFC-4491-AD11-74BC952F53E5}"/>
              </a:ext>
            </a:extLst>
          </p:cNvPr>
          <p:cNvSpPr>
            <a:spLocks noGrp="1"/>
          </p:cNvSpPr>
          <p:nvPr>
            <p:ph type="pic" sz="quarter" idx="13" hasCustomPrompt="1"/>
          </p:nvPr>
        </p:nvSpPr>
        <p:spPr>
          <a:xfrm>
            <a:off x="0" y="0"/>
            <a:ext cx="12192000" cy="6858000"/>
          </a:xfrm>
          <a:custGeom>
            <a:avLst/>
            <a:gdLst>
              <a:gd name="connsiteX0" fmla="*/ 11785528 w 12192000"/>
              <a:gd name="connsiteY0" fmla="*/ 202927 h 6858000"/>
              <a:gd name="connsiteX1" fmla="*/ 11561144 w 12192000"/>
              <a:gd name="connsiteY1" fmla="*/ 434840 h 6858000"/>
              <a:gd name="connsiteX2" fmla="*/ 11638872 w 12192000"/>
              <a:gd name="connsiteY2" fmla="*/ 549328 h 6858000"/>
              <a:gd name="connsiteX3" fmla="*/ 11718066 w 12192000"/>
              <a:gd name="connsiteY3" fmla="*/ 550796 h 6858000"/>
              <a:gd name="connsiteX4" fmla="*/ 11750147 w 12192000"/>
              <a:gd name="connsiteY4" fmla="*/ 534834 h 6858000"/>
              <a:gd name="connsiteX5" fmla="*/ 11776529 w 12192000"/>
              <a:gd name="connsiteY5" fmla="*/ 511343 h 6858000"/>
              <a:gd name="connsiteX6" fmla="*/ 11769485 w 12192000"/>
              <a:gd name="connsiteY6" fmla="*/ 534267 h 6858000"/>
              <a:gd name="connsiteX7" fmla="*/ 11704684 w 12192000"/>
              <a:gd name="connsiteY7" fmla="*/ 577228 h 6858000"/>
              <a:gd name="connsiteX8" fmla="*/ 11758983 w 12192000"/>
              <a:gd name="connsiteY8" fmla="*/ 591915 h 6858000"/>
              <a:gd name="connsiteX9" fmla="*/ 11888125 w 12192000"/>
              <a:gd name="connsiteY9" fmla="*/ 549322 h 6858000"/>
              <a:gd name="connsiteX10" fmla="*/ 11823554 w 12192000"/>
              <a:gd name="connsiteY10" fmla="*/ 492041 h 6858000"/>
              <a:gd name="connsiteX11" fmla="*/ 11888125 w 12192000"/>
              <a:gd name="connsiteY11" fmla="*/ 522885 h 6858000"/>
              <a:gd name="connsiteX12" fmla="*/ 11973357 w 12192000"/>
              <a:gd name="connsiteY12" fmla="*/ 465260 h 6858000"/>
              <a:gd name="connsiteX13" fmla="*/ 11980572 w 12192000"/>
              <a:gd name="connsiteY13" fmla="*/ 428927 h 6858000"/>
              <a:gd name="connsiteX14" fmla="*/ 11980580 w 12192000"/>
              <a:gd name="connsiteY14" fmla="*/ 428969 h 6858000"/>
              <a:gd name="connsiteX15" fmla="*/ 11980580 w 12192000"/>
              <a:gd name="connsiteY15" fmla="*/ 428886 h 6858000"/>
              <a:gd name="connsiteX16" fmla="*/ 11980580 w 12192000"/>
              <a:gd name="connsiteY16" fmla="*/ 426033 h 6858000"/>
              <a:gd name="connsiteX17" fmla="*/ 11908719 w 12192000"/>
              <a:gd name="connsiteY17" fmla="*/ 277785 h 6858000"/>
              <a:gd name="connsiteX18" fmla="*/ 11795794 w 12192000"/>
              <a:gd name="connsiteY18" fmla="*/ 207330 h 6858000"/>
              <a:gd name="connsiteX19" fmla="*/ 11785528 w 12192000"/>
              <a:gd name="connsiteY19" fmla="*/ 202927 h 6858000"/>
              <a:gd name="connsiteX20" fmla="*/ 0 w 12192000"/>
              <a:gd name="connsiteY20" fmla="*/ 0 h 6858000"/>
              <a:gd name="connsiteX21" fmla="*/ 12192000 w 12192000"/>
              <a:gd name="connsiteY21" fmla="*/ 0 h 6858000"/>
              <a:gd name="connsiteX22" fmla="*/ 12192000 w 12192000"/>
              <a:gd name="connsiteY22" fmla="*/ 6858000 h 6858000"/>
              <a:gd name="connsiteX23" fmla="*/ 0 w 12192000"/>
              <a:gd name="connsiteY23"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2192000" h="6858000">
                <a:moveTo>
                  <a:pt x="11785528" y="202927"/>
                </a:moveTo>
                <a:cubicBezTo>
                  <a:pt x="11735665" y="263107"/>
                  <a:pt x="11561144" y="308609"/>
                  <a:pt x="11561144" y="434840"/>
                </a:cubicBezTo>
                <a:cubicBezTo>
                  <a:pt x="11561144" y="484745"/>
                  <a:pt x="11591942" y="531715"/>
                  <a:pt x="11638872" y="549328"/>
                </a:cubicBezTo>
                <a:cubicBezTo>
                  <a:pt x="11665270" y="559603"/>
                  <a:pt x="11691668" y="559603"/>
                  <a:pt x="11718066" y="550796"/>
                </a:cubicBezTo>
                <a:cubicBezTo>
                  <a:pt x="11729799" y="547127"/>
                  <a:pt x="11740431" y="541622"/>
                  <a:pt x="11750147" y="534834"/>
                </a:cubicBezTo>
                <a:lnTo>
                  <a:pt x="11776529" y="511343"/>
                </a:lnTo>
                <a:lnTo>
                  <a:pt x="11769485" y="534267"/>
                </a:lnTo>
                <a:cubicBezTo>
                  <a:pt x="11757790" y="556023"/>
                  <a:pt x="11733301" y="572822"/>
                  <a:pt x="11704684" y="577228"/>
                </a:cubicBezTo>
                <a:cubicBezTo>
                  <a:pt x="11713489" y="586040"/>
                  <a:pt x="11734035" y="591915"/>
                  <a:pt x="11758983" y="591915"/>
                </a:cubicBezTo>
                <a:cubicBezTo>
                  <a:pt x="11804476" y="591915"/>
                  <a:pt x="11860242" y="578696"/>
                  <a:pt x="11888125" y="549322"/>
                </a:cubicBezTo>
                <a:cubicBezTo>
                  <a:pt x="11849970" y="550790"/>
                  <a:pt x="11825022" y="525822"/>
                  <a:pt x="11823554" y="492041"/>
                </a:cubicBezTo>
                <a:cubicBezTo>
                  <a:pt x="11841164" y="514072"/>
                  <a:pt x="11863177" y="522885"/>
                  <a:pt x="11888125" y="522885"/>
                </a:cubicBezTo>
                <a:cubicBezTo>
                  <a:pt x="11926648" y="522885"/>
                  <a:pt x="11959392" y="498926"/>
                  <a:pt x="11973357" y="465260"/>
                </a:cubicBezTo>
                <a:lnTo>
                  <a:pt x="11980572" y="428927"/>
                </a:lnTo>
                <a:lnTo>
                  <a:pt x="11980580" y="428969"/>
                </a:lnTo>
                <a:lnTo>
                  <a:pt x="11980580" y="428886"/>
                </a:lnTo>
                <a:lnTo>
                  <a:pt x="11980580" y="426033"/>
                </a:lnTo>
                <a:cubicBezTo>
                  <a:pt x="11980580" y="367321"/>
                  <a:pt x="11951249" y="317416"/>
                  <a:pt x="11908719" y="277785"/>
                </a:cubicBezTo>
                <a:cubicBezTo>
                  <a:pt x="11876454" y="246961"/>
                  <a:pt x="11836857" y="224944"/>
                  <a:pt x="11795794" y="207330"/>
                </a:cubicBezTo>
                <a:cubicBezTo>
                  <a:pt x="11792860" y="205863"/>
                  <a:pt x="11789927" y="204395"/>
                  <a:pt x="11785528" y="202927"/>
                </a:cubicBezTo>
                <a:close/>
                <a:moveTo>
                  <a:pt x="0" y="0"/>
                </a:moveTo>
                <a:lnTo>
                  <a:pt x="12192000" y="0"/>
                </a:lnTo>
                <a:lnTo>
                  <a:pt x="12192000" y="6858000"/>
                </a:lnTo>
                <a:lnTo>
                  <a:pt x="0" y="6858000"/>
                </a:lnTo>
                <a:close/>
              </a:path>
            </a:pathLst>
          </a:custGeom>
          <a:solidFill>
            <a:schemeClr val="bg2"/>
          </a:solidFill>
        </p:spPr>
        <p:txBody>
          <a:bodyPr wrap="square">
            <a:noAutofit/>
          </a:bodyPr>
          <a:lstStyle>
            <a:lvl1pPr>
              <a:defRPr>
                <a:solidFill>
                  <a:schemeClr val="bg2">
                    <a:lumMod val="50000"/>
                  </a:schemeClr>
                </a:solidFill>
              </a:defRPr>
            </a:lvl1pPr>
          </a:lstStyle>
          <a:p>
            <a:r>
              <a:rPr lang="de-DE"/>
              <a:t>Insert Picture and send </a:t>
            </a:r>
            <a:r>
              <a:rPr lang="de-DE" err="1"/>
              <a:t>to</a:t>
            </a:r>
            <a:r>
              <a:rPr lang="de-DE"/>
              <a:t> back</a:t>
            </a:r>
          </a:p>
        </p:txBody>
      </p:sp>
    </p:spTree>
    <p:extLst>
      <p:ext uri="{BB962C8B-B14F-4D97-AF65-F5344CB8AC3E}">
        <p14:creationId xmlns:p14="http://schemas.microsoft.com/office/powerpoint/2010/main" val="832574230"/>
      </p:ext>
    </p:extLst>
  </p:cSld>
  <p:clrMapOvr>
    <a:masterClrMapping/>
  </p:clrMapOvr>
</p:sldLayout>
</file>

<file path=ppt/slideLayouts/slideLayout176.xml><?xml version="1.0" encoding="utf-8"?>
<p:sldLayout xmlns:a="http://schemas.openxmlformats.org/drawingml/2006/main" xmlns:r="http://schemas.openxmlformats.org/officeDocument/2006/relationships" xmlns:p="http://schemas.openxmlformats.org/presentationml/2006/main" showMasterSp="0" preserve="1">
  <p:cSld name="Final Slide 1">
    <p:bg>
      <p:bgPr>
        <a:solidFill>
          <a:srgbClr val="272936"/>
        </a:solidFill>
        <a:effectLst/>
      </p:bgPr>
    </p:bg>
    <p:spTree>
      <p:nvGrpSpPr>
        <p:cNvPr id="1" name=""/>
        <p:cNvGrpSpPr/>
        <p:nvPr/>
      </p:nvGrpSpPr>
      <p:grpSpPr>
        <a:xfrm>
          <a:off x="0" y="0"/>
          <a:ext cx="0" cy="0"/>
          <a:chOff x="0" y="0"/>
          <a:chExt cx="0" cy="0"/>
        </a:xfrm>
      </p:grpSpPr>
      <p:pic>
        <p:nvPicPr>
          <p:cNvPr id="17" name="Picture 2" descr="D:\My Work\Template\Icons\Social Media\LinkedIN.png">
            <a:hlinkClick r:id="rId2"/>
          </p:cNvPr>
          <p:cNvPicPr>
            <a:picLocks noChangeAspect="1" noChangeArrowheads="1"/>
          </p:cNvPicPr>
          <p:nvPr/>
        </p:nvPicPr>
        <p:blipFill>
          <a:blip r:embed="rId3" cstate="print"/>
          <a:srcRect/>
          <a:stretch>
            <a:fillRect/>
          </a:stretch>
        </p:blipFill>
        <p:spPr bwMode="auto">
          <a:xfrm>
            <a:off x="810097" y="4968013"/>
            <a:ext cx="333195" cy="333195"/>
          </a:xfrm>
          <a:prstGeom prst="rect">
            <a:avLst/>
          </a:prstGeom>
          <a:noFill/>
        </p:spPr>
      </p:pic>
      <p:pic>
        <p:nvPicPr>
          <p:cNvPr id="18" name="Picture 4" descr="D:\My Work\Template\Icons\Social Media\SlideShare.png">
            <a:hlinkClick r:id="rId4"/>
          </p:cNvPr>
          <p:cNvPicPr>
            <a:picLocks noChangeAspect="1" noChangeArrowheads="1"/>
          </p:cNvPicPr>
          <p:nvPr/>
        </p:nvPicPr>
        <p:blipFill>
          <a:blip r:embed="rId5" cstate="print"/>
          <a:srcRect/>
          <a:stretch>
            <a:fillRect/>
          </a:stretch>
        </p:blipFill>
        <p:spPr bwMode="auto">
          <a:xfrm>
            <a:off x="1193474" y="4968013"/>
            <a:ext cx="333195" cy="333195"/>
          </a:xfrm>
          <a:prstGeom prst="rect">
            <a:avLst/>
          </a:prstGeom>
          <a:noFill/>
        </p:spPr>
      </p:pic>
      <p:pic>
        <p:nvPicPr>
          <p:cNvPr id="19" name="Picture 5" descr="D:\My Work\Template\Icons\Social Media\Twitter.png">
            <a:hlinkClick r:id="rId6"/>
          </p:cNvPr>
          <p:cNvPicPr>
            <a:picLocks noChangeAspect="1" noChangeArrowheads="1"/>
          </p:cNvPicPr>
          <p:nvPr/>
        </p:nvPicPr>
        <p:blipFill>
          <a:blip r:embed="rId7" cstate="print"/>
          <a:srcRect/>
          <a:stretch>
            <a:fillRect/>
          </a:stretch>
        </p:blipFill>
        <p:spPr bwMode="auto">
          <a:xfrm>
            <a:off x="1576851" y="4968013"/>
            <a:ext cx="333195" cy="333195"/>
          </a:xfrm>
          <a:prstGeom prst="rect">
            <a:avLst/>
          </a:prstGeom>
          <a:noFill/>
        </p:spPr>
      </p:pic>
      <p:pic>
        <p:nvPicPr>
          <p:cNvPr id="20" name="Picture 6" descr="D:\My Work\Template\Icons\Social Media\YouTube.png">
            <a:hlinkClick r:id="rId8"/>
          </p:cNvPr>
          <p:cNvPicPr>
            <a:picLocks noChangeAspect="1" noChangeArrowheads="1"/>
          </p:cNvPicPr>
          <p:nvPr/>
        </p:nvPicPr>
        <p:blipFill>
          <a:blip r:embed="rId9" cstate="print"/>
          <a:srcRect/>
          <a:stretch>
            <a:fillRect/>
          </a:stretch>
        </p:blipFill>
        <p:spPr bwMode="auto">
          <a:xfrm>
            <a:off x="1960227" y="4968013"/>
            <a:ext cx="333195" cy="333195"/>
          </a:xfrm>
          <a:prstGeom prst="rect">
            <a:avLst/>
          </a:prstGeom>
          <a:noFill/>
        </p:spPr>
      </p:pic>
      <p:pic>
        <p:nvPicPr>
          <p:cNvPr id="21" name="Picture 7" descr="D:\My Work\Template\Icons\Social Media\Facebook.png">
            <a:hlinkClick r:id="rId10"/>
          </p:cNvPr>
          <p:cNvPicPr>
            <a:picLocks noChangeAspect="1" noChangeArrowheads="1"/>
          </p:cNvPicPr>
          <p:nvPr/>
        </p:nvPicPr>
        <p:blipFill>
          <a:blip r:embed="rId11" cstate="print"/>
          <a:srcRect/>
          <a:stretch>
            <a:fillRect/>
          </a:stretch>
        </p:blipFill>
        <p:spPr bwMode="auto">
          <a:xfrm>
            <a:off x="426720" y="4968013"/>
            <a:ext cx="333195" cy="333195"/>
          </a:xfrm>
          <a:prstGeom prst="rect">
            <a:avLst/>
          </a:prstGeom>
          <a:noFill/>
        </p:spPr>
      </p:pic>
      <p:sp>
        <p:nvSpPr>
          <p:cNvPr id="23" name="Rectangle 22"/>
          <p:cNvSpPr/>
          <p:nvPr/>
        </p:nvSpPr>
        <p:spPr>
          <a:xfrm>
            <a:off x="426720" y="5810190"/>
            <a:ext cx="3293016" cy="400110"/>
          </a:xfrm>
          <a:prstGeom prst="rect">
            <a:avLst/>
          </a:prstGeom>
        </p:spPr>
        <p:txBody>
          <a:bodyPr wrap="square" lIns="0" tIns="0" rIns="0" bIns="0" anchor="b" anchorCtr="0">
            <a:spAutoFit/>
          </a:bodyPr>
          <a:lstStyle/>
          <a:p>
            <a:pPr>
              <a:spcAft>
                <a:spcPts val="600"/>
              </a:spcAft>
            </a:pPr>
            <a:r>
              <a:rPr lang="en-US" sz="700" noProof="0">
                <a:solidFill>
                  <a:schemeClr val="bg1"/>
                </a:solidFill>
                <a:latin typeface="Ubuntu" panose="020B0504030602030204" pitchFamily="34" charset="0"/>
                <a:cs typeface="Arial"/>
              </a:rPr>
              <a:t>This presentation contains information that may be privileged or confidential and is the property of the Capgemini Group.</a:t>
            </a:r>
          </a:p>
          <a:p>
            <a:pPr>
              <a:spcAft>
                <a:spcPts val="600"/>
              </a:spcAft>
            </a:pPr>
            <a:r>
              <a:rPr lang="en-US" sz="700" noProof="0">
                <a:solidFill>
                  <a:schemeClr val="bg1"/>
                </a:solidFill>
                <a:latin typeface="Ubuntu" panose="020B0504030602030204" pitchFamily="34" charset="0"/>
                <a:cs typeface="Arial"/>
              </a:rPr>
              <a:t>Copyright © 2021 Capgemini. All rights reserved.</a:t>
            </a:r>
          </a:p>
        </p:txBody>
      </p:sp>
      <p:pic>
        <p:nvPicPr>
          <p:cNvPr id="28" name="Image 27">
            <a:extLst>
              <a:ext uri="{FF2B5EF4-FFF2-40B4-BE49-F238E27FC236}">
                <a16:creationId xmlns:a16="http://schemas.microsoft.com/office/drawing/2014/main" id="{CFD4BD67-7A96-4F02-AD8B-7157189FD651}"/>
              </a:ext>
            </a:extLst>
          </p:cNvPr>
          <p:cNvPicPr>
            <a:picLocks noChangeAspect="1"/>
          </p:cNvPicPr>
          <p:nvPr userDrawn="1"/>
        </p:nvPicPr>
        <p:blipFill>
          <a:blip r:embed="rId12">
            <a:extLst>
              <a:ext uri="{28A0092B-C50C-407E-A947-70E740481C1C}">
                <a14:useLocalDpi xmlns:a14="http://schemas.microsoft.com/office/drawing/2010/main" val="0"/>
              </a:ext>
            </a:extLst>
          </a:blip>
          <a:stretch>
            <a:fillRect/>
          </a:stretch>
        </p:blipFill>
        <p:spPr>
          <a:xfrm rot="1808368" flipV="1">
            <a:off x="3661091" y="-1184328"/>
            <a:ext cx="10604299" cy="7497656"/>
          </a:xfrm>
          <a:prstGeom prst="rect">
            <a:avLst/>
          </a:prstGeom>
        </p:spPr>
      </p:pic>
      <p:sp>
        <p:nvSpPr>
          <p:cNvPr id="14" name="Rectangle 13"/>
          <p:cNvSpPr/>
          <p:nvPr/>
        </p:nvSpPr>
        <p:spPr>
          <a:xfrm>
            <a:off x="6536185" y="3318394"/>
            <a:ext cx="4638213" cy="149363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lstStyle/>
          <a:p>
            <a:pPr lvl="0" algn="just"/>
            <a:r>
              <a:rPr lang="en-GB" sz="900">
                <a:solidFill>
                  <a:schemeClr val="bg1"/>
                </a:solidFill>
                <a:effectLst/>
                <a:latin typeface="Ubuntu" panose="020B0504030602030204" pitchFamily="34" charset="0"/>
              </a:rPr>
              <a:t>Capgemini is a global leader in partnering with companies to transform and manage their business by harnessing the power of technology. The Group is guided everyday by its purpose of unleashing human energy through technology for an inclusive and sustainable future. It is a responsible and diverse organization of 270,000 team members in nearly 50 countries. With its strong 50 year heritage and deep industry expertise, Capgemini is trusted by its clients to address the entire breadth of their business needs, from strategy and design to operations, fuelled by the fast evolving and innovative world of cloud, data, AI, connectivity, software, digital engineering and platforms. The Group reported in 2020 global revenues of €16 billion.</a:t>
            </a:r>
            <a:endParaRPr lang="en-US" sz="900">
              <a:solidFill>
                <a:schemeClr val="bg1"/>
              </a:solidFill>
              <a:effectLst/>
              <a:latin typeface="Ubuntu" panose="020B0504030602030204" pitchFamily="34" charset="0"/>
            </a:endParaRPr>
          </a:p>
        </p:txBody>
      </p:sp>
      <p:sp>
        <p:nvSpPr>
          <p:cNvPr id="15" name="Rectangle 14"/>
          <p:cNvSpPr/>
          <p:nvPr/>
        </p:nvSpPr>
        <p:spPr>
          <a:xfrm>
            <a:off x="6536184" y="2939130"/>
            <a:ext cx="2219960" cy="22961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bodyPr>
          <a:lstStyle/>
          <a:p>
            <a:pPr>
              <a:lnSpc>
                <a:spcPts val="2000"/>
              </a:lnSpc>
            </a:pPr>
            <a:r>
              <a:rPr lang="en-US" sz="1400">
                <a:solidFill>
                  <a:schemeClr val="bg1"/>
                </a:solidFill>
                <a:latin typeface="Ubuntu" panose="020B0504030602030204" pitchFamily="34" charset="0"/>
              </a:rPr>
              <a:t>About Capgemini</a:t>
            </a:r>
          </a:p>
        </p:txBody>
      </p:sp>
      <p:sp>
        <p:nvSpPr>
          <p:cNvPr id="16" name="Rectangle 15"/>
          <p:cNvSpPr/>
          <p:nvPr/>
        </p:nvSpPr>
        <p:spPr>
          <a:xfrm>
            <a:off x="6536184" y="4893914"/>
            <a:ext cx="4345176" cy="407294"/>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lstStyle/>
          <a:p>
            <a:pPr marL="0" marR="0" lvl="0" indent="0" algn="l" defTabSz="914400" rtl="0" eaLnBrk="1" fontAlgn="auto" latinLnBrk="0" hangingPunct="1">
              <a:lnSpc>
                <a:spcPts val="1200"/>
              </a:lnSpc>
              <a:spcBef>
                <a:spcPts val="0"/>
              </a:spcBef>
              <a:spcAft>
                <a:spcPts val="0"/>
              </a:spcAft>
              <a:buClrTx/>
              <a:buSzTx/>
              <a:buFontTx/>
              <a:buNone/>
              <a:tabLst/>
              <a:defRPr/>
            </a:pPr>
            <a:r>
              <a:rPr lang="en-GB" sz="900">
                <a:solidFill>
                  <a:schemeClr val="bg1"/>
                </a:solidFill>
                <a:effectLst/>
                <a:latin typeface="Ubuntu" panose="020B0504030602030204" pitchFamily="34" charset="0"/>
              </a:rPr>
              <a:t>Get the Future You Want </a:t>
            </a:r>
            <a:r>
              <a:rPr lang="en-US" sz="900">
                <a:solidFill>
                  <a:schemeClr val="bg1"/>
                </a:solidFill>
                <a:effectLst/>
                <a:latin typeface="Ubuntu" panose="020B0504030602030204" pitchFamily="34" charset="0"/>
              </a:rPr>
              <a:t>|</a:t>
            </a:r>
            <a:r>
              <a:rPr lang="en-GB" sz="900">
                <a:solidFill>
                  <a:schemeClr val="bg1"/>
                </a:solidFill>
                <a:effectLst/>
                <a:latin typeface="Ubuntu" panose="020B0504030602030204" pitchFamily="34" charset="0"/>
              </a:rPr>
              <a:t> </a:t>
            </a:r>
            <a:r>
              <a:rPr lang="en-US" sz="1050">
                <a:solidFill>
                  <a:schemeClr val="accent2"/>
                </a:solidFill>
                <a:latin typeface="Ubuntu" panose="020B0504030602030204" pitchFamily="34" charset="0"/>
              </a:rPr>
              <a:t>www.capgemini.com</a:t>
            </a:r>
          </a:p>
        </p:txBody>
      </p:sp>
      <p:pic>
        <p:nvPicPr>
          <p:cNvPr id="13" name="Image 12" descr="Une image contenant texte&#10;&#10;Description générée automatiquement">
            <a:extLst>
              <a:ext uri="{FF2B5EF4-FFF2-40B4-BE49-F238E27FC236}">
                <a16:creationId xmlns:a16="http://schemas.microsoft.com/office/drawing/2014/main" id="{A0C8CF1B-496A-4A5B-A698-8344534684E8}"/>
              </a:ext>
            </a:extLst>
          </p:cNvPr>
          <p:cNvPicPr>
            <a:picLocks noChangeAspect="1"/>
          </p:cNvPicPr>
          <p:nvPr userDrawn="1"/>
        </p:nvPicPr>
        <p:blipFill>
          <a:blip r:embed="rId13">
            <a:extLst>
              <a:ext uri="{28A0092B-C50C-407E-A947-70E740481C1C}">
                <a14:useLocalDpi xmlns:a14="http://schemas.microsoft.com/office/drawing/2010/main" val="0"/>
              </a:ext>
            </a:extLst>
          </a:blip>
          <a:stretch>
            <a:fillRect/>
          </a:stretch>
        </p:blipFill>
        <p:spPr>
          <a:xfrm>
            <a:off x="14669" y="622130"/>
            <a:ext cx="3024000" cy="1226177"/>
          </a:xfrm>
          <a:prstGeom prst="rect">
            <a:avLst/>
          </a:prstGeom>
        </p:spPr>
      </p:pic>
    </p:spTree>
    <p:extLst>
      <p:ext uri="{BB962C8B-B14F-4D97-AF65-F5344CB8AC3E}">
        <p14:creationId xmlns:p14="http://schemas.microsoft.com/office/powerpoint/2010/main" val="1311598945"/>
      </p:ext>
    </p:extLst>
  </p:cSld>
  <p:clrMapOvr>
    <a:masterClrMapping/>
  </p:clrMapOvr>
  <p:extLst>
    <p:ext uri="{DCECCB84-F9BA-43D5-87BE-67443E8EF086}">
      <p15:sldGuideLst xmlns:p15="http://schemas.microsoft.com/office/powerpoint/2012/main"/>
    </p:ext>
  </p:extLst>
</p:sldLayout>
</file>

<file path=ppt/slideLayouts/slideLayout177.xml><?xml version="1.0" encoding="utf-8"?>
<p:sldLayout xmlns:a="http://schemas.openxmlformats.org/drawingml/2006/main" xmlns:r="http://schemas.openxmlformats.org/officeDocument/2006/relationships" xmlns:p="http://schemas.openxmlformats.org/presentationml/2006/main" showMasterSp="0" type="blank" preserve="1">
  <p:cSld name="2_Final Slide 2">
    <p:bg>
      <p:bgPr>
        <a:solidFill>
          <a:srgbClr val="272936"/>
        </a:solidFill>
        <a:effectLst/>
      </p:bgPr>
    </p:bg>
    <p:spTree>
      <p:nvGrpSpPr>
        <p:cNvPr id="1" name=""/>
        <p:cNvGrpSpPr/>
        <p:nvPr/>
      </p:nvGrpSpPr>
      <p:grpSpPr>
        <a:xfrm>
          <a:off x="0" y="0"/>
          <a:ext cx="0" cy="0"/>
          <a:chOff x="0" y="0"/>
          <a:chExt cx="0" cy="0"/>
        </a:xfrm>
      </p:grpSpPr>
      <p:pic>
        <p:nvPicPr>
          <p:cNvPr id="16" name="Image 15">
            <a:extLst>
              <a:ext uri="{FF2B5EF4-FFF2-40B4-BE49-F238E27FC236}">
                <a16:creationId xmlns:a16="http://schemas.microsoft.com/office/drawing/2014/main" id="{0489A022-D524-4B27-A5EC-7E24500CC9BC}"/>
              </a:ext>
            </a:extLst>
          </p:cNvPr>
          <p:cNvPicPr>
            <a:picLocks noChangeAspect="1"/>
          </p:cNvPicPr>
          <p:nvPr userDrawn="1"/>
        </p:nvPicPr>
        <p:blipFill>
          <a:blip r:embed="rId6">
            <a:extLst>
              <a:ext uri="{28A0092B-C50C-407E-A947-70E740481C1C}">
                <a14:useLocalDpi xmlns:a14="http://schemas.microsoft.com/office/drawing/2010/main" val="0"/>
              </a:ext>
            </a:extLst>
          </a:blip>
          <a:stretch>
            <a:fillRect/>
          </a:stretch>
        </p:blipFill>
        <p:spPr>
          <a:xfrm>
            <a:off x="432214" y="1295400"/>
            <a:ext cx="9702386" cy="6043284"/>
          </a:xfrm>
          <a:prstGeom prst="rect">
            <a:avLst/>
          </a:prstGeom>
        </p:spPr>
      </p:pic>
      <p:sp>
        <p:nvSpPr>
          <p:cNvPr id="57" name="Rectangle 56"/>
          <p:cNvSpPr/>
          <p:nvPr/>
        </p:nvSpPr>
        <p:spPr>
          <a:xfrm>
            <a:off x="426720" y="5840235"/>
            <a:ext cx="3221008" cy="400110"/>
          </a:xfrm>
          <a:prstGeom prst="rect">
            <a:avLst/>
          </a:prstGeom>
        </p:spPr>
        <p:txBody>
          <a:bodyPr wrap="square" lIns="0" tIns="0" rIns="0" bIns="0" anchor="b" anchorCtr="0">
            <a:spAutoFit/>
          </a:bodyPr>
          <a:lstStyle/>
          <a:p>
            <a:pPr lvl="0">
              <a:spcAft>
                <a:spcPts val="600"/>
              </a:spcAft>
            </a:pPr>
            <a:r>
              <a:rPr lang="en-US" sz="700" noProof="0">
                <a:solidFill>
                  <a:schemeClr val="bg1"/>
                </a:solidFill>
                <a:latin typeface="Ubuntu" panose="020B0504030602030204" pitchFamily="34" charset="0"/>
                <a:cs typeface="Arial"/>
              </a:rPr>
              <a:t>This presentation contains information that may be privileged or confidential and is the property of the Capgemini Group.</a:t>
            </a:r>
          </a:p>
          <a:p>
            <a:pPr lvl="0">
              <a:spcAft>
                <a:spcPts val="600"/>
              </a:spcAft>
            </a:pPr>
            <a:r>
              <a:rPr lang="en-US" sz="700" noProof="0">
                <a:solidFill>
                  <a:schemeClr val="bg1"/>
                </a:solidFill>
                <a:latin typeface="Ubuntu" panose="020B0504030602030204" pitchFamily="34" charset="0"/>
                <a:cs typeface="Arial"/>
              </a:rPr>
              <a:t>Copyright © 2021 Capgemini. All rights reserved.</a:t>
            </a:r>
          </a:p>
        </p:txBody>
      </p:sp>
      <p:pic>
        <p:nvPicPr>
          <p:cNvPr id="17" name="Picture 2" descr="D:\My Work\Template\Icons\Social Media\LinkedIN.png">
            <a:hlinkClick r:id="rId7"/>
            <a:extLst>
              <a:ext uri="{FF2B5EF4-FFF2-40B4-BE49-F238E27FC236}">
                <a16:creationId xmlns:a16="http://schemas.microsoft.com/office/drawing/2014/main" id="{F6DF1D6E-8462-43E1-AFC5-8A5C855024F4}"/>
              </a:ext>
            </a:extLst>
          </p:cNvPr>
          <p:cNvPicPr>
            <a:picLocks noChangeAspect="1" noChangeArrowheads="1"/>
          </p:cNvPicPr>
          <p:nvPr/>
        </p:nvPicPr>
        <p:blipFill>
          <a:blip r:embed="rId8" cstate="print"/>
          <a:srcRect/>
          <a:stretch>
            <a:fillRect/>
          </a:stretch>
        </p:blipFill>
        <p:spPr bwMode="auto">
          <a:xfrm>
            <a:off x="810097" y="5328053"/>
            <a:ext cx="333195" cy="333195"/>
          </a:xfrm>
          <a:prstGeom prst="rect">
            <a:avLst/>
          </a:prstGeom>
          <a:noFill/>
        </p:spPr>
      </p:pic>
      <p:pic>
        <p:nvPicPr>
          <p:cNvPr id="19" name="Picture 4" descr="D:\My Work\Template\Icons\Social Media\SlideShare.png">
            <a:hlinkClick r:id="rId9"/>
            <a:extLst>
              <a:ext uri="{FF2B5EF4-FFF2-40B4-BE49-F238E27FC236}">
                <a16:creationId xmlns:a16="http://schemas.microsoft.com/office/drawing/2014/main" id="{DA74C6D2-FFE3-4CE8-B52D-0A33097AEEAF}"/>
              </a:ext>
            </a:extLst>
          </p:cNvPr>
          <p:cNvPicPr>
            <a:picLocks noChangeAspect="1" noChangeArrowheads="1"/>
          </p:cNvPicPr>
          <p:nvPr/>
        </p:nvPicPr>
        <p:blipFill>
          <a:blip r:embed="rId10" cstate="print"/>
          <a:srcRect/>
          <a:stretch>
            <a:fillRect/>
          </a:stretch>
        </p:blipFill>
        <p:spPr bwMode="auto">
          <a:xfrm>
            <a:off x="1193474" y="5328053"/>
            <a:ext cx="333195" cy="333195"/>
          </a:xfrm>
          <a:prstGeom prst="rect">
            <a:avLst/>
          </a:prstGeom>
          <a:noFill/>
        </p:spPr>
      </p:pic>
      <p:pic>
        <p:nvPicPr>
          <p:cNvPr id="20" name="Picture 5" descr="D:\My Work\Template\Icons\Social Media\Twitter.png">
            <a:hlinkClick r:id="rId11"/>
            <a:extLst>
              <a:ext uri="{FF2B5EF4-FFF2-40B4-BE49-F238E27FC236}">
                <a16:creationId xmlns:a16="http://schemas.microsoft.com/office/drawing/2014/main" id="{14E10122-92A2-4535-9737-8C1BE0EE0AEC}"/>
              </a:ext>
            </a:extLst>
          </p:cNvPr>
          <p:cNvPicPr>
            <a:picLocks noChangeAspect="1" noChangeArrowheads="1"/>
          </p:cNvPicPr>
          <p:nvPr/>
        </p:nvPicPr>
        <p:blipFill>
          <a:blip r:embed="rId12" cstate="print"/>
          <a:srcRect/>
          <a:stretch>
            <a:fillRect/>
          </a:stretch>
        </p:blipFill>
        <p:spPr bwMode="auto">
          <a:xfrm>
            <a:off x="1576851" y="5328053"/>
            <a:ext cx="333195" cy="333195"/>
          </a:xfrm>
          <a:prstGeom prst="rect">
            <a:avLst/>
          </a:prstGeom>
          <a:noFill/>
        </p:spPr>
      </p:pic>
      <p:pic>
        <p:nvPicPr>
          <p:cNvPr id="21" name="Picture 6" descr="D:\My Work\Template\Icons\Social Media\YouTube.png">
            <a:hlinkClick r:id="rId13"/>
            <a:extLst>
              <a:ext uri="{FF2B5EF4-FFF2-40B4-BE49-F238E27FC236}">
                <a16:creationId xmlns:a16="http://schemas.microsoft.com/office/drawing/2014/main" id="{BA6EF96A-02CA-41A1-9095-358FE7486671}"/>
              </a:ext>
            </a:extLst>
          </p:cNvPr>
          <p:cNvPicPr>
            <a:picLocks noChangeAspect="1" noChangeArrowheads="1"/>
          </p:cNvPicPr>
          <p:nvPr/>
        </p:nvPicPr>
        <p:blipFill>
          <a:blip r:embed="rId14" cstate="print"/>
          <a:srcRect/>
          <a:stretch>
            <a:fillRect/>
          </a:stretch>
        </p:blipFill>
        <p:spPr bwMode="auto">
          <a:xfrm>
            <a:off x="1960227" y="5328053"/>
            <a:ext cx="333195" cy="333195"/>
          </a:xfrm>
          <a:prstGeom prst="rect">
            <a:avLst/>
          </a:prstGeom>
          <a:noFill/>
        </p:spPr>
      </p:pic>
      <p:pic>
        <p:nvPicPr>
          <p:cNvPr id="22" name="Picture 7" descr="D:\My Work\Template\Icons\Social Media\Facebook.png">
            <a:hlinkClick r:id="rId15"/>
            <a:extLst>
              <a:ext uri="{FF2B5EF4-FFF2-40B4-BE49-F238E27FC236}">
                <a16:creationId xmlns:a16="http://schemas.microsoft.com/office/drawing/2014/main" id="{BCC76D32-C587-45AA-A26C-ED5B038C867B}"/>
              </a:ext>
            </a:extLst>
          </p:cNvPr>
          <p:cNvPicPr>
            <a:picLocks noChangeAspect="1" noChangeArrowheads="1"/>
          </p:cNvPicPr>
          <p:nvPr/>
        </p:nvPicPr>
        <p:blipFill>
          <a:blip r:embed="rId16" cstate="print"/>
          <a:srcRect/>
          <a:stretch>
            <a:fillRect/>
          </a:stretch>
        </p:blipFill>
        <p:spPr bwMode="auto">
          <a:xfrm>
            <a:off x="426720" y="5328053"/>
            <a:ext cx="333195" cy="333195"/>
          </a:xfrm>
          <a:prstGeom prst="rect">
            <a:avLst/>
          </a:prstGeom>
          <a:noFill/>
        </p:spPr>
      </p:pic>
      <p:sp>
        <p:nvSpPr>
          <p:cNvPr id="36" name="Rectangle 35"/>
          <p:cNvSpPr/>
          <p:nvPr/>
        </p:nvSpPr>
        <p:spPr>
          <a:xfrm>
            <a:off x="426523" y="1447577"/>
            <a:ext cx="4962957" cy="1307464"/>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lstStyle/>
          <a:p>
            <a:pPr lvl="0" algn="just"/>
            <a:r>
              <a:rPr lang="en-GB" sz="900">
                <a:solidFill>
                  <a:schemeClr val="bg1"/>
                </a:solidFill>
                <a:effectLst/>
                <a:latin typeface="Ubuntu" panose="020B0504030602030204" pitchFamily="34" charset="0"/>
              </a:rPr>
              <a:t>Capgemini is a global leader in partnering with companies to transform and manage their business by harnessing the power of technology. The Group is guided everyday by its purpose of unleashing human energy through technology for an inclusive and sustainable future. It is a responsible and diverse organization of 270,000 team members in nearly 50 countries. With its strong 50 year heritage and deep industry expertise, Capgemini is trusted by its clients to address the entire breadth of their business needs, from strategy and design to operations, fuelled by the fast evolving and innovative world of cloud, data, AI, connectivity, software, digital engineering and platforms. The Group reported in 2020 global revenues of €16 billion.</a:t>
            </a:r>
            <a:endParaRPr lang="en-US" sz="900">
              <a:solidFill>
                <a:schemeClr val="bg1"/>
              </a:solidFill>
              <a:effectLst/>
              <a:latin typeface="Ubuntu" panose="020B0504030602030204" pitchFamily="34" charset="0"/>
            </a:endParaRPr>
          </a:p>
        </p:txBody>
      </p:sp>
      <p:sp>
        <p:nvSpPr>
          <p:cNvPr id="48" name="Rectangle 47"/>
          <p:cNvSpPr/>
          <p:nvPr/>
        </p:nvSpPr>
        <p:spPr>
          <a:xfrm>
            <a:off x="426523" y="1074000"/>
            <a:ext cx="2219960" cy="22961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bodyPr>
          <a:lstStyle/>
          <a:p>
            <a:pPr>
              <a:lnSpc>
                <a:spcPts val="2000"/>
              </a:lnSpc>
            </a:pPr>
            <a:r>
              <a:rPr lang="en-US" sz="1400">
                <a:solidFill>
                  <a:schemeClr val="bg1"/>
                </a:solidFill>
                <a:latin typeface="Ubuntu" panose="020B0504030602030204" pitchFamily="34" charset="0"/>
              </a:rPr>
              <a:t>About Capgemini</a:t>
            </a:r>
          </a:p>
        </p:txBody>
      </p:sp>
      <p:sp>
        <p:nvSpPr>
          <p:cNvPr id="60" name="Rectangle 59"/>
          <p:cNvSpPr/>
          <p:nvPr>
            <p:custDataLst>
              <p:tags r:id="rId1"/>
            </p:custDataLst>
          </p:nvPr>
        </p:nvSpPr>
        <p:spPr>
          <a:xfrm>
            <a:off x="6324599" y="1111153"/>
            <a:ext cx="2240280" cy="1031051"/>
          </a:xfrm>
          <a:prstGeom prst="rect">
            <a:avLst/>
          </a:prstGeom>
        </p:spPr>
        <p:txBody>
          <a:bodyPr wrap="square" lIns="0" tIns="0" rIns="0" bIns="0">
            <a:spAutoFit/>
          </a:bodyPr>
          <a:lstStyle/>
          <a:p>
            <a:pPr>
              <a:spcAft>
                <a:spcPts val="600"/>
              </a:spcAft>
            </a:pPr>
            <a:r>
              <a:rPr lang="en-US" sz="1200" b="1">
                <a:solidFill>
                  <a:schemeClr val="bg1"/>
                </a:solidFill>
                <a:latin typeface="Ubuntu" panose="020B0504030602030204" pitchFamily="34" charset="0"/>
                <a:cs typeface="Arial"/>
              </a:rPr>
              <a:t>Name, Last Name</a:t>
            </a:r>
          </a:p>
          <a:p>
            <a:pPr>
              <a:lnSpc>
                <a:spcPts val="1200"/>
              </a:lnSpc>
            </a:pPr>
            <a:r>
              <a:rPr lang="en-US" sz="1000">
                <a:solidFill>
                  <a:schemeClr val="bg1"/>
                </a:solidFill>
                <a:latin typeface="Ubuntu" panose="020B0504030602030204" pitchFamily="34" charset="0"/>
                <a:cs typeface="Arial"/>
              </a:rPr>
              <a:t>Title/Role</a:t>
            </a:r>
          </a:p>
          <a:p>
            <a:pPr>
              <a:lnSpc>
                <a:spcPts val="1200"/>
              </a:lnSpc>
            </a:pPr>
            <a:r>
              <a:rPr lang="en-US" sz="1000">
                <a:solidFill>
                  <a:schemeClr val="bg1"/>
                </a:solidFill>
                <a:latin typeface="Ubuntu" panose="020B0504030602030204" pitchFamily="34" charset="0"/>
                <a:cs typeface="Arial"/>
              </a:rPr>
              <a:t>Capgemini Office (Optional)</a:t>
            </a:r>
          </a:p>
          <a:p>
            <a:pPr>
              <a:lnSpc>
                <a:spcPts val="1200"/>
              </a:lnSpc>
            </a:pPr>
            <a:r>
              <a:rPr lang="en-US" sz="1000">
                <a:solidFill>
                  <a:schemeClr val="bg1"/>
                </a:solidFill>
                <a:latin typeface="Ubuntu" panose="020B0504030602030204" pitchFamily="34" charset="0"/>
                <a:cs typeface="Arial"/>
              </a:rPr>
              <a:t>Address Line 1</a:t>
            </a:r>
          </a:p>
          <a:p>
            <a:pPr>
              <a:lnSpc>
                <a:spcPts val="1200"/>
              </a:lnSpc>
            </a:pPr>
            <a:r>
              <a:rPr lang="en-US" sz="1000">
                <a:solidFill>
                  <a:schemeClr val="bg1"/>
                </a:solidFill>
                <a:latin typeface="Ubuntu" panose="020B0504030602030204" pitchFamily="34" charset="0"/>
                <a:cs typeface="Arial"/>
              </a:rPr>
              <a:t>Address Line 2 </a:t>
            </a:r>
          </a:p>
          <a:p>
            <a:pPr>
              <a:lnSpc>
                <a:spcPts val="1200"/>
              </a:lnSpc>
            </a:pPr>
            <a:r>
              <a:rPr lang="en-US" sz="1000">
                <a:solidFill>
                  <a:schemeClr val="bg1"/>
                </a:solidFill>
                <a:latin typeface="Ubuntu" panose="020B0504030602030204" pitchFamily="34" charset="0"/>
                <a:cs typeface="Arial"/>
              </a:rPr>
              <a:t>Address Line 3</a:t>
            </a:r>
          </a:p>
        </p:txBody>
      </p:sp>
      <p:sp>
        <p:nvSpPr>
          <p:cNvPr id="61" name="Rectangle 60"/>
          <p:cNvSpPr/>
          <p:nvPr>
            <p:custDataLst>
              <p:tags r:id="rId2"/>
            </p:custDataLst>
          </p:nvPr>
        </p:nvSpPr>
        <p:spPr>
          <a:xfrm>
            <a:off x="9499996" y="1111153"/>
            <a:ext cx="2240280" cy="1031051"/>
          </a:xfrm>
          <a:prstGeom prst="rect">
            <a:avLst/>
          </a:prstGeom>
        </p:spPr>
        <p:txBody>
          <a:bodyPr wrap="square" lIns="0" tIns="0" rIns="0" bIns="0">
            <a:spAutoFit/>
          </a:bodyPr>
          <a:lstStyle/>
          <a:p>
            <a:pPr>
              <a:spcAft>
                <a:spcPts val="600"/>
              </a:spcAft>
            </a:pPr>
            <a:r>
              <a:rPr lang="en-US" sz="1200" b="1">
                <a:solidFill>
                  <a:schemeClr val="bg1"/>
                </a:solidFill>
                <a:latin typeface="Ubuntu" panose="020B0504030602030204" pitchFamily="34" charset="0"/>
                <a:cs typeface="Arial"/>
              </a:rPr>
              <a:t>Name, Last Name</a:t>
            </a:r>
          </a:p>
          <a:p>
            <a:pPr>
              <a:lnSpc>
                <a:spcPts val="1200"/>
              </a:lnSpc>
            </a:pPr>
            <a:r>
              <a:rPr lang="en-US" sz="1000">
                <a:solidFill>
                  <a:schemeClr val="bg1"/>
                </a:solidFill>
                <a:latin typeface="Ubuntu" panose="020B0504030602030204" pitchFamily="34" charset="0"/>
                <a:cs typeface="Arial"/>
              </a:rPr>
              <a:t>Title/Role</a:t>
            </a:r>
          </a:p>
          <a:p>
            <a:pPr>
              <a:lnSpc>
                <a:spcPts val="1200"/>
              </a:lnSpc>
            </a:pPr>
            <a:r>
              <a:rPr lang="en-US" sz="1000">
                <a:solidFill>
                  <a:schemeClr val="bg1"/>
                </a:solidFill>
                <a:latin typeface="Ubuntu" panose="020B0504030602030204" pitchFamily="34" charset="0"/>
                <a:cs typeface="Arial"/>
              </a:rPr>
              <a:t>Capgemini Office (Optional)</a:t>
            </a:r>
          </a:p>
          <a:p>
            <a:pPr>
              <a:lnSpc>
                <a:spcPts val="1200"/>
              </a:lnSpc>
            </a:pPr>
            <a:r>
              <a:rPr lang="en-US" sz="1000">
                <a:solidFill>
                  <a:schemeClr val="bg1"/>
                </a:solidFill>
                <a:latin typeface="Ubuntu" panose="020B0504030602030204" pitchFamily="34" charset="0"/>
                <a:cs typeface="Arial"/>
              </a:rPr>
              <a:t>Address Line 1</a:t>
            </a:r>
          </a:p>
          <a:p>
            <a:pPr>
              <a:lnSpc>
                <a:spcPts val="1200"/>
              </a:lnSpc>
            </a:pPr>
            <a:r>
              <a:rPr lang="en-US" sz="1000">
                <a:solidFill>
                  <a:schemeClr val="bg1"/>
                </a:solidFill>
                <a:latin typeface="Ubuntu" panose="020B0504030602030204" pitchFamily="34" charset="0"/>
                <a:cs typeface="Arial"/>
              </a:rPr>
              <a:t>Address Line 2 </a:t>
            </a:r>
          </a:p>
          <a:p>
            <a:pPr>
              <a:lnSpc>
                <a:spcPts val="1200"/>
              </a:lnSpc>
            </a:pPr>
            <a:r>
              <a:rPr lang="en-US" sz="1000">
                <a:solidFill>
                  <a:schemeClr val="bg1"/>
                </a:solidFill>
                <a:latin typeface="Ubuntu" panose="020B0504030602030204" pitchFamily="34" charset="0"/>
                <a:cs typeface="Arial"/>
              </a:rPr>
              <a:t>Address Line 3</a:t>
            </a:r>
          </a:p>
        </p:txBody>
      </p:sp>
      <p:sp>
        <p:nvSpPr>
          <p:cNvPr id="62" name="Rectangle 61"/>
          <p:cNvSpPr/>
          <p:nvPr>
            <p:custDataLst>
              <p:tags r:id="rId3"/>
            </p:custDataLst>
          </p:nvPr>
        </p:nvSpPr>
        <p:spPr>
          <a:xfrm>
            <a:off x="6324599" y="2397949"/>
            <a:ext cx="2240280" cy="1031051"/>
          </a:xfrm>
          <a:prstGeom prst="rect">
            <a:avLst/>
          </a:prstGeom>
        </p:spPr>
        <p:txBody>
          <a:bodyPr wrap="square" lIns="0" tIns="0" rIns="0" bIns="0">
            <a:spAutoFit/>
          </a:bodyPr>
          <a:lstStyle/>
          <a:p>
            <a:pPr>
              <a:spcAft>
                <a:spcPts val="600"/>
              </a:spcAft>
            </a:pPr>
            <a:r>
              <a:rPr lang="en-US" sz="1200" b="1">
                <a:solidFill>
                  <a:schemeClr val="bg1"/>
                </a:solidFill>
                <a:latin typeface="Ubuntu" panose="020B0504030602030204" pitchFamily="34" charset="0"/>
                <a:cs typeface="Arial"/>
              </a:rPr>
              <a:t>Name, Last Name</a:t>
            </a:r>
          </a:p>
          <a:p>
            <a:pPr>
              <a:lnSpc>
                <a:spcPts val="1200"/>
              </a:lnSpc>
            </a:pPr>
            <a:r>
              <a:rPr lang="en-US" sz="1000">
                <a:solidFill>
                  <a:schemeClr val="bg1"/>
                </a:solidFill>
                <a:latin typeface="Ubuntu" panose="020B0504030602030204" pitchFamily="34" charset="0"/>
                <a:cs typeface="Arial"/>
              </a:rPr>
              <a:t>Title/Role</a:t>
            </a:r>
          </a:p>
          <a:p>
            <a:pPr>
              <a:lnSpc>
                <a:spcPts val="1200"/>
              </a:lnSpc>
            </a:pPr>
            <a:r>
              <a:rPr lang="en-US" sz="1000">
                <a:solidFill>
                  <a:schemeClr val="bg1"/>
                </a:solidFill>
                <a:latin typeface="Ubuntu" panose="020B0504030602030204" pitchFamily="34" charset="0"/>
                <a:cs typeface="Arial"/>
              </a:rPr>
              <a:t>Capgemini Office (Optional)</a:t>
            </a:r>
          </a:p>
          <a:p>
            <a:pPr>
              <a:lnSpc>
                <a:spcPts val="1200"/>
              </a:lnSpc>
            </a:pPr>
            <a:r>
              <a:rPr lang="en-US" sz="1000">
                <a:solidFill>
                  <a:schemeClr val="bg1"/>
                </a:solidFill>
                <a:latin typeface="Ubuntu" panose="020B0504030602030204" pitchFamily="34" charset="0"/>
                <a:cs typeface="Arial"/>
              </a:rPr>
              <a:t>Address Line 1</a:t>
            </a:r>
          </a:p>
          <a:p>
            <a:pPr>
              <a:lnSpc>
                <a:spcPts val="1200"/>
              </a:lnSpc>
            </a:pPr>
            <a:r>
              <a:rPr lang="en-US" sz="1000">
                <a:solidFill>
                  <a:schemeClr val="bg1"/>
                </a:solidFill>
                <a:latin typeface="Ubuntu" panose="020B0504030602030204" pitchFamily="34" charset="0"/>
                <a:cs typeface="Arial"/>
              </a:rPr>
              <a:t>Address Line 2 </a:t>
            </a:r>
          </a:p>
          <a:p>
            <a:pPr>
              <a:lnSpc>
                <a:spcPts val="1200"/>
              </a:lnSpc>
            </a:pPr>
            <a:r>
              <a:rPr lang="en-US" sz="1000">
                <a:solidFill>
                  <a:schemeClr val="bg1"/>
                </a:solidFill>
                <a:latin typeface="Ubuntu" panose="020B0504030602030204" pitchFamily="34" charset="0"/>
                <a:cs typeface="Arial"/>
              </a:rPr>
              <a:t>Address Line 3</a:t>
            </a:r>
          </a:p>
        </p:txBody>
      </p:sp>
      <p:sp>
        <p:nvSpPr>
          <p:cNvPr id="63" name="Rectangle 62"/>
          <p:cNvSpPr/>
          <p:nvPr>
            <p:custDataLst>
              <p:tags r:id="rId4"/>
            </p:custDataLst>
          </p:nvPr>
        </p:nvSpPr>
        <p:spPr>
          <a:xfrm>
            <a:off x="9499996" y="2397949"/>
            <a:ext cx="2240280" cy="1031051"/>
          </a:xfrm>
          <a:prstGeom prst="rect">
            <a:avLst/>
          </a:prstGeom>
        </p:spPr>
        <p:txBody>
          <a:bodyPr wrap="square" lIns="0" tIns="0" rIns="0" bIns="0">
            <a:spAutoFit/>
          </a:bodyPr>
          <a:lstStyle/>
          <a:p>
            <a:pPr>
              <a:spcAft>
                <a:spcPts val="600"/>
              </a:spcAft>
            </a:pPr>
            <a:r>
              <a:rPr lang="en-US" sz="1200" b="1">
                <a:solidFill>
                  <a:schemeClr val="bg1"/>
                </a:solidFill>
                <a:latin typeface="Ubuntu" panose="020B0504030602030204" pitchFamily="34" charset="0"/>
                <a:cs typeface="Arial"/>
              </a:rPr>
              <a:t>Name, Last Name</a:t>
            </a:r>
          </a:p>
          <a:p>
            <a:pPr>
              <a:lnSpc>
                <a:spcPts val="1200"/>
              </a:lnSpc>
            </a:pPr>
            <a:r>
              <a:rPr lang="en-US" sz="1000">
                <a:solidFill>
                  <a:schemeClr val="bg1"/>
                </a:solidFill>
                <a:latin typeface="Ubuntu" panose="020B0504030602030204" pitchFamily="34" charset="0"/>
                <a:cs typeface="Arial"/>
              </a:rPr>
              <a:t>Title/Role</a:t>
            </a:r>
          </a:p>
          <a:p>
            <a:pPr>
              <a:lnSpc>
                <a:spcPts val="1200"/>
              </a:lnSpc>
            </a:pPr>
            <a:r>
              <a:rPr lang="en-US" sz="1000">
                <a:solidFill>
                  <a:schemeClr val="bg1"/>
                </a:solidFill>
                <a:latin typeface="Ubuntu" panose="020B0504030602030204" pitchFamily="34" charset="0"/>
                <a:cs typeface="Arial"/>
              </a:rPr>
              <a:t>Capgemini Office (Optional)</a:t>
            </a:r>
          </a:p>
          <a:p>
            <a:pPr>
              <a:lnSpc>
                <a:spcPts val="1200"/>
              </a:lnSpc>
            </a:pPr>
            <a:r>
              <a:rPr lang="en-US" sz="1000">
                <a:solidFill>
                  <a:schemeClr val="bg1"/>
                </a:solidFill>
                <a:latin typeface="Ubuntu" panose="020B0504030602030204" pitchFamily="34" charset="0"/>
                <a:cs typeface="Arial"/>
              </a:rPr>
              <a:t>Address Line 1</a:t>
            </a:r>
          </a:p>
          <a:p>
            <a:pPr>
              <a:lnSpc>
                <a:spcPts val="1200"/>
              </a:lnSpc>
            </a:pPr>
            <a:r>
              <a:rPr lang="en-US" sz="1000">
                <a:solidFill>
                  <a:schemeClr val="bg1"/>
                </a:solidFill>
                <a:latin typeface="Ubuntu" panose="020B0504030602030204" pitchFamily="34" charset="0"/>
                <a:cs typeface="Arial"/>
              </a:rPr>
              <a:t>Address Line 2 </a:t>
            </a:r>
          </a:p>
          <a:p>
            <a:pPr>
              <a:lnSpc>
                <a:spcPts val="1200"/>
              </a:lnSpc>
            </a:pPr>
            <a:r>
              <a:rPr lang="en-US" sz="1000">
                <a:solidFill>
                  <a:schemeClr val="bg1"/>
                </a:solidFill>
                <a:latin typeface="Ubuntu" panose="020B0504030602030204" pitchFamily="34" charset="0"/>
                <a:cs typeface="Arial"/>
              </a:rPr>
              <a:t>Address Line 3</a:t>
            </a:r>
          </a:p>
        </p:txBody>
      </p:sp>
      <p:cxnSp>
        <p:nvCxnSpPr>
          <p:cNvPr id="64" name="Straight Connector 63"/>
          <p:cNvCxnSpPr/>
          <p:nvPr/>
        </p:nvCxnSpPr>
        <p:spPr>
          <a:xfrm flipV="1">
            <a:off x="6096000" y="1113931"/>
            <a:ext cx="0" cy="2276757"/>
          </a:xfrm>
          <a:prstGeom prst="line">
            <a:avLst/>
          </a:prstGeom>
          <a:ln>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sp>
        <p:nvSpPr>
          <p:cNvPr id="18" name="Rectangle 17">
            <a:extLst>
              <a:ext uri="{FF2B5EF4-FFF2-40B4-BE49-F238E27FC236}">
                <a16:creationId xmlns:a16="http://schemas.microsoft.com/office/drawing/2014/main" id="{6E560A55-CF18-4C11-8B57-BBD5A6CD7E74}"/>
              </a:ext>
            </a:extLst>
          </p:cNvPr>
          <p:cNvSpPr/>
          <p:nvPr/>
        </p:nvSpPr>
        <p:spPr>
          <a:xfrm>
            <a:off x="426523" y="2805111"/>
            <a:ext cx="4345176" cy="407294"/>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lstStyle/>
          <a:p>
            <a:pPr marL="0" marR="0" lvl="0" indent="0" algn="l" defTabSz="914400" rtl="0" eaLnBrk="1" fontAlgn="auto" latinLnBrk="0" hangingPunct="1">
              <a:lnSpc>
                <a:spcPts val="1200"/>
              </a:lnSpc>
              <a:spcBef>
                <a:spcPts val="0"/>
              </a:spcBef>
              <a:spcAft>
                <a:spcPts val="0"/>
              </a:spcAft>
              <a:buClrTx/>
              <a:buSzTx/>
              <a:buFontTx/>
              <a:buNone/>
              <a:tabLst/>
              <a:defRPr/>
            </a:pPr>
            <a:r>
              <a:rPr lang="en-GB" sz="900">
                <a:solidFill>
                  <a:schemeClr val="bg1"/>
                </a:solidFill>
                <a:effectLst/>
                <a:latin typeface="Ubuntu" panose="020B0504030602030204" pitchFamily="34" charset="0"/>
              </a:rPr>
              <a:t>Get the Future You Want </a:t>
            </a:r>
            <a:r>
              <a:rPr lang="en-US" sz="900">
                <a:solidFill>
                  <a:schemeClr val="bg1"/>
                </a:solidFill>
                <a:effectLst/>
                <a:latin typeface="Ubuntu" panose="020B0504030602030204" pitchFamily="34" charset="0"/>
              </a:rPr>
              <a:t>|</a:t>
            </a:r>
            <a:r>
              <a:rPr lang="en-GB" sz="900">
                <a:solidFill>
                  <a:schemeClr val="bg1"/>
                </a:solidFill>
                <a:effectLst/>
                <a:latin typeface="Ubuntu" panose="020B0504030602030204" pitchFamily="34" charset="0"/>
              </a:rPr>
              <a:t> </a:t>
            </a:r>
            <a:r>
              <a:rPr lang="en-US" sz="1050">
                <a:solidFill>
                  <a:schemeClr val="accent2"/>
                </a:solidFill>
                <a:latin typeface="Ubuntu" panose="020B0504030602030204" pitchFamily="34" charset="0"/>
              </a:rPr>
              <a:t>www.capgemini.com</a:t>
            </a:r>
          </a:p>
        </p:txBody>
      </p:sp>
      <p:pic>
        <p:nvPicPr>
          <p:cNvPr id="24" name="Image 23" descr="Une image contenant texte&#10;&#10;Description générée automatiquement">
            <a:extLst>
              <a:ext uri="{FF2B5EF4-FFF2-40B4-BE49-F238E27FC236}">
                <a16:creationId xmlns:a16="http://schemas.microsoft.com/office/drawing/2014/main" id="{67291309-8FC0-47AE-9F48-E59E45B7FC66}"/>
              </a:ext>
            </a:extLst>
          </p:cNvPr>
          <p:cNvPicPr>
            <a:picLocks noChangeAspect="1"/>
          </p:cNvPicPr>
          <p:nvPr userDrawn="1"/>
        </p:nvPicPr>
        <p:blipFill>
          <a:blip r:embed="rId17">
            <a:extLst>
              <a:ext uri="{28A0092B-C50C-407E-A947-70E740481C1C}">
                <a14:useLocalDpi xmlns:a14="http://schemas.microsoft.com/office/drawing/2010/main" val="0"/>
              </a:ext>
            </a:extLst>
          </a:blip>
          <a:stretch>
            <a:fillRect/>
          </a:stretch>
        </p:blipFill>
        <p:spPr>
          <a:xfrm>
            <a:off x="8765367" y="5376781"/>
            <a:ext cx="3024000" cy="1226177"/>
          </a:xfrm>
          <a:prstGeom prst="rect">
            <a:avLst/>
          </a:prstGeom>
        </p:spPr>
      </p:pic>
    </p:spTree>
    <p:extLst>
      <p:ext uri="{BB962C8B-B14F-4D97-AF65-F5344CB8AC3E}">
        <p14:creationId xmlns:p14="http://schemas.microsoft.com/office/powerpoint/2010/main" val="257481217"/>
      </p:ext>
    </p:extLst>
  </p:cSld>
  <p:clrMapOvr>
    <a:masterClrMapping/>
  </p:clrMapOvr>
</p:sldLayout>
</file>

<file path=ppt/slideLayouts/slideLayout178.xml><?xml version="1.0" encoding="utf-8"?>
<p:sldLayout xmlns:a="http://schemas.openxmlformats.org/drawingml/2006/main" xmlns:r="http://schemas.openxmlformats.org/officeDocument/2006/relationships" xmlns:p="http://schemas.openxmlformats.org/presentationml/2006/main" showMasterSp="0" preserve="1">
  <p:cSld name="1_Final Slide 1">
    <p:bg>
      <p:bgPr>
        <a:solidFill>
          <a:srgbClr val="272936"/>
        </a:solidFill>
        <a:effectLst/>
      </p:bgPr>
    </p:bg>
    <p:spTree>
      <p:nvGrpSpPr>
        <p:cNvPr id="1" name=""/>
        <p:cNvGrpSpPr/>
        <p:nvPr/>
      </p:nvGrpSpPr>
      <p:grpSpPr>
        <a:xfrm>
          <a:off x="0" y="0"/>
          <a:ext cx="0" cy="0"/>
          <a:chOff x="0" y="0"/>
          <a:chExt cx="0" cy="0"/>
        </a:xfrm>
      </p:grpSpPr>
      <p:pic>
        <p:nvPicPr>
          <p:cNvPr id="3" name="Image 2" descr="Une image contenant texte&#10;&#10;Description générée automatiquement">
            <a:extLst>
              <a:ext uri="{FF2B5EF4-FFF2-40B4-BE49-F238E27FC236}">
                <a16:creationId xmlns:a16="http://schemas.microsoft.com/office/drawing/2014/main" id="{4DF6B7E3-9385-486A-9E72-0D561900C7FA}"/>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14669" y="622130"/>
            <a:ext cx="3024000" cy="1226177"/>
          </a:xfrm>
          <a:prstGeom prst="rect">
            <a:avLst/>
          </a:prstGeom>
        </p:spPr>
      </p:pic>
    </p:spTree>
    <p:extLst>
      <p:ext uri="{BB962C8B-B14F-4D97-AF65-F5344CB8AC3E}">
        <p14:creationId xmlns:p14="http://schemas.microsoft.com/office/powerpoint/2010/main" val="812659998"/>
      </p:ext>
    </p:extLst>
  </p:cSld>
  <p:clrMapOvr>
    <a:masterClrMapping/>
  </p:clrMapOvr>
  <p:extLst>
    <p:ext uri="{DCECCB84-F9BA-43D5-87BE-67443E8EF086}">
      <p15:sldGuideLst xmlns:p15="http://schemas.microsoft.com/office/powerpoint/2012/main"/>
    </p:ext>
  </p:extLst>
</p:sldLayout>
</file>

<file path=ppt/slideLayouts/slideLayout179.xml><?xml version="1.0" encoding="utf-8"?>
<p:sldLayout xmlns:a="http://schemas.openxmlformats.org/drawingml/2006/main" xmlns:r="http://schemas.openxmlformats.org/officeDocument/2006/relationships" xmlns:p="http://schemas.openxmlformats.org/presentationml/2006/main" userDrawn="1">
  <p:cSld name="1_Title Only">
    <p:spTree>
      <p:nvGrpSpPr>
        <p:cNvPr id="1" name=""/>
        <p:cNvGrpSpPr/>
        <p:nvPr/>
      </p:nvGrpSpPr>
      <p:grpSpPr>
        <a:xfrm>
          <a:off x="0" y="0"/>
          <a:ext cx="0" cy="0"/>
          <a:chOff x="0" y="0"/>
          <a:chExt cx="0" cy="0"/>
        </a:xfrm>
      </p:grpSpPr>
      <p:sp>
        <p:nvSpPr>
          <p:cNvPr id="4" name="bg object 16">
            <a:extLst>
              <a:ext uri="{FF2B5EF4-FFF2-40B4-BE49-F238E27FC236}">
                <a16:creationId xmlns:a16="http://schemas.microsoft.com/office/drawing/2014/main" id="{685831EF-CF35-8141-87EA-B86DF8378089}"/>
              </a:ext>
            </a:extLst>
          </p:cNvPr>
          <p:cNvSpPr/>
          <p:nvPr userDrawn="1"/>
        </p:nvSpPr>
        <p:spPr>
          <a:xfrm>
            <a:off x="11691617" y="375017"/>
            <a:ext cx="275725" cy="224493"/>
          </a:xfrm>
          <a:custGeom>
            <a:avLst/>
            <a:gdLst/>
            <a:ahLst/>
            <a:cxnLst/>
            <a:rect l="l" t="t" r="r" b="b"/>
            <a:pathLst>
              <a:path w="454659" h="370205">
                <a:moveTo>
                  <a:pt x="340911" y="0"/>
                </a:moveTo>
                <a:lnTo>
                  <a:pt x="300552" y="8264"/>
                </a:lnTo>
                <a:lnTo>
                  <a:pt x="266559" y="30776"/>
                </a:lnTo>
                <a:lnTo>
                  <a:pt x="236853" y="64113"/>
                </a:lnTo>
                <a:lnTo>
                  <a:pt x="209357" y="104854"/>
                </a:lnTo>
                <a:lnTo>
                  <a:pt x="181992" y="149577"/>
                </a:lnTo>
                <a:lnTo>
                  <a:pt x="152681" y="194859"/>
                </a:lnTo>
                <a:lnTo>
                  <a:pt x="119347" y="237280"/>
                </a:lnTo>
                <a:lnTo>
                  <a:pt x="106630" y="275396"/>
                </a:lnTo>
                <a:lnTo>
                  <a:pt x="80578" y="308252"/>
                </a:lnTo>
                <a:lnTo>
                  <a:pt x="44074" y="332681"/>
                </a:lnTo>
                <a:lnTo>
                  <a:pt x="0" y="345518"/>
                </a:lnTo>
                <a:lnTo>
                  <a:pt x="14821" y="356123"/>
                </a:lnTo>
                <a:lnTo>
                  <a:pt x="35525" y="363846"/>
                </a:lnTo>
                <a:lnTo>
                  <a:pt x="60983" y="368566"/>
                </a:lnTo>
                <a:lnTo>
                  <a:pt x="90070" y="370166"/>
                </a:lnTo>
                <a:lnTo>
                  <a:pt x="136139" y="367464"/>
                </a:lnTo>
                <a:lnTo>
                  <a:pt x="183165" y="359303"/>
                </a:lnTo>
                <a:lnTo>
                  <a:pt x="228328" y="345597"/>
                </a:lnTo>
                <a:lnTo>
                  <a:pt x="268811" y="326263"/>
                </a:lnTo>
                <a:lnTo>
                  <a:pt x="301791" y="301215"/>
                </a:lnTo>
                <a:lnTo>
                  <a:pt x="259023" y="294491"/>
                </a:lnTo>
                <a:lnTo>
                  <a:pt x="225991" y="274706"/>
                </a:lnTo>
                <a:lnTo>
                  <a:pt x="204015" y="244260"/>
                </a:lnTo>
                <a:lnTo>
                  <a:pt x="194412" y="205553"/>
                </a:lnTo>
                <a:lnTo>
                  <a:pt x="218219" y="229316"/>
                </a:lnTo>
                <a:lnTo>
                  <a:pt x="243698" y="245332"/>
                </a:lnTo>
                <a:lnTo>
                  <a:pt x="271035" y="254375"/>
                </a:lnTo>
                <a:lnTo>
                  <a:pt x="300420" y="257217"/>
                </a:lnTo>
                <a:lnTo>
                  <a:pt x="349423" y="249243"/>
                </a:lnTo>
                <a:lnTo>
                  <a:pt x="391507" y="227154"/>
                </a:lnTo>
                <a:lnTo>
                  <a:pt x="424455" y="193697"/>
                </a:lnTo>
                <a:lnTo>
                  <a:pt x="446048" y="151617"/>
                </a:lnTo>
                <a:lnTo>
                  <a:pt x="454069" y="103661"/>
                </a:lnTo>
                <a:lnTo>
                  <a:pt x="447136" y="72118"/>
                </a:lnTo>
                <a:lnTo>
                  <a:pt x="430650" y="38189"/>
                </a:lnTo>
                <a:lnTo>
                  <a:pt x="397584" y="11081"/>
                </a:lnTo>
                <a:lnTo>
                  <a:pt x="340911" y="0"/>
                </a:lnTo>
                <a:close/>
              </a:path>
            </a:pathLst>
          </a:custGeom>
          <a:solidFill>
            <a:srgbClr val="12ABDB"/>
          </a:solidFill>
        </p:spPr>
        <p:txBody>
          <a:bodyPr wrap="square" lIns="0" tIns="0" rIns="0" bIns="0" rtlCol="0"/>
          <a:lstStyle/>
          <a:p>
            <a:endParaRPr sz="1092"/>
          </a:p>
        </p:txBody>
      </p:sp>
      <p:sp>
        <p:nvSpPr>
          <p:cNvPr id="6" name="Text Placeholder 25">
            <a:extLst>
              <a:ext uri="{FF2B5EF4-FFF2-40B4-BE49-F238E27FC236}">
                <a16:creationId xmlns:a16="http://schemas.microsoft.com/office/drawing/2014/main" id="{6204EE37-0C1C-674F-B505-88C8DA00DAD2}"/>
              </a:ext>
            </a:extLst>
          </p:cNvPr>
          <p:cNvSpPr>
            <a:spLocks noGrp="1"/>
          </p:cNvSpPr>
          <p:nvPr>
            <p:ph type="body" sz="quarter" idx="10" hasCustomPrompt="1"/>
          </p:nvPr>
        </p:nvSpPr>
        <p:spPr>
          <a:xfrm>
            <a:off x="393038" y="778052"/>
            <a:ext cx="3074987" cy="194301"/>
          </a:xfrm>
        </p:spPr>
        <p:txBody>
          <a:bodyPr>
            <a:normAutofit/>
          </a:bodyPr>
          <a:lstStyle>
            <a:lvl1pPr>
              <a:defRPr sz="1200"/>
            </a:lvl1pPr>
          </a:lstStyle>
          <a:p>
            <a:pPr lvl="0"/>
            <a:r>
              <a:rPr lang="en-GB"/>
              <a:t>CLICK TO EDIT</a:t>
            </a:r>
            <a:endParaRPr lang="en-PL"/>
          </a:p>
        </p:txBody>
      </p:sp>
      <p:sp>
        <p:nvSpPr>
          <p:cNvPr id="7" name="Text Placeholder 27">
            <a:extLst>
              <a:ext uri="{FF2B5EF4-FFF2-40B4-BE49-F238E27FC236}">
                <a16:creationId xmlns:a16="http://schemas.microsoft.com/office/drawing/2014/main" id="{62049D73-9885-4E47-8C37-598EF80DD882}"/>
              </a:ext>
            </a:extLst>
          </p:cNvPr>
          <p:cNvSpPr>
            <a:spLocks noGrp="1"/>
          </p:cNvSpPr>
          <p:nvPr>
            <p:ph type="body" sz="quarter" idx="11" hasCustomPrompt="1"/>
          </p:nvPr>
        </p:nvSpPr>
        <p:spPr>
          <a:xfrm>
            <a:off x="404813" y="1449142"/>
            <a:ext cx="4448175" cy="753146"/>
          </a:xfrm>
        </p:spPr>
        <p:txBody>
          <a:bodyPr>
            <a:normAutofit/>
          </a:bodyPr>
          <a:lstStyle>
            <a:lvl1pPr marL="0">
              <a:lnSpc>
                <a:spcPct val="80000"/>
              </a:lnSpc>
              <a:spcAft>
                <a:spcPts val="0"/>
              </a:spcAft>
              <a:defRPr sz="2400" b="0" spc="0">
                <a:latin typeface="+mj-lt"/>
              </a:defRPr>
            </a:lvl1pPr>
          </a:lstStyle>
          <a:p>
            <a:pPr lvl="0"/>
            <a:r>
              <a:rPr lang="en-GB"/>
              <a:t>CLICK TO EDIT MASTER</a:t>
            </a:r>
            <a:endParaRPr lang="en-PL"/>
          </a:p>
        </p:txBody>
      </p:sp>
    </p:spTree>
    <p:extLst>
      <p:ext uri="{BB962C8B-B14F-4D97-AF65-F5344CB8AC3E}">
        <p14:creationId xmlns:p14="http://schemas.microsoft.com/office/powerpoint/2010/main" val="1553589866"/>
      </p:ext>
    </p:extLst>
  </p:cSld>
  <p:clrMapOvr>
    <a:masterClrMapping/>
  </p:clrMapOvr>
</p:sldLayout>
</file>

<file path=ppt/slideLayouts/slideLayout180.xml><?xml version="1.0" encoding="utf-8"?>
<p:sldLayout xmlns:a="http://schemas.openxmlformats.org/drawingml/2006/main" xmlns:r="http://schemas.openxmlformats.org/officeDocument/2006/relationships" xmlns:p="http://schemas.openxmlformats.org/presentationml/2006/main" userDrawn="1">
  <p:cSld name="Title Only dark grey">
    <p:bg>
      <p:bgPr>
        <a:solidFill>
          <a:schemeClr val="accent4"/>
        </a:solidFill>
        <a:effectLst/>
      </p:bgPr>
    </p:bg>
    <p:spTree>
      <p:nvGrpSpPr>
        <p:cNvPr id="1" name=""/>
        <p:cNvGrpSpPr/>
        <p:nvPr/>
      </p:nvGrpSpPr>
      <p:grpSpPr>
        <a:xfrm>
          <a:off x="0" y="0"/>
          <a:ext cx="0" cy="0"/>
          <a:chOff x="0" y="0"/>
          <a:chExt cx="0" cy="0"/>
        </a:xfrm>
      </p:grpSpPr>
      <p:graphicFrame>
        <p:nvGraphicFramePr>
          <p:cNvPr id="5" name="Object 4" hidden="1"/>
          <p:cNvGraphicFramePr>
            <a:graphicFrameLocks noChangeAspect="1"/>
          </p:cNvGraphicFramePr>
          <p:nvPr userDrawn="1">
            <p:custDataLst>
              <p:tags r:id="rId1"/>
            </p:custDataLst>
            <p:extLst>
              <p:ext uri="{D42A27DB-BD31-4B8C-83A1-F6EECF244321}">
                <p14:modId xmlns:p14="http://schemas.microsoft.com/office/powerpoint/2010/main" val="3760532792"/>
              </p:ext>
            </p:extLst>
          </p:nvPr>
        </p:nvGraphicFramePr>
        <p:xfrm>
          <a:off x="1588" y="1589"/>
          <a:ext cx="1587" cy="1587"/>
        </p:xfrm>
        <a:graphic>
          <a:graphicData uri="http://schemas.openxmlformats.org/presentationml/2006/ole">
            <mc:AlternateContent xmlns:mc="http://schemas.openxmlformats.org/markup-compatibility/2006">
              <mc:Choice xmlns:v="urn:schemas-microsoft-com:vml" Requires="v">
                <p:oleObj name="think-cell Slide" r:id="rId3" imgW="270" imgH="270" progId="TCLayout.ActiveDocument.1">
                  <p:embed/>
                </p:oleObj>
              </mc:Choice>
              <mc:Fallback>
                <p:oleObj name="think-cell Slide" r:id="rId3" imgW="270" imgH="270" progId="TCLayout.ActiveDocument.1">
                  <p:embed/>
                  <p:pic>
                    <p:nvPicPr>
                      <p:cNvPr id="5" name="Object 4" hidden="1"/>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588" y="1589"/>
                        <a:ext cx="1587" cy="1587"/>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3" name="Title Placeholder">
            <a:extLst>
              <a:ext uri="{FF2B5EF4-FFF2-40B4-BE49-F238E27FC236}">
                <a16:creationId xmlns:a16="http://schemas.microsoft.com/office/drawing/2014/main" id="{57F0C9DF-D1FA-45A1-91F6-147FDC3E7341}"/>
              </a:ext>
            </a:extLst>
          </p:cNvPr>
          <p:cNvSpPr>
            <a:spLocks noGrp="1"/>
          </p:cNvSpPr>
          <p:nvPr>
            <p:ph type="title" hasCustomPrompt="1"/>
          </p:nvPr>
        </p:nvSpPr>
        <p:spPr>
          <a:xfrm>
            <a:off x="406401" y="388189"/>
            <a:ext cx="10944597" cy="716711"/>
          </a:xfrm>
          <a:prstGeom prst="rect">
            <a:avLst/>
          </a:prstGeom>
        </p:spPr>
        <p:txBody>
          <a:bodyPr/>
          <a:lstStyle>
            <a:lvl1pPr>
              <a:defRPr>
                <a:solidFill>
                  <a:schemeClr val="bg1"/>
                </a:solidFill>
              </a:defRPr>
            </a:lvl1pPr>
          </a:lstStyle>
          <a:p>
            <a:r>
              <a:rPr lang="fr-FR"/>
              <a:t>CLICK TO INSERT TITLE</a:t>
            </a:r>
            <a:endParaRPr lang="de-DE"/>
          </a:p>
        </p:txBody>
      </p:sp>
    </p:spTree>
    <p:extLst>
      <p:ext uri="{BB962C8B-B14F-4D97-AF65-F5344CB8AC3E}">
        <p14:creationId xmlns:p14="http://schemas.microsoft.com/office/powerpoint/2010/main" val="1548360550"/>
      </p:ext>
    </p:extLst>
  </p:cSld>
  <p:clrMapOvr>
    <a:masterClrMapping/>
  </p:clrMapOvr>
</p:sldLayout>
</file>

<file path=ppt/slideLayouts/slideLayout181.xml><?xml version="1.0" encoding="utf-8"?>
<p:sldLayout xmlns:a="http://schemas.openxmlformats.org/drawingml/2006/main" xmlns:r="http://schemas.openxmlformats.org/officeDocument/2006/relationships" xmlns:p="http://schemas.openxmlformats.org/presentationml/2006/main" userDrawn="1">
  <p:cSld name="1_Agenda 1">
    <p:bg>
      <p:bgPr>
        <a:solidFill>
          <a:schemeClr val="accent4"/>
        </a:solidFill>
        <a:effectLst/>
      </p:bgPr>
    </p:bg>
    <p:spTree>
      <p:nvGrpSpPr>
        <p:cNvPr id="1" name=""/>
        <p:cNvGrpSpPr/>
        <p:nvPr/>
      </p:nvGrpSpPr>
      <p:grpSpPr>
        <a:xfrm>
          <a:off x="0" y="0"/>
          <a:ext cx="0" cy="0"/>
          <a:chOff x="0" y="0"/>
          <a:chExt cx="0" cy="0"/>
        </a:xfrm>
      </p:grpSpPr>
      <p:pic>
        <p:nvPicPr>
          <p:cNvPr id="17" name="Picture 16">
            <a:extLst>
              <a:ext uri="{FF2B5EF4-FFF2-40B4-BE49-F238E27FC236}">
                <a16:creationId xmlns:a16="http://schemas.microsoft.com/office/drawing/2014/main" id="{AF3A4204-FACC-415A-8808-A4E8975C3F24}"/>
              </a:ext>
            </a:extLst>
          </p:cNvPr>
          <p:cNvPicPr>
            <a:picLocks noChangeAspect="1"/>
          </p:cNvPicPr>
          <p:nvPr userDrawn="1"/>
        </p:nvPicPr>
        <p:blipFill rotWithShape="1">
          <a:blip r:embed="rId2" cstate="screen">
            <a:extLst>
              <a:ext uri="{28A0092B-C50C-407E-A947-70E740481C1C}">
                <a14:useLocalDpi xmlns:a14="http://schemas.microsoft.com/office/drawing/2010/main"/>
              </a:ext>
            </a:extLst>
          </a:blip>
          <a:srcRect l="32055" t="2073" r="28991" b="-2073"/>
          <a:stretch/>
        </p:blipFill>
        <p:spPr bwMode="ltGray">
          <a:xfrm flipH="1">
            <a:off x="-1" y="0"/>
            <a:ext cx="4749298" cy="7000144"/>
          </a:xfrm>
          <a:prstGeom prst="rect">
            <a:avLst/>
          </a:prstGeom>
        </p:spPr>
      </p:pic>
      <p:sp>
        <p:nvSpPr>
          <p:cNvPr id="16" name="Rectangle 15">
            <a:extLst>
              <a:ext uri="{FF2B5EF4-FFF2-40B4-BE49-F238E27FC236}">
                <a16:creationId xmlns:a16="http://schemas.microsoft.com/office/drawing/2014/main" id="{72EBDB0D-AC97-40F0-9DD9-F997B00816C8}"/>
              </a:ext>
              <a:ext uri="{C183D7F6-B498-43B3-948B-1728B52AA6E4}">
                <adec:decorative xmlns:adec="http://schemas.microsoft.com/office/drawing/2017/decorative" val="1"/>
              </a:ext>
            </a:extLst>
          </p:cNvPr>
          <p:cNvSpPr/>
          <p:nvPr userDrawn="1"/>
        </p:nvSpPr>
        <p:spPr>
          <a:xfrm>
            <a:off x="-1" y="1013447"/>
            <a:ext cx="4749299" cy="1110918"/>
          </a:xfrm>
          <a:prstGeom prst="rect">
            <a:avLst/>
          </a:prstGeom>
          <a:solidFill>
            <a:srgbClr val="272936">
              <a:alpha val="8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err="1"/>
          </a:p>
        </p:txBody>
      </p:sp>
      <p:sp>
        <p:nvSpPr>
          <p:cNvPr id="2" name="Title 1">
            <a:extLst>
              <a:ext uri="{FF2B5EF4-FFF2-40B4-BE49-F238E27FC236}">
                <a16:creationId xmlns:a16="http://schemas.microsoft.com/office/drawing/2014/main" id="{4774F36F-3194-40C1-BFCB-D2FC8CB290B2}"/>
              </a:ext>
            </a:extLst>
          </p:cNvPr>
          <p:cNvSpPr>
            <a:spLocks noGrp="1"/>
          </p:cNvSpPr>
          <p:nvPr>
            <p:ph type="title" hasCustomPrompt="1"/>
          </p:nvPr>
        </p:nvSpPr>
        <p:spPr>
          <a:xfrm>
            <a:off x="404813" y="1013447"/>
            <a:ext cx="4323035" cy="1110918"/>
          </a:xfrm>
        </p:spPr>
        <p:txBody>
          <a:bodyPr anchor="ctr"/>
          <a:lstStyle>
            <a:lvl1pPr>
              <a:defRPr sz="4000">
                <a:solidFill>
                  <a:schemeClr val="bg1"/>
                </a:solidFill>
              </a:defRPr>
            </a:lvl1pPr>
          </a:lstStyle>
          <a:p>
            <a:r>
              <a:rPr lang="en-US"/>
              <a:t>Agenda</a:t>
            </a:r>
          </a:p>
        </p:txBody>
      </p:sp>
    </p:spTree>
    <p:extLst>
      <p:ext uri="{BB962C8B-B14F-4D97-AF65-F5344CB8AC3E}">
        <p14:creationId xmlns:p14="http://schemas.microsoft.com/office/powerpoint/2010/main" val="43193168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200"/>
                                  </p:stCondLst>
                                  <p:childTnLst>
                                    <p:set>
                                      <p:cBhvr>
                                        <p:cTn id="6" dur="1" fill="hold">
                                          <p:stCondLst>
                                            <p:cond delay="0"/>
                                          </p:stCondLst>
                                        </p:cTn>
                                        <p:tgtEl>
                                          <p:spTgt spid="17"/>
                                        </p:tgtEl>
                                        <p:attrNameLst>
                                          <p:attrName>style.visibility</p:attrName>
                                        </p:attrNameLst>
                                      </p:cBhvr>
                                      <p:to>
                                        <p:strVal val="visible"/>
                                      </p:to>
                                    </p:set>
                                    <p:animEffect transition="in" filter="fade">
                                      <p:cBhvr>
                                        <p:cTn id="7" dur="1150"/>
                                        <p:tgtEl>
                                          <p:spTgt spid="17"/>
                                        </p:tgtEl>
                                      </p:cBhvr>
                                    </p:animEffect>
                                  </p:childTnLst>
                                </p:cTn>
                              </p:par>
                              <p:par>
                                <p:cTn id="8" presetID="6" presetClass="emph" presetSubtype="0" fill="hold" nodeType="withEffect">
                                  <p:stCondLst>
                                    <p:cond delay="0"/>
                                  </p:stCondLst>
                                  <p:childTnLst>
                                    <p:animScale>
                                      <p:cBhvr>
                                        <p:cTn id="9" dur="150" fill="hold"/>
                                        <p:tgtEl>
                                          <p:spTgt spid="17"/>
                                        </p:tgtEl>
                                      </p:cBhvr>
                                      <p:by x="110000" y="110000"/>
                                    </p:animScale>
                                  </p:childTnLst>
                                </p:cTn>
                              </p:par>
                              <p:par>
                                <p:cTn id="10" presetID="6" presetClass="emph" presetSubtype="0" decel="100000" fill="hold" nodeType="withEffect">
                                  <p:stCondLst>
                                    <p:cond delay="200"/>
                                  </p:stCondLst>
                                  <p:childTnLst>
                                    <p:animScale>
                                      <p:cBhvr>
                                        <p:cTn id="11" dur="3450" fill="hold"/>
                                        <p:tgtEl>
                                          <p:spTgt spid="17"/>
                                        </p:tgtEl>
                                      </p:cBhvr>
                                      <p:by x="90990" y="9099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Layout>
</file>

<file path=ppt/slideLayouts/slideLayout182.xml><?xml version="1.0" encoding="utf-8"?>
<p:sldLayout xmlns:a="http://schemas.openxmlformats.org/drawingml/2006/main" xmlns:r="http://schemas.openxmlformats.org/officeDocument/2006/relationships" xmlns:p="http://schemas.openxmlformats.org/presentationml/2006/main" userDrawn="1">
  <p:cSld name="Title only">
    <p:spTree>
      <p:nvGrpSpPr>
        <p:cNvPr id="1" name=""/>
        <p:cNvGrpSpPr/>
        <p:nvPr/>
      </p:nvGrpSpPr>
      <p:grpSpPr>
        <a:xfrm>
          <a:off x="0" y="0"/>
          <a:ext cx="0" cy="0"/>
          <a:chOff x="0" y="0"/>
          <a:chExt cx="0" cy="0"/>
        </a:xfrm>
      </p:grpSpPr>
      <p:graphicFrame>
        <p:nvGraphicFramePr>
          <p:cNvPr id="5" name="Object 4" hidden="1"/>
          <p:cNvGraphicFramePr>
            <a:graphicFrameLocks noChangeAspect="1"/>
          </p:cNvGraphicFramePr>
          <p:nvPr>
            <p:custDataLst>
              <p:tags r:id="rId1"/>
            </p:custDataLst>
          </p:nvPr>
        </p:nvGraphicFramePr>
        <p:xfrm>
          <a:off x="1587" y="1588"/>
          <a:ext cx="1587" cy="1587"/>
        </p:xfrm>
        <a:graphic>
          <a:graphicData uri="http://schemas.openxmlformats.org/presentationml/2006/ole">
            <mc:AlternateContent xmlns:mc="http://schemas.openxmlformats.org/markup-compatibility/2006">
              <mc:Choice xmlns:v="urn:schemas-microsoft-com:vml" Requires="v">
                <p:oleObj name="think-cell Slide" r:id="rId3" imgW="360" imgH="360" progId="">
                  <p:embed/>
                </p:oleObj>
              </mc:Choice>
              <mc:Fallback>
                <p:oleObj name="think-cell Slide" r:id="rId3" imgW="360" imgH="360" progId="">
                  <p:embed/>
                  <p:pic>
                    <p:nvPicPr>
                      <p:cNvPr id="5" name="Object 4" hidden="1"/>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587" y="1588"/>
                        <a:ext cx="1587" cy="1587"/>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2" name="Title 1"/>
          <p:cNvSpPr>
            <a:spLocks noGrp="1"/>
          </p:cNvSpPr>
          <p:nvPr>
            <p:ph type="title"/>
          </p:nvPr>
        </p:nvSpPr>
        <p:spPr/>
        <p:txBody>
          <a:bodyPr/>
          <a:lstStyle/>
          <a:p>
            <a:r>
              <a:rPr lang="fr-FR"/>
              <a:t>Modifiez le style du titre</a:t>
            </a:r>
            <a:endParaRPr lang="en-GB"/>
          </a:p>
        </p:txBody>
      </p:sp>
    </p:spTree>
    <p:extLst>
      <p:ext uri="{BB962C8B-B14F-4D97-AF65-F5344CB8AC3E}">
        <p14:creationId xmlns:p14="http://schemas.microsoft.com/office/powerpoint/2010/main" val="1044104148"/>
      </p:ext>
    </p:extLst>
  </p:cSld>
  <p:clrMapOvr>
    <a:masterClrMapping/>
  </p:clrMapOvr>
</p:sldLayout>
</file>

<file path=ppt/slideLayouts/slideLayout183.xml><?xml version="1.0" encoding="utf-8"?>
<p:sldLayout xmlns:a="http://schemas.openxmlformats.org/drawingml/2006/main" xmlns:r="http://schemas.openxmlformats.org/officeDocument/2006/relationships" xmlns:p="http://schemas.openxmlformats.org/presentationml/2006/main" preserve="1" userDrawn="1">
  <p:cSld name="One content">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3B351FED-C2FB-40B3-9812-6EDF2B43DC9A}"/>
              </a:ext>
            </a:extLst>
          </p:cNvPr>
          <p:cNvSpPr>
            <a:spLocks noGrp="1"/>
          </p:cNvSpPr>
          <p:nvPr>
            <p:ph type="title" hasCustomPrompt="1"/>
          </p:nvPr>
        </p:nvSpPr>
        <p:spPr/>
        <p:txBody>
          <a:bodyPr/>
          <a:lstStyle/>
          <a:p>
            <a:r>
              <a:rPr lang="en-US"/>
              <a:t>Headline short </a:t>
            </a:r>
            <a:r>
              <a:rPr lang="en-US" err="1"/>
              <a:t>40pt</a:t>
            </a:r>
            <a:r>
              <a:rPr lang="en-US"/>
              <a:t> (double-spaced headline </a:t>
            </a:r>
            <a:r>
              <a:rPr lang="en-US" err="1"/>
              <a:t>24pt</a:t>
            </a:r>
            <a:r>
              <a:rPr lang="en-US"/>
              <a:t>)</a:t>
            </a:r>
          </a:p>
        </p:txBody>
      </p:sp>
      <p:sp>
        <p:nvSpPr>
          <p:cNvPr id="4" name="Fußzeilenplatzhalter 3">
            <a:extLst>
              <a:ext uri="{FF2B5EF4-FFF2-40B4-BE49-F238E27FC236}">
                <a16:creationId xmlns:a16="http://schemas.microsoft.com/office/drawing/2014/main" id="{B1169C98-9B16-4EF5-8A15-DF119AD97000}"/>
              </a:ext>
            </a:extLst>
          </p:cNvPr>
          <p:cNvSpPr>
            <a:spLocks noGrp="1"/>
          </p:cNvSpPr>
          <p:nvPr>
            <p:ph type="ftr" sz="quarter" idx="10"/>
          </p:nvPr>
        </p:nvSpPr>
        <p:spPr/>
        <p:txBody>
          <a:bodyPr/>
          <a:lstStyle/>
          <a:p>
            <a:r>
              <a:rPr lang="en-US"/>
              <a:t>Confidential | Capgemini | Project Pluto - Extension Proposal</a:t>
            </a:r>
          </a:p>
        </p:txBody>
      </p:sp>
      <p:sp>
        <p:nvSpPr>
          <p:cNvPr id="5" name="Foliennummernplatzhalter 4">
            <a:extLst>
              <a:ext uri="{FF2B5EF4-FFF2-40B4-BE49-F238E27FC236}">
                <a16:creationId xmlns:a16="http://schemas.microsoft.com/office/drawing/2014/main" id="{472C464D-9076-4D64-A912-896AEDF0E5BE}"/>
              </a:ext>
            </a:extLst>
          </p:cNvPr>
          <p:cNvSpPr>
            <a:spLocks noGrp="1"/>
          </p:cNvSpPr>
          <p:nvPr>
            <p:ph type="sldNum" sz="quarter" idx="11"/>
          </p:nvPr>
        </p:nvSpPr>
        <p:spPr/>
        <p:txBody>
          <a:bodyPr/>
          <a:lstStyle/>
          <a:p>
            <a:fld id="{A1A5E10D-79A5-49BA-9648-53481340C65F}" type="slidenum">
              <a:rPr lang="en-US" smtClean="0"/>
              <a:pPr/>
              <a:t>‹#›</a:t>
            </a:fld>
            <a:endParaRPr lang="en-US"/>
          </a:p>
        </p:txBody>
      </p:sp>
      <p:sp>
        <p:nvSpPr>
          <p:cNvPr id="7" name="Inhaltsplatzhalter 6">
            <a:extLst>
              <a:ext uri="{FF2B5EF4-FFF2-40B4-BE49-F238E27FC236}">
                <a16:creationId xmlns:a16="http://schemas.microsoft.com/office/drawing/2014/main" id="{C186323F-21B0-414B-B738-0CBC5536F22B}"/>
              </a:ext>
            </a:extLst>
          </p:cNvPr>
          <p:cNvSpPr>
            <a:spLocks noGrp="1"/>
          </p:cNvSpPr>
          <p:nvPr>
            <p:ph sz="quarter" idx="12" hasCustomPrompt="1"/>
          </p:nvPr>
        </p:nvSpPr>
        <p:spPr>
          <a:xfrm>
            <a:off x="624608" y="1485024"/>
            <a:ext cx="10944000" cy="4752288"/>
          </a:xfrm>
        </p:spPr>
        <p:txBody>
          <a:bodyPr/>
          <a:lstStyle/>
          <a:p>
            <a:pPr lvl="0"/>
            <a:r>
              <a:rPr lang="en-US"/>
              <a:t>Click to edit text</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3233004920"/>
      </p:ext>
    </p:extLst>
  </p:cSld>
  <p:clrMapOvr>
    <a:masterClrMapping/>
  </p:clrMapOvr>
</p:sldLayout>
</file>

<file path=ppt/slideLayouts/slideLayout184.xml><?xml version="1.0" encoding="utf-8"?>
<p:sldLayout xmlns:a="http://schemas.openxmlformats.org/drawingml/2006/main" xmlns:r="http://schemas.openxmlformats.org/officeDocument/2006/relationships" xmlns:p="http://schemas.openxmlformats.org/presentationml/2006/main" userDrawn="1">
  <p:cSld name="2_Blank-White">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5C652ADD-C35C-4E3D-8F9F-F29A26A80977}"/>
              </a:ext>
            </a:extLst>
          </p:cNvPr>
          <p:cNvPicPr>
            <a:picLocks noChangeAspect="1"/>
          </p:cNvPicPr>
          <p:nvPr userDrawn="1"/>
        </p:nvPicPr>
        <p:blipFill rotWithShape="1">
          <a:blip r:embed="rId2" cstate="screen">
            <a:extLst>
              <a:ext uri="{28A0092B-C50C-407E-A947-70E740481C1C}">
                <a14:useLocalDpi xmlns:a14="http://schemas.microsoft.com/office/drawing/2010/main"/>
              </a:ext>
            </a:extLst>
          </a:blip>
          <a:srcRect/>
          <a:stretch/>
        </p:blipFill>
        <p:spPr>
          <a:xfrm>
            <a:off x="0" y="0"/>
            <a:ext cx="1270177" cy="1268413"/>
          </a:xfrm>
          <a:prstGeom prst="rect">
            <a:avLst/>
          </a:prstGeom>
        </p:spPr>
      </p:pic>
      <p:sp>
        <p:nvSpPr>
          <p:cNvPr id="6" name="Title Placeholder 1">
            <a:extLst>
              <a:ext uri="{FF2B5EF4-FFF2-40B4-BE49-F238E27FC236}">
                <a16:creationId xmlns:a16="http://schemas.microsoft.com/office/drawing/2014/main" id="{552BBB0A-405D-419D-8BD5-EC8D9F84B795}"/>
              </a:ext>
            </a:extLst>
          </p:cNvPr>
          <p:cNvSpPr>
            <a:spLocks noGrp="1"/>
          </p:cNvSpPr>
          <p:nvPr>
            <p:ph type="title" hasCustomPrompt="1"/>
          </p:nvPr>
        </p:nvSpPr>
        <p:spPr>
          <a:xfrm>
            <a:off x="407988" y="404813"/>
            <a:ext cx="9864476" cy="863600"/>
          </a:xfrm>
          <a:prstGeom prst="rect">
            <a:avLst/>
          </a:prstGeom>
        </p:spPr>
        <p:txBody>
          <a:bodyPr vert="horz" lIns="0" tIns="0" rIns="0" bIns="0" rtlCol="0" anchor="t">
            <a:noAutofit/>
          </a:bodyPr>
          <a:lstStyle>
            <a:lvl1pPr>
              <a:defRPr lang="pt-PT" dirty="0"/>
            </a:lvl1pPr>
          </a:lstStyle>
          <a:p>
            <a:pPr lvl="0">
              <a:lnSpc>
                <a:spcPts val="3000"/>
              </a:lnSpc>
            </a:pPr>
            <a:r>
              <a:rPr lang="en-US"/>
              <a:t>Click to add title</a:t>
            </a:r>
            <a:endParaRPr lang="pt-PT"/>
          </a:p>
        </p:txBody>
      </p:sp>
      <p:cxnSp>
        <p:nvCxnSpPr>
          <p:cNvPr id="4" name="Conector reto 49">
            <a:extLst>
              <a:ext uri="{FF2B5EF4-FFF2-40B4-BE49-F238E27FC236}">
                <a16:creationId xmlns:a16="http://schemas.microsoft.com/office/drawing/2014/main" id="{2AA9D5FD-5BA1-4346-894B-808BD3E21E7C}"/>
              </a:ext>
            </a:extLst>
          </p:cNvPr>
          <p:cNvCxnSpPr>
            <a:cxnSpLocks/>
          </p:cNvCxnSpPr>
          <p:nvPr userDrawn="1"/>
        </p:nvCxnSpPr>
        <p:spPr>
          <a:xfrm flipV="1">
            <a:off x="1877452" y="6587911"/>
            <a:ext cx="0" cy="155576"/>
          </a:xfrm>
          <a:prstGeom prst="line">
            <a:avLst/>
          </a:prstGeom>
          <a:solidFill>
            <a:schemeClr val="tx1"/>
          </a:solidFill>
          <a:ln w="12700" cap="rnd">
            <a:solidFill>
              <a:schemeClr val="accent2"/>
            </a:solidFill>
            <a:round/>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631565126"/>
      </p:ext>
    </p:extLst>
  </p:cSld>
  <p:clrMapOvr>
    <a:masterClrMapping/>
  </p:clrMapOvr>
</p:sldLayout>
</file>

<file path=ppt/slideLayouts/slideLayout185.xml><?xml version="1.0" encoding="utf-8"?>
<p:sldLayout xmlns:a="http://schemas.openxmlformats.org/drawingml/2006/main" xmlns:r="http://schemas.openxmlformats.org/officeDocument/2006/relationships" xmlns:p="http://schemas.openxmlformats.org/presentationml/2006/main">
  <p:cSld name="1_Title, subtitle and content ">
    <p:spTree>
      <p:nvGrpSpPr>
        <p:cNvPr id="1" name=""/>
        <p:cNvGrpSpPr/>
        <p:nvPr/>
      </p:nvGrpSpPr>
      <p:grpSpPr>
        <a:xfrm>
          <a:off x="0" y="0"/>
          <a:ext cx="0" cy="0"/>
          <a:chOff x="0" y="0"/>
          <a:chExt cx="0" cy="0"/>
        </a:xfrm>
      </p:grpSpPr>
      <p:graphicFrame>
        <p:nvGraphicFramePr>
          <p:cNvPr id="4" name="Object 3" hidden="1">
            <a:extLst>
              <a:ext uri="{FF2B5EF4-FFF2-40B4-BE49-F238E27FC236}">
                <a16:creationId xmlns:a16="http://schemas.microsoft.com/office/drawing/2014/main" id="{FEBAE00D-B623-44D7-B9F6-FBD385BD230C}"/>
              </a:ext>
            </a:extLst>
          </p:cNvPr>
          <p:cNvGraphicFramePr>
            <a:graphicFrameLocks noChangeAspect="1"/>
          </p:cNvGraphicFramePr>
          <p:nvPr userDrawn="1">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360" imgH="360" progId="TCLayout.ActiveDocument.1">
                  <p:embed/>
                </p:oleObj>
              </mc:Choice>
              <mc:Fallback>
                <p:oleObj name="think-cell Slide" r:id="rId3" imgW="360" imgH="360" progId="TCLayout.ActiveDocument.1">
                  <p:embed/>
                  <p:pic>
                    <p:nvPicPr>
                      <p:cNvPr id="4" name="Object 3" hidden="1">
                        <a:extLst>
                          <a:ext uri="{FF2B5EF4-FFF2-40B4-BE49-F238E27FC236}">
                            <a16:creationId xmlns:a16="http://schemas.microsoft.com/office/drawing/2014/main" id="{FEBAE00D-B623-44D7-B9F6-FBD385BD230C}"/>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2" name="Title 1"/>
          <p:cNvSpPr>
            <a:spLocks noGrp="1"/>
          </p:cNvSpPr>
          <p:nvPr>
            <p:ph type="title"/>
          </p:nvPr>
        </p:nvSpPr>
        <p:spPr>
          <a:xfrm>
            <a:off x="550200" y="0"/>
            <a:ext cx="11091600" cy="1104900"/>
          </a:xfrm>
        </p:spPr>
        <p:txBody>
          <a:bodyPr vert="horz" tIns="180000"/>
          <a:lstStyle>
            <a:lvl1pPr rtl="0">
              <a:spcBef>
                <a:spcPts val="0"/>
              </a:spcBef>
              <a:defRPr spc="200" baseline="0"/>
            </a:lvl1pPr>
          </a:lstStyle>
          <a:p>
            <a:r>
              <a:rPr lang="en-US"/>
              <a:t>Click to edit Master title style</a:t>
            </a:r>
          </a:p>
        </p:txBody>
      </p:sp>
      <p:sp>
        <p:nvSpPr>
          <p:cNvPr id="5" name="Espace réservé du texte 4"/>
          <p:cNvSpPr>
            <a:spLocks noGrp="1"/>
          </p:cNvSpPr>
          <p:nvPr>
            <p:ph type="body" sz="quarter" idx="11" hasCustomPrompt="1"/>
          </p:nvPr>
        </p:nvSpPr>
        <p:spPr>
          <a:xfrm>
            <a:off x="550200" y="1148607"/>
            <a:ext cx="11091600" cy="504056"/>
          </a:xfrm>
          <a:prstGeom prst="rect">
            <a:avLst/>
          </a:prstGeom>
        </p:spPr>
        <p:txBody>
          <a:bodyPr>
            <a:normAutofit/>
          </a:bodyPr>
          <a:lstStyle>
            <a:lvl1pPr rtl="0">
              <a:spcBef>
                <a:spcPts val="0"/>
              </a:spcBef>
              <a:defRPr sz="2200" spc="-110" baseline="0">
                <a:solidFill>
                  <a:schemeClr val="accent1"/>
                </a:solidFill>
              </a:defRPr>
            </a:lvl1pPr>
          </a:lstStyle>
          <a:p>
            <a:pPr lvl="0"/>
            <a:r>
              <a:rPr lang="en-US"/>
              <a:t>Click to edit Master subtitle styles</a:t>
            </a:r>
          </a:p>
        </p:txBody>
      </p:sp>
    </p:spTree>
    <p:extLst>
      <p:ext uri="{BB962C8B-B14F-4D97-AF65-F5344CB8AC3E}">
        <p14:creationId xmlns:p14="http://schemas.microsoft.com/office/powerpoint/2010/main" val="2614340821"/>
      </p:ext>
    </p:extLst>
  </p:cSld>
  <p:clrMapOvr>
    <a:masterClrMapping/>
  </p:clrMapOvr>
</p:sldLayout>
</file>

<file path=ppt/slideLayouts/slideLayout186.xml><?xml version="1.0" encoding="utf-8"?>
<p:sldLayout xmlns:a="http://schemas.openxmlformats.org/drawingml/2006/main" xmlns:r="http://schemas.openxmlformats.org/officeDocument/2006/relationships" xmlns:p="http://schemas.openxmlformats.org/presentationml/2006/main">
  <p:cSld name="1_Title Only 2023">
    <p:bg>
      <p:bgPr>
        <a:solidFill>
          <a:schemeClr val="accent4"/>
        </a:solidFill>
        <a:effectLst/>
      </p:bgPr>
    </p:bg>
    <p:spTree>
      <p:nvGrpSpPr>
        <p:cNvPr id="1" name=""/>
        <p:cNvGrpSpPr/>
        <p:nvPr/>
      </p:nvGrpSpPr>
      <p:grpSpPr>
        <a:xfrm>
          <a:off x="0" y="0"/>
          <a:ext cx="0" cy="0"/>
          <a:chOff x="0" y="0"/>
          <a:chExt cx="0" cy="0"/>
        </a:xfrm>
      </p:grpSpPr>
      <p:pic>
        <p:nvPicPr>
          <p:cNvPr id="2" name="Picture 1" descr="A picture containing person&#10;&#10;Description automatically generated">
            <a:extLst>
              <a:ext uri="{FF2B5EF4-FFF2-40B4-BE49-F238E27FC236}">
                <a16:creationId xmlns:a16="http://schemas.microsoft.com/office/drawing/2014/main" id="{70D2A13D-23B9-107A-1A41-43F1EC64AED4}"/>
              </a:ext>
            </a:extLst>
          </p:cNvPr>
          <p:cNvPicPr>
            <a:picLocks noChangeAspect="1"/>
          </p:cNvPicPr>
          <p:nvPr userDrawn="1"/>
        </p:nvPicPr>
        <p:blipFill rotWithShape="1">
          <a:blip r:embed="rId2">
            <a:extLst>
              <a:ext uri="{28A0092B-C50C-407E-A947-70E740481C1C}">
                <a14:useLocalDpi xmlns:a14="http://schemas.microsoft.com/office/drawing/2010/main" val="0"/>
              </a:ext>
            </a:extLst>
          </a:blip>
          <a:srcRect l="16918" r="35790"/>
          <a:stretch/>
        </p:blipFill>
        <p:spPr>
          <a:xfrm>
            <a:off x="6096000" y="0"/>
            <a:ext cx="6096000" cy="6858000"/>
          </a:xfrm>
          <a:prstGeom prst="rect">
            <a:avLst/>
          </a:prstGeom>
        </p:spPr>
      </p:pic>
      <p:sp>
        <p:nvSpPr>
          <p:cNvPr id="3" name="Title 2">
            <a:extLst>
              <a:ext uri="{FF2B5EF4-FFF2-40B4-BE49-F238E27FC236}">
                <a16:creationId xmlns:a16="http://schemas.microsoft.com/office/drawing/2014/main" id="{57F0C9DF-D1FA-45A1-91F6-147FDC3E7341}"/>
              </a:ext>
            </a:extLst>
          </p:cNvPr>
          <p:cNvSpPr>
            <a:spLocks noGrp="1"/>
          </p:cNvSpPr>
          <p:nvPr>
            <p:ph type="title"/>
          </p:nvPr>
        </p:nvSpPr>
        <p:spPr>
          <a:xfrm>
            <a:off x="960398" y="2344309"/>
            <a:ext cx="4271359" cy="1961473"/>
          </a:xfrm>
        </p:spPr>
        <p:txBody>
          <a:bodyPr anchor="ctr"/>
          <a:lstStyle>
            <a:lvl1pPr algn="ctr">
              <a:defRPr sz="4000">
                <a:solidFill>
                  <a:schemeClr val="bg1"/>
                </a:solidFill>
              </a:defRPr>
            </a:lvl1pPr>
          </a:lstStyle>
          <a:p>
            <a:r>
              <a:rPr lang="en-US"/>
              <a:t>Click to edit Master title style</a:t>
            </a:r>
            <a:endParaRPr lang="de-DE"/>
          </a:p>
        </p:txBody>
      </p:sp>
      <p:grpSp>
        <p:nvGrpSpPr>
          <p:cNvPr id="4" name="Groupe 1">
            <a:extLst>
              <a:ext uri="{FF2B5EF4-FFF2-40B4-BE49-F238E27FC236}">
                <a16:creationId xmlns:a16="http://schemas.microsoft.com/office/drawing/2014/main" id="{DE79AD3D-AF4D-5ACB-8362-1BDD849B6851}"/>
              </a:ext>
              <a:ext uri="{C183D7F6-B498-43B3-948B-1728B52AA6E4}">
                <adec:decorative xmlns:adec="http://schemas.microsoft.com/office/drawing/2017/decorative" val="1"/>
              </a:ext>
            </a:extLst>
          </p:cNvPr>
          <p:cNvGrpSpPr>
            <a:grpSpLocks noChangeAspect="1"/>
          </p:cNvGrpSpPr>
          <p:nvPr userDrawn="1"/>
        </p:nvGrpSpPr>
        <p:grpSpPr>
          <a:xfrm>
            <a:off x="11562163" y="205059"/>
            <a:ext cx="419436" cy="388988"/>
            <a:chOff x="11501102" y="171573"/>
            <a:chExt cx="419436" cy="388988"/>
          </a:xfrm>
        </p:grpSpPr>
        <p:sp>
          <p:nvSpPr>
            <p:cNvPr id="5" name="Freeform 13">
              <a:extLst>
                <a:ext uri="{FF2B5EF4-FFF2-40B4-BE49-F238E27FC236}">
                  <a16:creationId xmlns:a16="http://schemas.microsoft.com/office/drawing/2014/main" id="{CD5F4367-46D5-B94F-B88D-C61BCF432EE3}"/>
                </a:ext>
              </a:extLst>
            </p:cNvPr>
            <p:cNvSpPr>
              <a:spLocks/>
            </p:cNvSpPr>
            <p:nvPr/>
          </p:nvSpPr>
          <p:spPr bwMode="auto">
            <a:xfrm>
              <a:off x="11644642" y="334376"/>
              <a:ext cx="275896" cy="226185"/>
            </a:xfrm>
            <a:custGeom>
              <a:avLst/>
              <a:gdLst/>
              <a:ahLst/>
              <a:cxnLst>
                <a:cxn ang="0">
                  <a:pos x="125" y="107"/>
                </a:cxn>
                <a:cxn ang="0">
                  <a:pos x="188" y="43"/>
                </a:cxn>
                <a:cxn ang="0">
                  <a:pos x="141" y="0"/>
                </a:cxn>
                <a:cxn ang="0">
                  <a:pos x="49" y="99"/>
                </a:cxn>
                <a:cxn ang="0">
                  <a:pos x="0" y="144"/>
                </a:cxn>
                <a:cxn ang="0">
                  <a:pos x="37" y="154"/>
                </a:cxn>
                <a:cxn ang="0">
                  <a:pos x="125" y="125"/>
                </a:cxn>
                <a:cxn ang="0">
                  <a:pos x="81" y="86"/>
                </a:cxn>
                <a:cxn ang="0">
                  <a:pos x="125" y="107"/>
                </a:cxn>
              </a:cxnLst>
              <a:rect l="0" t="0" r="r" b="b"/>
              <a:pathLst>
                <a:path w="188" h="154">
                  <a:moveTo>
                    <a:pt x="125" y="107"/>
                  </a:moveTo>
                  <a:cubicBezTo>
                    <a:pt x="160" y="107"/>
                    <a:pt x="188" y="78"/>
                    <a:pt x="188" y="43"/>
                  </a:cubicBezTo>
                  <a:cubicBezTo>
                    <a:pt x="186" y="28"/>
                    <a:pt x="181" y="0"/>
                    <a:pt x="141" y="0"/>
                  </a:cubicBezTo>
                  <a:cubicBezTo>
                    <a:pt x="99" y="0"/>
                    <a:pt x="84" y="60"/>
                    <a:pt x="49" y="99"/>
                  </a:cubicBezTo>
                  <a:cubicBezTo>
                    <a:pt x="47" y="121"/>
                    <a:pt x="26" y="140"/>
                    <a:pt x="0" y="144"/>
                  </a:cubicBezTo>
                  <a:cubicBezTo>
                    <a:pt x="6" y="150"/>
                    <a:pt x="20" y="154"/>
                    <a:pt x="37" y="154"/>
                  </a:cubicBezTo>
                  <a:cubicBezTo>
                    <a:pt x="68" y="154"/>
                    <a:pt x="106" y="145"/>
                    <a:pt x="125" y="125"/>
                  </a:cubicBezTo>
                  <a:cubicBezTo>
                    <a:pt x="99" y="126"/>
                    <a:pt x="82" y="109"/>
                    <a:pt x="81" y="86"/>
                  </a:cubicBezTo>
                  <a:cubicBezTo>
                    <a:pt x="93" y="101"/>
                    <a:pt x="108" y="107"/>
                    <a:pt x="125" y="107"/>
                  </a:cubicBezTo>
                </a:path>
              </a:pathLst>
            </a:custGeom>
            <a:solidFill>
              <a:srgbClr val="12ABDB"/>
            </a:solidFill>
            <a:ln w="9525">
              <a:noFill/>
              <a:round/>
              <a:headEnd/>
              <a:tailEnd/>
            </a:ln>
          </p:spPr>
          <p:txBody>
            <a:bodyPr vert="horz" wrap="square" lIns="91440" tIns="45720" rIns="91440" bIns="45720" numCol="1" anchor="t" anchorCtr="0" compatLnSpc="1">
              <a:prstTxWarp prst="textNoShape">
                <a:avLst/>
              </a:prstTxWarp>
            </a:bodyPr>
            <a:lstStyle/>
            <a:p>
              <a:endParaRPr lang="en-GB"/>
            </a:p>
          </p:txBody>
        </p:sp>
        <p:sp>
          <p:nvSpPr>
            <p:cNvPr id="6" name="Freeform 14">
              <a:extLst>
                <a:ext uri="{FF2B5EF4-FFF2-40B4-BE49-F238E27FC236}">
                  <a16:creationId xmlns:a16="http://schemas.microsoft.com/office/drawing/2014/main" id="{0FAA6E08-9D81-E91E-294F-B15B14A583B6}"/>
                </a:ext>
              </a:extLst>
            </p:cNvPr>
            <p:cNvSpPr>
              <a:spLocks/>
            </p:cNvSpPr>
            <p:nvPr/>
          </p:nvSpPr>
          <p:spPr bwMode="auto">
            <a:xfrm>
              <a:off x="11501102" y="171573"/>
              <a:ext cx="419436" cy="356676"/>
            </a:xfrm>
            <a:custGeom>
              <a:avLst/>
              <a:gdLst/>
              <a:ahLst/>
              <a:cxnLst>
                <a:cxn ang="0">
                  <a:pos x="286" y="152"/>
                </a:cxn>
                <a:cxn ang="0">
                  <a:pos x="237" y="51"/>
                </a:cxn>
                <a:cxn ang="0">
                  <a:pos x="160" y="3"/>
                </a:cxn>
                <a:cxn ang="0">
                  <a:pos x="153" y="0"/>
                </a:cxn>
                <a:cxn ang="0">
                  <a:pos x="153" y="0"/>
                </a:cxn>
                <a:cxn ang="0">
                  <a:pos x="0" y="158"/>
                </a:cxn>
                <a:cxn ang="0">
                  <a:pos x="53" y="236"/>
                </a:cxn>
                <a:cxn ang="0">
                  <a:pos x="107" y="237"/>
                </a:cxn>
                <a:cxn ang="0">
                  <a:pos x="147" y="210"/>
                </a:cxn>
                <a:cxn ang="0">
                  <a:pos x="239" y="111"/>
                </a:cxn>
                <a:cxn ang="0">
                  <a:pos x="286" y="154"/>
                </a:cxn>
                <a:cxn ang="0">
                  <a:pos x="286" y="152"/>
                </a:cxn>
              </a:cxnLst>
              <a:rect l="0" t="0" r="r" b="b"/>
              <a:pathLst>
                <a:path w="286" h="243">
                  <a:moveTo>
                    <a:pt x="286" y="152"/>
                  </a:moveTo>
                  <a:cubicBezTo>
                    <a:pt x="286" y="112"/>
                    <a:pt x="266" y="78"/>
                    <a:pt x="237" y="51"/>
                  </a:cubicBezTo>
                  <a:cubicBezTo>
                    <a:pt x="215" y="30"/>
                    <a:pt x="188" y="15"/>
                    <a:pt x="160" y="3"/>
                  </a:cubicBezTo>
                  <a:cubicBezTo>
                    <a:pt x="158" y="2"/>
                    <a:pt x="156" y="1"/>
                    <a:pt x="153" y="0"/>
                  </a:cubicBezTo>
                  <a:cubicBezTo>
                    <a:pt x="153" y="0"/>
                    <a:pt x="153" y="0"/>
                    <a:pt x="153" y="0"/>
                  </a:cubicBezTo>
                  <a:cubicBezTo>
                    <a:pt x="119" y="41"/>
                    <a:pt x="0" y="72"/>
                    <a:pt x="0" y="158"/>
                  </a:cubicBezTo>
                  <a:cubicBezTo>
                    <a:pt x="0" y="192"/>
                    <a:pt x="21" y="224"/>
                    <a:pt x="53" y="236"/>
                  </a:cubicBezTo>
                  <a:cubicBezTo>
                    <a:pt x="71" y="243"/>
                    <a:pt x="89" y="243"/>
                    <a:pt x="107" y="237"/>
                  </a:cubicBezTo>
                  <a:cubicBezTo>
                    <a:pt x="123" y="232"/>
                    <a:pt x="136" y="222"/>
                    <a:pt x="147" y="210"/>
                  </a:cubicBezTo>
                  <a:cubicBezTo>
                    <a:pt x="182" y="171"/>
                    <a:pt x="197" y="111"/>
                    <a:pt x="239" y="111"/>
                  </a:cubicBezTo>
                  <a:cubicBezTo>
                    <a:pt x="279" y="111"/>
                    <a:pt x="284" y="139"/>
                    <a:pt x="286" y="154"/>
                  </a:cubicBezTo>
                  <a:cubicBezTo>
                    <a:pt x="286" y="154"/>
                    <a:pt x="286" y="153"/>
                    <a:pt x="286" y="152"/>
                  </a:cubicBezTo>
                </a:path>
              </a:pathLst>
            </a:custGeom>
            <a:solidFill>
              <a:srgbClr val="0070AD"/>
            </a:solidFill>
            <a:ln w="9525">
              <a:noFill/>
              <a:round/>
              <a:headEnd/>
              <a:tailEnd/>
            </a:ln>
          </p:spPr>
          <p:txBody>
            <a:bodyPr vert="horz" wrap="square" lIns="91440" tIns="45720" rIns="91440" bIns="45720" numCol="1" anchor="t" anchorCtr="0" compatLnSpc="1">
              <a:prstTxWarp prst="textNoShape">
                <a:avLst/>
              </a:prstTxWarp>
            </a:bodyPr>
            <a:lstStyle/>
            <a:p>
              <a:endParaRPr lang="en-GB"/>
            </a:p>
          </p:txBody>
        </p:sp>
      </p:grpSp>
      <p:sp>
        <p:nvSpPr>
          <p:cNvPr id="7" name="Graphic 6">
            <a:extLst>
              <a:ext uri="{FF2B5EF4-FFF2-40B4-BE49-F238E27FC236}">
                <a16:creationId xmlns:a16="http://schemas.microsoft.com/office/drawing/2014/main" id="{64BC5297-BF21-E734-F41C-E3F95321B654}"/>
              </a:ext>
            </a:extLst>
          </p:cNvPr>
          <p:cNvSpPr>
            <a:spLocks/>
          </p:cNvSpPr>
          <p:nvPr userDrawn="1"/>
        </p:nvSpPr>
        <p:spPr>
          <a:xfrm rot="11845098">
            <a:off x="2306529" y="2021783"/>
            <a:ext cx="7397968" cy="4060524"/>
          </a:xfrm>
          <a:custGeom>
            <a:avLst/>
            <a:gdLst>
              <a:gd name="connsiteX0" fmla="*/ 359093 w 8112442"/>
              <a:gd name="connsiteY0" fmla="*/ 4061460 h 4061459"/>
              <a:gd name="connsiteX1" fmla="*/ 0 w 8112442"/>
              <a:gd name="connsiteY1" fmla="*/ 4050983 h 4061459"/>
              <a:gd name="connsiteX2" fmla="*/ 1905 w 8112442"/>
              <a:gd name="connsiteY2" fmla="*/ 4012883 h 4061459"/>
              <a:gd name="connsiteX3" fmla="*/ 3440430 w 8112442"/>
              <a:gd name="connsiteY3" fmla="*/ 1951673 h 4061459"/>
              <a:gd name="connsiteX4" fmla="*/ 3753803 w 8112442"/>
              <a:gd name="connsiteY4" fmla="*/ 1336358 h 4061459"/>
              <a:gd name="connsiteX5" fmla="*/ 4995863 w 8112442"/>
              <a:gd name="connsiteY5" fmla="*/ 397193 h 4061459"/>
              <a:gd name="connsiteX6" fmla="*/ 5687378 w 8112442"/>
              <a:gd name="connsiteY6" fmla="*/ 307658 h 4061459"/>
              <a:gd name="connsiteX7" fmla="*/ 5698808 w 8112442"/>
              <a:gd name="connsiteY7" fmla="*/ 308610 h 4061459"/>
              <a:gd name="connsiteX8" fmla="*/ 5703570 w 8112442"/>
              <a:gd name="connsiteY8" fmla="*/ 319088 h 4061459"/>
              <a:gd name="connsiteX9" fmla="*/ 6342698 w 8112442"/>
              <a:gd name="connsiteY9" fmla="*/ 802958 h 4061459"/>
              <a:gd name="connsiteX10" fmla="*/ 7061835 w 8112442"/>
              <a:gd name="connsiteY10" fmla="*/ 707708 h 4061459"/>
              <a:gd name="connsiteX11" fmla="*/ 8086725 w 8112442"/>
              <a:gd name="connsiteY11" fmla="*/ 0 h 4061459"/>
              <a:gd name="connsiteX12" fmla="*/ 8112443 w 8112442"/>
              <a:gd name="connsiteY12" fmla="*/ 27623 h 4061459"/>
              <a:gd name="connsiteX13" fmla="*/ 7074218 w 8112442"/>
              <a:gd name="connsiteY13" fmla="*/ 742950 h 4061459"/>
              <a:gd name="connsiteX14" fmla="*/ 6334125 w 8112442"/>
              <a:gd name="connsiteY14" fmla="*/ 840105 h 4061459"/>
              <a:gd name="connsiteX15" fmla="*/ 5673090 w 8112442"/>
              <a:gd name="connsiteY15" fmla="*/ 344805 h 4061459"/>
              <a:gd name="connsiteX16" fmla="*/ 5005388 w 8112442"/>
              <a:gd name="connsiteY16" fmla="*/ 433388 h 4061459"/>
              <a:gd name="connsiteX17" fmla="*/ 3786188 w 8112442"/>
              <a:gd name="connsiteY17" fmla="*/ 1356360 h 4061459"/>
              <a:gd name="connsiteX18" fmla="*/ 3475673 w 8112442"/>
              <a:gd name="connsiteY18" fmla="*/ 1966913 h 4061459"/>
              <a:gd name="connsiteX19" fmla="*/ 2500313 w 8112442"/>
              <a:gd name="connsiteY19" fmla="*/ 3420428 h 4061459"/>
              <a:gd name="connsiteX20" fmla="*/ 359093 w 8112442"/>
              <a:gd name="connsiteY20" fmla="*/ 4061460 h 40614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8112442" h="4061459">
                <a:moveTo>
                  <a:pt x="359093" y="4061460"/>
                </a:moveTo>
                <a:cubicBezTo>
                  <a:pt x="242888" y="4061460"/>
                  <a:pt x="122873" y="4057650"/>
                  <a:pt x="0" y="4050983"/>
                </a:cubicBezTo>
                <a:lnTo>
                  <a:pt x="1905" y="4012883"/>
                </a:lnTo>
                <a:cubicBezTo>
                  <a:pt x="2445068" y="4147185"/>
                  <a:pt x="2996565" y="2929890"/>
                  <a:pt x="3440430" y="1951673"/>
                </a:cubicBezTo>
                <a:cubicBezTo>
                  <a:pt x="3543300" y="1724978"/>
                  <a:pt x="3640455" y="1510665"/>
                  <a:pt x="3753803" y="1336358"/>
                </a:cubicBezTo>
                <a:cubicBezTo>
                  <a:pt x="4133850" y="750570"/>
                  <a:pt x="4638675" y="501968"/>
                  <a:pt x="4995863" y="397193"/>
                </a:cubicBezTo>
                <a:cubicBezTo>
                  <a:pt x="5382578" y="282893"/>
                  <a:pt x="5684520" y="307658"/>
                  <a:pt x="5687378" y="307658"/>
                </a:cubicBezTo>
                <a:lnTo>
                  <a:pt x="5698808" y="308610"/>
                </a:lnTo>
                <a:lnTo>
                  <a:pt x="5703570" y="319088"/>
                </a:lnTo>
                <a:cubicBezTo>
                  <a:pt x="5771198" y="465773"/>
                  <a:pt x="5980748" y="732473"/>
                  <a:pt x="6342698" y="802958"/>
                </a:cubicBezTo>
                <a:cubicBezTo>
                  <a:pt x="6558915" y="845820"/>
                  <a:pt x="6800850" y="813435"/>
                  <a:pt x="7061835" y="707708"/>
                </a:cubicBezTo>
                <a:cubicBezTo>
                  <a:pt x="7376160" y="579120"/>
                  <a:pt x="7721918" y="340995"/>
                  <a:pt x="8086725" y="0"/>
                </a:cubicBezTo>
                <a:lnTo>
                  <a:pt x="8112443" y="27623"/>
                </a:lnTo>
                <a:cubicBezTo>
                  <a:pt x="7744778" y="372428"/>
                  <a:pt x="7395210" y="612458"/>
                  <a:pt x="7074218" y="742950"/>
                </a:cubicBezTo>
                <a:cubicBezTo>
                  <a:pt x="6806565" y="851535"/>
                  <a:pt x="6557963" y="883920"/>
                  <a:pt x="6334125" y="840105"/>
                </a:cubicBezTo>
                <a:cubicBezTo>
                  <a:pt x="5966460" y="767715"/>
                  <a:pt x="5748338" y="499110"/>
                  <a:pt x="5673090" y="344805"/>
                </a:cubicBezTo>
                <a:cubicBezTo>
                  <a:pt x="5616893" y="341948"/>
                  <a:pt x="5344478" y="333375"/>
                  <a:pt x="5005388" y="433388"/>
                </a:cubicBezTo>
                <a:cubicBezTo>
                  <a:pt x="4654868" y="537210"/>
                  <a:pt x="4159568" y="781050"/>
                  <a:pt x="3786188" y="1356360"/>
                </a:cubicBezTo>
                <a:cubicBezTo>
                  <a:pt x="3674745" y="1528763"/>
                  <a:pt x="3578543" y="1741170"/>
                  <a:pt x="3475673" y="1966913"/>
                </a:cubicBezTo>
                <a:cubicBezTo>
                  <a:pt x="3255645" y="2452688"/>
                  <a:pt x="3006090" y="3002280"/>
                  <a:pt x="2500313" y="3420428"/>
                </a:cubicBezTo>
                <a:cubicBezTo>
                  <a:pt x="1979295" y="3850958"/>
                  <a:pt x="1276350" y="4061460"/>
                  <a:pt x="359093" y="4061460"/>
                </a:cubicBezTo>
                <a:close/>
              </a:path>
            </a:pathLst>
          </a:custGeom>
          <a:gradFill>
            <a:gsLst>
              <a:gs pos="92000">
                <a:schemeClr val="accent2">
                  <a:alpha val="0"/>
                </a:schemeClr>
              </a:gs>
              <a:gs pos="32000">
                <a:srgbClr val="12ABDB">
                  <a:alpha val="17000"/>
                </a:srgbClr>
              </a:gs>
              <a:gs pos="17000">
                <a:schemeClr val="accent2">
                  <a:alpha val="0"/>
                </a:schemeClr>
              </a:gs>
              <a:gs pos="49000">
                <a:srgbClr val="12ABDB"/>
              </a:gs>
              <a:gs pos="70000">
                <a:schemeClr val="accent2"/>
              </a:gs>
            </a:gsLst>
            <a:lin ang="540000" scaled="0"/>
          </a:gradFill>
          <a:ln w="9525" cap="flat">
            <a:noFill/>
            <a:prstDash val="solid"/>
            <a:miter/>
          </a:ln>
        </p:spPr>
        <p:txBody>
          <a:bodyPr rtlCol="0" anchor="ctr"/>
          <a:lstStyle/>
          <a:p>
            <a:endParaRPr lang="en-GB"/>
          </a:p>
        </p:txBody>
      </p:sp>
    </p:spTree>
    <p:extLst>
      <p:ext uri="{BB962C8B-B14F-4D97-AF65-F5344CB8AC3E}">
        <p14:creationId xmlns:p14="http://schemas.microsoft.com/office/powerpoint/2010/main" val="3259246988"/>
      </p:ext>
    </p:extLst>
  </p:cSld>
  <p:clrMapOvr>
    <a:masterClrMapping/>
  </p:clrMapOvr>
</p:sldLayout>
</file>

<file path=ppt/slideLayouts/slideLayout187.xml><?xml version="1.0" encoding="utf-8"?>
<p:sldLayout xmlns:a="http://schemas.openxmlformats.org/drawingml/2006/main" xmlns:r="http://schemas.openxmlformats.org/officeDocument/2006/relationships" xmlns:p="http://schemas.openxmlformats.org/presentationml/2006/main" userDrawn="1">
  <p:cSld name="3_Titre et contenu">
    <p:spTree>
      <p:nvGrpSpPr>
        <p:cNvPr id="1" name=""/>
        <p:cNvGrpSpPr/>
        <p:nvPr/>
      </p:nvGrpSpPr>
      <p:grpSpPr>
        <a:xfrm>
          <a:off x="0" y="0"/>
          <a:ext cx="0" cy="0"/>
          <a:chOff x="0" y="0"/>
          <a:chExt cx="0" cy="0"/>
        </a:xfrm>
      </p:grpSpPr>
      <p:sp>
        <p:nvSpPr>
          <p:cNvPr id="11" name="Title 10">
            <a:extLst>
              <a:ext uri="{FF2B5EF4-FFF2-40B4-BE49-F238E27FC236}">
                <a16:creationId xmlns:a16="http://schemas.microsoft.com/office/drawing/2014/main" id="{006B5C2B-B0BF-4136-9EC7-0E7F54D1D264}"/>
              </a:ext>
            </a:extLst>
          </p:cNvPr>
          <p:cNvSpPr>
            <a:spLocks noGrp="1"/>
          </p:cNvSpPr>
          <p:nvPr>
            <p:ph type="title"/>
          </p:nvPr>
        </p:nvSpPr>
        <p:spPr/>
        <p:txBody>
          <a:bodyPr/>
          <a:lstStyle>
            <a:lvl1pPr>
              <a:defRPr sz="2400"/>
            </a:lvl1pPr>
          </a:lstStyle>
          <a:p>
            <a:r>
              <a:rPr lang="en-US"/>
              <a:t>Click to edit Master title style</a:t>
            </a:r>
            <a:endParaRPr lang="en-GB"/>
          </a:p>
        </p:txBody>
      </p:sp>
    </p:spTree>
    <p:extLst>
      <p:ext uri="{BB962C8B-B14F-4D97-AF65-F5344CB8AC3E}">
        <p14:creationId xmlns:p14="http://schemas.microsoft.com/office/powerpoint/2010/main" val="3887133819"/>
      </p:ext>
    </p:extLst>
  </p:cSld>
  <p:clrMapOvr>
    <a:masterClrMapping/>
  </p:clrMapOvr>
</p:sldLayout>
</file>

<file path=ppt/slideLayouts/slideLayout188.xml><?xml version="1.0" encoding="utf-8"?>
<p:sldLayout xmlns:a="http://schemas.openxmlformats.org/drawingml/2006/main" xmlns:r="http://schemas.openxmlformats.org/officeDocument/2006/relationships" xmlns:p="http://schemas.openxmlformats.org/presentationml/2006/main" userDrawn="1">
  <p:cSld name="Titel">
    <p:spTree>
      <p:nvGrpSpPr>
        <p:cNvPr id="1" name=""/>
        <p:cNvGrpSpPr/>
        <p:nvPr/>
      </p:nvGrpSpPr>
      <p:grpSpPr>
        <a:xfrm>
          <a:off x="0" y="0"/>
          <a:ext cx="0" cy="0"/>
          <a:chOff x="0" y="0"/>
          <a:chExt cx="0" cy="0"/>
        </a:xfrm>
      </p:grpSpPr>
      <p:sp>
        <p:nvSpPr>
          <p:cNvPr id="3" name="Titre 2"/>
          <p:cNvSpPr>
            <a:spLocks noGrp="1"/>
          </p:cNvSpPr>
          <p:nvPr>
            <p:ph type="title" hasCustomPrompt="1"/>
          </p:nvPr>
        </p:nvSpPr>
        <p:spPr>
          <a:xfrm>
            <a:off x="425353" y="195548"/>
            <a:ext cx="9989625" cy="555573"/>
          </a:xfrm>
          <a:prstGeom prst="rect">
            <a:avLst/>
          </a:prstGeom>
        </p:spPr>
        <p:txBody>
          <a:bodyPr/>
          <a:lstStyle>
            <a:lvl1pPr>
              <a:defRPr cap="none" baseline="0"/>
            </a:lvl1pPr>
          </a:lstStyle>
          <a:p>
            <a:r>
              <a:rPr lang="fr-FR"/>
              <a:t>Cliquez et modifiez le titre</a:t>
            </a:r>
          </a:p>
        </p:txBody>
      </p:sp>
    </p:spTree>
    <p:extLst>
      <p:ext uri="{BB962C8B-B14F-4D97-AF65-F5344CB8AC3E}">
        <p14:creationId xmlns:p14="http://schemas.microsoft.com/office/powerpoint/2010/main" val="4218448608"/>
      </p:ext>
    </p:extLst>
  </p:cSld>
  <p:clrMapOvr>
    <a:masterClrMapping/>
  </p:clrMapOvr>
</p:sldLayout>
</file>

<file path=ppt/slideLayouts/slideLayout189.xml><?xml version="1.0" encoding="utf-8"?>
<p:sldLayout xmlns:a="http://schemas.openxmlformats.org/drawingml/2006/main" xmlns:r="http://schemas.openxmlformats.org/officeDocument/2006/relationships" xmlns:p="http://schemas.openxmlformats.org/presentationml/2006/main">
  <p:cSld name="Title and Content dark grey">
    <p:bg>
      <p:bgPr>
        <a:solidFill>
          <a:schemeClr val="accent4"/>
        </a:solidFill>
        <a:effectLst/>
      </p:bgPr>
    </p:bg>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5E6BB52B-0C5D-4023-89D5-282E9A520223}"/>
              </a:ext>
            </a:extLst>
          </p:cNvPr>
          <p:cNvSpPr>
            <a:spLocks noGrp="1"/>
          </p:cNvSpPr>
          <p:nvPr>
            <p:ph type="title"/>
          </p:nvPr>
        </p:nvSpPr>
        <p:spPr/>
        <p:txBody>
          <a:bodyPr/>
          <a:lstStyle>
            <a:lvl1pPr>
              <a:defRPr>
                <a:solidFill>
                  <a:schemeClr val="bg1"/>
                </a:solidFill>
              </a:defRPr>
            </a:lvl1pPr>
          </a:lstStyle>
          <a:p>
            <a:r>
              <a:rPr lang="en-US"/>
              <a:t>Click to edit Master title style</a:t>
            </a:r>
            <a:endParaRPr lang="de-DE"/>
          </a:p>
        </p:txBody>
      </p:sp>
      <p:sp>
        <p:nvSpPr>
          <p:cNvPr id="10" name="Espace réservé du texte 9">
            <a:extLst>
              <a:ext uri="{FF2B5EF4-FFF2-40B4-BE49-F238E27FC236}">
                <a16:creationId xmlns:a16="http://schemas.microsoft.com/office/drawing/2014/main" id="{0850DA69-657E-41C3-B340-B16C354CA1D0}"/>
              </a:ext>
            </a:extLst>
          </p:cNvPr>
          <p:cNvSpPr>
            <a:spLocks noGrp="1"/>
          </p:cNvSpPr>
          <p:nvPr>
            <p:ph type="body" sz="quarter" idx="10"/>
          </p:nvPr>
        </p:nvSpPr>
        <p:spPr>
          <a:xfrm>
            <a:off x="404813" y="1447800"/>
            <a:ext cx="11406187" cy="4951413"/>
          </a:xfrm>
        </p:spPr>
        <p:txBody>
          <a:bodyPr/>
          <a:lstStyle>
            <a:lvl1pPr>
              <a:defRPr>
                <a:solidFill>
                  <a:schemeClr val="bg1"/>
                </a:solidFill>
              </a:defRPr>
            </a:lvl1pPr>
            <a:lvl2pPr>
              <a:defRPr>
                <a:solidFill>
                  <a:schemeClr val="bg1"/>
                </a:solidFill>
              </a:defRPr>
            </a:lvl2pPr>
            <a:lvl3pPr>
              <a:defRPr>
                <a:solidFill>
                  <a:schemeClr val="bg1"/>
                </a:solidFill>
              </a:defRPr>
            </a:lvl3pPr>
            <a:lvl4pPr>
              <a:buClr>
                <a:schemeClr val="accent5"/>
              </a:buClr>
              <a:defRPr>
                <a:solidFill>
                  <a:schemeClr val="bg1"/>
                </a:solidFill>
              </a:defRPr>
            </a:lvl4pPr>
            <a:lvl5pPr>
              <a:buClr>
                <a:schemeClr val="bg1"/>
              </a:buClr>
              <a:defRPr>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2642688075"/>
      </p:ext>
    </p:extLst>
  </p:cSld>
  <p:clrMapOvr>
    <a:masterClrMapping/>
  </p:clrMapOvr>
</p:sldLayout>
</file>

<file path=ppt/slideLayouts/slideLayout190.xml><?xml version="1.0" encoding="utf-8"?>
<p:sldLayout xmlns:a="http://schemas.openxmlformats.org/drawingml/2006/main" xmlns:r="http://schemas.openxmlformats.org/officeDocument/2006/relationships" xmlns:p="http://schemas.openxmlformats.org/presentationml/2006/main" userDrawn="1">
  <p:cSld name="2_Content 7">
    <p:spTree>
      <p:nvGrpSpPr>
        <p:cNvPr id="1" name=""/>
        <p:cNvGrpSpPr/>
        <p:nvPr/>
      </p:nvGrpSpPr>
      <p:grpSpPr>
        <a:xfrm>
          <a:off x="0" y="0"/>
          <a:ext cx="0" cy="0"/>
          <a:chOff x="0" y="0"/>
          <a:chExt cx="0" cy="0"/>
        </a:xfrm>
      </p:grpSpPr>
      <p:graphicFrame>
        <p:nvGraphicFramePr>
          <p:cNvPr id="15" name="Object 14" hidden="1"/>
          <p:cNvGraphicFramePr>
            <a:graphicFrameLocks noChangeAspect="1"/>
          </p:cNvGraphicFramePr>
          <p:nvPr>
            <p:custDataLst>
              <p:tags r:id="rId1"/>
            </p:custDataLst>
          </p:nvPr>
        </p:nvGraphicFramePr>
        <p:xfrm>
          <a:off x="1587" y="1588"/>
          <a:ext cx="1587" cy="1587"/>
        </p:xfrm>
        <a:graphic>
          <a:graphicData uri="http://schemas.openxmlformats.org/presentationml/2006/ole">
            <mc:AlternateContent xmlns:mc="http://schemas.openxmlformats.org/markup-compatibility/2006">
              <mc:Choice xmlns:v="urn:schemas-microsoft-com:vml" Requires="v">
                <p:oleObj name="think-cell Slide" r:id="rId3" imgW="270" imgH="270" progId="TCLayout.ActiveDocument.1">
                  <p:embed/>
                </p:oleObj>
              </mc:Choice>
              <mc:Fallback>
                <p:oleObj name="think-cell Slide" r:id="rId3" imgW="270" imgH="270" progId="TCLayout.ActiveDocument.1">
                  <p:embed/>
                  <p:pic>
                    <p:nvPicPr>
                      <p:cNvPr id="15" name="Object 14" hidden="1"/>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587" y="1588"/>
                        <a:ext cx="1587" cy="1587"/>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2" name="Title 1"/>
          <p:cNvSpPr>
            <a:spLocks noGrp="1"/>
          </p:cNvSpPr>
          <p:nvPr>
            <p:ph type="title"/>
          </p:nvPr>
        </p:nvSpPr>
        <p:spPr>
          <a:xfrm>
            <a:off x="227349" y="0"/>
            <a:ext cx="10164880" cy="1104900"/>
          </a:xfrm>
          <a:prstGeom prst="rect">
            <a:avLst/>
          </a:prstGeom>
        </p:spPr>
        <p:txBody>
          <a:bodyPr/>
          <a:lstStyle/>
          <a:p>
            <a:r>
              <a:rPr lang="fr-FR"/>
              <a:t>Modifiez le style du titre</a:t>
            </a:r>
            <a:endParaRPr lang="en-GB"/>
          </a:p>
        </p:txBody>
      </p:sp>
      <p:sp>
        <p:nvSpPr>
          <p:cNvPr id="30" name="Freeform 13"/>
          <p:cNvSpPr>
            <a:spLocks/>
          </p:cNvSpPr>
          <p:nvPr userDrawn="1"/>
        </p:nvSpPr>
        <p:spPr bwMode="auto">
          <a:xfrm>
            <a:off x="11644642" y="334376"/>
            <a:ext cx="275896" cy="226185"/>
          </a:xfrm>
          <a:custGeom>
            <a:avLst/>
            <a:gdLst/>
            <a:ahLst/>
            <a:cxnLst>
              <a:cxn ang="0">
                <a:pos x="125" y="107"/>
              </a:cxn>
              <a:cxn ang="0">
                <a:pos x="188" y="43"/>
              </a:cxn>
              <a:cxn ang="0">
                <a:pos x="141" y="0"/>
              </a:cxn>
              <a:cxn ang="0">
                <a:pos x="49" y="99"/>
              </a:cxn>
              <a:cxn ang="0">
                <a:pos x="0" y="144"/>
              </a:cxn>
              <a:cxn ang="0">
                <a:pos x="37" y="154"/>
              </a:cxn>
              <a:cxn ang="0">
                <a:pos x="125" y="125"/>
              </a:cxn>
              <a:cxn ang="0">
                <a:pos x="81" y="86"/>
              </a:cxn>
              <a:cxn ang="0">
                <a:pos x="125" y="107"/>
              </a:cxn>
            </a:cxnLst>
            <a:rect l="0" t="0" r="r" b="b"/>
            <a:pathLst>
              <a:path w="188" h="154">
                <a:moveTo>
                  <a:pt x="125" y="107"/>
                </a:moveTo>
                <a:cubicBezTo>
                  <a:pt x="160" y="107"/>
                  <a:pt x="188" y="78"/>
                  <a:pt x="188" y="43"/>
                </a:cubicBezTo>
                <a:cubicBezTo>
                  <a:pt x="186" y="28"/>
                  <a:pt x="181" y="0"/>
                  <a:pt x="141" y="0"/>
                </a:cubicBezTo>
                <a:cubicBezTo>
                  <a:pt x="99" y="0"/>
                  <a:pt x="84" y="60"/>
                  <a:pt x="49" y="99"/>
                </a:cubicBezTo>
                <a:cubicBezTo>
                  <a:pt x="47" y="121"/>
                  <a:pt x="26" y="140"/>
                  <a:pt x="0" y="144"/>
                </a:cubicBezTo>
                <a:cubicBezTo>
                  <a:pt x="6" y="150"/>
                  <a:pt x="20" y="154"/>
                  <a:pt x="37" y="154"/>
                </a:cubicBezTo>
                <a:cubicBezTo>
                  <a:pt x="68" y="154"/>
                  <a:pt x="106" y="145"/>
                  <a:pt x="125" y="125"/>
                </a:cubicBezTo>
                <a:cubicBezTo>
                  <a:pt x="99" y="126"/>
                  <a:pt x="82" y="109"/>
                  <a:pt x="81" y="86"/>
                </a:cubicBezTo>
                <a:cubicBezTo>
                  <a:pt x="93" y="101"/>
                  <a:pt x="108" y="107"/>
                  <a:pt x="125" y="107"/>
                </a:cubicBezTo>
              </a:path>
            </a:pathLst>
          </a:custGeom>
          <a:solidFill>
            <a:srgbClr val="12ABDB"/>
          </a:solidFill>
          <a:ln w="9525">
            <a:noFill/>
            <a:round/>
            <a:headEnd/>
            <a:tailEnd/>
          </a:ln>
        </p:spPr>
        <p:txBody>
          <a:bodyPr vert="horz" wrap="square" lIns="91440" tIns="45720" rIns="91440" bIns="45720" numCol="1" anchor="t" anchorCtr="0" compatLnSpc="1">
            <a:prstTxWarp prst="textNoShape">
              <a:avLst/>
            </a:prstTxWarp>
          </a:bodyPr>
          <a:lstStyle/>
          <a:p>
            <a:endParaRPr lang="en-GB"/>
          </a:p>
        </p:txBody>
      </p:sp>
      <p:sp>
        <p:nvSpPr>
          <p:cNvPr id="31" name="Freeform 14"/>
          <p:cNvSpPr>
            <a:spLocks/>
          </p:cNvSpPr>
          <p:nvPr userDrawn="1"/>
        </p:nvSpPr>
        <p:spPr bwMode="auto">
          <a:xfrm>
            <a:off x="11501102" y="171573"/>
            <a:ext cx="419436" cy="356676"/>
          </a:xfrm>
          <a:custGeom>
            <a:avLst/>
            <a:gdLst/>
            <a:ahLst/>
            <a:cxnLst>
              <a:cxn ang="0">
                <a:pos x="286" y="152"/>
              </a:cxn>
              <a:cxn ang="0">
                <a:pos x="237" y="51"/>
              </a:cxn>
              <a:cxn ang="0">
                <a:pos x="160" y="3"/>
              </a:cxn>
              <a:cxn ang="0">
                <a:pos x="153" y="0"/>
              </a:cxn>
              <a:cxn ang="0">
                <a:pos x="153" y="0"/>
              </a:cxn>
              <a:cxn ang="0">
                <a:pos x="0" y="158"/>
              </a:cxn>
              <a:cxn ang="0">
                <a:pos x="53" y="236"/>
              </a:cxn>
              <a:cxn ang="0">
                <a:pos x="107" y="237"/>
              </a:cxn>
              <a:cxn ang="0">
                <a:pos x="147" y="210"/>
              </a:cxn>
              <a:cxn ang="0">
                <a:pos x="239" y="111"/>
              </a:cxn>
              <a:cxn ang="0">
                <a:pos x="286" y="154"/>
              </a:cxn>
              <a:cxn ang="0">
                <a:pos x="286" y="152"/>
              </a:cxn>
            </a:cxnLst>
            <a:rect l="0" t="0" r="r" b="b"/>
            <a:pathLst>
              <a:path w="286" h="243">
                <a:moveTo>
                  <a:pt x="286" y="152"/>
                </a:moveTo>
                <a:cubicBezTo>
                  <a:pt x="286" y="112"/>
                  <a:pt x="266" y="78"/>
                  <a:pt x="237" y="51"/>
                </a:cubicBezTo>
                <a:cubicBezTo>
                  <a:pt x="215" y="30"/>
                  <a:pt x="188" y="15"/>
                  <a:pt x="160" y="3"/>
                </a:cubicBezTo>
                <a:cubicBezTo>
                  <a:pt x="158" y="2"/>
                  <a:pt x="156" y="1"/>
                  <a:pt x="153" y="0"/>
                </a:cubicBezTo>
                <a:cubicBezTo>
                  <a:pt x="153" y="0"/>
                  <a:pt x="153" y="0"/>
                  <a:pt x="153" y="0"/>
                </a:cubicBezTo>
                <a:cubicBezTo>
                  <a:pt x="119" y="41"/>
                  <a:pt x="0" y="72"/>
                  <a:pt x="0" y="158"/>
                </a:cubicBezTo>
                <a:cubicBezTo>
                  <a:pt x="0" y="192"/>
                  <a:pt x="21" y="224"/>
                  <a:pt x="53" y="236"/>
                </a:cubicBezTo>
                <a:cubicBezTo>
                  <a:pt x="71" y="243"/>
                  <a:pt x="89" y="243"/>
                  <a:pt x="107" y="237"/>
                </a:cubicBezTo>
                <a:cubicBezTo>
                  <a:pt x="123" y="232"/>
                  <a:pt x="136" y="222"/>
                  <a:pt x="147" y="210"/>
                </a:cubicBezTo>
                <a:cubicBezTo>
                  <a:pt x="182" y="171"/>
                  <a:pt x="197" y="111"/>
                  <a:pt x="239" y="111"/>
                </a:cubicBezTo>
                <a:cubicBezTo>
                  <a:pt x="279" y="111"/>
                  <a:pt x="284" y="139"/>
                  <a:pt x="286" y="154"/>
                </a:cubicBezTo>
                <a:cubicBezTo>
                  <a:pt x="286" y="154"/>
                  <a:pt x="286" y="153"/>
                  <a:pt x="286" y="152"/>
                </a:cubicBezTo>
              </a:path>
            </a:pathLst>
          </a:custGeom>
          <a:solidFill>
            <a:srgbClr val="0070AD"/>
          </a:solidFill>
          <a:ln w="9525">
            <a:noFill/>
            <a:round/>
            <a:headEnd/>
            <a:tailEnd/>
          </a:ln>
        </p:spPr>
        <p:txBody>
          <a:bodyPr vert="horz" wrap="square" lIns="91440" tIns="45720" rIns="91440" bIns="45720" numCol="1" anchor="t" anchorCtr="0" compatLnSpc="1">
            <a:prstTxWarp prst="textNoShape">
              <a:avLst/>
            </a:prstTxWarp>
          </a:bodyPr>
          <a:lstStyle/>
          <a:p>
            <a:endParaRPr lang="en-GB"/>
          </a:p>
        </p:txBody>
      </p:sp>
      <p:sp>
        <p:nvSpPr>
          <p:cNvPr id="6" name="Espace réservé du numéro de diapositive 3">
            <a:extLst>
              <a:ext uri="{FF2B5EF4-FFF2-40B4-BE49-F238E27FC236}">
                <a16:creationId xmlns:a16="http://schemas.microsoft.com/office/drawing/2014/main" id="{9ABB7714-E1E9-421C-82DD-131F1D9E0D0F}"/>
              </a:ext>
            </a:extLst>
          </p:cNvPr>
          <p:cNvSpPr>
            <a:spLocks noGrp="1"/>
          </p:cNvSpPr>
          <p:nvPr>
            <p:ph type="sldNum" sz="quarter" idx="12"/>
          </p:nvPr>
        </p:nvSpPr>
        <p:spPr>
          <a:xfrm>
            <a:off x="8610600" y="6356350"/>
            <a:ext cx="2743200" cy="365125"/>
          </a:xfrm>
          <a:prstGeom prst="rect">
            <a:avLst/>
          </a:prstGeom>
        </p:spPr>
        <p:txBody>
          <a:bodyPr/>
          <a:lstStyle/>
          <a:p>
            <a:fld id="{5F8B83B6-4715-4B41-A319-7D7803867D97}" type="slidenum">
              <a:rPr lang="en-US" smtClean="0"/>
              <a:t>‹#›</a:t>
            </a:fld>
            <a:endParaRPr lang="en-US"/>
          </a:p>
        </p:txBody>
      </p:sp>
    </p:spTree>
    <p:extLst>
      <p:ext uri="{BB962C8B-B14F-4D97-AF65-F5344CB8AC3E}">
        <p14:creationId xmlns:p14="http://schemas.microsoft.com/office/powerpoint/2010/main" val="2489458333"/>
      </p:ext>
    </p:extLst>
  </p:cSld>
  <p:clrMapOvr>
    <a:masterClrMapping/>
  </p:clrMapOvr>
</p:sldLayout>
</file>

<file path=ppt/slideLayouts/slideLayout191.xml><?xml version="1.0" encoding="utf-8"?>
<p:sldLayout xmlns:a="http://schemas.openxmlformats.org/drawingml/2006/main" xmlns:r="http://schemas.openxmlformats.org/officeDocument/2006/relationships" xmlns:p="http://schemas.openxmlformats.org/presentationml/2006/main" showMasterSp="0">
  <p:cSld name="Large title">
    <p:bg>
      <p:bgPr>
        <a:solidFill>
          <a:schemeClr val="accent4"/>
        </a:solidFill>
        <a:effectLst/>
      </p:bgPr>
    </p:bg>
    <p:spTree>
      <p:nvGrpSpPr>
        <p:cNvPr id="1" name=""/>
        <p:cNvGrpSpPr/>
        <p:nvPr/>
      </p:nvGrpSpPr>
      <p:grpSpPr>
        <a:xfrm>
          <a:off x="0" y="0"/>
          <a:ext cx="0" cy="0"/>
          <a:chOff x="0" y="0"/>
          <a:chExt cx="0" cy="0"/>
        </a:xfrm>
      </p:grpSpPr>
      <p:sp>
        <p:nvSpPr>
          <p:cNvPr id="3" name="Subtitle">
            <a:extLst>
              <a:ext uri="{FF2B5EF4-FFF2-40B4-BE49-F238E27FC236}">
                <a16:creationId xmlns:a16="http://schemas.microsoft.com/office/drawing/2014/main" id="{81D5C5CA-E0F9-4194-9FD7-26150AB2A870}"/>
              </a:ext>
            </a:extLst>
          </p:cNvPr>
          <p:cNvSpPr>
            <a:spLocks noGrp="1"/>
          </p:cNvSpPr>
          <p:nvPr>
            <p:ph type="subTitle" idx="1"/>
          </p:nvPr>
        </p:nvSpPr>
        <p:spPr>
          <a:xfrm>
            <a:off x="457200" y="4958425"/>
            <a:ext cx="11277600" cy="822325"/>
          </a:xfrm>
        </p:spPr>
        <p:txBody>
          <a:bodyPr lIns="36000" tIns="144000">
            <a:normAutofit/>
          </a:bodyPr>
          <a:lstStyle>
            <a:lvl1pPr marL="0" indent="0" algn="l">
              <a:buNone/>
              <a:defRPr sz="2000">
                <a:solidFill>
                  <a:schemeClr val="bg1"/>
                </a:solidFill>
                <a:latin typeface="+mn-lt"/>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fr-FR"/>
              <a:t>Modifiez le style des sous-titres du masque</a:t>
            </a:r>
            <a:endParaRPr lang="en-GB"/>
          </a:p>
        </p:txBody>
      </p:sp>
      <p:sp>
        <p:nvSpPr>
          <p:cNvPr id="7" name="Text Placeholder 6">
            <a:extLst>
              <a:ext uri="{FF2B5EF4-FFF2-40B4-BE49-F238E27FC236}">
                <a16:creationId xmlns:a16="http://schemas.microsoft.com/office/drawing/2014/main" id="{79EA84EC-0E0C-41F6-8286-BC5A87DC6C7B}"/>
              </a:ext>
            </a:extLst>
          </p:cNvPr>
          <p:cNvSpPr>
            <a:spLocks noGrp="1"/>
          </p:cNvSpPr>
          <p:nvPr>
            <p:ph type="body" sz="quarter" idx="10" hasCustomPrompt="1"/>
          </p:nvPr>
        </p:nvSpPr>
        <p:spPr>
          <a:xfrm>
            <a:off x="457200" y="2135545"/>
            <a:ext cx="11277600" cy="2585323"/>
          </a:xfrm>
        </p:spPr>
        <p:txBody>
          <a:bodyPr anchor="ctr" anchorCtr="0">
            <a:spAutoFit/>
          </a:bodyPr>
          <a:lstStyle>
            <a:lvl1pPr marL="0" indent="0" algn="l">
              <a:lnSpc>
                <a:spcPct val="70000"/>
              </a:lnSpc>
              <a:spcAft>
                <a:spcPts val="0"/>
              </a:spcAft>
              <a:buFontTx/>
              <a:buNone/>
              <a:defRPr sz="8000" b="1" cap="all" baseline="0">
                <a:solidFill>
                  <a:schemeClr val="bg1"/>
                </a:solidFill>
                <a:latin typeface="+mn-lt"/>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fr-FR"/>
              <a:t>Cliquez pour modifier les styles du texte du masque</a:t>
            </a:r>
          </a:p>
        </p:txBody>
      </p:sp>
      <p:grpSp>
        <p:nvGrpSpPr>
          <p:cNvPr id="6" name="Group 5">
            <a:extLst>
              <a:ext uri="{FF2B5EF4-FFF2-40B4-BE49-F238E27FC236}">
                <a16:creationId xmlns:a16="http://schemas.microsoft.com/office/drawing/2014/main" id="{53E1ECB5-DB51-4283-B8B9-FBB99B30DDDA}"/>
              </a:ext>
            </a:extLst>
          </p:cNvPr>
          <p:cNvGrpSpPr>
            <a:grpSpLocks noChangeAspect="1"/>
          </p:cNvGrpSpPr>
          <p:nvPr userDrawn="1"/>
        </p:nvGrpSpPr>
        <p:grpSpPr>
          <a:xfrm>
            <a:off x="516023" y="622911"/>
            <a:ext cx="2231297" cy="501650"/>
            <a:chOff x="9550400" y="612775"/>
            <a:chExt cx="2231297" cy="501650"/>
          </a:xfrm>
        </p:grpSpPr>
        <p:sp>
          <p:nvSpPr>
            <p:cNvPr id="8" name="Freeform: Shape 7">
              <a:extLst>
                <a:ext uri="{FF2B5EF4-FFF2-40B4-BE49-F238E27FC236}">
                  <a16:creationId xmlns:a16="http://schemas.microsoft.com/office/drawing/2014/main" id="{648307B4-0823-4CCD-9A0B-FC8313B6A1CE}"/>
                </a:ext>
              </a:extLst>
            </p:cNvPr>
            <p:cNvSpPr/>
            <p:nvPr/>
          </p:nvSpPr>
          <p:spPr>
            <a:xfrm>
              <a:off x="11517270" y="764033"/>
              <a:ext cx="261161" cy="212194"/>
            </a:xfrm>
            <a:custGeom>
              <a:avLst/>
              <a:gdLst>
                <a:gd name="connsiteX0" fmla="*/ 304324 w 457200"/>
                <a:gd name="connsiteY0" fmla="*/ 261461 h 371475"/>
                <a:gd name="connsiteX1" fmla="*/ 456724 w 457200"/>
                <a:gd name="connsiteY1" fmla="*/ 110014 h 371475"/>
                <a:gd name="connsiteX2" fmla="*/ 344329 w 457200"/>
                <a:gd name="connsiteY2" fmla="*/ 7144 h 371475"/>
                <a:gd name="connsiteX3" fmla="*/ 125254 w 457200"/>
                <a:gd name="connsiteY3" fmla="*/ 241459 h 371475"/>
                <a:gd name="connsiteX4" fmla="*/ 7144 w 457200"/>
                <a:gd name="connsiteY4" fmla="*/ 348139 h 371475"/>
                <a:gd name="connsiteX5" fmla="*/ 96679 w 457200"/>
                <a:gd name="connsiteY5" fmla="*/ 372904 h 371475"/>
                <a:gd name="connsiteX6" fmla="*/ 306229 w 457200"/>
                <a:gd name="connsiteY6" fmla="*/ 304324 h 371475"/>
                <a:gd name="connsiteX7" fmla="*/ 200501 w 457200"/>
                <a:gd name="connsiteY7" fmla="*/ 210026 h 371475"/>
                <a:gd name="connsiteX8" fmla="*/ 304324 w 457200"/>
                <a:gd name="connsiteY8" fmla="*/ 261461 h 3714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57200" h="371475">
                  <a:moveTo>
                    <a:pt x="304324" y="261461"/>
                  </a:moveTo>
                  <a:cubicBezTo>
                    <a:pt x="390049" y="261461"/>
                    <a:pt x="455771" y="191929"/>
                    <a:pt x="456724" y="110014"/>
                  </a:cubicBezTo>
                  <a:cubicBezTo>
                    <a:pt x="451009" y="73819"/>
                    <a:pt x="438626" y="7144"/>
                    <a:pt x="344329" y="7144"/>
                  </a:cubicBezTo>
                  <a:cubicBezTo>
                    <a:pt x="242411" y="7144"/>
                    <a:pt x="208121" y="150019"/>
                    <a:pt x="125254" y="241459"/>
                  </a:cubicBezTo>
                  <a:cubicBezTo>
                    <a:pt x="118586" y="293846"/>
                    <a:pt x="69056" y="340519"/>
                    <a:pt x="7144" y="348139"/>
                  </a:cubicBezTo>
                  <a:cubicBezTo>
                    <a:pt x="22384" y="364331"/>
                    <a:pt x="55721" y="372904"/>
                    <a:pt x="96679" y="372904"/>
                  </a:cubicBezTo>
                  <a:cubicBezTo>
                    <a:pt x="170021" y="372904"/>
                    <a:pt x="259556" y="350996"/>
                    <a:pt x="306229" y="304324"/>
                  </a:cubicBezTo>
                  <a:cubicBezTo>
                    <a:pt x="244316" y="305276"/>
                    <a:pt x="204311" y="265271"/>
                    <a:pt x="200501" y="210026"/>
                  </a:cubicBezTo>
                  <a:cubicBezTo>
                    <a:pt x="230029" y="247174"/>
                    <a:pt x="264319" y="261461"/>
                    <a:pt x="304324" y="261461"/>
                  </a:cubicBezTo>
                  <a:close/>
                </a:path>
              </a:pathLst>
            </a:custGeom>
            <a:solidFill>
              <a:srgbClr val="17ABDB"/>
            </a:solidFill>
            <a:ln w="9525" cap="flat">
              <a:noFill/>
              <a:prstDash val="solid"/>
              <a:miter/>
            </a:ln>
          </p:spPr>
          <p:txBody>
            <a:bodyPr lIns="73152" tIns="36576" rIns="73152" bIns="36576" rtlCol="0" anchor="ctr"/>
            <a:lstStyle/>
            <a:p>
              <a:endParaRPr lang="de-DE"/>
            </a:p>
          </p:txBody>
        </p:sp>
        <p:sp>
          <p:nvSpPr>
            <p:cNvPr id="9" name="Freeform: Shape 8">
              <a:extLst>
                <a:ext uri="{FF2B5EF4-FFF2-40B4-BE49-F238E27FC236}">
                  <a16:creationId xmlns:a16="http://schemas.microsoft.com/office/drawing/2014/main" id="{0EF37526-68C2-4CC7-BFA8-D9A1ECDD5F86}"/>
                </a:ext>
              </a:extLst>
            </p:cNvPr>
            <p:cNvSpPr/>
            <p:nvPr/>
          </p:nvSpPr>
          <p:spPr>
            <a:xfrm>
              <a:off x="9550400" y="619305"/>
              <a:ext cx="1811806" cy="495120"/>
            </a:xfrm>
            <a:custGeom>
              <a:avLst/>
              <a:gdLst>
                <a:gd name="connsiteX0" fmla="*/ 3092291 w 3171825"/>
                <a:gd name="connsiteY0" fmla="*/ 287179 h 866775"/>
                <a:gd name="connsiteX1" fmla="*/ 3059907 w 3171825"/>
                <a:gd name="connsiteY1" fmla="*/ 211931 h 866775"/>
                <a:gd name="connsiteX2" fmla="*/ 3027521 w 3171825"/>
                <a:gd name="connsiteY2" fmla="*/ 218599 h 866775"/>
                <a:gd name="connsiteX3" fmla="*/ 2960846 w 3171825"/>
                <a:gd name="connsiteY3" fmla="*/ 507206 h 866775"/>
                <a:gd name="connsiteX4" fmla="*/ 2816066 w 3171825"/>
                <a:gd name="connsiteY4" fmla="*/ 178594 h 866775"/>
                <a:gd name="connsiteX5" fmla="*/ 2679859 w 3171825"/>
                <a:gd name="connsiteY5" fmla="*/ 440531 h 866775"/>
                <a:gd name="connsiteX6" fmla="*/ 2670334 w 3171825"/>
                <a:gd name="connsiteY6" fmla="*/ 319564 h 866775"/>
                <a:gd name="connsiteX7" fmla="*/ 2677001 w 3171825"/>
                <a:gd name="connsiteY7" fmla="*/ 254794 h 866775"/>
                <a:gd name="connsiteX8" fmla="*/ 2611279 w 3171825"/>
                <a:gd name="connsiteY8" fmla="*/ 209074 h 866775"/>
                <a:gd name="connsiteX9" fmla="*/ 2533174 w 3171825"/>
                <a:gd name="connsiteY9" fmla="*/ 510064 h 866775"/>
                <a:gd name="connsiteX10" fmla="*/ 2470309 w 3171825"/>
                <a:gd name="connsiteY10" fmla="*/ 292894 h 866775"/>
                <a:gd name="connsiteX11" fmla="*/ 2405539 w 3171825"/>
                <a:gd name="connsiteY11" fmla="*/ 208121 h 866775"/>
                <a:gd name="connsiteX12" fmla="*/ 2325529 w 3171825"/>
                <a:gd name="connsiteY12" fmla="*/ 494824 h 866775"/>
                <a:gd name="connsiteX13" fmla="*/ 2206466 w 3171825"/>
                <a:gd name="connsiteY13" fmla="*/ 211931 h 866775"/>
                <a:gd name="connsiteX14" fmla="*/ 2087404 w 3171825"/>
                <a:gd name="connsiteY14" fmla="*/ 479584 h 866775"/>
                <a:gd name="connsiteX15" fmla="*/ 1983581 w 3171825"/>
                <a:gd name="connsiteY15" fmla="*/ 178594 h 866775"/>
                <a:gd name="connsiteX16" fmla="*/ 1877854 w 3171825"/>
                <a:gd name="connsiteY16" fmla="*/ 391954 h 866775"/>
                <a:gd name="connsiteX17" fmla="*/ 1867376 w 3171825"/>
                <a:gd name="connsiteY17" fmla="*/ 390049 h 866775"/>
                <a:gd name="connsiteX18" fmla="*/ 1866424 w 3171825"/>
                <a:gd name="connsiteY18" fmla="*/ 327184 h 866775"/>
                <a:gd name="connsiteX19" fmla="*/ 1807369 w 3171825"/>
                <a:gd name="connsiteY19" fmla="*/ 202406 h 866775"/>
                <a:gd name="connsiteX20" fmla="*/ 1654969 w 3171825"/>
                <a:gd name="connsiteY20" fmla="*/ 512921 h 866775"/>
                <a:gd name="connsiteX21" fmla="*/ 1592104 w 3171825"/>
                <a:gd name="connsiteY21" fmla="*/ 483394 h 866775"/>
                <a:gd name="connsiteX22" fmla="*/ 1719739 w 3171825"/>
                <a:gd name="connsiteY22" fmla="*/ 306229 h 866775"/>
                <a:gd name="connsiteX23" fmla="*/ 1619726 w 3171825"/>
                <a:gd name="connsiteY23" fmla="*/ 202406 h 866775"/>
                <a:gd name="connsiteX24" fmla="*/ 1483519 w 3171825"/>
                <a:gd name="connsiteY24" fmla="*/ 369094 h 866775"/>
                <a:gd name="connsiteX25" fmla="*/ 1503521 w 3171825"/>
                <a:gd name="connsiteY25" fmla="*/ 473869 h 866775"/>
                <a:gd name="connsiteX26" fmla="*/ 1418749 w 3171825"/>
                <a:gd name="connsiteY26" fmla="*/ 512921 h 866775"/>
                <a:gd name="connsiteX27" fmla="*/ 1400651 w 3171825"/>
                <a:gd name="connsiteY27" fmla="*/ 274796 h 866775"/>
                <a:gd name="connsiteX28" fmla="*/ 1336834 w 3171825"/>
                <a:gd name="connsiteY28" fmla="*/ 326231 h 866775"/>
                <a:gd name="connsiteX29" fmla="*/ 1262539 w 3171825"/>
                <a:gd name="connsiteY29" fmla="*/ 479584 h 866775"/>
                <a:gd name="connsiteX30" fmla="*/ 1223486 w 3171825"/>
                <a:gd name="connsiteY30" fmla="*/ 421481 h 866775"/>
                <a:gd name="connsiteX31" fmla="*/ 1402556 w 3171825"/>
                <a:gd name="connsiteY31" fmla="*/ 250031 h 866775"/>
                <a:gd name="connsiteX32" fmla="*/ 1343501 w 3171825"/>
                <a:gd name="connsiteY32" fmla="*/ 192881 h 866775"/>
                <a:gd name="connsiteX33" fmla="*/ 1181576 w 3171825"/>
                <a:gd name="connsiteY33" fmla="*/ 290989 h 866775"/>
                <a:gd name="connsiteX34" fmla="*/ 1086326 w 3171825"/>
                <a:gd name="connsiteY34" fmla="*/ 385286 h 866775"/>
                <a:gd name="connsiteX35" fmla="*/ 1088231 w 3171825"/>
                <a:gd name="connsiteY35" fmla="*/ 358616 h 866775"/>
                <a:gd name="connsiteX36" fmla="*/ 974884 w 3171825"/>
                <a:gd name="connsiteY36" fmla="*/ 204311 h 866775"/>
                <a:gd name="connsiteX37" fmla="*/ 883444 w 3171825"/>
                <a:gd name="connsiteY37" fmla="*/ 273844 h 866775"/>
                <a:gd name="connsiteX38" fmla="*/ 846296 w 3171825"/>
                <a:gd name="connsiteY38" fmla="*/ 213836 h 866775"/>
                <a:gd name="connsiteX39" fmla="*/ 805339 w 3171825"/>
                <a:gd name="connsiteY39" fmla="*/ 224314 h 866775"/>
                <a:gd name="connsiteX40" fmla="*/ 814864 w 3171825"/>
                <a:gd name="connsiteY40" fmla="*/ 334804 h 866775"/>
                <a:gd name="connsiteX41" fmla="*/ 742474 w 3171825"/>
                <a:gd name="connsiteY41" fmla="*/ 520541 h 866775"/>
                <a:gd name="connsiteX42" fmla="*/ 691991 w 3171825"/>
                <a:gd name="connsiteY42" fmla="*/ 309086 h 866775"/>
                <a:gd name="connsiteX43" fmla="*/ 671989 w 3171825"/>
                <a:gd name="connsiteY43" fmla="*/ 305276 h 866775"/>
                <a:gd name="connsiteX44" fmla="*/ 621506 w 3171825"/>
                <a:gd name="connsiteY44" fmla="*/ 399574 h 866775"/>
                <a:gd name="connsiteX45" fmla="*/ 539591 w 3171825"/>
                <a:gd name="connsiteY45" fmla="*/ 512921 h 866775"/>
                <a:gd name="connsiteX46" fmla="*/ 495776 w 3171825"/>
                <a:gd name="connsiteY46" fmla="*/ 443389 h 866775"/>
                <a:gd name="connsiteX47" fmla="*/ 685324 w 3171825"/>
                <a:gd name="connsiteY47" fmla="*/ 278606 h 866775"/>
                <a:gd name="connsiteX48" fmla="*/ 627221 w 3171825"/>
                <a:gd name="connsiteY48" fmla="*/ 214789 h 866775"/>
                <a:gd name="connsiteX49" fmla="*/ 437674 w 3171825"/>
                <a:gd name="connsiteY49" fmla="*/ 355759 h 866775"/>
                <a:gd name="connsiteX50" fmla="*/ 237649 w 3171825"/>
                <a:gd name="connsiteY50" fmla="*/ 529114 h 866775"/>
                <a:gd name="connsiteX51" fmla="*/ 97631 w 3171825"/>
                <a:gd name="connsiteY51" fmla="*/ 313849 h 866775"/>
                <a:gd name="connsiteX52" fmla="*/ 261461 w 3171825"/>
                <a:gd name="connsiteY52" fmla="*/ 69056 h 866775"/>
                <a:gd name="connsiteX53" fmla="*/ 329089 w 3171825"/>
                <a:gd name="connsiteY53" fmla="*/ 181451 h 866775"/>
                <a:gd name="connsiteX54" fmla="*/ 410051 w 3171825"/>
                <a:gd name="connsiteY54" fmla="*/ 121444 h 866775"/>
                <a:gd name="connsiteX55" fmla="*/ 265271 w 3171825"/>
                <a:gd name="connsiteY55" fmla="*/ 7144 h 866775"/>
                <a:gd name="connsiteX56" fmla="*/ 7144 w 3171825"/>
                <a:gd name="connsiteY56" fmla="*/ 324326 h 866775"/>
                <a:gd name="connsiteX57" fmla="*/ 220504 w 3171825"/>
                <a:gd name="connsiteY57" fmla="*/ 601504 h 866775"/>
                <a:gd name="connsiteX58" fmla="*/ 425291 w 3171825"/>
                <a:gd name="connsiteY58" fmla="*/ 472916 h 866775"/>
                <a:gd name="connsiteX59" fmla="*/ 525304 w 3171825"/>
                <a:gd name="connsiteY59" fmla="*/ 576739 h 866775"/>
                <a:gd name="connsiteX60" fmla="*/ 646271 w 3171825"/>
                <a:gd name="connsiteY60" fmla="*/ 485299 h 866775"/>
                <a:gd name="connsiteX61" fmla="*/ 734854 w 3171825"/>
                <a:gd name="connsiteY61" fmla="*/ 576739 h 866775"/>
                <a:gd name="connsiteX62" fmla="*/ 812959 w 3171825"/>
                <a:gd name="connsiteY62" fmla="*/ 532924 h 866775"/>
                <a:gd name="connsiteX63" fmla="*/ 904399 w 3171825"/>
                <a:gd name="connsiteY63" fmla="*/ 810101 h 866775"/>
                <a:gd name="connsiteX64" fmla="*/ 882491 w 3171825"/>
                <a:gd name="connsiteY64" fmla="*/ 577691 h 866775"/>
                <a:gd name="connsiteX65" fmla="*/ 969169 w 3171825"/>
                <a:gd name="connsiteY65" fmla="*/ 267176 h 866775"/>
                <a:gd name="connsiteX66" fmla="*/ 1015841 w 3171825"/>
                <a:gd name="connsiteY66" fmla="*/ 359569 h 866775"/>
                <a:gd name="connsiteX67" fmla="*/ 1007269 w 3171825"/>
                <a:gd name="connsiteY67" fmla="*/ 440531 h 866775"/>
                <a:gd name="connsiteX68" fmla="*/ 900589 w 3171825"/>
                <a:gd name="connsiteY68" fmla="*/ 545306 h 866775"/>
                <a:gd name="connsiteX69" fmla="*/ 941546 w 3171825"/>
                <a:gd name="connsiteY69" fmla="*/ 577691 h 866775"/>
                <a:gd name="connsiteX70" fmla="*/ 1072039 w 3171825"/>
                <a:gd name="connsiteY70" fmla="*/ 449104 h 866775"/>
                <a:gd name="connsiteX71" fmla="*/ 1150144 w 3171825"/>
                <a:gd name="connsiteY71" fmla="*/ 390049 h 866775"/>
                <a:gd name="connsiteX72" fmla="*/ 1149191 w 3171825"/>
                <a:gd name="connsiteY72" fmla="*/ 415766 h 866775"/>
                <a:gd name="connsiteX73" fmla="*/ 1244441 w 3171825"/>
                <a:gd name="connsiteY73" fmla="*/ 550069 h 866775"/>
                <a:gd name="connsiteX74" fmla="*/ 1349216 w 3171825"/>
                <a:gd name="connsiteY74" fmla="*/ 469106 h 866775"/>
                <a:gd name="connsiteX75" fmla="*/ 1352074 w 3171825"/>
                <a:gd name="connsiteY75" fmla="*/ 547211 h 866775"/>
                <a:gd name="connsiteX76" fmla="*/ 1155859 w 3171825"/>
                <a:gd name="connsiteY76" fmla="*/ 754856 h 866775"/>
                <a:gd name="connsiteX77" fmla="*/ 1259681 w 3171825"/>
                <a:gd name="connsiteY77" fmla="*/ 864394 h 866775"/>
                <a:gd name="connsiteX78" fmla="*/ 1419701 w 3171825"/>
                <a:gd name="connsiteY78" fmla="*/ 569119 h 866775"/>
                <a:gd name="connsiteX79" fmla="*/ 1529239 w 3171825"/>
                <a:gd name="connsiteY79" fmla="*/ 518636 h 866775"/>
                <a:gd name="connsiteX80" fmla="*/ 1640681 w 3171825"/>
                <a:gd name="connsiteY80" fmla="*/ 576739 h 866775"/>
                <a:gd name="connsiteX81" fmla="*/ 1813084 w 3171825"/>
                <a:gd name="connsiteY81" fmla="*/ 459581 h 866775"/>
                <a:gd name="connsiteX82" fmla="*/ 1868329 w 3171825"/>
                <a:gd name="connsiteY82" fmla="*/ 576739 h 866775"/>
                <a:gd name="connsiteX83" fmla="*/ 1980724 w 3171825"/>
                <a:gd name="connsiteY83" fmla="*/ 273844 h 866775"/>
                <a:gd name="connsiteX84" fmla="*/ 2074069 w 3171825"/>
                <a:gd name="connsiteY84" fmla="*/ 601504 h 866775"/>
                <a:gd name="connsiteX85" fmla="*/ 2198846 w 3171825"/>
                <a:gd name="connsiteY85" fmla="*/ 312896 h 866775"/>
                <a:gd name="connsiteX86" fmla="*/ 2307432 w 3171825"/>
                <a:gd name="connsiteY86" fmla="*/ 576739 h 866775"/>
                <a:gd name="connsiteX87" fmla="*/ 2412207 w 3171825"/>
                <a:gd name="connsiteY87" fmla="*/ 428149 h 866775"/>
                <a:gd name="connsiteX88" fmla="*/ 2521744 w 3171825"/>
                <a:gd name="connsiteY88" fmla="*/ 576739 h 866775"/>
                <a:gd name="connsiteX89" fmla="*/ 2618899 w 3171825"/>
                <a:gd name="connsiteY89" fmla="*/ 486251 h 866775"/>
                <a:gd name="connsiteX90" fmla="*/ 2670334 w 3171825"/>
                <a:gd name="connsiteY90" fmla="*/ 576739 h 866775"/>
                <a:gd name="connsiteX91" fmla="*/ 2803684 w 3171825"/>
                <a:gd name="connsiteY91" fmla="*/ 274796 h 866775"/>
                <a:gd name="connsiteX92" fmla="*/ 2947511 w 3171825"/>
                <a:gd name="connsiteY92" fmla="*/ 576739 h 866775"/>
                <a:gd name="connsiteX93" fmla="*/ 3040857 w 3171825"/>
                <a:gd name="connsiteY93" fmla="*/ 474821 h 866775"/>
                <a:gd name="connsiteX94" fmla="*/ 3121819 w 3171825"/>
                <a:gd name="connsiteY94" fmla="*/ 576739 h 866775"/>
                <a:gd name="connsiteX95" fmla="*/ 3169444 w 3171825"/>
                <a:gd name="connsiteY95" fmla="*/ 550069 h 866775"/>
                <a:gd name="connsiteX96" fmla="*/ 3092291 w 3171825"/>
                <a:gd name="connsiteY96" fmla="*/ 287179 h 866775"/>
                <a:gd name="connsiteX97" fmla="*/ 1267301 w 3171825"/>
                <a:gd name="connsiteY97" fmla="*/ 806291 h 866775"/>
                <a:gd name="connsiteX98" fmla="*/ 1226344 w 3171825"/>
                <a:gd name="connsiteY98" fmla="*/ 751999 h 866775"/>
                <a:gd name="connsiteX99" fmla="*/ 1353026 w 3171825"/>
                <a:gd name="connsiteY99" fmla="*/ 597694 h 866775"/>
                <a:gd name="connsiteX100" fmla="*/ 1267301 w 3171825"/>
                <a:gd name="connsiteY100" fmla="*/ 806291 h 866775"/>
                <a:gd name="connsiteX101" fmla="*/ 1614964 w 3171825"/>
                <a:gd name="connsiteY101" fmla="*/ 257651 h 866775"/>
                <a:gd name="connsiteX102" fmla="*/ 1653064 w 3171825"/>
                <a:gd name="connsiteY102" fmla="*/ 315754 h 866775"/>
                <a:gd name="connsiteX103" fmla="*/ 1569244 w 3171825"/>
                <a:gd name="connsiteY103" fmla="*/ 438626 h 866775"/>
                <a:gd name="connsiteX104" fmla="*/ 1614964 w 3171825"/>
                <a:gd name="connsiteY104" fmla="*/ 257651 h 8667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Lst>
              <a:rect l="l" t="t" r="r" b="b"/>
              <a:pathLst>
                <a:path w="3171825" h="866775">
                  <a:moveTo>
                    <a:pt x="3092291" y="287179"/>
                  </a:moveTo>
                  <a:cubicBezTo>
                    <a:pt x="3092291" y="241459"/>
                    <a:pt x="3089434" y="211931"/>
                    <a:pt x="3059907" y="211931"/>
                  </a:cubicBezTo>
                  <a:cubicBezTo>
                    <a:pt x="3046571" y="211931"/>
                    <a:pt x="3039904" y="214789"/>
                    <a:pt x="3027521" y="218599"/>
                  </a:cubicBezTo>
                  <a:cubicBezTo>
                    <a:pt x="3037999" y="371951"/>
                    <a:pt x="3003709" y="507206"/>
                    <a:pt x="2960846" y="507206"/>
                  </a:cubicBezTo>
                  <a:cubicBezTo>
                    <a:pt x="2905601" y="507206"/>
                    <a:pt x="2933224" y="178594"/>
                    <a:pt x="2816066" y="178594"/>
                  </a:cubicBezTo>
                  <a:cubicBezTo>
                    <a:pt x="2707482" y="178594"/>
                    <a:pt x="2692241" y="440531"/>
                    <a:pt x="2679859" y="440531"/>
                  </a:cubicBezTo>
                  <a:cubicBezTo>
                    <a:pt x="2671286" y="440531"/>
                    <a:pt x="2670334" y="371951"/>
                    <a:pt x="2670334" y="319564"/>
                  </a:cubicBezTo>
                  <a:cubicBezTo>
                    <a:pt x="2675096" y="294799"/>
                    <a:pt x="2677001" y="271939"/>
                    <a:pt x="2677001" y="254794"/>
                  </a:cubicBezTo>
                  <a:cubicBezTo>
                    <a:pt x="2677001" y="230029"/>
                    <a:pt x="2667476" y="188119"/>
                    <a:pt x="2611279" y="209074"/>
                  </a:cubicBezTo>
                  <a:cubicBezTo>
                    <a:pt x="2613184" y="396716"/>
                    <a:pt x="2576036" y="510064"/>
                    <a:pt x="2533174" y="510064"/>
                  </a:cubicBezTo>
                  <a:cubicBezTo>
                    <a:pt x="2471261" y="510064"/>
                    <a:pt x="2470309" y="340519"/>
                    <a:pt x="2470309" y="292894"/>
                  </a:cubicBezTo>
                  <a:cubicBezTo>
                    <a:pt x="2470309" y="247174"/>
                    <a:pt x="2473166" y="186214"/>
                    <a:pt x="2405539" y="208121"/>
                  </a:cubicBezTo>
                  <a:cubicBezTo>
                    <a:pt x="2395061" y="371951"/>
                    <a:pt x="2352199" y="494824"/>
                    <a:pt x="2325529" y="494824"/>
                  </a:cubicBezTo>
                  <a:cubicBezTo>
                    <a:pt x="2285524" y="494824"/>
                    <a:pt x="2293144" y="211931"/>
                    <a:pt x="2206466" y="211931"/>
                  </a:cubicBezTo>
                  <a:cubicBezTo>
                    <a:pt x="2128361" y="211931"/>
                    <a:pt x="2103596" y="479584"/>
                    <a:pt x="2087404" y="479584"/>
                  </a:cubicBezTo>
                  <a:cubicBezTo>
                    <a:pt x="2057876" y="479584"/>
                    <a:pt x="2096929" y="178594"/>
                    <a:pt x="1983581" y="178594"/>
                  </a:cubicBezTo>
                  <a:cubicBezTo>
                    <a:pt x="1924526" y="178594"/>
                    <a:pt x="1900714" y="279559"/>
                    <a:pt x="1877854" y="391954"/>
                  </a:cubicBezTo>
                  <a:cubicBezTo>
                    <a:pt x="1873091" y="413861"/>
                    <a:pt x="1868329" y="414814"/>
                    <a:pt x="1867376" y="390049"/>
                  </a:cubicBezTo>
                  <a:cubicBezTo>
                    <a:pt x="1866424" y="370046"/>
                    <a:pt x="1866424" y="347186"/>
                    <a:pt x="1866424" y="327184"/>
                  </a:cubicBezTo>
                  <a:cubicBezTo>
                    <a:pt x="1894999" y="213836"/>
                    <a:pt x="1859756" y="171926"/>
                    <a:pt x="1807369" y="202406"/>
                  </a:cubicBezTo>
                  <a:cubicBezTo>
                    <a:pt x="1824514" y="411004"/>
                    <a:pt x="1728311" y="512921"/>
                    <a:pt x="1654969" y="512921"/>
                  </a:cubicBezTo>
                  <a:cubicBezTo>
                    <a:pt x="1628299" y="512921"/>
                    <a:pt x="1607344" y="501491"/>
                    <a:pt x="1592104" y="483394"/>
                  </a:cubicBezTo>
                  <a:cubicBezTo>
                    <a:pt x="1680686" y="429101"/>
                    <a:pt x="1719739" y="367189"/>
                    <a:pt x="1719739" y="306229"/>
                  </a:cubicBezTo>
                  <a:cubicBezTo>
                    <a:pt x="1719739" y="240506"/>
                    <a:pt x="1681639" y="202406"/>
                    <a:pt x="1619726" y="202406"/>
                  </a:cubicBezTo>
                  <a:cubicBezTo>
                    <a:pt x="1532096" y="202406"/>
                    <a:pt x="1483519" y="292894"/>
                    <a:pt x="1483519" y="369094"/>
                  </a:cubicBezTo>
                  <a:cubicBezTo>
                    <a:pt x="1483519" y="410051"/>
                    <a:pt x="1491139" y="445294"/>
                    <a:pt x="1503521" y="473869"/>
                  </a:cubicBezTo>
                  <a:cubicBezTo>
                    <a:pt x="1473041" y="488156"/>
                    <a:pt x="1445419" y="500539"/>
                    <a:pt x="1418749" y="512921"/>
                  </a:cubicBezTo>
                  <a:cubicBezTo>
                    <a:pt x="1416844" y="433864"/>
                    <a:pt x="1407319" y="350996"/>
                    <a:pt x="1400651" y="274796"/>
                  </a:cubicBezTo>
                  <a:cubicBezTo>
                    <a:pt x="1353979" y="262414"/>
                    <a:pt x="1340644" y="284321"/>
                    <a:pt x="1336834" y="326231"/>
                  </a:cubicBezTo>
                  <a:cubicBezTo>
                    <a:pt x="1328261" y="420529"/>
                    <a:pt x="1293971" y="479584"/>
                    <a:pt x="1262539" y="479584"/>
                  </a:cubicBezTo>
                  <a:cubicBezTo>
                    <a:pt x="1239679" y="479584"/>
                    <a:pt x="1225391" y="451009"/>
                    <a:pt x="1223486" y="421481"/>
                  </a:cubicBezTo>
                  <a:cubicBezTo>
                    <a:pt x="1214914" y="270034"/>
                    <a:pt x="1337786" y="228124"/>
                    <a:pt x="1402556" y="250031"/>
                  </a:cubicBezTo>
                  <a:cubicBezTo>
                    <a:pt x="1415891" y="216694"/>
                    <a:pt x="1401604" y="192881"/>
                    <a:pt x="1343501" y="192881"/>
                  </a:cubicBezTo>
                  <a:cubicBezTo>
                    <a:pt x="1273016" y="192881"/>
                    <a:pt x="1220629" y="235744"/>
                    <a:pt x="1181576" y="290989"/>
                  </a:cubicBezTo>
                  <a:cubicBezTo>
                    <a:pt x="1155859" y="327184"/>
                    <a:pt x="1126331" y="353854"/>
                    <a:pt x="1086326" y="385286"/>
                  </a:cubicBezTo>
                  <a:cubicBezTo>
                    <a:pt x="1087279" y="375761"/>
                    <a:pt x="1088231" y="367189"/>
                    <a:pt x="1088231" y="358616"/>
                  </a:cubicBezTo>
                  <a:cubicBezTo>
                    <a:pt x="1088231" y="251936"/>
                    <a:pt x="1030129" y="204311"/>
                    <a:pt x="974884" y="204311"/>
                  </a:cubicBezTo>
                  <a:cubicBezTo>
                    <a:pt x="929164" y="204311"/>
                    <a:pt x="900589" y="231934"/>
                    <a:pt x="883444" y="273844"/>
                  </a:cubicBezTo>
                  <a:cubicBezTo>
                    <a:pt x="879634" y="231934"/>
                    <a:pt x="871061" y="213836"/>
                    <a:pt x="846296" y="213836"/>
                  </a:cubicBezTo>
                  <a:cubicBezTo>
                    <a:pt x="835819" y="213836"/>
                    <a:pt x="821531" y="216694"/>
                    <a:pt x="805339" y="224314"/>
                  </a:cubicBezTo>
                  <a:cubicBezTo>
                    <a:pt x="812959" y="248126"/>
                    <a:pt x="814864" y="300514"/>
                    <a:pt x="814864" y="334804"/>
                  </a:cubicBezTo>
                  <a:cubicBezTo>
                    <a:pt x="814864" y="463391"/>
                    <a:pt x="777716" y="520541"/>
                    <a:pt x="742474" y="520541"/>
                  </a:cubicBezTo>
                  <a:cubicBezTo>
                    <a:pt x="701516" y="520541"/>
                    <a:pt x="695801" y="368141"/>
                    <a:pt x="691991" y="309086"/>
                  </a:cubicBezTo>
                  <a:cubicBezTo>
                    <a:pt x="687229" y="307181"/>
                    <a:pt x="681514" y="305276"/>
                    <a:pt x="671989" y="305276"/>
                  </a:cubicBezTo>
                  <a:cubicBezTo>
                    <a:pt x="635794" y="305276"/>
                    <a:pt x="631031" y="354806"/>
                    <a:pt x="621506" y="399574"/>
                  </a:cubicBezTo>
                  <a:cubicBezTo>
                    <a:pt x="611029" y="450056"/>
                    <a:pt x="582454" y="512921"/>
                    <a:pt x="539591" y="512921"/>
                  </a:cubicBezTo>
                  <a:cubicBezTo>
                    <a:pt x="513874" y="512921"/>
                    <a:pt x="497681" y="488156"/>
                    <a:pt x="495776" y="443389"/>
                  </a:cubicBezTo>
                  <a:cubicBezTo>
                    <a:pt x="491966" y="352901"/>
                    <a:pt x="567214" y="245269"/>
                    <a:pt x="685324" y="278606"/>
                  </a:cubicBezTo>
                  <a:cubicBezTo>
                    <a:pt x="700564" y="242411"/>
                    <a:pt x="676751" y="214789"/>
                    <a:pt x="627221" y="214789"/>
                  </a:cubicBezTo>
                  <a:cubicBezTo>
                    <a:pt x="540544" y="214789"/>
                    <a:pt x="469106" y="279559"/>
                    <a:pt x="437674" y="355759"/>
                  </a:cubicBezTo>
                  <a:cubicBezTo>
                    <a:pt x="406241" y="426244"/>
                    <a:pt x="350996" y="529114"/>
                    <a:pt x="237649" y="529114"/>
                  </a:cubicBezTo>
                  <a:cubicBezTo>
                    <a:pt x="157639" y="529114"/>
                    <a:pt x="97631" y="459581"/>
                    <a:pt x="97631" y="313849"/>
                  </a:cubicBezTo>
                  <a:cubicBezTo>
                    <a:pt x="97631" y="188119"/>
                    <a:pt x="176689" y="69056"/>
                    <a:pt x="261461" y="69056"/>
                  </a:cubicBezTo>
                  <a:cubicBezTo>
                    <a:pt x="320516" y="69056"/>
                    <a:pt x="333851" y="127159"/>
                    <a:pt x="329089" y="181451"/>
                  </a:cubicBezTo>
                  <a:cubicBezTo>
                    <a:pt x="359569" y="206216"/>
                    <a:pt x="410051" y="183356"/>
                    <a:pt x="410051" y="121444"/>
                  </a:cubicBezTo>
                  <a:cubicBezTo>
                    <a:pt x="410051" y="79534"/>
                    <a:pt x="375761" y="7144"/>
                    <a:pt x="265271" y="7144"/>
                  </a:cubicBezTo>
                  <a:cubicBezTo>
                    <a:pt x="128111" y="7144"/>
                    <a:pt x="7144" y="144304"/>
                    <a:pt x="7144" y="324326"/>
                  </a:cubicBezTo>
                  <a:cubicBezTo>
                    <a:pt x="7144" y="498634"/>
                    <a:pt x="95726" y="601504"/>
                    <a:pt x="220504" y="601504"/>
                  </a:cubicBezTo>
                  <a:cubicBezTo>
                    <a:pt x="299561" y="601504"/>
                    <a:pt x="373856" y="556736"/>
                    <a:pt x="425291" y="472916"/>
                  </a:cubicBezTo>
                  <a:cubicBezTo>
                    <a:pt x="438626" y="545306"/>
                    <a:pt x="488156" y="576739"/>
                    <a:pt x="525304" y="576739"/>
                  </a:cubicBezTo>
                  <a:cubicBezTo>
                    <a:pt x="585311" y="576739"/>
                    <a:pt x="624364" y="537686"/>
                    <a:pt x="646271" y="485299"/>
                  </a:cubicBezTo>
                  <a:cubicBezTo>
                    <a:pt x="659606" y="537686"/>
                    <a:pt x="688181" y="576739"/>
                    <a:pt x="734854" y="576739"/>
                  </a:cubicBezTo>
                  <a:cubicBezTo>
                    <a:pt x="768191" y="576739"/>
                    <a:pt x="793909" y="559594"/>
                    <a:pt x="812959" y="532924"/>
                  </a:cubicBezTo>
                  <a:cubicBezTo>
                    <a:pt x="805339" y="716756"/>
                    <a:pt x="795814" y="832961"/>
                    <a:pt x="904399" y="810101"/>
                  </a:cubicBezTo>
                  <a:cubicBezTo>
                    <a:pt x="887254" y="757714"/>
                    <a:pt x="882491" y="663416"/>
                    <a:pt x="882491" y="577691"/>
                  </a:cubicBezTo>
                  <a:cubicBezTo>
                    <a:pt x="882491" y="344329"/>
                    <a:pt x="920591" y="267176"/>
                    <a:pt x="969169" y="267176"/>
                  </a:cubicBezTo>
                  <a:cubicBezTo>
                    <a:pt x="1004411" y="267176"/>
                    <a:pt x="1015841" y="311944"/>
                    <a:pt x="1015841" y="359569"/>
                  </a:cubicBezTo>
                  <a:cubicBezTo>
                    <a:pt x="1015841" y="385286"/>
                    <a:pt x="1012984" y="413861"/>
                    <a:pt x="1007269" y="440531"/>
                  </a:cubicBezTo>
                  <a:cubicBezTo>
                    <a:pt x="948214" y="477679"/>
                    <a:pt x="900589" y="507206"/>
                    <a:pt x="900589" y="545306"/>
                  </a:cubicBezTo>
                  <a:cubicBezTo>
                    <a:pt x="900589" y="574834"/>
                    <a:pt x="922496" y="577691"/>
                    <a:pt x="941546" y="577691"/>
                  </a:cubicBezTo>
                  <a:cubicBezTo>
                    <a:pt x="987266" y="577691"/>
                    <a:pt x="1041559" y="532924"/>
                    <a:pt x="1072039" y="449104"/>
                  </a:cubicBezTo>
                  <a:cubicBezTo>
                    <a:pt x="1098709" y="432911"/>
                    <a:pt x="1125379" y="414814"/>
                    <a:pt x="1150144" y="390049"/>
                  </a:cubicBezTo>
                  <a:cubicBezTo>
                    <a:pt x="1149191" y="398621"/>
                    <a:pt x="1149191" y="407194"/>
                    <a:pt x="1149191" y="415766"/>
                  </a:cubicBezTo>
                  <a:cubicBezTo>
                    <a:pt x="1149191" y="499586"/>
                    <a:pt x="1185386" y="550069"/>
                    <a:pt x="1244441" y="550069"/>
                  </a:cubicBezTo>
                  <a:cubicBezTo>
                    <a:pt x="1290161" y="550069"/>
                    <a:pt x="1324451" y="517684"/>
                    <a:pt x="1349216" y="469106"/>
                  </a:cubicBezTo>
                  <a:cubicBezTo>
                    <a:pt x="1351121" y="496729"/>
                    <a:pt x="1352074" y="523399"/>
                    <a:pt x="1352074" y="547211"/>
                  </a:cubicBezTo>
                  <a:cubicBezTo>
                    <a:pt x="1258729" y="590074"/>
                    <a:pt x="1155859" y="633889"/>
                    <a:pt x="1155859" y="754856"/>
                  </a:cubicBezTo>
                  <a:cubicBezTo>
                    <a:pt x="1155859" y="817721"/>
                    <a:pt x="1201579" y="864394"/>
                    <a:pt x="1259681" y="864394"/>
                  </a:cubicBezTo>
                  <a:cubicBezTo>
                    <a:pt x="1389221" y="864394"/>
                    <a:pt x="1418749" y="728186"/>
                    <a:pt x="1419701" y="569119"/>
                  </a:cubicBezTo>
                  <a:cubicBezTo>
                    <a:pt x="1461611" y="551021"/>
                    <a:pt x="1493044" y="536734"/>
                    <a:pt x="1529239" y="518636"/>
                  </a:cubicBezTo>
                  <a:cubicBezTo>
                    <a:pt x="1560671" y="557689"/>
                    <a:pt x="1602581" y="576739"/>
                    <a:pt x="1640681" y="576739"/>
                  </a:cubicBezTo>
                  <a:cubicBezTo>
                    <a:pt x="1714024" y="576739"/>
                    <a:pt x="1768316" y="537686"/>
                    <a:pt x="1813084" y="459581"/>
                  </a:cubicBezTo>
                  <a:cubicBezTo>
                    <a:pt x="1820704" y="519589"/>
                    <a:pt x="1835944" y="576739"/>
                    <a:pt x="1868329" y="576739"/>
                  </a:cubicBezTo>
                  <a:cubicBezTo>
                    <a:pt x="1926431" y="576739"/>
                    <a:pt x="1937861" y="273844"/>
                    <a:pt x="1980724" y="273844"/>
                  </a:cubicBezTo>
                  <a:cubicBezTo>
                    <a:pt x="2014061" y="273844"/>
                    <a:pt x="1986439" y="601504"/>
                    <a:pt x="2074069" y="601504"/>
                  </a:cubicBezTo>
                  <a:cubicBezTo>
                    <a:pt x="2148364" y="601504"/>
                    <a:pt x="2162651" y="312896"/>
                    <a:pt x="2198846" y="312896"/>
                  </a:cubicBezTo>
                  <a:cubicBezTo>
                    <a:pt x="2224564" y="312896"/>
                    <a:pt x="2226469" y="576739"/>
                    <a:pt x="2307432" y="576739"/>
                  </a:cubicBezTo>
                  <a:cubicBezTo>
                    <a:pt x="2347436" y="576739"/>
                    <a:pt x="2390299" y="529114"/>
                    <a:pt x="2412207" y="428149"/>
                  </a:cubicBezTo>
                  <a:cubicBezTo>
                    <a:pt x="2422684" y="494824"/>
                    <a:pt x="2456021" y="576739"/>
                    <a:pt x="2521744" y="576739"/>
                  </a:cubicBezTo>
                  <a:cubicBezTo>
                    <a:pt x="2559844" y="576739"/>
                    <a:pt x="2593182" y="537686"/>
                    <a:pt x="2618899" y="486251"/>
                  </a:cubicBezTo>
                  <a:cubicBezTo>
                    <a:pt x="2625566" y="539591"/>
                    <a:pt x="2640807" y="576739"/>
                    <a:pt x="2670334" y="576739"/>
                  </a:cubicBezTo>
                  <a:cubicBezTo>
                    <a:pt x="2746534" y="576739"/>
                    <a:pt x="2743676" y="274796"/>
                    <a:pt x="2803684" y="274796"/>
                  </a:cubicBezTo>
                  <a:cubicBezTo>
                    <a:pt x="2850357" y="274796"/>
                    <a:pt x="2836069" y="576739"/>
                    <a:pt x="2947511" y="576739"/>
                  </a:cubicBezTo>
                  <a:cubicBezTo>
                    <a:pt x="3000851" y="576739"/>
                    <a:pt x="3025616" y="531971"/>
                    <a:pt x="3040857" y="474821"/>
                  </a:cubicBezTo>
                  <a:cubicBezTo>
                    <a:pt x="3061811" y="558641"/>
                    <a:pt x="3094196" y="576739"/>
                    <a:pt x="3121819" y="576739"/>
                  </a:cubicBezTo>
                  <a:cubicBezTo>
                    <a:pt x="3138964" y="576739"/>
                    <a:pt x="3152299" y="571024"/>
                    <a:pt x="3169444" y="550069"/>
                  </a:cubicBezTo>
                  <a:cubicBezTo>
                    <a:pt x="3085624" y="511969"/>
                    <a:pt x="3092291" y="375761"/>
                    <a:pt x="3092291" y="287179"/>
                  </a:cubicBezTo>
                  <a:close/>
                  <a:moveTo>
                    <a:pt x="1267301" y="806291"/>
                  </a:moveTo>
                  <a:cubicBezTo>
                    <a:pt x="1240631" y="806291"/>
                    <a:pt x="1226344" y="780574"/>
                    <a:pt x="1226344" y="751999"/>
                  </a:cubicBezTo>
                  <a:cubicBezTo>
                    <a:pt x="1226344" y="674846"/>
                    <a:pt x="1283494" y="632936"/>
                    <a:pt x="1353026" y="597694"/>
                  </a:cubicBezTo>
                  <a:cubicBezTo>
                    <a:pt x="1349216" y="768191"/>
                    <a:pt x="1310164" y="806291"/>
                    <a:pt x="1267301" y="806291"/>
                  </a:cubicBezTo>
                  <a:close/>
                  <a:moveTo>
                    <a:pt x="1614964" y="257651"/>
                  </a:moveTo>
                  <a:cubicBezTo>
                    <a:pt x="1640681" y="257651"/>
                    <a:pt x="1655921" y="281464"/>
                    <a:pt x="1653064" y="315754"/>
                  </a:cubicBezTo>
                  <a:cubicBezTo>
                    <a:pt x="1650206" y="355759"/>
                    <a:pt x="1620679" y="402431"/>
                    <a:pt x="1569244" y="438626"/>
                  </a:cubicBezTo>
                  <a:cubicBezTo>
                    <a:pt x="1543526" y="362426"/>
                    <a:pt x="1563529" y="257651"/>
                    <a:pt x="1614964" y="257651"/>
                  </a:cubicBezTo>
                  <a:close/>
                </a:path>
              </a:pathLst>
            </a:custGeom>
            <a:solidFill>
              <a:srgbClr val="0072AF"/>
            </a:solidFill>
            <a:ln w="9525" cap="flat">
              <a:noFill/>
              <a:prstDash val="solid"/>
              <a:miter/>
            </a:ln>
          </p:spPr>
          <p:txBody>
            <a:bodyPr lIns="73152" tIns="36576" rIns="73152" bIns="36576" rtlCol="0" anchor="ctr"/>
            <a:lstStyle/>
            <a:p>
              <a:endParaRPr lang="de-DE"/>
            </a:p>
          </p:txBody>
        </p:sp>
        <p:sp>
          <p:nvSpPr>
            <p:cNvPr id="10" name="Freeform: Shape 9">
              <a:extLst>
                <a:ext uri="{FF2B5EF4-FFF2-40B4-BE49-F238E27FC236}">
                  <a16:creationId xmlns:a16="http://schemas.microsoft.com/office/drawing/2014/main" id="{031D688A-C2B9-40DF-8BDB-7397CB9DF4C1}"/>
                </a:ext>
              </a:extLst>
            </p:cNvPr>
            <p:cNvSpPr/>
            <p:nvPr/>
          </p:nvSpPr>
          <p:spPr>
            <a:xfrm>
              <a:off x="10915493" y="643771"/>
              <a:ext cx="54409" cy="59850"/>
            </a:xfrm>
            <a:custGeom>
              <a:avLst/>
              <a:gdLst>
                <a:gd name="connsiteX0" fmla="*/ 51942 w 95250"/>
                <a:gd name="connsiteY0" fmla="*/ 99569 h 104775"/>
                <a:gd name="connsiteX1" fmla="*/ 93853 w 95250"/>
                <a:gd name="connsiteY1" fmla="*/ 51944 h 104775"/>
                <a:gd name="connsiteX2" fmla="*/ 51942 w 95250"/>
                <a:gd name="connsiteY2" fmla="*/ 7176 h 104775"/>
                <a:gd name="connsiteX3" fmla="*/ 7175 w 95250"/>
                <a:gd name="connsiteY3" fmla="*/ 54801 h 104775"/>
                <a:gd name="connsiteX4" fmla="*/ 51942 w 95250"/>
                <a:gd name="connsiteY4" fmla="*/ 99569 h 1047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5250" h="104775">
                  <a:moveTo>
                    <a:pt x="51942" y="99569"/>
                  </a:moveTo>
                  <a:cubicBezTo>
                    <a:pt x="76707" y="98616"/>
                    <a:pt x="93853" y="77661"/>
                    <a:pt x="93853" y="51944"/>
                  </a:cubicBezTo>
                  <a:cubicBezTo>
                    <a:pt x="93853" y="26226"/>
                    <a:pt x="76707" y="6224"/>
                    <a:pt x="51942" y="7176"/>
                  </a:cubicBezTo>
                  <a:cubicBezTo>
                    <a:pt x="27178" y="8129"/>
                    <a:pt x="7175" y="29084"/>
                    <a:pt x="7175" y="54801"/>
                  </a:cubicBezTo>
                  <a:cubicBezTo>
                    <a:pt x="6222" y="80519"/>
                    <a:pt x="27178" y="100521"/>
                    <a:pt x="51942" y="99569"/>
                  </a:cubicBezTo>
                  <a:close/>
                </a:path>
              </a:pathLst>
            </a:custGeom>
            <a:solidFill>
              <a:srgbClr val="0072AF"/>
            </a:solidFill>
            <a:ln w="9525" cap="flat">
              <a:noFill/>
              <a:prstDash val="solid"/>
              <a:miter/>
            </a:ln>
          </p:spPr>
          <p:txBody>
            <a:bodyPr lIns="73152" tIns="36576" rIns="73152" bIns="36576" rtlCol="0" anchor="ctr"/>
            <a:lstStyle/>
            <a:p>
              <a:endParaRPr lang="de-DE"/>
            </a:p>
          </p:txBody>
        </p:sp>
        <p:sp>
          <p:nvSpPr>
            <p:cNvPr id="11" name="Freeform: Shape 10">
              <a:extLst>
                <a:ext uri="{FF2B5EF4-FFF2-40B4-BE49-F238E27FC236}">
                  <a16:creationId xmlns:a16="http://schemas.microsoft.com/office/drawing/2014/main" id="{808CDC8B-4E52-45D7-922E-07333CE529A6}"/>
                </a:ext>
              </a:extLst>
            </p:cNvPr>
            <p:cNvSpPr/>
            <p:nvPr/>
          </p:nvSpPr>
          <p:spPr>
            <a:xfrm>
              <a:off x="11270254" y="654106"/>
              <a:ext cx="54409" cy="54409"/>
            </a:xfrm>
            <a:custGeom>
              <a:avLst/>
              <a:gdLst>
                <a:gd name="connsiteX0" fmla="*/ 48101 w 95250"/>
                <a:gd name="connsiteY0" fmla="*/ 94808 h 95250"/>
                <a:gd name="connsiteX1" fmla="*/ 89059 w 95250"/>
                <a:gd name="connsiteY1" fmla="*/ 49088 h 95250"/>
                <a:gd name="connsiteX2" fmla="*/ 48101 w 95250"/>
                <a:gd name="connsiteY2" fmla="*/ 7178 h 95250"/>
                <a:gd name="connsiteX3" fmla="*/ 7144 w 95250"/>
                <a:gd name="connsiteY3" fmla="*/ 52898 h 95250"/>
                <a:gd name="connsiteX4" fmla="*/ 48101 w 95250"/>
                <a:gd name="connsiteY4" fmla="*/ 94808 h 952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5250" h="95250">
                  <a:moveTo>
                    <a:pt x="48101" y="94808"/>
                  </a:moveTo>
                  <a:cubicBezTo>
                    <a:pt x="70961" y="93856"/>
                    <a:pt x="89059" y="73853"/>
                    <a:pt x="89059" y="49088"/>
                  </a:cubicBezTo>
                  <a:cubicBezTo>
                    <a:pt x="89059" y="25275"/>
                    <a:pt x="70961" y="6225"/>
                    <a:pt x="48101" y="7178"/>
                  </a:cubicBezTo>
                  <a:cubicBezTo>
                    <a:pt x="25241" y="8131"/>
                    <a:pt x="7144" y="28133"/>
                    <a:pt x="7144" y="52898"/>
                  </a:cubicBezTo>
                  <a:cubicBezTo>
                    <a:pt x="8096" y="76711"/>
                    <a:pt x="26194" y="95761"/>
                    <a:pt x="48101" y="94808"/>
                  </a:cubicBezTo>
                  <a:close/>
                </a:path>
              </a:pathLst>
            </a:custGeom>
            <a:solidFill>
              <a:srgbClr val="0072AF"/>
            </a:solidFill>
            <a:ln w="9525" cap="flat">
              <a:noFill/>
              <a:prstDash val="solid"/>
              <a:miter/>
            </a:ln>
          </p:spPr>
          <p:txBody>
            <a:bodyPr lIns="73152" tIns="36576" rIns="73152" bIns="36576" rtlCol="0" anchor="ctr"/>
            <a:lstStyle/>
            <a:p>
              <a:endParaRPr lang="de-DE"/>
            </a:p>
          </p:txBody>
        </p:sp>
        <p:sp>
          <p:nvSpPr>
            <p:cNvPr id="12" name="Freeform: Shape 11">
              <a:extLst>
                <a:ext uri="{FF2B5EF4-FFF2-40B4-BE49-F238E27FC236}">
                  <a16:creationId xmlns:a16="http://schemas.microsoft.com/office/drawing/2014/main" id="{8515A298-0196-4231-B123-8DDB35B79DA6}"/>
                </a:ext>
              </a:extLst>
            </p:cNvPr>
            <p:cNvSpPr/>
            <p:nvPr/>
          </p:nvSpPr>
          <p:spPr>
            <a:xfrm>
              <a:off x="11384515" y="612775"/>
              <a:ext cx="397182" cy="331893"/>
            </a:xfrm>
            <a:custGeom>
              <a:avLst/>
              <a:gdLst>
                <a:gd name="connsiteX0" fmla="*/ 689134 w 695325"/>
                <a:gd name="connsiteY0" fmla="*/ 368141 h 581025"/>
                <a:gd name="connsiteX1" fmla="*/ 571024 w 695325"/>
                <a:gd name="connsiteY1" fmla="*/ 127159 h 581025"/>
                <a:gd name="connsiteX2" fmla="*/ 388144 w 695325"/>
                <a:gd name="connsiteY2" fmla="*/ 13811 h 581025"/>
                <a:gd name="connsiteX3" fmla="*/ 371951 w 695325"/>
                <a:gd name="connsiteY3" fmla="*/ 7144 h 581025"/>
                <a:gd name="connsiteX4" fmla="*/ 371951 w 695325"/>
                <a:gd name="connsiteY4" fmla="*/ 7144 h 581025"/>
                <a:gd name="connsiteX5" fmla="*/ 371951 w 695325"/>
                <a:gd name="connsiteY5" fmla="*/ 7144 h 581025"/>
                <a:gd name="connsiteX6" fmla="*/ 7144 w 695325"/>
                <a:gd name="connsiteY6" fmla="*/ 383381 h 581025"/>
                <a:gd name="connsiteX7" fmla="*/ 132874 w 695325"/>
                <a:gd name="connsiteY7" fmla="*/ 569119 h 581025"/>
                <a:gd name="connsiteX8" fmla="*/ 262414 w 695325"/>
                <a:gd name="connsiteY8" fmla="*/ 571976 h 581025"/>
                <a:gd name="connsiteX9" fmla="*/ 358616 w 695325"/>
                <a:gd name="connsiteY9" fmla="*/ 506254 h 581025"/>
                <a:gd name="connsiteX10" fmla="*/ 577692 w 695325"/>
                <a:gd name="connsiteY10" fmla="*/ 271939 h 581025"/>
                <a:gd name="connsiteX11" fmla="*/ 690086 w 695325"/>
                <a:gd name="connsiteY11" fmla="*/ 374809 h 581025"/>
                <a:gd name="connsiteX12" fmla="*/ 689134 w 695325"/>
                <a:gd name="connsiteY12" fmla="*/ 368141 h 5810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695325" h="581025">
                  <a:moveTo>
                    <a:pt x="689134" y="368141"/>
                  </a:moveTo>
                  <a:cubicBezTo>
                    <a:pt x="687229" y="271939"/>
                    <a:pt x="641509" y="191929"/>
                    <a:pt x="571024" y="127159"/>
                  </a:cubicBezTo>
                  <a:cubicBezTo>
                    <a:pt x="517684" y="78581"/>
                    <a:pt x="453866" y="41434"/>
                    <a:pt x="388144" y="13811"/>
                  </a:cubicBezTo>
                  <a:cubicBezTo>
                    <a:pt x="382429" y="11906"/>
                    <a:pt x="377666" y="9049"/>
                    <a:pt x="371951" y="7144"/>
                  </a:cubicBezTo>
                  <a:lnTo>
                    <a:pt x="371951" y="7144"/>
                  </a:lnTo>
                  <a:cubicBezTo>
                    <a:pt x="371951" y="7144"/>
                    <a:pt x="371951" y="7144"/>
                    <a:pt x="371951" y="7144"/>
                  </a:cubicBezTo>
                  <a:cubicBezTo>
                    <a:pt x="290036" y="105251"/>
                    <a:pt x="7144" y="178594"/>
                    <a:pt x="7144" y="383381"/>
                  </a:cubicBezTo>
                  <a:cubicBezTo>
                    <a:pt x="7144" y="463391"/>
                    <a:pt x="57626" y="538639"/>
                    <a:pt x="132874" y="569119"/>
                  </a:cubicBezTo>
                  <a:cubicBezTo>
                    <a:pt x="175736" y="585311"/>
                    <a:pt x="219551" y="586264"/>
                    <a:pt x="262414" y="571976"/>
                  </a:cubicBezTo>
                  <a:cubicBezTo>
                    <a:pt x="300514" y="559594"/>
                    <a:pt x="332899" y="535781"/>
                    <a:pt x="358616" y="506254"/>
                  </a:cubicBezTo>
                  <a:cubicBezTo>
                    <a:pt x="441484" y="413861"/>
                    <a:pt x="475774" y="271939"/>
                    <a:pt x="577692" y="271939"/>
                  </a:cubicBezTo>
                  <a:cubicBezTo>
                    <a:pt x="671036" y="271939"/>
                    <a:pt x="683419" y="338614"/>
                    <a:pt x="690086" y="374809"/>
                  </a:cubicBezTo>
                  <a:cubicBezTo>
                    <a:pt x="689134" y="373856"/>
                    <a:pt x="689134" y="371951"/>
                    <a:pt x="689134" y="368141"/>
                  </a:cubicBezTo>
                  <a:close/>
                </a:path>
              </a:pathLst>
            </a:custGeom>
            <a:solidFill>
              <a:srgbClr val="0072AF"/>
            </a:solidFill>
            <a:ln w="9525" cap="flat">
              <a:noFill/>
              <a:prstDash val="solid"/>
              <a:miter/>
            </a:ln>
          </p:spPr>
          <p:txBody>
            <a:bodyPr lIns="73152" tIns="36576" rIns="73152" bIns="36576" rtlCol="0" anchor="ctr"/>
            <a:lstStyle/>
            <a:p>
              <a:endParaRPr lang="de-DE"/>
            </a:p>
          </p:txBody>
        </p:sp>
      </p:grpSp>
    </p:spTree>
    <p:extLst>
      <p:ext uri="{BB962C8B-B14F-4D97-AF65-F5344CB8AC3E}">
        <p14:creationId xmlns:p14="http://schemas.microsoft.com/office/powerpoint/2010/main" val="4235377349"/>
      </p:ext>
    </p:extLst>
  </p:cSld>
  <p:clrMapOvr>
    <a:masterClrMapping/>
  </p:clrMapOvr>
  <p:extLst>
    <p:ext uri="{DCECCB84-F9BA-43D5-87BE-67443E8EF086}">
      <p15:sldGuideLst xmlns:p15="http://schemas.microsoft.com/office/powerpoint/2012/main"/>
    </p:ext>
  </p:extLst>
</p:sldLayout>
</file>

<file path=ppt/slideLayouts/slideLayout192.xml><?xml version="1.0" encoding="utf-8"?>
<p:sldLayout xmlns:a="http://schemas.openxmlformats.org/drawingml/2006/main" xmlns:r="http://schemas.openxmlformats.org/officeDocument/2006/relationships" xmlns:p="http://schemas.openxmlformats.org/presentationml/2006/main" userDrawn="1">
  <p:cSld name="11_Case study layout">
    <p:spTree>
      <p:nvGrpSpPr>
        <p:cNvPr id="1" name=""/>
        <p:cNvGrpSpPr/>
        <p:nvPr/>
      </p:nvGrpSpPr>
      <p:grpSpPr>
        <a:xfrm>
          <a:off x="0" y="0"/>
          <a:ext cx="0" cy="0"/>
          <a:chOff x="0" y="0"/>
          <a:chExt cx="0" cy="0"/>
        </a:xfrm>
      </p:grpSpPr>
      <p:sp>
        <p:nvSpPr>
          <p:cNvPr id="29" name="Content Placeholder 28">
            <a:extLst>
              <a:ext uri="{FF2B5EF4-FFF2-40B4-BE49-F238E27FC236}">
                <a16:creationId xmlns:a16="http://schemas.microsoft.com/office/drawing/2014/main" id="{FB7E2EE6-870D-496F-A2D1-62D12F52C62E}"/>
              </a:ext>
            </a:extLst>
          </p:cNvPr>
          <p:cNvSpPr>
            <a:spLocks noGrp="1"/>
          </p:cNvSpPr>
          <p:nvPr>
            <p:ph sz="quarter" idx="26"/>
          </p:nvPr>
        </p:nvSpPr>
        <p:spPr>
          <a:xfrm>
            <a:off x="0" y="2390772"/>
            <a:ext cx="6096000" cy="4467227"/>
          </a:xfrm>
          <a:solidFill>
            <a:srgbClr val="272936"/>
          </a:solidFill>
          <a:ln>
            <a:noFill/>
          </a:ln>
        </p:spPr>
        <p:txBody>
          <a:bodyPr/>
          <a:lstStyle>
            <a:lvl1pPr marL="0" indent="0">
              <a:buNone/>
              <a:defRPr sz="1800" b="1">
                <a:solidFill>
                  <a:schemeClr val="bg1"/>
                </a:solidFill>
              </a:defRPr>
            </a:lvl1pPr>
          </a:lstStyle>
          <a:p>
            <a:pPr lvl="0"/>
            <a:r>
              <a:rPr lang="en-US"/>
              <a:t>Click to edit Master text styles</a:t>
            </a:r>
          </a:p>
        </p:txBody>
      </p:sp>
      <p:sp>
        <p:nvSpPr>
          <p:cNvPr id="25" name="Picture Placeholder 24">
            <a:extLst>
              <a:ext uri="{FF2B5EF4-FFF2-40B4-BE49-F238E27FC236}">
                <a16:creationId xmlns:a16="http://schemas.microsoft.com/office/drawing/2014/main" id="{ECA1A4E6-7B96-48EE-B800-350B43FF4278}"/>
              </a:ext>
            </a:extLst>
          </p:cNvPr>
          <p:cNvSpPr>
            <a:spLocks noGrp="1"/>
          </p:cNvSpPr>
          <p:nvPr>
            <p:ph type="pic" sz="quarter" idx="25" hasCustomPrompt="1"/>
          </p:nvPr>
        </p:nvSpPr>
        <p:spPr>
          <a:xfrm>
            <a:off x="0" y="-75"/>
            <a:ext cx="6093303" cy="2410765"/>
          </a:xfrm>
        </p:spPr>
        <p:txBody>
          <a:bodyPr/>
          <a:lstStyle>
            <a:lvl1pPr>
              <a:defRPr/>
            </a:lvl1pPr>
          </a:lstStyle>
          <a:p>
            <a:r>
              <a:rPr lang="en-US"/>
              <a:t>Placeholder for image</a:t>
            </a:r>
            <a:endParaRPr lang="en-GB"/>
          </a:p>
        </p:txBody>
      </p:sp>
      <p:sp>
        <p:nvSpPr>
          <p:cNvPr id="4" name="Text Placeholder 3">
            <a:extLst>
              <a:ext uri="{FF2B5EF4-FFF2-40B4-BE49-F238E27FC236}">
                <a16:creationId xmlns:a16="http://schemas.microsoft.com/office/drawing/2014/main" id="{F4AD4FA4-2E1B-49C6-8235-1FBB65473B75}"/>
              </a:ext>
            </a:extLst>
          </p:cNvPr>
          <p:cNvSpPr>
            <a:spLocks noGrp="1"/>
          </p:cNvSpPr>
          <p:nvPr>
            <p:ph type="body" sz="quarter" idx="22" hasCustomPrompt="1"/>
          </p:nvPr>
        </p:nvSpPr>
        <p:spPr>
          <a:xfrm>
            <a:off x="6392723" y="1194416"/>
            <a:ext cx="5342400" cy="961200"/>
          </a:xfrm>
        </p:spPr>
        <p:txBody>
          <a:bodyPr/>
          <a:lstStyle>
            <a:lvl1pPr marL="0" indent="0" algn="l">
              <a:lnSpc>
                <a:spcPct val="100000"/>
              </a:lnSpc>
              <a:spcBef>
                <a:spcPts val="0"/>
              </a:spcBef>
              <a:buNone/>
              <a:defRPr sz="1800" baseline="0">
                <a:solidFill>
                  <a:schemeClr val="tx1"/>
                </a:solidFill>
              </a:defRPr>
            </a:lvl1pPr>
          </a:lstStyle>
          <a:p>
            <a:pPr lvl="0"/>
            <a:r>
              <a:rPr lang="en-GB"/>
              <a:t>Body text – business challenge</a:t>
            </a:r>
          </a:p>
        </p:txBody>
      </p:sp>
      <p:sp>
        <p:nvSpPr>
          <p:cNvPr id="13" name="Text Placeholder 3">
            <a:extLst>
              <a:ext uri="{FF2B5EF4-FFF2-40B4-BE49-F238E27FC236}">
                <a16:creationId xmlns:a16="http://schemas.microsoft.com/office/drawing/2014/main" id="{36A287FD-CD6B-4F25-8BDF-F903D59010C6}"/>
              </a:ext>
            </a:extLst>
          </p:cNvPr>
          <p:cNvSpPr>
            <a:spLocks noGrp="1"/>
          </p:cNvSpPr>
          <p:nvPr>
            <p:ph type="body" sz="quarter" idx="23" hasCustomPrompt="1"/>
          </p:nvPr>
        </p:nvSpPr>
        <p:spPr>
          <a:xfrm>
            <a:off x="6392723" y="2948400"/>
            <a:ext cx="5342400" cy="961200"/>
          </a:xfrm>
        </p:spPr>
        <p:txBody>
          <a:bodyPr/>
          <a:lstStyle>
            <a:lvl1pPr marL="0" indent="0" algn="l">
              <a:lnSpc>
                <a:spcPct val="100000"/>
              </a:lnSpc>
              <a:spcBef>
                <a:spcPts val="0"/>
              </a:spcBef>
              <a:buNone/>
              <a:defRPr sz="1800" baseline="0">
                <a:solidFill>
                  <a:schemeClr val="tx1"/>
                </a:solidFill>
              </a:defRPr>
            </a:lvl1pPr>
          </a:lstStyle>
          <a:p>
            <a:pPr lvl="0"/>
            <a:r>
              <a:rPr lang="en-GB"/>
              <a:t>Body text – Tessella approach</a:t>
            </a:r>
          </a:p>
        </p:txBody>
      </p:sp>
      <p:sp>
        <p:nvSpPr>
          <p:cNvPr id="17" name="Text Placeholder 3">
            <a:extLst>
              <a:ext uri="{FF2B5EF4-FFF2-40B4-BE49-F238E27FC236}">
                <a16:creationId xmlns:a16="http://schemas.microsoft.com/office/drawing/2014/main" id="{5B3BF6C0-F946-488A-9B15-F70FF6401238}"/>
              </a:ext>
            </a:extLst>
          </p:cNvPr>
          <p:cNvSpPr>
            <a:spLocks noGrp="1"/>
          </p:cNvSpPr>
          <p:nvPr>
            <p:ph type="body" sz="quarter" idx="24" hasCustomPrompt="1"/>
          </p:nvPr>
        </p:nvSpPr>
        <p:spPr>
          <a:xfrm>
            <a:off x="6392719" y="5071716"/>
            <a:ext cx="5342400" cy="961200"/>
          </a:xfrm>
        </p:spPr>
        <p:txBody>
          <a:bodyPr/>
          <a:lstStyle>
            <a:lvl1pPr marL="0" indent="0" algn="l">
              <a:lnSpc>
                <a:spcPct val="100000"/>
              </a:lnSpc>
              <a:spcBef>
                <a:spcPts val="0"/>
              </a:spcBef>
              <a:buNone/>
              <a:defRPr sz="1800" baseline="0">
                <a:solidFill>
                  <a:schemeClr val="tx1"/>
                </a:solidFill>
              </a:defRPr>
            </a:lvl1pPr>
          </a:lstStyle>
          <a:p>
            <a:pPr lvl="0"/>
            <a:r>
              <a:rPr lang="en-GB"/>
              <a:t>Body text – outcome</a:t>
            </a:r>
          </a:p>
        </p:txBody>
      </p:sp>
      <p:sp>
        <p:nvSpPr>
          <p:cNvPr id="3" name="TextBox 2">
            <a:extLst>
              <a:ext uri="{FF2B5EF4-FFF2-40B4-BE49-F238E27FC236}">
                <a16:creationId xmlns:a16="http://schemas.microsoft.com/office/drawing/2014/main" id="{9CE54477-D384-4565-8F7F-70C8B8597EF6}"/>
              </a:ext>
            </a:extLst>
          </p:cNvPr>
          <p:cNvSpPr txBox="1"/>
          <p:nvPr userDrawn="1"/>
        </p:nvSpPr>
        <p:spPr>
          <a:xfrm>
            <a:off x="6392722" y="826055"/>
            <a:ext cx="5342395" cy="369332"/>
          </a:xfrm>
          <a:prstGeom prst="rect">
            <a:avLst/>
          </a:prstGeom>
          <a:noFill/>
        </p:spPr>
        <p:txBody>
          <a:bodyPr wrap="square" rtlCol="0">
            <a:spAutoFit/>
          </a:bodyPr>
          <a:lstStyle/>
          <a:p>
            <a:pPr defTabSz="914400"/>
            <a:r>
              <a:rPr lang="en-US" sz="1800" b="1">
                <a:solidFill>
                  <a:srgbClr val="0170AD"/>
                </a:solidFill>
              </a:rPr>
              <a:t>Problem</a:t>
            </a:r>
            <a:endParaRPr lang="en-GB" sz="1800" b="1">
              <a:solidFill>
                <a:srgbClr val="0170AD"/>
              </a:solidFill>
            </a:endParaRPr>
          </a:p>
        </p:txBody>
      </p:sp>
      <p:sp>
        <p:nvSpPr>
          <p:cNvPr id="21" name="TextBox 20">
            <a:extLst>
              <a:ext uri="{FF2B5EF4-FFF2-40B4-BE49-F238E27FC236}">
                <a16:creationId xmlns:a16="http://schemas.microsoft.com/office/drawing/2014/main" id="{E3F3D5E3-10B8-40E7-9495-42F0D24228FF}"/>
              </a:ext>
            </a:extLst>
          </p:cNvPr>
          <p:cNvSpPr txBox="1"/>
          <p:nvPr userDrawn="1"/>
        </p:nvSpPr>
        <p:spPr>
          <a:xfrm>
            <a:off x="6392720" y="2246571"/>
            <a:ext cx="5342395" cy="369332"/>
          </a:xfrm>
          <a:prstGeom prst="rect">
            <a:avLst/>
          </a:prstGeom>
          <a:noFill/>
        </p:spPr>
        <p:txBody>
          <a:bodyPr wrap="square" rtlCol="0">
            <a:spAutoFit/>
          </a:bodyPr>
          <a:lstStyle/>
          <a:p>
            <a:pPr defTabSz="914400"/>
            <a:r>
              <a:rPr lang="en-US" sz="1800" b="1">
                <a:solidFill>
                  <a:srgbClr val="0170AD"/>
                </a:solidFill>
              </a:rPr>
              <a:t>Approach / Solution</a:t>
            </a:r>
            <a:endParaRPr lang="en-GB" sz="1800" b="1">
              <a:solidFill>
                <a:srgbClr val="0170AD"/>
              </a:solidFill>
            </a:endParaRPr>
          </a:p>
        </p:txBody>
      </p:sp>
      <p:sp>
        <p:nvSpPr>
          <p:cNvPr id="22" name="TextBox 21">
            <a:extLst>
              <a:ext uri="{FF2B5EF4-FFF2-40B4-BE49-F238E27FC236}">
                <a16:creationId xmlns:a16="http://schemas.microsoft.com/office/drawing/2014/main" id="{BF2CA2D3-86A9-4D76-9A90-1F546F715AF4}"/>
              </a:ext>
            </a:extLst>
          </p:cNvPr>
          <p:cNvSpPr txBox="1"/>
          <p:nvPr userDrawn="1"/>
        </p:nvSpPr>
        <p:spPr>
          <a:xfrm>
            <a:off x="6392719" y="4702384"/>
            <a:ext cx="5342395" cy="369332"/>
          </a:xfrm>
          <a:prstGeom prst="rect">
            <a:avLst/>
          </a:prstGeom>
          <a:noFill/>
        </p:spPr>
        <p:txBody>
          <a:bodyPr wrap="square" rtlCol="0">
            <a:spAutoFit/>
          </a:bodyPr>
          <a:lstStyle/>
          <a:p>
            <a:pPr defTabSz="914400"/>
            <a:r>
              <a:rPr lang="en-US" sz="1800" b="1">
                <a:solidFill>
                  <a:srgbClr val="0170AD"/>
                </a:solidFill>
              </a:rPr>
              <a:t>Outcome</a:t>
            </a:r>
            <a:endParaRPr lang="en-GB" sz="1800" b="1">
              <a:solidFill>
                <a:srgbClr val="0170AD"/>
              </a:solidFill>
            </a:endParaRPr>
          </a:p>
        </p:txBody>
      </p:sp>
      <p:grpSp>
        <p:nvGrpSpPr>
          <p:cNvPr id="10" name="Groupe 1">
            <a:extLst>
              <a:ext uri="{FF2B5EF4-FFF2-40B4-BE49-F238E27FC236}">
                <a16:creationId xmlns:a16="http://schemas.microsoft.com/office/drawing/2014/main" id="{11A3E882-4152-49CC-A658-0BA2BD4CCF4E}"/>
              </a:ext>
            </a:extLst>
          </p:cNvPr>
          <p:cNvGrpSpPr>
            <a:grpSpLocks noChangeAspect="1"/>
          </p:cNvGrpSpPr>
          <p:nvPr userDrawn="1"/>
        </p:nvGrpSpPr>
        <p:grpSpPr>
          <a:xfrm>
            <a:off x="11562163" y="205059"/>
            <a:ext cx="419436" cy="388988"/>
            <a:chOff x="11501102" y="171573"/>
            <a:chExt cx="419436" cy="388988"/>
          </a:xfrm>
        </p:grpSpPr>
        <p:sp>
          <p:nvSpPr>
            <p:cNvPr id="11" name="Freeform 13">
              <a:extLst>
                <a:ext uri="{FF2B5EF4-FFF2-40B4-BE49-F238E27FC236}">
                  <a16:creationId xmlns:a16="http://schemas.microsoft.com/office/drawing/2014/main" id="{7962C740-AA7F-4225-AF45-30CEC5D85747}"/>
                </a:ext>
              </a:extLst>
            </p:cNvPr>
            <p:cNvSpPr>
              <a:spLocks/>
            </p:cNvSpPr>
            <p:nvPr userDrawn="1"/>
          </p:nvSpPr>
          <p:spPr bwMode="auto">
            <a:xfrm>
              <a:off x="11644642" y="334376"/>
              <a:ext cx="275896" cy="226185"/>
            </a:xfrm>
            <a:custGeom>
              <a:avLst/>
              <a:gdLst/>
              <a:ahLst/>
              <a:cxnLst>
                <a:cxn ang="0">
                  <a:pos x="125" y="107"/>
                </a:cxn>
                <a:cxn ang="0">
                  <a:pos x="188" y="43"/>
                </a:cxn>
                <a:cxn ang="0">
                  <a:pos x="141" y="0"/>
                </a:cxn>
                <a:cxn ang="0">
                  <a:pos x="49" y="99"/>
                </a:cxn>
                <a:cxn ang="0">
                  <a:pos x="0" y="144"/>
                </a:cxn>
                <a:cxn ang="0">
                  <a:pos x="37" y="154"/>
                </a:cxn>
                <a:cxn ang="0">
                  <a:pos x="125" y="125"/>
                </a:cxn>
                <a:cxn ang="0">
                  <a:pos x="81" y="86"/>
                </a:cxn>
                <a:cxn ang="0">
                  <a:pos x="125" y="107"/>
                </a:cxn>
              </a:cxnLst>
              <a:rect l="0" t="0" r="r" b="b"/>
              <a:pathLst>
                <a:path w="188" h="154">
                  <a:moveTo>
                    <a:pt x="125" y="107"/>
                  </a:moveTo>
                  <a:cubicBezTo>
                    <a:pt x="160" y="107"/>
                    <a:pt x="188" y="78"/>
                    <a:pt x="188" y="43"/>
                  </a:cubicBezTo>
                  <a:cubicBezTo>
                    <a:pt x="186" y="28"/>
                    <a:pt x="181" y="0"/>
                    <a:pt x="141" y="0"/>
                  </a:cubicBezTo>
                  <a:cubicBezTo>
                    <a:pt x="99" y="0"/>
                    <a:pt x="84" y="60"/>
                    <a:pt x="49" y="99"/>
                  </a:cubicBezTo>
                  <a:cubicBezTo>
                    <a:pt x="47" y="121"/>
                    <a:pt x="26" y="140"/>
                    <a:pt x="0" y="144"/>
                  </a:cubicBezTo>
                  <a:cubicBezTo>
                    <a:pt x="6" y="150"/>
                    <a:pt x="20" y="154"/>
                    <a:pt x="37" y="154"/>
                  </a:cubicBezTo>
                  <a:cubicBezTo>
                    <a:pt x="68" y="154"/>
                    <a:pt x="106" y="145"/>
                    <a:pt x="125" y="125"/>
                  </a:cubicBezTo>
                  <a:cubicBezTo>
                    <a:pt x="99" y="126"/>
                    <a:pt x="82" y="109"/>
                    <a:pt x="81" y="86"/>
                  </a:cubicBezTo>
                  <a:cubicBezTo>
                    <a:pt x="93" y="101"/>
                    <a:pt x="108" y="107"/>
                    <a:pt x="125" y="107"/>
                  </a:cubicBezTo>
                </a:path>
              </a:pathLst>
            </a:custGeom>
            <a:solidFill>
              <a:srgbClr val="12ABDB"/>
            </a:solidFill>
            <a:ln w="9525">
              <a:noFill/>
              <a:round/>
              <a:headEnd/>
              <a:tailEnd/>
            </a:ln>
          </p:spPr>
          <p:txBody>
            <a:bodyPr vert="horz" wrap="square" lIns="91440" tIns="45720" rIns="91440" bIns="45720" numCol="1" anchor="t" anchorCtr="0" compatLnSpc="1">
              <a:prstTxWarp prst="textNoShape">
                <a:avLst/>
              </a:prstTxWarp>
            </a:bodyPr>
            <a:lstStyle/>
            <a:p>
              <a:pPr defTabSz="914400"/>
              <a:endParaRPr lang="en-GB" sz="1800">
                <a:solidFill>
                  <a:srgbClr val="000000"/>
                </a:solidFill>
              </a:endParaRPr>
            </a:p>
          </p:txBody>
        </p:sp>
        <p:sp>
          <p:nvSpPr>
            <p:cNvPr id="12" name="Freeform 14">
              <a:extLst>
                <a:ext uri="{FF2B5EF4-FFF2-40B4-BE49-F238E27FC236}">
                  <a16:creationId xmlns:a16="http://schemas.microsoft.com/office/drawing/2014/main" id="{8B6BE8F3-0248-42CC-8053-5B10FA1A6457}"/>
                </a:ext>
              </a:extLst>
            </p:cNvPr>
            <p:cNvSpPr>
              <a:spLocks/>
            </p:cNvSpPr>
            <p:nvPr userDrawn="1"/>
          </p:nvSpPr>
          <p:spPr bwMode="auto">
            <a:xfrm>
              <a:off x="11501102" y="171573"/>
              <a:ext cx="419436" cy="356676"/>
            </a:xfrm>
            <a:custGeom>
              <a:avLst/>
              <a:gdLst/>
              <a:ahLst/>
              <a:cxnLst>
                <a:cxn ang="0">
                  <a:pos x="286" y="152"/>
                </a:cxn>
                <a:cxn ang="0">
                  <a:pos x="237" y="51"/>
                </a:cxn>
                <a:cxn ang="0">
                  <a:pos x="160" y="3"/>
                </a:cxn>
                <a:cxn ang="0">
                  <a:pos x="153" y="0"/>
                </a:cxn>
                <a:cxn ang="0">
                  <a:pos x="153" y="0"/>
                </a:cxn>
                <a:cxn ang="0">
                  <a:pos x="0" y="158"/>
                </a:cxn>
                <a:cxn ang="0">
                  <a:pos x="53" y="236"/>
                </a:cxn>
                <a:cxn ang="0">
                  <a:pos x="107" y="237"/>
                </a:cxn>
                <a:cxn ang="0">
                  <a:pos x="147" y="210"/>
                </a:cxn>
                <a:cxn ang="0">
                  <a:pos x="239" y="111"/>
                </a:cxn>
                <a:cxn ang="0">
                  <a:pos x="286" y="154"/>
                </a:cxn>
                <a:cxn ang="0">
                  <a:pos x="286" y="152"/>
                </a:cxn>
              </a:cxnLst>
              <a:rect l="0" t="0" r="r" b="b"/>
              <a:pathLst>
                <a:path w="286" h="243">
                  <a:moveTo>
                    <a:pt x="286" y="152"/>
                  </a:moveTo>
                  <a:cubicBezTo>
                    <a:pt x="286" y="112"/>
                    <a:pt x="266" y="78"/>
                    <a:pt x="237" y="51"/>
                  </a:cubicBezTo>
                  <a:cubicBezTo>
                    <a:pt x="215" y="30"/>
                    <a:pt x="188" y="15"/>
                    <a:pt x="160" y="3"/>
                  </a:cubicBezTo>
                  <a:cubicBezTo>
                    <a:pt x="158" y="2"/>
                    <a:pt x="156" y="1"/>
                    <a:pt x="153" y="0"/>
                  </a:cubicBezTo>
                  <a:cubicBezTo>
                    <a:pt x="153" y="0"/>
                    <a:pt x="153" y="0"/>
                    <a:pt x="153" y="0"/>
                  </a:cubicBezTo>
                  <a:cubicBezTo>
                    <a:pt x="119" y="41"/>
                    <a:pt x="0" y="72"/>
                    <a:pt x="0" y="158"/>
                  </a:cubicBezTo>
                  <a:cubicBezTo>
                    <a:pt x="0" y="192"/>
                    <a:pt x="21" y="224"/>
                    <a:pt x="53" y="236"/>
                  </a:cubicBezTo>
                  <a:cubicBezTo>
                    <a:pt x="71" y="243"/>
                    <a:pt x="89" y="243"/>
                    <a:pt x="107" y="237"/>
                  </a:cubicBezTo>
                  <a:cubicBezTo>
                    <a:pt x="123" y="232"/>
                    <a:pt x="136" y="222"/>
                    <a:pt x="147" y="210"/>
                  </a:cubicBezTo>
                  <a:cubicBezTo>
                    <a:pt x="182" y="171"/>
                    <a:pt x="197" y="111"/>
                    <a:pt x="239" y="111"/>
                  </a:cubicBezTo>
                  <a:cubicBezTo>
                    <a:pt x="279" y="111"/>
                    <a:pt x="284" y="139"/>
                    <a:pt x="286" y="154"/>
                  </a:cubicBezTo>
                  <a:cubicBezTo>
                    <a:pt x="286" y="154"/>
                    <a:pt x="286" y="153"/>
                    <a:pt x="286" y="152"/>
                  </a:cubicBezTo>
                </a:path>
              </a:pathLst>
            </a:custGeom>
            <a:solidFill>
              <a:srgbClr val="0070AD"/>
            </a:solidFill>
            <a:ln w="9525">
              <a:noFill/>
              <a:round/>
              <a:headEnd/>
              <a:tailEnd/>
            </a:ln>
          </p:spPr>
          <p:txBody>
            <a:bodyPr vert="horz" wrap="square" lIns="91440" tIns="45720" rIns="91440" bIns="45720" numCol="1" anchor="t" anchorCtr="0" compatLnSpc="1">
              <a:prstTxWarp prst="textNoShape">
                <a:avLst/>
              </a:prstTxWarp>
            </a:bodyPr>
            <a:lstStyle/>
            <a:p>
              <a:pPr defTabSz="914400"/>
              <a:endParaRPr lang="en-GB" sz="1800">
                <a:solidFill>
                  <a:srgbClr val="000000"/>
                </a:solidFill>
              </a:endParaRPr>
            </a:p>
          </p:txBody>
        </p:sp>
      </p:grpSp>
    </p:spTree>
    <p:extLst>
      <p:ext uri="{BB962C8B-B14F-4D97-AF65-F5344CB8AC3E}">
        <p14:creationId xmlns:p14="http://schemas.microsoft.com/office/powerpoint/2010/main" val="225604715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29">
                                            <p:bg/>
                                          </p:spTgt>
                                        </p:tgtEl>
                                        <p:attrNameLst>
                                          <p:attrName>style.visibility</p:attrName>
                                        </p:attrNameLst>
                                      </p:cBhvr>
                                      <p:to>
                                        <p:strVal val="visible"/>
                                      </p:to>
                                    </p:set>
                                    <p:animEffect transition="in" filter="fade">
                                      <p:cBhvr>
                                        <p:cTn id="7" dur="500"/>
                                        <p:tgtEl>
                                          <p:spTgt spid="29">
                                            <p:bg/>
                                          </p:spTgt>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29">
                                            <p:txEl>
                                              <p:pRg st="0" end="0"/>
                                            </p:txEl>
                                          </p:spTgt>
                                        </p:tgtEl>
                                        <p:attrNameLst>
                                          <p:attrName>style.visibility</p:attrName>
                                        </p:attrNameLst>
                                      </p:cBhvr>
                                      <p:to>
                                        <p:strVal val="visible"/>
                                      </p:to>
                                    </p:set>
                                    <p:animEffect transition="in" filter="fade">
                                      <p:cBhvr>
                                        <p:cTn id="10" dur="500"/>
                                        <p:tgtEl>
                                          <p:spTgt spid="29">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9" grpId="0" build="p" animBg="1">
        <p:tmplLst>
          <p:tmpl>
            <p:tnLst>
              <p:par>
                <p:cTn presetID="10" presetClass="entr" presetSubtype="0" fill="hold" nodeType="clickEffect">
                  <p:stCondLst>
                    <p:cond delay="0"/>
                  </p:stCondLst>
                  <p:childTnLst>
                    <p:set>
                      <p:cBhvr>
                        <p:cTn dur="1" fill="hold">
                          <p:stCondLst>
                            <p:cond delay="0"/>
                          </p:stCondLst>
                        </p:cTn>
                        <p:tgtEl>
                          <p:spTgt spid="29"/>
                        </p:tgtEl>
                        <p:attrNameLst>
                          <p:attrName>style.visibility</p:attrName>
                        </p:attrNameLst>
                      </p:cBhvr>
                      <p:to>
                        <p:strVal val="visible"/>
                      </p:to>
                    </p:set>
                    <p:animEffect transition="in" filter="fade">
                      <p:cBhvr>
                        <p:cTn dur="500"/>
                        <p:tgtEl>
                          <p:spTgt spid="29"/>
                        </p:tgtEl>
                      </p:cBhvr>
                    </p:animEffect>
                  </p:childTnLst>
                </p:cTn>
              </p:par>
            </p:tnLst>
          </p:tmpl>
          <p:tmpl lvl="1">
            <p:tnLst>
              <p:par>
                <p:cTn presetID="10" presetClass="entr" presetSubtype="0" fill="hold" nodeType="withEffect">
                  <p:stCondLst>
                    <p:cond delay="0"/>
                  </p:stCondLst>
                  <p:childTnLst>
                    <p:set>
                      <p:cBhvr>
                        <p:cTn dur="1" fill="hold">
                          <p:stCondLst>
                            <p:cond delay="0"/>
                          </p:stCondLst>
                        </p:cTn>
                        <p:tgtEl>
                          <p:spTgt spid="29"/>
                        </p:tgtEl>
                        <p:attrNameLst>
                          <p:attrName>style.visibility</p:attrName>
                        </p:attrNameLst>
                      </p:cBhvr>
                      <p:to>
                        <p:strVal val="visible"/>
                      </p:to>
                    </p:set>
                    <p:animEffect transition="in" filter="fade">
                      <p:cBhvr>
                        <p:cTn dur="500"/>
                        <p:tgtEl>
                          <p:spTgt spid="29"/>
                        </p:tgtEl>
                      </p:cBhvr>
                    </p:animEffect>
                  </p:childTnLst>
                </p:cTn>
              </p:par>
            </p:tnLst>
          </p:tmpl>
        </p:tmplLst>
      </p:bldP>
    </p:bldLst>
  </p:timing>
  <p:extLst>
    <p:ext uri="{DCECCB84-F9BA-43D5-87BE-67443E8EF086}">
      <p15:sldGuideLst xmlns:p15="http://schemas.microsoft.com/office/powerpoint/2012/main">
        <p15:guide id="1" orient="horz" pos="913">
          <p15:clr>
            <a:srgbClr val="FBAE40"/>
          </p15:clr>
        </p15:guide>
        <p15:guide id="2" pos="5654">
          <p15:clr>
            <a:srgbClr val="FBAE40"/>
          </p15:clr>
        </p15:guide>
        <p15:guide id="3" orient="horz" pos="3203">
          <p15:clr>
            <a:srgbClr val="FBAE40"/>
          </p15:clr>
        </p15:guide>
        <p15:guide id="4" pos="3840">
          <p15:clr>
            <a:srgbClr val="FBAE40"/>
          </p15:clr>
        </p15:guide>
        <p15:guide id="5" orient="horz" pos="3521">
          <p15:clr>
            <a:srgbClr val="FBAE40"/>
          </p15:clr>
        </p15:guide>
        <p15:guide id="6" orient="horz" pos="3022">
          <p15:clr>
            <a:srgbClr val="FBAE40"/>
          </p15:clr>
        </p15:guide>
        <p15:guide id="7" pos="2026">
          <p15:clr>
            <a:srgbClr val="FBAE40"/>
          </p15:clr>
        </p15:guide>
        <p15:guide id="8" orient="horz" pos="164">
          <p15:clr>
            <a:srgbClr val="FBAE40"/>
          </p15:clr>
        </p15:guide>
      </p15:sldGuideLst>
    </p:ext>
  </p:extLst>
</p:sldLayout>
</file>

<file path=ppt/slideLayouts/slideLayout193.xml><?xml version="1.0" encoding="utf-8"?>
<p:sldLayout xmlns:a="http://schemas.openxmlformats.org/drawingml/2006/main" xmlns:r="http://schemas.openxmlformats.org/officeDocument/2006/relationships" xmlns:p="http://schemas.openxmlformats.org/presentationml/2006/main" type="obj">
  <p:cSld name="1_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8A119BF-A520-45D8-84C7-933B274F8CB8}"/>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9EF72DBB-58DD-4380-BBDC-E86262EF34AE}"/>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3B598B77-87AA-4738-ACC1-5018DB857C2B}"/>
              </a:ext>
            </a:extLst>
          </p:cNvPr>
          <p:cNvSpPr>
            <a:spLocks noGrp="1"/>
          </p:cNvSpPr>
          <p:nvPr>
            <p:ph type="dt" sz="half" idx="10"/>
          </p:nvPr>
        </p:nvSpPr>
        <p:spPr/>
        <p:txBody>
          <a:bodyPr/>
          <a:lstStyle/>
          <a:p>
            <a:fld id="{1D9B0797-0CB4-4607-880E-F3771E59123B}" type="datetimeFigureOut">
              <a:rPr lang="en-US" smtClean="0"/>
              <a:t>3/4/2026</a:t>
            </a:fld>
            <a:endParaRPr lang="en-US"/>
          </a:p>
        </p:txBody>
      </p:sp>
      <p:sp>
        <p:nvSpPr>
          <p:cNvPr id="5" name="Footer Placeholder 4">
            <a:extLst>
              <a:ext uri="{FF2B5EF4-FFF2-40B4-BE49-F238E27FC236}">
                <a16:creationId xmlns:a16="http://schemas.microsoft.com/office/drawing/2014/main" id="{2F2E2686-C396-4F4B-9FDC-4293DA204AB6}"/>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3A381063-E4DE-44A5-A743-1EB85C690B2D}"/>
              </a:ext>
            </a:extLst>
          </p:cNvPr>
          <p:cNvSpPr>
            <a:spLocks noGrp="1"/>
          </p:cNvSpPr>
          <p:nvPr>
            <p:ph type="sldNum" sz="quarter" idx="12"/>
          </p:nvPr>
        </p:nvSpPr>
        <p:spPr/>
        <p:txBody>
          <a:bodyPr/>
          <a:lstStyle/>
          <a:p>
            <a:fld id="{1DE4AFAF-8CBD-4CAD-BA96-CF796E4AB046}" type="slidenum">
              <a:rPr lang="en-US" smtClean="0"/>
              <a:t>‹#›</a:t>
            </a:fld>
            <a:endParaRPr lang="en-US"/>
          </a:p>
        </p:txBody>
      </p:sp>
    </p:spTree>
    <p:extLst>
      <p:ext uri="{BB962C8B-B14F-4D97-AF65-F5344CB8AC3E}">
        <p14:creationId xmlns:p14="http://schemas.microsoft.com/office/powerpoint/2010/main" val="3934161462"/>
      </p:ext>
    </p:extLst>
  </p:cSld>
  <p:clrMapOvr>
    <a:masterClrMapping/>
  </p:clrMapOvr>
</p:sldLayout>
</file>

<file path=ppt/slideLayouts/slideLayout194.xml><?xml version="1.0" encoding="utf-8"?>
<p:sldLayout xmlns:a="http://schemas.openxmlformats.org/drawingml/2006/main" xmlns:r="http://schemas.openxmlformats.org/officeDocument/2006/relationships" xmlns:p="http://schemas.openxmlformats.org/presentationml/2006/main" userDrawn="1">
  <p:cSld name="1_Title Only Dark Grey">
    <p:bg>
      <p:bgPr>
        <a:solidFill>
          <a:schemeClr val="accent4"/>
        </a:solid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830729982"/>
      </p:ext>
    </p:extLst>
  </p:cSld>
  <p:clrMapOvr>
    <a:masterClrMapping/>
  </p:clrMapOvr>
</p:sldLayout>
</file>

<file path=ppt/slideLayouts/slideLayout195.xml><?xml version="1.0" encoding="utf-8"?>
<p:sldLayout xmlns:a="http://schemas.openxmlformats.org/drawingml/2006/main" xmlns:r="http://schemas.openxmlformats.org/officeDocument/2006/relationships" xmlns:p="http://schemas.openxmlformats.org/presentationml/2006/main" showMasterSp="0" preserve="1">
  <p:cSld name="Title Subtitle Dark Grey">
    <p:bg>
      <p:bgPr>
        <a:solidFill>
          <a:schemeClr val="accent4"/>
        </a:solidFill>
        <a:effectLst/>
      </p:bgPr>
    </p:bg>
    <p:spTree>
      <p:nvGrpSpPr>
        <p:cNvPr id="1" name=""/>
        <p:cNvGrpSpPr/>
        <p:nvPr/>
      </p:nvGrpSpPr>
      <p:grpSpPr>
        <a:xfrm>
          <a:off x="0" y="0"/>
          <a:ext cx="0" cy="0"/>
          <a:chOff x="0" y="0"/>
          <a:chExt cx="0" cy="0"/>
        </a:xfrm>
      </p:grpSpPr>
      <p:sp>
        <p:nvSpPr>
          <p:cNvPr id="6" name="Slide Number Placeholder 5">
            <a:extLst>
              <a:ext uri="{FF2B5EF4-FFF2-40B4-BE49-F238E27FC236}">
                <a16:creationId xmlns:a16="http://schemas.microsoft.com/office/drawing/2014/main" id="{A01F3CCC-A7A2-43F4-B41C-6E884F53F29B}"/>
              </a:ext>
            </a:extLst>
          </p:cNvPr>
          <p:cNvSpPr>
            <a:spLocks noGrp="1"/>
          </p:cNvSpPr>
          <p:nvPr>
            <p:ph type="sldNum" sz="quarter" idx="12"/>
          </p:nvPr>
        </p:nvSpPr>
        <p:spPr/>
        <p:txBody>
          <a:bodyPr/>
          <a:lstStyle>
            <a:lvl1pPr algn="r">
              <a:defRPr/>
            </a:lvl1pPr>
          </a:lstStyle>
          <a:p>
            <a:fld id="{5D9A5160-6218-4E5A-B9E6-B93E3DAE377C}" type="slidenum">
              <a:rPr lang="en-US" smtClean="0"/>
              <a:pPr/>
              <a:t>‹#›</a:t>
            </a:fld>
            <a:endParaRPr lang="en-US"/>
          </a:p>
        </p:txBody>
      </p:sp>
      <p:sp>
        <p:nvSpPr>
          <p:cNvPr id="11" name="Title Placeholder 4">
            <a:extLst>
              <a:ext uri="{FF2B5EF4-FFF2-40B4-BE49-F238E27FC236}">
                <a16:creationId xmlns:a16="http://schemas.microsoft.com/office/drawing/2014/main" id="{8CCCBC14-D599-4EA7-9BC4-E710373F2D23}"/>
              </a:ext>
            </a:extLst>
          </p:cNvPr>
          <p:cNvSpPr>
            <a:spLocks noGrp="1"/>
          </p:cNvSpPr>
          <p:nvPr>
            <p:ph type="title"/>
          </p:nvPr>
        </p:nvSpPr>
        <p:spPr>
          <a:xfrm>
            <a:off x="550863" y="6907"/>
            <a:ext cx="10873877" cy="1127300"/>
          </a:xfrm>
          <a:prstGeom prst="rect">
            <a:avLst/>
          </a:prstGeom>
        </p:spPr>
        <p:txBody>
          <a:bodyPr vert="horz" lIns="0" tIns="180000" rIns="0" bIns="0" rtlCol="0" anchor="t" anchorCtr="0">
            <a:noAutofit/>
          </a:bodyPr>
          <a:lstStyle>
            <a:lvl1pPr>
              <a:defRPr>
                <a:solidFill>
                  <a:schemeClr val="bg1"/>
                </a:solidFill>
              </a:defRPr>
            </a:lvl1pPr>
          </a:lstStyle>
          <a:p>
            <a:r>
              <a:rPr lang="en-US"/>
              <a:t>Click to edit Master title style</a:t>
            </a:r>
            <a:endParaRPr lang="de-DE"/>
          </a:p>
        </p:txBody>
      </p:sp>
      <p:sp>
        <p:nvSpPr>
          <p:cNvPr id="12" name="Text Placeholder 9">
            <a:extLst>
              <a:ext uri="{FF2B5EF4-FFF2-40B4-BE49-F238E27FC236}">
                <a16:creationId xmlns:a16="http://schemas.microsoft.com/office/drawing/2014/main" id="{C1949725-ACD2-44C4-85AF-10B39EC61473}"/>
              </a:ext>
            </a:extLst>
          </p:cNvPr>
          <p:cNvSpPr>
            <a:spLocks noGrp="1"/>
          </p:cNvSpPr>
          <p:nvPr>
            <p:ph type="body" sz="quarter" idx="15" hasCustomPrompt="1"/>
          </p:nvPr>
        </p:nvSpPr>
        <p:spPr>
          <a:xfrm>
            <a:off x="550200" y="1125538"/>
            <a:ext cx="11090938" cy="246221"/>
          </a:xfrm>
          <a:prstGeom prst="rect">
            <a:avLst/>
          </a:prstGeom>
        </p:spPr>
        <p:txBody>
          <a:bodyPr lIns="0">
            <a:spAutoFit/>
          </a:bodyPr>
          <a:lstStyle>
            <a:lvl1pPr>
              <a:defRPr sz="1600" b="1">
                <a:solidFill>
                  <a:schemeClr val="bg1"/>
                </a:solidFill>
                <a:latin typeface="+mn-lt"/>
              </a:defRPr>
            </a:lvl1pPr>
          </a:lstStyle>
          <a:p>
            <a:pPr lvl="0"/>
            <a:r>
              <a:rPr lang="en-US"/>
              <a:t>Click to edit Master text styles</a:t>
            </a:r>
          </a:p>
        </p:txBody>
      </p:sp>
      <p:grpSp>
        <p:nvGrpSpPr>
          <p:cNvPr id="13" name="Groupe 1">
            <a:extLst>
              <a:ext uri="{FF2B5EF4-FFF2-40B4-BE49-F238E27FC236}">
                <a16:creationId xmlns:a16="http://schemas.microsoft.com/office/drawing/2014/main" id="{03B03B54-FE69-4638-BDA4-DD9F33884510}"/>
              </a:ext>
            </a:extLst>
          </p:cNvPr>
          <p:cNvGrpSpPr/>
          <p:nvPr userDrawn="1"/>
        </p:nvGrpSpPr>
        <p:grpSpPr>
          <a:xfrm>
            <a:off x="11501102" y="171573"/>
            <a:ext cx="419436" cy="388988"/>
            <a:chOff x="11501102" y="171573"/>
            <a:chExt cx="419436" cy="388988"/>
          </a:xfrm>
        </p:grpSpPr>
        <p:sp>
          <p:nvSpPr>
            <p:cNvPr id="14" name="Freeform 13">
              <a:extLst>
                <a:ext uri="{FF2B5EF4-FFF2-40B4-BE49-F238E27FC236}">
                  <a16:creationId xmlns:a16="http://schemas.microsoft.com/office/drawing/2014/main" id="{5DB373AE-4E54-4212-8980-861E1133893A}"/>
                </a:ext>
              </a:extLst>
            </p:cNvPr>
            <p:cNvSpPr>
              <a:spLocks/>
            </p:cNvSpPr>
            <p:nvPr/>
          </p:nvSpPr>
          <p:spPr bwMode="auto">
            <a:xfrm>
              <a:off x="11644642" y="334376"/>
              <a:ext cx="275896" cy="226185"/>
            </a:xfrm>
            <a:custGeom>
              <a:avLst/>
              <a:gdLst/>
              <a:ahLst/>
              <a:cxnLst>
                <a:cxn ang="0">
                  <a:pos x="125" y="107"/>
                </a:cxn>
                <a:cxn ang="0">
                  <a:pos x="188" y="43"/>
                </a:cxn>
                <a:cxn ang="0">
                  <a:pos x="141" y="0"/>
                </a:cxn>
                <a:cxn ang="0">
                  <a:pos x="49" y="99"/>
                </a:cxn>
                <a:cxn ang="0">
                  <a:pos x="0" y="144"/>
                </a:cxn>
                <a:cxn ang="0">
                  <a:pos x="37" y="154"/>
                </a:cxn>
                <a:cxn ang="0">
                  <a:pos x="125" y="125"/>
                </a:cxn>
                <a:cxn ang="0">
                  <a:pos x="81" y="86"/>
                </a:cxn>
                <a:cxn ang="0">
                  <a:pos x="125" y="107"/>
                </a:cxn>
              </a:cxnLst>
              <a:rect l="0" t="0" r="r" b="b"/>
              <a:pathLst>
                <a:path w="188" h="154">
                  <a:moveTo>
                    <a:pt x="125" y="107"/>
                  </a:moveTo>
                  <a:cubicBezTo>
                    <a:pt x="160" y="107"/>
                    <a:pt x="188" y="78"/>
                    <a:pt x="188" y="43"/>
                  </a:cubicBezTo>
                  <a:cubicBezTo>
                    <a:pt x="186" y="28"/>
                    <a:pt x="181" y="0"/>
                    <a:pt x="141" y="0"/>
                  </a:cubicBezTo>
                  <a:cubicBezTo>
                    <a:pt x="99" y="0"/>
                    <a:pt x="84" y="60"/>
                    <a:pt x="49" y="99"/>
                  </a:cubicBezTo>
                  <a:cubicBezTo>
                    <a:pt x="47" y="121"/>
                    <a:pt x="26" y="140"/>
                    <a:pt x="0" y="144"/>
                  </a:cubicBezTo>
                  <a:cubicBezTo>
                    <a:pt x="6" y="150"/>
                    <a:pt x="20" y="154"/>
                    <a:pt x="37" y="154"/>
                  </a:cubicBezTo>
                  <a:cubicBezTo>
                    <a:pt x="68" y="154"/>
                    <a:pt x="106" y="145"/>
                    <a:pt x="125" y="125"/>
                  </a:cubicBezTo>
                  <a:cubicBezTo>
                    <a:pt x="99" y="126"/>
                    <a:pt x="82" y="109"/>
                    <a:pt x="81" y="86"/>
                  </a:cubicBezTo>
                  <a:cubicBezTo>
                    <a:pt x="93" y="101"/>
                    <a:pt x="108" y="107"/>
                    <a:pt x="125" y="107"/>
                  </a:cubicBezTo>
                </a:path>
              </a:pathLst>
            </a:custGeom>
            <a:solidFill>
              <a:srgbClr val="12ABDB"/>
            </a:solidFill>
            <a:ln w="9525">
              <a:noFill/>
              <a:round/>
              <a:headEnd/>
              <a:tailEnd/>
            </a:ln>
          </p:spPr>
          <p:txBody>
            <a:bodyPr vert="horz" wrap="square" lIns="91440" tIns="45720" rIns="91440" bIns="45720" numCol="1" anchor="t" anchorCtr="0" compatLnSpc="1">
              <a:prstTxWarp prst="textNoShape">
                <a:avLst/>
              </a:prstTxWarp>
            </a:bodyPr>
            <a:lstStyle/>
            <a:p>
              <a:endParaRPr lang="en-GB"/>
            </a:p>
          </p:txBody>
        </p:sp>
        <p:sp>
          <p:nvSpPr>
            <p:cNvPr id="16" name="Freeform 14">
              <a:extLst>
                <a:ext uri="{FF2B5EF4-FFF2-40B4-BE49-F238E27FC236}">
                  <a16:creationId xmlns:a16="http://schemas.microsoft.com/office/drawing/2014/main" id="{28B05233-6F6E-4AB1-B8EC-1846223838BC}"/>
                </a:ext>
              </a:extLst>
            </p:cNvPr>
            <p:cNvSpPr>
              <a:spLocks/>
            </p:cNvSpPr>
            <p:nvPr/>
          </p:nvSpPr>
          <p:spPr bwMode="auto">
            <a:xfrm>
              <a:off x="11501102" y="171573"/>
              <a:ext cx="419436" cy="356676"/>
            </a:xfrm>
            <a:custGeom>
              <a:avLst/>
              <a:gdLst/>
              <a:ahLst/>
              <a:cxnLst>
                <a:cxn ang="0">
                  <a:pos x="286" y="152"/>
                </a:cxn>
                <a:cxn ang="0">
                  <a:pos x="237" y="51"/>
                </a:cxn>
                <a:cxn ang="0">
                  <a:pos x="160" y="3"/>
                </a:cxn>
                <a:cxn ang="0">
                  <a:pos x="153" y="0"/>
                </a:cxn>
                <a:cxn ang="0">
                  <a:pos x="153" y="0"/>
                </a:cxn>
                <a:cxn ang="0">
                  <a:pos x="0" y="158"/>
                </a:cxn>
                <a:cxn ang="0">
                  <a:pos x="53" y="236"/>
                </a:cxn>
                <a:cxn ang="0">
                  <a:pos x="107" y="237"/>
                </a:cxn>
                <a:cxn ang="0">
                  <a:pos x="147" y="210"/>
                </a:cxn>
                <a:cxn ang="0">
                  <a:pos x="239" y="111"/>
                </a:cxn>
                <a:cxn ang="0">
                  <a:pos x="286" y="154"/>
                </a:cxn>
                <a:cxn ang="0">
                  <a:pos x="286" y="152"/>
                </a:cxn>
              </a:cxnLst>
              <a:rect l="0" t="0" r="r" b="b"/>
              <a:pathLst>
                <a:path w="286" h="243">
                  <a:moveTo>
                    <a:pt x="286" y="152"/>
                  </a:moveTo>
                  <a:cubicBezTo>
                    <a:pt x="286" y="112"/>
                    <a:pt x="266" y="78"/>
                    <a:pt x="237" y="51"/>
                  </a:cubicBezTo>
                  <a:cubicBezTo>
                    <a:pt x="215" y="30"/>
                    <a:pt x="188" y="15"/>
                    <a:pt x="160" y="3"/>
                  </a:cubicBezTo>
                  <a:cubicBezTo>
                    <a:pt x="158" y="2"/>
                    <a:pt x="156" y="1"/>
                    <a:pt x="153" y="0"/>
                  </a:cubicBezTo>
                  <a:cubicBezTo>
                    <a:pt x="153" y="0"/>
                    <a:pt x="153" y="0"/>
                    <a:pt x="153" y="0"/>
                  </a:cubicBezTo>
                  <a:cubicBezTo>
                    <a:pt x="119" y="41"/>
                    <a:pt x="0" y="72"/>
                    <a:pt x="0" y="158"/>
                  </a:cubicBezTo>
                  <a:cubicBezTo>
                    <a:pt x="0" y="192"/>
                    <a:pt x="21" y="224"/>
                    <a:pt x="53" y="236"/>
                  </a:cubicBezTo>
                  <a:cubicBezTo>
                    <a:pt x="71" y="243"/>
                    <a:pt x="89" y="243"/>
                    <a:pt x="107" y="237"/>
                  </a:cubicBezTo>
                  <a:cubicBezTo>
                    <a:pt x="123" y="232"/>
                    <a:pt x="136" y="222"/>
                    <a:pt x="147" y="210"/>
                  </a:cubicBezTo>
                  <a:cubicBezTo>
                    <a:pt x="182" y="171"/>
                    <a:pt x="197" y="111"/>
                    <a:pt x="239" y="111"/>
                  </a:cubicBezTo>
                  <a:cubicBezTo>
                    <a:pt x="279" y="111"/>
                    <a:pt x="284" y="139"/>
                    <a:pt x="286" y="154"/>
                  </a:cubicBezTo>
                  <a:cubicBezTo>
                    <a:pt x="286" y="154"/>
                    <a:pt x="286" y="153"/>
                    <a:pt x="286" y="152"/>
                  </a:cubicBezTo>
                </a:path>
              </a:pathLst>
            </a:custGeom>
            <a:solidFill>
              <a:srgbClr val="0070AD"/>
            </a:solidFill>
            <a:ln w="9525">
              <a:noFill/>
              <a:round/>
              <a:headEnd/>
              <a:tailEnd/>
            </a:ln>
          </p:spPr>
          <p:txBody>
            <a:bodyPr vert="horz" wrap="square" lIns="91440" tIns="45720" rIns="91440" bIns="45720" numCol="1" anchor="t" anchorCtr="0" compatLnSpc="1">
              <a:prstTxWarp prst="textNoShape">
                <a:avLst/>
              </a:prstTxWarp>
            </a:bodyPr>
            <a:lstStyle/>
            <a:p>
              <a:endParaRPr lang="en-GB"/>
            </a:p>
          </p:txBody>
        </p:sp>
      </p:grpSp>
      <p:sp>
        <p:nvSpPr>
          <p:cNvPr id="2" name="TextBox 1">
            <a:extLst>
              <a:ext uri="{FF2B5EF4-FFF2-40B4-BE49-F238E27FC236}">
                <a16:creationId xmlns:a16="http://schemas.microsoft.com/office/drawing/2014/main" id="{CEBEEE85-D372-D353-FD8A-C81235D2EF92}"/>
              </a:ext>
            </a:extLst>
          </p:cNvPr>
          <p:cNvSpPr txBox="1"/>
          <p:nvPr userDrawn="1"/>
        </p:nvSpPr>
        <p:spPr>
          <a:xfrm>
            <a:off x="7967134" y="6560966"/>
            <a:ext cx="3589865" cy="184666"/>
          </a:xfrm>
          <a:prstGeom prst="rect">
            <a:avLst/>
          </a:prstGeom>
          <a:noFill/>
        </p:spPr>
        <p:txBody>
          <a:bodyPr wrap="square">
            <a:spAutoFit/>
          </a:bodyPr>
          <a:lstStyle/>
          <a:p>
            <a:pPr algn="r"/>
            <a:r>
              <a:rPr lang="en-IN" sz="600">
                <a:solidFill>
                  <a:schemeClr val="bg2">
                    <a:lumMod val="90000"/>
                  </a:schemeClr>
                </a:solidFill>
              </a:rPr>
              <a:t>Company Confidential © Capgemini 2025. All rights reserved</a:t>
            </a:r>
          </a:p>
        </p:txBody>
      </p:sp>
    </p:spTree>
    <p:extLst>
      <p:ext uri="{BB962C8B-B14F-4D97-AF65-F5344CB8AC3E}">
        <p14:creationId xmlns:p14="http://schemas.microsoft.com/office/powerpoint/2010/main" val="1515052127"/>
      </p:ext>
    </p:extLst>
  </p:cSld>
  <p:clrMapOvr>
    <a:masterClrMapping/>
  </p:clrMapOvr>
</p:sldLayout>
</file>

<file path=ppt/slideLayouts/slideLayout196.xml><?xml version="1.0" encoding="utf-8"?>
<p:sldLayout xmlns:a="http://schemas.openxmlformats.org/drawingml/2006/main" xmlns:r="http://schemas.openxmlformats.org/officeDocument/2006/relationships" xmlns:p="http://schemas.openxmlformats.org/presentationml/2006/main" matchingName="Title + body copy" type="obj">
  <p:cSld name="Title + body copy">
    <p:spTree>
      <p:nvGrpSpPr>
        <p:cNvPr id="1" name="Shape 981"/>
        <p:cNvGrpSpPr/>
        <p:nvPr/>
      </p:nvGrpSpPr>
      <p:grpSpPr>
        <a:xfrm>
          <a:off x="0" y="0"/>
          <a:ext cx="0" cy="0"/>
          <a:chOff x="0" y="0"/>
          <a:chExt cx="0" cy="0"/>
        </a:xfrm>
      </p:grpSpPr>
      <p:sp>
        <p:nvSpPr>
          <p:cNvPr id="982" name="Google Shape;982;g1257c1e337a_0_238"/>
          <p:cNvSpPr txBox="1">
            <a:spLocks noGrp="1"/>
          </p:cNvSpPr>
          <p:nvPr>
            <p:ph type="title"/>
          </p:nvPr>
        </p:nvSpPr>
        <p:spPr>
          <a:xfrm>
            <a:off x="421268" y="366185"/>
            <a:ext cx="11347200" cy="1022400"/>
          </a:xfrm>
          <a:prstGeom prst="rect">
            <a:avLst/>
          </a:prstGeom>
          <a:noFill/>
          <a:ln>
            <a:noFill/>
          </a:ln>
        </p:spPr>
        <p:txBody>
          <a:bodyPr spcFirstLastPara="1" wrap="square" lIns="0" tIns="0" rIns="0" bIns="0" anchor="t" anchorCtr="0">
            <a:noAutofit/>
          </a:bodyPr>
          <a:lstStyle>
            <a:lvl1pPr lvl="0" algn="l" rtl="0">
              <a:lnSpc>
                <a:spcPct val="90000"/>
              </a:lnSpc>
              <a:spcBef>
                <a:spcPts val="0"/>
              </a:spcBef>
              <a:spcAft>
                <a:spcPts val="0"/>
              </a:spcAft>
              <a:buSzPts val="4400"/>
              <a:buNone/>
              <a:defRPr/>
            </a:lvl1pPr>
            <a:lvl2pPr lvl="1" algn="l" rtl="0">
              <a:lnSpc>
                <a:spcPct val="100000"/>
              </a:lnSpc>
              <a:spcBef>
                <a:spcPts val="0"/>
              </a:spcBef>
              <a:spcAft>
                <a:spcPts val="0"/>
              </a:spcAft>
              <a:buSzPts val="1400"/>
              <a:buNone/>
              <a:defRPr/>
            </a:lvl2pPr>
            <a:lvl3pPr lvl="2" algn="l" rtl="0">
              <a:lnSpc>
                <a:spcPct val="100000"/>
              </a:lnSpc>
              <a:spcBef>
                <a:spcPts val="0"/>
              </a:spcBef>
              <a:spcAft>
                <a:spcPts val="0"/>
              </a:spcAft>
              <a:buSzPts val="1400"/>
              <a:buNone/>
              <a:defRPr/>
            </a:lvl3pPr>
            <a:lvl4pPr lvl="3" algn="l" rtl="0">
              <a:lnSpc>
                <a:spcPct val="100000"/>
              </a:lnSpc>
              <a:spcBef>
                <a:spcPts val="0"/>
              </a:spcBef>
              <a:spcAft>
                <a:spcPts val="0"/>
              </a:spcAft>
              <a:buSzPts val="1400"/>
              <a:buNone/>
              <a:defRPr/>
            </a:lvl4pPr>
            <a:lvl5pPr lvl="4" algn="l" rtl="0">
              <a:lnSpc>
                <a:spcPct val="100000"/>
              </a:lnSpc>
              <a:spcBef>
                <a:spcPts val="0"/>
              </a:spcBef>
              <a:spcAft>
                <a:spcPts val="0"/>
              </a:spcAft>
              <a:buSzPts val="1400"/>
              <a:buNone/>
              <a:defRPr/>
            </a:lvl5pPr>
            <a:lvl6pPr lvl="5" algn="l" rtl="0">
              <a:lnSpc>
                <a:spcPct val="100000"/>
              </a:lnSpc>
              <a:spcBef>
                <a:spcPts val="0"/>
              </a:spcBef>
              <a:spcAft>
                <a:spcPts val="0"/>
              </a:spcAft>
              <a:buSzPts val="1400"/>
              <a:buNone/>
              <a:defRPr/>
            </a:lvl6pPr>
            <a:lvl7pPr lvl="6" algn="l" rtl="0">
              <a:lnSpc>
                <a:spcPct val="100000"/>
              </a:lnSpc>
              <a:spcBef>
                <a:spcPts val="0"/>
              </a:spcBef>
              <a:spcAft>
                <a:spcPts val="0"/>
              </a:spcAft>
              <a:buSzPts val="1400"/>
              <a:buNone/>
              <a:defRPr/>
            </a:lvl7pPr>
            <a:lvl8pPr lvl="7" algn="l" rtl="0">
              <a:lnSpc>
                <a:spcPct val="100000"/>
              </a:lnSpc>
              <a:spcBef>
                <a:spcPts val="0"/>
              </a:spcBef>
              <a:spcAft>
                <a:spcPts val="0"/>
              </a:spcAft>
              <a:buSzPts val="1400"/>
              <a:buNone/>
              <a:defRPr/>
            </a:lvl8pPr>
            <a:lvl9pPr lvl="8" algn="l" rtl="0">
              <a:lnSpc>
                <a:spcPct val="100000"/>
              </a:lnSpc>
              <a:spcBef>
                <a:spcPts val="0"/>
              </a:spcBef>
              <a:spcAft>
                <a:spcPts val="0"/>
              </a:spcAft>
              <a:buSzPts val="1400"/>
              <a:buNone/>
              <a:defRPr/>
            </a:lvl9pPr>
          </a:lstStyle>
          <a:p>
            <a:endParaRPr/>
          </a:p>
        </p:txBody>
      </p:sp>
      <p:sp>
        <p:nvSpPr>
          <p:cNvPr id="983" name="Google Shape;983;g1257c1e337a_0_238"/>
          <p:cNvSpPr txBox="1">
            <a:spLocks noGrp="1"/>
          </p:cNvSpPr>
          <p:nvPr>
            <p:ph type="body" idx="1"/>
          </p:nvPr>
        </p:nvSpPr>
        <p:spPr>
          <a:xfrm>
            <a:off x="421268" y="1644505"/>
            <a:ext cx="11349600" cy="4847200"/>
          </a:xfrm>
          <a:prstGeom prst="rect">
            <a:avLst/>
          </a:prstGeom>
          <a:noFill/>
          <a:ln>
            <a:noFill/>
          </a:ln>
        </p:spPr>
        <p:txBody>
          <a:bodyPr spcFirstLastPara="1" wrap="square" lIns="0" tIns="0" rIns="0" bIns="0" anchor="t" anchorCtr="0">
            <a:noAutofit/>
          </a:bodyPr>
          <a:lstStyle>
            <a:lvl1pPr marL="609585" lvl="0" indent="-304792" algn="l" rtl="0">
              <a:lnSpc>
                <a:spcPct val="100000"/>
              </a:lnSpc>
              <a:spcBef>
                <a:spcPts val="0"/>
              </a:spcBef>
              <a:spcAft>
                <a:spcPts val="0"/>
              </a:spcAft>
              <a:buSzPts val="2000"/>
              <a:buNone/>
              <a:defRPr/>
            </a:lvl1pPr>
            <a:lvl2pPr marL="1219170" lvl="1" indent="-457189" algn="l" rtl="0">
              <a:lnSpc>
                <a:spcPct val="150000"/>
              </a:lnSpc>
              <a:spcBef>
                <a:spcPts val="2133"/>
              </a:spcBef>
              <a:spcAft>
                <a:spcPts val="0"/>
              </a:spcAft>
              <a:buSzPts val="1800"/>
              <a:buChar char="•"/>
              <a:defRPr/>
            </a:lvl2pPr>
            <a:lvl3pPr marL="1828754" lvl="2" indent="-457189" algn="l" rtl="0">
              <a:lnSpc>
                <a:spcPct val="150000"/>
              </a:lnSpc>
              <a:spcBef>
                <a:spcPts val="667"/>
              </a:spcBef>
              <a:spcAft>
                <a:spcPts val="0"/>
              </a:spcAft>
              <a:buSzPts val="1800"/>
              <a:buChar char="•"/>
              <a:defRPr/>
            </a:lvl3pPr>
            <a:lvl4pPr marL="2438339" lvl="3" indent="-457189" algn="l" rtl="0">
              <a:lnSpc>
                <a:spcPct val="150000"/>
              </a:lnSpc>
              <a:spcBef>
                <a:spcPts val="667"/>
              </a:spcBef>
              <a:spcAft>
                <a:spcPts val="0"/>
              </a:spcAft>
              <a:buSzPts val="1800"/>
              <a:buChar char="•"/>
              <a:defRPr/>
            </a:lvl4pPr>
            <a:lvl5pPr marL="3047924" lvl="4" indent="-457189" algn="l" rtl="0">
              <a:lnSpc>
                <a:spcPct val="150000"/>
              </a:lnSpc>
              <a:spcBef>
                <a:spcPts val="667"/>
              </a:spcBef>
              <a:spcAft>
                <a:spcPts val="0"/>
              </a:spcAft>
              <a:buSzPts val="1800"/>
              <a:buChar char="•"/>
              <a:defRPr/>
            </a:lvl5pPr>
            <a:lvl6pPr marL="3657509" lvl="5" indent="-457189" algn="l" rtl="0">
              <a:lnSpc>
                <a:spcPct val="90000"/>
              </a:lnSpc>
              <a:spcBef>
                <a:spcPts val="667"/>
              </a:spcBef>
              <a:spcAft>
                <a:spcPts val="0"/>
              </a:spcAft>
              <a:buClr>
                <a:schemeClr val="dk1"/>
              </a:buClr>
              <a:buSzPts val="1800"/>
              <a:buChar char="•"/>
              <a:defRPr/>
            </a:lvl6pPr>
            <a:lvl7pPr marL="4267093" lvl="6" indent="-457189" algn="l" rtl="0">
              <a:lnSpc>
                <a:spcPct val="90000"/>
              </a:lnSpc>
              <a:spcBef>
                <a:spcPts val="667"/>
              </a:spcBef>
              <a:spcAft>
                <a:spcPts val="0"/>
              </a:spcAft>
              <a:buClr>
                <a:schemeClr val="dk1"/>
              </a:buClr>
              <a:buSzPts val="1800"/>
              <a:buChar char="•"/>
              <a:defRPr/>
            </a:lvl7pPr>
            <a:lvl8pPr marL="4876678" lvl="7" indent="-457189" algn="l" rtl="0">
              <a:lnSpc>
                <a:spcPct val="90000"/>
              </a:lnSpc>
              <a:spcBef>
                <a:spcPts val="667"/>
              </a:spcBef>
              <a:spcAft>
                <a:spcPts val="0"/>
              </a:spcAft>
              <a:buClr>
                <a:schemeClr val="dk1"/>
              </a:buClr>
              <a:buSzPts val="1800"/>
              <a:buChar char="•"/>
              <a:defRPr/>
            </a:lvl8pPr>
            <a:lvl9pPr marL="5486263" lvl="8" indent="-457189" algn="l" rtl="0">
              <a:lnSpc>
                <a:spcPct val="90000"/>
              </a:lnSpc>
              <a:spcBef>
                <a:spcPts val="667"/>
              </a:spcBef>
              <a:spcAft>
                <a:spcPts val="0"/>
              </a:spcAft>
              <a:buClr>
                <a:schemeClr val="dk1"/>
              </a:buClr>
              <a:buSzPts val="1800"/>
              <a:buChar char="•"/>
              <a:defRPr/>
            </a:lvl9pPr>
          </a:lstStyle>
          <a:p>
            <a:endParaRPr/>
          </a:p>
        </p:txBody>
      </p:sp>
    </p:spTree>
    <p:extLst>
      <p:ext uri="{BB962C8B-B14F-4D97-AF65-F5344CB8AC3E}">
        <p14:creationId xmlns:p14="http://schemas.microsoft.com/office/powerpoint/2010/main" val="2653971136"/>
      </p:ext>
    </p:extLst>
  </p:cSld>
  <p:clrMapOvr>
    <a:masterClrMapping/>
  </p:clrMapOvr>
</p:sldLayout>
</file>

<file path=ppt/slideLayouts/slideLayout197.xml><?xml version="1.0" encoding="utf-8"?>
<p:sldLayout xmlns:a="http://schemas.openxmlformats.org/drawingml/2006/main" xmlns:r="http://schemas.openxmlformats.org/officeDocument/2006/relationships" xmlns:p="http://schemas.openxmlformats.org/presentationml/2006/main" userDrawn="1">
  <p:cSld name="Content two columns">
    <p:spTree>
      <p:nvGrpSpPr>
        <p:cNvPr id="1" name=""/>
        <p:cNvGrpSpPr/>
        <p:nvPr/>
      </p:nvGrpSpPr>
      <p:grpSpPr>
        <a:xfrm>
          <a:off x="0" y="0"/>
          <a:ext cx="0" cy="0"/>
          <a:chOff x="0" y="0"/>
          <a:chExt cx="0" cy="0"/>
        </a:xfrm>
      </p:grpSpPr>
      <p:sp>
        <p:nvSpPr>
          <p:cNvPr id="8" name="Text Placeholder 7">
            <a:extLst>
              <a:ext uri="{FF2B5EF4-FFF2-40B4-BE49-F238E27FC236}">
                <a16:creationId xmlns:a16="http://schemas.microsoft.com/office/drawing/2014/main" id="{27CE2609-37DA-4C4C-BF45-E56CE85AA41D}"/>
              </a:ext>
            </a:extLst>
          </p:cNvPr>
          <p:cNvSpPr>
            <a:spLocks noGrp="1"/>
          </p:cNvSpPr>
          <p:nvPr>
            <p:ph type="body" sz="quarter" idx="10"/>
          </p:nvPr>
        </p:nvSpPr>
        <p:spPr>
          <a:xfrm>
            <a:off x="404812" y="2205318"/>
            <a:ext cx="5600701" cy="4257394"/>
          </a:xfrm>
          <a:prstGeom prst="rect">
            <a:avLst/>
          </a:prstGeom>
        </p:spPr>
        <p:txBody>
          <a:bodyPr>
            <a:noAutofit/>
          </a:bodyPr>
          <a:lstStyle>
            <a:lvl1pPr>
              <a:lnSpc>
                <a:spcPct val="100000"/>
              </a:lnSpc>
              <a:spcBef>
                <a:spcPts val="0"/>
              </a:spcBef>
              <a:spcAft>
                <a:spcPts val="600"/>
              </a:spcAft>
              <a:defRPr sz="1600"/>
            </a:lvl1pPr>
            <a:lvl2pPr>
              <a:lnSpc>
                <a:spcPct val="100000"/>
              </a:lnSpc>
              <a:spcBef>
                <a:spcPts val="0"/>
              </a:spcBef>
              <a:spcAft>
                <a:spcPts val="600"/>
              </a:spcAft>
              <a:defRPr sz="1600"/>
            </a:lvl2pPr>
            <a:lvl3pPr>
              <a:lnSpc>
                <a:spcPct val="100000"/>
              </a:lnSpc>
              <a:spcBef>
                <a:spcPts val="0"/>
              </a:spcBef>
              <a:spcAft>
                <a:spcPts val="600"/>
              </a:spcAft>
              <a:defRPr sz="1600"/>
            </a:lvl3pPr>
            <a:lvl4pPr>
              <a:lnSpc>
                <a:spcPct val="100000"/>
              </a:lnSpc>
              <a:spcBef>
                <a:spcPts val="0"/>
              </a:spcBef>
              <a:spcAft>
                <a:spcPts val="600"/>
              </a:spcAft>
              <a:defRPr sz="1600"/>
            </a:lvl4pPr>
            <a:lvl5pPr>
              <a:lnSpc>
                <a:spcPct val="100000"/>
              </a:lnSpc>
              <a:spcBef>
                <a:spcPts val="0"/>
              </a:spcBef>
              <a:spcAft>
                <a:spcPts val="600"/>
              </a:spcAft>
              <a:defRPr sz="16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3" name="Text Placeholder 7">
            <a:extLst>
              <a:ext uri="{FF2B5EF4-FFF2-40B4-BE49-F238E27FC236}">
                <a16:creationId xmlns:a16="http://schemas.microsoft.com/office/drawing/2014/main" id="{D8D7F005-BA7C-423E-87B0-6782D88233F6}"/>
              </a:ext>
            </a:extLst>
          </p:cNvPr>
          <p:cNvSpPr>
            <a:spLocks noGrp="1"/>
          </p:cNvSpPr>
          <p:nvPr>
            <p:ph type="body" sz="quarter" idx="12" hasCustomPrompt="1"/>
          </p:nvPr>
        </p:nvSpPr>
        <p:spPr>
          <a:xfrm>
            <a:off x="404812" y="1327151"/>
            <a:ext cx="5600701" cy="743987"/>
          </a:xfrm>
          <a:prstGeom prst="rect">
            <a:avLst/>
          </a:prstGeom>
        </p:spPr>
        <p:txBody>
          <a:bodyPr anchor="ctr" anchorCtr="0">
            <a:noAutofit/>
          </a:bodyPr>
          <a:lstStyle>
            <a:lvl1pPr>
              <a:lnSpc>
                <a:spcPct val="100000"/>
              </a:lnSpc>
              <a:defRPr sz="1800" b="1">
                <a:solidFill>
                  <a:srgbClr val="12ABDB"/>
                </a:solidFill>
                <a:latin typeface="Ubuntu" panose="020B0504030602030204" pitchFamily="34" charset="0"/>
              </a:defRPr>
            </a:lvl1pPr>
            <a:lvl2pPr>
              <a:lnSpc>
                <a:spcPct val="100000"/>
              </a:lnSpc>
              <a:defRPr sz="1200"/>
            </a:lvl2pPr>
            <a:lvl3pPr>
              <a:lnSpc>
                <a:spcPct val="100000"/>
              </a:lnSpc>
              <a:defRPr sz="1200"/>
            </a:lvl3pPr>
            <a:lvl4pPr>
              <a:lnSpc>
                <a:spcPct val="100000"/>
              </a:lnSpc>
              <a:defRPr sz="1200"/>
            </a:lvl4pPr>
            <a:lvl5pPr>
              <a:lnSpc>
                <a:spcPct val="100000"/>
              </a:lnSpc>
              <a:defRPr sz="1200"/>
            </a:lvl5pPr>
          </a:lstStyle>
          <a:p>
            <a:pPr lvl="0"/>
            <a:r>
              <a:rPr lang="en-US"/>
              <a:t>CLICK TO INSERT TITLE</a:t>
            </a:r>
          </a:p>
        </p:txBody>
      </p:sp>
      <p:sp>
        <p:nvSpPr>
          <p:cNvPr id="14" name="Text Placeholder 7">
            <a:extLst>
              <a:ext uri="{FF2B5EF4-FFF2-40B4-BE49-F238E27FC236}">
                <a16:creationId xmlns:a16="http://schemas.microsoft.com/office/drawing/2014/main" id="{47BDC0DA-1585-454D-9E74-41D2AFC0FEE5}"/>
              </a:ext>
            </a:extLst>
          </p:cNvPr>
          <p:cNvSpPr>
            <a:spLocks noGrp="1"/>
          </p:cNvSpPr>
          <p:nvPr>
            <p:ph type="body" sz="quarter" idx="13" hasCustomPrompt="1"/>
          </p:nvPr>
        </p:nvSpPr>
        <p:spPr>
          <a:xfrm>
            <a:off x="6196013" y="1327151"/>
            <a:ext cx="5588001" cy="743987"/>
          </a:xfrm>
          <a:prstGeom prst="rect">
            <a:avLst/>
          </a:prstGeom>
        </p:spPr>
        <p:txBody>
          <a:bodyPr anchor="ctr" anchorCtr="0">
            <a:noAutofit/>
          </a:bodyPr>
          <a:lstStyle>
            <a:lvl1pPr>
              <a:lnSpc>
                <a:spcPct val="100000"/>
              </a:lnSpc>
              <a:defRPr sz="1800" b="1">
                <a:solidFill>
                  <a:srgbClr val="12ABDB"/>
                </a:solidFill>
                <a:latin typeface="Ubuntu" panose="020B0504030602030204" pitchFamily="34" charset="0"/>
              </a:defRPr>
            </a:lvl1pPr>
            <a:lvl2pPr>
              <a:lnSpc>
                <a:spcPct val="100000"/>
              </a:lnSpc>
              <a:defRPr sz="1200"/>
            </a:lvl2pPr>
            <a:lvl3pPr>
              <a:lnSpc>
                <a:spcPct val="100000"/>
              </a:lnSpc>
              <a:defRPr sz="1200"/>
            </a:lvl3pPr>
            <a:lvl4pPr>
              <a:lnSpc>
                <a:spcPct val="100000"/>
              </a:lnSpc>
              <a:defRPr sz="1200"/>
            </a:lvl4pPr>
            <a:lvl5pPr>
              <a:lnSpc>
                <a:spcPct val="100000"/>
              </a:lnSpc>
              <a:defRPr sz="1200"/>
            </a:lvl5pPr>
          </a:lstStyle>
          <a:p>
            <a:pPr lvl="0"/>
            <a:r>
              <a:rPr lang="en-US"/>
              <a:t>CLICK TO INSERT TITLE</a:t>
            </a:r>
          </a:p>
        </p:txBody>
      </p:sp>
      <p:sp>
        <p:nvSpPr>
          <p:cNvPr id="16" name="Text Placeholder 7">
            <a:extLst>
              <a:ext uri="{FF2B5EF4-FFF2-40B4-BE49-F238E27FC236}">
                <a16:creationId xmlns:a16="http://schemas.microsoft.com/office/drawing/2014/main" id="{27CE2609-37DA-4C4C-BF45-E56CE85AA41D}"/>
              </a:ext>
            </a:extLst>
          </p:cNvPr>
          <p:cNvSpPr>
            <a:spLocks noGrp="1"/>
          </p:cNvSpPr>
          <p:nvPr>
            <p:ph type="body" sz="quarter" idx="14"/>
          </p:nvPr>
        </p:nvSpPr>
        <p:spPr>
          <a:xfrm>
            <a:off x="6196013" y="2205318"/>
            <a:ext cx="5594351" cy="4257393"/>
          </a:xfrm>
          <a:prstGeom prst="rect">
            <a:avLst/>
          </a:prstGeom>
        </p:spPr>
        <p:txBody>
          <a:bodyPr>
            <a:noAutofit/>
          </a:bodyPr>
          <a:lstStyle>
            <a:lvl1pPr>
              <a:lnSpc>
                <a:spcPct val="100000"/>
              </a:lnSpc>
              <a:spcBef>
                <a:spcPts val="0"/>
              </a:spcBef>
              <a:spcAft>
                <a:spcPts val="600"/>
              </a:spcAft>
              <a:defRPr sz="1600"/>
            </a:lvl1pPr>
            <a:lvl2pPr>
              <a:lnSpc>
                <a:spcPct val="100000"/>
              </a:lnSpc>
              <a:spcBef>
                <a:spcPts val="0"/>
              </a:spcBef>
              <a:spcAft>
                <a:spcPts val="600"/>
              </a:spcAft>
              <a:defRPr sz="1600"/>
            </a:lvl2pPr>
            <a:lvl3pPr>
              <a:lnSpc>
                <a:spcPct val="100000"/>
              </a:lnSpc>
              <a:spcBef>
                <a:spcPts val="0"/>
              </a:spcBef>
              <a:spcAft>
                <a:spcPts val="600"/>
              </a:spcAft>
              <a:defRPr sz="1600"/>
            </a:lvl3pPr>
            <a:lvl4pPr>
              <a:lnSpc>
                <a:spcPct val="100000"/>
              </a:lnSpc>
              <a:spcBef>
                <a:spcPts val="0"/>
              </a:spcBef>
              <a:spcAft>
                <a:spcPts val="600"/>
              </a:spcAft>
              <a:defRPr sz="1600"/>
            </a:lvl4pPr>
            <a:lvl5pPr>
              <a:lnSpc>
                <a:spcPct val="100000"/>
              </a:lnSpc>
              <a:spcBef>
                <a:spcPts val="0"/>
              </a:spcBef>
              <a:spcAft>
                <a:spcPts val="600"/>
              </a:spcAft>
              <a:defRPr sz="16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 name="Title 1">
            <a:extLst>
              <a:ext uri="{FF2B5EF4-FFF2-40B4-BE49-F238E27FC236}">
                <a16:creationId xmlns:a16="http://schemas.microsoft.com/office/drawing/2014/main" id="{D996D1AE-BB05-402A-8454-CE893B60496E}"/>
              </a:ext>
            </a:extLst>
          </p:cNvPr>
          <p:cNvSpPr>
            <a:spLocks noGrp="1"/>
          </p:cNvSpPr>
          <p:nvPr>
            <p:ph type="title"/>
          </p:nvPr>
        </p:nvSpPr>
        <p:spPr/>
        <p:txBody>
          <a:bodyPr/>
          <a:lstStyle/>
          <a:p>
            <a:r>
              <a:rPr lang="en-US"/>
              <a:t>Click to edit Master title style</a:t>
            </a:r>
            <a:endParaRPr lang="de-DE"/>
          </a:p>
        </p:txBody>
      </p:sp>
    </p:spTree>
    <p:extLst>
      <p:ext uri="{BB962C8B-B14F-4D97-AF65-F5344CB8AC3E}">
        <p14:creationId xmlns:p14="http://schemas.microsoft.com/office/powerpoint/2010/main" val="1268439881"/>
      </p:ext>
    </p:extLst>
  </p:cSld>
  <p:clrMapOvr>
    <a:masterClrMapping/>
  </p:clrMapOvr>
</p:sldLayout>
</file>

<file path=ppt/slideLayouts/slideLayout198.xml><?xml version="1.0" encoding="utf-8"?>
<p:sldLayout xmlns:a="http://schemas.openxmlformats.org/drawingml/2006/main" xmlns:r="http://schemas.openxmlformats.org/officeDocument/2006/relationships" xmlns:p="http://schemas.openxmlformats.org/presentationml/2006/main" type="obj">
  <p:cSld name="1_Blank">
    <p:spTree>
      <p:nvGrpSpPr>
        <p:cNvPr id="1" name=""/>
        <p:cNvGrpSpPr/>
        <p:nvPr/>
      </p:nvGrpSpPr>
      <p:grpSpPr>
        <a:xfrm>
          <a:off x="0" y="0"/>
          <a:ext cx="0" cy="0"/>
          <a:chOff x="0" y="0"/>
          <a:chExt cx="0" cy="0"/>
        </a:xfrm>
      </p:grpSpPr>
      <p:sp>
        <p:nvSpPr>
          <p:cNvPr id="2" name="Holder 2"/>
          <p:cNvSpPr>
            <a:spLocks noGrp="1"/>
          </p:cNvSpPr>
          <p:nvPr>
            <p:ph type="ftr" sz="quarter" idx="5"/>
          </p:nvPr>
        </p:nvSpPr>
        <p:spPr>
          <a:xfrm>
            <a:off x="550863" y="6650661"/>
            <a:ext cx="4716524" cy="123111"/>
          </a:xfrm>
          <a:prstGeom prst="rect">
            <a:avLst/>
          </a:prstGeom>
        </p:spPr>
        <p:txBody>
          <a:bodyPr lIns="0" tIns="0" rIns="0" bIns="0"/>
          <a:lstStyle>
            <a:lvl1pPr algn="ctr">
              <a:defRPr>
                <a:solidFill>
                  <a:schemeClr val="tx1">
                    <a:tint val="75000"/>
                  </a:schemeClr>
                </a:solidFill>
              </a:defRPr>
            </a:lvl1pPr>
          </a:lstStyle>
          <a:p>
            <a:endParaRPr/>
          </a:p>
        </p:txBody>
      </p:sp>
      <p:sp>
        <p:nvSpPr>
          <p:cNvPr id="3" name="Holder 3"/>
          <p:cNvSpPr>
            <a:spLocks noGrp="1"/>
          </p:cNvSpPr>
          <p:nvPr>
            <p:ph type="dt" sz="half" idx="6"/>
          </p:nvPr>
        </p:nvSpPr>
        <p:spPr>
          <a:xfrm>
            <a:off x="9192344" y="6650661"/>
            <a:ext cx="2119242" cy="123111"/>
          </a:xfrm>
          <a:prstGeom prst="rect">
            <a:avLst/>
          </a:prstGeom>
        </p:spPr>
        <p:txBody>
          <a:bodyPr lIns="0" tIns="0" rIns="0" bIns="0"/>
          <a:lstStyle>
            <a:lvl1pPr algn="l">
              <a:defRPr>
                <a:solidFill>
                  <a:schemeClr val="tx1">
                    <a:tint val="75000"/>
                  </a:schemeClr>
                </a:solidFill>
              </a:defRPr>
            </a:lvl1pPr>
          </a:lstStyle>
          <a:p>
            <a:fld id="{1D8BD707-D9CF-40AE-B4C6-C98DA3205C09}" type="datetimeFigureOut">
              <a:rPr lang="en-US"/>
              <a:t>3/4/2026</a:t>
            </a:fld>
            <a:endParaRPr lang="en-US"/>
          </a:p>
        </p:txBody>
      </p:sp>
      <p:sp>
        <p:nvSpPr>
          <p:cNvPr id="4" name="Holder 4"/>
          <p:cNvSpPr>
            <a:spLocks noGrp="1"/>
          </p:cNvSpPr>
          <p:nvPr>
            <p:ph type="sldNum" sz="quarter" idx="7"/>
          </p:nvPr>
        </p:nvSpPr>
        <p:spPr/>
        <p:txBody>
          <a:bodyPr lIns="0" tIns="0" rIns="0" bIns="0"/>
          <a:lstStyle>
            <a:lvl1pPr>
              <a:defRPr sz="800" b="0" i="0">
                <a:solidFill>
                  <a:srgbClr val="A6A6A6"/>
                </a:solidFill>
                <a:latin typeface="Verdana"/>
                <a:cs typeface="Verdana"/>
              </a:defRPr>
            </a:lvl1pPr>
          </a:lstStyle>
          <a:p>
            <a:pPr marL="2491105">
              <a:lnSpc>
                <a:spcPct val="100000"/>
              </a:lnSpc>
              <a:spcBef>
                <a:spcPts val="105"/>
              </a:spcBef>
            </a:pPr>
            <a:fld id="{81D60167-4931-47E6-BA6A-407CBD079E47}" type="slidenum">
              <a:rPr dirty="0"/>
              <a:t>‹#›</a:t>
            </a:fld>
            <a:endParaRPr/>
          </a:p>
        </p:txBody>
      </p:sp>
    </p:spTree>
    <p:extLst>
      <p:ext uri="{BB962C8B-B14F-4D97-AF65-F5344CB8AC3E}">
        <p14:creationId xmlns:p14="http://schemas.microsoft.com/office/powerpoint/2010/main" val="1074388251"/>
      </p:ext>
    </p:extLst>
  </p:cSld>
  <p:clrMapOvr>
    <a:masterClrMapping/>
  </p:clrMapOvr>
</p:sldLayout>
</file>

<file path=ppt/slideLayouts/slideLayout199.xml><?xml version="1.0" encoding="utf-8"?>
<p:sldLayout xmlns:a="http://schemas.openxmlformats.org/drawingml/2006/main" xmlns:r="http://schemas.openxmlformats.org/officeDocument/2006/relationships" xmlns:p="http://schemas.openxmlformats.org/presentationml/2006/main" showMasterSp="0" type="obj">
  <p:cSld name="Two Content">
    <p:bg>
      <p:bgPr>
        <a:solidFill>
          <a:schemeClr val="bg1"/>
        </a:solidFill>
        <a:effectLst/>
      </p:bgPr>
    </p:bg>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2400" b="0" i="0">
                <a:solidFill>
                  <a:srgbClr val="2B133C"/>
                </a:solidFill>
                <a:latin typeface="Verdana"/>
                <a:cs typeface="Verdana"/>
              </a:defRPr>
            </a:lvl1pPr>
          </a:lstStyle>
          <a:p>
            <a:endParaRPr/>
          </a:p>
        </p:txBody>
      </p:sp>
      <p:sp>
        <p:nvSpPr>
          <p:cNvPr id="3" name="Holder 3"/>
          <p:cNvSpPr>
            <a:spLocks noGrp="1"/>
          </p:cNvSpPr>
          <p:nvPr>
            <p:ph sz="half" idx="2"/>
          </p:nvPr>
        </p:nvSpPr>
        <p:spPr>
          <a:xfrm>
            <a:off x="609600" y="1577340"/>
            <a:ext cx="5303520" cy="4526280"/>
          </a:xfrm>
          <a:prstGeom prst="rect">
            <a:avLst/>
          </a:prstGeom>
        </p:spPr>
        <p:txBody>
          <a:bodyPr wrap="square" lIns="0" tIns="0" rIns="0" bIns="0">
            <a:spAutoFit/>
          </a:bodyPr>
          <a:lstStyle>
            <a:lvl1pPr>
              <a:defRPr/>
            </a:lvl1pPr>
          </a:lstStyle>
          <a:p>
            <a:endParaRPr/>
          </a:p>
        </p:txBody>
      </p:sp>
      <p:sp>
        <p:nvSpPr>
          <p:cNvPr id="4" name="Holder 4"/>
          <p:cNvSpPr>
            <a:spLocks noGrp="1"/>
          </p:cNvSpPr>
          <p:nvPr>
            <p:ph sz="half" idx="3"/>
          </p:nvPr>
        </p:nvSpPr>
        <p:spPr>
          <a:xfrm>
            <a:off x="6278880" y="1577340"/>
            <a:ext cx="5303520" cy="4526280"/>
          </a:xfrm>
          <a:prstGeom prst="rect">
            <a:avLst/>
          </a:prstGeom>
        </p:spPr>
        <p:txBody>
          <a:bodyPr wrap="square" lIns="0" tIns="0" rIns="0" bIns="0">
            <a:spAutoFit/>
          </a:bodyPr>
          <a:lstStyle>
            <a:lvl1pPr>
              <a:defRPr/>
            </a:lvl1pPr>
          </a:lstStyle>
          <a:p>
            <a:endParaRPr/>
          </a:p>
        </p:txBody>
      </p:sp>
      <p:sp>
        <p:nvSpPr>
          <p:cNvPr id="5" name="Holder 5"/>
          <p:cNvSpPr>
            <a:spLocks noGrp="1"/>
          </p:cNvSpPr>
          <p:nvPr>
            <p:ph type="ftr" sz="quarter" idx="5"/>
          </p:nvPr>
        </p:nvSpPr>
        <p:spPr>
          <a:xfrm>
            <a:off x="550863" y="6650661"/>
            <a:ext cx="4716524" cy="123111"/>
          </a:xfrm>
          <a:prstGeom prst="rect">
            <a:avLst/>
          </a:prstGeom>
        </p:spPr>
        <p:txBody>
          <a:bodyPr lIns="0" tIns="0" rIns="0" bIns="0"/>
          <a:lstStyle>
            <a:lvl1pPr algn="ctr">
              <a:defRPr>
                <a:solidFill>
                  <a:schemeClr val="tx1">
                    <a:tint val="75000"/>
                  </a:schemeClr>
                </a:solidFill>
              </a:defRPr>
            </a:lvl1pPr>
          </a:lstStyle>
          <a:p>
            <a:endParaRPr/>
          </a:p>
        </p:txBody>
      </p:sp>
      <p:sp>
        <p:nvSpPr>
          <p:cNvPr id="6" name="Holder 6"/>
          <p:cNvSpPr>
            <a:spLocks noGrp="1"/>
          </p:cNvSpPr>
          <p:nvPr>
            <p:ph type="dt" sz="half" idx="6"/>
          </p:nvPr>
        </p:nvSpPr>
        <p:spPr>
          <a:xfrm>
            <a:off x="9192344" y="6650661"/>
            <a:ext cx="2119242" cy="123111"/>
          </a:xfrm>
          <a:prstGeom prst="rect">
            <a:avLst/>
          </a:prstGeom>
        </p:spPr>
        <p:txBody>
          <a:bodyPr lIns="0" tIns="0" rIns="0" bIns="0"/>
          <a:lstStyle>
            <a:lvl1pPr algn="l">
              <a:defRPr>
                <a:solidFill>
                  <a:schemeClr val="tx1">
                    <a:tint val="75000"/>
                  </a:schemeClr>
                </a:solidFill>
              </a:defRPr>
            </a:lvl1pPr>
          </a:lstStyle>
          <a:p>
            <a:fld id="{1D8BD707-D9CF-40AE-B4C6-C98DA3205C09}" type="datetimeFigureOut">
              <a:rPr lang="en-US"/>
              <a:t>3/4/2026</a:t>
            </a:fld>
            <a:endParaRPr lang="en-US"/>
          </a:p>
        </p:txBody>
      </p:sp>
      <p:sp>
        <p:nvSpPr>
          <p:cNvPr id="7" name="Holder 7"/>
          <p:cNvSpPr>
            <a:spLocks noGrp="1"/>
          </p:cNvSpPr>
          <p:nvPr>
            <p:ph type="sldNum" sz="quarter" idx="7"/>
          </p:nvPr>
        </p:nvSpPr>
        <p:spPr/>
        <p:txBody>
          <a:bodyPr lIns="0" tIns="0" rIns="0" bIns="0"/>
          <a:lstStyle>
            <a:lvl1pPr>
              <a:defRPr sz="800" b="0" i="0">
                <a:solidFill>
                  <a:srgbClr val="A6A6A6"/>
                </a:solidFill>
                <a:latin typeface="Verdana"/>
                <a:cs typeface="Verdana"/>
              </a:defRPr>
            </a:lvl1pPr>
          </a:lstStyle>
          <a:p>
            <a:pPr marL="2491105">
              <a:lnSpc>
                <a:spcPct val="100000"/>
              </a:lnSpc>
              <a:spcBef>
                <a:spcPts val="105"/>
              </a:spcBef>
            </a:pPr>
            <a:fld id="{81D60167-4931-47E6-BA6A-407CBD079E47}" type="slidenum">
              <a:rPr dirty="0"/>
              <a:t>‹#›</a:t>
            </a:fld>
            <a:endParaRPr/>
          </a:p>
        </p:txBody>
      </p:sp>
    </p:spTree>
    <p:extLst>
      <p:ext uri="{BB962C8B-B14F-4D97-AF65-F5344CB8AC3E}">
        <p14:creationId xmlns:p14="http://schemas.microsoft.com/office/powerpoint/2010/main" val="726496946"/>
      </p:ext>
    </p:extLst>
  </p:cSld>
  <p:clrMapOvr>
    <a:masterClrMapping/>
  </p:clrMapOvr>
</p:sldLayout>
</file>

<file path=ppt/slideLayouts/slideLayout200.xml><?xml version="1.0" encoding="utf-8"?>
<p:sldLayout xmlns:a="http://schemas.openxmlformats.org/drawingml/2006/main" xmlns:r="http://schemas.openxmlformats.org/officeDocument/2006/relationships" xmlns:p="http://schemas.openxmlformats.org/presentationml/2006/main" preserve="1" userDrawn="1">
  <p:cSld name="Title_1">
    <p:spTree>
      <p:nvGrpSpPr>
        <p:cNvPr id="1" name=""/>
        <p:cNvGrpSpPr/>
        <p:nvPr/>
      </p:nvGrpSpPr>
      <p:grpSpPr>
        <a:xfrm>
          <a:off x="0" y="0"/>
          <a:ext cx="0" cy="0"/>
          <a:chOff x="0" y="0"/>
          <a:chExt cx="0" cy="0"/>
        </a:xfrm>
      </p:grpSpPr>
      <p:sp>
        <p:nvSpPr>
          <p:cNvPr id="4" name="Rechteck 3">
            <a:extLst>
              <a:ext uri="{FF2B5EF4-FFF2-40B4-BE49-F238E27FC236}">
                <a16:creationId xmlns:a16="http://schemas.microsoft.com/office/drawing/2014/main" id="{0B49A1F6-516B-4AB5-837F-5BA2268979DF}"/>
              </a:ext>
            </a:extLst>
          </p:cNvPr>
          <p:cNvSpPr/>
          <p:nvPr userDrawn="1"/>
        </p:nvSpPr>
        <p:spPr>
          <a:xfrm>
            <a:off x="0" y="0"/>
            <a:ext cx="12192000" cy="6847728"/>
          </a:xfrm>
          <a:prstGeom prst="rect">
            <a:avLst/>
          </a:prstGeom>
          <a:solidFill>
            <a:srgbClr val="FEFEFE"/>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de-DE" sz="1800">
              <a:latin typeface="Calibri" panose="020F0502020204030204" pitchFamily="34" charset="0"/>
            </a:endParaRPr>
          </a:p>
        </p:txBody>
      </p:sp>
      <p:pic>
        <p:nvPicPr>
          <p:cNvPr id="3" name="Google Shape;868;p163">
            <a:extLst>
              <a:ext uri="{FF2B5EF4-FFF2-40B4-BE49-F238E27FC236}">
                <a16:creationId xmlns:a16="http://schemas.microsoft.com/office/drawing/2014/main" id="{20B5DCF3-17CD-43D4-9761-0CF5D3B62119}"/>
              </a:ext>
            </a:extLst>
          </p:cNvPr>
          <p:cNvPicPr preferRelativeResize="0"/>
          <p:nvPr userDrawn="1"/>
        </p:nvPicPr>
        <p:blipFill rotWithShape="1">
          <a:blip r:embed="rId2" cstate="email">
            <a:alphaModFix/>
            <a:extLst>
              <a:ext uri="{28A0092B-C50C-407E-A947-70E740481C1C}">
                <a14:useLocalDpi xmlns:a14="http://schemas.microsoft.com/office/drawing/2010/main"/>
              </a:ext>
            </a:extLst>
          </a:blip>
          <a:srcRect/>
          <a:stretch/>
        </p:blipFill>
        <p:spPr>
          <a:xfrm>
            <a:off x="2669722" y="-1"/>
            <a:ext cx="9522279" cy="6847729"/>
          </a:xfrm>
          <a:prstGeom prst="rect">
            <a:avLst/>
          </a:prstGeom>
          <a:noFill/>
          <a:ln>
            <a:noFill/>
          </a:ln>
        </p:spPr>
      </p:pic>
      <p:pic>
        <p:nvPicPr>
          <p:cNvPr id="5" name="Grafik 11">
            <a:extLst>
              <a:ext uri="{FF2B5EF4-FFF2-40B4-BE49-F238E27FC236}">
                <a16:creationId xmlns:a16="http://schemas.microsoft.com/office/drawing/2014/main" id="{62E26F99-C7D3-466D-82A4-3FC752E059E6}"/>
              </a:ext>
            </a:extLst>
          </p:cNvPr>
          <p:cNvPicPr>
            <a:picLocks noChangeAspect="1"/>
          </p:cNvPicPr>
          <p:nvPr userDrawn="1"/>
        </p:nvPicPr>
        <p:blipFill>
          <a:blip r:embed="rId3" cstate="email">
            <a:extLst>
              <a:ext uri="{28A0092B-C50C-407E-A947-70E740481C1C}">
                <a14:useLocalDpi xmlns:a14="http://schemas.microsoft.com/office/drawing/2010/main"/>
              </a:ext>
            </a:extLst>
          </a:blip>
          <a:stretch>
            <a:fillRect/>
          </a:stretch>
        </p:blipFill>
        <p:spPr>
          <a:xfrm>
            <a:off x="10821537" y="295772"/>
            <a:ext cx="1016235" cy="155088"/>
          </a:xfrm>
          <a:prstGeom prst="rect">
            <a:avLst/>
          </a:prstGeom>
        </p:spPr>
      </p:pic>
      <p:sp>
        <p:nvSpPr>
          <p:cNvPr id="6" name="Titel 5">
            <a:extLst>
              <a:ext uri="{FF2B5EF4-FFF2-40B4-BE49-F238E27FC236}">
                <a16:creationId xmlns:a16="http://schemas.microsoft.com/office/drawing/2014/main" id="{87636BC8-1D4C-498D-9830-B2FF7647ECD0}"/>
              </a:ext>
            </a:extLst>
          </p:cNvPr>
          <p:cNvSpPr>
            <a:spLocks noGrp="1"/>
          </p:cNvSpPr>
          <p:nvPr>
            <p:ph type="title" hasCustomPrompt="1"/>
          </p:nvPr>
        </p:nvSpPr>
        <p:spPr>
          <a:xfrm>
            <a:off x="695326" y="1498602"/>
            <a:ext cx="3714751" cy="1325563"/>
          </a:xfrm>
          <a:prstGeom prst="rect">
            <a:avLst/>
          </a:prstGeom>
        </p:spPr>
        <p:txBody>
          <a:bodyPr/>
          <a:lstStyle>
            <a:lvl1pPr>
              <a:defRPr sz="3600" b="1">
                <a:latin typeface="Calibri" panose="020F0502020204030204" pitchFamily="34" charset="0"/>
              </a:defRPr>
            </a:lvl1pPr>
          </a:lstStyle>
          <a:p>
            <a:r>
              <a:rPr lang="en-US"/>
              <a:t>THE ERA OF DIGITAL OPPORTUNITY</a:t>
            </a:r>
          </a:p>
        </p:txBody>
      </p:sp>
      <p:cxnSp>
        <p:nvCxnSpPr>
          <p:cNvPr id="7" name="Google Shape;870;p163">
            <a:extLst>
              <a:ext uri="{FF2B5EF4-FFF2-40B4-BE49-F238E27FC236}">
                <a16:creationId xmlns:a16="http://schemas.microsoft.com/office/drawing/2014/main" id="{C89D6CFA-25FD-4B41-8781-664F5D389013}"/>
              </a:ext>
            </a:extLst>
          </p:cNvPr>
          <p:cNvCxnSpPr/>
          <p:nvPr userDrawn="1"/>
        </p:nvCxnSpPr>
        <p:spPr>
          <a:xfrm>
            <a:off x="803275" y="3647982"/>
            <a:ext cx="792000" cy="0"/>
          </a:xfrm>
          <a:prstGeom prst="straightConnector1">
            <a:avLst/>
          </a:prstGeom>
          <a:noFill/>
          <a:ln w="28575" cap="flat" cmpd="sng">
            <a:solidFill>
              <a:schemeClr val="dk2"/>
            </a:solidFill>
            <a:prstDash val="solid"/>
            <a:round/>
            <a:headEnd type="none" w="med" len="med"/>
            <a:tailEnd type="none" w="med" len="med"/>
          </a:ln>
        </p:spPr>
      </p:cxnSp>
      <p:sp>
        <p:nvSpPr>
          <p:cNvPr id="9" name="Textplatzhalter 8">
            <a:extLst>
              <a:ext uri="{FF2B5EF4-FFF2-40B4-BE49-F238E27FC236}">
                <a16:creationId xmlns:a16="http://schemas.microsoft.com/office/drawing/2014/main" id="{AA641B97-7CED-4B5C-AE1D-4288ED8797E7}"/>
              </a:ext>
            </a:extLst>
          </p:cNvPr>
          <p:cNvSpPr>
            <a:spLocks noGrp="1"/>
          </p:cNvSpPr>
          <p:nvPr>
            <p:ph type="body" sz="quarter" idx="10" hasCustomPrompt="1"/>
          </p:nvPr>
        </p:nvSpPr>
        <p:spPr>
          <a:xfrm>
            <a:off x="695325" y="3600453"/>
            <a:ext cx="3643312" cy="504408"/>
          </a:xfrm>
          <a:prstGeom prst="rect">
            <a:avLst/>
          </a:prstGeom>
        </p:spPr>
        <p:txBody>
          <a:bodyPr/>
          <a:lstStyle>
            <a:lvl1pPr marL="0" indent="0">
              <a:lnSpc>
                <a:spcPct val="100000"/>
              </a:lnSpc>
              <a:buNone/>
              <a:defRPr sz="1600">
                <a:latin typeface="Calibri" panose="020F0502020204030204" pitchFamily="34" charset="0"/>
              </a:defRPr>
            </a:lvl1pPr>
            <a:lvl2pPr marL="457200" indent="0">
              <a:buNone/>
              <a:defRPr/>
            </a:lvl2pPr>
            <a:lvl3pPr marL="914400" indent="0">
              <a:buNone/>
              <a:defRPr/>
            </a:lvl3pPr>
            <a:lvl4pPr marL="1371600" indent="0">
              <a:buNone/>
              <a:defRPr/>
            </a:lvl4pPr>
            <a:lvl5pPr marL="1828800" indent="0">
              <a:buNone/>
              <a:defRPr/>
            </a:lvl5pPr>
          </a:lstStyle>
          <a:p>
            <a:pPr lvl="0"/>
            <a:r>
              <a:rPr lang="en-US" noProof="0"/>
              <a:t>Presenter Name,</a:t>
            </a:r>
            <a:br>
              <a:rPr lang="en-US" noProof="0"/>
            </a:br>
            <a:r>
              <a:rPr lang="en-US" noProof="0"/>
              <a:t>Celonis</a:t>
            </a:r>
          </a:p>
        </p:txBody>
      </p:sp>
    </p:spTree>
    <p:extLst>
      <p:ext uri="{BB962C8B-B14F-4D97-AF65-F5344CB8AC3E}">
        <p14:creationId xmlns:p14="http://schemas.microsoft.com/office/powerpoint/2010/main" val="1046656377"/>
      </p:ext>
    </p:extLst>
  </p:cSld>
  <p:clrMapOvr>
    <a:masterClrMapping/>
  </p:clrMapOvr>
  <p:extLst>
    <p:ext uri="{DCECCB84-F9BA-43D5-87BE-67443E8EF086}">
      <p15:sldGuideLst xmlns:p15="http://schemas.microsoft.com/office/powerpoint/2012/main"/>
    </p:ext>
  </p:extLst>
</p:sldLayout>
</file>

<file path=ppt/slideLayouts/slideLayout201.xml><?xml version="1.0" encoding="utf-8"?>
<p:sldLayout xmlns:a="http://schemas.openxmlformats.org/drawingml/2006/main" xmlns:r="http://schemas.openxmlformats.org/officeDocument/2006/relationships" xmlns:p="http://schemas.openxmlformats.org/presentationml/2006/main" preserve="1" userDrawn="1">
  <p:cSld name="Title_2">
    <p:spTree>
      <p:nvGrpSpPr>
        <p:cNvPr id="1" name=""/>
        <p:cNvGrpSpPr/>
        <p:nvPr/>
      </p:nvGrpSpPr>
      <p:grpSpPr>
        <a:xfrm>
          <a:off x="0" y="0"/>
          <a:ext cx="0" cy="0"/>
          <a:chOff x="0" y="0"/>
          <a:chExt cx="0" cy="0"/>
        </a:xfrm>
      </p:grpSpPr>
      <p:pic>
        <p:nvPicPr>
          <p:cNvPr id="3" name="Google Shape;878;p164">
            <a:extLst>
              <a:ext uri="{FF2B5EF4-FFF2-40B4-BE49-F238E27FC236}">
                <a16:creationId xmlns:a16="http://schemas.microsoft.com/office/drawing/2014/main" id="{F2839D0C-CBA8-49EC-BAD7-93DE36994C2B}"/>
              </a:ext>
            </a:extLst>
          </p:cNvPr>
          <p:cNvPicPr preferRelativeResize="0"/>
          <p:nvPr userDrawn="1"/>
        </p:nvPicPr>
        <p:blipFill>
          <a:blip r:embed="rId2" cstate="email">
            <a:alphaModFix/>
            <a:extLst>
              <a:ext uri="{28A0092B-C50C-407E-A947-70E740481C1C}">
                <a14:useLocalDpi xmlns:a14="http://schemas.microsoft.com/office/drawing/2010/main"/>
              </a:ext>
            </a:extLst>
          </a:blip>
          <a:stretch>
            <a:fillRect/>
          </a:stretch>
        </p:blipFill>
        <p:spPr>
          <a:xfrm flipH="1">
            <a:off x="0" y="0"/>
            <a:ext cx="12192000" cy="6858000"/>
          </a:xfrm>
          <a:prstGeom prst="rect">
            <a:avLst/>
          </a:prstGeom>
          <a:noFill/>
          <a:ln>
            <a:noFill/>
          </a:ln>
        </p:spPr>
      </p:pic>
      <p:pic>
        <p:nvPicPr>
          <p:cNvPr id="4" name="Google Shape;879;p164">
            <a:extLst>
              <a:ext uri="{FF2B5EF4-FFF2-40B4-BE49-F238E27FC236}">
                <a16:creationId xmlns:a16="http://schemas.microsoft.com/office/drawing/2014/main" id="{AE465449-B858-47D2-B03C-81454D25A872}"/>
              </a:ext>
            </a:extLst>
          </p:cNvPr>
          <p:cNvPicPr preferRelativeResize="0"/>
          <p:nvPr userDrawn="1"/>
        </p:nvPicPr>
        <p:blipFill>
          <a:blip r:embed="rId3" cstate="email">
            <a:alphaModFix/>
            <a:extLst>
              <a:ext uri="{28A0092B-C50C-407E-A947-70E740481C1C}">
                <a14:useLocalDpi xmlns:a14="http://schemas.microsoft.com/office/drawing/2010/main"/>
              </a:ext>
            </a:extLst>
          </a:blip>
          <a:stretch>
            <a:fillRect/>
          </a:stretch>
        </p:blipFill>
        <p:spPr>
          <a:xfrm>
            <a:off x="285775" y="420750"/>
            <a:ext cx="5199500" cy="5876300"/>
          </a:xfrm>
          <a:prstGeom prst="rect">
            <a:avLst/>
          </a:prstGeom>
          <a:noFill/>
          <a:ln>
            <a:noFill/>
          </a:ln>
        </p:spPr>
      </p:pic>
      <p:sp>
        <p:nvSpPr>
          <p:cNvPr id="8" name="Google Shape;884;p164">
            <a:hlinkClick r:id="rId4"/>
            <a:extLst>
              <a:ext uri="{FF2B5EF4-FFF2-40B4-BE49-F238E27FC236}">
                <a16:creationId xmlns:a16="http://schemas.microsoft.com/office/drawing/2014/main" id="{BC71C3EB-330F-4474-B3EE-69C13DDFAFAD}"/>
              </a:ext>
            </a:extLst>
          </p:cNvPr>
          <p:cNvSpPr/>
          <p:nvPr userDrawn="1"/>
        </p:nvSpPr>
        <p:spPr>
          <a:xfrm>
            <a:off x="10360748" y="5841850"/>
            <a:ext cx="1654800" cy="314931"/>
          </a:xfrm>
          <a:prstGeom prst="rect">
            <a:avLst/>
          </a:prstGeom>
          <a:noFill/>
          <a:ln>
            <a:noFill/>
          </a:ln>
        </p:spPr>
        <p:txBody>
          <a:bodyPr spcFirstLastPara="1" wrap="square" lIns="68575" tIns="34275" rIns="64000" bIns="34275" anchor="t" anchorCtr="0">
            <a:noAutofit/>
          </a:bodyPr>
          <a:lstStyle/>
          <a:p>
            <a:pPr marL="0" marR="0" lvl="0" indent="0" rtl="0">
              <a:spcBef>
                <a:spcPts val="0"/>
              </a:spcBef>
              <a:spcAft>
                <a:spcPts val="0"/>
              </a:spcAft>
              <a:buNone/>
            </a:pPr>
            <a:r>
              <a:rPr lang="en" sz="1300">
                <a:solidFill>
                  <a:srgbClr val="FFFFFF"/>
                </a:solidFill>
                <a:latin typeface="Calibri" panose="020F0502020204030204" pitchFamily="34" charset="0"/>
                <a:ea typeface="Nunito"/>
                <a:cs typeface="Calibri" panose="020F0502020204030204" pitchFamily="34" charset="0"/>
                <a:sym typeface="Nunito"/>
              </a:rPr>
              <a:t>www.celonis.com</a:t>
            </a:r>
            <a:endParaRPr sz="1300">
              <a:solidFill>
                <a:srgbClr val="FFFFFF"/>
              </a:solidFill>
              <a:latin typeface="Calibri" panose="020F0502020204030204" pitchFamily="34" charset="0"/>
              <a:ea typeface="Nunito"/>
              <a:cs typeface="Calibri" panose="020F0502020204030204" pitchFamily="34" charset="0"/>
              <a:sym typeface="Nunito"/>
            </a:endParaRPr>
          </a:p>
        </p:txBody>
      </p:sp>
      <p:pic>
        <p:nvPicPr>
          <p:cNvPr id="9" name="Google Shape;885;p164">
            <a:hlinkClick r:id="rId5"/>
            <a:extLst>
              <a:ext uri="{FF2B5EF4-FFF2-40B4-BE49-F238E27FC236}">
                <a16:creationId xmlns:a16="http://schemas.microsoft.com/office/drawing/2014/main" id="{41E72E46-0D8A-4E96-98BA-1C8368952FE5}"/>
              </a:ext>
            </a:extLst>
          </p:cNvPr>
          <p:cNvPicPr preferRelativeResize="0"/>
          <p:nvPr userDrawn="1"/>
        </p:nvPicPr>
        <p:blipFill>
          <a:blip r:embed="rId6" cstate="email">
            <a:alphaModFix/>
            <a:extLst>
              <a:ext uri="{28A0092B-C50C-407E-A947-70E740481C1C}">
                <a14:useLocalDpi xmlns:a14="http://schemas.microsoft.com/office/drawing/2010/main"/>
              </a:ext>
            </a:extLst>
          </a:blip>
          <a:stretch>
            <a:fillRect/>
          </a:stretch>
        </p:blipFill>
        <p:spPr>
          <a:xfrm>
            <a:off x="11386650" y="6156781"/>
            <a:ext cx="427496" cy="427500"/>
          </a:xfrm>
          <a:prstGeom prst="rect">
            <a:avLst/>
          </a:prstGeom>
          <a:noFill/>
          <a:ln>
            <a:noFill/>
          </a:ln>
        </p:spPr>
      </p:pic>
      <p:pic>
        <p:nvPicPr>
          <p:cNvPr id="10" name="Google Shape;886;p164">
            <a:hlinkClick r:id="rId7"/>
            <a:extLst>
              <a:ext uri="{FF2B5EF4-FFF2-40B4-BE49-F238E27FC236}">
                <a16:creationId xmlns:a16="http://schemas.microsoft.com/office/drawing/2014/main" id="{0E396C4F-FD3B-42E6-852F-72AE9DE8FED4}"/>
              </a:ext>
            </a:extLst>
          </p:cNvPr>
          <p:cNvPicPr preferRelativeResize="0"/>
          <p:nvPr userDrawn="1"/>
        </p:nvPicPr>
        <p:blipFill>
          <a:blip r:embed="rId8" cstate="email">
            <a:alphaModFix/>
            <a:extLst>
              <a:ext uri="{28A0092B-C50C-407E-A947-70E740481C1C}">
                <a14:useLocalDpi xmlns:a14="http://schemas.microsoft.com/office/drawing/2010/main"/>
              </a:ext>
            </a:extLst>
          </a:blip>
          <a:stretch>
            <a:fillRect/>
          </a:stretch>
        </p:blipFill>
        <p:spPr>
          <a:xfrm>
            <a:off x="10387059" y="6156781"/>
            <a:ext cx="427496" cy="427500"/>
          </a:xfrm>
          <a:prstGeom prst="rect">
            <a:avLst/>
          </a:prstGeom>
          <a:noFill/>
          <a:ln>
            <a:noFill/>
          </a:ln>
        </p:spPr>
      </p:pic>
      <p:pic>
        <p:nvPicPr>
          <p:cNvPr id="11" name="Google Shape;887;p164">
            <a:hlinkClick r:id="rId9"/>
            <a:extLst>
              <a:ext uri="{FF2B5EF4-FFF2-40B4-BE49-F238E27FC236}">
                <a16:creationId xmlns:a16="http://schemas.microsoft.com/office/drawing/2014/main" id="{6568FFA0-A1CE-4804-9579-417075389C79}"/>
              </a:ext>
            </a:extLst>
          </p:cNvPr>
          <p:cNvPicPr preferRelativeResize="0"/>
          <p:nvPr userDrawn="1"/>
        </p:nvPicPr>
        <p:blipFill>
          <a:blip r:embed="rId10" cstate="email">
            <a:alphaModFix/>
            <a:extLst>
              <a:ext uri="{28A0092B-C50C-407E-A947-70E740481C1C}">
                <a14:useLocalDpi xmlns:a14="http://schemas.microsoft.com/office/drawing/2010/main"/>
              </a:ext>
            </a:extLst>
          </a:blip>
          <a:stretch>
            <a:fillRect/>
          </a:stretch>
        </p:blipFill>
        <p:spPr>
          <a:xfrm>
            <a:off x="10886855" y="6156781"/>
            <a:ext cx="427496" cy="427500"/>
          </a:xfrm>
          <a:prstGeom prst="rect">
            <a:avLst/>
          </a:prstGeom>
          <a:noFill/>
          <a:ln>
            <a:noFill/>
          </a:ln>
        </p:spPr>
      </p:pic>
      <p:sp>
        <p:nvSpPr>
          <p:cNvPr id="2" name="Titel 1">
            <a:extLst>
              <a:ext uri="{FF2B5EF4-FFF2-40B4-BE49-F238E27FC236}">
                <a16:creationId xmlns:a16="http://schemas.microsoft.com/office/drawing/2014/main" id="{A9059C2F-38CD-46AF-A65B-32830FFE4944}"/>
              </a:ext>
            </a:extLst>
          </p:cNvPr>
          <p:cNvSpPr>
            <a:spLocks noGrp="1"/>
          </p:cNvSpPr>
          <p:nvPr>
            <p:ph type="title" hasCustomPrompt="1"/>
          </p:nvPr>
        </p:nvSpPr>
        <p:spPr>
          <a:xfrm>
            <a:off x="694800" y="2004489"/>
            <a:ext cx="4133850" cy="1644646"/>
          </a:xfrm>
          <a:prstGeom prst="rect">
            <a:avLst/>
          </a:prstGeom>
        </p:spPr>
        <p:txBody>
          <a:bodyPr/>
          <a:lstStyle>
            <a:lvl1pPr>
              <a:defRPr sz="3600" b="1" cap="all" baseline="0">
                <a:solidFill>
                  <a:schemeClr val="bg1"/>
                </a:solidFill>
                <a:latin typeface="Calibri" panose="020F0502020204030204" pitchFamily="34" charset="0"/>
              </a:defRPr>
            </a:lvl1pPr>
          </a:lstStyle>
          <a:p>
            <a:r>
              <a:rPr lang="en-US"/>
              <a:t>THE ERA OF DIGITAL OPPORTUNITY</a:t>
            </a:r>
          </a:p>
        </p:txBody>
      </p:sp>
      <p:cxnSp>
        <p:nvCxnSpPr>
          <p:cNvPr id="13" name="Google Shape;870;p163">
            <a:extLst>
              <a:ext uri="{FF2B5EF4-FFF2-40B4-BE49-F238E27FC236}">
                <a16:creationId xmlns:a16="http://schemas.microsoft.com/office/drawing/2014/main" id="{53BD413A-4FF5-477E-9C8C-FE3DFBDB09A0}"/>
              </a:ext>
            </a:extLst>
          </p:cNvPr>
          <p:cNvCxnSpPr/>
          <p:nvPr userDrawn="1"/>
        </p:nvCxnSpPr>
        <p:spPr>
          <a:xfrm>
            <a:off x="846277" y="3727774"/>
            <a:ext cx="792000" cy="0"/>
          </a:xfrm>
          <a:prstGeom prst="straightConnector1">
            <a:avLst/>
          </a:prstGeom>
          <a:noFill/>
          <a:ln w="28575" cap="flat" cmpd="sng">
            <a:solidFill>
              <a:schemeClr val="dk2"/>
            </a:solidFill>
            <a:prstDash val="solid"/>
            <a:round/>
            <a:headEnd type="none" w="med" len="med"/>
            <a:tailEnd type="none" w="med" len="med"/>
          </a:ln>
        </p:spPr>
      </p:cxnSp>
      <p:sp>
        <p:nvSpPr>
          <p:cNvPr id="14" name="Textplatzhalter 8">
            <a:extLst>
              <a:ext uri="{FF2B5EF4-FFF2-40B4-BE49-F238E27FC236}">
                <a16:creationId xmlns:a16="http://schemas.microsoft.com/office/drawing/2014/main" id="{F701A5AE-0BAF-4E8C-8E0B-283866DB2667}"/>
              </a:ext>
            </a:extLst>
          </p:cNvPr>
          <p:cNvSpPr>
            <a:spLocks noGrp="1"/>
          </p:cNvSpPr>
          <p:nvPr>
            <p:ph type="body" sz="quarter" idx="10" hasCustomPrompt="1"/>
          </p:nvPr>
        </p:nvSpPr>
        <p:spPr>
          <a:xfrm>
            <a:off x="695325" y="4069885"/>
            <a:ext cx="3643312" cy="504408"/>
          </a:xfrm>
          <a:prstGeom prst="rect">
            <a:avLst/>
          </a:prstGeom>
        </p:spPr>
        <p:txBody>
          <a:bodyPr/>
          <a:lstStyle>
            <a:lvl1pPr marL="0" indent="0">
              <a:lnSpc>
                <a:spcPct val="100000"/>
              </a:lnSpc>
              <a:buNone/>
              <a:defRPr sz="1600">
                <a:solidFill>
                  <a:schemeClr val="bg1"/>
                </a:solidFill>
                <a:latin typeface="Calibri" panose="020F0502020204030204" pitchFamily="34" charset="0"/>
              </a:defRPr>
            </a:lvl1pPr>
            <a:lvl2pPr marL="457200" indent="0">
              <a:buNone/>
              <a:defRPr/>
            </a:lvl2pPr>
            <a:lvl3pPr marL="914400" indent="0">
              <a:buNone/>
              <a:defRPr/>
            </a:lvl3pPr>
            <a:lvl4pPr marL="1371600" indent="0">
              <a:buNone/>
              <a:defRPr/>
            </a:lvl4pPr>
            <a:lvl5pPr marL="1828800" indent="0">
              <a:buNone/>
              <a:defRPr/>
            </a:lvl5pPr>
          </a:lstStyle>
          <a:p>
            <a:pPr lvl="0"/>
            <a:r>
              <a:rPr lang="en-US" noProof="1"/>
              <a:t>Presenter Name,</a:t>
            </a:r>
            <a:br>
              <a:rPr lang="en-US" noProof="1"/>
            </a:br>
            <a:r>
              <a:rPr lang="en-US" noProof="1"/>
              <a:t>Celonis</a:t>
            </a:r>
          </a:p>
        </p:txBody>
      </p:sp>
      <p:pic>
        <p:nvPicPr>
          <p:cNvPr id="12" name="Grafik 11">
            <a:extLst>
              <a:ext uri="{FF2B5EF4-FFF2-40B4-BE49-F238E27FC236}">
                <a16:creationId xmlns:a16="http://schemas.microsoft.com/office/drawing/2014/main" id="{92B03E0F-089B-4C12-AC38-DE2A04483AAA}"/>
              </a:ext>
            </a:extLst>
          </p:cNvPr>
          <p:cNvPicPr>
            <a:picLocks noChangeAspect="1"/>
          </p:cNvPicPr>
          <p:nvPr userDrawn="1"/>
        </p:nvPicPr>
        <p:blipFill>
          <a:blip r:embed="rId11" cstate="email">
            <a:extLst>
              <a:ext uri="{28A0092B-C50C-407E-A947-70E740481C1C}">
                <a14:useLocalDpi xmlns:a14="http://schemas.microsoft.com/office/drawing/2010/main"/>
              </a:ext>
            </a:extLst>
          </a:blip>
          <a:stretch>
            <a:fillRect/>
          </a:stretch>
        </p:blipFill>
        <p:spPr>
          <a:xfrm>
            <a:off x="10824521" y="306918"/>
            <a:ext cx="1015511" cy="155581"/>
          </a:xfrm>
          <a:prstGeom prst="rect">
            <a:avLst/>
          </a:prstGeom>
        </p:spPr>
      </p:pic>
    </p:spTree>
    <p:extLst>
      <p:ext uri="{BB962C8B-B14F-4D97-AF65-F5344CB8AC3E}">
        <p14:creationId xmlns:p14="http://schemas.microsoft.com/office/powerpoint/2010/main" val="3269790382"/>
      </p:ext>
    </p:extLst>
  </p:cSld>
  <p:clrMapOvr>
    <a:masterClrMapping/>
  </p:clrMapOvr>
</p:sldLayout>
</file>

<file path=ppt/slideLayouts/slideLayout202.xml><?xml version="1.0" encoding="utf-8"?>
<p:sldLayout xmlns:a="http://schemas.openxmlformats.org/drawingml/2006/main" xmlns:r="http://schemas.openxmlformats.org/officeDocument/2006/relationships" xmlns:p="http://schemas.openxmlformats.org/presentationml/2006/main" preserve="1" userDrawn="1">
  <p:cSld name="Title_3 (legacy)">
    <p:spTree>
      <p:nvGrpSpPr>
        <p:cNvPr id="1" name=""/>
        <p:cNvGrpSpPr/>
        <p:nvPr/>
      </p:nvGrpSpPr>
      <p:grpSpPr>
        <a:xfrm>
          <a:off x="0" y="0"/>
          <a:ext cx="0" cy="0"/>
          <a:chOff x="0" y="0"/>
          <a:chExt cx="0" cy="0"/>
        </a:xfrm>
      </p:grpSpPr>
      <p:pic>
        <p:nvPicPr>
          <p:cNvPr id="39" name="Grafik 20"/>
          <p:cNvPicPr>
            <a:picLocks noChangeAspect="1"/>
          </p:cNvPicPr>
          <p:nvPr userDrawn="1"/>
        </p:nvPicPr>
        <p:blipFill rotWithShape="1">
          <a:blip r:embed="rId2" cstate="email">
            <a:extLst>
              <a:ext uri="{28A0092B-C50C-407E-A947-70E740481C1C}">
                <a14:useLocalDpi xmlns:a14="http://schemas.microsoft.com/office/drawing/2010/main"/>
              </a:ext>
            </a:extLst>
          </a:blip>
          <a:srcRect/>
          <a:stretch/>
        </p:blipFill>
        <p:spPr>
          <a:xfrm>
            <a:off x="0" y="682464"/>
            <a:ext cx="12192000" cy="4959961"/>
          </a:xfrm>
          <a:prstGeom prst="rect">
            <a:avLst/>
          </a:prstGeom>
        </p:spPr>
      </p:pic>
      <p:sp>
        <p:nvSpPr>
          <p:cNvPr id="40" name="Rechteck 39"/>
          <p:cNvSpPr/>
          <p:nvPr userDrawn="1"/>
        </p:nvSpPr>
        <p:spPr>
          <a:xfrm>
            <a:off x="0" y="5843683"/>
            <a:ext cx="12192000" cy="101431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sz="1800">
              <a:latin typeface="Calibri" panose="020F0502020204030204" pitchFamily="34" charset="0"/>
            </a:endParaRPr>
          </a:p>
        </p:txBody>
      </p:sp>
      <p:grpSp>
        <p:nvGrpSpPr>
          <p:cNvPr id="42" name="Gruppieren 23"/>
          <p:cNvGrpSpPr/>
          <p:nvPr userDrawn="1"/>
        </p:nvGrpSpPr>
        <p:grpSpPr>
          <a:xfrm>
            <a:off x="173255" y="3212620"/>
            <a:ext cx="6841932" cy="3427278"/>
            <a:chOff x="-43813" y="2032808"/>
            <a:chExt cx="6841932" cy="3427278"/>
          </a:xfrm>
        </p:grpSpPr>
        <p:sp>
          <p:nvSpPr>
            <p:cNvPr id="43" name="Rechteck 26"/>
            <p:cNvSpPr/>
            <p:nvPr/>
          </p:nvSpPr>
          <p:spPr>
            <a:xfrm rot="3279766">
              <a:off x="133055" y="1855940"/>
              <a:ext cx="3427278" cy="3781013"/>
            </a:xfrm>
            <a:custGeom>
              <a:avLst/>
              <a:gdLst>
                <a:gd name="connsiteX0" fmla="*/ 0 w 5874606"/>
                <a:gd name="connsiteY0" fmla="*/ 0 h 2775857"/>
                <a:gd name="connsiteX1" fmla="*/ 5874606 w 5874606"/>
                <a:gd name="connsiteY1" fmla="*/ 0 h 2775857"/>
                <a:gd name="connsiteX2" fmla="*/ 5874606 w 5874606"/>
                <a:gd name="connsiteY2" fmla="*/ 2775857 h 2775857"/>
                <a:gd name="connsiteX3" fmla="*/ 0 w 5874606"/>
                <a:gd name="connsiteY3" fmla="*/ 2775857 h 2775857"/>
                <a:gd name="connsiteX4" fmla="*/ 0 w 5874606"/>
                <a:gd name="connsiteY4" fmla="*/ 0 h 2775857"/>
                <a:gd name="connsiteX0" fmla="*/ 0 w 7539898"/>
                <a:gd name="connsiteY0" fmla="*/ 10254 h 2786111"/>
                <a:gd name="connsiteX1" fmla="*/ 7539898 w 7539898"/>
                <a:gd name="connsiteY1" fmla="*/ 0 h 2786111"/>
                <a:gd name="connsiteX2" fmla="*/ 5874606 w 7539898"/>
                <a:gd name="connsiteY2" fmla="*/ 2786111 h 2786111"/>
                <a:gd name="connsiteX3" fmla="*/ 0 w 7539898"/>
                <a:gd name="connsiteY3" fmla="*/ 2786111 h 2786111"/>
                <a:gd name="connsiteX4" fmla="*/ 0 w 7539898"/>
                <a:gd name="connsiteY4" fmla="*/ 10254 h 2786111"/>
                <a:gd name="connsiteX0" fmla="*/ 0 w 7539898"/>
                <a:gd name="connsiteY0" fmla="*/ 10254 h 2786111"/>
                <a:gd name="connsiteX1" fmla="*/ 7539898 w 7539898"/>
                <a:gd name="connsiteY1" fmla="*/ 0 h 2786111"/>
                <a:gd name="connsiteX2" fmla="*/ 5676404 w 7539898"/>
                <a:gd name="connsiteY2" fmla="*/ 2785697 h 2786111"/>
                <a:gd name="connsiteX3" fmla="*/ 0 w 7539898"/>
                <a:gd name="connsiteY3" fmla="*/ 2786111 h 2786111"/>
                <a:gd name="connsiteX4" fmla="*/ 0 w 7539898"/>
                <a:gd name="connsiteY4" fmla="*/ 10254 h 2786111"/>
                <a:gd name="connsiteX0" fmla="*/ 0 w 7539898"/>
                <a:gd name="connsiteY0" fmla="*/ 10254 h 2785697"/>
                <a:gd name="connsiteX1" fmla="*/ 7539898 w 7539898"/>
                <a:gd name="connsiteY1" fmla="*/ 0 h 2785697"/>
                <a:gd name="connsiteX2" fmla="*/ 5676404 w 7539898"/>
                <a:gd name="connsiteY2" fmla="*/ 2785697 h 2785697"/>
                <a:gd name="connsiteX3" fmla="*/ 1392169 w 7539898"/>
                <a:gd name="connsiteY3" fmla="*/ 2776811 h 2785697"/>
                <a:gd name="connsiteX4" fmla="*/ 0 w 7539898"/>
                <a:gd name="connsiteY4" fmla="*/ 10254 h 2785697"/>
                <a:gd name="connsiteX0" fmla="*/ 0 w 6648201"/>
                <a:gd name="connsiteY0" fmla="*/ 4182 h 2785697"/>
                <a:gd name="connsiteX1" fmla="*/ 6648201 w 6648201"/>
                <a:gd name="connsiteY1" fmla="*/ 0 h 2785697"/>
                <a:gd name="connsiteX2" fmla="*/ 4784707 w 6648201"/>
                <a:gd name="connsiteY2" fmla="*/ 2785697 h 2785697"/>
                <a:gd name="connsiteX3" fmla="*/ 500472 w 6648201"/>
                <a:gd name="connsiteY3" fmla="*/ 2776811 h 2785697"/>
                <a:gd name="connsiteX4" fmla="*/ 0 w 6648201"/>
                <a:gd name="connsiteY4" fmla="*/ 4182 h 2785697"/>
                <a:gd name="connsiteX0" fmla="*/ 0 w 6648201"/>
                <a:gd name="connsiteY0" fmla="*/ 4182 h 2785697"/>
                <a:gd name="connsiteX1" fmla="*/ 6648201 w 6648201"/>
                <a:gd name="connsiteY1" fmla="*/ 0 h 2785697"/>
                <a:gd name="connsiteX2" fmla="*/ 4784707 w 6648201"/>
                <a:gd name="connsiteY2" fmla="*/ 2785697 h 2785697"/>
                <a:gd name="connsiteX3" fmla="*/ 500472 w 6648201"/>
                <a:gd name="connsiteY3" fmla="*/ 2776811 h 2785697"/>
                <a:gd name="connsiteX4" fmla="*/ 261109 w 6648201"/>
                <a:gd name="connsiteY4" fmla="*/ 1383085 h 2785697"/>
                <a:gd name="connsiteX5" fmla="*/ 0 w 6648201"/>
                <a:gd name="connsiteY5" fmla="*/ 4182 h 2785697"/>
                <a:gd name="connsiteX0" fmla="*/ 1115605 w 7763806"/>
                <a:gd name="connsiteY0" fmla="*/ 4182 h 2785697"/>
                <a:gd name="connsiteX1" fmla="*/ 7763806 w 7763806"/>
                <a:gd name="connsiteY1" fmla="*/ 0 h 2785697"/>
                <a:gd name="connsiteX2" fmla="*/ 5900312 w 7763806"/>
                <a:gd name="connsiteY2" fmla="*/ 2785697 h 2785697"/>
                <a:gd name="connsiteX3" fmla="*/ 1616077 w 7763806"/>
                <a:gd name="connsiteY3" fmla="*/ 2776811 h 2785697"/>
                <a:gd name="connsiteX4" fmla="*/ 0 w 7763806"/>
                <a:gd name="connsiteY4" fmla="*/ 1590162 h 2785697"/>
                <a:gd name="connsiteX5" fmla="*/ 1115605 w 7763806"/>
                <a:gd name="connsiteY5" fmla="*/ 4182 h 2785697"/>
                <a:gd name="connsiteX0" fmla="*/ 1122950 w 7771151"/>
                <a:gd name="connsiteY0" fmla="*/ 4182 h 2785697"/>
                <a:gd name="connsiteX1" fmla="*/ 7771151 w 7771151"/>
                <a:gd name="connsiteY1" fmla="*/ 0 h 2785697"/>
                <a:gd name="connsiteX2" fmla="*/ 5907657 w 7771151"/>
                <a:gd name="connsiteY2" fmla="*/ 2785697 h 2785697"/>
                <a:gd name="connsiteX3" fmla="*/ 1623422 w 7771151"/>
                <a:gd name="connsiteY3" fmla="*/ 2776811 h 2785697"/>
                <a:gd name="connsiteX4" fmla="*/ 0 w 7771151"/>
                <a:gd name="connsiteY4" fmla="*/ 1600522 h 2785697"/>
                <a:gd name="connsiteX5" fmla="*/ 1122950 w 7771151"/>
                <a:gd name="connsiteY5" fmla="*/ 4182 h 2785697"/>
                <a:gd name="connsiteX0" fmla="*/ 1130295 w 7778496"/>
                <a:gd name="connsiteY0" fmla="*/ 4182 h 2785697"/>
                <a:gd name="connsiteX1" fmla="*/ 7778496 w 7778496"/>
                <a:gd name="connsiteY1" fmla="*/ 0 h 2785697"/>
                <a:gd name="connsiteX2" fmla="*/ 5915002 w 7778496"/>
                <a:gd name="connsiteY2" fmla="*/ 2785697 h 2785697"/>
                <a:gd name="connsiteX3" fmla="*/ 1630767 w 7778496"/>
                <a:gd name="connsiteY3" fmla="*/ 2776811 h 2785697"/>
                <a:gd name="connsiteX4" fmla="*/ 0 w 7778496"/>
                <a:gd name="connsiteY4" fmla="*/ 1610882 h 2785697"/>
                <a:gd name="connsiteX5" fmla="*/ 1130295 w 7778496"/>
                <a:gd name="connsiteY5" fmla="*/ 4182 h 2785697"/>
                <a:gd name="connsiteX0" fmla="*/ 1512263 w 7778496"/>
                <a:gd name="connsiteY0" fmla="*/ 0 h 3320245"/>
                <a:gd name="connsiteX1" fmla="*/ 7778496 w 7778496"/>
                <a:gd name="connsiteY1" fmla="*/ 534548 h 3320245"/>
                <a:gd name="connsiteX2" fmla="*/ 5915002 w 7778496"/>
                <a:gd name="connsiteY2" fmla="*/ 3320245 h 3320245"/>
                <a:gd name="connsiteX3" fmla="*/ 1630767 w 7778496"/>
                <a:gd name="connsiteY3" fmla="*/ 3311359 h 3320245"/>
                <a:gd name="connsiteX4" fmla="*/ 0 w 7778496"/>
                <a:gd name="connsiteY4" fmla="*/ 2145430 h 3320245"/>
                <a:gd name="connsiteX5" fmla="*/ 1512263 w 7778496"/>
                <a:gd name="connsiteY5" fmla="*/ 0 h 3320245"/>
                <a:gd name="connsiteX0" fmla="*/ 1512263 w 7987186"/>
                <a:gd name="connsiteY0" fmla="*/ 0 h 3320245"/>
                <a:gd name="connsiteX1" fmla="*/ 7987186 w 7987186"/>
                <a:gd name="connsiteY1" fmla="*/ 262169 h 3320245"/>
                <a:gd name="connsiteX2" fmla="*/ 5915002 w 7987186"/>
                <a:gd name="connsiteY2" fmla="*/ 3320245 h 3320245"/>
                <a:gd name="connsiteX3" fmla="*/ 1630767 w 7987186"/>
                <a:gd name="connsiteY3" fmla="*/ 3311359 h 3320245"/>
                <a:gd name="connsiteX4" fmla="*/ 0 w 7987186"/>
                <a:gd name="connsiteY4" fmla="*/ 2145430 h 3320245"/>
                <a:gd name="connsiteX5" fmla="*/ 1512263 w 7987186"/>
                <a:gd name="connsiteY5" fmla="*/ 0 h 3320245"/>
                <a:gd name="connsiteX0" fmla="*/ 1512263 w 8041237"/>
                <a:gd name="connsiteY0" fmla="*/ 0 h 3320245"/>
                <a:gd name="connsiteX1" fmla="*/ 8041237 w 8041237"/>
                <a:gd name="connsiteY1" fmla="*/ 98104 h 3320245"/>
                <a:gd name="connsiteX2" fmla="*/ 5915002 w 8041237"/>
                <a:gd name="connsiteY2" fmla="*/ 3320245 h 3320245"/>
                <a:gd name="connsiteX3" fmla="*/ 1630767 w 8041237"/>
                <a:gd name="connsiteY3" fmla="*/ 3311359 h 3320245"/>
                <a:gd name="connsiteX4" fmla="*/ 0 w 8041237"/>
                <a:gd name="connsiteY4" fmla="*/ 2145430 h 3320245"/>
                <a:gd name="connsiteX5" fmla="*/ 1512263 w 8041237"/>
                <a:gd name="connsiteY5" fmla="*/ 0 h 3320245"/>
                <a:gd name="connsiteX0" fmla="*/ 1512263 w 8064591"/>
                <a:gd name="connsiteY0" fmla="*/ 0 h 3320245"/>
                <a:gd name="connsiteX1" fmla="*/ 8064591 w 8064591"/>
                <a:gd name="connsiteY1" fmla="*/ 21252 h 3320245"/>
                <a:gd name="connsiteX2" fmla="*/ 5915002 w 8064591"/>
                <a:gd name="connsiteY2" fmla="*/ 3320245 h 3320245"/>
                <a:gd name="connsiteX3" fmla="*/ 1630767 w 8064591"/>
                <a:gd name="connsiteY3" fmla="*/ 3311359 h 3320245"/>
                <a:gd name="connsiteX4" fmla="*/ 0 w 8064591"/>
                <a:gd name="connsiteY4" fmla="*/ 2145430 h 3320245"/>
                <a:gd name="connsiteX5" fmla="*/ 1512263 w 8064591"/>
                <a:gd name="connsiteY5" fmla="*/ 0 h 3320245"/>
                <a:gd name="connsiteX0" fmla="*/ 1512263 w 8107347"/>
                <a:gd name="connsiteY0" fmla="*/ 0 h 3320245"/>
                <a:gd name="connsiteX1" fmla="*/ 8107347 w 8107347"/>
                <a:gd name="connsiteY1" fmla="*/ 4862 h 3320245"/>
                <a:gd name="connsiteX2" fmla="*/ 5915002 w 8107347"/>
                <a:gd name="connsiteY2" fmla="*/ 3320245 h 3320245"/>
                <a:gd name="connsiteX3" fmla="*/ 1630767 w 8107347"/>
                <a:gd name="connsiteY3" fmla="*/ 3311359 h 3320245"/>
                <a:gd name="connsiteX4" fmla="*/ 0 w 8107347"/>
                <a:gd name="connsiteY4" fmla="*/ 2145430 h 3320245"/>
                <a:gd name="connsiteX5" fmla="*/ 1512263 w 8107347"/>
                <a:gd name="connsiteY5" fmla="*/ 0 h 3320245"/>
                <a:gd name="connsiteX0" fmla="*/ 1512263 w 5915002"/>
                <a:gd name="connsiteY0" fmla="*/ 0 h 3320245"/>
                <a:gd name="connsiteX1" fmla="*/ 3980942 w 5915002"/>
                <a:gd name="connsiteY1" fmla="*/ 6011 h 3320245"/>
                <a:gd name="connsiteX2" fmla="*/ 5915002 w 5915002"/>
                <a:gd name="connsiteY2" fmla="*/ 3320245 h 3320245"/>
                <a:gd name="connsiteX3" fmla="*/ 1630767 w 5915002"/>
                <a:gd name="connsiteY3" fmla="*/ 3311359 h 3320245"/>
                <a:gd name="connsiteX4" fmla="*/ 0 w 5915002"/>
                <a:gd name="connsiteY4" fmla="*/ 2145430 h 3320245"/>
                <a:gd name="connsiteX5" fmla="*/ 1512263 w 5915002"/>
                <a:gd name="connsiteY5" fmla="*/ 0 h 3320245"/>
                <a:gd name="connsiteX0" fmla="*/ 1512263 w 3980942"/>
                <a:gd name="connsiteY0" fmla="*/ 0 h 3311359"/>
                <a:gd name="connsiteX1" fmla="*/ 3980942 w 3980942"/>
                <a:gd name="connsiteY1" fmla="*/ 6011 h 3311359"/>
                <a:gd name="connsiteX2" fmla="*/ 2185806 w 3980942"/>
                <a:gd name="connsiteY2" fmla="*/ 2497674 h 3311359"/>
                <a:gd name="connsiteX3" fmla="*/ 1630767 w 3980942"/>
                <a:gd name="connsiteY3" fmla="*/ 3311359 h 3311359"/>
                <a:gd name="connsiteX4" fmla="*/ 0 w 3980942"/>
                <a:gd name="connsiteY4" fmla="*/ 2145430 h 3311359"/>
                <a:gd name="connsiteX5" fmla="*/ 1512263 w 3980942"/>
                <a:gd name="connsiteY5" fmla="*/ 0 h 3311359"/>
                <a:gd name="connsiteX0" fmla="*/ 621288 w 3089967"/>
                <a:gd name="connsiteY0" fmla="*/ 0 h 3311359"/>
                <a:gd name="connsiteX1" fmla="*/ 3089967 w 3089967"/>
                <a:gd name="connsiteY1" fmla="*/ 6011 h 3311359"/>
                <a:gd name="connsiteX2" fmla="*/ 1294831 w 3089967"/>
                <a:gd name="connsiteY2" fmla="*/ 2497674 h 3311359"/>
                <a:gd name="connsiteX3" fmla="*/ 739792 w 3089967"/>
                <a:gd name="connsiteY3" fmla="*/ 3311359 h 3311359"/>
                <a:gd name="connsiteX4" fmla="*/ 0 w 3089967"/>
                <a:gd name="connsiteY4" fmla="*/ 2777145 h 3311359"/>
                <a:gd name="connsiteX5" fmla="*/ 621288 w 3089967"/>
                <a:gd name="connsiteY5" fmla="*/ 0 h 3311359"/>
                <a:gd name="connsiteX0" fmla="*/ 1949981 w 3089967"/>
                <a:gd name="connsiteY0" fmla="*/ 0 h 3318960"/>
                <a:gd name="connsiteX1" fmla="*/ 3089967 w 3089967"/>
                <a:gd name="connsiteY1" fmla="*/ 13612 h 3318960"/>
                <a:gd name="connsiteX2" fmla="*/ 1294831 w 3089967"/>
                <a:gd name="connsiteY2" fmla="*/ 2505275 h 3318960"/>
                <a:gd name="connsiteX3" fmla="*/ 739792 w 3089967"/>
                <a:gd name="connsiteY3" fmla="*/ 3318960 h 3318960"/>
                <a:gd name="connsiteX4" fmla="*/ 0 w 3089967"/>
                <a:gd name="connsiteY4" fmla="*/ 2784746 h 3318960"/>
                <a:gd name="connsiteX5" fmla="*/ 1949981 w 3089967"/>
                <a:gd name="connsiteY5" fmla="*/ 0 h 3318960"/>
                <a:gd name="connsiteX0" fmla="*/ 1949981 w 3089967"/>
                <a:gd name="connsiteY0" fmla="*/ 0 h 2873473"/>
                <a:gd name="connsiteX1" fmla="*/ 3089967 w 3089967"/>
                <a:gd name="connsiteY1" fmla="*/ 13612 h 2873473"/>
                <a:gd name="connsiteX2" fmla="*/ 1294831 w 3089967"/>
                <a:gd name="connsiteY2" fmla="*/ 2505275 h 2873473"/>
                <a:gd name="connsiteX3" fmla="*/ 1055650 w 3089967"/>
                <a:gd name="connsiteY3" fmla="*/ 2873473 h 2873473"/>
                <a:gd name="connsiteX4" fmla="*/ 0 w 3089967"/>
                <a:gd name="connsiteY4" fmla="*/ 2784746 h 2873473"/>
                <a:gd name="connsiteX5" fmla="*/ 1949981 w 3089967"/>
                <a:gd name="connsiteY5" fmla="*/ 0 h 2873473"/>
                <a:gd name="connsiteX0" fmla="*/ 2287292 w 3427278"/>
                <a:gd name="connsiteY0" fmla="*/ 0 h 3277132"/>
                <a:gd name="connsiteX1" fmla="*/ 3427278 w 3427278"/>
                <a:gd name="connsiteY1" fmla="*/ 13612 h 3277132"/>
                <a:gd name="connsiteX2" fmla="*/ 1632142 w 3427278"/>
                <a:gd name="connsiteY2" fmla="*/ 2505275 h 3277132"/>
                <a:gd name="connsiteX3" fmla="*/ 1392961 w 3427278"/>
                <a:gd name="connsiteY3" fmla="*/ 2873473 h 3277132"/>
                <a:gd name="connsiteX4" fmla="*/ 0 w 3427278"/>
                <a:gd name="connsiteY4" fmla="*/ 3277132 h 3277132"/>
                <a:gd name="connsiteX5" fmla="*/ 2287292 w 3427278"/>
                <a:gd name="connsiteY5" fmla="*/ 0 h 3277132"/>
                <a:gd name="connsiteX0" fmla="*/ 2287292 w 3427278"/>
                <a:gd name="connsiteY0" fmla="*/ 0 h 3781013"/>
                <a:gd name="connsiteX1" fmla="*/ 3427278 w 3427278"/>
                <a:gd name="connsiteY1" fmla="*/ 13612 h 3781013"/>
                <a:gd name="connsiteX2" fmla="*/ 1632142 w 3427278"/>
                <a:gd name="connsiteY2" fmla="*/ 2505275 h 3781013"/>
                <a:gd name="connsiteX3" fmla="*/ 725903 w 3427278"/>
                <a:gd name="connsiteY3" fmla="*/ 3781013 h 3781013"/>
                <a:gd name="connsiteX4" fmla="*/ 0 w 3427278"/>
                <a:gd name="connsiteY4" fmla="*/ 3277132 h 3781013"/>
                <a:gd name="connsiteX5" fmla="*/ 2287292 w 3427278"/>
                <a:gd name="connsiteY5" fmla="*/ 0 h 37810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427278" h="3781013">
                  <a:moveTo>
                    <a:pt x="2287292" y="0"/>
                  </a:moveTo>
                  <a:lnTo>
                    <a:pt x="3427278" y="13612"/>
                  </a:lnTo>
                  <a:lnTo>
                    <a:pt x="1632142" y="2505275"/>
                  </a:lnTo>
                  <a:lnTo>
                    <a:pt x="725903" y="3781013"/>
                  </a:lnTo>
                  <a:lnTo>
                    <a:pt x="0" y="3277132"/>
                  </a:lnTo>
                  <a:lnTo>
                    <a:pt x="2287292" y="0"/>
                  </a:lnTo>
                  <a:close/>
                </a:path>
              </a:pathLst>
            </a:cu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sz="1800">
                <a:latin typeface="Calibri" panose="020F0502020204030204" pitchFamily="34" charset="0"/>
              </a:endParaRPr>
            </a:p>
          </p:txBody>
        </p:sp>
        <p:pic>
          <p:nvPicPr>
            <p:cNvPr id="44" name="Grafik 25"/>
            <p:cNvPicPr>
              <a:picLocks noChangeAspect="1"/>
            </p:cNvPicPr>
            <p:nvPr/>
          </p:nvPicPr>
          <p:blipFill>
            <a:blip r:embed="rId3" cstate="email">
              <a:extLst>
                <a:ext uri="{28A0092B-C50C-407E-A947-70E740481C1C}">
                  <a14:useLocalDpi xmlns:a14="http://schemas.microsoft.com/office/drawing/2010/main"/>
                </a:ext>
              </a:extLst>
            </a:blip>
            <a:stretch>
              <a:fillRect/>
            </a:stretch>
          </p:blipFill>
          <p:spPr>
            <a:xfrm>
              <a:off x="318348" y="3288000"/>
              <a:ext cx="623765" cy="623765"/>
            </a:xfrm>
            <a:prstGeom prst="rect">
              <a:avLst/>
            </a:prstGeom>
          </p:spPr>
        </p:pic>
        <p:sp>
          <p:nvSpPr>
            <p:cNvPr id="45" name="Rechteck 25"/>
            <p:cNvSpPr/>
            <p:nvPr/>
          </p:nvSpPr>
          <p:spPr>
            <a:xfrm>
              <a:off x="2039246" y="3985935"/>
              <a:ext cx="4758873" cy="1081015"/>
            </a:xfrm>
            <a:custGeom>
              <a:avLst/>
              <a:gdLst>
                <a:gd name="connsiteX0" fmla="*/ 0 w 3628573"/>
                <a:gd name="connsiteY0" fmla="*/ 0 h 395215"/>
                <a:gd name="connsiteX1" fmla="*/ 3628573 w 3628573"/>
                <a:gd name="connsiteY1" fmla="*/ 0 h 395215"/>
                <a:gd name="connsiteX2" fmla="*/ 3628573 w 3628573"/>
                <a:gd name="connsiteY2" fmla="*/ 395215 h 395215"/>
                <a:gd name="connsiteX3" fmla="*/ 0 w 3628573"/>
                <a:gd name="connsiteY3" fmla="*/ 395215 h 395215"/>
                <a:gd name="connsiteX4" fmla="*/ 0 w 3628573"/>
                <a:gd name="connsiteY4" fmla="*/ 0 h 395215"/>
                <a:gd name="connsiteX0" fmla="*/ 0 w 3628573"/>
                <a:gd name="connsiteY0" fmla="*/ 0 h 1093715"/>
                <a:gd name="connsiteX1" fmla="*/ 3628573 w 3628573"/>
                <a:gd name="connsiteY1" fmla="*/ 0 h 1093715"/>
                <a:gd name="connsiteX2" fmla="*/ 3628573 w 3628573"/>
                <a:gd name="connsiteY2" fmla="*/ 395215 h 1093715"/>
                <a:gd name="connsiteX3" fmla="*/ 711200 w 3628573"/>
                <a:gd name="connsiteY3" fmla="*/ 1093715 h 1093715"/>
                <a:gd name="connsiteX4" fmla="*/ 0 w 3628573"/>
                <a:gd name="connsiteY4" fmla="*/ 0 h 1093715"/>
                <a:gd name="connsiteX0" fmla="*/ 0 w 3653973"/>
                <a:gd name="connsiteY0" fmla="*/ 63500 h 1093715"/>
                <a:gd name="connsiteX1" fmla="*/ 3653973 w 3653973"/>
                <a:gd name="connsiteY1" fmla="*/ 0 h 1093715"/>
                <a:gd name="connsiteX2" fmla="*/ 3653973 w 3653973"/>
                <a:gd name="connsiteY2" fmla="*/ 395215 h 1093715"/>
                <a:gd name="connsiteX3" fmla="*/ 736600 w 3653973"/>
                <a:gd name="connsiteY3" fmla="*/ 1093715 h 1093715"/>
                <a:gd name="connsiteX4" fmla="*/ 0 w 3653973"/>
                <a:gd name="connsiteY4" fmla="*/ 63500 h 1093715"/>
                <a:gd name="connsiteX0" fmla="*/ 0 w 3653973"/>
                <a:gd name="connsiteY0" fmla="*/ 50800 h 1081015"/>
                <a:gd name="connsiteX1" fmla="*/ 3336473 w 3653973"/>
                <a:gd name="connsiteY1" fmla="*/ 0 h 1081015"/>
                <a:gd name="connsiteX2" fmla="*/ 3653973 w 3653973"/>
                <a:gd name="connsiteY2" fmla="*/ 382515 h 1081015"/>
                <a:gd name="connsiteX3" fmla="*/ 736600 w 3653973"/>
                <a:gd name="connsiteY3" fmla="*/ 1081015 h 1081015"/>
                <a:gd name="connsiteX4" fmla="*/ 0 w 3653973"/>
                <a:gd name="connsiteY4" fmla="*/ 50800 h 1081015"/>
                <a:gd name="connsiteX0" fmla="*/ 0 w 4123873"/>
                <a:gd name="connsiteY0" fmla="*/ 50800 h 1081015"/>
                <a:gd name="connsiteX1" fmla="*/ 3336473 w 4123873"/>
                <a:gd name="connsiteY1" fmla="*/ 0 h 1081015"/>
                <a:gd name="connsiteX2" fmla="*/ 4123873 w 4123873"/>
                <a:gd name="connsiteY2" fmla="*/ 1068315 h 1081015"/>
                <a:gd name="connsiteX3" fmla="*/ 736600 w 4123873"/>
                <a:gd name="connsiteY3" fmla="*/ 1081015 h 1081015"/>
                <a:gd name="connsiteX4" fmla="*/ 0 w 4123873"/>
                <a:gd name="connsiteY4" fmla="*/ 50800 h 1081015"/>
                <a:gd name="connsiteX0" fmla="*/ 0 w 4758873"/>
                <a:gd name="connsiteY0" fmla="*/ 50800 h 1081015"/>
                <a:gd name="connsiteX1" fmla="*/ 3336473 w 4758873"/>
                <a:gd name="connsiteY1" fmla="*/ 0 h 1081015"/>
                <a:gd name="connsiteX2" fmla="*/ 4758873 w 4758873"/>
                <a:gd name="connsiteY2" fmla="*/ 1068315 h 1081015"/>
                <a:gd name="connsiteX3" fmla="*/ 736600 w 4758873"/>
                <a:gd name="connsiteY3" fmla="*/ 1081015 h 1081015"/>
                <a:gd name="connsiteX4" fmla="*/ 0 w 4758873"/>
                <a:gd name="connsiteY4" fmla="*/ 50800 h 1081015"/>
                <a:gd name="connsiteX0" fmla="*/ 0 w 4758873"/>
                <a:gd name="connsiteY0" fmla="*/ 50800 h 1081015"/>
                <a:gd name="connsiteX1" fmla="*/ 4022273 w 4758873"/>
                <a:gd name="connsiteY1" fmla="*/ 0 h 1081015"/>
                <a:gd name="connsiteX2" fmla="*/ 4758873 w 4758873"/>
                <a:gd name="connsiteY2" fmla="*/ 1068315 h 1081015"/>
                <a:gd name="connsiteX3" fmla="*/ 736600 w 4758873"/>
                <a:gd name="connsiteY3" fmla="*/ 1081015 h 1081015"/>
                <a:gd name="connsiteX4" fmla="*/ 0 w 4758873"/>
                <a:gd name="connsiteY4" fmla="*/ 50800 h 108101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758873" h="1081015">
                  <a:moveTo>
                    <a:pt x="0" y="50800"/>
                  </a:moveTo>
                  <a:lnTo>
                    <a:pt x="4022273" y="0"/>
                  </a:lnTo>
                  <a:lnTo>
                    <a:pt x="4758873" y="1068315"/>
                  </a:lnTo>
                  <a:lnTo>
                    <a:pt x="736600" y="1081015"/>
                  </a:lnTo>
                  <a:lnTo>
                    <a:pt x="0" y="50800"/>
                  </a:lnTo>
                  <a:close/>
                </a:path>
              </a:pathLst>
            </a:custGeom>
            <a:solidFill>
              <a:srgbClr val="15A7D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sz="1800">
                <a:latin typeface="Calibri" panose="020F0502020204030204" pitchFamily="34" charset="0"/>
              </a:endParaRPr>
            </a:p>
          </p:txBody>
        </p:sp>
      </p:grpSp>
      <p:sp>
        <p:nvSpPr>
          <p:cNvPr id="46" name="Untertitel 2"/>
          <p:cNvSpPr>
            <a:spLocks noGrp="1"/>
          </p:cNvSpPr>
          <p:nvPr>
            <p:ph type="subTitle" idx="1"/>
          </p:nvPr>
        </p:nvSpPr>
        <p:spPr>
          <a:xfrm>
            <a:off x="2982295" y="5325490"/>
            <a:ext cx="3370380" cy="866774"/>
          </a:xfrm>
          <a:prstGeom prst="rect">
            <a:avLst/>
          </a:prstGeom>
        </p:spPr>
        <p:txBody>
          <a:bodyPr anchor="ctr" anchorCtr="0">
            <a:normAutofit/>
          </a:bodyPr>
          <a:lstStyle>
            <a:lvl1pPr marL="0" indent="0" algn="l">
              <a:buNone/>
              <a:defRPr sz="1800" cap="all" baseline="0">
                <a:solidFill>
                  <a:schemeClr val="bg1"/>
                </a:solidFill>
                <a:latin typeface="Calibri" panose="020F0502020204030204" pitchFamily="34"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de-DE"/>
              <a:t>Master-Untertitelformat bearbeiten</a:t>
            </a:r>
            <a:endParaRPr lang="en-GB"/>
          </a:p>
        </p:txBody>
      </p:sp>
      <p:sp>
        <p:nvSpPr>
          <p:cNvPr id="10" name="Rechteck 9"/>
          <p:cNvSpPr/>
          <p:nvPr userDrawn="1"/>
        </p:nvSpPr>
        <p:spPr>
          <a:xfrm rot="5400000">
            <a:off x="8982062" y="4925101"/>
            <a:ext cx="1332085" cy="1397000"/>
          </a:xfrm>
          <a:prstGeom prst="rect">
            <a:avLst/>
          </a:prstGeom>
          <a:solidFill>
            <a:schemeClr val="bg1"/>
          </a:solidFill>
          <a:ln w="38100">
            <a:solidFill>
              <a:schemeClr val="accent1">
                <a:lumMod val="20000"/>
                <a:lumOff val="8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sz="1800">
              <a:latin typeface="Calibri" panose="020F0502020204030204" pitchFamily="34" charset="0"/>
            </a:endParaRPr>
          </a:p>
        </p:txBody>
      </p:sp>
      <p:sp>
        <p:nvSpPr>
          <p:cNvPr id="15" name="Titel 1">
            <a:extLst>
              <a:ext uri="{FF2B5EF4-FFF2-40B4-BE49-F238E27FC236}">
                <a16:creationId xmlns:a16="http://schemas.microsoft.com/office/drawing/2014/main" id="{7E869C40-80C2-4DF7-83AD-203929CF41A5}"/>
              </a:ext>
            </a:extLst>
          </p:cNvPr>
          <p:cNvSpPr>
            <a:spLocks noGrp="1"/>
          </p:cNvSpPr>
          <p:nvPr>
            <p:ph type="ctrTitle" hasCustomPrompt="1"/>
          </p:nvPr>
        </p:nvSpPr>
        <p:spPr>
          <a:xfrm>
            <a:off x="1271348" y="4425963"/>
            <a:ext cx="2753645" cy="707465"/>
          </a:xfrm>
        </p:spPr>
        <p:txBody>
          <a:bodyPr anchor="ctr" anchorCtr="0"/>
          <a:lstStyle>
            <a:lvl1pPr algn="l">
              <a:defRPr sz="1800" b="1">
                <a:solidFill>
                  <a:schemeClr val="tx2"/>
                </a:solidFill>
                <a:latin typeface="Calibri" panose="020F0502020204030204" pitchFamily="34" charset="0"/>
              </a:defRPr>
            </a:lvl1pPr>
          </a:lstStyle>
          <a:p>
            <a:r>
              <a:rPr lang="en-US" noProof="0"/>
              <a:t>TITELMASTERFORMAT DURCH KLICKEN BEARBEITEN</a:t>
            </a:r>
          </a:p>
        </p:txBody>
      </p:sp>
    </p:spTree>
    <p:extLst>
      <p:ext uri="{BB962C8B-B14F-4D97-AF65-F5344CB8AC3E}">
        <p14:creationId xmlns:p14="http://schemas.microsoft.com/office/powerpoint/2010/main" val="931064583"/>
      </p:ext>
    </p:extLst>
  </p:cSld>
  <p:clrMapOvr>
    <a:masterClrMapping/>
  </p:clrMapOvr>
</p:sldLayout>
</file>

<file path=ppt/slideLayouts/slideLayout203.xml><?xml version="1.0" encoding="utf-8"?>
<p:sldLayout xmlns:a="http://schemas.openxmlformats.org/drawingml/2006/main" xmlns:r="http://schemas.openxmlformats.org/officeDocument/2006/relationships" xmlns:p="http://schemas.openxmlformats.org/presentationml/2006/main" preserve="1" userDrawn="1">
  <p:cSld name="Agenda1">
    <p:spTree>
      <p:nvGrpSpPr>
        <p:cNvPr id="1" name=""/>
        <p:cNvGrpSpPr/>
        <p:nvPr/>
      </p:nvGrpSpPr>
      <p:grpSpPr>
        <a:xfrm>
          <a:off x="0" y="0"/>
          <a:ext cx="0" cy="0"/>
          <a:chOff x="0" y="0"/>
          <a:chExt cx="0" cy="0"/>
        </a:xfrm>
      </p:grpSpPr>
      <p:pic>
        <p:nvPicPr>
          <p:cNvPr id="9" name="Grafik 8">
            <a:extLst>
              <a:ext uri="{FF2B5EF4-FFF2-40B4-BE49-F238E27FC236}">
                <a16:creationId xmlns:a16="http://schemas.microsoft.com/office/drawing/2014/main" id="{DC35E151-2812-4B20-AB4F-36F2FCC6C12F}"/>
              </a:ext>
            </a:extLst>
          </p:cNvPr>
          <p:cNvPicPr>
            <a:picLocks noChangeAspect="1"/>
          </p:cNvPicPr>
          <p:nvPr userDrawn="1"/>
        </p:nvPicPr>
        <p:blipFill rotWithShape="1">
          <a:blip r:embed="rId2" cstate="email">
            <a:extLst>
              <a:ext uri="{28A0092B-C50C-407E-A947-70E740481C1C}">
                <a14:useLocalDpi xmlns:a14="http://schemas.microsoft.com/office/drawing/2010/main"/>
              </a:ext>
            </a:extLst>
          </a:blip>
          <a:srcRect/>
          <a:stretch/>
        </p:blipFill>
        <p:spPr>
          <a:xfrm>
            <a:off x="0" y="0"/>
            <a:ext cx="5080000" cy="6858000"/>
          </a:xfrm>
          <a:prstGeom prst="rect">
            <a:avLst/>
          </a:prstGeom>
        </p:spPr>
      </p:pic>
      <p:sp>
        <p:nvSpPr>
          <p:cNvPr id="5" name="Rechteck 4">
            <a:extLst>
              <a:ext uri="{FF2B5EF4-FFF2-40B4-BE49-F238E27FC236}">
                <a16:creationId xmlns:a16="http://schemas.microsoft.com/office/drawing/2014/main" id="{442C8115-1D82-4A13-AD99-77CF93E23453}"/>
              </a:ext>
            </a:extLst>
          </p:cNvPr>
          <p:cNvSpPr/>
          <p:nvPr userDrawn="1"/>
        </p:nvSpPr>
        <p:spPr>
          <a:xfrm>
            <a:off x="0" y="454818"/>
            <a:ext cx="4279900" cy="1905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Calibri" panose="020F0502020204030204" pitchFamily="34" charset="0"/>
            </a:endParaRPr>
          </a:p>
        </p:txBody>
      </p:sp>
      <p:sp>
        <p:nvSpPr>
          <p:cNvPr id="2" name="Titel 1">
            <a:extLst>
              <a:ext uri="{FF2B5EF4-FFF2-40B4-BE49-F238E27FC236}">
                <a16:creationId xmlns:a16="http://schemas.microsoft.com/office/drawing/2014/main" id="{16AECF7E-5914-4178-B86B-531FFA322C63}"/>
              </a:ext>
            </a:extLst>
          </p:cNvPr>
          <p:cNvSpPr>
            <a:spLocks noGrp="1"/>
          </p:cNvSpPr>
          <p:nvPr>
            <p:ph type="title" hasCustomPrompt="1"/>
          </p:nvPr>
        </p:nvSpPr>
        <p:spPr>
          <a:xfrm>
            <a:off x="571500" y="1116804"/>
            <a:ext cx="2806700" cy="581027"/>
          </a:xfrm>
          <a:prstGeom prst="rect">
            <a:avLst/>
          </a:prstGeom>
        </p:spPr>
        <p:txBody>
          <a:bodyPr/>
          <a:lstStyle>
            <a:lvl1pPr>
              <a:defRPr>
                <a:solidFill>
                  <a:schemeClr val="bg2">
                    <a:lumMod val="25000"/>
                  </a:schemeClr>
                </a:solidFill>
                <a:latin typeface="Calibri" panose="020F0502020204030204" pitchFamily="34" charset="0"/>
              </a:defRPr>
            </a:lvl1pPr>
          </a:lstStyle>
          <a:p>
            <a:r>
              <a:rPr lang="de-DE"/>
              <a:t>AGENDA</a:t>
            </a:r>
            <a:endParaRPr lang="en-US"/>
          </a:p>
        </p:txBody>
      </p:sp>
      <p:cxnSp>
        <p:nvCxnSpPr>
          <p:cNvPr id="7" name="Google Shape;870;p163">
            <a:extLst>
              <a:ext uri="{FF2B5EF4-FFF2-40B4-BE49-F238E27FC236}">
                <a16:creationId xmlns:a16="http://schemas.microsoft.com/office/drawing/2014/main" id="{754C9823-B92A-4394-902E-963E18D90300}"/>
              </a:ext>
            </a:extLst>
          </p:cNvPr>
          <p:cNvCxnSpPr/>
          <p:nvPr userDrawn="1"/>
        </p:nvCxnSpPr>
        <p:spPr>
          <a:xfrm>
            <a:off x="668477" y="1822774"/>
            <a:ext cx="792000" cy="0"/>
          </a:xfrm>
          <a:prstGeom prst="straightConnector1">
            <a:avLst/>
          </a:prstGeom>
          <a:noFill/>
          <a:ln w="28575" cap="flat" cmpd="sng">
            <a:solidFill>
              <a:schemeClr val="dk2"/>
            </a:solidFill>
            <a:prstDash val="solid"/>
            <a:round/>
            <a:headEnd type="none" w="med" len="med"/>
            <a:tailEnd type="none" w="med" len="med"/>
          </a:ln>
        </p:spPr>
      </p:cxnSp>
    </p:spTree>
    <p:extLst>
      <p:ext uri="{BB962C8B-B14F-4D97-AF65-F5344CB8AC3E}">
        <p14:creationId xmlns:p14="http://schemas.microsoft.com/office/powerpoint/2010/main" val="1607258782"/>
      </p:ext>
    </p:extLst>
  </p:cSld>
  <p:clrMapOvr>
    <a:masterClrMapping/>
  </p:clrMapOvr>
</p:sldLayout>
</file>

<file path=ppt/slideLayouts/slideLayout204.xml><?xml version="1.0" encoding="utf-8"?>
<p:sldLayout xmlns:a="http://schemas.openxmlformats.org/drawingml/2006/main" xmlns:r="http://schemas.openxmlformats.org/officeDocument/2006/relationships" xmlns:p="http://schemas.openxmlformats.org/presentationml/2006/main" preserve="1" userDrawn="1">
  <p:cSld name="Colored_Background_1">
    <p:spTree>
      <p:nvGrpSpPr>
        <p:cNvPr id="1" name=""/>
        <p:cNvGrpSpPr/>
        <p:nvPr/>
      </p:nvGrpSpPr>
      <p:grpSpPr>
        <a:xfrm>
          <a:off x="0" y="0"/>
          <a:ext cx="0" cy="0"/>
          <a:chOff x="0" y="0"/>
          <a:chExt cx="0" cy="0"/>
        </a:xfrm>
      </p:grpSpPr>
      <p:pic>
        <p:nvPicPr>
          <p:cNvPr id="3" name="Google Shape;893;p165">
            <a:extLst>
              <a:ext uri="{FF2B5EF4-FFF2-40B4-BE49-F238E27FC236}">
                <a16:creationId xmlns:a16="http://schemas.microsoft.com/office/drawing/2014/main" id="{488EB73B-BB1A-474B-87FE-75F8022470CB}"/>
              </a:ext>
            </a:extLst>
          </p:cNvPr>
          <p:cNvPicPr preferRelativeResize="0"/>
          <p:nvPr userDrawn="1"/>
        </p:nvPicPr>
        <p:blipFill rotWithShape="1">
          <a:blip r:embed="rId2" cstate="email">
            <a:alphaModFix/>
            <a:extLst>
              <a:ext uri="{28A0092B-C50C-407E-A947-70E740481C1C}">
                <a14:useLocalDpi xmlns:a14="http://schemas.microsoft.com/office/drawing/2010/main"/>
              </a:ext>
            </a:extLst>
          </a:blip>
          <a:srcRect/>
          <a:stretch/>
        </p:blipFill>
        <p:spPr>
          <a:xfrm>
            <a:off x="0" y="0"/>
            <a:ext cx="12192000" cy="6858000"/>
          </a:xfrm>
          <a:prstGeom prst="rect">
            <a:avLst/>
          </a:prstGeom>
          <a:noFill/>
          <a:ln>
            <a:noFill/>
          </a:ln>
        </p:spPr>
      </p:pic>
      <p:sp>
        <p:nvSpPr>
          <p:cNvPr id="4" name="Titel 3">
            <a:extLst>
              <a:ext uri="{FF2B5EF4-FFF2-40B4-BE49-F238E27FC236}">
                <a16:creationId xmlns:a16="http://schemas.microsoft.com/office/drawing/2014/main" id="{4DBF70BE-FED9-434B-B71F-430F153503BB}"/>
              </a:ext>
            </a:extLst>
          </p:cNvPr>
          <p:cNvSpPr>
            <a:spLocks noGrp="1"/>
          </p:cNvSpPr>
          <p:nvPr>
            <p:ph type="title" hasCustomPrompt="1"/>
          </p:nvPr>
        </p:nvSpPr>
        <p:spPr>
          <a:xfrm>
            <a:off x="3279912" y="521532"/>
            <a:ext cx="5632175" cy="449884"/>
          </a:xfrm>
          <a:prstGeom prst="rect">
            <a:avLst/>
          </a:prstGeom>
        </p:spPr>
        <p:txBody>
          <a:bodyPr/>
          <a:lstStyle>
            <a:lvl1pPr algn="ctr">
              <a:defRPr sz="2400" b="1">
                <a:solidFill>
                  <a:schemeClr val="bg1"/>
                </a:solidFill>
                <a:latin typeface="Calibri" panose="020F0502020204030204" pitchFamily="34" charset="0"/>
              </a:defRPr>
            </a:lvl1pPr>
          </a:lstStyle>
          <a:p>
            <a:r>
              <a:rPr lang="de-DE"/>
              <a:t>HEADLINE</a:t>
            </a:r>
          </a:p>
        </p:txBody>
      </p:sp>
      <p:cxnSp>
        <p:nvCxnSpPr>
          <p:cNvPr id="7" name="Google Shape;870;p163">
            <a:extLst>
              <a:ext uri="{FF2B5EF4-FFF2-40B4-BE49-F238E27FC236}">
                <a16:creationId xmlns:a16="http://schemas.microsoft.com/office/drawing/2014/main" id="{E9BAEB89-BA20-4759-BE0F-786A22134058}"/>
              </a:ext>
            </a:extLst>
          </p:cNvPr>
          <p:cNvCxnSpPr>
            <a:cxnSpLocks/>
          </p:cNvCxnSpPr>
          <p:nvPr userDrawn="1"/>
        </p:nvCxnSpPr>
        <p:spPr>
          <a:xfrm>
            <a:off x="5547486" y="972016"/>
            <a:ext cx="1071975" cy="0"/>
          </a:xfrm>
          <a:prstGeom prst="straightConnector1">
            <a:avLst/>
          </a:prstGeom>
          <a:noFill/>
          <a:ln w="28575" cap="flat" cmpd="sng">
            <a:solidFill>
              <a:schemeClr val="dk2"/>
            </a:solidFill>
            <a:prstDash val="solid"/>
            <a:round/>
            <a:headEnd type="none" w="med" len="med"/>
            <a:tailEnd type="none" w="med" len="med"/>
          </a:ln>
        </p:spPr>
      </p:cxnSp>
      <p:pic>
        <p:nvPicPr>
          <p:cNvPr id="9" name="Grafik 8">
            <a:extLst>
              <a:ext uri="{FF2B5EF4-FFF2-40B4-BE49-F238E27FC236}">
                <a16:creationId xmlns:a16="http://schemas.microsoft.com/office/drawing/2014/main" id="{A035AF64-CDBC-4926-94E9-1E604A5CF54E}"/>
              </a:ext>
            </a:extLst>
          </p:cNvPr>
          <p:cNvPicPr>
            <a:picLocks noChangeAspect="1"/>
          </p:cNvPicPr>
          <p:nvPr userDrawn="1"/>
        </p:nvPicPr>
        <p:blipFill>
          <a:blip r:embed="rId3" cstate="email">
            <a:extLst>
              <a:ext uri="{28A0092B-C50C-407E-A947-70E740481C1C}">
                <a14:useLocalDpi xmlns:a14="http://schemas.microsoft.com/office/drawing/2010/main"/>
              </a:ext>
            </a:extLst>
          </a:blip>
          <a:stretch>
            <a:fillRect/>
          </a:stretch>
        </p:blipFill>
        <p:spPr>
          <a:xfrm>
            <a:off x="10824521" y="306918"/>
            <a:ext cx="1015511" cy="155581"/>
          </a:xfrm>
          <a:prstGeom prst="rect">
            <a:avLst/>
          </a:prstGeom>
        </p:spPr>
      </p:pic>
    </p:spTree>
    <p:extLst>
      <p:ext uri="{BB962C8B-B14F-4D97-AF65-F5344CB8AC3E}">
        <p14:creationId xmlns:p14="http://schemas.microsoft.com/office/powerpoint/2010/main" val="529417618"/>
      </p:ext>
    </p:extLst>
  </p:cSld>
  <p:clrMapOvr>
    <a:masterClrMapping/>
  </p:clrMapOvr>
  <p:extLst>
    <p:ext uri="{DCECCB84-F9BA-43D5-87BE-67443E8EF086}">
      <p15:sldGuideLst xmlns:p15="http://schemas.microsoft.com/office/powerpoint/2012/main"/>
    </p:ext>
  </p:extLst>
</p:sldLayout>
</file>

<file path=ppt/slideLayouts/slideLayout205.xml><?xml version="1.0" encoding="utf-8"?>
<p:sldLayout xmlns:a="http://schemas.openxmlformats.org/drawingml/2006/main" xmlns:r="http://schemas.openxmlformats.org/officeDocument/2006/relationships" xmlns:p="http://schemas.openxmlformats.org/presentationml/2006/main" preserve="1" userDrawn="1">
  <p:cSld name="Colored_Background_2">
    <p:spTree>
      <p:nvGrpSpPr>
        <p:cNvPr id="1" name=""/>
        <p:cNvGrpSpPr/>
        <p:nvPr/>
      </p:nvGrpSpPr>
      <p:grpSpPr>
        <a:xfrm>
          <a:off x="0" y="0"/>
          <a:ext cx="0" cy="0"/>
          <a:chOff x="0" y="0"/>
          <a:chExt cx="0" cy="0"/>
        </a:xfrm>
      </p:grpSpPr>
      <p:pic>
        <p:nvPicPr>
          <p:cNvPr id="3" name="Google Shape;919;p166">
            <a:extLst>
              <a:ext uri="{FF2B5EF4-FFF2-40B4-BE49-F238E27FC236}">
                <a16:creationId xmlns:a16="http://schemas.microsoft.com/office/drawing/2014/main" id="{C42AA7C1-5F32-40FC-A9CA-01AC00B30045}"/>
              </a:ext>
            </a:extLst>
          </p:cNvPr>
          <p:cNvPicPr preferRelativeResize="0"/>
          <p:nvPr userDrawn="1"/>
        </p:nvPicPr>
        <p:blipFill>
          <a:blip r:embed="rId2" cstate="email">
            <a:alphaModFix/>
            <a:extLst>
              <a:ext uri="{28A0092B-C50C-407E-A947-70E740481C1C}">
                <a14:useLocalDpi xmlns:a14="http://schemas.microsoft.com/office/drawing/2010/main"/>
              </a:ext>
            </a:extLst>
          </a:blip>
          <a:stretch>
            <a:fillRect/>
          </a:stretch>
        </p:blipFill>
        <p:spPr>
          <a:xfrm>
            <a:off x="0" y="0"/>
            <a:ext cx="12192000" cy="6858000"/>
          </a:xfrm>
          <a:prstGeom prst="rect">
            <a:avLst/>
          </a:prstGeom>
          <a:noFill/>
          <a:ln>
            <a:noFill/>
          </a:ln>
        </p:spPr>
      </p:pic>
      <p:sp>
        <p:nvSpPr>
          <p:cNvPr id="4" name="Titel 3">
            <a:extLst>
              <a:ext uri="{FF2B5EF4-FFF2-40B4-BE49-F238E27FC236}">
                <a16:creationId xmlns:a16="http://schemas.microsoft.com/office/drawing/2014/main" id="{207C0769-DB40-4E0F-9142-D54E443EDBCF}"/>
              </a:ext>
            </a:extLst>
          </p:cNvPr>
          <p:cNvSpPr>
            <a:spLocks noGrp="1"/>
          </p:cNvSpPr>
          <p:nvPr>
            <p:ph type="title" hasCustomPrompt="1"/>
          </p:nvPr>
        </p:nvSpPr>
        <p:spPr>
          <a:xfrm>
            <a:off x="3279912" y="521532"/>
            <a:ext cx="5632175" cy="449884"/>
          </a:xfrm>
          <a:prstGeom prst="rect">
            <a:avLst/>
          </a:prstGeom>
        </p:spPr>
        <p:txBody>
          <a:bodyPr/>
          <a:lstStyle>
            <a:lvl1pPr algn="ctr">
              <a:defRPr sz="2400" b="1">
                <a:solidFill>
                  <a:schemeClr val="bg1"/>
                </a:solidFill>
                <a:latin typeface="Calibri" panose="020F0502020204030204" pitchFamily="34" charset="0"/>
              </a:defRPr>
            </a:lvl1pPr>
          </a:lstStyle>
          <a:p>
            <a:r>
              <a:rPr lang="de-DE"/>
              <a:t>HEADLINE</a:t>
            </a:r>
          </a:p>
        </p:txBody>
      </p:sp>
      <p:cxnSp>
        <p:nvCxnSpPr>
          <p:cNvPr id="5" name="Google Shape;870;p163">
            <a:extLst>
              <a:ext uri="{FF2B5EF4-FFF2-40B4-BE49-F238E27FC236}">
                <a16:creationId xmlns:a16="http://schemas.microsoft.com/office/drawing/2014/main" id="{547CA5CE-57D8-454D-A012-0D8976A8B508}"/>
              </a:ext>
            </a:extLst>
          </p:cNvPr>
          <p:cNvCxnSpPr>
            <a:cxnSpLocks/>
          </p:cNvCxnSpPr>
          <p:nvPr userDrawn="1"/>
        </p:nvCxnSpPr>
        <p:spPr>
          <a:xfrm>
            <a:off x="5547486" y="972016"/>
            <a:ext cx="1071975" cy="0"/>
          </a:xfrm>
          <a:prstGeom prst="straightConnector1">
            <a:avLst/>
          </a:prstGeom>
          <a:noFill/>
          <a:ln w="28575" cap="flat" cmpd="sng">
            <a:solidFill>
              <a:schemeClr val="dk2"/>
            </a:solidFill>
            <a:prstDash val="solid"/>
            <a:round/>
            <a:headEnd type="none" w="med" len="med"/>
            <a:tailEnd type="none" w="med" len="med"/>
          </a:ln>
        </p:spPr>
      </p:cxnSp>
      <p:pic>
        <p:nvPicPr>
          <p:cNvPr id="6" name="Grafik 5">
            <a:extLst>
              <a:ext uri="{FF2B5EF4-FFF2-40B4-BE49-F238E27FC236}">
                <a16:creationId xmlns:a16="http://schemas.microsoft.com/office/drawing/2014/main" id="{3A955284-372A-4829-B20A-0616E470823F}"/>
              </a:ext>
            </a:extLst>
          </p:cNvPr>
          <p:cNvPicPr>
            <a:picLocks noChangeAspect="1"/>
          </p:cNvPicPr>
          <p:nvPr userDrawn="1"/>
        </p:nvPicPr>
        <p:blipFill>
          <a:blip r:embed="rId3" cstate="email">
            <a:extLst>
              <a:ext uri="{28A0092B-C50C-407E-A947-70E740481C1C}">
                <a14:useLocalDpi xmlns:a14="http://schemas.microsoft.com/office/drawing/2010/main"/>
              </a:ext>
            </a:extLst>
          </a:blip>
          <a:stretch>
            <a:fillRect/>
          </a:stretch>
        </p:blipFill>
        <p:spPr>
          <a:xfrm>
            <a:off x="10824521" y="306918"/>
            <a:ext cx="1015511" cy="155581"/>
          </a:xfrm>
          <a:prstGeom prst="rect">
            <a:avLst/>
          </a:prstGeom>
        </p:spPr>
      </p:pic>
    </p:spTree>
    <p:extLst>
      <p:ext uri="{BB962C8B-B14F-4D97-AF65-F5344CB8AC3E}">
        <p14:creationId xmlns:p14="http://schemas.microsoft.com/office/powerpoint/2010/main" val="3941808904"/>
      </p:ext>
    </p:extLst>
  </p:cSld>
  <p:clrMapOvr>
    <a:masterClrMapping/>
  </p:clrMapOvr>
</p:sldLayout>
</file>

<file path=ppt/slideLayouts/slideLayout206.xml><?xml version="1.0" encoding="utf-8"?>
<p:sldLayout xmlns:a="http://schemas.openxmlformats.org/drawingml/2006/main" xmlns:r="http://schemas.openxmlformats.org/officeDocument/2006/relationships" xmlns:p="http://schemas.openxmlformats.org/presentationml/2006/main" preserve="1" userDrawn="1">
  <p:cSld name="Colored_Background_3">
    <p:spTree>
      <p:nvGrpSpPr>
        <p:cNvPr id="1" name=""/>
        <p:cNvGrpSpPr/>
        <p:nvPr/>
      </p:nvGrpSpPr>
      <p:grpSpPr>
        <a:xfrm>
          <a:off x="0" y="0"/>
          <a:ext cx="0" cy="0"/>
          <a:chOff x="0" y="0"/>
          <a:chExt cx="0" cy="0"/>
        </a:xfrm>
      </p:grpSpPr>
      <p:pic>
        <p:nvPicPr>
          <p:cNvPr id="7" name="Google Shape;1063;p175">
            <a:extLst>
              <a:ext uri="{FF2B5EF4-FFF2-40B4-BE49-F238E27FC236}">
                <a16:creationId xmlns:a16="http://schemas.microsoft.com/office/drawing/2014/main" id="{FC9723A4-D0AF-430A-8E39-E6101F37110F}"/>
              </a:ext>
            </a:extLst>
          </p:cNvPr>
          <p:cNvPicPr preferRelativeResize="0"/>
          <p:nvPr userDrawn="1"/>
        </p:nvPicPr>
        <p:blipFill>
          <a:blip r:embed="rId2" cstate="email">
            <a:alphaModFix/>
            <a:extLst>
              <a:ext uri="{28A0092B-C50C-407E-A947-70E740481C1C}">
                <a14:useLocalDpi xmlns:a14="http://schemas.microsoft.com/office/drawing/2010/main"/>
              </a:ext>
            </a:extLst>
          </a:blip>
          <a:stretch>
            <a:fillRect/>
          </a:stretch>
        </p:blipFill>
        <p:spPr>
          <a:xfrm>
            <a:off x="0" y="0"/>
            <a:ext cx="12192000" cy="6858008"/>
          </a:xfrm>
          <a:prstGeom prst="rect">
            <a:avLst/>
          </a:prstGeom>
          <a:noFill/>
          <a:ln>
            <a:noFill/>
          </a:ln>
        </p:spPr>
      </p:pic>
      <p:pic>
        <p:nvPicPr>
          <p:cNvPr id="6" name="Grafik 5">
            <a:extLst>
              <a:ext uri="{FF2B5EF4-FFF2-40B4-BE49-F238E27FC236}">
                <a16:creationId xmlns:a16="http://schemas.microsoft.com/office/drawing/2014/main" id="{3A955284-372A-4829-B20A-0616E470823F}"/>
              </a:ext>
            </a:extLst>
          </p:cNvPr>
          <p:cNvPicPr>
            <a:picLocks noChangeAspect="1"/>
          </p:cNvPicPr>
          <p:nvPr userDrawn="1"/>
        </p:nvPicPr>
        <p:blipFill>
          <a:blip r:embed="rId3" cstate="email">
            <a:extLst>
              <a:ext uri="{28A0092B-C50C-407E-A947-70E740481C1C}">
                <a14:useLocalDpi xmlns:a14="http://schemas.microsoft.com/office/drawing/2010/main"/>
              </a:ext>
            </a:extLst>
          </a:blip>
          <a:stretch>
            <a:fillRect/>
          </a:stretch>
        </p:blipFill>
        <p:spPr>
          <a:xfrm>
            <a:off x="10824521" y="306918"/>
            <a:ext cx="1015511" cy="155581"/>
          </a:xfrm>
          <a:prstGeom prst="rect">
            <a:avLst/>
          </a:prstGeom>
        </p:spPr>
      </p:pic>
    </p:spTree>
    <p:extLst>
      <p:ext uri="{BB962C8B-B14F-4D97-AF65-F5344CB8AC3E}">
        <p14:creationId xmlns:p14="http://schemas.microsoft.com/office/powerpoint/2010/main" val="392617274"/>
      </p:ext>
    </p:extLst>
  </p:cSld>
  <p:clrMapOvr>
    <a:masterClrMapping/>
  </p:clrMapOvr>
</p:sldLayout>
</file>

<file path=ppt/slideLayouts/slideLayout207.xml><?xml version="1.0" encoding="utf-8"?>
<p:sldLayout xmlns:a="http://schemas.openxmlformats.org/drawingml/2006/main" xmlns:r="http://schemas.openxmlformats.org/officeDocument/2006/relationships" xmlns:p="http://schemas.openxmlformats.org/presentationml/2006/main" preserve="1" userDrawn="1">
  <p:cSld name="Colored_Background_4">
    <p:spTree>
      <p:nvGrpSpPr>
        <p:cNvPr id="1" name=""/>
        <p:cNvGrpSpPr/>
        <p:nvPr/>
      </p:nvGrpSpPr>
      <p:grpSpPr>
        <a:xfrm>
          <a:off x="0" y="0"/>
          <a:ext cx="0" cy="0"/>
          <a:chOff x="0" y="0"/>
          <a:chExt cx="0" cy="0"/>
        </a:xfrm>
      </p:grpSpPr>
      <p:pic>
        <p:nvPicPr>
          <p:cNvPr id="4" name="Google Shape;1175;p182">
            <a:extLst>
              <a:ext uri="{FF2B5EF4-FFF2-40B4-BE49-F238E27FC236}">
                <a16:creationId xmlns:a16="http://schemas.microsoft.com/office/drawing/2014/main" id="{72DF1373-BFB4-4519-A3F7-216630D7E4B8}"/>
              </a:ext>
            </a:extLst>
          </p:cNvPr>
          <p:cNvPicPr preferRelativeResize="0"/>
          <p:nvPr userDrawn="1"/>
        </p:nvPicPr>
        <p:blipFill>
          <a:blip r:embed="rId2" cstate="email">
            <a:alphaModFix/>
            <a:extLst>
              <a:ext uri="{28A0092B-C50C-407E-A947-70E740481C1C}">
                <a14:useLocalDpi xmlns:a14="http://schemas.microsoft.com/office/drawing/2010/main"/>
              </a:ext>
            </a:extLst>
          </a:blip>
          <a:stretch>
            <a:fillRect/>
          </a:stretch>
        </p:blipFill>
        <p:spPr>
          <a:xfrm>
            <a:off x="0" y="0"/>
            <a:ext cx="12192000" cy="6871268"/>
          </a:xfrm>
          <a:prstGeom prst="rect">
            <a:avLst/>
          </a:prstGeom>
          <a:noFill/>
          <a:ln>
            <a:noFill/>
          </a:ln>
        </p:spPr>
      </p:pic>
      <p:pic>
        <p:nvPicPr>
          <p:cNvPr id="6" name="Grafik 5">
            <a:extLst>
              <a:ext uri="{FF2B5EF4-FFF2-40B4-BE49-F238E27FC236}">
                <a16:creationId xmlns:a16="http://schemas.microsoft.com/office/drawing/2014/main" id="{3A955284-372A-4829-B20A-0616E470823F}"/>
              </a:ext>
            </a:extLst>
          </p:cNvPr>
          <p:cNvPicPr>
            <a:picLocks noChangeAspect="1"/>
          </p:cNvPicPr>
          <p:nvPr userDrawn="1"/>
        </p:nvPicPr>
        <p:blipFill>
          <a:blip r:embed="rId3" cstate="email">
            <a:extLst>
              <a:ext uri="{28A0092B-C50C-407E-A947-70E740481C1C}">
                <a14:useLocalDpi xmlns:a14="http://schemas.microsoft.com/office/drawing/2010/main"/>
              </a:ext>
            </a:extLst>
          </a:blip>
          <a:stretch>
            <a:fillRect/>
          </a:stretch>
        </p:blipFill>
        <p:spPr>
          <a:xfrm>
            <a:off x="10824521" y="306918"/>
            <a:ext cx="1015511" cy="155581"/>
          </a:xfrm>
          <a:prstGeom prst="rect">
            <a:avLst/>
          </a:prstGeom>
        </p:spPr>
      </p:pic>
    </p:spTree>
    <p:extLst>
      <p:ext uri="{BB962C8B-B14F-4D97-AF65-F5344CB8AC3E}">
        <p14:creationId xmlns:p14="http://schemas.microsoft.com/office/powerpoint/2010/main" val="981872449"/>
      </p:ext>
    </p:extLst>
  </p:cSld>
  <p:clrMapOvr>
    <a:masterClrMapping/>
  </p:clrMapOvr>
</p:sldLayout>
</file>

<file path=ppt/slideLayouts/slideLayout208.xml><?xml version="1.0" encoding="utf-8"?>
<p:sldLayout xmlns:a="http://schemas.openxmlformats.org/drawingml/2006/main" xmlns:r="http://schemas.openxmlformats.org/officeDocument/2006/relationships" xmlns:p="http://schemas.openxmlformats.org/presentationml/2006/main" preserve="1" userDrawn="1">
  <p:cSld name="Mono_Background_1">
    <p:spTree>
      <p:nvGrpSpPr>
        <p:cNvPr id="1" name=""/>
        <p:cNvGrpSpPr/>
        <p:nvPr/>
      </p:nvGrpSpPr>
      <p:grpSpPr>
        <a:xfrm>
          <a:off x="0" y="0"/>
          <a:ext cx="0" cy="0"/>
          <a:chOff x="0" y="0"/>
          <a:chExt cx="0" cy="0"/>
        </a:xfrm>
      </p:grpSpPr>
      <p:pic>
        <p:nvPicPr>
          <p:cNvPr id="7" name="Google Shape;991;p171">
            <a:extLst>
              <a:ext uri="{FF2B5EF4-FFF2-40B4-BE49-F238E27FC236}">
                <a16:creationId xmlns:a16="http://schemas.microsoft.com/office/drawing/2014/main" id="{78C2A0DB-DAC1-4411-8002-909A6751FE29}"/>
              </a:ext>
            </a:extLst>
          </p:cNvPr>
          <p:cNvPicPr preferRelativeResize="0"/>
          <p:nvPr userDrawn="1"/>
        </p:nvPicPr>
        <p:blipFill rotWithShape="1">
          <a:blip r:embed="rId2" cstate="email">
            <a:alphaModFix amt="13000"/>
            <a:extLst>
              <a:ext uri="{28A0092B-C50C-407E-A947-70E740481C1C}">
                <a14:useLocalDpi xmlns:a14="http://schemas.microsoft.com/office/drawing/2010/main"/>
              </a:ext>
            </a:extLst>
          </a:blip>
          <a:srcRect/>
          <a:stretch/>
        </p:blipFill>
        <p:spPr>
          <a:xfrm>
            <a:off x="10" y="-1"/>
            <a:ext cx="12191989" cy="6857993"/>
          </a:xfrm>
          <a:prstGeom prst="rect">
            <a:avLst/>
          </a:prstGeom>
          <a:noFill/>
          <a:ln>
            <a:noFill/>
          </a:ln>
        </p:spPr>
      </p:pic>
    </p:spTree>
    <p:extLst>
      <p:ext uri="{BB962C8B-B14F-4D97-AF65-F5344CB8AC3E}">
        <p14:creationId xmlns:p14="http://schemas.microsoft.com/office/powerpoint/2010/main" val="886387355"/>
      </p:ext>
    </p:extLst>
  </p:cSld>
  <p:clrMapOvr>
    <a:masterClrMapping/>
  </p:clrMapOvr>
</p:sldLayout>
</file>

<file path=ppt/slideLayouts/slideLayout209.xml><?xml version="1.0" encoding="utf-8"?>
<p:sldLayout xmlns:a="http://schemas.openxmlformats.org/drawingml/2006/main" xmlns:r="http://schemas.openxmlformats.org/officeDocument/2006/relationships" xmlns:p="http://schemas.openxmlformats.org/presentationml/2006/main" preserve="1" userDrawn="1">
  <p:cSld name="Left_Visual_Headline_1">
    <p:spTree>
      <p:nvGrpSpPr>
        <p:cNvPr id="1" name=""/>
        <p:cNvGrpSpPr/>
        <p:nvPr/>
      </p:nvGrpSpPr>
      <p:grpSpPr>
        <a:xfrm>
          <a:off x="0" y="0"/>
          <a:ext cx="0" cy="0"/>
          <a:chOff x="0" y="0"/>
          <a:chExt cx="0" cy="0"/>
        </a:xfrm>
      </p:grpSpPr>
      <p:pic>
        <p:nvPicPr>
          <p:cNvPr id="3" name="Google Shape;1050;p174">
            <a:extLst>
              <a:ext uri="{FF2B5EF4-FFF2-40B4-BE49-F238E27FC236}">
                <a16:creationId xmlns:a16="http://schemas.microsoft.com/office/drawing/2014/main" id="{AD50D93F-AA40-4899-AA1E-A8A4A81D848A}"/>
              </a:ext>
            </a:extLst>
          </p:cNvPr>
          <p:cNvPicPr preferRelativeResize="0"/>
          <p:nvPr userDrawn="1"/>
        </p:nvPicPr>
        <p:blipFill rotWithShape="1">
          <a:blip r:embed="rId2" cstate="email">
            <a:alphaModFix/>
            <a:extLst>
              <a:ext uri="{28A0092B-C50C-407E-A947-70E740481C1C}">
                <a14:useLocalDpi xmlns:a14="http://schemas.microsoft.com/office/drawing/2010/main"/>
              </a:ext>
            </a:extLst>
          </a:blip>
          <a:srcRect/>
          <a:stretch/>
        </p:blipFill>
        <p:spPr>
          <a:xfrm>
            <a:off x="0" y="0"/>
            <a:ext cx="5473700" cy="6857983"/>
          </a:xfrm>
          <a:prstGeom prst="rect">
            <a:avLst/>
          </a:prstGeom>
          <a:noFill/>
          <a:ln>
            <a:noFill/>
          </a:ln>
        </p:spPr>
      </p:pic>
      <p:sp>
        <p:nvSpPr>
          <p:cNvPr id="7" name="Titel 1">
            <a:extLst>
              <a:ext uri="{FF2B5EF4-FFF2-40B4-BE49-F238E27FC236}">
                <a16:creationId xmlns:a16="http://schemas.microsoft.com/office/drawing/2014/main" id="{06BDAA53-4B9F-42E4-B987-FA518024F9AE}"/>
              </a:ext>
            </a:extLst>
          </p:cNvPr>
          <p:cNvSpPr>
            <a:spLocks noGrp="1"/>
          </p:cNvSpPr>
          <p:nvPr>
            <p:ph type="title" hasCustomPrompt="1"/>
          </p:nvPr>
        </p:nvSpPr>
        <p:spPr>
          <a:xfrm>
            <a:off x="527051" y="522131"/>
            <a:ext cx="6737349" cy="449885"/>
          </a:xfrm>
          <a:prstGeom prst="rect">
            <a:avLst/>
          </a:prstGeom>
        </p:spPr>
        <p:txBody>
          <a:bodyPr/>
          <a:lstStyle>
            <a:lvl1pPr>
              <a:defRPr sz="2400" b="1" cap="all" baseline="0">
                <a:solidFill>
                  <a:schemeClr val="bg1"/>
                </a:solidFill>
                <a:latin typeface="Calibri" panose="020F0502020204030204" pitchFamily="34" charset="0"/>
              </a:defRPr>
            </a:lvl1pPr>
          </a:lstStyle>
          <a:p>
            <a:r>
              <a:rPr lang="en-US" noProof="0"/>
              <a:t>HEADLINE</a:t>
            </a:r>
          </a:p>
        </p:txBody>
      </p:sp>
      <p:cxnSp>
        <p:nvCxnSpPr>
          <p:cNvPr id="8" name="Google Shape;870;p163">
            <a:extLst>
              <a:ext uri="{FF2B5EF4-FFF2-40B4-BE49-F238E27FC236}">
                <a16:creationId xmlns:a16="http://schemas.microsoft.com/office/drawing/2014/main" id="{23D77B5F-6313-4D4A-B138-1744856074BD}"/>
              </a:ext>
            </a:extLst>
          </p:cNvPr>
          <p:cNvCxnSpPr>
            <a:cxnSpLocks/>
          </p:cNvCxnSpPr>
          <p:nvPr userDrawn="1"/>
        </p:nvCxnSpPr>
        <p:spPr>
          <a:xfrm>
            <a:off x="647826" y="972016"/>
            <a:ext cx="1071975" cy="0"/>
          </a:xfrm>
          <a:prstGeom prst="straightConnector1">
            <a:avLst/>
          </a:prstGeom>
          <a:noFill/>
          <a:ln w="28575" cap="flat" cmpd="sng">
            <a:solidFill>
              <a:schemeClr val="dk2"/>
            </a:solidFill>
            <a:prstDash val="solid"/>
            <a:round/>
            <a:headEnd type="none" w="med" len="med"/>
            <a:tailEnd type="none" w="med" len="med"/>
          </a:ln>
        </p:spPr>
      </p:cxnSp>
    </p:spTree>
    <p:extLst>
      <p:ext uri="{BB962C8B-B14F-4D97-AF65-F5344CB8AC3E}">
        <p14:creationId xmlns:p14="http://schemas.microsoft.com/office/powerpoint/2010/main" val="2867973162"/>
      </p:ext>
    </p:extLst>
  </p:cSld>
  <p:clrMapOvr>
    <a:masterClrMapping/>
  </p:clrMapOvr>
</p:sldLayout>
</file>

<file path=ppt/slideLayouts/slideLayout210.xml><?xml version="1.0" encoding="utf-8"?>
<p:sldLayout xmlns:a="http://schemas.openxmlformats.org/drawingml/2006/main" xmlns:r="http://schemas.openxmlformats.org/officeDocument/2006/relationships" xmlns:p="http://schemas.openxmlformats.org/presentationml/2006/main" preserve="1" userDrawn="1">
  <p:cSld name="Left_Visual_Headline_2">
    <p:spTree>
      <p:nvGrpSpPr>
        <p:cNvPr id="1" name=""/>
        <p:cNvGrpSpPr/>
        <p:nvPr/>
      </p:nvGrpSpPr>
      <p:grpSpPr>
        <a:xfrm>
          <a:off x="0" y="0"/>
          <a:ext cx="0" cy="0"/>
          <a:chOff x="0" y="0"/>
          <a:chExt cx="0" cy="0"/>
        </a:xfrm>
      </p:grpSpPr>
      <p:pic>
        <p:nvPicPr>
          <p:cNvPr id="3" name="Google Shape;1050;p174">
            <a:extLst>
              <a:ext uri="{FF2B5EF4-FFF2-40B4-BE49-F238E27FC236}">
                <a16:creationId xmlns:a16="http://schemas.microsoft.com/office/drawing/2014/main" id="{AD50D93F-AA40-4899-AA1E-A8A4A81D848A}"/>
              </a:ext>
            </a:extLst>
          </p:cNvPr>
          <p:cNvPicPr preferRelativeResize="0"/>
          <p:nvPr userDrawn="1"/>
        </p:nvPicPr>
        <p:blipFill rotWithShape="1">
          <a:blip r:embed="rId2" cstate="email">
            <a:alphaModFix/>
            <a:extLst>
              <a:ext uri="{28A0092B-C50C-407E-A947-70E740481C1C}">
                <a14:useLocalDpi xmlns:a14="http://schemas.microsoft.com/office/drawing/2010/main"/>
              </a:ext>
            </a:extLst>
          </a:blip>
          <a:srcRect/>
          <a:stretch/>
        </p:blipFill>
        <p:spPr>
          <a:xfrm>
            <a:off x="0" y="0"/>
            <a:ext cx="5473700" cy="6857983"/>
          </a:xfrm>
          <a:prstGeom prst="rect">
            <a:avLst/>
          </a:prstGeom>
          <a:noFill/>
          <a:ln>
            <a:noFill/>
          </a:ln>
        </p:spPr>
      </p:pic>
      <p:sp>
        <p:nvSpPr>
          <p:cNvPr id="4" name="Titel 1">
            <a:extLst>
              <a:ext uri="{FF2B5EF4-FFF2-40B4-BE49-F238E27FC236}">
                <a16:creationId xmlns:a16="http://schemas.microsoft.com/office/drawing/2014/main" id="{8B233E9A-4C2C-4BDD-8087-A3558ADC6807}"/>
              </a:ext>
            </a:extLst>
          </p:cNvPr>
          <p:cNvSpPr>
            <a:spLocks noGrp="1"/>
          </p:cNvSpPr>
          <p:nvPr>
            <p:ph type="title" hasCustomPrompt="1"/>
          </p:nvPr>
        </p:nvSpPr>
        <p:spPr>
          <a:xfrm>
            <a:off x="527051" y="522131"/>
            <a:ext cx="10442713" cy="811831"/>
          </a:xfrm>
          <a:prstGeom prst="rect">
            <a:avLst/>
          </a:prstGeom>
        </p:spPr>
        <p:txBody>
          <a:bodyPr/>
          <a:lstStyle>
            <a:lvl1pPr>
              <a:defRPr sz="2400" b="1" cap="all" baseline="0">
                <a:solidFill>
                  <a:schemeClr val="bg1"/>
                </a:solidFill>
                <a:latin typeface="Calibri" panose="020F0502020204030204" pitchFamily="34" charset="0"/>
              </a:defRPr>
            </a:lvl1pPr>
          </a:lstStyle>
          <a:p>
            <a:r>
              <a:rPr lang="en-US" noProof="0"/>
              <a:t>HEADLINE</a:t>
            </a:r>
            <a:br>
              <a:rPr lang="en-US" noProof="0"/>
            </a:br>
            <a:r>
              <a:rPr lang="en-US" noProof="0" err="1"/>
              <a:t>HEADLINE</a:t>
            </a:r>
            <a:endParaRPr lang="en-US" noProof="0"/>
          </a:p>
        </p:txBody>
      </p:sp>
      <p:cxnSp>
        <p:nvCxnSpPr>
          <p:cNvPr id="5" name="Google Shape;870;p163">
            <a:extLst>
              <a:ext uri="{FF2B5EF4-FFF2-40B4-BE49-F238E27FC236}">
                <a16:creationId xmlns:a16="http://schemas.microsoft.com/office/drawing/2014/main" id="{9E84739F-CFC2-4BD3-88C0-7A58558BA615}"/>
              </a:ext>
            </a:extLst>
          </p:cNvPr>
          <p:cNvCxnSpPr>
            <a:cxnSpLocks/>
          </p:cNvCxnSpPr>
          <p:nvPr userDrawn="1"/>
        </p:nvCxnSpPr>
        <p:spPr>
          <a:xfrm>
            <a:off x="637833" y="1303009"/>
            <a:ext cx="1071975" cy="0"/>
          </a:xfrm>
          <a:prstGeom prst="straightConnector1">
            <a:avLst/>
          </a:prstGeom>
          <a:noFill/>
          <a:ln w="28575" cap="flat" cmpd="sng">
            <a:solidFill>
              <a:schemeClr val="dk2"/>
            </a:solidFill>
            <a:prstDash val="solid"/>
            <a:round/>
            <a:headEnd type="none" w="med" len="med"/>
            <a:tailEnd type="none" w="med" len="med"/>
          </a:ln>
        </p:spPr>
      </p:cxnSp>
    </p:spTree>
    <p:extLst>
      <p:ext uri="{BB962C8B-B14F-4D97-AF65-F5344CB8AC3E}">
        <p14:creationId xmlns:p14="http://schemas.microsoft.com/office/powerpoint/2010/main" val="3106684096"/>
      </p:ext>
    </p:extLst>
  </p:cSld>
  <p:clrMapOvr>
    <a:masterClrMapping/>
  </p:clrMapOvr>
</p:sldLayout>
</file>

<file path=ppt/slideLayouts/slideLayout211.xml><?xml version="1.0" encoding="utf-8"?>
<p:sldLayout xmlns:a="http://schemas.openxmlformats.org/drawingml/2006/main" xmlns:r="http://schemas.openxmlformats.org/officeDocument/2006/relationships" xmlns:p="http://schemas.openxmlformats.org/presentationml/2006/main" preserve="1" userDrawn="1">
  <p:cSld name="Left_Visual_Headline_3">
    <p:spTree>
      <p:nvGrpSpPr>
        <p:cNvPr id="1" name=""/>
        <p:cNvGrpSpPr/>
        <p:nvPr/>
      </p:nvGrpSpPr>
      <p:grpSpPr>
        <a:xfrm>
          <a:off x="0" y="0"/>
          <a:ext cx="0" cy="0"/>
          <a:chOff x="0" y="0"/>
          <a:chExt cx="0" cy="0"/>
        </a:xfrm>
      </p:grpSpPr>
      <p:pic>
        <p:nvPicPr>
          <p:cNvPr id="7" name="Google Shape;1095;p177">
            <a:extLst>
              <a:ext uri="{FF2B5EF4-FFF2-40B4-BE49-F238E27FC236}">
                <a16:creationId xmlns:a16="http://schemas.microsoft.com/office/drawing/2014/main" id="{0EC5FF15-7D96-4AAD-9383-DC1DCEAC5059}"/>
              </a:ext>
            </a:extLst>
          </p:cNvPr>
          <p:cNvPicPr preferRelativeResize="0"/>
          <p:nvPr userDrawn="1"/>
        </p:nvPicPr>
        <p:blipFill>
          <a:blip r:embed="rId2" cstate="email">
            <a:alphaModFix/>
            <a:extLst>
              <a:ext uri="{28A0092B-C50C-407E-A947-70E740481C1C}">
                <a14:useLocalDpi xmlns:a14="http://schemas.microsoft.com/office/drawing/2010/main"/>
              </a:ext>
            </a:extLst>
          </a:blip>
          <a:stretch>
            <a:fillRect/>
          </a:stretch>
        </p:blipFill>
        <p:spPr>
          <a:xfrm>
            <a:off x="0" y="-3400"/>
            <a:ext cx="12192000" cy="6858000"/>
          </a:xfrm>
          <a:prstGeom prst="rect">
            <a:avLst/>
          </a:prstGeom>
          <a:noFill/>
          <a:ln>
            <a:noFill/>
          </a:ln>
        </p:spPr>
      </p:pic>
      <p:sp>
        <p:nvSpPr>
          <p:cNvPr id="5" name="Rechteck 7">
            <a:extLst>
              <a:ext uri="{FF2B5EF4-FFF2-40B4-BE49-F238E27FC236}">
                <a16:creationId xmlns:a16="http://schemas.microsoft.com/office/drawing/2014/main" id="{212FD455-64A6-4665-8F34-1C40D9BF5F7A}"/>
              </a:ext>
            </a:extLst>
          </p:cNvPr>
          <p:cNvSpPr/>
          <p:nvPr userDrawn="1"/>
        </p:nvSpPr>
        <p:spPr>
          <a:xfrm rot="691985">
            <a:off x="7120723" y="-379251"/>
            <a:ext cx="5682513" cy="7880677"/>
          </a:xfrm>
          <a:custGeom>
            <a:avLst/>
            <a:gdLst>
              <a:gd name="connsiteX0" fmla="*/ 0 w 5198844"/>
              <a:gd name="connsiteY0" fmla="*/ 0 h 7932741"/>
              <a:gd name="connsiteX1" fmla="*/ 5198844 w 5198844"/>
              <a:gd name="connsiteY1" fmla="*/ 0 h 7932741"/>
              <a:gd name="connsiteX2" fmla="*/ 5198844 w 5198844"/>
              <a:gd name="connsiteY2" fmla="*/ 7932741 h 7932741"/>
              <a:gd name="connsiteX3" fmla="*/ 0 w 5198844"/>
              <a:gd name="connsiteY3" fmla="*/ 7932741 h 7932741"/>
              <a:gd name="connsiteX4" fmla="*/ 0 w 5198844"/>
              <a:gd name="connsiteY4" fmla="*/ 0 h 7932741"/>
              <a:gd name="connsiteX0" fmla="*/ 10409 w 5209253"/>
              <a:gd name="connsiteY0" fmla="*/ 0 h 7932741"/>
              <a:gd name="connsiteX1" fmla="*/ 5209253 w 5209253"/>
              <a:gd name="connsiteY1" fmla="*/ 0 h 7932741"/>
              <a:gd name="connsiteX2" fmla="*/ 5209253 w 5209253"/>
              <a:gd name="connsiteY2" fmla="*/ 7932741 h 7932741"/>
              <a:gd name="connsiteX3" fmla="*/ 0 w 5209253"/>
              <a:gd name="connsiteY3" fmla="*/ 7818210 h 7932741"/>
              <a:gd name="connsiteX4" fmla="*/ 10409 w 5209253"/>
              <a:gd name="connsiteY4" fmla="*/ 0 h 7932741"/>
              <a:gd name="connsiteX0" fmla="*/ 10409 w 5209253"/>
              <a:gd name="connsiteY0" fmla="*/ 0 h 7818210"/>
              <a:gd name="connsiteX1" fmla="*/ 5209253 w 5209253"/>
              <a:gd name="connsiteY1" fmla="*/ 0 h 7818210"/>
              <a:gd name="connsiteX2" fmla="*/ 4163522 w 5209253"/>
              <a:gd name="connsiteY2" fmla="*/ 6746262 h 7818210"/>
              <a:gd name="connsiteX3" fmla="*/ 0 w 5209253"/>
              <a:gd name="connsiteY3" fmla="*/ 7818210 h 7818210"/>
              <a:gd name="connsiteX4" fmla="*/ 10409 w 5209253"/>
              <a:gd name="connsiteY4" fmla="*/ 0 h 7818210"/>
              <a:gd name="connsiteX0" fmla="*/ 10409 w 5209253"/>
              <a:gd name="connsiteY0" fmla="*/ 0 h 7818210"/>
              <a:gd name="connsiteX1" fmla="*/ 5209253 w 5209253"/>
              <a:gd name="connsiteY1" fmla="*/ 0 h 7818210"/>
              <a:gd name="connsiteX2" fmla="*/ 4644752 w 5209253"/>
              <a:gd name="connsiteY2" fmla="*/ 6881376 h 7818210"/>
              <a:gd name="connsiteX3" fmla="*/ 0 w 5209253"/>
              <a:gd name="connsiteY3" fmla="*/ 7818210 h 7818210"/>
              <a:gd name="connsiteX4" fmla="*/ 10409 w 5209253"/>
              <a:gd name="connsiteY4" fmla="*/ 0 h 7818210"/>
              <a:gd name="connsiteX0" fmla="*/ 10409 w 4644752"/>
              <a:gd name="connsiteY0" fmla="*/ 0 h 7818210"/>
              <a:gd name="connsiteX1" fmla="*/ 2914556 w 4644752"/>
              <a:gd name="connsiteY1" fmla="*/ 442318 h 7818210"/>
              <a:gd name="connsiteX2" fmla="*/ 4644752 w 4644752"/>
              <a:gd name="connsiteY2" fmla="*/ 6881376 h 7818210"/>
              <a:gd name="connsiteX3" fmla="*/ 0 w 4644752"/>
              <a:gd name="connsiteY3" fmla="*/ 7818210 h 7818210"/>
              <a:gd name="connsiteX4" fmla="*/ 10409 w 4644752"/>
              <a:gd name="connsiteY4" fmla="*/ 0 h 7818210"/>
              <a:gd name="connsiteX0" fmla="*/ 10409 w 4644752"/>
              <a:gd name="connsiteY0" fmla="*/ 0 h 7818210"/>
              <a:gd name="connsiteX1" fmla="*/ 3289646 w 4644752"/>
              <a:gd name="connsiteY1" fmla="*/ 184317 h 7818210"/>
              <a:gd name="connsiteX2" fmla="*/ 4644752 w 4644752"/>
              <a:gd name="connsiteY2" fmla="*/ 6881376 h 7818210"/>
              <a:gd name="connsiteX3" fmla="*/ 0 w 4644752"/>
              <a:gd name="connsiteY3" fmla="*/ 7818210 h 7818210"/>
              <a:gd name="connsiteX4" fmla="*/ 10409 w 4644752"/>
              <a:gd name="connsiteY4" fmla="*/ 0 h 7818210"/>
              <a:gd name="connsiteX0" fmla="*/ 1245 w 4644752"/>
              <a:gd name="connsiteY0" fmla="*/ 660064 h 7633893"/>
              <a:gd name="connsiteX1" fmla="*/ 3289646 w 4644752"/>
              <a:gd name="connsiteY1" fmla="*/ 0 h 7633893"/>
              <a:gd name="connsiteX2" fmla="*/ 4644752 w 4644752"/>
              <a:gd name="connsiteY2" fmla="*/ 6697059 h 7633893"/>
              <a:gd name="connsiteX3" fmla="*/ 0 w 4644752"/>
              <a:gd name="connsiteY3" fmla="*/ 7633893 h 7633893"/>
              <a:gd name="connsiteX4" fmla="*/ 1245 w 4644752"/>
              <a:gd name="connsiteY4" fmla="*/ 660064 h 7633893"/>
              <a:gd name="connsiteX0" fmla="*/ 1245 w 4644752"/>
              <a:gd name="connsiteY0" fmla="*/ 880465 h 7854294"/>
              <a:gd name="connsiteX1" fmla="*/ 4242723 w 4644752"/>
              <a:gd name="connsiteY1" fmla="*/ 0 h 7854294"/>
              <a:gd name="connsiteX2" fmla="*/ 4644752 w 4644752"/>
              <a:gd name="connsiteY2" fmla="*/ 6917460 h 7854294"/>
              <a:gd name="connsiteX3" fmla="*/ 0 w 4644752"/>
              <a:gd name="connsiteY3" fmla="*/ 7854294 h 7854294"/>
              <a:gd name="connsiteX4" fmla="*/ 1245 w 4644752"/>
              <a:gd name="connsiteY4" fmla="*/ 880465 h 7854294"/>
              <a:gd name="connsiteX0" fmla="*/ 1245 w 5620429"/>
              <a:gd name="connsiteY0" fmla="*/ 880465 h 7854294"/>
              <a:gd name="connsiteX1" fmla="*/ 4242723 w 5620429"/>
              <a:gd name="connsiteY1" fmla="*/ 0 h 7854294"/>
              <a:gd name="connsiteX2" fmla="*/ 5620429 w 5620429"/>
              <a:gd name="connsiteY2" fmla="*/ 6744293 h 7854294"/>
              <a:gd name="connsiteX3" fmla="*/ 0 w 5620429"/>
              <a:gd name="connsiteY3" fmla="*/ 7854294 h 7854294"/>
              <a:gd name="connsiteX4" fmla="*/ 1245 w 5620429"/>
              <a:gd name="connsiteY4" fmla="*/ 880465 h 7854294"/>
              <a:gd name="connsiteX0" fmla="*/ 3405 w 5622589"/>
              <a:gd name="connsiteY0" fmla="*/ 880465 h 7794630"/>
              <a:gd name="connsiteX1" fmla="*/ 4244883 w 5622589"/>
              <a:gd name="connsiteY1" fmla="*/ 0 h 7794630"/>
              <a:gd name="connsiteX2" fmla="*/ 5622589 w 5622589"/>
              <a:gd name="connsiteY2" fmla="*/ 6744293 h 7794630"/>
              <a:gd name="connsiteX3" fmla="*/ 0 w 5622589"/>
              <a:gd name="connsiteY3" fmla="*/ 7794630 h 7794630"/>
              <a:gd name="connsiteX4" fmla="*/ 3405 w 5622589"/>
              <a:gd name="connsiteY4" fmla="*/ 880465 h 7794630"/>
              <a:gd name="connsiteX0" fmla="*/ 3405 w 5525217"/>
              <a:gd name="connsiteY0" fmla="*/ 880465 h 7794630"/>
              <a:gd name="connsiteX1" fmla="*/ 4244883 w 5525217"/>
              <a:gd name="connsiteY1" fmla="*/ 0 h 7794630"/>
              <a:gd name="connsiteX2" fmla="*/ 5525217 w 5525217"/>
              <a:gd name="connsiteY2" fmla="*/ 6463632 h 7794630"/>
              <a:gd name="connsiteX3" fmla="*/ 0 w 5525217"/>
              <a:gd name="connsiteY3" fmla="*/ 7794630 h 7794630"/>
              <a:gd name="connsiteX4" fmla="*/ 3405 w 5525217"/>
              <a:gd name="connsiteY4" fmla="*/ 880465 h 7794630"/>
              <a:gd name="connsiteX0" fmla="*/ 3405 w 5612581"/>
              <a:gd name="connsiteY0" fmla="*/ 880465 h 7794630"/>
              <a:gd name="connsiteX1" fmla="*/ 4244883 w 5612581"/>
              <a:gd name="connsiteY1" fmla="*/ 0 h 7794630"/>
              <a:gd name="connsiteX2" fmla="*/ 5612581 w 5612581"/>
              <a:gd name="connsiteY2" fmla="*/ 6646161 h 7794630"/>
              <a:gd name="connsiteX3" fmla="*/ 0 w 5612581"/>
              <a:gd name="connsiteY3" fmla="*/ 7794630 h 7794630"/>
              <a:gd name="connsiteX4" fmla="*/ 3405 w 5612581"/>
              <a:gd name="connsiteY4" fmla="*/ 880465 h 7794630"/>
              <a:gd name="connsiteX0" fmla="*/ 3405 w 5612581"/>
              <a:gd name="connsiteY0" fmla="*/ 880465 h 7794630"/>
              <a:gd name="connsiteX1" fmla="*/ 4244883 w 5612581"/>
              <a:gd name="connsiteY1" fmla="*/ 0 h 7794630"/>
              <a:gd name="connsiteX2" fmla="*/ 5612581 w 5612581"/>
              <a:gd name="connsiteY2" fmla="*/ 6646161 h 7794630"/>
              <a:gd name="connsiteX3" fmla="*/ 0 w 5612581"/>
              <a:gd name="connsiteY3" fmla="*/ 7794630 h 7794630"/>
              <a:gd name="connsiteX4" fmla="*/ 3405 w 5612581"/>
              <a:gd name="connsiteY4" fmla="*/ 880465 h 7794630"/>
              <a:gd name="connsiteX0" fmla="*/ 3405 w 5612590"/>
              <a:gd name="connsiteY0" fmla="*/ 880465 h 7794630"/>
              <a:gd name="connsiteX1" fmla="*/ 4244883 w 5612590"/>
              <a:gd name="connsiteY1" fmla="*/ 0 h 7794630"/>
              <a:gd name="connsiteX2" fmla="*/ 5612581 w 5612590"/>
              <a:gd name="connsiteY2" fmla="*/ 6646161 h 7794630"/>
              <a:gd name="connsiteX3" fmla="*/ 0 w 5612590"/>
              <a:gd name="connsiteY3" fmla="*/ 7794630 h 7794630"/>
              <a:gd name="connsiteX4" fmla="*/ 3405 w 5612590"/>
              <a:gd name="connsiteY4" fmla="*/ 880465 h 7794630"/>
              <a:gd name="connsiteX0" fmla="*/ 3405 w 5612590"/>
              <a:gd name="connsiteY0" fmla="*/ 880465 h 7794630"/>
              <a:gd name="connsiteX1" fmla="*/ 4244883 w 5612590"/>
              <a:gd name="connsiteY1" fmla="*/ 0 h 7794630"/>
              <a:gd name="connsiteX2" fmla="*/ 5612581 w 5612590"/>
              <a:gd name="connsiteY2" fmla="*/ 6646161 h 7794630"/>
              <a:gd name="connsiteX3" fmla="*/ 0 w 5612590"/>
              <a:gd name="connsiteY3" fmla="*/ 7794630 h 7794630"/>
              <a:gd name="connsiteX4" fmla="*/ 3405 w 5612590"/>
              <a:gd name="connsiteY4" fmla="*/ 880465 h 7794630"/>
              <a:gd name="connsiteX0" fmla="*/ 3405 w 5612590"/>
              <a:gd name="connsiteY0" fmla="*/ 880465 h 7794630"/>
              <a:gd name="connsiteX1" fmla="*/ 4244883 w 5612590"/>
              <a:gd name="connsiteY1" fmla="*/ 0 h 7794630"/>
              <a:gd name="connsiteX2" fmla="*/ 5612581 w 5612590"/>
              <a:gd name="connsiteY2" fmla="*/ 6646161 h 7794630"/>
              <a:gd name="connsiteX3" fmla="*/ 0 w 5612590"/>
              <a:gd name="connsiteY3" fmla="*/ 7794630 h 7794630"/>
              <a:gd name="connsiteX4" fmla="*/ 3405 w 5612590"/>
              <a:gd name="connsiteY4" fmla="*/ 880465 h 7794630"/>
              <a:gd name="connsiteX0" fmla="*/ 3405 w 5612590"/>
              <a:gd name="connsiteY0" fmla="*/ 880465 h 7794630"/>
              <a:gd name="connsiteX1" fmla="*/ 4244883 w 5612590"/>
              <a:gd name="connsiteY1" fmla="*/ 0 h 7794630"/>
              <a:gd name="connsiteX2" fmla="*/ 5612581 w 5612590"/>
              <a:gd name="connsiteY2" fmla="*/ 6646161 h 7794630"/>
              <a:gd name="connsiteX3" fmla="*/ 0 w 5612590"/>
              <a:gd name="connsiteY3" fmla="*/ 7794630 h 7794630"/>
              <a:gd name="connsiteX4" fmla="*/ 3405 w 5612590"/>
              <a:gd name="connsiteY4" fmla="*/ 880465 h 7794630"/>
              <a:gd name="connsiteX0" fmla="*/ 3405 w 5612590"/>
              <a:gd name="connsiteY0" fmla="*/ 880465 h 7794630"/>
              <a:gd name="connsiteX1" fmla="*/ 4244883 w 5612590"/>
              <a:gd name="connsiteY1" fmla="*/ 0 h 7794630"/>
              <a:gd name="connsiteX2" fmla="*/ 5612581 w 5612590"/>
              <a:gd name="connsiteY2" fmla="*/ 6646161 h 7794630"/>
              <a:gd name="connsiteX3" fmla="*/ 0 w 5612590"/>
              <a:gd name="connsiteY3" fmla="*/ 7794630 h 7794630"/>
              <a:gd name="connsiteX4" fmla="*/ 3405 w 5612590"/>
              <a:gd name="connsiteY4" fmla="*/ 880465 h 7794630"/>
              <a:gd name="connsiteX0" fmla="*/ 3405 w 5612590"/>
              <a:gd name="connsiteY0" fmla="*/ 880465 h 7794630"/>
              <a:gd name="connsiteX1" fmla="*/ 4244883 w 5612590"/>
              <a:gd name="connsiteY1" fmla="*/ 0 h 7794630"/>
              <a:gd name="connsiteX2" fmla="*/ 5612581 w 5612590"/>
              <a:gd name="connsiteY2" fmla="*/ 6646161 h 7794630"/>
              <a:gd name="connsiteX3" fmla="*/ 0 w 5612590"/>
              <a:gd name="connsiteY3" fmla="*/ 7794630 h 7794630"/>
              <a:gd name="connsiteX4" fmla="*/ 3405 w 5612590"/>
              <a:gd name="connsiteY4" fmla="*/ 880465 h 7794630"/>
              <a:gd name="connsiteX0" fmla="*/ 3405 w 5612590"/>
              <a:gd name="connsiteY0" fmla="*/ 868178 h 7782343"/>
              <a:gd name="connsiteX1" fmla="*/ 4247392 w 5612590"/>
              <a:gd name="connsiteY1" fmla="*/ 1 h 7782343"/>
              <a:gd name="connsiteX2" fmla="*/ 5612581 w 5612590"/>
              <a:gd name="connsiteY2" fmla="*/ 6633874 h 7782343"/>
              <a:gd name="connsiteX3" fmla="*/ 0 w 5612590"/>
              <a:gd name="connsiteY3" fmla="*/ 7782343 h 7782343"/>
              <a:gd name="connsiteX4" fmla="*/ 3405 w 5612590"/>
              <a:gd name="connsiteY4" fmla="*/ 868178 h 7782343"/>
              <a:gd name="connsiteX0" fmla="*/ 3405 w 5612590"/>
              <a:gd name="connsiteY0" fmla="*/ 868224 h 7782389"/>
              <a:gd name="connsiteX1" fmla="*/ 4259387 w 5612590"/>
              <a:gd name="connsiteY1" fmla="*/ 0 h 7782389"/>
              <a:gd name="connsiteX2" fmla="*/ 5612581 w 5612590"/>
              <a:gd name="connsiteY2" fmla="*/ 6633920 h 7782389"/>
              <a:gd name="connsiteX3" fmla="*/ 0 w 5612590"/>
              <a:gd name="connsiteY3" fmla="*/ 7782389 h 7782389"/>
              <a:gd name="connsiteX4" fmla="*/ 3405 w 5612590"/>
              <a:gd name="connsiteY4" fmla="*/ 868224 h 7782389"/>
              <a:gd name="connsiteX0" fmla="*/ 3405 w 5612590"/>
              <a:gd name="connsiteY0" fmla="*/ 868225 h 7782390"/>
              <a:gd name="connsiteX1" fmla="*/ 4259387 w 5612590"/>
              <a:gd name="connsiteY1" fmla="*/ 1 h 7782390"/>
              <a:gd name="connsiteX2" fmla="*/ 5612581 w 5612590"/>
              <a:gd name="connsiteY2" fmla="*/ 6633921 h 7782390"/>
              <a:gd name="connsiteX3" fmla="*/ 0 w 5612590"/>
              <a:gd name="connsiteY3" fmla="*/ 7782390 h 7782390"/>
              <a:gd name="connsiteX4" fmla="*/ 3405 w 5612590"/>
              <a:gd name="connsiteY4" fmla="*/ 868225 h 7782390"/>
              <a:gd name="connsiteX0" fmla="*/ 3405 w 5613060"/>
              <a:gd name="connsiteY0" fmla="*/ 868225 h 7782390"/>
              <a:gd name="connsiteX1" fmla="*/ 4259387 w 5613060"/>
              <a:gd name="connsiteY1" fmla="*/ 1 h 7782390"/>
              <a:gd name="connsiteX2" fmla="*/ 5613051 w 5613060"/>
              <a:gd name="connsiteY2" fmla="*/ 6636225 h 7782390"/>
              <a:gd name="connsiteX3" fmla="*/ 0 w 5613060"/>
              <a:gd name="connsiteY3" fmla="*/ 7782390 h 7782390"/>
              <a:gd name="connsiteX4" fmla="*/ 3405 w 5613060"/>
              <a:gd name="connsiteY4" fmla="*/ 868225 h 7782390"/>
              <a:gd name="connsiteX0" fmla="*/ 3405 w 5613060"/>
              <a:gd name="connsiteY0" fmla="*/ 868225 h 7782390"/>
              <a:gd name="connsiteX1" fmla="*/ 4259387 w 5613060"/>
              <a:gd name="connsiteY1" fmla="*/ 1 h 7782390"/>
              <a:gd name="connsiteX2" fmla="*/ 5613051 w 5613060"/>
              <a:gd name="connsiteY2" fmla="*/ 6636225 h 7782390"/>
              <a:gd name="connsiteX3" fmla="*/ 0 w 5613060"/>
              <a:gd name="connsiteY3" fmla="*/ 7782390 h 7782390"/>
              <a:gd name="connsiteX4" fmla="*/ 3405 w 5613060"/>
              <a:gd name="connsiteY4" fmla="*/ 868225 h 7782390"/>
              <a:gd name="connsiteX0" fmla="*/ 3405 w 5613531"/>
              <a:gd name="connsiteY0" fmla="*/ 868225 h 7782390"/>
              <a:gd name="connsiteX1" fmla="*/ 4259387 w 5613531"/>
              <a:gd name="connsiteY1" fmla="*/ 1 h 7782390"/>
              <a:gd name="connsiteX2" fmla="*/ 5613522 w 5613531"/>
              <a:gd name="connsiteY2" fmla="*/ 6638530 h 7782390"/>
              <a:gd name="connsiteX3" fmla="*/ 0 w 5613531"/>
              <a:gd name="connsiteY3" fmla="*/ 7782390 h 7782390"/>
              <a:gd name="connsiteX4" fmla="*/ 3405 w 5613531"/>
              <a:gd name="connsiteY4" fmla="*/ 868225 h 77823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613531" h="7782390">
                <a:moveTo>
                  <a:pt x="3405" y="868225"/>
                </a:moveTo>
                <a:lnTo>
                  <a:pt x="4259387" y="1"/>
                </a:lnTo>
                <a:cubicBezTo>
                  <a:pt x="4261274" y="-3210"/>
                  <a:pt x="5615777" y="6644130"/>
                  <a:pt x="5613522" y="6638530"/>
                </a:cubicBezTo>
                <a:cubicBezTo>
                  <a:pt x="5620571" y="6648305"/>
                  <a:pt x="1870860" y="7399567"/>
                  <a:pt x="0" y="7782390"/>
                </a:cubicBezTo>
                <a:cubicBezTo>
                  <a:pt x="3470" y="5176320"/>
                  <a:pt x="-65" y="3474295"/>
                  <a:pt x="3405" y="868225"/>
                </a:cubicBezTo>
                <a:close/>
              </a:path>
            </a:pathLst>
          </a:custGeom>
          <a:solidFill>
            <a:srgbClr val="F7F6F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sz="1800">
              <a:latin typeface="Calibri" panose="020F0502020204030204" pitchFamily="34" charset="0"/>
            </a:endParaRPr>
          </a:p>
        </p:txBody>
      </p:sp>
      <p:pic>
        <p:nvPicPr>
          <p:cNvPr id="6" name="Grafik 11">
            <a:extLst>
              <a:ext uri="{FF2B5EF4-FFF2-40B4-BE49-F238E27FC236}">
                <a16:creationId xmlns:a16="http://schemas.microsoft.com/office/drawing/2014/main" id="{AFBD78E7-0361-4E56-B935-6A359A1ADDAE}"/>
              </a:ext>
            </a:extLst>
          </p:cNvPr>
          <p:cNvPicPr>
            <a:picLocks noChangeAspect="1"/>
          </p:cNvPicPr>
          <p:nvPr userDrawn="1"/>
        </p:nvPicPr>
        <p:blipFill>
          <a:blip r:embed="rId3" cstate="email">
            <a:extLst>
              <a:ext uri="{28A0092B-C50C-407E-A947-70E740481C1C}">
                <a14:useLocalDpi xmlns:a14="http://schemas.microsoft.com/office/drawing/2010/main"/>
              </a:ext>
            </a:extLst>
          </a:blip>
          <a:stretch>
            <a:fillRect/>
          </a:stretch>
        </p:blipFill>
        <p:spPr>
          <a:xfrm>
            <a:off x="10821537" y="295772"/>
            <a:ext cx="1016235" cy="155088"/>
          </a:xfrm>
          <a:prstGeom prst="rect">
            <a:avLst/>
          </a:prstGeom>
        </p:spPr>
      </p:pic>
      <p:sp>
        <p:nvSpPr>
          <p:cNvPr id="8" name="Titel 1">
            <a:extLst>
              <a:ext uri="{FF2B5EF4-FFF2-40B4-BE49-F238E27FC236}">
                <a16:creationId xmlns:a16="http://schemas.microsoft.com/office/drawing/2014/main" id="{E2CDA5A4-9227-43AA-9C2E-A6692EE1487D}"/>
              </a:ext>
            </a:extLst>
          </p:cNvPr>
          <p:cNvSpPr>
            <a:spLocks noGrp="1"/>
          </p:cNvSpPr>
          <p:nvPr>
            <p:ph type="title" hasCustomPrompt="1"/>
          </p:nvPr>
        </p:nvSpPr>
        <p:spPr>
          <a:xfrm>
            <a:off x="527051" y="522131"/>
            <a:ext cx="6737349" cy="449885"/>
          </a:xfrm>
          <a:prstGeom prst="rect">
            <a:avLst/>
          </a:prstGeom>
        </p:spPr>
        <p:txBody>
          <a:bodyPr/>
          <a:lstStyle>
            <a:lvl1pPr>
              <a:defRPr sz="2400" b="1" cap="all" baseline="0">
                <a:solidFill>
                  <a:schemeClr val="bg1"/>
                </a:solidFill>
                <a:latin typeface="Calibri" panose="020F0502020204030204" pitchFamily="34" charset="0"/>
              </a:defRPr>
            </a:lvl1pPr>
          </a:lstStyle>
          <a:p>
            <a:r>
              <a:rPr lang="en-US" noProof="0"/>
              <a:t>HEADLINE</a:t>
            </a:r>
          </a:p>
        </p:txBody>
      </p:sp>
      <p:cxnSp>
        <p:nvCxnSpPr>
          <p:cNvPr id="10" name="Google Shape;870;p163">
            <a:extLst>
              <a:ext uri="{FF2B5EF4-FFF2-40B4-BE49-F238E27FC236}">
                <a16:creationId xmlns:a16="http://schemas.microsoft.com/office/drawing/2014/main" id="{139D3E34-F7E2-42B5-97D6-F73D7F3204A4}"/>
              </a:ext>
            </a:extLst>
          </p:cNvPr>
          <p:cNvCxnSpPr>
            <a:cxnSpLocks/>
          </p:cNvCxnSpPr>
          <p:nvPr userDrawn="1"/>
        </p:nvCxnSpPr>
        <p:spPr>
          <a:xfrm>
            <a:off x="647826" y="972016"/>
            <a:ext cx="1071975" cy="0"/>
          </a:xfrm>
          <a:prstGeom prst="straightConnector1">
            <a:avLst/>
          </a:prstGeom>
          <a:noFill/>
          <a:ln w="28575" cap="flat" cmpd="sng">
            <a:solidFill>
              <a:schemeClr val="dk2"/>
            </a:solidFill>
            <a:prstDash val="solid"/>
            <a:round/>
            <a:headEnd type="none" w="med" len="med"/>
            <a:tailEnd type="none" w="med" len="med"/>
          </a:ln>
        </p:spPr>
      </p:cxnSp>
    </p:spTree>
    <p:extLst>
      <p:ext uri="{BB962C8B-B14F-4D97-AF65-F5344CB8AC3E}">
        <p14:creationId xmlns:p14="http://schemas.microsoft.com/office/powerpoint/2010/main" val="2839224770"/>
      </p:ext>
    </p:extLst>
  </p:cSld>
  <p:clrMapOvr>
    <a:masterClrMapping/>
  </p:clrMapOvr>
</p:sldLayout>
</file>

<file path=ppt/slideLayouts/slideLayout212.xml><?xml version="1.0" encoding="utf-8"?>
<p:sldLayout xmlns:a="http://schemas.openxmlformats.org/drawingml/2006/main" xmlns:r="http://schemas.openxmlformats.org/officeDocument/2006/relationships" xmlns:p="http://schemas.openxmlformats.org/presentationml/2006/main" preserve="1" userDrawn="1">
  <p:cSld name="1_Left_Visual_Headline_3">
    <p:spTree>
      <p:nvGrpSpPr>
        <p:cNvPr id="1" name=""/>
        <p:cNvGrpSpPr/>
        <p:nvPr/>
      </p:nvGrpSpPr>
      <p:grpSpPr>
        <a:xfrm>
          <a:off x="0" y="0"/>
          <a:ext cx="0" cy="0"/>
          <a:chOff x="0" y="0"/>
          <a:chExt cx="0" cy="0"/>
        </a:xfrm>
      </p:grpSpPr>
      <p:pic>
        <p:nvPicPr>
          <p:cNvPr id="9" name="Grafik 8">
            <a:extLst>
              <a:ext uri="{FF2B5EF4-FFF2-40B4-BE49-F238E27FC236}">
                <a16:creationId xmlns:a16="http://schemas.microsoft.com/office/drawing/2014/main" id="{56C6858C-70CC-4692-A80C-39D43948464A}"/>
              </a:ext>
            </a:extLst>
          </p:cNvPr>
          <p:cNvPicPr>
            <a:picLocks noChangeAspect="1"/>
          </p:cNvPicPr>
          <p:nvPr userDrawn="1"/>
        </p:nvPicPr>
        <p:blipFill rotWithShape="1">
          <a:blip r:embed="rId2" cstate="email">
            <a:extLst>
              <a:ext uri="{28A0092B-C50C-407E-A947-70E740481C1C}">
                <a14:useLocalDpi xmlns:a14="http://schemas.microsoft.com/office/drawing/2010/main"/>
              </a:ext>
            </a:extLst>
          </a:blip>
          <a:srcRect/>
          <a:stretch/>
        </p:blipFill>
        <p:spPr>
          <a:xfrm>
            <a:off x="0" y="0"/>
            <a:ext cx="8516702" cy="6858000"/>
          </a:xfrm>
          <a:prstGeom prst="rect">
            <a:avLst/>
          </a:prstGeom>
        </p:spPr>
      </p:pic>
      <p:sp>
        <p:nvSpPr>
          <p:cNvPr id="11" name="Rechteck 7">
            <a:extLst>
              <a:ext uri="{FF2B5EF4-FFF2-40B4-BE49-F238E27FC236}">
                <a16:creationId xmlns:a16="http://schemas.microsoft.com/office/drawing/2014/main" id="{60B2E5EB-669E-432B-A9DA-FEED7830C0E4}"/>
              </a:ext>
            </a:extLst>
          </p:cNvPr>
          <p:cNvSpPr/>
          <p:nvPr userDrawn="1"/>
        </p:nvSpPr>
        <p:spPr>
          <a:xfrm rot="691985">
            <a:off x="6422294" y="-405114"/>
            <a:ext cx="6707593" cy="8010323"/>
          </a:xfrm>
          <a:custGeom>
            <a:avLst/>
            <a:gdLst>
              <a:gd name="connsiteX0" fmla="*/ 0 w 5198844"/>
              <a:gd name="connsiteY0" fmla="*/ 0 h 7932741"/>
              <a:gd name="connsiteX1" fmla="*/ 5198844 w 5198844"/>
              <a:gd name="connsiteY1" fmla="*/ 0 h 7932741"/>
              <a:gd name="connsiteX2" fmla="*/ 5198844 w 5198844"/>
              <a:gd name="connsiteY2" fmla="*/ 7932741 h 7932741"/>
              <a:gd name="connsiteX3" fmla="*/ 0 w 5198844"/>
              <a:gd name="connsiteY3" fmla="*/ 7932741 h 7932741"/>
              <a:gd name="connsiteX4" fmla="*/ 0 w 5198844"/>
              <a:gd name="connsiteY4" fmla="*/ 0 h 7932741"/>
              <a:gd name="connsiteX0" fmla="*/ 10409 w 5209253"/>
              <a:gd name="connsiteY0" fmla="*/ 0 h 7932741"/>
              <a:gd name="connsiteX1" fmla="*/ 5209253 w 5209253"/>
              <a:gd name="connsiteY1" fmla="*/ 0 h 7932741"/>
              <a:gd name="connsiteX2" fmla="*/ 5209253 w 5209253"/>
              <a:gd name="connsiteY2" fmla="*/ 7932741 h 7932741"/>
              <a:gd name="connsiteX3" fmla="*/ 0 w 5209253"/>
              <a:gd name="connsiteY3" fmla="*/ 7818210 h 7932741"/>
              <a:gd name="connsiteX4" fmla="*/ 10409 w 5209253"/>
              <a:gd name="connsiteY4" fmla="*/ 0 h 7932741"/>
              <a:gd name="connsiteX0" fmla="*/ 10409 w 5209253"/>
              <a:gd name="connsiteY0" fmla="*/ 0 h 7818210"/>
              <a:gd name="connsiteX1" fmla="*/ 5209253 w 5209253"/>
              <a:gd name="connsiteY1" fmla="*/ 0 h 7818210"/>
              <a:gd name="connsiteX2" fmla="*/ 4163522 w 5209253"/>
              <a:gd name="connsiteY2" fmla="*/ 6746262 h 7818210"/>
              <a:gd name="connsiteX3" fmla="*/ 0 w 5209253"/>
              <a:gd name="connsiteY3" fmla="*/ 7818210 h 7818210"/>
              <a:gd name="connsiteX4" fmla="*/ 10409 w 5209253"/>
              <a:gd name="connsiteY4" fmla="*/ 0 h 7818210"/>
              <a:gd name="connsiteX0" fmla="*/ 10409 w 5209253"/>
              <a:gd name="connsiteY0" fmla="*/ 0 h 7818210"/>
              <a:gd name="connsiteX1" fmla="*/ 5209253 w 5209253"/>
              <a:gd name="connsiteY1" fmla="*/ 0 h 7818210"/>
              <a:gd name="connsiteX2" fmla="*/ 4644752 w 5209253"/>
              <a:gd name="connsiteY2" fmla="*/ 6881376 h 7818210"/>
              <a:gd name="connsiteX3" fmla="*/ 0 w 5209253"/>
              <a:gd name="connsiteY3" fmla="*/ 7818210 h 7818210"/>
              <a:gd name="connsiteX4" fmla="*/ 10409 w 5209253"/>
              <a:gd name="connsiteY4" fmla="*/ 0 h 7818210"/>
              <a:gd name="connsiteX0" fmla="*/ 10409 w 4644752"/>
              <a:gd name="connsiteY0" fmla="*/ 0 h 7818210"/>
              <a:gd name="connsiteX1" fmla="*/ 2914556 w 4644752"/>
              <a:gd name="connsiteY1" fmla="*/ 442318 h 7818210"/>
              <a:gd name="connsiteX2" fmla="*/ 4644752 w 4644752"/>
              <a:gd name="connsiteY2" fmla="*/ 6881376 h 7818210"/>
              <a:gd name="connsiteX3" fmla="*/ 0 w 4644752"/>
              <a:gd name="connsiteY3" fmla="*/ 7818210 h 7818210"/>
              <a:gd name="connsiteX4" fmla="*/ 10409 w 4644752"/>
              <a:gd name="connsiteY4" fmla="*/ 0 h 7818210"/>
              <a:gd name="connsiteX0" fmla="*/ 10409 w 4644752"/>
              <a:gd name="connsiteY0" fmla="*/ 0 h 7818210"/>
              <a:gd name="connsiteX1" fmla="*/ 3289646 w 4644752"/>
              <a:gd name="connsiteY1" fmla="*/ 184317 h 7818210"/>
              <a:gd name="connsiteX2" fmla="*/ 4644752 w 4644752"/>
              <a:gd name="connsiteY2" fmla="*/ 6881376 h 7818210"/>
              <a:gd name="connsiteX3" fmla="*/ 0 w 4644752"/>
              <a:gd name="connsiteY3" fmla="*/ 7818210 h 7818210"/>
              <a:gd name="connsiteX4" fmla="*/ 10409 w 4644752"/>
              <a:gd name="connsiteY4" fmla="*/ 0 h 7818210"/>
              <a:gd name="connsiteX0" fmla="*/ 1245 w 4644752"/>
              <a:gd name="connsiteY0" fmla="*/ 660064 h 7633893"/>
              <a:gd name="connsiteX1" fmla="*/ 3289646 w 4644752"/>
              <a:gd name="connsiteY1" fmla="*/ 0 h 7633893"/>
              <a:gd name="connsiteX2" fmla="*/ 4644752 w 4644752"/>
              <a:gd name="connsiteY2" fmla="*/ 6697059 h 7633893"/>
              <a:gd name="connsiteX3" fmla="*/ 0 w 4644752"/>
              <a:gd name="connsiteY3" fmla="*/ 7633893 h 7633893"/>
              <a:gd name="connsiteX4" fmla="*/ 1245 w 4644752"/>
              <a:gd name="connsiteY4" fmla="*/ 660064 h 7633893"/>
              <a:gd name="connsiteX0" fmla="*/ 1245 w 4644752"/>
              <a:gd name="connsiteY0" fmla="*/ 880465 h 7854294"/>
              <a:gd name="connsiteX1" fmla="*/ 4242723 w 4644752"/>
              <a:gd name="connsiteY1" fmla="*/ 0 h 7854294"/>
              <a:gd name="connsiteX2" fmla="*/ 4644752 w 4644752"/>
              <a:gd name="connsiteY2" fmla="*/ 6917460 h 7854294"/>
              <a:gd name="connsiteX3" fmla="*/ 0 w 4644752"/>
              <a:gd name="connsiteY3" fmla="*/ 7854294 h 7854294"/>
              <a:gd name="connsiteX4" fmla="*/ 1245 w 4644752"/>
              <a:gd name="connsiteY4" fmla="*/ 880465 h 7854294"/>
              <a:gd name="connsiteX0" fmla="*/ 1245 w 5620429"/>
              <a:gd name="connsiteY0" fmla="*/ 880465 h 7854294"/>
              <a:gd name="connsiteX1" fmla="*/ 4242723 w 5620429"/>
              <a:gd name="connsiteY1" fmla="*/ 0 h 7854294"/>
              <a:gd name="connsiteX2" fmla="*/ 5620429 w 5620429"/>
              <a:gd name="connsiteY2" fmla="*/ 6744293 h 7854294"/>
              <a:gd name="connsiteX3" fmla="*/ 0 w 5620429"/>
              <a:gd name="connsiteY3" fmla="*/ 7854294 h 7854294"/>
              <a:gd name="connsiteX4" fmla="*/ 1245 w 5620429"/>
              <a:gd name="connsiteY4" fmla="*/ 880465 h 7854294"/>
              <a:gd name="connsiteX0" fmla="*/ 3405 w 5622589"/>
              <a:gd name="connsiteY0" fmla="*/ 880465 h 7794630"/>
              <a:gd name="connsiteX1" fmla="*/ 4244883 w 5622589"/>
              <a:gd name="connsiteY1" fmla="*/ 0 h 7794630"/>
              <a:gd name="connsiteX2" fmla="*/ 5622589 w 5622589"/>
              <a:gd name="connsiteY2" fmla="*/ 6744293 h 7794630"/>
              <a:gd name="connsiteX3" fmla="*/ 0 w 5622589"/>
              <a:gd name="connsiteY3" fmla="*/ 7794630 h 7794630"/>
              <a:gd name="connsiteX4" fmla="*/ 3405 w 5622589"/>
              <a:gd name="connsiteY4" fmla="*/ 880465 h 7794630"/>
              <a:gd name="connsiteX0" fmla="*/ 3405 w 5525217"/>
              <a:gd name="connsiteY0" fmla="*/ 880465 h 7794630"/>
              <a:gd name="connsiteX1" fmla="*/ 4244883 w 5525217"/>
              <a:gd name="connsiteY1" fmla="*/ 0 h 7794630"/>
              <a:gd name="connsiteX2" fmla="*/ 5525217 w 5525217"/>
              <a:gd name="connsiteY2" fmla="*/ 6463632 h 7794630"/>
              <a:gd name="connsiteX3" fmla="*/ 0 w 5525217"/>
              <a:gd name="connsiteY3" fmla="*/ 7794630 h 7794630"/>
              <a:gd name="connsiteX4" fmla="*/ 3405 w 5525217"/>
              <a:gd name="connsiteY4" fmla="*/ 880465 h 7794630"/>
              <a:gd name="connsiteX0" fmla="*/ 3405 w 5612581"/>
              <a:gd name="connsiteY0" fmla="*/ 880465 h 7794630"/>
              <a:gd name="connsiteX1" fmla="*/ 4244883 w 5612581"/>
              <a:gd name="connsiteY1" fmla="*/ 0 h 7794630"/>
              <a:gd name="connsiteX2" fmla="*/ 5612581 w 5612581"/>
              <a:gd name="connsiteY2" fmla="*/ 6646161 h 7794630"/>
              <a:gd name="connsiteX3" fmla="*/ 0 w 5612581"/>
              <a:gd name="connsiteY3" fmla="*/ 7794630 h 7794630"/>
              <a:gd name="connsiteX4" fmla="*/ 3405 w 5612581"/>
              <a:gd name="connsiteY4" fmla="*/ 880465 h 7794630"/>
              <a:gd name="connsiteX0" fmla="*/ 3405 w 5612581"/>
              <a:gd name="connsiteY0" fmla="*/ 880465 h 7794630"/>
              <a:gd name="connsiteX1" fmla="*/ 4244883 w 5612581"/>
              <a:gd name="connsiteY1" fmla="*/ 0 h 7794630"/>
              <a:gd name="connsiteX2" fmla="*/ 5612581 w 5612581"/>
              <a:gd name="connsiteY2" fmla="*/ 6646161 h 7794630"/>
              <a:gd name="connsiteX3" fmla="*/ 0 w 5612581"/>
              <a:gd name="connsiteY3" fmla="*/ 7794630 h 7794630"/>
              <a:gd name="connsiteX4" fmla="*/ 3405 w 5612581"/>
              <a:gd name="connsiteY4" fmla="*/ 880465 h 7794630"/>
              <a:gd name="connsiteX0" fmla="*/ 3405 w 5612590"/>
              <a:gd name="connsiteY0" fmla="*/ 880465 h 7794630"/>
              <a:gd name="connsiteX1" fmla="*/ 4244883 w 5612590"/>
              <a:gd name="connsiteY1" fmla="*/ 0 h 7794630"/>
              <a:gd name="connsiteX2" fmla="*/ 5612581 w 5612590"/>
              <a:gd name="connsiteY2" fmla="*/ 6646161 h 7794630"/>
              <a:gd name="connsiteX3" fmla="*/ 0 w 5612590"/>
              <a:gd name="connsiteY3" fmla="*/ 7794630 h 7794630"/>
              <a:gd name="connsiteX4" fmla="*/ 3405 w 5612590"/>
              <a:gd name="connsiteY4" fmla="*/ 880465 h 7794630"/>
              <a:gd name="connsiteX0" fmla="*/ 3405 w 5612590"/>
              <a:gd name="connsiteY0" fmla="*/ 880465 h 7794630"/>
              <a:gd name="connsiteX1" fmla="*/ 4244883 w 5612590"/>
              <a:gd name="connsiteY1" fmla="*/ 0 h 7794630"/>
              <a:gd name="connsiteX2" fmla="*/ 5612581 w 5612590"/>
              <a:gd name="connsiteY2" fmla="*/ 6646161 h 7794630"/>
              <a:gd name="connsiteX3" fmla="*/ 0 w 5612590"/>
              <a:gd name="connsiteY3" fmla="*/ 7794630 h 7794630"/>
              <a:gd name="connsiteX4" fmla="*/ 3405 w 5612590"/>
              <a:gd name="connsiteY4" fmla="*/ 880465 h 7794630"/>
              <a:gd name="connsiteX0" fmla="*/ 3405 w 5612590"/>
              <a:gd name="connsiteY0" fmla="*/ 880465 h 7794630"/>
              <a:gd name="connsiteX1" fmla="*/ 4244883 w 5612590"/>
              <a:gd name="connsiteY1" fmla="*/ 0 h 7794630"/>
              <a:gd name="connsiteX2" fmla="*/ 5612581 w 5612590"/>
              <a:gd name="connsiteY2" fmla="*/ 6646161 h 7794630"/>
              <a:gd name="connsiteX3" fmla="*/ 0 w 5612590"/>
              <a:gd name="connsiteY3" fmla="*/ 7794630 h 7794630"/>
              <a:gd name="connsiteX4" fmla="*/ 3405 w 5612590"/>
              <a:gd name="connsiteY4" fmla="*/ 880465 h 7794630"/>
              <a:gd name="connsiteX0" fmla="*/ 3405 w 5612590"/>
              <a:gd name="connsiteY0" fmla="*/ 880465 h 7794630"/>
              <a:gd name="connsiteX1" fmla="*/ 4244883 w 5612590"/>
              <a:gd name="connsiteY1" fmla="*/ 0 h 7794630"/>
              <a:gd name="connsiteX2" fmla="*/ 5612581 w 5612590"/>
              <a:gd name="connsiteY2" fmla="*/ 6646161 h 7794630"/>
              <a:gd name="connsiteX3" fmla="*/ 0 w 5612590"/>
              <a:gd name="connsiteY3" fmla="*/ 7794630 h 7794630"/>
              <a:gd name="connsiteX4" fmla="*/ 3405 w 5612590"/>
              <a:gd name="connsiteY4" fmla="*/ 880465 h 7794630"/>
              <a:gd name="connsiteX0" fmla="*/ 3405 w 5612590"/>
              <a:gd name="connsiteY0" fmla="*/ 880465 h 7794630"/>
              <a:gd name="connsiteX1" fmla="*/ 4244883 w 5612590"/>
              <a:gd name="connsiteY1" fmla="*/ 0 h 7794630"/>
              <a:gd name="connsiteX2" fmla="*/ 5612581 w 5612590"/>
              <a:gd name="connsiteY2" fmla="*/ 6646161 h 7794630"/>
              <a:gd name="connsiteX3" fmla="*/ 0 w 5612590"/>
              <a:gd name="connsiteY3" fmla="*/ 7794630 h 7794630"/>
              <a:gd name="connsiteX4" fmla="*/ 3405 w 5612590"/>
              <a:gd name="connsiteY4" fmla="*/ 880465 h 7794630"/>
              <a:gd name="connsiteX0" fmla="*/ 3405 w 5612590"/>
              <a:gd name="connsiteY0" fmla="*/ 880465 h 7794630"/>
              <a:gd name="connsiteX1" fmla="*/ 4244883 w 5612590"/>
              <a:gd name="connsiteY1" fmla="*/ 0 h 7794630"/>
              <a:gd name="connsiteX2" fmla="*/ 5612581 w 5612590"/>
              <a:gd name="connsiteY2" fmla="*/ 6646161 h 7794630"/>
              <a:gd name="connsiteX3" fmla="*/ 0 w 5612590"/>
              <a:gd name="connsiteY3" fmla="*/ 7794630 h 7794630"/>
              <a:gd name="connsiteX4" fmla="*/ 3405 w 5612590"/>
              <a:gd name="connsiteY4" fmla="*/ 880465 h 7794630"/>
              <a:gd name="connsiteX0" fmla="*/ 3405 w 5612590"/>
              <a:gd name="connsiteY0" fmla="*/ 868178 h 7782343"/>
              <a:gd name="connsiteX1" fmla="*/ 4247392 w 5612590"/>
              <a:gd name="connsiteY1" fmla="*/ 1 h 7782343"/>
              <a:gd name="connsiteX2" fmla="*/ 5612581 w 5612590"/>
              <a:gd name="connsiteY2" fmla="*/ 6633874 h 7782343"/>
              <a:gd name="connsiteX3" fmla="*/ 0 w 5612590"/>
              <a:gd name="connsiteY3" fmla="*/ 7782343 h 7782343"/>
              <a:gd name="connsiteX4" fmla="*/ 3405 w 5612590"/>
              <a:gd name="connsiteY4" fmla="*/ 868178 h 7782343"/>
              <a:gd name="connsiteX0" fmla="*/ 3405 w 5612590"/>
              <a:gd name="connsiteY0" fmla="*/ 868224 h 7782389"/>
              <a:gd name="connsiteX1" fmla="*/ 4259387 w 5612590"/>
              <a:gd name="connsiteY1" fmla="*/ 0 h 7782389"/>
              <a:gd name="connsiteX2" fmla="*/ 5612581 w 5612590"/>
              <a:gd name="connsiteY2" fmla="*/ 6633920 h 7782389"/>
              <a:gd name="connsiteX3" fmla="*/ 0 w 5612590"/>
              <a:gd name="connsiteY3" fmla="*/ 7782389 h 7782389"/>
              <a:gd name="connsiteX4" fmla="*/ 3405 w 5612590"/>
              <a:gd name="connsiteY4" fmla="*/ 868224 h 7782389"/>
              <a:gd name="connsiteX0" fmla="*/ 3405 w 5612590"/>
              <a:gd name="connsiteY0" fmla="*/ 868225 h 7782390"/>
              <a:gd name="connsiteX1" fmla="*/ 4259387 w 5612590"/>
              <a:gd name="connsiteY1" fmla="*/ 1 h 7782390"/>
              <a:gd name="connsiteX2" fmla="*/ 5612581 w 5612590"/>
              <a:gd name="connsiteY2" fmla="*/ 6633921 h 7782390"/>
              <a:gd name="connsiteX3" fmla="*/ 0 w 5612590"/>
              <a:gd name="connsiteY3" fmla="*/ 7782390 h 7782390"/>
              <a:gd name="connsiteX4" fmla="*/ 3405 w 5612590"/>
              <a:gd name="connsiteY4" fmla="*/ 868225 h 7782390"/>
              <a:gd name="connsiteX0" fmla="*/ 3405 w 5613060"/>
              <a:gd name="connsiteY0" fmla="*/ 868225 h 7782390"/>
              <a:gd name="connsiteX1" fmla="*/ 4259387 w 5613060"/>
              <a:gd name="connsiteY1" fmla="*/ 1 h 7782390"/>
              <a:gd name="connsiteX2" fmla="*/ 5613051 w 5613060"/>
              <a:gd name="connsiteY2" fmla="*/ 6636225 h 7782390"/>
              <a:gd name="connsiteX3" fmla="*/ 0 w 5613060"/>
              <a:gd name="connsiteY3" fmla="*/ 7782390 h 7782390"/>
              <a:gd name="connsiteX4" fmla="*/ 3405 w 5613060"/>
              <a:gd name="connsiteY4" fmla="*/ 868225 h 7782390"/>
              <a:gd name="connsiteX0" fmla="*/ 3405 w 5613060"/>
              <a:gd name="connsiteY0" fmla="*/ 868225 h 7782390"/>
              <a:gd name="connsiteX1" fmla="*/ 4259387 w 5613060"/>
              <a:gd name="connsiteY1" fmla="*/ 1 h 7782390"/>
              <a:gd name="connsiteX2" fmla="*/ 5613051 w 5613060"/>
              <a:gd name="connsiteY2" fmla="*/ 6636225 h 7782390"/>
              <a:gd name="connsiteX3" fmla="*/ 0 w 5613060"/>
              <a:gd name="connsiteY3" fmla="*/ 7782390 h 7782390"/>
              <a:gd name="connsiteX4" fmla="*/ 3405 w 5613060"/>
              <a:gd name="connsiteY4" fmla="*/ 868225 h 7782390"/>
              <a:gd name="connsiteX0" fmla="*/ 3405 w 5613531"/>
              <a:gd name="connsiteY0" fmla="*/ 868225 h 7782390"/>
              <a:gd name="connsiteX1" fmla="*/ 4259387 w 5613531"/>
              <a:gd name="connsiteY1" fmla="*/ 1 h 7782390"/>
              <a:gd name="connsiteX2" fmla="*/ 5613522 w 5613531"/>
              <a:gd name="connsiteY2" fmla="*/ 6638530 h 7782390"/>
              <a:gd name="connsiteX3" fmla="*/ 0 w 5613531"/>
              <a:gd name="connsiteY3" fmla="*/ 7782390 h 7782390"/>
              <a:gd name="connsiteX4" fmla="*/ 3405 w 5613531"/>
              <a:gd name="connsiteY4" fmla="*/ 868225 h 77823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613531" h="7782390">
                <a:moveTo>
                  <a:pt x="3405" y="868225"/>
                </a:moveTo>
                <a:lnTo>
                  <a:pt x="4259387" y="1"/>
                </a:lnTo>
                <a:cubicBezTo>
                  <a:pt x="4261274" y="-3210"/>
                  <a:pt x="5615777" y="6644130"/>
                  <a:pt x="5613522" y="6638530"/>
                </a:cubicBezTo>
                <a:cubicBezTo>
                  <a:pt x="5620571" y="6648305"/>
                  <a:pt x="1870860" y="7399567"/>
                  <a:pt x="0" y="7782390"/>
                </a:cubicBezTo>
                <a:cubicBezTo>
                  <a:pt x="3470" y="5176320"/>
                  <a:pt x="-65" y="3474295"/>
                  <a:pt x="3405" y="868225"/>
                </a:cubicBezTo>
                <a:close/>
              </a:path>
            </a:pathLst>
          </a:custGeom>
          <a:solidFill>
            <a:srgbClr val="F7F6F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sz="1800"/>
          </a:p>
        </p:txBody>
      </p:sp>
      <p:sp>
        <p:nvSpPr>
          <p:cNvPr id="5" name="Rechteck 7">
            <a:extLst>
              <a:ext uri="{FF2B5EF4-FFF2-40B4-BE49-F238E27FC236}">
                <a16:creationId xmlns:a16="http://schemas.microsoft.com/office/drawing/2014/main" id="{212FD455-64A6-4665-8F34-1C40D9BF5F7A}"/>
              </a:ext>
            </a:extLst>
          </p:cNvPr>
          <p:cNvSpPr/>
          <p:nvPr userDrawn="1"/>
        </p:nvSpPr>
        <p:spPr>
          <a:xfrm rot="691985">
            <a:off x="7120723" y="-379251"/>
            <a:ext cx="5682513" cy="7880677"/>
          </a:xfrm>
          <a:custGeom>
            <a:avLst/>
            <a:gdLst>
              <a:gd name="connsiteX0" fmla="*/ 0 w 5198844"/>
              <a:gd name="connsiteY0" fmla="*/ 0 h 7932741"/>
              <a:gd name="connsiteX1" fmla="*/ 5198844 w 5198844"/>
              <a:gd name="connsiteY1" fmla="*/ 0 h 7932741"/>
              <a:gd name="connsiteX2" fmla="*/ 5198844 w 5198844"/>
              <a:gd name="connsiteY2" fmla="*/ 7932741 h 7932741"/>
              <a:gd name="connsiteX3" fmla="*/ 0 w 5198844"/>
              <a:gd name="connsiteY3" fmla="*/ 7932741 h 7932741"/>
              <a:gd name="connsiteX4" fmla="*/ 0 w 5198844"/>
              <a:gd name="connsiteY4" fmla="*/ 0 h 7932741"/>
              <a:gd name="connsiteX0" fmla="*/ 10409 w 5209253"/>
              <a:gd name="connsiteY0" fmla="*/ 0 h 7932741"/>
              <a:gd name="connsiteX1" fmla="*/ 5209253 w 5209253"/>
              <a:gd name="connsiteY1" fmla="*/ 0 h 7932741"/>
              <a:gd name="connsiteX2" fmla="*/ 5209253 w 5209253"/>
              <a:gd name="connsiteY2" fmla="*/ 7932741 h 7932741"/>
              <a:gd name="connsiteX3" fmla="*/ 0 w 5209253"/>
              <a:gd name="connsiteY3" fmla="*/ 7818210 h 7932741"/>
              <a:gd name="connsiteX4" fmla="*/ 10409 w 5209253"/>
              <a:gd name="connsiteY4" fmla="*/ 0 h 7932741"/>
              <a:gd name="connsiteX0" fmla="*/ 10409 w 5209253"/>
              <a:gd name="connsiteY0" fmla="*/ 0 h 7818210"/>
              <a:gd name="connsiteX1" fmla="*/ 5209253 w 5209253"/>
              <a:gd name="connsiteY1" fmla="*/ 0 h 7818210"/>
              <a:gd name="connsiteX2" fmla="*/ 4163522 w 5209253"/>
              <a:gd name="connsiteY2" fmla="*/ 6746262 h 7818210"/>
              <a:gd name="connsiteX3" fmla="*/ 0 w 5209253"/>
              <a:gd name="connsiteY3" fmla="*/ 7818210 h 7818210"/>
              <a:gd name="connsiteX4" fmla="*/ 10409 w 5209253"/>
              <a:gd name="connsiteY4" fmla="*/ 0 h 7818210"/>
              <a:gd name="connsiteX0" fmla="*/ 10409 w 5209253"/>
              <a:gd name="connsiteY0" fmla="*/ 0 h 7818210"/>
              <a:gd name="connsiteX1" fmla="*/ 5209253 w 5209253"/>
              <a:gd name="connsiteY1" fmla="*/ 0 h 7818210"/>
              <a:gd name="connsiteX2" fmla="*/ 4644752 w 5209253"/>
              <a:gd name="connsiteY2" fmla="*/ 6881376 h 7818210"/>
              <a:gd name="connsiteX3" fmla="*/ 0 w 5209253"/>
              <a:gd name="connsiteY3" fmla="*/ 7818210 h 7818210"/>
              <a:gd name="connsiteX4" fmla="*/ 10409 w 5209253"/>
              <a:gd name="connsiteY4" fmla="*/ 0 h 7818210"/>
              <a:gd name="connsiteX0" fmla="*/ 10409 w 4644752"/>
              <a:gd name="connsiteY0" fmla="*/ 0 h 7818210"/>
              <a:gd name="connsiteX1" fmla="*/ 2914556 w 4644752"/>
              <a:gd name="connsiteY1" fmla="*/ 442318 h 7818210"/>
              <a:gd name="connsiteX2" fmla="*/ 4644752 w 4644752"/>
              <a:gd name="connsiteY2" fmla="*/ 6881376 h 7818210"/>
              <a:gd name="connsiteX3" fmla="*/ 0 w 4644752"/>
              <a:gd name="connsiteY3" fmla="*/ 7818210 h 7818210"/>
              <a:gd name="connsiteX4" fmla="*/ 10409 w 4644752"/>
              <a:gd name="connsiteY4" fmla="*/ 0 h 7818210"/>
              <a:gd name="connsiteX0" fmla="*/ 10409 w 4644752"/>
              <a:gd name="connsiteY0" fmla="*/ 0 h 7818210"/>
              <a:gd name="connsiteX1" fmla="*/ 3289646 w 4644752"/>
              <a:gd name="connsiteY1" fmla="*/ 184317 h 7818210"/>
              <a:gd name="connsiteX2" fmla="*/ 4644752 w 4644752"/>
              <a:gd name="connsiteY2" fmla="*/ 6881376 h 7818210"/>
              <a:gd name="connsiteX3" fmla="*/ 0 w 4644752"/>
              <a:gd name="connsiteY3" fmla="*/ 7818210 h 7818210"/>
              <a:gd name="connsiteX4" fmla="*/ 10409 w 4644752"/>
              <a:gd name="connsiteY4" fmla="*/ 0 h 7818210"/>
              <a:gd name="connsiteX0" fmla="*/ 1245 w 4644752"/>
              <a:gd name="connsiteY0" fmla="*/ 660064 h 7633893"/>
              <a:gd name="connsiteX1" fmla="*/ 3289646 w 4644752"/>
              <a:gd name="connsiteY1" fmla="*/ 0 h 7633893"/>
              <a:gd name="connsiteX2" fmla="*/ 4644752 w 4644752"/>
              <a:gd name="connsiteY2" fmla="*/ 6697059 h 7633893"/>
              <a:gd name="connsiteX3" fmla="*/ 0 w 4644752"/>
              <a:gd name="connsiteY3" fmla="*/ 7633893 h 7633893"/>
              <a:gd name="connsiteX4" fmla="*/ 1245 w 4644752"/>
              <a:gd name="connsiteY4" fmla="*/ 660064 h 7633893"/>
              <a:gd name="connsiteX0" fmla="*/ 1245 w 4644752"/>
              <a:gd name="connsiteY0" fmla="*/ 880465 h 7854294"/>
              <a:gd name="connsiteX1" fmla="*/ 4242723 w 4644752"/>
              <a:gd name="connsiteY1" fmla="*/ 0 h 7854294"/>
              <a:gd name="connsiteX2" fmla="*/ 4644752 w 4644752"/>
              <a:gd name="connsiteY2" fmla="*/ 6917460 h 7854294"/>
              <a:gd name="connsiteX3" fmla="*/ 0 w 4644752"/>
              <a:gd name="connsiteY3" fmla="*/ 7854294 h 7854294"/>
              <a:gd name="connsiteX4" fmla="*/ 1245 w 4644752"/>
              <a:gd name="connsiteY4" fmla="*/ 880465 h 7854294"/>
              <a:gd name="connsiteX0" fmla="*/ 1245 w 5620429"/>
              <a:gd name="connsiteY0" fmla="*/ 880465 h 7854294"/>
              <a:gd name="connsiteX1" fmla="*/ 4242723 w 5620429"/>
              <a:gd name="connsiteY1" fmla="*/ 0 h 7854294"/>
              <a:gd name="connsiteX2" fmla="*/ 5620429 w 5620429"/>
              <a:gd name="connsiteY2" fmla="*/ 6744293 h 7854294"/>
              <a:gd name="connsiteX3" fmla="*/ 0 w 5620429"/>
              <a:gd name="connsiteY3" fmla="*/ 7854294 h 7854294"/>
              <a:gd name="connsiteX4" fmla="*/ 1245 w 5620429"/>
              <a:gd name="connsiteY4" fmla="*/ 880465 h 7854294"/>
              <a:gd name="connsiteX0" fmla="*/ 3405 w 5622589"/>
              <a:gd name="connsiteY0" fmla="*/ 880465 h 7794630"/>
              <a:gd name="connsiteX1" fmla="*/ 4244883 w 5622589"/>
              <a:gd name="connsiteY1" fmla="*/ 0 h 7794630"/>
              <a:gd name="connsiteX2" fmla="*/ 5622589 w 5622589"/>
              <a:gd name="connsiteY2" fmla="*/ 6744293 h 7794630"/>
              <a:gd name="connsiteX3" fmla="*/ 0 w 5622589"/>
              <a:gd name="connsiteY3" fmla="*/ 7794630 h 7794630"/>
              <a:gd name="connsiteX4" fmla="*/ 3405 w 5622589"/>
              <a:gd name="connsiteY4" fmla="*/ 880465 h 7794630"/>
              <a:gd name="connsiteX0" fmla="*/ 3405 w 5525217"/>
              <a:gd name="connsiteY0" fmla="*/ 880465 h 7794630"/>
              <a:gd name="connsiteX1" fmla="*/ 4244883 w 5525217"/>
              <a:gd name="connsiteY1" fmla="*/ 0 h 7794630"/>
              <a:gd name="connsiteX2" fmla="*/ 5525217 w 5525217"/>
              <a:gd name="connsiteY2" fmla="*/ 6463632 h 7794630"/>
              <a:gd name="connsiteX3" fmla="*/ 0 w 5525217"/>
              <a:gd name="connsiteY3" fmla="*/ 7794630 h 7794630"/>
              <a:gd name="connsiteX4" fmla="*/ 3405 w 5525217"/>
              <a:gd name="connsiteY4" fmla="*/ 880465 h 7794630"/>
              <a:gd name="connsiteX0" fmla="*/ 3405 w 5612581"/>
              <a:gd name="connsiteY0" fmla="*/ 880465 h 7794630"/>
              <a:gd name="connsiteX1" fmla="*/ 4244883 w 5612581"/>
              <a:gd name="connsiteY1" fmla="*/ 0 h 7794630"/>
              <a:gd name="connsiteX2" fmla="*/ 5612581 w 5612581"/>
              <a:gd name="connsiteY2" fmla="*/ 6646161 h 7794630"/>
              <a:gd name="connsiteX3" fmla="*/ 0 w 5612581"/>
              <a:gd name="connsiteY3" fmla="*/ 7794630 h 7794630"/>
              <a:gd name="connsiteX4" fmla="*/ 3405 w 5612581"/>
              <a:gd name="connsiteY4" fmla="*/ 880465 h 7794630"/>
              <a:gd name="connsiteX0" fmla="*/ 3405 w 5612581"/>
              <a:gd name="connsiteY0" fmla="*/ 880465 h 7794630"/>
              <a:gd name="connsiteX1" fmla="*/ 4244883 w 5612581"/>
              <a:gd name="connsiteY1" fmla="*/ 0 h 7794630"/>
              <a:gd name="connsiteX2" fmla="*/ 5612581 w 5612581"/>
              <a:gd name="connsiteY2" fmla="*/ 6646161 h 7794630"/>
              <a:gd name="connsiteX3" fmla="*/ 0 w 5612581"/>
              <a:gd name="connsiteY3" fmla="*/ 7794630 h 7794630"/>
              <a:gd name="connsiteX4" fmla="*/ 3405 w 5612581"/>
              <a:gd name="connsiteY4" fmla="*/ 880465 h 7794630"/>
              <a:gd name="connsiteX0" fmla="*/ 3405 w 5612590"/>
              <a:gd name="connsiteY0" fmla="*/ 880465 h 7794630"/>
              <a:gd name="connsiteX1" fmla="*/ 4244883 w 5612590"/>
              <a:gd name="connsiteY1" fmla="*/ 0 h 7794630"/>
              <a:gd name="connsiteX2" fmla="*/ 5612581 w 5612590"/>
              <a:gd name="connsiteY2" fmla="*/ 6646161 h 7794630"/>
              <a:gd name="connsiteX3" fmla="*/ 0 w 5612590"/>
              <a:gd name="connsiteY3" fmla="*/ 7794630 h 7794630"/>
              <a:gd name="connsiteX4" fmla="*/ 3405 w 5612590"/>
              <a:gd name="connsiteY4" fmla="*/ 880465 h 7794630"/>
              <a:gd name="connsiteX0" fmla="*/ 3405 w 5612590"/>
              <a:gd name="connsiteY0" fmla="*/ 880465 h 7794630"/>
              <a:gd name="connsiteX1" fmla="*/ 4244883 w 5612590"/>
              <a:gd name="connsiteY1" fmla="*/ 0 h 7794630"/>
              <a:gd name="connsiteX2" fmla="*/ 5612581 w 5612590"/>
              <a:gd name="connsiteY2" fmla="*/ 6646161 h 7794630"/>
              <a:gd name="connsiteX3" fmla="*/ 0 w 5612590"/>
              <a:gd name="connsiteY3" fmla="*/ 7794630 h 7794630"/>
              <a:gd name="connsiteX4" fmla="*/ 3405 w 5612590"/>
              <a:gd name="connsiteY4" fmla="*/ 880465 h 7794630"/>
              <a:gd name="connsiteX0" fmla="*/ 3405 w 5612590"/>
              <a:gd name="connsiteY0" fmla="*/ 880465 h 7794630"/>
              <a:gd name="connsiteX1" fmla="*/ 4244883 w 5612590"/>
              <a:gd name="connsiteY1" fmla="*/ 0 h 7794630"/>
              <a:gd name="connsiteX2" fmla="*/ 5612581 w 5612590"/>
              <a:gd name="connsiteY2" fmla="*/ 6646161 h 7794630"/>
              <a:gd name="connsiteX3" fmla="*/ 0 w 5612590"/>
              <a:gd name="connsiteY3" fmla="*/ 7794630 h 7794630"/>
              <a:gd name="connsiteX4" fmla="*/ 3405 w 5612590"/>
              <a:gd name="connsiteY4" fmla="*/ 880465 h 7794630"/>
              <a:gd name="connsiteX0" fmla="*/ 3405 w 5612590"/>
              <a:gd name="connsiteY0" fmla="*/ 880465 h 7794630"/>
              <a:gd name="connsiteX1" fmla="*/ 4244883 w 5612590"/>
              <a:gd name="connsiteY1" fmla="*/ 0 h 7794630"/>
              <a:gd name="connsiteX2" fmla="*/ 5612581 w 5612590"/>
              <a:gd name="connsiteY2" fmla="*/ 6646161 h 7794630"/>
              <a:gd name="connsiteX3" fmla="*/ 0 w 5612590"/>
              <a:gd name="connsiteY3" fmla="*/ 7794630 h 7794630"/>
              <a:gd name="connsiteX4" fmla="*/ 3405 w 5612590"/>
              <a:gd name="connsiteY4" fmla="*/ 880465 h 7794630"/>
              <a:gd name="connsiteX0" fmla="*/ 3405 w 5612590"/>
              <a:gd name="connsiteY0" fmla="*/ 880465 h 7794630"/>
              <a:gd name="connsiteX1" fmla="*/ 4244883 w 5612590"/>
              <a:gd name="connsiteY1" fmla="*/ 0 h 7794630"/>
              <a:gd name="connsiteX2" fmla="*/ 5612581 w 5612590"/>
              <a:gd name="connsiteY2" fmla="*/ 6646161 h 7794630"/>
              <a:gd name="connsiteX3" fmla="*/ 0 w 5612590"/>
              <a:gd name="connsiteY3" fmla="*/ 7794630 h 7794630"/>
              <a:gd name="connsiteX4" fmla="*/ 3405 w 5612590"/>
              <a:gd name="connsiteY4" fmla="*/ 880465 h 7794630"/>
              <a:gd name="connsiteX0" fmla="*/ 3405 w 5612590"/>
              <a:gd name="connsiteY0" fmla="*/ 880465 h 7794630"/>
              <a:gd name="connsiteX1" fmla="*/ 4244883 w 5612590"/>
              <a:gd name="connsiteY1" fmla="*/ 0 h 7794630"/>
              <a:gd name="connsiteX2" fmla="*/ 5612581 w 5612590"/>
              <a:gd name="connsiteY2" fmla="*/ 6646161 h 7794630"/>
              <a:gd name="connsiteX3" fmla="*/ 0 w 5612590"/>
              <a:gd name="connsiteY3" fmla="*/ 7794630 h 7794630"/>
              <a:gd name="connsiteX4" fmla="*/ 3405 w 5612590"/>
              <a:gd name="connsiteY4" fmla="*/ 880465 h 7794630"/>
              <a:gd name="connsiteX0" fmla="*/ 3405 w 5612590"/>
              <a:gd name="connsiteY0" fmla="*/ 868178 h 7782343"/>
              <a:gd name="connsiteX1" fmla="*/ 4247392 w 5612590"/>
              <a:gd name="connsiteY1" fmla="*/ 1 h 7782343"/>
              <a:gd name="connsiteX2" fmla="*/ 5612581 w 5612590"/>
              <a:gd name="connsiteY2" fmla="*/ 6633874 h 7782343"/>
              <a:gd name="connsiteX3" fmla="*/ 0 w 5612590"/>
              <a:gd name="connsiteY3" fmla="*/ 7782343 h 7782343"/>
              <a:gd name="connsiteX4" fmla="*/ 3405 w 5612590"/>
              <a:gd name="connsiteY4" fmla="*/ 868178 h 7782343"/>
              <a:gd name="connsiteX0" fmla="*/ 3405 w 5612590"/>
              <a:gd name="connsiteY0" fmla="*/ 868224 h 7782389"/>
              <a:gd name="connsiteX1" fmla="*/ 4259387 w 5612590"/>
              <a:gd name="connsiteY1" fmla="*/ 0 h 7782389"/>
              <a:gd name="connsiteX2" fmla="*/ 5612581 w 5612590"/>
              <a:gd name="connsiteY2" fmla="*/ 6633920 h 7782389"/>
              <a:gd name="connsiteX3" fmla="*/ 0 w 5612590"/>
              <a:gd name="connsiteY3" fmla="*/ 7782389 h 7782389"/>
              <a:gd name="connsiteX4" fmla="*/ 3405 w 5612590"/>
              <a:gd name="connsiteY4" fmla="*/ 868224 h 7782389"/>
              <a:gd name="connsiteX0" fmla="*/ 3405 w 5612590"/>
              <a:gd name="connsiteY0" fmla="*/ 868225 h 7782390"/>
              <a:gd name="connsiteX1" fmla="*/ 4259387 w 5612590"/>
              <a:gd name="connsiteY1" fmla="*/ 1 h 7782390"/>
              <a:gd name="connsiteX2" fmla="*/ 5612581 w 5612590"/>
              <a:gd name="connsiteY2" fmla="*/ 6633921 h 7782390"/>
              <a:gd name="connsiteX3" fmla="*/ 0 w 5612590"/>
              <a:gd name="connsiteY3" fmla="*/ 7782390 h 7782390"/>
              <a:gd name="connsiteX4" fmla="*/ 3405 w 5612590"/>
              <a:gd name="connsiteY4" fmla="*/ 868225 h 7782390"/>
              <a:gd name="connsiteX0" fmla="*/ 3405 w 5613060"/>
              <a:gd name="connsiteY0" fmla="*/ 868225 h 7782390"/>
              <a:gd name="connsiteX1" fmla="*/ 4259387 w 5613060"/>
              <a:gd name="connsiteY1" fmla="*/ 1 h 7782390"/>
              <a:gd name="connsiteX2" fmla="*/ 5613051 w 5613060"/>
              <a:gd name="connsiteY2" fmla="*/ 6636225 h 7782390"/>
              <a:gd name="connsiteX3" fmla="*/ 0 w 5613060"/>
              <a:gd name="connsiteY3" fmla="*/ 7782390 h 7782390"/>
              <a:gd name="connsiteX4" fmla="*/ 3405 w 5613060"/>
              <a:gd name="connsiteY4" fmla="*/ 868225 h 7782390"/>
              <a:gd name="connsiteX0" fmla="*/ 3405 w 5613060"/>
              <a:gd name="connsiteY0" fmla="*/ 868225 h 7782390"/>
              <a:gd name="connsiteX1" fmla="*/ 4259387 w 5613060"/>
              <a:gd name="connsiteY1" fmla="*/ 1 h 7782390"/>
              <a:gd name="connsiteX2" fmla="*/ 5613051 w 5613060"/>
              <a:gd name="connsiteY2" fmla="*/ 6636225 h 7782390"/>
              <a:gd name="connsiteX3" fmla="*/ 0 w 5613060"/>
              <a:gd name="connsiteY3" fmla="*/ 7782390 h 7782390"/>
              <a:gd name="connsiteX4" fmla="*/ 3405 w 5613060"/>
              <a:gd name="connsiteY4" fmla="*/ 868225 h 7782390"/>
              <a:gd name="connsiteX0" fmla="*/ 3405 w 5613531"/>
              <a:gd name="connsiteY0" fmla="*/ 868225 h 7782390"/>
              <a:gd name="connsiteX1" fmla="*/ 4259387 w 5613531"/>
              <a:gd name="connsiteY1" fmla="*/ 1 h 7782390"/>
              <a:gd name="connsiteX2" fmla="*/ 5613522 w 5613531"/>
              <a:gd name="connsiteY2" fmla="*/ 6638530 h 7782390"/>
              <a:gd name="connsiteX3" fmla="*/ 0 w 5613531"/>
              <a:gd name="connsiteY3" fmla="*/ 7782390 h 7782390"/>
              <a:gd name="connsiteX4" fmla="*/ 3405 w 5613531"/>
              <a:gd name="connsiteY4" fmla="*/ 868225 h 77823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613531" h="7782390">
                <a:moveTo>
                  <a:pt x="3405" y="868225"/>
                </a:moveTo>
                <a:lnTo>
                  <a:pt x="4259387" y="1"/>
                </a:lnTo>
                <a:cubicBezTo>
                  <a:pt x="4261274" y="-3210"/>
                  <a:pt x="5615777" y="6644130"/>
                  <a:pt x="5613522" y="6638530"/>
                </a:cubicBezTo>
                <a:cubicBezTo>
                  <a:pt x="5620571" y="6648305"/>
                  <a:pt x="1870860" y="7399567"/>
                  <a:pt x="0" y="7782390"/>
                </a:cubicBezTo>
                <a:cubicBezTo>
                  <a:pt x="3470" y="5176320"/>
                  <a:pt x="-65" y="3474295"/>
                  <a:pt x="3405" y="868225"/>
                </a:cubicBezTo>
                <a:close/>
              </a:path>
            </a:pathLst>
          </a:custGeom>
          <a:solidFill>
            <a:srgbClr val="F7F6F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sz="1800">
              <a:latin typeface="Calibri" panose="020F0502020204030204" pitchFamily="34" charset="0"/>
            </a:endParaRPr>
          </a:p>
        </p:txBody>
      </p:sp>
      <p:pic>
        <p:nvPicPr>
          <p:cNvPr id="6" name="Grafik 11">
            <a:extLst>
              <a:ext uri="{FF2B5EF4-FFF2-40B4-BE49-F238E27FC236}">
                <a16:creationId xmlns:a16="http://schemas.microsoft.com/office/drawing/2014/main" id="{AFBD78E7-0361-4E56-B935-6A359A1ADDAE}"/>
              </a:ext>
            </a:extLst>
          </p:cNvPr>
          <p:cNvPicPr>
            <a:picLocks noChangeAspect="1"/>
          </p:cNvPicPr>
          <p:nvPr userDrawn="1"/>
        </p:nvPicPr>
        <p:blipFill>
          <a:blip r:embed="rId3" cstate="email">
            <a:extLst>
              <a:ext uri="{28A0092B-C50C-407E-A947-70E740481C1C}">
                <a14:useLocalDpi xmlns:a14="http://schemas.microsoft.com/office/drawing/2010/main"/>
              </a:ext>
            </a:extLst>
          </a:blip>
          <a:stretch>
            <a:fillRect/>
          </a:stretch>
        </p:blipFill>
        <p:spPr>
          <a:xfrm>
            <a:off x="10821537" y="295772"/>
            <a:ext cx="1016235" cy="155088"/>
          </a:xfrm>
          <a:prstGeom prst="rect">
            <a:avLst/>
          </a:prstGeom>
        </p:spPr>
      </p:pic>
      <p:sp>
        <p:nvSpPr>
          <p:cNvPr id="8" name="Titel 1">
            <a:extLst>
              <a:ext uri="{FF2B5EF4-FFF2-40B4-BE49-F238E27FC236}">
                <a16:creationId xmlns:a16="http://schemas.microsoft.com/office/drawing/2014/main" id="{E2CDA5A4-9227-43AA-9C2E-A6692EE1487D}"/>
              </a:ext>
            </a:extLst>
          </p:cNvPr>
          <p:cNvSpPr>
            <a:spLocks noGrp="1"/>
          </p:cNvSpPr>
          <p:nvPr>
            <p:ph type="title" hasCustomPrompt="1"/>
          </p:nvPr>
        </p:nvSpPr>
        <p:spPr>
          <a:xfrm>
            <a:off x="527051" y="522131"/>
            <a:ext cx="6737349" cy="449885"/>
          </a:xfrm>
          <a:prstGeom prst="rect">
            <a:avLst/>
          </a:prstGeom>
        </p:spPr>
        <p:txBody>
          <a:bodyPr/>
          <a:lstStyle>
            <a:lvl1pPr>
              <a:defRPr sz="2400" b="1" cap="all" baseline="0">
                <a:solidFill>
                  <a:schemeClr val="bg1"/>
                </a:solidFill>
                <a:latin typeface="Calibri" panose="020F0502020204030204" pitchFamily="34" charset="0"/>
              </a:defRPr>
            </a:lvl1pPr>
          </a:lstStyle>
          <a:p>
            <a:r>
              <a:rPr lang="en-US" noProof="0"/>
              <a:t>HEADLINE</a:t>
            </a:r>
          </a:p>
        </p:txBody>
      </p:sp>
      <p:cxnSp>
        <p:nvCxnSpPr>
          <p:cNvPr id="10" name="Google Shape;870;p163">
            <a:extLst>
              <a:ext uri="{FF2B5EF4-FFF2-40B4-BE49-F238E27FC236}">
                <a16:creationId xmlns:a16="http://schemas.microsoft.com/office/drawing/2014/main" id="{139D3E34-F7E2-42B5-97D6-F73D7F3204A4}"/>
              </a:ext>
            </a:extLst>
          </p:cNvPr>
          <p:cNvCxnSpPr>
            <a:cxnSpLocks/>
          </p:cNvCxnSpPr>
          <p:nvPr userDrawn="1"/>
        </p:nvCxnSpPr>
        <p:spPr>
          <a:xfrm>
            <a:off x="647826" y="972016"/>
            <a:ext cx="1071975" cy="0"/>
          </a:xfrm>
          <a:prstGeom prst="straightConnector1">
            <a:avLst/>
          </a:prstGeom>
          <a:noFill/>
          <a:ln w="28575" cap="flat" cmpd="sng">
            <a:solidFill>
              <a:schemeClr val="dk2"/>
            </a:solidFill>
            <a:prstDash val="solid"/>
            <a:round/>
            <a:headEnd type="none" w="med" len="med"/>
            <a:tailEnd type="none" w="med" len="med"/>
          </a:ln>
        </p:spPr>
      </p:cxnSp>
    </p:spTree>
    <p:extLst>
      <p:ext uri="{BB962C8B-B14F-4D97-AF65-F5344CB8AC3E}">
        <p14:creationId xmlns:p14="http://schemas.microsoft.com/office/powerpoint/2010/main" val="2250687548"/>
      </p:ext>
    </p:extLst>
  </p:cSld>
  <p:clrMapOvr>
    <a:masterClrMapping/>
  </p:clrMapOvr>
</p:sldLayout>
</file>

<file path=ppt/slideLayouts/slideLayout213.xml><?xml version="1.0" encoding="utf-8"?>
<p:sldLayout xmlns:a="http://schemas.openxmlformats.org/drawingml/2006/main" xmlns:r="http://schemas.openxmlformats.org/officeDocument/2006/relationships" xmlns:p="http://schemas.openxmlformats.org/presentationml/2006/main" preserve="1" userDrawn="1">
  <p:cSld name="Left_Visual_NOHeadline_1">
    <p:spTree>
      <p:nvGrpSpPr>
        <p:cNvPr id="1" name=""/>
        <p:cNvGrpSpPr/>
        <p:nvPr/>
      </p:nvGrpSpPr>
      <p:grpSpPr>
        <a:xfrm>
          <a:off x="0" y="0"/>
          <a:ext cx="0" cy="0"/>
          <a:chOff x="0" y="0"/>
          <a:chExt cx="0" cy="0"/>
        </a:xfrm>
      </p:grpSpPr>
      <p:pic>
        <p:nvPicPr>
          <p:cNvPr id="3" name="Google Shape;1084;p176">
            <a:extLst>
              <a:ext uri="{FF2B5EF4-FFF2-40B4-BE49-F238E27FC236}">
                <a16:creationId xmlns:a16="http://schemas.microsoft.com/office/drawing/2014/main" id="{752D4A99-8B8B-4C89-B887-FEA5027B56EC}"/>
              </a:ext>
            </a:extLst>
          </p:cNvPr>
          <p:cNvPicPr preferRelativeResize="0"/>
          <p:nvPr userDrawn="1"/>
        </p:nvPicPr>
        <p:blipFill>
          <a:blip r:embed="rId2" cstate="email">
            <a:alphaModFix/>
            <a:extLst>
              <a:ext uri="{28A0092B-C50C-407E-A947-70E740481C1C}">
                <a14:useLocalDpi xmlns:a14="http://schemas.microsoft.com/office/drawing/2010/main"/>
              </a:ext>
            </a:extLst>
          </a:blip>
          <a:stretch>
            <a:fillRect/>
          </a:stretch>
        </p:blipFill>
        <p:spPr>
          <a:xfrm>
            <a:off x="0" y="-6"/>
            <a:ext cx="12192000" cy="6857996"/>
          </a:xfrm>
          <a:prstGeom prst="rect">
            <a:avLst/>
          </a:prstGeom>
          <a:noFill/>
          <a:ln>
            <a:noFill/>
          </a:ln>
        </p:spPr>
      </p:pic>
      <p:sp>
        <p:nvSpPr>
          <p:cNvPr id="5" name="Rechteck 7">
            <a:extLst>
              <a:ext uri="{FF2B5EF4-FFF2-40B4-BE49-F238E27FC236}">
                <a16:creationId xmlns:a16="http://schemas.microsoft.com/office/drawing/2014/main" id="{212FD455-64A6-4665-8F34-1C40D9BF5F7A}"/>
              </a:ext>
            </a:extLst>
          </p:cNvPr>
          <p:cNvSpPr/>
          <p:nvPr userDrawn="1"/>
        </p:nvSpPr>
        <p:spPr>
          <a:xfrm rot="691985">
            <a:off x="7120723" y="-379251"/>
            <a:ext cx="5682513" cy="7880677"/>
          </a:xfrm>
          <a:custGeom>
            <a:avLst/>
            <a:gdLst>
              <a:gd name="connsiteX0" fmla="*/ 0 w 5198844"/>
              <a:gd name="connsiteY0" fmla="*/ 0 h 7932741"/>
              <a:gd name="connsiteX1" fmla="*/ 5198844 w 5198844"/>
              <a:gd name="connsiteY1" fmla="*/ 0 h 7932741"/>
              <a:gd name="connsiteX2" fmla="*/ 5198844 w 5198844"/>
              <a:gd name="connsiteY2" fmla="*/ 7932741 h 7932741"/>
              <a:gd name="connsiteX3" fmla="*/ 0 w 5198844"/>
              <a:gd name="connsiteY3" fmla="*/ 7932741 h 7932741"/>
              <a:gd name="connsiteX4" fmla="*/ 0 w 5198844"/>
              <a:gd name="connsiteY4" fmla="*/ 0 h 7932741"/>
              <a:gd name="connsiteX0" fmla="*/ 10409 w 5209253"/>
              <a:gd name="connsiteY0" fmla="*/ 0 h 7932741"/>
              <a:gd name="connsiteX1" fmla="*/ 5209253 w 5209253"/>
              <a:gd name="connsiteY1" fmla="*/ 0 h 7932741"/>
              <a:gd name="connsiteX2" fmla="*/ 5209253 w 5209253"/>
              <a:gd name="connsiteY2" fmla="*/ 7932741 h 7932741"/>
              <a:gd name="connsiteX3" fmla="*/ 0 w 5209253"/>
              <a:gd name="connsiteY3" fmla="*/ 7818210 h 7932741"/>
              <a:gd name="connsiteX4" fmla="*/ 10409 w 5209253"/>
              <a:gd name="connsiteY4" fmla="*/ 0 h 7932741"/>
              <a:gd name="connsiteX0" fmla="*/ 10409 w 5209253"/>
              <a:gd name="connsiteY0" fmla="*/ 0 h 7818210"/>
              <a:gd name="connsiteX1" fmla="*/ 5209253 w 5209253"/>
              <a:gd name="connsiteY1" fmla="*/ 0 h 7818210"/>
              <a:gd name="connsiteX2" fmla="*/ 4163522 w 5209253"/>
              <a:gd name="connsiteY2" fmla="*/ 6746262 h 7818210"/>
              <a:gd name="connsiteX3" fmla="*/ 0 w 5209253"/>
              <a:gd name="connsiteY3" fmla="*/ 7818210 h 7818210"/>
              <a:gd name="connsiteX4" fmla="*/ 10409 w 5209253"/>
              <a:gd name="connsiteY4" fmla="*/ 0 h 7818210"/>
              <a:gd name="connsiteX0" fmla="*/ 10409 w 5209253"/>
              <a:gd name="connsiteY0" fmla="*/ 0 h 7818210"/>
              <a:gd name="connsiteX1" fmla="*/ 5209253 w 5209253"/>
              <a:gd name="connsiteY1" fmla="*/ 0 h 7818210"/>
              <a:gd name="connsiteX2" fmla="*/ 4644752 w 5209253"/>
              <a:gd name="connsiteY2" fmla="*/ 6881376 h 7818210"/>
              <a:gd name="connsiteX3" fmla="*/ 0 w 5209253"/>
              <a:gd name="connsiteY3" fmla="*/ 7818210 h 7818210"/>
              <a:gd name="connsiteX4" fmla="*/ 10409 w 5209253"/>
              <a:gd name="connsiteY4" fmla="*/ 0 h 7818210"/>
              <a:gd name="connsiteX0" fmla="*/ 10409 w 4644752"/>
              <a:gd name="connsiteY0" fmla="*/ 0 h 7818210"/>
              <a:gd name="connsiteX1" fmla="*/ 2914556 w 4644752"/>
              <a:gd name="connsiteY1" fmla="*/ 442318 h 7818210"/>
              <a:gd name="connsiteX2" fmla="*/ 4644752 w 4644752"/>
              <a:gd name="connsiteY2" fmla="*/ 6881376 h 7818210"/>
              <a:gd name="connsiteX3" fmla="*/ 0 w 4644752"/>
              <a:gd name="connsiteY3" fmla="*/ 7818210 h 7818210"/>
              <a:gd name="connsiteX4" fmla="*/ 10409 w 4644752"/>
              <a:gd name="connsiteY4" fmla="*/ 0 h 7818210"/>
              <a:gd name="connsiteX0" fmla="*/ 10409 w 4644752"/>
              <a:gd name="connsiteY0" fmla="*/ 0 h 7818210"/>
              <a:gd name="connsiteX1" fmla="*/ 3289646 w 4644752"/>
              <a:gd name="connsiteY1" fmla="*/ 184317 h 7818210"/>
              <a:gd name="connsiteX2" fmla="*/ 4644752 w 4644752"/>
              <a:gd name="connsiteY2" fmla="*/ 6881376 h 7818210"/>
              <a:gd name="connsiteX3" fmla="*/ 0 w 4644752"/>
              <a:gd name="connsiteY3" fmla="*/ 7818210 h 7818210"/>
              <a:gd name="connsiteX4" fmla="*/ 10409 w 4644752"/>
              <a:gd name="connsiteY4" fmla="*/ 0 h 7818210"/>
              <a:gd name="connsiteX0" fmla="*/ 1245 w 4644752"/>
              <a:gd name="connsiteY0" fmla="*/ 660064 h 7633893"/>
              <a:gd name="connsiteX1" fmla="*/ 3289646 w 4644752"/>
              <a:gd name="connsiteY1" fmla="*/ 0 h 7633893"/>
              <a:gd name="connsiteX2" fmla="*/ 4644752 w 4644752"/>
              <a:gd name="connsiteY2" fmla="*/ 6697059 h 7633893"/>
              <a:gd name="connsiteX3" fmla="*/ 0 w 4644752"/>
              <a:gd name="connsiteY3" fmla="*/ 7633893 h 7633893"/>
              <a:gd name="connsiteX4" fmla="*/ 1245 w 4644752"/>
              <a:gd name="connsiteY4" fmla="*/ 660064 h 7633893"/>
              <a:gd name="connsiteX0" fmla="*/ 1245 w 4644752"/>
              <a:gd name="connsiteY0" fmla="*/ 880465 h 7854294"/>
              <a:gd name="connsiteX1" fmla="*/ 4242723 w 4644752"/>
              <a:gd name="connsiteY1" fmla="*/ 0 h 7854294"/>
              <a:gd name="connsiteX2" fmla="*/ 4644752 w 4644752"/>
              <a:gd name="connsiteY2" fmla="*/ 6917460 h 7854294"/>
              <a:gd name="connsiteX3" fmla="*/ 0 w 4644752"/>
              <a:gd name="connsiteY3" fmla="*/ 7854294 h 7854294"/>
              <a:gd name="connsiteX4" fmla="*/ 1245 w 4644752"/>
              <a:gd name="connsiteY4" fmla="*/ 880465 h 7854294"/>
              <a:gd name="connsiteX0" fmla="*/ 1245 w 5620429"/>
              <a:gd name="connsiteY0" fmla="*/ 880465 h 7854294"/>
              <a:gd name="connsiteX1" fmla="*/ 4242723 w 5620429"/>
              <a:gd name="connsiteY1" fmla="*/ 0 h 7854294"/>
              <a:gd name="connsiteX2" fmla="*/ 5620429 w 5620429"/>
              <a:gd name="connsiteY2" fmla="*/ 6744293 h 7854294"/>
              <a:gd name="connsiteX3" fmla="*/ 0 w 5620429"/>
              <a:gd name="connsiteY3" fmla="*/ 7854294 h 7854294"/>
              <a:gd name="connsiteX4" fmla="*/ 1245 w 5620429"/>
              <a:gd name="connsiteY4" fmla="*/ 880465 h 7854294"/>
              <a:gd name="connsiteX0" fmla="*/ 3405 w 5622589"/>
              <a:gd name="connsiteY0" fmla="*/ 880465 h 7794630"/>
              <a:gd name="connsiteX1" fmla="*/ 4244883 w 5622589"/>
              <a:gd name="connsiteY1" fmla="*/ 0 h 7794630"/>
              <a:gd name="connsiteX2" fmla="*/ 5622589 w 5622589"/>
              <a:gd name="connsiteY2" fmla="*/ 6744293 h 7794630"/>
              <a:gd name="connsiteX3" fmla="*/ 0 w 5622589"/>
              <a:gd name="connsiteY3" fmla="*/ 7794630 h 7794630"/>
              <a:gd name="connsiteX4" fmla="*/ 3405 w 5622589"/>
              <a:gd name="connsiteY4" fmla="*/ 880465 h 7794630"/>
              <a:gd name="connsiteX0" fmla="*/ 3405 w 5525217"/>
              <a:gd name="connsiteY0" fmla="*/ 880465 h 7794630"/>
              <a:gd name="connsiteX1" fmla="*/ 4244883 w 5525217"/>
              <a:gd name="connsiteY1" fmla="*/ 0 h 7794630"/>
              <a:gd name="connsiteX2" fmla="*/ 5525217 w 5525217"/>
              <a:gd name="connsiteY2" fmla="*/ 6463632 h 7794630"/>
              <a:gd name="connsiteX3" fmla="*/ 0 w 5525217"/>
              <a:gd name="connsiteY3" fmla="*/ 7794630 h 7794630"/>
              <a:gd name="connsiteX4" fmla="*/ 3405 w 5525217"/>
              <a:gd name="connsiteY4" fmla="*/ 880465 h 7794630"/>
              <a:gd name="connsiteX0" fmla="*/ 3405 w 5612581"/>
              <a:gd name="connsiteY0" fmla="*/ 880465 h 7794630"/>
              <a:gd name="connsiteX1" fmla="*/ 4244883 w 5612581"/>
              <a:gd name="connsiteY1" fmla="*/ 0 h 7794630"/>
              <a:gd name="connsiteX2" fmla="*/ 5612581 w 5612581"/>
              <a:gd name="connsiteY2" fmla="*/ 6646161 h 7794630"/>
              <a:gd name="connsiteX3" fmla="*/ 0 w 5612581"/>
              <a:gd name="connsiteY3" fmla="*/ 7794630 h 7794630"/>
              <a:gd name="connsiteX4" fmla="*/ 3405 w 5612581"/>
              <a:gd name="connsiteY4" fmla="*/ 880465 h 7794630"/>
              <a:gd name="connsiteX0" fmla="*/ 3405 w 5612581"/>
              <a:gd name="connsiteY0" fmla="*/ 880465 h 7794630"/>
              <a:gd name="connsiteX1" fmla="*/ 4244883 w 5612581"/>
              <a:gd name="connsiteY1" fmla="*/ 0 h 7794630"/>
              <a:gd name="connsiteX2" fmla="*/ 5612581 w 5612581"/>
              <a:gd name="connsiteY2" fmla="*/ 6646161 h 7794630"/>
              <a:gd name="connsiteX3" fmla="*/ 0 w 5612581"/>
              <a:gd name="connsiteY3" fmla="*/ 7794630 h 7794630"/>
              <a:gd name="connsiteX4" fmla="*/ 3405 w 5612581"/>
              <a:gd name="connsiteY4" fmla="*/ 880465 h 7794630"/>
              <a:gd name="connsiteX0" fmla="*/ 3405 w 5612590"/>
              <a:gd name="connsiteY0" fmla="*/ 880465 h 7794630"/>
              <a:gd name="connsiteX1" fmla="*/ 4244883 w 5612590"/>
              <a:gd name="connsiteY1" fmla="*/ 0 h 7794630"/>
              <a:gd name="connsiteX2" fmla="*/ 5612581 w 5612590"/>
              <a:gd name="connsiteY2" fmla="*/ 6646161 h 7794630"/>
              <a:gd name="connsiteX3" fmla="*/ 0 w 5612590"/>
              <a:gd name="connsiteY3" fmla="*/ 7794630 h 7794630"/>
              <a:gd name="connsiteX4" fmla="*/ 3405 w 5612590"/>
              <a:gd name="connsiteY4" fmla="*/ 880465 h 7794630"/>
              <a:gd name="connsiteX0" fmla="*/ 3405 w 5612590"/>
              <a:gd name="connsiteY0" fmla="*/ 880465 h 7794630"/>
              <a:gd name="connsiteX1" fmla="*/ 4244883 w 5612590"/>
              <a:gd name="connsiteY1" fmla="*/ 0 h 7794630"/>
              <a:gd name="connsiteX2" fmla="*/ 5612581 w 5612590"/>
              <a:gd name="connsiteY2" fmla="*/ 6646161 h 7794630"/>
              <a:gd name="connsiteX3" fmla="*/ 0 w 5612590"/>
              <a:gd name="connsiteY3" fmla="*/ 7794630 h 7794630"/>
              <a:gd name="connsiteX4" fmla="*/ 3405 w 5612590"/>
              <a:gd name="connsiteY4" fmla="*/ 880465 h 7794630"/>
              <a:gd name="connsiteX0" fmla="*/ 3405 w 5612590"/>
              <a:gd name="connsiteY0" fmla="*/ 880465 h 7794630"/>
              <a:gd name="connsiteX1" fmla="*/ 4244883 w 5612590"/>
              <a:gd name="connsiteY1" fmla="*/ 0 h 7794630"/>
              <a:gd name="connsiteX2" fmla="*/ 5612581 w 5612590"/>
              <a:gd name="connsiteY2" fmla="*/ 6646161 h 7794630"/>
              <a:gd name="connsiteX3" fmla="*/ 0 w 5612590"/>
              <a:gd name="connsiteY3" fmla="*/ 7794630 h 7794630"/>
              <a:gd name="connsiteX4" fmla="*/ 3405 w 5612590"/>
              <a:gd name="connsiteY4" fmla="*/ 880465 h 7794630"/>
              <a:gd name="connsiteX0" fmla="*/ 3405 w 5612590"/>
              <a:gd name="connsiteY0" fmla="*/ 880465 h 7794630"/>
              <a:gd name="connsiteX1" fmla="*/ 4244883 w 5612590"/>
              <a:gd name="connsiteY1" fmla="*/ 0 h 7794630"/>
              <a:gd name="connsiteX2" fmla="*/ 5612581 w 5612590"/>
              <a:gd name="connsiteY2" fmla="*/ 6646161 h 7794630"/>
              <a:gd name="connsiteX3" fmla="*/ 0 w 5612590"/>
              <a:gd name="connsiteY3" fmla="*/ 7794630 h 7794630"/>
              <a:gd name="connsiteX4" fmla="*/ 3405 w 5612590"/>
              <a:gd name="connsiteY4" fmla="*/ 880465 h 7794630"/>
              <a:gd name="connsiteX0" fmla="*/ 3405 w 5612590"/>
              <a:gd name="connsiteY0" fmla="*/ 880465 h 7794630"/>
              <a:gd name="connsiteX1" fmla="*/ 4244883 w 5612590"/>
              <a:gd name="connsiteY1" fmla="*/ 0 h 7794630"/>
              <a:gd name="connsiteX2" fmla="*/ 5612581 w 5612590"/>
              <a:gd name="connsiteY2" fmla="*/ 6646161 h 7794630"/>
              <a:gd name="connsiteX3" fmla="*/ 0 w 5612590"/>
              <a:gd name="connsiteY3" fmla="*/ 7794630 h 7794630"/>
              <a:gd name="connsiteX4" fmla="*/ 3405 w 5612590"/>
              <a:gd name="connsiteY4" fmla="*/ 880465 h 7794630"/>
              <a:gd name="connsiteX0" fmla="*/ 3405 w 5612590"/>
              <a:gd name="connsiteY0" fmla="*/ 880465 h 7794630"/>
              <a:gd name="connsiteX1" fmla="*/ 4244883 w 5612590"/>
              <a:gd name="connsiteY1" fmla="*/ 0 h 7794630"/>
              <a:gd name="connsiteX2" fmla="*/ 5612581 w 5612590"/>
              <a:gd name="connsiteY2" fmla="*/ 6646161 h 7794630"/>
              <a:gd name="connsiteX3" fmla="*/ 0 w 5612590"/>
              <a:gd name="connsiteY3" fmla="*/ 7794630 h 7794630"/>
              <a:gd name="connsiteX4" fmla="*/ 3405 w 5612590"/>
              <a:gd name="connsiteY4" fmla="*/ 880465 h 7794630"/>
              <a:gd name="connsiteX0" fmla="*/ 3405 w 5612590"/>
              <a:gd name="connsiteY0" fmla="*/ 868178 h 7782343"/>
              <a:gd name="connsiteX1" fmla="*/ 4247392 w 5612590"/>
              <a:gd name="connsiteY1" fmla="*/ 1 h 7782343"/>
              <a:gd name="connsiteX2" fmla="*/ 5612581 w 5612590"/>
              <a:gd name="connsiteY2" fmla="*/ 6633874 h 7782343"/>
              <a:gd name="connsiteX3" fmla="*/ 0 w 5612590"/>
              <a:gd name="connsiteY3" fmla="*/ 7782343 h 7782343"/>
              <a:gd name="connsiteX4" fmla="*/ 3405 w 5612590"/>
              <a:gd name="connsiteY4" fmla="*/ 868178 h 7782343"/>
              <a:gd name="connsiteX0" fmla="*/ 3405 w 5612590"/>
              <a:gd name="connsiteY0" fmla="*/ 868224 h 7782389"/>
              <a:gd name="connsiteX1" fmla="*/ 4259387 w 5612590"/>
              <a:gd name="connsiteY1" fmla="*/ 0 h 7782389"/>
              <a:gd name="connsiteX2" fmla="*/ 5612581 w 5612590"/>
              <a:gd name="connsiteY2" fmla="*/ 6633920 h 7782389"/>
              <a:gd name="connsiteX3" fmla="*/ 0 w 5612590"/>
              <a:gd name="connsiteY3" fmla="*/ 7782389 h 7782389"/>
              <a:gd name="connsiteX4" fmla="*/ 3405 w 5612590"/>
              <a:gd name="connsiteY4" fmla="*/ 868224 h 7782389"/>
              <a:gd name="connsiteX0" fmla="*/ 3405 w 5612590"/>
              <a:gd name="connsiteY0" fmla="*/ 868225 h 7782390"/>
              <a:gd name="connsiteX1" fmla="*/ 4259387 w 5612590"/>
              <a:gd name="connsiteY1" fmla="*/ 1 h 7782390"/>
              <a:gd name="connsiteX2" fmla="*/ 5612581 w 5612590"/>
              <a:gd name="connsiteY2" fmla="*/ 6633921 h 7782390"/>
              <a:gd name="connsiteX3" fmla="*/ 0 w 5612590"/>
              <a:gd name="connsiteY3" fmla="*/ 7782390 h 7782390"/>
              <a:gd name="connsiteX4" fmla="*/ 3405 w 5612590"/>
              <a:gd name="connsiteY4" fmla="*/ 868225 h 7782390"/>
              <a:gd name="connsiteX0" fmla="*/ 3405 w 5613060"/>
              <a:gd name="connsiteY0" fmla="*/ 868225 h 7782390"/>
              <a:gd name="connsiteX1" fmla="*/ 4259387 w 5613060"/>
              <a:gd name="connsiteY1" fmla="*/ 1 h 7782390"/>
              <a:gd name="connsiteX2" fmla="*/ 5613051 w 5613060"/>
              <a:gd name="connsiteY2" fmla="*/ 6636225 h 7782390"/>
              <a:gd name="connsiteX3" fmla="*/ 0 w 5613060"/>
              <a:gd name="connsiteY3" fmla="*/ 7782390 h 7782390"/>
              <a:gd name="connsiteX4" fmla="*/ 3405 w 5613060"/>
              <a:gd name="connsiteY4" fmla="*/ 868225 h 7782390"/>
              <a:gd name="connsiteX0" fmla="*/ 3405 w 5613060"/>
              <a:gd name="connsiteY0" fmla="*/ 868225 h 7782390"/>
              <a:gd name="connsiteX1" fmla="*/ 4259387 w 5613060"/>
              <a:gd name="connsiteY1" fmla="*/ 1 h 7782390"/>
              <a:gd name="connsiteX2" fmla="*/ 5613051 w 5613060"/>
              <a:gd name="connsiteY2" fmla="*/ 6636225 h 7782390"/>
              <a:gd name="connsiteX3" fmla="*/ 0 w 5613060"/>
              <a:gd name="connsiteY3" fmla="*/ 7782390 h 7782390"/>
              <a:gd name="connsiteX4" fmla="*/ 3405 w 5613060"/>
              <a:gd name="connsiteY4" fmla="*/ 868225 h 7782390"/>
              <a:gd name="connsiteX0" fmla="*/ 3405 w 5613531"/>
              <a:gd name="connsiteY0" fmla="*/ 868225 h 7782390"/>
              <a:gd name="connsiteX1" fmla="*/ 4259387 w 5613531"/>
              <a:gd name="connsiteY1" fmla="*/ 1 h 7782390"/>
              <a:gd name="connsiteX2" fmla="*/ 5613522 w 5613531"/>
              <a:gd name="connsiteY2" fmla="*/ 6638530 h 7782390"/>
              <a:gd name="connsiteX3" fmla="*/ 0 w 5613531"/>
              <a:gd name="connsiteY3" fmla="*/ 7782390 h 7782390"/>
              <a:gd name="connsiteX4" fmla="*/ 3405 w 5613531"/>
              <a:gd name="connsiteY4" fmla="*/ 868225 h 77823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613531" h="7782390">
                <a:moveTo>
                  <a:pt x="3405" y="868225"/>
                </a:moveTo>
                <a:lnTo>
                  <a:pt x="4259387" y="1"/>
                </a:lnTo>
                <a:cubicBezTo>
                  <a:pt x="4261274" y="-3210"/>
                  <a:pt x="5615777" y="6644130"/>
                  <a:pt x="5613522" y="6638530"/>
                </a:cubicBezTo>
                <a:cubicBezTo>
                  <a:pt x="5620571" y="6648305"/>
                  <a:pt x="1870860" y="7399567"/>
                  <a:pt x="0" y="7782390"/>
                </a:cubicBezTo>
                <a:cubicBezTo>
                  <a:pt x="3470" y="5176320"/>
                  <a:pt x="-65" y="3474295"/>
                  <a:pt x="3405" y="868225"/>
                </a:cubicBezTo>
                <a:close/>
              </a:path>
            </a:pathLst>
          </a:custGeom>
          <a:solidFill>
            <a:srgbClr val="F7F6F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sz="1800">
              <a:latin typeface="Calibri" panose="020F0502020204030204" pitchFamily="34" charset="0"/>
            </a:endParaRPr>
          </a:p>
        </p:txBody>
      </p:sp>
      <p:pic>
        <p:nvPicPr>
          <p:cNvPr id="6" name="Grafik 11">
            <a:extLst>
              <a:ext uri="{FF2B5EF4-FFF2-40B4-BE49-F238E27FC236}">
                <a16:creationId xmlns:a16="http://schemas.microsoft.com/office/drawing/2014/main" id="{AFBD78E7-0361-4E56-B935-6A359A1ADDAE}"/>
              </a:ext>
            </a:extLst>
          </p:cNvPr>
          <p:cNvPicPr>
            <a:picLocks noChangeAspect="1"/>
          </p:cNvPicPr>
          <p:nvPr userDrawn="1"/>
        </p:nvPicPr>
        <p:blipFill>
          <a:blip r:embed="rId3" cstate="email">
            <a:extLst>
              <a:ext uri="{28A0092B-C50C-407E-A947-70E740481C1C}">
                <a14:useLocalDpi xmlns:a14="http://schemas.microsoft.com/office/drawing/2010/main"/>
              </a:ext>
            </a:extLst>
          </a:blip>
          <a:stretch>
            <a:fillRect/>
          </a:stretch>
        </p:blipFill>
        <p:spPr>
          <a:xfrm>
            <a:off x="10821537" y="295772"/>
            <a:ext cx="1016235" cy="155088"/>
          </a:xfrm>
          <a:prstGeom prst="rect">
            <a:avLst/>
          </a:prstGeom>
        </p:spPr>
      </p:pic>
    </p:spTree>
    <p:extLst>
      <p:ext uri="{BB962C8B-B14F-4D97-AF65-F5344CB8AC3E}">
        <p14:creationId xmlns:p14="http://schemas.microsoft.com/office/powerpoint/2010/main" val="4189516657"/>
      </p:ext>
    </p:extLst>
  </p:cSld>
  <p:clrMapOvr>
    <a:masterClrMapping/>
  </p:clrMapOvr>
</p:sldLayout>
</file>

<file path=ppt/slideLayouts/slideLayout214.xml><?xml version="1.0" encoding="utf-8"?>
<p:sldLayout xmlns:a="http://schemas.openxmlformats.org/drawingml/2006/main" xmlns:r="http://schemas.openxmlformats.org/officeDocument/2006/relationships" xmlns:p="http://schemas.openxmlformats.org/presentationml/2006/main" preserve="1" userDrawn="1">
  <p:cSld name="Left_Visual_NOHeadline_2">
    <p:spTree>
      <p:nvGrpSpPr>
        <p:cNvPr id="1" name=""/>
        <p:cNvGrpSpPr/>
        <p:nvPr/>
      </p:nvGrpSpPr>
      <p:grpSpPr>
        <a:xfrm>
          <a:off x="0" y="0"/>
          <a:ext cx="0" cy="0"/>
          <a:chOff x="0" y="0"/>
          <a:chExt cx="0" cy="0"/>
        </a:xfrm>
      </p:grpSpPr>
      <p:pic>
        <p:nvPicPr>
          <p:cNvPr id="9" name="Google Shape;1422;p192">
            <a:extLst>
              <a:ext uri="{FF2B5EF4-FFF2-40B4-BE49-F238E27FC236}">
                <a16:creationId xmlns:a16="http://schemas.microsoft.com/office/drawing/2014/main" id="{1260644F-5EBA-4768-B238-9324084B8CC2}"/>
              </a:ext>
            </a:extLst>
          </p:cNvPr>
          <p:cNvPicPr preferRelativeResize="0"/>
          <p:nvPr userDrawn="1"/>
        </p:nvPicPr>
        <p:blipFill rotWithShape="1">
          <a:blip r:embed="rId2" cstate="email">
            <a:alphaModFix/>
            <a:extLst>
              <a:ext uri="{28A0092B-C50C-407E-A947-70E740481C1C}">
                <a14:useLocalDpi xmlns:a14="http://schemas.microsoft.com/office/drawing/2010/main"/>
              </a:ext>
            </a:extLst>
          </a:blip>
          <a:srcRect r="-19918"/>
          <a:stretch/>
        </p:blipFill>
        <p:spPr>
          <a:xfrm>
            <a:off x="0" y="-3400"/>
            <a:ext cx="12192000" cy="6858000"/>
          </a:xfrm>
          <a:prstGeom prst="rect">
            <a:avLst/>
          </a:prstGeom>
          <a:noFill/>
          <a:ln>
            <a:noFill/>
          </a:ln>
        </p:spPr>
      </p:pic>
      <p:sp>
        <p:nvSpPr>
          <p:cNvPr id="5" name="Rechteck 7">
            <a:extLst>
              <a:ext uri="{FF2B5EF4-FFF2-40B4-BE49-F238E27FC236}">
                <a16:creationId xmlns:a16="http://schemas.microsoft.com/office/drawing/2014/main" id="{212FD455-64A6-4665-8F34-1C40D9BF5F7A}"/>
              </a:ext>
            </a:extLst>
          </p:cNvPr>
          <p:cNvSpPr/>
          <p:nvPr userDrawn="1"/>
        </p:nvSpPr>
        <p:spPr>
          <a:xfrm rot="691985">
            <a:off x="6005881" y="-487531"/>
            <a:ext cx="6793736" cy="8102282"/>
          </a:xfrm>
          <a:custGeom>
            <a:avLst/>
            <a:gdLst>
              <a:gd name="connsiteX0" fmla="*/ 0 w 5198844"/>
              <a:gd name="connsiteY0" fmla="*/ 0 h 7932741"/>
              <a:gd name="connsiteX1" fmla="*/ 5198844 w 5198844"/>
              <a:gd name="connsiteY1" fmla="*/ 0 h 7932741"/>
              <a:gd name="connsiteX2" fmla="*/ 5198844 w 5198844"/>
              <a:gd name="connsiteY2" fmla="*/ 7932741 h 7932741"/>
              <a:gd name="connsiteX3" fmla="*/ 0 w 5198844"/>
              <a:gd name="connsiteY3" fmla="*/ 7932741 h 7932741"/>
              <a:gd name="connsiteX4" fmla="*/ 0 w 5198844"/>
              <a:gd name="connsiteY4" fmla="*/ 0 h 7932741"/>
              <a:gd name="connsiteX0" fmla="*/ 10409 w 5209253"/>
              <a:gd name="connsiteY0" fmla="*/ 0 h 7932741"/>
              <a:gd name="connsiteX1" fmla="*/ 5209253 w 5209253"/>
              <a:gd name="connsiteY1" fmla="*/ 0 h 7932741"/>
              <a:gd name="connsiteX2" fmla="*/ 5209253 w 5209253"/>
              <a:gd name="connsiteY2" fmla="*/ 7932741 h 7932741"/>
              <a:gd name="connsiteX3" fmla="*/ 0 w 5209253"/>
              <a:gd name="connsiteY3" fmla="*/ 7818210 h 7932741"/>
              <a:gd name="connsiteX4" fmla="*/ 10409 w 5209253"/>
              <a:gd name="connsiteY4" fmla="*/ 0 h 7932741"/>
              <a:gd name="connsiteX0" fmla="*/ 10409 w 5209253"/>
              <a:gd name="connsiteY0" fmla="*/ 0 h 7818210"/>
              <a:gd name="connsiteX1" fmla="*/ 5209253 w 5209253"/>
              <a:gd name="connsiteY1" fmla="*/ 0 h 7818210"/>
              <a:gd name="connsiteX2" fmla="*/ 4163522 w 5209253"/>
              <a:gd name="connsiteY2" fmla="*/ 6746262 h 7818210"/>
              <a:gd name="connsiteX3" fmla="*/ 0 w 5209253"/>
              <a:gd name="connsiteY3" fmla="*/ 7818210 h 7818210"/>
              <a:gd name="connsiteX4" fmla="*/ 10409 w 5209253"/>
              <a:gd name="connsiteY4" fmla="*/ 0 h 7818210"/>
              <a:gd name="connsiteX0" fmla="*/ 10409 w 5209253"/>
              <a:gd name="connsiteY0" fmla="*/ 0 h 7818210"/>
              <a:gd name="connsiteX1" fmla="*/ 5209253 w 5209253"/>
              <a:gd name="connsiteY1" fmla="*/ 0 h 7818210"/>
              <a:gd name="connsiteX2" fmla="*/ 4644752 w 5209253"/>
              <a:gd name="connsiteY2" fmla="*/ 6881376 h 7818210"/>
              <a:gd name="connsiteX3" fmla="*/ 0 w 5209253"/>
              <a:gd name="connsiteY3" fmla="*/ 7818210 h 7818210"/>
              <a:gd name="connsiteX4" fmla="*/ 10409 w 5209253"/>
              <a:gd name="connsiteY4" fmla="*/ 0 h 7818210"/>
              <a:gd name="connsiteX0" fmla="*/ 10409 w 4644752"/>
              <a:gd name="connsiteY0" fmla="*/ 0 h 7818210"/>
              <a:gd name="connsiteX1" fmla="*/ 2914556 w 4644752"/>
              <a:gd name="connsiteY1" fmla="*/ 442318 h 7818210"/>
              <a:gd name="connsiteX2" fmla="*/ 4644752 w 4644752"/>
              <a:gd name="connsiteY2" fmla="*/ 6881376 h 7818210"/>
              <a:gd name="connsiteX3" fmla="*/ 0 w 4644752"/>
              <a:gd name="connsiteY3" fmla="*/ 7818210 h 7818210"/>
              <a:gd name="connsiteX4" fmla="*/ 10409 w 4644752"/>
              <a:gd name="connsiteY4" fmla="*/ 0 h 7818210"/>
              <a:gd name="connsiteX0" fmla="*/ 10409 w 4644752"/>
              <a:gd name="connsiteY0" fmla="*/ 0 h 7818210"/>
              <a:gd name="connsiteX1" fmla="*/ 3289646 w 4644752"/>
              <a:gd name="connsiteY1" fmla="*/ 184317 h 7818210"/>
              <a:gd name="connsiteX2" fmla="*/ 4644752 w 4644752"/>
              <a:gd name="connsiteY2" fmla="*/ 6881376 h 7818210"/>
              <a:gd name="connsiteX3" fmla="*/ 0 w 4644752"/>
              <a:gd name="connsiteY3" fmla="*/ 7818210 h 7818210"/>
              <a:gd name="connsiteX4" fmla="*/ 10409 w 4644752"/>
              <a:gd name="connsiteY4" fmla="*/ 0 h 7818210"/>
              <a:gd name="connsiteX0" fmla="*/ 1245 w 4644752"/>
              <a:gd name="connsiteY0" fmla="*/ 660064 h 7633893"/>
              <a:gd name="connsiteX1" fmla="*/ 3289646 w 4644752"/>
              <a:gd name="connsiteY1" fmla="*/ 0 h 7633893"/>
              <a:gd name="connsiteX2" fmla="*/ 4644752 w 4644752"/>
              <a:gd name="connsiteY2" fmla="*/ 6697059 h 7633893"/>
              <a:gd name="connsiteX3" fmla="*/ 0 w 4644752"/>
              <a:gd name="connsiteY3" fmla="*/ 7633893 h 7633893"/>
              <a:gd name="connsiteX4" fmla="*/ 1245 w 4644752"/>
              <a:gd name="connsiteY4" fmla="*/ 660064 h 7633893"/>
              <a:gd name="connsiteX0" fmla="*/ 1245 w 4644752"/>
              <a:gd name="connsiteY0" fmla="*/ 880465 h 7854294"/>
              <a:gd name="connsiteX1" fmla="*/ 4242723 w 4644752"/>
              <a:gd name="connsiteY1" fmla="*/ 0 h 7854294"/>
              <a:gd name="connsiteX2" fmla="*/ 4644752 w 4644752"/>
              <a:gd name="connsiteY2" fmla="*/ 6917460 h 7854294"/>
              <a:gd name="connsiteX3" fmla="*/ 0 w 4644752"/>
              <a:gd name="connsiteY3" fmla="*/ 7854294 h 7854294"/>
              <a:gd name="connsiteX4" fmla="*/ 1245 w 4644752"/>
              <a:gd name="connsiteY4" fmla="*/ 880465 h 7854294"/>
              <a:gd name="connsiteX0" fmla="*/ 1245 w 5620429"/>
              <a:gd name="connsiteY0" fmla="*/ 880465 h 7854294"/>
              <a:gd name="connsiteX1" fmla="*/ 4242723 w 5620429"/>
              <a:gd name="connsiteY1" fmla="*/ 0 h 7854294"/>
              <a:gd name="connsiteX2" fmla="*/ 5620429 w 5620429"/>
              <a:gd name="connsiteY2" fmla="*/ 6744293 h 7854294"/>
              <a:gd name="connsiteX3" fmla="*/ 0 w 5620429"/>
              <a:gd name="connsiteY3" fmla="*/ 7854294 h 7854294"/>
              <a:gd name="connsiteX4" fmla="*/ 1245 w 5620429"/>
              <a:gd name="connsiteY4" fmla="*/ 880465 h 7854294"/>
              <a:gd name="connsiteX0" fmla="*/ 3405 w 5622589"/>
              <a:gd name="connsiteY0" fmla="*/ 880465 h 7794630"/>
              <a:gd name="connsiteX1" fmla="*/ 4244883 w 5622589"/>
              <a:gd name="connsiteY1" fmla="*/ 0 h 7794630"/>
              <a:gd name="connsiteX2" fmla="*/ 5622589 w 5622589"/>
              <a:gd name="connsiteY2" fmla="*/ 6744293 h 7794630"/>
              <a:gd name="connsiteX3" fmla="*/ 0 w 5622589"/>
              <a:gd name="connsiteY3" fmla="*/ 7794630 h 7794630"/>
              <a:gd name="connsiteX4" fmla="*/ 3405 w 5622589"/>
              <a:gd name="connsiteY4" fmla="*/ 880465 h 7794630"/>
              <a:gd name="connsiteX0" fmla="*/ 3405 w 5525217"/>
              <a:gd name="connsiteY0" fmla="*/ 880465 h 7794630"/>
              <a:gd name="connsiteX1" fmla="*/ 4244883 w 5525217"/>
              <a:gd name="connsiteY1" fmla="*/ 0 h 7794630"/>
              <a:gd name="connsiteX2" fmla="*/ 5525217 w 5525217"/>
              <a:gd name="connsiteY2" fmla="*/ 6463632 h 7794630"/>
              <a:gd name="connsiteX3" fmla="*/ 0 w 5525217"/>
              <a:gd name="connsiteY3" fmla="*/ 7794630 h 7794630"/>
              <a:gd name="connsiteX4" fmla="*/ 3405 w 5525217"/>
              <a:gd name="connsiteY4" fmla="*/ 880465 h 7794630"/>
              <a:gd name="connsiteX0" fmla="*/ 3405 w 5612581"/>
              <a:gd name="connsiteY0" fmla="*/ 880465 h 7794630"/>
              <a:gd name="connsiteX1" fmla="*/ 4244883 w 5612581"/>
              <a:gd name="connsiteY1" fmla="*/ 0 h 7794630"/>
              <a:gd name="connsiteX2" fmla="*/ 5612581 w 5612581"/>
              <a:gd name="connsiteY2" fmla="*/ 6646161 h 7794630"/>
              <a:gd name="connsiteX3" fmla="*/ 0 w 5612581"/>
              <a:gd name="connsiteY3" fmla="*/ 7794630 h 7794630"/>
              <a:gd name="connsiteX4" fmla="*/ 3405 w 5612581"/>
              <a:gd name="connsiteY4" fmla="*/ 880465 h 7794630"/>
              <a:gd name="connsiteX0" fmla="*/ 3405 w 5612581"/>
              <a:gd name="connsiteY0" fmla="*/ 880465 h 7794630"/>
              <a:gd name="connsiteX1" fmla="*/ 4244883 w 5612581"/>
              <a:gd name="connsiteY1" fmla="*/ 0 h 7794630"/>
              <a:gd name="connsiteX2" fmla="*/ 5612581 w 5612581"/>
              <a:gd name="connsiteY2" fmla="*/ 6646161 h 7794630"/>
              <a:gd name="connsiteX3" fmla="*/ 0 w 5612581"/>
              <a:gd name="connsiteY3" fmla="*/ 7794630 h 7794630"/>
              <a:gd name="connsiteX4" fmla="*/ 3405 w 5612581"/>
              <a:gd name="connsiteY4" fmla="*/ 880465 h 7794630"/>
              <a:gd name="connsiteX0" fmla="*/ 3405 w 5612590"/>
              <a:gd name="connsiteY0" fmla="*/ 880465 h 7794630"/>
              <a:gd name="connsiteX1" fmla="*/ 4244883 w 5612590"/>
              <a:gd name="connsiteY1" fmla="*/ 0 h 7794630"/>
              <a:gd name="connsiteX2" fmla="*/ 5612581 w 5612590"/>
              <a:gd name="connsiteY2" fmla="*/ 6646161 h 7794630"/>
              <a:gd name="connsiteX3" fmla="*/ 0 w 5612590"/>
              <a:gd name="connsiteY3" fmla="*/ 7794630 h 7794630"/>
              <a:gd name="connsiteX4" fmla="*/ 3405 w 5612590"/>
              <a:gd name="connsiteY4" fmla="*/ 880465 h 7794630"/>
              <a:gd name="connsiteX0" fmla="*/ 3405 w 5612590"/>
              <a:gd name="connsiteY0" fmla="*/ 880465 h 7794630"/>
              <a:gd name="connsiteX1" fmla="*/ 4244883 w 5612590"/>
              <a:gd name="connsiteY1" fmla="*/ 0 h 7794630"/>
              <a:gd name="connsiteX2" fmla="*/ 5612581 w 5612590"/>
              <a:gd name="connsiteY2" fmla="*/ 6646161 h 7794630"/>
              <a:gd name="connsiteX3" fmla="*/ 0 w 5612590"/>
              <a:gd name="connsiteY3" fmla="*/ 7794630 h 7794630"/>
              <a:gd name="connsiteX4" fmla="*/ 3405 w 5612590"/>
              <a:gd name="connsiteY4" fmla="*/ 880465 h 7794630"/>
              <a:gd name="connsiteX0" fmla="*/ 3405 w 5612590"/>
              <a:gd name="connsiteY0" fmla="*/ 880465 h 7794630"/>
              <a:gd name="connsiteX1" fmla="*/ 4244883 w 5612590"/>
              <a:gd name="connsiteY1" fmla="*/ 0 h 7794630"/>
              <a:gd name="connsiteX2" fmla="*/ 5612581 w 5612590"/>
              <a:gd name="connsiteY2" fmla="*/ 6646161 h 7794630"/>
              <a:gd name="connsiteX3" fmla="*/ 0 w 5612590"/>
              <a:gd name="connsiteY3" fmla="*/ 7794630 h 7794630"/>
              <a:gd name="connsiteX4" fmla="*/ 3405 w 5612590"/>
              <a:gd name="connsiteY4" fmla="*/ 880465 h 7794630"/>
              <a:gd name="connsiteX0" fmla="*/ 3405 w 5612590"/>
              <a:gd name="connsiteY0" fmla="*/ 880465 h 7794630"/>
              <a:gd name="connsiteX1" fmla="*/ 4244883 w 5612590"/>
              <a:gd name="connsiteY1" fmla="*/ 0 h 7794630"/>
              <a:gd name="connsiteX2" fmla="*/ 5612581 w 5612590"/>
              <a:gd name="connsiteY2" fmla="*/ 6646161 h 7794630"/>
              <a:gd name="connsiteX3" fmla="*/ 0 w 5612590"/>
              <a:gd name="connsiteY3" fmla="*/ 7794630 h 7794630"/>
              <a:gd name="connsiteX4" fmla="*/ 3405 w 5612590"/>
              <a:gd name="connsiteY4" fmla="*/ 880465 h 7794630"/>
              <a:gd name="connsiteX0" fmla="*/ 3405 w 5612590"/>
              <a:gd name="connsiteY0" fmla="*/ 880465 h 7794630"/>
              <a:gd name="connsiteX1" fmla="*/ 4244883 w 5612590"/>
              <a:gd name="connsiteY1" fmla="*/ 0 h 7794630"/>
              <a:gd name="connsiteX2" fmla="*/ 5612581 w 5612590"/>
              <a:gd name="connsiteY2" fmla="*/ 6646161 h 7794630"/>
              <a:gd name="connsiteX3" fmla="*/ 0 w 5612590"/>
              <a:gd name="connsiteY3" fmla="*/ 7794630 h 7794630"/>
              <a:gd name="connsiteX4" fmla="*/ 3405 w 5612590"/>
              <a:gd name="connsiteY4" fmla="*/ 880465 h 7794630"/>
              <a:gd name="connsiteX0" fmla="*/ 3405 w 5612590"/>
              <a:gd name="connsiteY0" fmla="*/ 880465 h 7794630"/>
              <a:gd name="connsiteX1" fmla="*/ 4244883 w 5612590"/>
              <a:gd name="connsiteY1" fmla="*/ 0 h 7794630"/>
              <a:gd name="connsiteX2" fmla="*/ 5612581 w 5612590"/>
              <a:gd name="connsiteY2" fmla="*/ 6646161 h 7794630"/>
              <a:gd name="connsiteX3" fmla="*/ 0 w 5612590"/>
              <a:gd name="connsiteY3" fmla="*/ 7794630 h 7794630"/>
              <a:gd name="connsiteX4" fmla="*/ 3405 w 5612590"/>
              <a:gd name="connsiteY4" fmla="*/ 880465 h 7794630"/>
              <a:gd name="connsiteX0" fmla="*/ 3405 w 5612590"/>
              <a:gd name="connsiteY0" fmla="*/ 868178 h 7782343"/>
              <a:gd name="connsiteX1" fmla="*/ 4247392 w 5612590"/>
              <a:gd name="connsiteY1" fmla="*/ 1 h 7782343"/>
              <a:gd name="connsiteX2" fmla="*/ 5612581 w 5612590"/>
              <a:gd name="connsiteY2" fmla="*/ 6633874 h 7782343"/>
              <a:gd name="connsiteX3" fmla="*/ 0 w 5612590"/>
              <a:gd name="connsiteY3" fmla="*/ 7782343 h 7782343"/>
              <a:gd name="connsiteX4" fmla="*/ 3405 w 5612590"/>
              <a:gd name="connsiteY4" fmla="*/ 868178 h 7782343"/>
              <a:gd name="connsiteX0" fmla="*/ 3405 w 5612590"/>
              <a:gd name="connsiteY0" fmla="*/ 868224 h 7782389"/>
              <a:gd name="connsiteX1" fmla="*/ 4259387 w 5612590"/>
              <a:gd name="connsiteY1" fmla="*/ 0 h 7782389"/>
              <a:gd name="connsiteX2" fmla="*/ 5612581 w 5612590"/>
              <a:gd name="connsiteY2" fmla="*/ 6633920 h 7782389"/>
              <a:gd name="connsiteX3" fmla="*/ 0 w 5612590"/>
              <a:gd name="connsiteY3" fmla="*/ 7782389 h 7782389"/>
              <a:gd name="connsiteX4" fmla="*/ 3405 w 5612590"/>
              <a:gd name="connsiteY4" fmla="*/ 868224 h 7782389"/>
              <a:gd name="connsiteX0" fmla="*/ 3405 w 5612590"/>
              <a:gd name="connsiteY0" fmla="*/ 868225 h 7782390"/>
              <a:gd name="connsiteX1" fmla="*/ 4259387 w 5612590"/>
              <a:gd name="connsiteY1" fmla="*/ 1 h 7782390"/>
              <a:gd name="connsiteX2" fmla="*/ 5612581 w 5612590"/>
              <a:gd name="connsiteY2" fmla="*/ 6633921 h 7782390"/>
              <a:gd name="connsiteX3" fmla="*/ 0 w 5612590"/>
              <a:gd name="connsiteY3" fmla="*/ 7782390 h 7782390"/>
              <a:gd name="connsiteX4" fmla="*/ 3405 w 5612590"/>
              <a:gd name="connsiteY4" fmla="*/ 868225 h 7782390"/>
              <a:gd name="connsiteX0" fmla="*/ 3405 w 5613060"/>
              <a:gd name="connsiteY0" fmla="*/ 868225 h 7782390"/>
              <a:gd name="connsiteX1" fmla="*/ 4259387 w 5613060"/>
              <a:gd name="connsiteY1" fmla="*/ 1 h 7782390"/>
              <a:gd name="connsiteX2" fmla="*/ 5613051 w 5613060"/>
              <a:gd name="connsiteY2" fmla="*/ 6636225 h 7782390"/>
              <a:gd name="connsiteX3" fmla="*/ 0 w 5613060"/>
              <a:gd name="connsiteY3" fmla="*/ 7782390 h 7782390"/>
              <a:gd name="connsiteX4" fmla="*/ 3405 w 5613060"/>
              <a:gd name="connsiteY4" fmla="*/ 868225 h 7782390"/>
              <a:gd name="connsiteX0" fmla="*/ 3405 w 5613060"/>
              <a:gd name="connsiteY0" fmla="*/ 868225 h 7782390"/>
              <a:gd name="connsiteX1" fmla="*/ 4259387 w 5613060"/>
              <a:gd name="connsiteY1" fmla="*/ 1 h 7782390"/>
              <a:gd name="connsiteX2" fmla="*/ 5613051 w 5613060"/>
              <a:gd name="connsiteY2" fmla="*/ 6636225 h 7782390"/>
              <a:gd name="connsiteX3" fmla="*/ 0 w 5613060"/>
              <a:gd name="connsiteY3" fmla="*/ 7782390 h 7782390"/>
              <a:gd name="connsiteX4" fmla="*/ 3405 w 5613060"/>
              <a:gd name="connsiteY4" fmla="*/ 868225 h 7782390"/>
              <a:gd name="connsiteX0" fmla="*/ 3405 w 5613531"/>
              <a:gd name="connsiteY0" fmla="*/ 868225 h 7782390"/>
              <a:gd name="connsiteX1" fmla="*/ 4259387 w 5613531"/>
              <a:gd name="connsiteY1" fmla="*/ 1 h 7782390"/>
              <a:gd name="connsiteX2" fmla="*/ 5613522 w 5613531"/>
              <a:gd name="connsiteY2" fmla="*/ 6638530 h 7782390"/>
              <a:gd name="connsiteX3" fmla="*/ 0 w 5613531"/>
              <a:gd name="connsiteY3" fmla="*/ 7782390 h 7782390"/>
              <a:gd name="connsiteX4" fmla="*/ 3405 w 5613531"/>
              <a:gd name="connsiteY4" fmla="*/ 868225 h 7782390"/>
              <a:gd name="connsiteX0" fmla="*/ 3405 w 5613536"/>
              <a:gd name="connsiteY0" fmla="*/ 1087066 h 8001231"/>
              <a:gd name="connsiteX1" fmla="*/ 5347902 w 5613536"/>
              <a:gd name="connsiteY1" fmla="*/ 1 h 8001231"/>
              <a:gd name="connsiteX2" fmla="*/ 5613522 w 5613536"/>
              <a:gd name="connsiteY2" fmla="*/ 6857371 h 8001231"/>
              <a:gd name="connsiteX3" fmla="*/ 0 w 5613536"/>
              <a:gd name="connsiteY3" fmla="*/ 8001231 h 8001231"/>
              <a:gd name="connsiteX4" fmla="*/ 3405 w 5613536"/>
              <a:gd name="connsiteY4" fmla="*/ 1087066 h 8001231"/>
              <a:gd name="connsiteX0" fmla="*/ 3405 w 5613536"/>
              <a:gd name="connsiteY0" fmla="*/ 1087066 h 8001231"/>
              <a:gd name="connsiteX1" fmla="*/ 5347902 w 5613536"/>
              <a:gd name="connsiteY1" fmla="*/ 1 h 8001231"/>
              <a:gd name="connsiteX2" fmla="*/ 5613522 w 5613536"/>
              <a:gd name="connsiteY2" fmla="*/ 6857371 h 8001231"/>
              <a:gd name="connsiteX3" fmla="*/ 0 w 5613536"/>
              <a:gd name="connsiteY3" fmla="*/ 8001231 h 8001231"/>
              <a:gd name="connsiteX4" fmla="*/ 3405 w 5613536"/>
              <a:gd name="connsiteY4" fmla="*/ 1087066 h 8001231"/>
              <a:gd name="connsiteX0" fmla="*/ 3405 w 5613536"/>
              <a:gd name="connsiteY0" fmla="*/ 1087066 h 8001231"/>
              <a:gd name="connsiteX1" fmla="*/ 5347902 w 5613536"/>
              <a:gd name="connsiteY1" fmla="*/ 1 h 8001231"/>
              <a:gd name="connsiteX2" fmla="*/ 5613522 w 5613536"/>
              <a:gd name="connsiteY2" fmla="*/ 6857371 h 8001231"/>
              <a:gd name="connsiteX3" fmla="*/ 0 w 5613536"/>
              <a:gd name="connsiteY3" fmla="*/ 8001231 h 8001231"/>
              <a:gd name="connsiteX4" fmla="*/ 3405 w 5613536"/>
              <a:gd name="connsiteY4" fmla="*/ 1087066 h 8001231"/>
              <a:gd name="connsiteX0" fmla="*/ 3405 w 5613536"/>
              <a:gd name="connsiteY0" fmla="*/ 1087066 h 8001231"/>
              <a:gd name="connsiteX1" fmla="*/ 5347902 w 5613536"/>
              <a:gd name="connsiteY1" fmla="*/ 1 h 8001231"/>
              <a:gd name="connsiteX2" fmla="*/ 5613522 w 5613536"/>
              <a:gd name="connsiteY2" fmla="*/ 6857371 h 8001231"/>
              <a:gd name="connsiteX3" fmla="*/ 0 w 5613536"/>
              <a:gd name="connsiteY3" fmla="*/ 8001231 h 8001231"/>
              <a:gd name="connsiteX4" fmla="*/ 3405 w 5613536"/>
              <a:gd name="connsiteY4" fmla="*/ 1087066 h 8001231"/>
              <a:gd name="connsiteX0" fmla="*/ 3405 w 6711265"/>
              <a:gd name="connsiteY0" fmla="*/ 1087066 h 8001231"/>
              <a:gd name="connsiteX1" fmla="*/ 5347902 w 6711265"/>
              <a:gd name="connsiteY1" fmla="*/ 1 h 8001231"/>
              <a:gd name="connsiteX2" fmla="*/ 6711258 w 6711265"/>
              <a:gd name="connsiteY2" fmla="*/ 6636650 h 8001231"/>
              <a:gd name="connsiteX3" fmla="*/ 0 w 6711265"/>
              <a:gd name="connsiteY3" fmla="*/ 8001231 h 8001231"/>
              <a:gd name="connsiteX4" fmla="*/ 3405 w 6711265"/>
              <a:gd name="connsiteY4" fmla="*/ 1087066 h 800123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711265" h="8001231">
                <a:moveTo>
                  <a:pt x="3405" y="1087066"/>
                </a:moveTo>
                <a:lnTo>
                  <a:pt x="5347902" y="1"/>
                </a:lnTo>
                <a:cubicBezTo>
                  <a:pt x="5349789" y="-3210"/>
                  <a:pt x="6713513" y="6642250"/>
                  <a:pt x="6711258" y="6636650"/>
                </a:cubicBezTo>
                <a:cubicBezTo>
                  <a:pt x="6718307" y="6646425"/>
                  <a:pt x="1870860" y="7618408"/>
                  <a:pt x="0" y="8001231"/>
                </a:cubicBezTo>
                <a:cubicBezTo>
                  <a:pt x="3470" y="5395161"/>
                  <a:pt x="-65" y="3693136"/>
                  <a:pt x="3405" y="1087066"/>
                </a:cubicBezTo>
                <a:close/>
              </a:path>
            </a:pathLst>
          </a:custGeom>
          <a:solidFill>
            <a:srgbClr val="F7F6F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sz="1800">
              <a:latin typeface="Calibri" panose="020F0502020204030204" pitchFamily="34" charset="0"/>
            </a:endParaRPr>
          </a:p>
        </p:txBody>
      </p:sp>
      <p:pic>
        <p:nvPicPr>
          <p:cNvPr id="6" name="Grafik 11">
            <a:extLst>
              <a:ext uri="{FF2B5EF4-FFF2-40B4-BE49-F238E27FC236}">
                <a16:creationId xmlns:a16="http://schemas.microsoft.com/office/drawing/2014/main" id="{AFBD78E7-0361-4E56-B935-6A359A1ADDAE}"/>
              </a:ext>
            </a:extLst>
          </p:cNvPr>
          <p:cNvPicPr>
            <a:picLocks noChangeAspect="1"/>
          </p:cNvPicPr>
          <p:nvPr userDrawn="1"/>
        </p:nvPicPr>
        <p:blipFill>
          <a:blip r:embed="rId3" cstate="email">
            <a:extLst>
              <a:ext uri="{28A0092B-C50C-407E-A947-70E740481C1C}">
                <a14:useLocalDpi xmlns:a14="http://schemas.microsoft.com/office/drawing/2010/main"/>
              </a:ext>
            </a:extLst>
          </a:blip>
          <a:stretch>
            <a:fillRect/>
          </a:stretch>
        </p:blipFill>
        <p:spPr>
          <a:xfrm>
            <a:off x="10821537" y="295772"/>
            <a:ext cx="1016235" cy="155088"/>
          </a:xfrm>
          <a:prstGeom prst="rect">
            <a:avLst/>
          </a:prstGeom>
        </p:spPr>
      </p:pic>
    </p:spTree>
    <p:extLst>
      <p:ext uri="{BB962C8B-B14F-4D97-AF65-F5344CB8AC3E}">
        <p14:creationId xmlns:p14="http://schemas.microsoft.com/office/powerpoint/2010/main" val="2182451224"/>
      </p:ext>
    </p:extLst>
  </p:cSld>
  <p:clrMapOvr>
    <a:masterClrMapping/>
  </p:clrMapOvr>
</p:sldLayout>
</file>

<file path=ppt/slideLayouts/slideLayout215.xml><?xml version="1.0" encoding="utf-8"?>
<p:sldLayout xmlns:a="http://schemas.openxmlformats.org/drawingml/2006/main" xmlns:r="http://schemas.openxmlformats.org/officeDocument/2006/relationships" xmlns:p="http://schemas.openxmlformats.org/presentationml/2006/main" preserve="1" userDrawn="1">
  <p:cSld name="Right_Visual_NOHeadline_1">
    <p:spTree>
      <p:nvGrpSpPr>
        <p:cNvPr id="1" name=""/>
        <p:cNvGrpSpPr/>
        <p:nvPr/>
      </p:nvGrpSpPr>
      <p:grpSpPr>
        <a:xfrm>
          <a:off x="0" y="0"/>
          <a:ext cx="0" cy="0"/>
          <a:chOff x="0" y="0"/>
          <a:chExt cx="0" cy="0"/>
        </a:xfrm>
      </p:grpSpPr>
      <p:pic>
        <p:nvPicPr>
          <p:cNvPr id="4" name="Google Shape;1039;p173">
            <a:extLst>
              <a:ext uri="{FF2B5EF4-FFF2-40B4-BE49-F238E27FC236}">
                <a16:creationId xmlns:a16="http://schemas.microsoft.com/office/drawing/2014/main" id="{FDD79284-A93F-4C3D-A2D4-82FBE3FDFA3B}"/>
              </a:ext>
            </a:extLst>
          </p:cNvPr>
          <p:cNvPicPr preferRelativeResize="0"/>
          <p:nvPr userDrawn="1"/>
        </p:nvPicPr>
        <p:blipFill>
          <a:blip r:embed="rId2" cstate="email">
            <a:alphaModFix/>
            <a:extLst>
              <a:ext uri="{28A0092B-C50C-407E-A947-70E740481C1C}">
                <a14:useLocalDpi xmlns:a14="http://schemas.microsoft.com/office/drawing/2010/main"/>
              </a:ext>
            </a:extLst>
          </a:blip>
          <a:stretch>
            <a:fillRect/>
          </a:stretch>
        </p:blipFill>
        <p:spPr>
          <a:xfrm>
            <a:off x="0" y="0"/>
            <a:ext cx="12192000" cy="6858000"/>
          </a:xfrm>
          <a:prstGeom prst="rect">
            <a:avLst/>
          </a:prstGeom>
          <a:noFill/>
          <a:ln>
            <a:noFill/>
          </a:ln>
        </p:spPr>
      </p:pic>
      <p:sp>
        <p:nvSpPr>
          <p:cNvPr id="29" name="Rechteck 7"/>
          <p:cNvSpPr/>
          <p:nvPr userDrawn="1"/>
        </p:nvSpPr>
        <p:spPr>
          <a:xfrm rot="20908015" flipH="1">
            <a:off x="-612835" y="-396643"/>
            <a:ext cx="5681560" cy="7898150"/>
          </a:xfrm>
          <a:custGeom>
            <a:avLst/>
            <a:gdLst>
              <a:gd name="connsiteX0" fmla="*/ 0 w 5198844"/>
              <a:gd name="connsiteY0" fmla="*/ 0 h 7932741"/>
              <a:gd name="connsiteX1" fmla="*/ 5198844 w 5198844"/>
              <a:gd name="connsiteY1" fmla="*/ 0 h 7932741"/>
              <a:gd name="connsiteX2" fmla="*/ 5198844 w 5198844"/>
              <a:gd name="connsiteY2" fmla="*/ 7932741 h 7932741"/>
              <a:gd name="connsiteX3" fmla="*/ 0 w 5198844"/>
              <a:gd name="connsiteY3" fmla="*/ 7932741 h 7932741"/>
              <a:gd name="connsiteX4" fmla="*/ 0 w 5198844"/>
              <a:gd name="connsiteY4" fmla="*/ 0 h 7932741"/>
              <a:gd name="connsiteX0" fmla="*/ 10409 w 5209253"/>
              <a:gd name="connsiteY0" fmla="*/ 0 h 7932741"/>
              <a:gd name="connsiteX1" fmla="*/ 5209253 w 5209253"/>
              <a:gd name="connsiteY1" fmla="*/ 0 h 7932741"/>
              <a:gd name="connsiteX2" fmla="*/ 5209253 w 5209253"/>
              <a:gd name="connsiteY2" fmla="*/ 7932741 h 7932741"/>
              <a:gd name="connsiteX3" fmla="*/ 0 w 5209253"/>
              <a:gd name="connsiteY3" fmla="*/ 7818210 h 7932741"/>
              <a:gd name="connsiteX4" fmla="*/ 10409 w 5209253"/>
              <a:gd name="connsiteY4" fmla="*/ 0 h 7932741"/>
              <a:gd name="connsiteX0" fmla="*/ 10409 w 5209253"/>
              <a:gd name="connsiteY0" fmla="*/ 0 h 7818210"/>
              <a:gd name="connsiteX1" fmla="*/ 5209253 w 5209253"/>
              <a:gd name="connsiteY1" fmla="*/ 0 h 7818210"/>
              <a:gd name="connsiteX2" fmla="*/ 4163522 w 5209253"/>
              <a:gd name="connsiteY2" fmla="*/ 6746262 h 7818210"/>
              <a:gd name="connsiteX3" fmla="*/ 0 w 5209253"/>
              <a:gd name="connsiteY3" fmla="*/ 7818210 h 7818210"/>
              <a:gd name="connsiteX4" fmla="*/ 10409 w 5209253"/>
              <a:gd name="connsiteY4" fmla="*/ 0 h 7818210"/>
              <a:gd name="connsiteX0" fmla="*/ 10409 w 5209253"/>
              <a:gd name="connsiteY0" fmla="*/ 0 h 7818210"/>
              <a:gd name="connsiteX1" fmla="*/ 5209253 w 5209253"/>
              <a:gd name="connsiteY1" fmla="*/ 0 h 7818210"/>
              <a:gd name="connsiteX2" fmla="*/ 4644752 w 5209253"/>
              <a:gd name="connsiteY2" fmla="*/ 6881376 h 7818210"/>
              <a:gd name="connsiteX3" fmla="*/ 0 w 5209253"/>
              <a:gd name="connsiteY3" fmla="*/ 7818210 h 7818210"/>
              <a:gd name="connsiteX4" fmla="*/ 10409 w 5209253"/>
              <a:gd name="connsiteY4" fmla="*/ 0 h 7818210"/>
              <a:gd name="connsiteX0" fmla="*/ 10409 w 4644752"/>
              <a:gd name="connsiteY0" fmla="*/ 0 h 7818210"/>
              <a:gd name="connsiteX1" fmla="*/ 2914556 w 4644752"/>
              <a:gd name="connsiteY1" fmla="*/ 442318 h 7818210"/>
              <a:gd name="connsiteX2" fmla="*/ 4644752 w 4644752"/>
              <a:gd name="connsiteY2" fmla="*/ 6881376 h 7818210"/>
              <a:gd name="connsiteX3" fmla="*/ 0 w 4644752"/>
              <a:gd name="connsiteY3" fmla="*/ 7818210 h 7818210"/>
              <a:gd name="connsiteX4" fmla="*/ 10409 w 4644752"/>
              <a:gd name="connsiteY4" fmla="*/ 0 h 7818210"/>
              <a:gd name="connsiteX0" fmla="*/ 10409 w 4644752"/>
              <a:gd name="connsiteY0" fmla="*/ 0 h 7818210"/>
              <a:gd name="connsiteX1" fmla="*/ 3289646 w 4644752"/>
              <a:gd name="connsiteY1" fmla="*/ 184317 h 7818210"/>
              <a:gd name="connsiteX2" fmla="*/ 4644752 w 4644752"/>
              <a:gd name="connsiteY2" fmla="*/ 6881376 h 7818210"/>
              <a:gd name="connsiteX3" fmla="*/ 0 w 4644752"/>
              <a:gd name="connsiteY3" fmla="*/ 7818210 h 7818210"/>
              <a:gd name="connsiteX4" fmla="*/ 10409 w 4644752"/>
              <a:gd name="connsiteY4" fmla="*/ 0 h 7818210"/>
              <a:gd name="connsiteX0" fmla="*/ 1245 w 4644752"/>
              <a:gd name="connsiteY0" fmla="*/ 660064 h 7633893"/>
              <a:gd name="connsiteX1" fmla="*/ 3289646 w 4644752"/>
              <a:gd name="connsiteY1" fmla="*/ 0 h 7633893"/>
              <a:gd name="connsiteX2" fmla="*/ 4644752 w 4644752"/>
              <a:gd name="connsiteY2" fmla="*/ 6697059 h 7633893"/>
              <a:gd name="connsiteX3" fmla="*/ 0 w 4644752"/>
              <a:gd name="connsiteY3" fmla="*/ 7633893 h 7633893"/>
              <a:gd name="connsiteX4" fmla="*/ 1245 w 4644752"/>
              <a:gd name="connsiteY4" fmla="*/ 660064 h 7633893"/>
              <a:gd name="connsiteX0" fmla="*/ 1245 w 4644752"/>
              <a:gd name="connsiteY0" fmla="*/ 880465 h 7854294"/>
              <a:gd name="connsiteX1" fmla="*/ 4242723 w 4644752"/>
              <a:gd name="connsiteY1" fmla="*/ 0 h 7854294"/>
              <a:gd name="connsiteX2" fmla="*/ 4644752 w 4644752"/>
              <a:gd name="connsiteY2" fmla="*/ 6917460 h 7854294"/>
              <a:gd name="connsiteX3" fmla="*/ 0 w 4644752"/>
              <a:gd name="connsiteY3" fmla="*/ 7854294 h 7854294"/>
              <a:gd name="connsiteX4" fmla="*/ 1245 w 4644752"/>
              <a:gd name="connsiteY4" fmla="*/ 880465 h 7854294"/>
              <a:gd name="connsiteX0" fmla="*/ 1245 w 5620429"/>
              <a:gd name="connsiteY0" fmla="*/ 880465 h 7854294"/>
              <a:gd name="connsiteX1" fmla="*/ 4242723 w 5620429"/>
              <a:gd name="connsiteY1" fmla="*/ 0 h 7854294"/>
              <a:gd name="connsiteX2" fmla="*/ 5620429 w 5620429"/>
              <a:gd name="connsiteY2" fmla="*/ 6744293 h 7854294"/>
              <a:gd name="connsiteX3" fmla="*/ 0 w 5620429"/>
              <a:gd name="connsiteY3" fmla="*/ 7854294 h 7854294"/>
              <a:gd name="connsiteX4" fmla="*/ 1245 w 5620429"/>
              <a:gd name="connsiteY4" fmla="*/ 880465 h 7854294"/>
              <a:gd name="connsiteX0" fmla="*/ 3405 w 5622589"/>
              <a:gd name="connsiteY0" fmla="*/ 880465 h 7794630"/>
              <a:gd name="connsiteX1" fmla="*/ 4244883 w 5622589"/>
              <a:gd name="connsiteY1" fmla="*/ 0 h 7794630"/>
              <a:gd name="connsiteX2" fmla="*/ 5622589 w 5622589"/>
              <a:gd name="connsiteY2" fmla="*/ 6744293 h 7794630"/>
              <a:gd name="connsiteX3" fmla="*/ 0 w 5622589"/>
              <a:gd name="connsiteY3" fmla="*/ 7794630 h 7794630"/>
              <a:gd name="connsiteX4" fmla="*/ 3405 w 5622589"/>
              <a:gd name="connsiteY4" fmla="*/ 880465 h 7794630"/>
              <a:gd name="connsiteX0" fmla="*/ 3405 w 5525217"/>
              <a:gd name="connsiteY0" fmla="*/ 880465 h 7794630"/>
              <a:gd name="connsiteX1" fmla="*/ 4244883 w 5525217"/>
              <a:gd name="connsiteY1" fmla="*/ 0 h 7794630"/>
              <a:gd name="connsiteX2" fmla="*/ 5525217 w 5525217"/>
              <a:gd name="connsiteY2" fmla="*/ 6463632 h 7794630"/>
              <a:gd name="connsiteX3" fmla="*/ 0 w 5525217"/>
              <a:gd name="connsiteY3" fmla="*/ 7794630 h 7794630"/>
              <a:gd name="connsiteX4" fmla="*/ 3405 w 5525217"/>
              <a:gd name="connsiteY4" fmla="*/ 880465 h 7794630"/>
              <a:gd name="connsiteX0" fmla="*/ 3405 w 5612581"/>
              <a:gd name="connsiteY0" fmla="*/ 880465 h 7794630"/>
              <a:gd name="connsiteX1" fmla="*/ 4244883 w 5612581"/>
              <a:gd name="connsiteY1" fmla="*/ 0 h 7794630"/>
              <a:gd name="connsiteX2" fmla="*/ 5612581 w 5612581"/>
              <a:gd name="connsiteY2" fmla="*/ 6646161 h 7794630"/>
              <a:gd name="connsiteX3" fmla="*/ 0 w 5612581"/>
              <a:gd name="connsiteY3" fmla="*/ 7794630 h 7794630"/>
              <a:gd name="connsiteX4" fmla="*/ 3405 w 5612581"/>
              <a:gd name="connsiteY4" fmla="*/ 880465 h 7794630"/>
              <a:gd name="connsiteX0" fmla="*/ 3405 w 5612581"/>
              <a:gd name="connsiteY0" fmla="*/ 880465 h 7794630"/>
              <a:gd name="connsiteX1" fmla="*/ 4244883 w 5612581"/>
              <a:gd name="connsiteY1" fmla="*/ 0 h 7794630"/>
              <a:gd name="connsiteX2" fmla="*/ 5612581 w 5612581"/>
              <a:gd name="connsiteY2" fmla="*/ 6646161 h 7794630"/>
              <a:gd name="connsiteX3" fmla="*/ 0 w 5612581"/>
              <a:gd name="connsiteY3" fmla="*/ 7794630 h 7794630"/>
              <a:gd name="connsiteX4" fmla="*/ 3405 w 5612581"/>
              <a:gd name="connsiteY4" fmla="*/ 880465 h 7794630"/>
              <a:gd name="connsiteX0" fmla="*/ 3405 w 5612590"/>
              <a:gd name="connsiteY0" fmla="*/ 880465 h 7794630"/>
              <a:gd name="connsiteX1" fmla="*/ 4244883 w 5612590"/>
              <a:gd name="connsiteY1" fmla="*/ 0 h 7794630"/>
              <a:gd name="connsiteX2" fmla="*/ 5612581 w 5612590"/>
              <a:gd name="connsiteY2" fmla="*/ 6646161 h 7794630"/>
              <a:gd name="connsiteX3" fmla="*/ 0 w 5612590"/>
              <a:gd name="connsiteY3" fmla="*/ 7794630 h 7794630"/>
              <a:gd name="connsiteX4" fmla="*/ 3405 w 5612590"/>
              <a:gd name="connsiteY4" fmla="*/ 880465 h 7794630"/>
              <a:gd name="connsiteX0" fmla="*/ 3405 w 5612590"/>
              <a:gd name="connsiteY0" fmla="*/ 880465 h 7794630"/>
              <a:gd name="connsiteX1" fmla="*/ 4244883 w 5612590"/>
              <a:gd name="connsiteY1" fmla="*/ 0 h 7794630"/>
              <a:gd name="connsiteX2" fmla="*/ 5612581 w 5612590"/>
              <a:gd name="connsiteY2" fmla="*/ 6646161 h 7794630"/>
              <a:gd name="connsiteX3" fmla="*/ 0 w 5612590"/>
              <a:gd name="connsiteY3" fmla="*/ 7794630 h 7794630"/>
              <a:gd name="connsiteX4" fmla="*/ 3405 w 5612590"/>
              <a:gd name="connsiteY4" fmla="*/ 880465 h 7794630"/>
              <a:gd name="connsiteX0" fmla="*/ 3405 w 5612590"/>
              <a:gd name="connsiteY0" fmla="*/ 880465 h 7794630"/>
              <a:gd name="connsiteX1" fmla="*/ 4244883 w 5612590"/>
              <a:gd name="connsiteY1" fmla="*/ 0 h 7794630"/>
              <a:gd name="connsiteX2" fmla="*/ 5612581 w 5612590"/>
              <a:gd name="connsiteY2" fmla="*/ 6646161 h 7794630"/>
              <a:gd name="connsiteX3" fmla="*/ 0 w 5612590"/>
              <a:gd name="connsiteY3" fmla="*/ 7794630 h 7794630"/>
              <a:gd name="connsiteX4" fmla="*/ 3405 w 5612590"/>
              <a:gd name="connsiteY4" fmla="*/ 880465 h 7794630"/>
              <a:gd name="connsiteX0" fmla="*/ 3405 w 5612590"/>
              <a:gd name="connsiteY0" fmla="*/ 885481 h 7799646"/>
              <a:gd name="connsiteX1" fmla="*/ 4269468 w 5612590"/>
              <a:gd name="connsiteY1" fmla="*/ 0 h 7799646"/>
              <a:gd name="connsiteX2" fmla="*/ 5612581 w 5612590"/>
              <a:gd name="connsiteY2" fmla="*/ 6651177 h 7799646"/>
              <a:gd name="connsiteX3" fmla="*/ 0 w 5612590"/>
              <a:gd name="connsiteY3" fmla="*/ 7799646 h 7799646"/>
              <a:gd name="connsiteX4" fmla="*/ 3405 w 5612590"/>
              <a:gd name="connsiteY4" fmla="*/ 885481 h 7799646"/>
              <a:gd name="connsiteX0" fmla="*/ 3405 w 5612590"/>
              <a:gd name="connsiteY0" fmla="*/ 885481 h 7799646"/>
              <a:gd name="connsiteX1" fmla="*/ 4269468 w 5612590"/>
              <a:gd name="connsiteY1" fmla="*/ 0 h 7799646"/>
              <a:gd name="connsiteX2" fmla="*/ 5612581 w 5612590"/>
              <a:gd name="connsiteY2" fmla="*/ 6651177 h 7799646"/>
              <a:gd name="connsiteX3" fmla="*/ 0 w 5612590"/>
              <a:gd name="connsiteY3" fmla="*/ 7799646 h 7799646"/>
              <a:gd name="connsiteX4" fmla="*/ 3405 w 5612590"/>
              <a:gd name="connsiteY4" fmla="*/ 885481 h 7799646"/>
              <a:gd name="connsiteX0" fmla="*/ 3405 w 5612590"/>
              <a:gd name="connsiteY0" fmla="*/ 885481 h 7799646"/>
              <a:gd name="connsiteX1" fmla="*/ 4269468 w 5612590"/>
              <a:gd name="connsiteY1" fmla="*/ 0 h 7799646"/>
              <a:gd name="connsiteX2" fmla="*/ 5612581 w 5612590"/>
              <a:gd name="connsiteY2" fmla="*/ 6651177 h 7799646"/>
              <a:gd name="connsiteX3" fmla="*/ 0 w 5612590"/>
              <a:gd name="connsiteY3" fmla="*/ 7799646 h 7799646"/>
              <a:gd name="connsiteX4" fmla="*/ 3405 w 5612590"/>
              <a:gd name="connsiteY4" fmla="*/ 885481 h 779964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612590" h="7799646">
                <a:moveTo>
                  <a:pt x="3405" y="885481"/>
                </a:moveTo>
                <a:lnTo>
                  <a:pt x="4269468" y="0"/>
                </a:lnTo>
                <a:cubicBezTo>
                  <a:pt x="4302728" y="-2410"/>
                  <a:pt x="5612109" y="6666933"/>
                  <a:pt x="5612581" y="6651177"/>
                </a:cubicBezTo>
                <a:cubicBezTo>
                  <a:pt x="5619630" y="6660952"/>
                  <a:pt x="1870860" y="7416823"/>
                  <a:pt x="0" y="7799646"/>
                </a:cubicBezTo>
                <a:cubicBezTo>
                  <a:pt x="3470" y="5193576"/>
                  <a:pt x="-65" y="3491551"/>
                  <a:pt x="3405" y="885481"/>
                </a:cubicBezTo>
                <a:close/>
              </a:path>
            </a:pathLst>
          </a:custGeom>
          <a:solidFill>
            <a:srgbClr val="F7F6F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sz="1800">
              <a:latin typeface="Calibri" panose="020F0502020204030204" pitchFamily="34" charset="0"/>
            </a:endParaRPr>
          </a:p>
        </p:txBody>
      </p:sp>
      <p:pic>
        <p:nvPicPr>
          <p:cNvPr id="5" name="Grafik 4">
            <a:extLst>
              <a:ext uri="{FF2B5EF4-FFF2-40B4-BE49-F238E27FC236}">
                <a16:creationId xmlns:a16="http://schemas.microsoft.com/office/drawing/2014/main" id="{6C89F1A3-3974-4571-ADD0-0184712D6233}"/>
              </a:ext>
            </a:extLst>
          </p:cNvPr>
          <p:cNvPicPr>
            <a:picLocks noChangeAspect="1"/>
          </p:cNvPicPr>
          <p:nvPr userDrawn="1"/>
        </p:nvPicPr>
        <p:blipFill>
          <a:blip r:embed="rId3" cstate="email">
            <a:extLst>
              <a:ext uri="{28A0092B-C50C-407E-A947-70E740481C1C}">
                <a14:useLocalDpi xmlns:a14="http://schemas.microsoft.com/office/drawing/2010/main"/>
              </a:ext>
            </a:extLst>
          </a:blip>
          <a:stretch>
            <a:fillRect/>
          </a:stretch>
        </p:blipFill>
        <p:spPr>
          <a:xfrm>
            <a:off x="10824521" y="306918"/>
            <a:ext cx="1015511" cy="155581"/>
          </a:xfrm>
          <a:prstGeom prst="rect">
            <a:avLst/>
          </a:prstGeom>
        </p:spPr>
      </p:pic>
    </p:spTree>
    <p:extLst>
      <p:ext uri="{BB962C8B-B14F-4D97-AF65-F5344CB8AC3E}">
        <p14:creationId xmlns:p14="http://schemas.microsoft.com/office/powerpoint/2010/main" val="1510623078"/>
      </p:ext>
    </p:extLst>
  </p:cSld>
  <p:clrMapOvr>
    <a:masterClrMapping/>
  </p:clrMapOvr>
</p:sldLayout>
</file>

<file path=ppt/slideLayouts/slideLayout216.xml><?xml version="1.0" encoding="utf-8"?>
<p:sldLayout xmlns:a="http://schemas.openxmlformats.org/drawingml/2006/main" xmlns:r="http://schemas.openxmlformats.org/officeDocument/2006/relationships" xmlns:p="http://schemas.openxmlformats.org/presentationml/2006/main" preserve="1" userDrawn="1">
  <p:cSld name="Left_Grey_Headline_1">
    <p:spTree>
      <p:nvGrpSpPr>
        <p:cNvPr id="1" name=""/>
        <p:cNvGrpSpPr/>
        <p:nvPr/>
      </p:nvGrpSpPr>
      <p:grpSpPr>
        <a:xfrm>
          <a:off x="0" y="0"/>
          <a:ext cx="0" cy="0"/>
          <a:chOff x="0" y="0"/>
          <a:chExt cx="0" cy="0"/>
        </a:xfrm>
      </p:grpSpPr>
      <p:sp>
        <p:nvSpPr>
          <p:cNvPr id="48" name="Rechteck 18"/>
          <p:cNvSpPr/>
          <p:nvPr userDrawn="1"/>
        </p:nvSpPr>
        <p:spPr>
          <a:xfrm rot="5400000">
            <a:off x="245836" y="-257627"/>
            <a:ext cx="6858002" cy="7373257"/>
          </a:xfrm>
          <a:custGeom>
            <a:avLst/>
            <a:gdLst>
              <a:gd name="connsiteX0" fmla="*/ 0 w 6858000"/>
              <a:gd name="connsiteY0" fmla="*/ 0 h 6023428"/>
              <a:gd name="connsiteX1" fmla="*/ 6858000 w 6858000"/>
              <a:gd name="connsiteY1" fmla="*/ 0 h 6023428"/>
              <a:gd name="connsiteX2" fmla="*/ 6858000 w 6858000"/>
              <a:gd name="connsiteY2" fmla="*/ 6023428 h 6023428"/>
              <a:gd name="connsiteX3" fmla="*/ 0 w 6858000"/>
              <a:gd name="connsiteY3" fmla="*/ 6023428 h 6023428"/>
              <a:gd name="connsiteX4" fmla="*/ 0 w 6858000"/>
              <a:gd name="connsiteY4" fmla="*/ 0 h 6023428"/>
              <a:gd name="connsiteX0" fmla="*/ 0 w 6858000"/>
              <a:gd name="connsiteY0" fmla="*/ 0 h 7373257"/>
              <a:gd name="connsiteX1" fmla="*/ 6858000 w 6858000"/>
              <a:gd name="connsiteY1" fmla="*/ 1349829 h 7373257"/>
              <a:gd name="connsiteX2" fmla="*/ 6858000 w 6858000"/>
              <a:gd name="connsiteY2" fmla="*/ 7373257 h 7373257"/>
              <a:gd name="connsiteX3" fmla="*/ 0 w 6858000"/>
              <a:gd name="connsiteY3" fmla="*/ 7373257 h 7373257"/>
              <a:gd name="connsiteX4" fmla="*/ 0 w 6858000"/>
              <a:gd name="connsiteY4" fmla="*/ 0 h 737325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858000" h="7373257">
                <a:moveTo>
                  <a:pt x="0" y="0"/>
                </a:moveTo>
                <a:lnTo>
                  <a:pt x="6858000" y="1349829"/>
                </a:lnTo>
                <a:lnTo>
                  <a:pt x="6858000" y="7373257"/>
                </a:lnTo>
                <a:lnTo>
                  <a:pt x="0" y="7373257"/>
                </a:lnTo>
                <a:lnTo>
                  <a:pt x="0" y="0"/>
                </a:lnTo>
                <a:close/>
              </a:path>
            </a:pathLst>
          </a:custGeom>
          <a:solidFill>
            <a:schemeClr val="bg1">
              <a:lumMod val="95000"/>
              <a:alpha val="83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sz="1800">
              <a:solidFill>
                <a:schemeClr val="tx1">
                  <a:lumMod val="65000"/>
                  <a:lumOff val="35000"/>
                </a:schemeClr>
              </a:solidFill>
              <a:latin typeface="Calibri" panose="020F0502020204030204" pitchFamily="34" charset="0"/>
            </a:endParaRPr>
          </a:p>
        </p:txBody>
      </p:sp>
      <p:sp>
        <p:nvSpPr>
          <p:cNvPr id="5" name="Titel 1">
            <a:extLst>
              <a:ext uri="{FF2B5EF4-FFF2-40B4-BE49-F238E27FC236}">
                <a16:creationId xmlns:a16="http://schemas.microsoft.com/office/drawing/2014/main" id="{F03E5A9D-FB5F-4258-82F3-F6D2CB63192F}"/>
              </a:ext>
            </a:extLst>
          </p:cNvPr>
          <p:cNvSpPr>
            <a:spLocks noGrp="1"/>
          </p:cNvSpPr>
          <p:nvPr>
            <p:ph type="title" hasCustomPrompt="1"/>
          </p:nvPr>
        </p:nvSpPr>
        <p:spPr>
          <a:xfrm>
            <a:off x="527051" y="522131"/>
            <a:ext cx="6737349" cy="449885"/>
          </a:xfrm>
          <a:prstGeom prst="rect">
            <a:avLst/>
          </a:prstGeom>
        </p:spPr>
        <p:txBody>
          <a:bodyPr/>
          <a:lstStyle>
            <a:lvl1pPr>
              <a:defRPr sz="2400" b="1" cap="all" baseline="0">
                <a:solidFill>
                  <a:schemeClr val="tx2"/>
                </a:solidFill>
                <a:latin typeface="Calibri" panose="020F0502020204030204" pitchFamily="34" charset="0"/>
              </a:defRPr>
            </a:lvl1pPr>
          </a:lstStyle>
          <a:p>
            <a:r>
              <a:rPr lang="en-US" noProof="0"/>
              <a:t>HEADLINE</a:t>
            </a:r>
          </a:p>
        </p:txBody>
      </p:sp>
      <p:cxnSp>
        <p:nvCxnSpPr>
          <p:cNvPr id="6" name="Google Shape;870;p163">
            <a:extLst>
              <a:ext uri="{FF2B5EF4-FFF2-40B4-BE49-F238E27FC236}">
                <a16:creationId xmlns:a16="http://schemas.microsoft.com/office/drawing/2014/main" id="{80FAF971-E5D5-45B4-91EC-4E09AF42F288}"/>
              </a:ext>
            </a:extLst>
          </p:cNvPr>
          <p:cNvCxnSpPr>
            <a:cxnSpLocks/>
          </p:cNvCxnSpPr>
          <p:nvPr userDrawn="1"/>
        </p:nvCxnSpPr>
        <p:spPr>
          <a:xfrm>
            <a:off x="647826" y="972016"/>
            <a:ext cx="1071975" cy="0"/>
          </a:xfrm>
          <a:prstGeom prst="straightConnector1">
            <a:avLst/>
          </a:prstGeom>
          <a:noFill/>
          <a:ln w="28575" cap="flat" cmpd="sng">
            <a:solidFill>
              <a:schemeClr val="dk2"/>
            </a:solidFill>
            <a:prstDash val="solid"/>
            <a:round/>
            <a:headEnd type="none" w="med" len="med"/>
            <a:tailEnd type="none" w="med" len="med"/>
          </a:ln>
        </p:spPr>
      </p:cxnSp>
    </p:spTree>
    <p:extLst>
      <p:ext uri="{BB962C8B-B14F-4D97-AF65-F5344CB8AC3E}">
        <p14:creationId xmlns:p14="http://schemas.microsoft.com/office/powerpoint/2010/main" val="3140867366"/>
      </p:ext>
    </p:extLst>
  </p:cSld>
  <p:clrMapOvr>
    <a:masterClrMapping/>
  </p:clrMapOvr>
  <p:extLst>
    <p:ext uri="{DCECCB84-F9BA-43D5-87BE-67443E8EF086}">
      <p15:sldGuideLst xmlns:p15="http://schemas.microsoft.com/office/powerpoint/2012/main">
        <p15:guide id="1" pos="347">
          <p15:clr>
            <a:srgbClr val="FBAE40"/>
          </p15:clr>
        </p15:guide>
      </p15:sldGuideLst>
    </p:ext>
  </p:extLst>
</p:sldLayout>
</file>

<file path=ppt/slideLayouts/slideLayout217.xml><?xml version="1.0" encoding="utf-8"?>
<p:sldLayout xmlns:a="http://schemas.openxmlformats.org/drawingml/2006/main" xmlns:r="http://schemas.openxmlformats.org/officeDocument/2006/relationships" xmlns:p="http://schemas.openxmlformats.org/presentationml/2006/main" preserve="1" userDrawn="1">
  <p:cSld name="Right_Grey_Headline_1">
    <p:spTree>
      <p:nvGrpSpPr>
        <p:cNvPr id="1" name=""/>
        <p:cNvGrpSpPr/>
        <p:nvPr/>
      </p:nvGrpSpPr>
      <p:grpSpPr>
        <a:xfrm>
          <a:off x="0" y="0"/>
          <a:ext cx="0" cy="0"/>
          <a:chOff x="0" y="0"/>
          <a:chExt cx="0" cy="0"/>
        </a:xfrm>
      </p:grpSpPr>
      <p:sp>
        <p:nvSpPr>
          <p:cNvPr id="29" name="Rechteck 7"/>
          <p:cNvSpPr/>
          <p:nvPr userDrawn="1"/>
        </p:nvSpPr>
        <p:spPr>
          <a:xfrm rot="686045">
            <a:off x="7121972" y="-391616"/>
            <a:ext cx="5681560" cy="7893071"/>
          </a:xfrm>
          <a:custGeom>
            <a:avLst/>
            <a:gdLst>
              <a:gd name="connsiteX0" fmla="*/ 0 w 5198844"/>
              <a:gd name="connsiteY0" fmla="*/ 0 h 7932741"/>
              <a:gd name="connsiteX1" fmla="*/ 5198844 w 5198844"/>
              <a:gd name="connsiteY1" fmla="*/ 0 h 7932741"/>
              <a:gd name="connsiteX2" fmla="*/ 5198844 w 5198844"/>
              <a:gd name="connsiteY2" fmla="*/ 7932741 h 7932741"/>
              <a:gd name="connsiteX3" fmla="*/ 0 w 5198844"/>
              <a:gd name="connsiteY3" fmla="*/ 7932741 h 7932741"/>
              <a:gd name="connsiteX4" fmla="*/ 0 w 5198844"/>
              <a:gd name="connsiteY4" fmla="*/ 0 h 7932741"/>
              <a:gd name="connsiteX0" fmla="*/ 10409 w 5209253"/>
              <a:gd name="connsiteY0" fmla="*/ 0 h 7932741"/>
              <a:gd name="connsiteX1" fmla="*/ 5209253 w 5209253"/>
              <a:gd name="connsiteY1" fmla="*/ 0 h 7932741"/>
              <a:gd name="connsiteX2" fmla="*/ 5209253 w 5209253"/>
              <a:gd name="connsiteY2" fmla="*/ 7932741 h 7932741"/>
              <a:gd name="connsiteX3" fmla="*/ 0 w 5209253"/>
              <a:gd name="connsiteY3" fmla="*/ 7818210 h 7932741"/>
              <a:gd name="connsiteX4" fmla="*/ 10409 w 5209253"/>
              <a:gd name="connsiteY4" fmla="*/ 0 h 7932741"/>
              <a:gd name="connsiteX0" fmla="*/ 10409 w 5209253"/>
              <a:gd name="connsiteY0" fmla="*/ 0 h 7818210"/>
              <a:gd name="connsiteX1" fmla="*/ 5209253 w 5209253"/>
              <a:gd name="connsiteY1" fmla="*/ 0 h 7818210"/>
              <a:gd name="connsiteX2" fmla="*/ 4163522 w 5209253"/>
              <a:gd name="connsiteY2" fmla="*/ 6746262 h 7818210"/>
              <a:gd name="connsiteX3" fmla="*/ 0 w 5209253"/>
              <a:gd name="connsiteY3" fmla="*/ 7818210 h 7818210"/>
              <a:gd name="connsiteX4" fmla="*/ 10409 w 5209253"/>
              <a:gd name="connsiteY4" fmla="*/ 0 h 7818210"/>
              <a:gd name="connsiteX0" fmla="*/ 10409 w 5209253"/>
              <a:gd name="connsiteY0" fmla="*/ 0 h 7818210"/>
              <a:gd name="connsiteX1" fmla="*/ 5209253 w 5209253"/>
              <a:gd name="connsiteY1" fmla="*/ 0 h 7818210"/>
              <a:gd name="connsiteX2" fmla="*/ 4644752 w 5209253"/>
              <a:gd name="connsiteY2" fmla="*/ 6881376 h 7818210"/>
              <a:gd name="connsiteX3" fmla="*/ 0 w 5209253"/>
              <a:gd name="connsiteY3" fmla="*/ 7818210 h 7818210"/>
              <a:gd name="connsiteX4" fmla="*/ 10409 w 5209253"/>
              <a:gd name="connsiteY4" fmla="*/ 0 h 7818210"/>
              <a:gd name="connsiteX0" fmla="*/ 10409 w 4644752"/>
              <a:gd name="connsiteY0" fmla="*/ 0 h 7818210"/>
              <a:gd name="connsiteX1" fmla="*/ 2914556 w 4644752"/>
              <a:gd name="connsiteY1" fmla="*/ 442318 h 7818210"/>
              <a:gd name="connsiteX2" fmla="*/ 4644752 w 4644752"/>
              <a:gd name="connsiteY2" fmla="*/ 6881376 h 7818210"/>
              <a:gd name="connsiteX3" fmla="*/ 0 w 4644752"/>
              <a:gd name="connsiteY3" fmla="*/ 7818210 h 7818210"/>
              <a:gd name="connsiteX4" fmla="*/ 10409 w 4644752"/>
              <a:gd name="connsiteY4" fmla="*/ 0 h 7818210"/>
              <a:gd name="connsiteX0" fmla="*/ 10409 w 4644752"/>
              <a:gd name="connsiteY0" fmla="*/ 0 h 7818210"/>
              <a:gd name="connsiteX1" fmla="*/ 3289646 w 4644752"/>
              <a:gd name="connsiteY1" fmla="*/ 184317 h 7818210"/>
              <a:gd name="connsiteX2" fmla="*/ 4644752 w 4644752"/>
              <a:gd name="connsiteY2" fmla="*/ 6881376 h 7818210"/>
              <a:gd name="connsiteX3" fmla="*/ 0 w 4644752"/>
              <a:gd name="connsiteY3" fmla="*/ 7818210 h 7818210"/>
              <a:gd name="connsiteX4" fmla="*/ 10409 w 4644752"/>
              <a:gd name="connsiteY4" fmla="*/ 0 h 7818210"/>
              <a:gd name="connsiteX0" fmla="*/ 1245 w 4644752"/>
              <a:gd name="connsiteY0" fmla="*/ 660064 h 7633893"/>
              <a:gd name="connsiteX1" fmla="*/ 3289646 w 4644752"/>
              <a:gd name="connsiteY1" fmla="*/ 0 h 7633893"/>
              <a:gd name="connsiteX2" fmla="*/ 4644752 w 4644752"/>
              <a:gd name="connsiteY2" fmla="*/ 6697059 h 7633893"/>
              <a:gd name="connsiteX3" fmla="*/ 0 w 4644752"/>
              <a:gd name="connsiteY3" fmla="*/ 7633893 h 7633893"/>
              <a:gd name="connsiteX4" fmla="*/ 1245 w 4644752"/>
              <a:gd name="connsiteY4" fmla="*/ 660064 h 7633893"/>
              <a:gd name="connsiteX0" fmla="*/ 1245 w 4644752"/>
              <a:gd name="connsiteY0" fmla="*/ 880465 h 7854294"/>
              <a:gd name="connsiteX1" fmla="*/ 4242723 w 4644752"/>
              <a:gd name="connsiteY1" fmla="*/ 0 h 7854294"/>
              <a:gd name="connsiteX2" fmla="*/ 4644752 w 4644752"/>
              <a:gd name="connsiteY2" fmla="*/ 6917460 h 7854294"/>
              <a:gd name="connsiteX3" fmla="*/ 0 w 4644752"/>
              <a:gd name="connsiteY3" fmla="*/ 7854294 h 7854294"/>
              <a:gd name="connsiteX4" fmla="*/ 1245 w 4644752"/>
              <a:gd name="connsiteY4" fmla="*/ 880465 h 7854294"/>
              <a:gd name="connsiteX0" fmla="*/ 1245 w 5620429"/>
              <a:gd name="connsiteY0" fmla="*/ 880465 h 7854294"/>
              <a:gd name="connsiteX1" fmla="*/ 4242723 w 5620429"/>
              <a:gd name="connsiteY1" fmla="*/ 0 h 7854294"/>
              <a:gd name="connsiteX2" fmla="*/ 5620429 w 5620429"/>
              <a:gd name="connsiteY2" fmla="*/ 6744293 h 7854294"/>
              <a:gd name="connsiteX3" fmla="*/ 0 w 5620429"/>
              <a:gd name="connsiteY3" fmla="*/ 7854294 h 7854294"/>
              <a:gd name="connsiteX4" fmla="*/ 1245 w 5620429"/>
              <a:gd name="connsiteY4" fmla="*/ 880465 h 7854294"/>
              <a:gd name="connsiteX0" fmla="*/ 3405 w 5622589"/>
              <a:gd name="connsiteY0" fmla="*/ 880465 h 7794630"/>
              <a:gd name="connsiteX1" fmla="*/ 4244883 w 5622589"/>
              <a:gd name="connsiteY1" fmla="*/ 0 h 7794630"/>
              <a:gd name="connsiteX2" fmla="*/ 5622589 w 5622589"/>
              <a:gd name="connsiteY2" fmla="*/ 6744293 h 7794630"/>
              <a:gd name="connsiteX3" fmla="*/ 0 w 5622589"/>
              <a:gd name="connsiteY3" fmla="*/ 7794630 h 7794630"/>
              <a:gd name="connsiteX4" fmla="*/ 3405 w 5622589"/>
              <a:gd name="connsiteY4" fmla="*/ 880465 h 7794630"/>
              <a:gd name="connsiteX0" fmla="*/ 3405 w 5525217"/>
              <a:gd name="connsiteY0" fmla="*/ 880465 h 7794630"/>
              <a:gd name="connsiteX1" fmla="*/ 4244883 w 5525217"/>
              <a:gd name="connsiteY1" fmla="*/ 0 h 7794630"/>
              <a:gd name="connsiteX2" fmla="*/ 5525217 w 5525217"/>
              <a:gd name="connsiteY2" fmla="*/ 6463632 h 7794630"/>
              <a:gd name="connsiteX3" fmla="*/ 0 w 5525217"/>
              <a:gd name="connsiteY3" fmla="*/ 7794630 h 7794630"/>
              <a:gd name="connsiteX4" fmla="*/ 3405 w 5525217"/>
              <a:gd name="connsiteY4" fmla="*/ 880465 h 7794630"/>
              <a:gd name="connsiteX0" fmla="*/ 3405 w 5612581"/>
              <a:gd name="connsiteY0" fmla="*/ 880465 h 7794630"/>
              <a:gd name="connsiteX1" fmla="*/ 4244883 w 5612581"/>
              <a:gd name="connsiteY1" fmla="*/ 0 h 7794630"/>
              <a:gd name="connsiteX2" fmla="*/ 5612581 w 5612581"/>
              <a:gd name="connsiteY2" fmla="*/ 6646161 h 7794630"/>
              <a:gd name="connsiteX3" fmla="*/ 0 w 5612581"/>
              <a:gd name="connsiteY3" fmla="*/ 7794630 h 7794630"/>
              <a:gd name="connsiteX4" fmla="*/ 3405 w 5612581"/>
              <a:gd name="connsiteY4" fmla="*/ 880465 h 7794630"/>
              <a:gd name="connsiteX0" fmla="*/ 3405 w 5612581"/>
              <a:gd name="connsiteY0" fmla="*/ 880465 h 7794630"/>
              <a:gd name="connsiteX1" fmla="*/ 4244883 w 5612581"/>
              <a:gd name="connsiteY1" fmla="*/ 0 h 7794630"/>
              <a:gd name="connsiteX2" fmla="*/ 5612581 w 5612581"/>
              <a:gd name="connsiteY2" fmla="*/ 6646161 h 7794630"/>
              <a:gd name="connsiteX3" fmla="*/ 0 w 5612581"/>
              <a:gd name="connsiteY3" fmla="*/ 7794630 h 7794630"/>
              <a:gd name="connsiteX4" fmla="*/ 3405 w 5612581"/>
              <a:gd name="connsiteY4" fmla="*/ 880465 h 7794630"/>
              <a:gd name="connsiteX0" fmla="*/ 3405 w 5612590"/>
              <a:gd name="connsiteY0" fmla="*/ 880465 h 7794630"/>
              <a:gd name="connsiteX1" fmla="*/ 4244883 w 5612590"/>
              <a:gd name="connsiteY1" fmla="*/ 0 h 7794630"/>
              <a:gd name="connsiteX2" fmla="*/ 5612581 w 5612590"/>
              <a:gd name="connsiteY2" fmla="*/ 6646161 h 7794630"/>
              <a:gd name="connsiteX3" fmla="*/ 0 w 5612590"/>
              <a:gd name="connsiteY3" fmla="*/ 7794630 h 7794630"/>
              <a:gd name="connsiteX4" fmla="*/ 3405 w 5612590"/>
              <a:gd name="connsiteY4" fmla="*/ 880465 h 7794630"/>
              <a:gd name="connsiteX0" fmla="*/ 3405 w 5612590"/>
              <a:gd name="connsiteY0" fmla="*/ 880465 h 7794630"/>
              <a:gd name="connsiteX1" fmla="*/ 4244883 w 5612590"/>
              <a:gd name="connsiteY1" fmla="*/ 0 h 7794630"/>
              <a:gd name="connsiteX2" fmla="*/ 5612581 w 5612590"/>
              <a:gd name="connsiteY2" fmla="*/ 6646161 h 7794630"/>
              <a:gd name="connsiteX3" fmla="*/ 0 w 5612590"/>
              <a:gd name="connsiteY3" fmla="*/ 7794630 h 7794630"/>
              <a:gd name="connsiteX4" fmla="*/ 3405 w 5612590"/>
              <a:gd name="connsiteY4" fmla="*/ 880465 h 7794630"/>
              <a:gd name="connsiteX0" fmla="*/ 3405 w 5612590"/>
              <a:gd name="connsiteY0" fmla="*/ 880465 h 7794630"/>
              <a:gd name="connsiteX1" fmla="*/ 4244883 w 5612590"/>
              <a:gd name="connsiteY1" fmla="*/ 0 h 7794630"/>
              <a:gd name="connsiteX2" fmla="*/ 5612581 w 5612590"/>
              <a:gd name="connsiteY2" fmla="*/ 6646161 h 7794630"/>
              <a:gd name="connsiteX3" fmla="*/ 0 w 5612590"/>
              <a:gd name="connsiteY3" fmla="*/ 7794630 h 7794630"/>
              <a:gd name="connsiteX4" fmla="*/ 3405 w 5612590"/>
              <a:gd name="connsiteY4" fmla="*/ 880465 h 779463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612590" h="7794630">
                <a:moveTo>
                  <a:pt x="3405" y="880465"/>
                </a:moveTo>
                <a:lnTo>
                  <a:pt x="4244883" y="0"/>
                </a:lnTo>
                <a:cubicBezTo>
                  <a:pt x="4278143" y="-2410"/>
                  <a:pt x="5612109" y="6661917"/>
                  <a:pt x="5612581" y="6646161"/>
                </a:cubicBezTo>
                <a:cubicBezTo>
                  <a:pt x="5619630" y="6655936"/>
                  <a:pt x="1870860" y="7411807"/>
                  <a:pt x="0" y="7794630"/>
                </a:cubicBezTo>
                <a:cubicBezTo>
                  <a:pt x="3470" y="5188560"/>
                  <a:pt x="-65" y="3486535"/>
                  <a:pt x="3405" y="880465"/>
                </a:cubicBezTo>
                <a:close/>
              </a:path>
            </a:pathLst>
          </a:custGeom>
          <a:solidFill>
            <a:srgbClr val="F7F6F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sz="1800">
              <a:latin typeface="Calibri" panose="020F0502020204030204" pitchFamily="34" charset="0"/>
            </a:endParaRPr>
          </a:p>
        </p:txBody>
      </p:sp>
      <p:pic>
        <p:nvPicPr>
          <p:cNvPr id="6" name="Grafik 11"/>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a:xfrm>
            <a:off x="10821537" y="295772"/>
            <a:ext cx="1016235" cy="155088"/>
          </a:xfrm>
          <a:prstGeom prst="rect">
            <a:avLst/>
          </a:prstGeom>
        </p:spPr>
      </p:pic>
      <p:sp>
        <p:nvSpPr>
          <p:cNvPr id="9" name="Titel 1">
            <a:extLst>
              <a:ext uri="{FF2B5EF4-FFF2-40B4-BE49-F238E27FC236}">
                <a16:creationId xmlns:a16="http://schemas.microsoft.com/office/drawing/2014/main" id="{82764ED9-B2EC-41C3-A817-F5184FB44220}"/>
              </a:ext>
            </a:extLst>
          </p:cNvPr>
          <p:cNvSpPr>
            <a:spLocks noGrp="1"/>
          </p:cNvSpPr>
          <p:nvPr>
            <p:ph type="title" hasCustomPrompt="1"/>
          </p:nvPr>
        </p:nvSpPr>
        <p:spPr>
          <a:xfrm>
            <a:off x="527051" y="522131"/>
            <a:ext cx="6737349" cy="449885"/>
          </a:xfrm>
          <a:prstGeom prst="rect">
            <a:avLst/>
          </a:prstGeom>
        </p:spPr>
        <p:txBody>
          <a:bodyPr/>
          <a:lstStyle>
            <a:lvl1pPr>
              <a:defRPr sz="2400" b="1" cap="all" baseline="0">
                <a:solidFill>
                  <a:schemeClr val="tx2"/>
                </a:solidFill>
                <a:latin typeface="Calibri" panose="020F0502020204030204" pitchFamily="34" charset="0"/>
              </a:defRPr>
            </a:lvl1pPr>
          </a:lstStyle>
          <a:p>
            <a:r>
              <a:rPr lang="en-US" noProof="0"/>
              <a:t>HEADLINE</a:t>
            </a:r>
          </a:p>
        </p:txBody>
      </p:sp>
      <p:cxnSp>
        <p:nvCxnSpPr>
          <p:cNvPr id="10" name="Google Shape;870;p163">
            <a:extLst>
              <a:ext uri="{FF2B5EF4-FFF2-40B4-BE49-F238E27FC236}">
                <a16:creationId xmlns:a16="http://schemas.microsoft.com/office/drawing/2014/main" id="{86652B0B-C956-44C2-B729-0D0B1AE3331A}"/>
              </a:ext>
            </a:extLst>
          </p:cNvPr>
          <p:cNvCxnSpPr>
            <a:cxnSpLocks/>
          </p:cNvCxnSpPr>
          <p:nvPr userDrawn="1"/>
        </p:nvCxnSpPr>
        <p:spPr>
          <a:xfrm>
            <a:off x="647826" y="972016"/>
            <a:ext cx="1071975" cy="0"/>
          </a:xfrm>
          <a:prstGeom prst="straightConnector1">
            <a:avLst/>
          </a:prstGeom>
          <a:noFill/>
          <a:ln w="28575" cap="flat" cmpd="sng">
            <a:solidFill>
              <a:schemeClr val="dk2"/>
            </a:solidFill>
            <a:prstDash val="solid"/>
            <a:round/>
            <a:headEnd type="none" w="med" len="med"/>
            <a:tailEnd type="none" w="med" len="med"/>
          </a:ln>
        </p:spPr>
      </p:cxnSp>
    </p:spTree>
    <p:extLst>
      <p:ext uri="{BB962C8B-B14F-4D97-AF65-F5344CB8AC3E}">
        <p14:creationId xmlns:p14="http://schemas.microsoft.com/office/powerpoint/2010/main" val="1767737263"/>
      </p:ext>
    </p:extLst>
  </p:cSld>
  <p:clrMapOvr>
    <a:masterClrMapping/>
  </p:clrMapOvr>
</p:sldLayout>
</file>

<file path=ppt/slideLayouts/slideLayout218.xml><?xml version="1.0" encoding="utf-8"?>
<p:sldLayout xmlns:a="http://schemas.openxmlformats.org/drawingml/2006/main" xmlns:r="http://schemas.openxmlformats.org/officeDocument/2006/relationships" xmlns:p="http://schemas.openxmlformats.org/presentationml/2006/main" preserve="1" userDrawn="1">
  <p:cSld name="1_Right_Grey_Headline_1">
    <p:spTree>
      <p:nvGrpSpPr>
        <p:cNvPr id="1" name=""/>
        <p:cNvGrpSpPr/>
        <p:nvPr/>
      </p:nvGrpSpPr>
      <p:grpSpPr>
        <a:xfrm>
          <a:off x="0" y="0"/>
          <a:ext cx="0" cy="0"/>
          <a:chOff x="0" y="0"/>
          <a:chExt cx="0" cy="0"/>
        </a:xfrm>
      </p:grpSpPr>
      <p:sp>
        <p:nvSpPr>
          <p:cNvPr id="7" name="Rechteck 6">
            <a:extLst>
              <a:ext uri="{FF2B5EF4-FFF2-40B4-BE49-F238E27FC236}">
                <a16:creationId xmlns:a16="http://schemas.microsoft.com/office/drawing/2014/main" id="{86FAB284-88A4-4B13-8A15-0DD4661FFC03}"/>
              </a:ext>
            </a:extLst>
          </p:cNvPr>
          <p:cNvSpPr/>
          <p:nvPr userDrawn="1"/>
        </p:nvSpPr>
        <p:spPr>
          <a:xfrm>
            <a:off x="6781800" y="0"/>
            <a:ext cx="5410200" cy="6858000"/>
          </a:xfrm>
          <a:prstGeom prst="rect">
            <a:avLst/>
          </a:prstGeom>
          <a:solidFill>
            <a:srgbClr val="F2F2F2">
              <a:alpha val="74118"/>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6" name="Grafik 11"/>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a:xfrm>
            <a:off x="10821537" y="295772"/>
            <a:ext cx="1016235" cy="155088"/>
          </a:xfrm>
          <a:prstGeom prst="rect">
            <a:avLst/>
          </a:prstGeom>
        </p:spPr>
      </p:pic>
      <p:sp>
        <p:nvSpPr>
          <p:cNvPr id="9" name="Titel 1">
            <a:extLst>
              <a:ext uri="{FF2B5EF4-FFF2-40B4-BE49-F238E27FC236}">
                <a16:creationId xmlns:a16="http://schemas.microsoft.com/office/drawing/2014/main" id="{82764ED9-B2EC-41C3-A817-F5184FB44220}"/>
              </a:ext>
            </a:extLst>
          </p:cNvPr>
          <p:cNvSpPr>
            <a:spLocks noGrp="1"/>
          </p:cNvSpPr>
          <p:nvPr>
            <p:ph type="title" hasCustomPrompt="1"/>
          </p:nvPr>
        </p:nvSpPr>
        <p:spPr>
          <a:xfrm>
            <a:off x="1532891" y="522131"/>
            <a:ext cx="6737349" cy="449885"/>
          </a:xfrm>
          <a:prstGeom prst="rect">
            <a:avLst/>
          </a:prstGeom>
        </p:spPr>
        <p:txBody>
          <a:bodyPr/>
          <a:lstStyle>
            <a:lvl1pPr>
              <a:defRPr sz="2400" b="1" cap="all" baseline="0">
                <a:solidFill>
                  <a:schemeClr val="tx2"/>
                </a:solidFill>
                <a:latin typeface="Calibri" panose="020F0502020204030204" pitchFamily="34" charset="0"/>
              </a:defRPr>
            </a:lvl1pPr>
          </a:lstStyle>
          <a:p>
            <a:r>
              <a:rPr lang="en-US" noProof="0"/>
              <a:t>HEADLINE</a:t>
            </a:r>
          </a:p>
        </p:txBody>
      </p:sp>
      <p:cxnSp>
        <p:nvCxnSpPr>
          <p:cNvPr id="10" name="Google Shape;870;p163">
            <a:extLst>
              <a:ext uri="{FF2B5EF4-FFF2-40B4-BE49-F238E27FC236}">
                <a16:creationId xmlns:a16="http://schemas.microsoft.com/office/drawing/2014/main" id="{86652B0B-C956-44C2-B729-0D0B1AE3331A}"/>
              </a:ext>
            </a:extLst>
          </p:cNvPr>
          <p:cNvCxnSpPr>
            <a:cxnSpLocks/>
          </p:cNvCxnSpPr>
          <p:nvPr userDrawn="1"/>
        </p:nvCxnSpPr>
        <p:spPr>
          <a:xfrm>
            <a:off x="647826" y="972016"/>
            <a:ext cx="1071975" cy="0"/>
          </a:xfrm>
          <a:prstGeom prst="straightConnector1">
            <a:avLst/>
          </a:prstGeom>
          <a:noFill/>
          <a:ln w="28575" cap="flat" cmpd="sng">
            <a:solidFill>
              <a:schemeClr val="dk2"/>
            </a:solidFill>
            <a:prstDash val="solid"/>
            <a:round/>
            <a:headEnd type="none" w="med" len="med"/>
            <a:tailEnd type="none" w="med" len="med"/>
          </a:ln>
        </p:spPr>
      </p:cxnSp>
    </p:spTree>
    <p:extLst>
      <p:ext uri="{BB962C8B-B14F-4D97-AF65-F5344CB8AC3E}">
        <p14:creationId xmlns:p14="http://schemas.microsoft.com/office/powerpoint/2010/main" val="2732192494"/>
      </p:ext>
    </p:extLst>
  </p:cSld>
  <p:clrMapOvr>
    <a:masterClrMapping/>
  </p:clrMapOvr>
</p:sldLayout>
</file>

<file path=ppt/slideLayouts/slideLayout219.xml><?xml version="1.0" encoding="utf-8"?>
<p:sldLayout xmlns:a="http://schemas.openxmlformats.org/drawingml/2006/main" xmlns:r="http://schemas.openxmlformats.org/officeDocument/2006/relationships" xmlns:p="http://schemas.openxmlformats.org/presentationml/2006/main" preserve="1" userDrawn="1">
  <p:cSld name="Right_Grey_NOHeadline_1">
    <p:spTree>
      <p:nvGrpSpPr>
        <p:cNvPr id="1" name=""/>
        <p:cNvGrpSpPr/>
        <p:nvPr/>
      </p:nvGrpSpPr>
      <p:grpSpPr>
        <a:xfrm>
          <a:off x="0" y="0"/>
          <a:ext cx="0" cy="0"/>
          <a:chOff x="0" y="0"/>
          <a:chExt cx="0" cy="0"/>
        </a:xfrm>
      </p:grpSpPr>
      <p:sp>
        <p:nvSpPr>
          <p:cNvPr id="29" name="Rechteck 7"/>
          <p:cNvSpPr/>
          <p:nvPr userDrawn="1"/>
        </p:nvSpPr>
        <p:spPr>
          <a:xfrm rot="691985">
            <a:off x="7121972" y="-391616"/>
            <a:ext cx="5681560" cy="7893071"/>
          </a:xfrm>
          <a:custGeom>
            <a:avLst/>
            <a:gdLst>
              <a:gd name="connsiteX0" fmla="*/ 0 w 5198844"/>
              <a:gd name="connsiteY0" fmla="*/ 0 h 7932741"/>
              <a:gd name="connsiteX1" fmla="*/ 5198844 w 5198844"/>
              <a:gd name="connsiteY1" fmla="*/ 0 h 7932741"/>
              <a:gd name="connsiteX2" fmla="*/ 5198844 w 5198844"/>
              <a:gd name="connsiteY2" fmla="*/ 7932741 h 7932741"/>
              <a:gd name="connsiteX3" fmla="*/ 0 w 5198844"/>
              <a:gd name="connsiteY3" fmla="*/ 7932741 h 7932741"/>
              <a:gd name="connsiteX4" fmla="*/ 0 w 5198844"/>
              <a:gd name="connsiteY4" fmla="*/ 0 h 7932741"/>
              <a:gd name="connsiteX0" fmla="*/ 10409 w 5209253"/>
              <a:gd name="connsiteY0" fmla="*/ 0 h 7932741"/>
              <a:gd name="connsiteX1" fmla="*/ 5209253 w 5209253"/>
              <a:gd name="connsiteY1" fmla="*/ 0 h 7932741"/>
              <a:gd name="connsiteX2" fmla="*/ 5209253 w 5209253"/>
              <a:gd name="connsiteY2" fmla="*/ 7932741 h 7932741"/>
              <a:gd name="connsiteX3" fmla="*/ 0 w 5209253"/>
              <a:gd name="connsiteY3" fmla="*/ 7818210 h 7932741"/>
              <a:gd name="connsiteX4" fmla="*/ 10409 w 5209253"/>
              <a:gd name="connsiteY4" fmla="*/ 0 h 7932741"/>
              <a:gd name="connsiteX0" fmla="*/ 10409 w 5209253"/>
              <a:gd name="connsiteY0" fmla="*/ 0 h 7818210"/>
              <a:gd name="connsiteX1" fmla="*/ 5209253 w 5209253"/>
              <a:gd name="connsiteY1" fmla="*/ 0 h 7818210"/>
              <a:gd name="connsiteX2" fmla="*/ 4163522 w 5209253"/>
              <a:gd name="connsiteY2" fmla="*/ 6746262 h 7818210"/>
              <a:gd name="connsiteX3" fmla="*/ 0 w 5209253"/>
              <a:gd name="connsiteY3" fmla="*/ 7818210 h 7818210"/>
              <a:gd name="connsiteX4" fmla="*/ 10409 w 5209253"/>
              <a:gd name="connsiteY4" fmla="*/ 0 h 7818210"/>
              <a:gd name="connsiteX0" fmla="*/ 10409 w 5209253"/>
              <a:gd name="connsiteY0" fmla="*/ 0 h 7818210"/>
              <a:gd name="connsiteX1" fmla="*/ 5209253 w 5209253"/>
              <a:gd name="connsiteY1" fmla="*/ 0 h 7818210"/>
              <a:gd name="connsiteX2" fmla="*/ 4644752 w 5209253"/>
              <a:gd name="connsiteY2" fmla="*/ 6881376 h 7818210"/>
              <a:gd name="connsiteX3" fmla="*/ 0 w 5209253"/>
              <a:gd name="connsiteY3" fmla="*/ 7818210 h 7818210"/>
              <a:gd name="connsiteX4" fmla="*/ 10409 w 5209253"/>
              <a:gd name="connsiteY4" fmla="*/ 0 h 7818210"/>
              <a:gd name="connsiteX0" fmla="*/ 10409 w 4644752"/>
              <a:gd name="connsiteY0" fmla="*/ 0 h 7818210"/>
              <a:gd name="connsiteX1" fmla="*/ 2914556 w 4644752"/>
              <a:gd name="connsiteY1" fmla="*/ 442318 h 7818210"/>
              <a:gd name="connsiteX2" fmla="*/ 4644752 w 4644752"/>
              <a:gd name="connsiteY2" fmla="*/ 6881376 h 7818210"/>
              <a:gd name="connsiteX3" fmla="*/ 0 w 4644752"/>
              <a:gd name="connsiteY3" fmla="*/ 7818210 h 7818210"/>
              <a:gd name="connsiteX4" fmla="*/ 10409 w 4644752"/>
              <a:gd name="connsiteY4" fmla="*/ 0 h 7818210"/>
              <a:gd name="connsiteX0" fmla="*/ 10409 w 4644752"/>
              <a:gd name="connsiteY0" fmla="*/ 0 h 7818210"/>
              <a:gd name="connsiteX1" fmla="*/ 3289646 w 4644752"/>
              <a:gd name="connsiteY1" fmla="*/ 184317 h 7818210"/>
              <a:gd name="connsiteX2" fmla="*/ 4644752 w 4644752"/>
              <a:gd name="connsiteY2" fmla="*/ 6881376 h 7818210"/>
              <a:gd name="connsiteX3" fmla="*/ 0 w 4644752"/>
              <a:gd name="connsiteY3" fmla="*/ 7818210 h 7818210"/>
              <a:gd name="connsiteX4" fmla="*/ 10409 w 4644752"/>
              <a:gd name="connsiteY4" fmla="*/ 0 h 7818210"/>
              <a:gd name="connsiteX0" fmla="*/ 1245 w 4644752"/>
              <a:gd name="connsiteY0" fmla="*/ 660064 h 7633893"/>
              <a:gd name="connsiteX1" fmla="*/ 3289646 w 4644752"/>
              <a:gd name="connsiteY1" fmla="*/ 0 h 7633893"/>
              <a:gd name="connsiteX2" fmla="*/ 4644752 w 4644752"/>
              <a:gd name="connsiteY2" fmla="*/ 6697059 h 7633893"/>
              <a:gd name="connsiteX3" fmla="*/ 0 w 4644752"/>
              <a:gd name="connsiteY3" fmla="*/ 7633893 h 7633893"/>
              <a:gd name="connsiteX4" fmla="*/ 1245 w 4644752"/>
              <a:gd name="connsiteY4" fmla="*/ 660064 h 7633893"/>
              <a:gd name="connsiteX0" fmla="*/ 1245 w 4644752"/>
              <a:gd name="connsiteY0" fmla="*/ 880465 h 7854294"/>
              <a:gd name="connsiteX1" fmla="*/ 4242723 w 4644752"/>
              <a:gd name="connsiteY1" fmla="*/ 0 h 7854294"/>
              <a:gd name="connsiteX2" fmla="*/ 4644752 w 4644752"/>
              <a:gd name="connsiteY2" fmla="*/ 6917460 h 7854294"/>
              <a:gd name="connsiteX3" fmla="*/ 0 w 4644752"/>
              <a:gd name="connsiteY3" fmla="*/ 7854294 h 7854294"/>
              <a:gd name="connsiteX4" fmla="*/ 1245 w 4644752"/>
              <a:gd name="connsiteY4" fmla="*/ 880465 h 7854294"/>
              <a:gd name="connsiteX0" fmla="*/ 1245 w 5620429"/>
              <a:gd name="connsiteY0" fmla="*/ 880465 h 7854294"/>
              <a:gd name="connsiteX1" fmla="*/ 4242723 w 5620429"/>
              <a:gd name="connsiteY1" fmla="*/ 0 h 7854294"/>
              <a:gd name="connsiteX2" fmla="*/ 5620429 w 5620429"/>
              <a:gd name="connsiteY2" fmla="*/ 6744293 h 7854294"/>
              <a:gd name="connsiteX3" fmla="*/ 0 w 5620429"/>
              <a:gd name="connsiteY3" fmla="*/ 7854294 h 7854294"/>
              <a:gd name="connsiteX4" fmla="*/ 1245 w 5620429"/>
              <a:gd name="connsiteY4" fmla="*/ 880465 h 7854294"/>
              <a:gd name="connsiteX0" fmla="*/ 3405 w 5622589"/>
              <a:gd name="connsiteY0" fmla="*/ 880465 h 7794630"/>
              <a:gd name="connsiteX1" fmla="*/ 4244883 w 5622589"/>
              <a:gd name="connsiteY1" fmla="*/ 0 h 7794630"/>
              <a:gd name="connsiteX2" fmla="*/ 5622589 w 5622589"/>
              <a:gd name="connsiteY2" fmla="*/ 6744293 h 7794630"/>
              <a:gd name="connsiteX3" fmla="*/ 0 w 5622589"/>
              <a:gd name="connsiteY3" fmla="*/ 7794630 h 7794630"/>
              <a:gd name="connsiteX4" fmla="*/ 3405 w 5622589"/>
              <a:gd name="connsiteY4" fmla="*/ 880465 h 7794630"/>
              <a:gd name="connsiteX0" fmla="*/ 3405 w 5525217"/>
              <a:gd name="connsiteY0" fmla="*/ 880465 h 7794630"/>
              <a:gd name="connsiteX1" fmla="*/ 4244883 w 5525217"/>
              <a:gd name="connsiteY1" fmla="*/ 0 h 7794630"/>
              <a:gd name="connsiteX2" fmla="*/ 5525217 w 5525217"/>
              <a:gd name="connsiteY2" fmla="*/ 6463632 h 7794630"/>
              <a:gd name="connsiteX3" fmla="*/ 0 w 5525217"/>
              <a:gd name="connsiteY3" fmla="*/ 7794630 h 7794630"/>
              <a:gd name="connsiteX4" fmla="*/ 3405 w 5525217"/>
              <a:gd name="connsiteY4" fmla="*/ 880465 h 7794630"/>
              <a:gd name="connsiteX0" fmla="*/ 3405 w 5612581"/>
              <a:gd name="connsiteY0" fmla="*/ 880465 h 7794630"/>
              <a:gd name="connsiteX1" fmla="*/ 4244883 w 5612581"/>
              <a:gd name="connsiteY1" fmla="*/ 0 h 7794630"/>
              <a:gd name="connsiteX2" fmla="*/ 5612581 w 5612581"/>
              <a:gd name="connsiteY2" fmla="*/ 6646161 h 7794630"/>
              <a:gd name="connsiteX3" fmla="*/ 0 w 5612581"/>
              <a:gd name="connsiteY3" fmla="*/ 7794630 h 7794630"/>
              <a:gd name="connsiteX4" fmla="*/ 3405 w 5612581"/>
              <a:gd name="connsiteY4" fmla="*/ 880465 h 7794630"/>
              <a:gd name="connsiteX0" fmla="*/ 3405 w 5612581"/>
              <a:gd name="connsiteY0" fmla="*/ 880465 h 7794630"/>
              <a:gd name="connsiteX1" fmla="*/ 4244883 w 5612581"/>
              <a:gd name="connsiteY1" fmla="*/ 0 h 7794630"/>
              <a:gd name="connsiteX2" fmla="*/ 5612581 w 5612581"/>
              <a:gd name="connsiteY2" fmla="*/ 6646161 h 7794630"/>
              <a:gd name="connsiteX3" fmla="*/ 0 w 5612581"/>
              <a:gd name="connsiteY3" fmla="*/ 7794630 h 7794630"/>
              <a:gd name="connsiteX4" fmla="*/ 3405 w 5612581"/>
              <a:gd name="connsiteY4" fmla="*/ 880465 h 7794630"/>
              <a:gd name="connsiteX0" fmla="*/ 3405 w 5612590"/>
              <a:gd name="connsiteY0" fmla="*/ 880465 h 7794630"/>
              <a:gd name="connsiteX1" fmla="*/ 4244883 w 5612590"/>
              <a:gd name="connsiteY1" fmla="*/ 0 h 7794630"/>
              <a:gd name="connsiteX2" fmla="*/ 5612581 w 5612590"/>
              <a:gd name="connsiteY2" fmla="*/ 6646161 h 7794630"/>
              <a:gd name="connsiteX3" fmla="*/ 0 w 5612590"/>
              <a:gd name="connsiteY3" fmla="*/ 7794630 h 7794630"/>
              <a:gd name="connsiteX4" fmla="*/ 3405 w 5612590"/>
              <a:gd name="connsiteY4" fmla="*/ 880465 h 7794630"/>
              <a:gd name="connsiteX0" fmla="*/ 3405 w 5612590"/>
              <a:gd name="connsiteY0" fmla="*/ 880465 h 7794630"/>
              <a:gd name="connsiteX1" fmla="*/ 4244883 w 5612590"/>
              <a:gd name="connsiteY1" fmla="*/ 0 h 7794630"/>
              <a:gd name="connsiteX2" fmla="*/ 5612581 w 5612590"/>
              <a:gd name="connsiteY2" fmla="*/ 6646161 h 7794630"/>
              <a:gd name="connsiteX3" fmla="*/ 0 w 5612590"/>
              <a:gd name="connsiteY3" fmla="*/ 7794630 h 7794630"/>
              <a:gd name="connsiteX4" fmla="*/ 3405 w 5612590"/>
              <a:gd name="connsiteY4" fmla="*/ 880465 h 7794630"/>
              <a:gd name="connsiteX0" fmla="*/ 3405 w 5612590"/>
              <a:gd name="connsiteY0" fmla="*/ 880465 h 7794630"/>
              <a:gd name="connsiteX1" fmla="*/ 4244883 w 5612590"/>
              <a:gd name="connsiteY1" fmla="*/ 0 h 7794630"/>
              <a:gd name="connsiteX2" fmla="*/ 5612581 w 5612590"/>
              <a:gd name="connsiteY2" fmla="*/ 6646161 h 7794630"/>
              <a:gd name="connsiteX3" fmla="*/ 0 w 5612590"/>
              <a:gd name="connsiteY3" fmla="*/ 7794630 h 7794630"/>
              <a:gd name="connsiteX4" fmla="*/ 3405 w 5612590"/>
              <a:gd name="connsiteY4" fmla="*/ 880465 h 779463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612590" h="7794630">
                <a:moveTo>
                  <a:pt x="3405" y="880465"/>
                </a:moveTo>
                <a:lnTo>
                  <a:pt x="4244883" y="0"/>
                </a:lnTo>
                <a:cubicBezTo>
                  <a:pt x="4278143" y="-2410"/>
                  <a:pt x="5612109" y="6661917"/>
                  <a:pt x="5612581" y="6646161"/>
                </a:cubicBezTo>
                <a:cubicBezTo>
                  <a:pt x="5619630" y="6655936"/>
                  <a:pt x="1870860" y="7411807"/>
                  <a:pt x="0" y="7794630"/>
                </a:cubicBezTo>
                <a:cubicBezTo>
                  <a:pt x="3470" y="5188560"/>
                  <a:pt x="-65" y="3486535"/>
                  <a:pt x="3405" y="880465"/>
                </a:cubicBezTo>
                <a:close/>
              </a:path>
            </a:pathLst>
          </a:custGeom>
          <a:solidFill>
            <a:srgbClr val="F7F6F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sz="1800">
              <a:latin typeface="Calibri" panose="020F0502020204030204" pitchFamily="34" charset="0"/>
            </a:endParaRPr>
          </a:p>
        </p:txBody>
      </p:sp>
      <p:pic>
        <p:nvPicPr>
          <p:cNvPr id="6" name="Grafik 11"/>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a:xfrm>
            <a:off x="10821537" y="295772"/>
            <a:ext cx="1016235" cy="155088"/>
          </a:xfrm>
          <a:prstGeom prst="rect">
            <a:avLst/>
          </a:prstGeom>
        </p:spPr>
      </p:pic>
    </p:spTree>
    <p:extLst>
      <p:ext uri="{BB962C8B-B14F-4D97-AF65-F5344CB8AC3E}">
        <p14:creationId xmlns:p14="http://schemas.microsoft.com/office/powerpoint/2010/main" val="2572365465"/>
      </p:ext>
    </p:extLst>
  </p:cSld>
  <p:clrMapOvr>
    <a:masterClrMapping/>
  </p:clrMapOvr>
</p:sldLayout>
</file>

<file path=ppt/slideLayouts/slideLayout220.xml><?xml version="1.0" encoding="utf-8"?>
<p:sldLayout xmlns:a="http://schemas.openxmlformats.org/drawingml/2006/main" xmlns:r="http://schemas.openxmlformats.org/officeDocument/2006/relationships" xmlns:p="http://schemas.openxmlformats.org/presentationml/2006/main" preserve="1" userDrawn="1">
  <p:cSld name="Empty_Headline">
    <p:spTree>
      <p:nvGrpSpPr>
        <p:cNvPr id="1" name=""/>
        <p:cNvGrpSpPr/>
        <p:nvPr/>
      </p:nvGrpSpPr>
      <p:grpSpPr>
        <a:xfrm>
          <a:off x="0" y="0"/>
          <a:ext cx="0" cy="0"/>
          <a:chOff x="0" y="0"/>
          <a:chExt cx="0" cy="0"/>
        </a:xfrm>
      </p:grpSpPr>
      <p:pic>
        <p:nvPicPr>
          <p:cNvPr id="2050" name="Picture 2" descr="astronaut action figures">
            <a:extLst>
              <a:ext uri="{FF2B5EF4-FFF2-40B4-BE49-F238E27FC236}">
                <a16:creationId xmlns:a16="http://schemas.microsoft.com/office/drawing/2014/main" id="{B558D718-6289-480F-A290-08DEA908834E}"/>
              </a:ext>
            </a:extLst>
          </p:cNvPr>
          <p:cNvPicPr>
            <a:picLocks noChangeAspect="1" noChangeArrowheads="1"/>
          </p:cNvPicPr>
          <p:nvPr userDrawn="1"/>
        </p:nvPicPr>
        <p:blipFill rotWithShape="1">
          <a:blip r:embed="rId2" cstate="email">
            <a:extLst>
              <a:ext uri="{28A0092B-C50C-407E-A947-70E740481C1C}">
                <a14:useLocalDpi xmlns:a14="http://schemas.microsoft.com/office/drawing/2010/main"/>
              </a:ext>
            </a:extLst>
          </a:blip>
          <a:srcRect/>
          <a:stretch/>
        </p:blipFill>
        <p:spPr bwMode="auto">
          <a:xfrm>
            <a:off x="0" y="0"/>
            <a:ext cx="6096000" cy="6858000"/>
          </a:xfrm>
          <a:prstGeom prst="rect">
            <a:avLst/>
          </a:prstGeom>
          <a:noFill/>
          <a:extLst>
            <a:ext uri="{909E8E84-426E-40DD-AFC4-6F175D3DCCD1}">
              <a14:hiddenFill xmlns:a14="http://schemas.microsoft.com/office/drawing/2010/main">
                <a:solidFill>
                  <a:srgbClr val="FFFFFF"/>
                </a:solidFill>
              </a14:hiddenFill>
            </a:ext>
          </a:extLst>
        </p:spPr>
      </p:pic>
      <p:pic>
        <p:nvPicPr>
          <p:cNvPr id="2052" name="Picture 4" descr="two men in suit sitting on sofa">
            <a:extLst>
              <a:ext uri="{FF2B5EF4-FFF2-40B4-BE49-F238E27FC236}">
                <a16:creationId xmlns:a16="http://schemas.microsoft.com/office/drawing/2014/main" id="{01DBBDEF-CB3D-41C6-B6F1-DE5D95933D0A}"/>
              </a:ext>
            </a:extLst>
          </p:cNvPr>
          <p:cNvPicPr>
            <a:picLocks noChangeAspect="1" noChangeArrowheads="1"/>
          </p:cNvPicPr>
          <p:nvPr userDrawn="1"/>
        </p:nvPicPr>
        <p:blipFill rotWithShape="1">
          <a:blip r:embed="rId3" cstate="email">
            <a:extLst>
              <a:ext uri="{28A0092B-C50C-407E-A947-70E740481C1C}">
                <a14:useLocalDpi xmlns:a14="http://schemas.microsoft.com/office/drawing/2010/main"/>
              </a:ext>
            </a:extLst>
          </a:blip>
          <a:srcRect/>
          <a:stretch/>
        </p:blipFill>
        <p:spPr bwMode="auto">
          <a:xfrm>
            <a:off x="6096000" y="0"/>
            <a:ext cx="6096000" cy="6858000"/>
          </a:xfrm>
          <a:prstGeom prst="rect">
            <a:avLst/>
          </a:prstGeom>
          <a:noFill/>
          <a:extLst>
            <a:ext uri="{909E8E84-426E-40DD-AFC4-6F175D3DCCD1}">
              <a14:hiddenFill xmlns:a14="http://schemas.microsoft.com/office/drawing/2010/main">
                <a:solidFill>
                  <a:srgbClr val="FFFFFF"/>
                </a:solidFill>
              </a14:hiddenFill>
            </a:ext>
          </a:extLst>
        </p:spPr>
      </p:pic>
      <p:sp>
        <p:nvSpPr>
          <p:cNvPr id="6" name="Rechteck 5">
            <a:extLst>
              <a:ext uri="{FF2B5EF4-FFF2-40B4-BE49-F238E27FC236}">
                <a16:creationId xmlns:a16="http://schemas.microsoft.com/office/drawing/2014/main" id="{A5D4ECCE-5592-43C3-817D-D7009522EDBF}"/>
              </a:ext>
            </a:extLst>
          </p:cNvPr>
          <p:cNvSpPr/>
          <p:nvPr userDrawn="1"/>
        </p:nvSpPr>
        <p:spPr>
          <a:xfrm>
            <a:off x="0" y="-1"/>
            <a:ext cx="12192000" cy="6857999"/>
          </a:xfrm>
          <a:prstGeom prst="rect">
            <a:avLst/>
          </a:prstGeom>
          <a:solidFill>
            <a:srgbClr val="15536C">
              <a:alpha val="61176"/>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a:latin typeface="Calibri" panose="020F0502020204030204" pitchFamily="34" charset="0"/>
            </a:endParaRPr>
          </a:p>
        </p:txBody>
      </p:sp>
      <p:sp>
        <p:nvSpPr>
          <p:cNvPr id="2" name="Titel 1">
            <a:extLst>
              <a:ext uri="{FF2B5EF4-FFF2-40B4-BE49-F238E27FC236}">
                <a16:creationId xmlns:a16="http://schemas.microsoft.com/office/drawing/2014/main" id="{73DD2505-E317-4EE3-A5B5-D4722ADEFB50}"/>
              </a:ext>
            </a:extLst>
          </p:cNvPr>
          <p:cNvSpPr>
            <a:spLocks noGrp="1"/>
          </p:cNvSpPr>
          <p:nvPr>
            <p:ph type="title" hasCustomPrompt="1"/>
          </p:nvPr>
        </p:nvSpPr>
        <p:spPr>
          <a:xfrm>
            <a:off x="527051" y="522131"/>
            <a:ext cx="10442713" cy="449885"/>
          </a:xfrm>
          <a:prstGeom prst="rect">
            <a:avLst/>
          </a:prstGeom>
        </p:spPr>
        <p:txBody>
          <a:bodyPr/>
          <a:lstStyle>
            <a:lvl1pPr>
              <a:defRPr sz="2400" b="1" cap="all" baseline="0">
                <a:solidFill>
                  <a:schemeClr val="accent1"/>
                </a:solidFill>
                <a:latin typeface="Calibri" panose="020F0502020204030204" pitchFamily="34" charset="0"/>
              </a:defRPr>
            </a:lvl1pPr>
          </a:lstStyle>
          <a:p>
            <a:r>
              <a:rPr lang="de-DE"/>
              <a:t>HEADLINE</a:t>
            </a:r>
          </a:p>
        </p:txBody>
      </p:sp>
      <p:cxnSp>
        <p:nvCxnSpPr>
          <p:cNvPr id="8" name="Google Shape;870;p163">
            <a:extLst>
              <a:ext uri="{FF2B5EF4-FFF2-40B4-BE49-F238E27FC236}">
                <a16:creationId xmlns:a16="http://schemas.microsoft.com/office/drawing/2014/main" id="{3E6A3A13-05FB-4D99-93CD-F13D1ACBA78C}"/>
              </a:ext>
            </a:extLst>
          </p:cNvPr>
          <p:cNvCxnSpPr>
            <a:cxnSpLocks/>
          </p:cNvCxnSpPr>
          <p:nvPr userDrawn="1"/>
        </p:nvCxnSpPr>
        <p:spPr>
          <a:xfrm>
            <a:off x="637833" y="972016"/>
            <a:ext cx="1071975" cy="0"/>
          </a:xfrm>
          <a:prstGeom prst="straightConnector1">
            <a:avLst/>
          </a:prstGeom>
          <a:noFill/>
          <a:ln w="28575" cap="flat" cmpd="sng">
            <a:solidFill>
              <a:schemeClr val="dk2"/>
            </a:solidFill>
            <a:prstDash val="solid"/>
            <a:round/>
            <a:headEnd type="none" w="med" len="med"/>
            <a:tailEnd type="none" w="med" len="med"/>
          </a:ln>
        </p:spPr>
      </p:cxnSp>
    </p:spTree>
    <p:extLst>
      <p:ext uri="{BB962C8B-B14F-4D97-AF65-F5344CB8AC3E}">
        <p14:creationId xmlns:p14="http://schemas.microsoft.com/office/powerpoint/2010/main" val="2687891315"/>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221.xml><?xml version="1.0" encoding="utf-8"?>
<p:sldLayout xmlns:a="http://schemas.openxmlformats.org/drawingml/2006/main" xmlns:r="http://schemas.openxmlformats.org/officeDocument/2006/relationships" xmlns:p="http://schemas.openxmlformats.org/presentationml/2006/main" preserve="1" userDrawn="1">
  <p:cSld name="1_Empty_Headline">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73DD2505-E317-4EE3-A5B5-D4722ADEFB50}"/>
              </a:ext>
            </a:extLst>
          </p:cNvPr>
          <p:cNvSpPr>
            <a:spLocks noGrp="1"/>
          </p:cNvSpPr>
          <p:nvPr>
            <p:ph type="title" hasCustomPrompt="1"/>
          </p:nvPr>
        </p:nvSpPr>
        <p:spPr>
          <a:xfrm>
            <a:off x="527051" y="522131"/>
            <a:ext cx="10442713" cy="449885"/>
          </a:xfrm>
          <a:prstGeom prst="rect">
            <a:avLst/>
          </a:prstGeom>
        </p:spPr>
        <p:txBody>
          <a:bodyPr/>
          <a:lstStyle>
            <a:lvl1pPr>
              <a:defRPr sz="2400" b="1" cap="all" baseline="0">
                <a:solidFill>
                  <a:schemeClr val="accent1"/>
                </a:solidFill>
                <a:latin typeface="Calibri" panose="020F0502020204030204" pitchFamily="34" charset="0"/>
              </a:defRPr>
            </a:lvl1pPr>
          </a:lstStyle>
          <a:p>
            <a:r>
              <a:rPr lang="de-DE"/>
              <a:t>HEADLINE</a:t>
            </a:r>
          </a:p>
        </p:txBody>
      </p:sp>
      <p:cxnSp>
        <p:nvCxnSpPr>
          <p:cNvPr id="8" name="Google Shape;870;p163">
            <a:extLst>
              <a:ext uri="{FF2B5EF4-FFF2-40B4-BE49-F238E27FC236}">
                <a16:creationId xmlns:a16="http://schemas.microsoft.com/office/drawing/2014/main" id="{3E6A3A13-05FB-4D99-93CD-F13D1ACBA78C}"/>
              </a:ext>
            </a:extLst>
          </p:cNvPr>
          <p:cNvCxnSpPr>
            <a:cxnSpLocks/>
          </p:cNvCxnSpPr>
          <p:nvPr userDrawn="1"/>
        </p:nvCxnSpPr>
        <p:spPr>
          <a:xfrm>
            <a:off x="637833" y="972016"/>
            <a:ext cx="1071975" cy="0"/>
          </a:xfrm>
          <a:prstGeom prst="straightConnector1">
            <a:avLst/>
          </a:prstGeom>
          <a:noFill/>
          <a:ln w="28575" cap="flat" cmpd="sng">
            <a:solidFill>
              <a:schemeClr val="dk2"/>
            </a:solidFill>
            <a:prstDash val="solid"/>
            <a:round/>
            <a:headEnd type="none" w="med" len="med"/>
            <a:tailEnd type="none" w="med" len="med"/>
          </a:ln>
        </p:spPr>
      </p:cxnSp>
    </p:spTree>
    <p:extLst>
      <p:ext uri="{BB962C8B-B14F-4D97-AF65-F5344CB8AC3E}">
        <p14:creationId xmlns:p14="http://schemas.microsoft.com/office/powerpoint/2010/main" val="2217550016"/>
      </p:ext>
    </p:extLst>
  </p:cSld>
  <p:clrMapOvr>
    <a:masterClrMapping/>
  </p:clrMapOvr>
  <p:extLst>
    <p:ext uri="{DCECCB84-F9BA-43D5-87BE-67443E8EF086}">
      <p15:sldGuideLst xmlns:p15="http://schemas.microsoft.com/office/powerpoint/2012/main">
        <p15:guide id="1" orient="horz" pos="709">
          <p15:clr>
            <a:srgbClr val="FBAE40"/>
          </p15:clr>
        </p15:guide>
        <p15:guide id="2" pos="3840">
          <p15:clr>
            <a:srgbClr val="FBAE40"/>
          </p15:clr>
        </p15:guide>
      </p15:sldGuideLst>
    </p:ext>
  </p:extLst>
</p:sldLayout>
</file>

<file path=ppt/slideLayouts/slideLayout222.xml><?xml version="1.0" encoding="utf-8"?>
<p:sldLayout xmlns:a="http://schemas.openxmlformats.org/drawingml/2006/main" xmlns:r="http://schemas.openxmlformats.org/officeDocument/2006/relationships" xmlns:p="http://schemas.openxmlformats.org/presentationml/2006/main" preserve="1" userDrawn="1">
  <p:cSld name="3_Empty_Headline">
    <p:spTree>
      <p:nvGrpSpPr>
        <p:cNvPr id="1" name=""/>
        <p:cNvGrpSpPr/>
        <p:nvPr/>
      </p:nvGrpSpPr>
      <p:grpSpPr>
        <a:xfrm>
          <a:off x="0" y="0"/>
          <a:ext cx="0" cy="0"/>
          <a:chOff x="0" y="0"/>
          <a:chExt cx="0" cy="0"/>
        </a:xfrm>
      </p:grpSpPr>
      <p:pic>
        <p:nvPicPr>
          <p:cNvPr id="4" name="Grafik 3">
            <a:extLst>
              <a:ext uri="{FF2B5EF4-FFF2-40B4-BE49-F238E27FC236}">
                <a16:creationId xmlns:a16="http://schemas.microsoft.com/office/drawing/2014/main" id="{F211C0AD-5528-4A57-BDE5-B120B2E2B781}"/>
              </a:ext>
            </a:extLst>
          </p:cNvPr>
          <p:cNvPicPr>
            <a:picLocks noChangeAspect="1"/>
          </p:cNvPicPr>
          <p:nvPr userDrawn="1"/>
        </p:nvPicPr>
        <p:blipFill rotWithShape="1">
          <a:blip r:embed="rId2" cstate="email">
            <a:extLst>
              <a:ext uri="{BEBA8EAE-BF5A-486C-A8C5-ECC9F3942E4B}">
                <a14:imgProps xmlns:a14="http://schemas.microsoft.com/office/drawing/2010/main">
                  <a14:imgLayer r:embed="rId3">
                    <a14:imgEffect>
                      <a14:saturation sat="21000"/>
                    </a14:imgEffect>
                  </a14:imgLayer>
                </a14:imgProps>
              </a:ext>
              <a:ext uri="{28A0092B-C50C-407E-A947-70E740481C1C}">
                <a14:useLocalDpi xmlns:a14="http://schemas.microsoft.com/office/drawing/2010/main"/>
              </a:ext>
            </a:extLst>
          </a:blip>
          <a:srcRect/>
          <a:stretch/>
        </p:blipFill>
        <p:spPr>
          <a:xfrm>
            <a:off x="0" y="0"/>
            <a:ext cx="12192000" cy="6858000"/>
          </a:xfrm>
          <a:prstGeom prst="rect">
            <a:avLst/>
          </a:prstGeom>
        </p:spPr>
      </p:pic>
      <p:sp>
        <p:nvSpPr>
          <p:cNvPr id="6" name="Google Shape;743;p129">
            <a:extLst>
              <a:ext uri="{FF2B5EF4-FFF2-40B4-BE49-F238E27FC236}">
                <a16:creationId xmlns:a16="http://schemas.microsoft.com/office/drawing/2014/main" id="{CDEAAA50-B237-46C2-A310-698AED32F953}"/>
              </a:ext>
            </a:extLst>
          </p:cNvPr>
          <p:cNvSpPr/>
          <p:nvPr userDrawn="1"/>
        </p:nvSpPr>
        <p:spPr>
          <a:xfrm>
            <a:off x="0" y="-11574"/>
            <a:ext cx="12192000" cy="6869574"/>
          </a:xfrm>
          <a:prstGeom prst="rect">
            <a:avLst/>
          </a:prstGeom>
          <a:solidFill>
            <a:schemeClr val="bg1">
              <a:alpha val="87000"/>
            </a:schemeClr>
          </a:solidFill>
          <a:ln>
            <a:noFill/>
          </a:ln>
        </p:spPr>
        <p:txBody>
          <a:bodyPr spcFirstLastPara="1" wrap="square" lIns="121900" tIns="121900" rIns="121900" bIns="121900" anchor="ctr" anchorCtr="0">
            <a:noAutofit/>
          </a:bodyPr>
          <a:lstStyle/>
          <a:p>
            <a:endParaRPr sz="2400">
              <a:latin typeface="Calibri" panose="020F0502020204030204" pitchFamily="34" charset="0"/>
            </a:endParaRPr>
          </a:p>
        </p:txBody>
      </p:sp>
      <p:sp>
        <p:nvSpPr>
          <p:cNvPr id="2" name="Titel 1">
            <a:extLst>
              <a:ext uri="{FF2B5EF4-FFF2-40B4-BE49-F238E27FC236}">
                <a16:creationId xmlns:a16="http://schemas.microsoft.com/office/drawing/2014/main" id="{73DD2505-E317-4EE3-A5B5-D4722ADEFB50}"/>
              </a:ext>
            </a:extLst>
          </p:cNvPr>
          <p:cNvSpPr>
            <a:spLocks noGrp="1"/>
          </p:cNvSpPr>
          <p:nvPr>
            <p:ph type="title" hasCustomPrompt="1"/>
          </p:nvPr>
        </p:nvSpPr>
        <p:spPr>
          <a:xfrm>
            <a:off x="527051" y="522131"/>
            <a:ext cx="10442713" cy="449885"/>
          </a:xfrm>
          <a:prstGeom prst="rect">
            <a:avLst/>
          </a:prstGeom>
        </p:spPr>
        <p:txBody>
          <a:bodyPr/>
          <a:lstStyle>
            <a:lvl1pPr>
              <a:defRPr sz="2400" b="1" cap="all" baseline="0">
                <a:solidFill>
                  <a:schemeClr val="accent1"/>
                </a:solidFill>
                <a:latin typeface="Calibri" panose="020F0502020204030204" pitchFamily="34" charset="0"/>
              </a:defRPr>
            </a:lvl1pPr>
          </a:lstStyle>
          <a:p>
            <a:r>
              <a:rPr lang="de-DE"/>
              <a:t>HEADLINE</a:t>
            </a:r>
          </a:p>
        </p:txBody>
      </p:sp>
      <p:cxnSp>
        <p:nvCxnSpPr>
          <p:cNvPr id="8" name="Google Shape;870;p163">
            <a:extLst>
              <a:ext uri="{FF2B5EF4-FFF2-40B4-BE49-F238E27FC236}">
                <a16:creationId xmlns:a16="http://schemas.microsoft.com/office/drawing/2014/main" id="{3E6A3A13-05FB-4D99-93CD-F13D1ACBA78C}"/>
              </a:ext>
            </a:extLst>
          </p:cNvPr>
          <p:cNvCxnSpPr>
            <a:cxnSpLocks/>
          </p:cNvCxnSpPr>
          <p:nvPr userDrawn="1"/>
        </p:nvCxnSpPr>
        <p:spPr>
          <a:xfrm>
            <a:off x="637833" y="972016"/>
            <a:ext cx="1071975" cy="0"/>
          </a:xfrm>
          <a:prstGeom prst="straightConnector1">
            <a:avLst/>
          </a:prstGeom>
          <a:noFill/>
          <a:ln w="28575" cap="flat" cmpd="sng">
            <a:solidFill>
              <a:schemeClr val="dk2"/>
            </a:solidFill>
            <a:prstDash val="solid"/>
            <a:round/>
            <a:headEnd type="none" w="med" len="med"/>
            <a:tailEnd type="none" w="med" len="med"/>
          </a:ln>
        </p:spPr>
      </p:cxnSp>
    </p:spTree>
    <p:extLst>
      <p:ext uri="{BB962C8B-B14F-4D97-AF65-F5344CB8AC3E}">
        <p14:creationId xmlns:p14="http://schemas.microsoft.com/office/powerpoint/2010/main" val="3531275498"/>
      </p:ext>
    </p:extLst>
  </p:cSld>
  <p:clrMapOvr>
    <a:masterClrMapping/>
  </p:clrMapOvr>
  <p:extLst>
    <p:ext uri="{DCECCB84-F9BA-43D5-87BE-67443E8EF086}">
      <p15:sldGuideLst xmlns:p15="http://schemas.microsoft.com/office/powerpoint/2012/main">
        <p15:guide id="1" orient="horz" pos="709">
          <p15:clr>
            <a:srgbClr val="FBAE40"/>
          </p15:clr>
        </p15:guide>
        <p15:guide id="2" pos="3840">
          <p15:clr>
            <a:srgbClr val="FBAE40"/>
          </p15:clr>
        </p15:guide>
      </p15:sldGuideLst>
    </p:ext>
  </p:extLst>
</p:sldLayout>
</file>

<file path=ppt/slideLayouts/slideLayout223.xml><?xml version="1.0" encoding="utf-8"?>
<p:sldLayout xmlns:a="http://schemas.openxmlformats.org/drawingml/2006/main" xmlns:r="http://schemas.openxmlformats.org/officeDocument/2006/relationships" xmlns:p="http://schemas.openxmlformats.org/presentationml/2006/main" preserve="1" userDrawn="1">
  <p:cSld name="2_Empty_Headline">
    <p:spTree>
      <p:nvGrpSpPr>
        <p:cNvPr id="1" name=""/>
        <p:cNvGrpSpPr/>
        <p:nvPr/>
      </p:nvGrpSpPr>
      <p:grpSpPr>
        <a:xfrm>
          <a:off x="0" y="0"/>
          <a:ext cx="0" cy="0"/>
          <a:chOff x="0" y="0"/>
          <a:chExt cx="0" cy="0"/>
        </a:xfrm>
      </p:grpSpPr>
      <p:pic>
        <p:nvPicPr>
          <p:cNvPr id="7" name="Google Shape;742;p129">
            <a:extLst>
              <a:ext uri="{FF2B5EF4-FFF2-40B4-BE49-F238E27FC236}">
                <a16:creationId xmlns:a16="http://schemas.microsoft.com/office/drawing/2014/main" id="{B6DA3959-0901-4015-B378-05EFFD2922CF}"/>
              </a:ext>
            </a:extLst>
          </p:cNvPr>
          <p:cNvPicPr preferRelativeResize="0"/>
          <p:nvPr userDrawn="1"/>
        </p:nvPicPr>
        <p:blipFill rotWithShape="1">
          <a:blip r:embed="rId2" cstate="email">
            <a:alphaModFix/>
            <a:extLst>
              <a:ext uri="{28A0092B-C50C-407E-A947-70E740481C1C}">
                <a14:useLocalDpi xmlns:a14="http://schemas.microsoft.com/office/drawing/2010/main"/>
              </a:ext>
            </a:extLst>
          </a:blip>
          <a:srcRect/>
          <a:stretch/>
        </p:blipFill>
        <p:spPr>
          <a:xfrm>
            <a:off x="0" y="1"/>
            <a:ext cx="12192000" cy="6857999"/>
          </a:xfrm>
          <a:prstGeom prst="rect">
            <a:avLst/>
          </a:prstGeom>
          <a:noFill/>
          <a:ln>
            <a:noFill/>
          </a:ln>
        </p:spPr>
      </p:pic>
      <p:sp>
        <p:nvSpPr>
          <p:cNvPr id="9" name="Google Shape;743;p129">
            <a:extLst>
              <a:ext uri="{FF2B5EF4-FFF2-40B4-BE49-F238E27FC236}">
                <a16:creationId xmlns:a16="http://schemas.microsoft.com/office/drawing/2014/main" id="{002907BB-C400-4D23-8DD4-7477AD560AD5}"/>
              </a:ext>
            </a:extLst>
          </p:cNvPr>
          <p:cNvSpPr/>
          <p:nvPr userDrawn="1"/>
        </p:nvSpPr>
        <p:spPr>
          <a:xfrm>
            <a:off x="0" y="0"/>
            <a:ext cx="12192000" cy="6857999"/>
          </a:xfrm>
          <a:prstGeom prst="rect">
            <a:avLst/>
          </a:prstGeom>
          <a:solidFill>
            <a:srgbClr val="FFFFFF">
              <a:alpha val="88460"/>
            </a:srgbClr>
          </a:solidFill>
          <a:ln>
            <a:noFill/>
          </a:ln>
        </p:spPr>
        <p:txBody>
          <a:bodyPr spcFirstLastPara="1" wrap="square" lIns="121900" tIns="121900" rIns="121900" bIns="121900" anchor="ctr" anchorCtr="0">
            <a:noAutofit/>
          </a:bodyPr>
          <a:lstStyle/>
          <a:p>
            <a:endParaRPr sz="2400">
              <a:latin typeface="Calibri" panose="020F0502020204030204" pitchFamily="34" charset="0"/>
            </a:endParaRPr>
          </a:p>
        </p:txBody>
      </p:sp>
      <p:sp>
        <p:nvSpPr>
          <p:cNvPr id="2" name="Titel 1">
            <a:extLst>
              <a:ext uri="{FF2B5EF4-FFF2-40B4-BE49-F238E27FC236}">
                <a16:creationId xmlns:a16="http://schemas.microsoft.com/office/drawing/2014/main" id="{73DD2505-E317-4EE3-A5B5-D4722ADEFB50}"/>
              </a:ext>
            </a:extLst>
          </p:cNvPr>
          <p:cNvSpPr>
            <a:spLocks noGrp="1"/>
          </p:cNvSpPr>
          <p:nvPr>
            <p:ph type="title" hasCustomPrompt="1"/>
          </p:nvPr>
        </p:nvSpPr>
        <p:spPr>
          <a:xfrm>
            <a:off x="527051" y="522131"/>
            <a:ext cx="10442713" cy="449885"/>
          </a:xfrm>
          <a:prstGeom prst="rect">
            <a:avLst/>
          </a:prstGeom>
        </p:spPr>
        <p:txBody>
          <a:bodyPr/>
          <a:lstStyle>
            <a:lvl1pPr>
              <a:defRPr sz="2400" b="1" cap="all" baseline="0">
                <a:solidFill>
                  <a:schemeClr val="accent1"/>
                </a:solidFill>
                <a:latin typeface="Calibri" panose="020F0502020204030204" pitchFamily="34" charset="0"/>
              </a:defRPr>
            </a:lvl1pPr>
          </a:lstStyle>
          <a:p>
            <a:r>
              <a:rPr lang="de-DE"/>
              <a:t>HEADLINE</a:t>
            </a:r>
          </a:p>
        </p:txBody>
      </p:sp>
      <p:cxnSp>
        <p:nvCxnSpPr>
          <p:cNvPr id="8" name="Google Shape;870;p163">
            <a:extLst>
              <a:ext uri="{FF2B5EF4-FFF2-40B4-BE49-F238E27FC236}">
                <a16:creationId xmlns:a16="http://schemas.microsoft.com/office/drawing/2014/main" id="{3E6A3A13-05FB-4D99-93CD-F13D1ACBA78C}"/>
              </a:ext>
            </a:extLst>
          </p:cNvPr>
          <p:cNvCxnSpPr>
            <a:cxnSpLocks/>
          </p:cNvCxnSpPr>
          <p:nvPr userDrawn="1"/>
        </p:nvCxnSpPr>
        <p:spPr>
          <a:xfrm>
            <a:off x="637833" y="972016"/>
            <a:ext cx="1071975" cy="0"/>
          </a:xfrm>
          <a:prstGeom prst="straightConnector1">
            <a:avLst/>
          </a:prstGeom>
          <a:noFill/>
          <a:ln w="28575" cap="flat" cmpd="sng">
            <a:solidFill>
              <a:schemeClr val="dk2"/>
            </a:solidFill>
            <a:prstDash val="solid"/>
            <a:round/>
            <a:headEnd type="none" w="med" len="med"/>
            <a:tailEnd type="none" w="med" len="med"/>
          </a:ln>
        </p:spPr>
      </p:cxnSp>
      <p:pic>
        <p:nvPicPr>
          <p:cNvPr id="10" name="Grafik 11">
            <a:extLst>
              <a:ext uri="{FF2B5EF4-FFF2-40B4-BE49-F238E27FC236}">
                <a16:creationId xmlns:a16="http://schemas.microsoft.com/office/drawing/2014/main" id="{004F3938-8953-4298-9816-37E862056A8A}"/>
              </a:ext>
            </a:extLst>
          </p:cNvPr>
          <p:cNvPicPr>
            <a:picLocks noChangeAspect="1"/>
          </p:cNvPicPr>
          <p:nvPr userDrawn="1"/>
        </p:nvPicPr>
        <p:blipFill>
          <a:blip r:embed="rId3" cstate="email">
            <a:extLst>
              <a:ext uri="{28A0092B-C50C-407E-A947-70E740481C1C}">
                <a14:useLocalDpi xmlns:a14="http://schemas.microsoft.com/office/drawing/2010/main"/>
              </a:ext>
            </a:extLst>
          </a:blip>
          <a:stretch>
            <a:fillRect/>
          </a:stretch>
        </p:blipFill>
        <p:spPr>
          <a:xfrm>
            <a:off x="10821537" y="295772"/>
            <a:ext cx="1016235" cy="155088"/>
          </a:xfrm>
          <a:prstGeom prst="rect">
            <a:avLst/>
          </a:prstGeom>
        </p:spPr>
      </p:pic>
    </p:spTree>
    <p:extLst>
      <p:ext uri="{BB962C8B-B14F-4D97-AF65-F5344CB8AC3E}">
        <p14:creationId xmlns:p14="http://schemas.microsoft.com/office/powerpoint/2010/main" val="303574683"/>
      </p:ext>
    </p:extLst>
  </p:cSld>
  <p:clrMapOvr>
    <a:masterClrMapping/>
  </p:clrMapOvr>
  <p:extLst>
    <p:ext uri="{DCECCB84-F9BA-43D5-87BE-67443E8EF086}">
      <p15:sldGuideLst xmlns:p15="http://schemas.microsoft.com/office/powerpoint/2012/main">
        <p15:guide id="1" orient="horz" pos="709">
          <p15:clr>
            <a:srgbClr val="FBAE40"/>
          </p15:clr>
        </p15:guide>
        <p15:guide id="2" pos="3840">
          <p15:clr>
            <a:srgbClr val="FBAE40"/>
          </p15:clr>
        </p15:guide>
      </p15:sldGuideLst>
    </p:ext>
  </p:extLst>
</p:sldLayout>
</file>

<file path=ppt/slideLayouts/slideLayout224.xml><?xml version="1.0" encoding="utf-8"?>
<p:sldLayout xmlns:a="http://schemas.openxmlformats.org/drawingml/2006/main" xmlns:r="http://schemas.openxmlformats.org/officeDocument/2006/relationships" xmlns:p="http://schemas.openxmlformats.org/presentationml/2006/main" preserve="1" userDrawn="1">
  <p:cSld name="Bullets_Headline">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73DD2505-E317-4EE3-A5B5-D4722ADEFB50}"/>
              </a:ext>
            </a:extLst>
          </p:cNvPr>
          <p:cNvSpPr>
            <a:spLocks noGrp="1"/>
          </p:cNvSpPr>
          <p:nvPr>
            <p:ph type="title" hasCustomPrompt="1"/>
          </p:nvPr>
        </p:nvSpPr>
        <p:spPr>
          <a:xfrm>
            <a:off x="527051" y="522131"/>
            <a:ext cx="10442713" cy="449885"/>
          </a:xfrm>
          <a:prstGeom prst="rect">
            <a:avLst/>
          </a:prstGeom>
        </p:spPr>
        <p:txBody>
          <a:bodyPr/>
          <a:lstStyle>
            <a:lvl1pPr>
              <a:defRPr sz="2400" b="1" cap="all" baseline="0">
                <a:solidFill>
                  <a:schemeClr val="accent1"/>
                </a:solidFill>
                <a:latin typeface="Calibri" panose="020F0502020204030204" pitchFamily="34" charset="0"/>
              </a:defRPr>
            </a:lvl1pPr>
          </a:lstStyle>
          <a:p>
            <a:r>
              <a:rPr lang="de-DE"/>
              <a:t>HEADLINE</a:t>
            </a:r>
          </a:p>
        </p:txBody>
      </p:sp>
      <p:cxnSp>
        <p:nvCxnSpPr>
          <p:cNvPr id="8" name="Google Shape;870;p163">
            <a:extLst>
              <a:ext uri="{FF2B5EF4-FFF2-40B4-BE49-F238E27FC236}">
                <a16:creationId xmlns:a16="http://schemas.microsoft.com/office/drawing/2014/main" id="{3E6A3A13-05FB-4D99-93CD-F13D1ACBA78C}"/>
              </a:ext>
            </a:extLst>
          </p:cNvPr>
          <p:cNvCxnSpPr>
            <a:cxnSpLocks/>
          </p:cNvCxnSpPr>
          <p:nvPr userDrawn="1"/>
        </p:nvCxnSpPr>
        <p:spPr>
          <a:xfrm>
            <a:off x="637833" y="972016"/>
            <a:ext cx="1071975" cy="0"/>
          </a:xfrm>
          <a:prstGeom prst="straightConnector1">
            <a:avLst/>
          </a:prstGeom>
          <a:noFill/>
          <a:ln w="28575" cap="flat" cmpd="sng">
            <a:solidFill>
              <a:schemeClr val="dk2"/>
            </a:solidFill>
            <a:prstDash val="solid"/>
            <a:round/>
            <a:headEnd type="none" w="med" len="med"/>
            <a:tailEnd type="none" w="med" len="med"/>
          </a:ln>
        </p:spPr>
      </p:cxnSp>
      <p:sp>
        <p:nvSpPr>
          <p:cNvPr id="4" name="Textplatzhalter 3">
            <a:extLst>
              <a:ext uri="{FF2B5EF4-FFF2-40B4-BE49-F238E27FC236}">
                <a16:creationId xmlns:a16="http://schemas.microsoft.com/office/drawing/2014/main" id="{0B15C8EB-FADB-406E-945A-5CF8A9748C5C}"/>
              </a:ext>
            </a:extLst>
          </p:cNvPr>
          <p:cNvSpPr>
            <a:spLocks noGrp="1"/>
          </p:cNvSpPr>
          <p:nvPr>
            <p:ph type="body" sz="quarter" idx="10"/>
          </p:nvPr>
        </p:nvSpPr>
        <p:spPr>
          <a:xfrm>
            <a:off x="1092269" y="1450975"/>
            <a:ext cx="9312275" cy="4884738"/>
          </a:xfrm>
          <a:prstGeom prst="rect">
            <a:avLst/>
          </a:prstGeom>
        </p:spPr>
        <p:txBody>
          <a:bodyPr/>
          <a:lstStyle>
            <a:lvl1pPr marL="228600" indent="-228600">
              <a:buFontTx/>
              <a:buBlip>
                <a:blip r:embed="rId2"/>
              </a:buBlip>
              <a:defRPr sz="2000">
                <a:latin typeface="Calibri" panose="020F0502020204030204" pitchFamily="34" charset="0"/>
              </a:defRPr>
            </a:lvl1pPr>
            <a:lvl2pPr marL="685800" indent="-228600">
              <a:buFontTx/>
              <a:buBlip>
                <a:blip r:embed="rId2"/>
              </a:buBlip>
              <a:defRPr sz="1800">
                <a:latin typeface="Calibri" panose="020F0502020204030204" pitchFamily="34" charset="0"/>
              </a:defRPr>
            </a:lvl2pPr>
            <a:lvl3pPr marL="1143000" indent="-228600">
              <a:buFontTx/>
              <a:buBlip>
                <a:blip r:embed="rId2"/>
              </a:buBlip>
              <a:defRPr sz="1600">
                <a:latin typeface="Calibri" panose="020F0502020204030204" pitchFamily="34" charset="0"/>
              </a:defRPr>
            </a:lvl3pPr>
            <a:lvl4pPr marL="1600200" indent="-228600">
              <a:buFontTx/>
              <a:buBlip>
                <a:blip r:embed="rId2"/>
              </a:buBlip>
              <a:defRPr sz="1600">
                <a:latin typeface="Calibri" panose="020F0502020204030204" pitchFamily="34" charset="0"/>
              </a:defRPr>
            </a:lvl4pPr>
            <a:lvl5pPr marL="2057400" indent="-228600">
              <a:buFontTx/>
              <a:buBlip>
                <a:blip r:embed="rId2"/>
              </a:buBlip>
              <a:defRPr sz="1600">
                <a:latin typeface="Calibri" panose="020F0502020204030204" pitchFamily="34" charset="0"/>
              </a:defRPr>
            </a:lvl5p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endParaRPr lang="en-US"/>
          </a:p>
        </p:txBody>
      </p:sp>
    </p:spTree>
    <p:extLst>
      <p:ext uri="{BB962C8B-B14F-4D97-AF65-F5344CB8AC3E}">
        <p14:creationId xmlns:p14="http://schemas.microsoft.com/office/powerpoint/2010/main" val="3475560601"/>
      </p:ext>
    </p:extLst>
  </p:cSld>
  <p:clrMapOvr>
    <a:masterClrMapping/>
  </p:clrMapOvr>
</p:sldLayout>
</file>

<file path=ppt/slideLayouts/slideLayout225.xml><?xml version="1.0" encoding="utf-8"?>
<p:sldLayout xmlns:a="http://schemas.openxmlformats.org/drawingml/2006/main" xmlns:r="http://schemas.openxmlformats.org/officeDocument/2006/relationships" xmlns:p="http://schemas.openxmlformats.org/presentationml/2006/main" preserve="1" userDrawn="1">
  <p:cSld name="Empty_NOHeadline">
    <p:spTree>
      <p:nvGrpSpPr>
        <p:cNvPr id="1" name=""/>
        <p:cNvGrpSpPr/>
        <p:nvPr/>
      </p:nvGrpSpPr>
      <p:grpSpPr>
        <a:xfrm>
          <a:off x="0" y="0"/>
          <a:ext cx="0" cy="0"/>
          <a:chOff x="0" y="0"/>
          <a:chExt cx="0" cy="0"/>
        </a:xfrm>
      </p:grpSpPr>
    </p:spTree>
    <p:extLst>
      <p:ext uri="{BB962C8B-B14F-4D97-AF65-F5344CB8AC3E}">
        <p14:creationId xmlns:p14="http://schemas.microsoft.com/office/powerpoint/2010/main" val="2386443321"/>
      </p:ext>
    </p:extLst>
  </p:cSld>
  <p:clrMapOvr>
    <a:masterClrMapping/>
  </p:clrMapOvr>
</p:sldLayout>
</file>

<file path=ppt/slideLayouts/slideLayout226.xml><?xml version="1.0" encoding="utf-8"?>
<p:sldLayout xmlns:a="http://schemas.openxmlformats.org/drawingml/2006/main" xmlns:r="http://schemas.openxmlformats.org/officeDocument/2006/relationships" xmlns:p="http://schemas.openxmlformats.org/presentationml/2006/main" preserve="1" userDrawn="1">
  <p:cSld name="Empty_Grey_Headline">
    <p:spTree>
      <p:nvGrpSpPr>
        <p:cNvPr id="1" name=""/>
        <p:cNvGrpSpPr/>
        <p:nvPr/>
      </p:nvGrpSpPr>
      <p:grpSpPr>
        <a:xfrm>
          <a:off x="0" y="0"/>
          <a:ext cx="0" cy="0"/>
          <a:chOff x="0" y="0"/>
          <a:chExt cx="0" cy="0"/>
        </a:xfrm>
      </p:grpSpPr>
      <p:sp>
        <p:nvSpPr>
          <p:cNvPr id="3" name="Rechteck 2"/>
          <p:cNvSpPr/>
          <p:nvPr userDrawn="1"/>
        </p:nvSpPr>
        <p:spPr>
          <a:xfrm>
            <a:off x="0" y="1193799"/>
            <a:ext cx="12192000" cy="5052363"/>
          </a:xfrm>
          <a:prstGeom prst="rect">
            <a:avLst/>
          </a:prstGeom>
          <a:solidFill>
            <a:srgbClr val="F5F5F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sz="1800">
              <a:latin typeface="Calibri" panose="020F0502020204030204" pitchFamily="34" charset="0"/>
            </a:endParaRPr>
          </a:p>
        </p:txBody>
      </p:sp>
      <p:sp>
        <p:nvSpPr>
          <p:cNvPr id="5" name="Titel 1">
            <a:extLst>
              <a:ext uri="{FF2B5EF4-FFF2-40B4-BE49-F238E27FC236}">
                <a16:creationId xmlns:a16="http://schemas.microsoft.com/office/drawing/2014/main" id="{825F398A-16BE-40A2-86EA-856B5E097281}"/>
              </a:ext>
            </a:extLst>
          </p:cNvPr>
          <p:cNvSpPr>
            <a:spLocks noGrp="1"/>
          </p:cNvSpPr>
          <p:nvPr>
            <p:ph type="title" hasCustomPrompt="1"/>
          </p:nvPr>
        </p:nvSpPr>
        <p:spPr>
          <a:xfrm>
            <a:off x="527051" y="522131"/>
            <a:ext cx="6737349" cy="449885"/>
          </a:xfrm>
          <a:prstGeom prst="rect">
            <a:avLst/>
          </a:prstGeom>
        </p:spPr>
        <p:txBody>
          <a:bodyPr/>
          <a:lstStyle>
            <a:lvl1pPr>
              <a:defRPr sz="2400" b="1" cap="all" baseline="0">
                <a:solidFill>
                  <a:schemeClr val="tx2"/>
                </a:solidFill>
                <a:latin typeface="Calibri" panose="020F0502020204030204" pitchFamily="34" charset="0"/>
              </a:defRPr>
            </a:lvl1pPr>
          </a:lstStyle>
          <a:p>
            <a:r>
              <a:rPr lang="en-US" noProof="0"/>
              <a:t>HEADLINE</a:t>
            </a:r>
          </a:p>
        </p:txBody>
      </p:sp>
      <p:cxnSp>
        <p:nvCxnSpPr>
          <p:cNvPr id="8" name="Google Shape;870;p163">
            <a:extLst>
              <a:ext uri="{FF2B5EF4-FFF2-40B4-BE49-F238E27FC236}">
                <a16:creationId xmlns:a16="http://schemas.microsoft.com/office/drawing/2014/main" id="{288900A1-828F-47B7-A1FB-9AF4F9580750}"/>
              </a:ext>
            </a:extLst>
          </p:cNvPr>
          <p:cNvCxnSpPr>
            <a:cxnSpLocks/>
          </p:cNvCxnSpPr>
          <p:nvPr userDrawn="1"/>
        </p:nvCxnSpPr>
        <p:spPr>
          <a:xfrm>
            <a:off x="647826" y="972016"/>
            <a:ext cx="1071975" cy="0"/>
          </a:xfrm>
          <a:prstGeom prst="straightConnector1">
            <a:avLst/>
          </a:prstGeom>
          <a:noFill/>
          <a:ln w="28575" cap="flat" cmpd="sng">
            <a:solidFill>
              <a:schemeClr val="dk2"/>
            </a:solidFill>
            <a:prstDash val="solid"/>
            <a:round/>
            <a:headEnd type="none" w="med" len="med"/>
            <a:tailEnd type="none" w="med" len="med"/>
          </a:ln>
        </p:spPr>
      </p:cxnSp>
    </p:spTree>
    <p:extLst>
      <p:ext uri="{BB962C8B-B14F-4D97-AF65-F5344CB8AC3E}">
        <p14:creationId xmlns:p14="http://schemas.microsoft.com/office/powerpoint/2010/main" val="3006668521"/>
      </p:ext>
    </p:extLst>
  </p:cSld>
  <p:clrMapOvr>
    <a:masterClrMapping/>
  </p:clrMapOvr>
</p:sldLayout>
</file>

<file path=ppt/slideLayouts/slideLayout227.xml><?xml version="1.0" encoding="utf-8"?>
<p:sldLayout xmlns:a="http://schemas.openxmlformats.org/drawingml/2006/main" xmlns:r="http://schemas.openxmlformats.org/officeDocument/2006/relationships" xmlns:p="http://schemas.openxmlformats.org/presentationml/2006/main" preserve="1" userDrawn="1">
  <p:cSld name="Green_Contrast">
    <p:bg>
      <p:bgPr>
        <a:solidFill>
          <a:schemeClr val="accent3">
            <a:alpha val="72000"/>
          </a:schemeClr>
        </a:solidFill>
        <a:effectLst/>
      </p:bgPr>
    </p:bg>
    <p:spTree>
      <p:nvGrpSpPr>
        <p:cNvPr id="1" name=""/>
        <p:cNvGrpSpPr/>
        <p:nvPr/>
      </p:nvGrpSpPr>
      <p:grpSpPr>
        <a:xfrm>
          <a:off x="0" y="0"/>
          <a:ext cx="0" cy="0"/>
          <a:chOff x="0" y="0"/>
          <a:chExt cx="0" cy="0"/>
        </a:xfrm>
      </p:grpSpPr>
      <p:sp>
        <p:nvSpPr>
          <p:cNvPr id="3" name="Rechteck 31"/>
          <p:cNvSpPr/>
          <p:nvPr userDrawn="1"/>
        </p:nvSpPr>
        <p:spPr>
          <a:xfrm>
            <a:off x="7115850" y="-9526"/>
            <a:ext cx="5076151" cy="6867525"/>
          </a:xfrm>
          <a:custGeom>
            <a:avLst/>
            <a:gdLst>
              <a:gd name="connsiteX0" fmla="*/ 0 w 3837900"/>
              <a:gd name="connsiteY0" fmla="*/ 0 h 6858000"/>
              <a:gd name="connsiteX1" fmla="*/ 3837900 w 3837900"/>
              <a:gd name="connsiteY1" fmla="*/ 0 h 6858000"/>
              <a:gd name="connsiteX2" fmla="*/ 3837900 w 3837900"/>
              <a:gd name="connsiteY2" fmla="*/ 6858000 h 6858000"/>
              <a:gd name="connsiteX3" fmla="*/ 0 w 3837900"/>
              <a:gd name="connsiteY3" fmla="*/ 6858000 h 6858000"/>
              <a:gd name="connsiteX4" fmla="*/ 0 w 3837900"/>
              <a:gd name="connsiteY4" fmla="*/ 0 h 6858000"/>
              <a:gd name="connsiteX0" fmla="*/ 1838325 w 5676225"/>
              <a:gd name="connsiteY0" fmla="*/ 0 h 6867525"/>
              <a:gd name="connsiteX1" fmla="*/ 5676225 w 5676225"/>
              <a:gd name="connsiteY1" fmla="*/ 0 h 6867525"/>
              <a:gd name="connsiteX2" fmla="*/ 5676225 w 5676225"/>
              <a:gd name="connsiteY2" fmla="*/ 6858000 h 6867525"/>
              <a:gd name="connsiteX3" fmla="*/ 0 w 5676225"/>
              <a:gd name="connsiteY3" fmla="*/ 6867525 h 6867525"/>
              <a:gd name="connsiteX4" fmla="*/ 1838325 w 5676225"/>
              <a:gd name="connsiteY4" fmla="*/ 0 h 6867525"/>
              <a:gd name="connsiteX0" fmla="*/ 1838325 w 5676225"/>
              <a:gd name="connsiteY0" fmla="*/ 0 h 6867525"/>
              <a:gd name="connsiteX1" fmla="*/ 5676225 w 5676225"/>
              <a:gd name="connsiteY1" fmla="*/ 0 h 6867525"/>
              <a:gd name="connsiteX2" fmla="*/ 5676225 w 5676225"/>
              <a:gd name="connsiteY2" fmla="*/ 6858000 h 6867525"/>
              <a:gd name="connsiteX3" fmla="*/ 0 w 5676225"/>
              <a:gd name="connsiteY3" fmla="*/ 6867525 h 6867525"/>
              <a:gd name="connsiteX4" fmla="*/ 1838325 w 5676225"/>
              <a:gd name="connsiteY4" fmla="*/ 0 h 6867525"/>
              <a:gd name="connsiteX0" fmla="*/ 1209675 w 5676225"/>
              <a:gd name="connsiteY0" fmla="*/ 0 h 6867525"/>
              <a:gd name="connsiteX1" fmla="*/ 5676225 w 5676225"/>
              <a:gd name="connsiteY1" fmla="*/ 0 h 6867525"/>
              <a:gd name="connsiteX2" fmla="*/ 5676225 w 5676225"/>
              <a:gd name="connsiteY2" fmla="*/ 6858000 h 6867525"/>
              <a:gd name="connsiteX3" fmla="*/ 0 w 5676225"/>
              <a:gd name="connsiteY3" fmla="*/ 6867525 h 6867525"/>
              <a:gd name="connsiteX4" fmla="*/ 1209675 w 5676225"/>
              <a:gd name="connsiteY4" fmla="*/ 0 h 6867525"/>
              <a:gd name="connsiteX0" fmla="*/ 1857375 w 5676225"/>
              <a:gd name="connsiteY0" fmla="*/ 0 h 6877050"/>
              <a:gd name="connsiteX1" fmla="*/ 5676225 w 5676225"/>
              <a:gd name="connsiteY1" fmla="*/ 9525 h 6877050"/>
              <a:gd name="connsiteX2" fmla="*/ 5676225 w 5676225"/>
              <a:gd name="connsiteY2" fmla="*/ 6867525 h 6877050"/>
              <a:gd name="connsiteX3" fmla="*/ 0 w 5676225"/>
              <a:gd name="connsiteY3" fmla="*/ 6877050 h 6877050"/>
              <a:gd name="connsiteX4" fmla="*/ 1857375 w 5676225"/>
              <a:gd name="connsiteY4" fmla="*/ 0 h 6877050"/>
              <a:gd name="connsiteX0" fmla="*/ 1257300 w 5076150"/>
              <a:gd name="connsiteY0" fmla="*/ 0 h 6867525"/>
              <a:gd name="connsiteX1" fmla="*/ 5076150 w 5076150"/>
              <a:gd name="connsiteY1" fmla="*/ 9525 h 6867525"/>
              <a:gd name="connsiteX2" fmla="*/ 5076150 w 5076150"/>
              <a:gd name="connsiteY2" fmla="*/ 6867525 h 6867525"/>
              <a:gd name="connsiteX3" fmla="*/ 0 w 5076150"/>
              <a:gd name="connsiteY3" fmla="*/ 6858000 h 6867525"/>
              <a:gd name="connsiteX4" fmla="*/ 1257300 w 5076150"/>
              <a:gd name="connsiteY4" fmla="*/ 0 h 6867525"/>
              <a:gd name="connsiteX0" fmla="*/ 1257300 w 5076150"/>
              <a:gd name="connsiteY0" fmla="*/ 0 h 6867525"/>
              <a:gd name="connsiteX1" fmla="*/ 5076150 w 5076150"/>
              <a:gd name="connsiteY1" fmla="*/ 9525 h 6867525"/>
              <a:gd name="connsiteX2" fmla="*/ 5076150 w 5076150"/>
              <a:gd name="connsiteY2" fmla="*/ 6867525 h 6867525"/>
              <a:gd name="connsiteX3" fmla="*/ 0 w 5076150"/>
              <a:gd name="connsiteY3" fmla="*/ 6865951 h 6867525"/>
              <a:gd name="connsiteX4" fmla="*/ 1257300 w 5076150"/>
              <a:gd name="connsiteY4" fmla="*/ 0 h 686752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076150" h="6867525">
                <a:moveTo>
                  <a:pt x="1257300" y="0"/>
                </a:moveTo>
                <a:lnTo>
                  <a:pt x="5076150" y="9525"/>
                </a:lnTo>
                <a:lnTo>
                  <a:pt x="5076150" y="6867525"/>
                </a:lnTo>
                <a:lnTo>
                  <a:pt x="0" y="6865951"/>
                </a:lnTo>
                <a:lnTo>
                  <a:pt x="1257300" y="0"/>
                </a:lnTo>
                <a:close/>
              </a:path>
            </a:pathLst>
          </a:custGeom>
          <a:solidFill>
            <a:srgbClr val="3DD3A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de-DE"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pic>
        <p:nvPicPr>
          <p:cNvPr id="4" name="Grafik 8"/>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a:xfrm>
            <a:off x="10824521" y="306918"/>
            <a:ext cx="1015511" cy="155581"/>
          </a:xfrm>
          <a:prstGeom prst="rect">
            <a:avLst/>
          </a:prstGeom>
        </p:spPr>
      </p:pic>
      <p:sp>
        <p:nvSpPr>
          <p:cNvPr id="6" name="Titel 1">
            <a:extLst>
              <a:ext uri="{FF2B5EF4-FFF2-40B4-BE49-F238E27FC236}">
                <a16:creationId xmlns:a16="http://schemas.microsoft.com/office/drawing/2014/main" id="{B0F0B540-A298-4EFF-9EC6-02DEDC4C681C}"/>
              </a:ext>
            </a:extLst>
          </p:cNvPr>
          <p:cNvSpPr>
            <a:spLocks noGrp="1"/>
          </p:cNvSpPr>
          <p:nvPr>
            <p:ph type="title" hasCustomPrompt="1"/>
          </p:nvPr>
        </p:nvSpPr>
        <p:spPr>
          <a:xfrm>
            <a:off x="527051" y="522131"/>
            <a:ext cx="6737349" cy="449885"/>
          </a:xfrm>
          <a:prstGeom prst="rect">
            <a:avLst/>
          </a:prstGeom>
        </p:spPr>
        <p:txBody>
          <a:bodyPr/>
          <a:lstStyle>
            <a:lvl1pPr>
              <a:defRPr sz="2400" b="1" cap="all" baseline="0">
                <a:solidFill>
                  <a:schemeClr val="bg1"/>
                </a:solidFill>
                <a:latin typeface="Calibri" panose="020F0502020204030204" pitchFamily="34" charset="0"/>
              </a:defRPr>
            </a:lvl1pPr>
          </a:lstStyle>
          <a:p>
            <a:r>
              <a:rPr lang="en-US" noProof="0"/>
              <a:t>HEADLINE</a:t>
            </a:r>
          </a:p>
        </p:txBody>
      </p:sp>
      <p:cxnSp>
        <p:nvCxnSpPr>
          <p:cNvPr id="7" name="Google Shape;870;p163">
            <a:extLst>
              <a:ext uri="{FF2B5EF4-FFF2-40B4-BE49-F238E27FC236}">
                <a16:creationId xmlns:a16="http://schemas.microsoft.com/office/drawing/2014/main" id="{23D15F39-7AE9-4A26-A08F-29AB35BB73E7}"/>
              </a:ext>
            </a:extLst>
          </p:cNvPr>
          <p:cNvCxnSpPr>
            <a:cxnSpLocks/>
          </p:cNvCxnSpPr>
          <p:nvPr userDrawn="1"/>
        </p:nvCxnSpPr>
        <p:spPr>
          <a:xfrm>
            <a:off x="647826" y="972016"/>
            <a:ext cx="1071975" cy="0"/>
          </a:xfrm>
          <a:prstGeom prst="straightConnector1">
            <a:avLst/>
          </a:prstGeom>
          <a:noFill/>
          <a:ln w="28575" cap="flat" cmpd="sng">
            <a:solidFill>
              <a:schemeClr val="bg1"/>
            </a:solidFill>
            <a:prstDash val="solid"/>
            <a:round/>
            <a:headEnd type="none" w="med" len="med"/>
            <a:tailEnd type="none" w="med" len="med"/>
          </a:ln>
        </p:spPr>
      </p:cxnSp>
    </p:spTree>
    <p:extLst>
      <p:ext uri="{BB962C8B-B14F-4D97-AF65-F5344CB8AC3E}">
        <p14:creationId xmlns:p14="http://schemas.microsoft.com/office/powerpoint/2010/main" val="3484028452"/>
      </p:ext>
    </p:extLst>
  </p:cSld>
  <p:clrMapOvr>
    <a:masterClrMapping/>
  </p:clrMapOvr>
</p:sldLayout>
</file>

<file path=ppt/slideLayouts/slideLayout228.xml><?xml version="1.0" encoding="utf-8"?>
<p:sldLayout xmlns:a="http://schemas.openxmlformats.org/drawingml/2006/main" xmlns:r="http://schemas.openxmlformats.org/officeDocument/2006/relationships" xmlns:p="http://schemas.openxmlformats.org/presentationml/2006/main" preserve="1" userDrawn="1">
  <p:cSld name="Green_NOContrast">
    <p:bg>
      <p:bgPr>
        <a:solidFill>
          <a:schemeClr val="accent3">
            <a:alpha val="72000"/>
          </a:schemeClr>
        </a:solidFill>
        <a:effectLst/>
      </p:bgPr>
    </p:bg>
    <p:spTree>
      <p:nvGrpSpPr>
        <p:cNvPr id="1" name=""/>
        <p:cNvGrpSpPr/>
        <p:nvPr/>
      </p:nvGrpSpPr>
      <p:grpSpPr>
        <a:xfrm>
          <a:off x="0" y="0"/>
          <a:ext cx="0" cy="0"/>
          <a:chOff x="0" y="0"/>
          <a:chExt cx="0" cy="0"/>
        </a:xfrm>
      </p:grpSpPr>
      <p:sp>
        <p:nvSpPr>
          <p:cNvPr id="2" name="Rechteck 1">
            <a:extLst>
              <a:ext uri="{FF2B5EF4-FFF2-40B4-BE49-F238E27FC236}">
                <a16:creationId xmlns:a16="http://schemas.microsoft.com/office/drawing/2014/main" id="{94058689-3C4C-4B73-A83C-71337455A242}"/>
              </a:ext>
            </a:extLst>
          </p:cNvPr>
          <p:cNvSpPr/>
          <p:nvPr userDrawn="1"/>
        </p:nvSpPr>
        <p:spPr>
          <a:xfrm>
            <a:off x="10758616" y="237017"/>
            <a:ext cx="1153299" cy="272196"/>
          </a:xfrm>
          <a:prstGeom prst="rect">
            <a:avLst/>
          </a:prstGeom>
          <a:solidFill>
            <a:srgbClr val="6CD8B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sz="1800">
              <a:latin typeface="Calibri" panose="020F0502020204030204" pitchFamily="34" charset="0"/>
            </a:endParaRPr>
          </a:p>
        </p:txBody>
      </p:sp>
      <p:pic>
        <p:nvPicPr>
          <p:cNvPr id="4" name="Grafik 8"/>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a:xfrm>
            <a:off x="10824521" y="306918"/>
            <a:ext cx="1015511" cy="155581"/>
          </a:xfrm>
          <a:prstGeom prst="rect">
            <a:avLst/>
          </a:prstGeom>
        </p:spPr>
      </p:pic>
      <p:sp>
        <p:nvSpPr>
          <p:cNvPr id="6" name="Titel 1">
            <a:extLst>
              <a:ext uri="{FF2B5EF4-FFF2-40B4-BE49-F238E27FC236}">
                <a16:creationId xmlns:a16="http://schemas.microsoft.com/office/drawing/2014/main" id="{67CCFEE5-4B25-4E35-9321-1E3052175394}"/>
              </a:ext>
            </a:extLst>
          </p:cNvPr>
          <p:cNvSpPr>
            <a:spLocks noGrp="1"/>
          </p:cNvSpPr>
          <p:nvPr>
            <p:ph type="title" hasCustomPrompt="1"/>
          </p:nvPr>
        </p:nvSpPr>
        <p:spPr>
          <a:xfrm>
            <a:off x="527051" y="522131"/>
            <a:ext cx="6737349" cy="449885"/>
          </a:xfrm>
          <a:prstGeom prst="rect">
            <a:avLst/>
          </a:prstGeom>
        </p:spPr>
        <p:txBody>
          <a:bodyPr/>
          <a:lstStyle>
            <a:lvl1pPr>
              <a:defRPr sz="2400" b="1" cap="all" baseline="0">
                <a:solidFill>
                  <a:schemeClr val="bg1"/>
                </a:solidFill>
                <a:latin typeface="Calibri" panose="020F0502020204030204" pitchFamily="34" charset="0"/>
              </a:defRPr>
            </a:lvl1pPr>
          </a:lstStyle>
          <a:p>
            <a:r>
              <a:rPr lang="en-US" noProof="0"/>
              <a:t>HEADLINE</a:t>
            </a:r>
          </a:p>
        </p:txBody>
      </p:sp>
      <p:cxnSp>
        <p:nvCxnSpPr>
          <p:cNvPr id="7" name="Google Shape;870;p163">
            <a:extLst>
              <a:ext uri="{FF2B5EF4-FFF2-40B4-BE49-F238E27FC236}">
                <a16:creationId xmlns:a16="http://schemas.microsoft.com/office/drawing/2014/main" id="{C11A7A27-9317-408B-A564-CCB94E156D75}"/>
              </a:ext>
            </a:extLst>
          </p:cNvPr>
          <p:cNvCxnSpPr>
            <a:cxnSpLocks/>
          </p:cNvCxnSpPr>
          <p:nvPr userDrawn="1"/>
        </p:nvCxnSpPr>
        <p:spPr>
          <a:xfrm>
            <a:off x="647826" y="972016"/>
            <a:ext cx="1071975" cy="0"/>
          </a:xfrm>
          <a:prstGeom prst="straightConnector1">
            <a:avLst/>
          </a:prstGeom>
          <a:noFill/>
          <a:ln w="28575" cap="flat" cmpd="sng">
            <a:solidFill>
              <a:schemeClr val="bg1"/>
            </a:solidFill>
            <a:prstDash val="solid"/>
            <a:round/>
            <a:headEnd type="none" w="med" len="med"/>
            <a:tailEnd type="none" w="med" len="med"/>
          </a:ln>
        </p:spPr>
      </p:cxnSp>
    </p:spTree>
    <p:extLst>
      <p:ext uri="{BB962C8B-B14F-4D97-AF65-F5344CB8AC3E}">
        <p14:creationId xmlns:p14="http://schemas.microsoft.com/office/powerpoint/2010/main" val="1306775233"/>
      </p:ext>
    </p:extLst>
  </p:cSld>
  <p:clrMapOvr>
    <a:masterClrMapping/>
  </p:clrMapOvr>
</p:sldLayout>
</file>

<file path=ppt/slideLayouts/slideLayout229.xml><?xml version="1.0" encoding="utf-8"?>
<p:sldLayout xmlns:a="http://schemas.openxmlformats.org/drawingml/2006/main" xmlns:r="http://schemas.openxmlformats.org/officeDocument/2006/relationships" xmlns:p="http://schemas.openxmlformats.org/presentationml/2006/main" preserve="1" userDrawn="1">
  <p:cSld name="Blue_Contrast">
    <p:bg>
      <p:bgPr>
        <a:solidFill>
          <a:schemeClr val="tx2">
            <a:alpha val="72000"/>
          </a:schemeClr>
        </a:solidFill>
        <a:effectLst/>
      </p:bgPr>
    </p:bg>
    <p:spTree>
      <p:nvGrpSpPr>
        <p:cNvPr id="1" name=""/>
        <p:cNvGrpSpPr/>
        <p:nvPr/>
      </p:nvGrpSpPr>
      <p:grpSpPr>
        <a:xfrm>
          <a:off x="0" y="0"/>
          <a:ext cx="0" cy="0"/>
          <a:chOff x="0" y="0"/>
          <a:chExt cx="0" cy="0"/>
        </a:xfrm>
      </p:grpSpPr>
      <p:sp>
        <p:nvSpPr>
          <p:cNvPr id="3" name="Rechteck 31"/>
          <p:cNvSpPr/>
          <p:nvPr userDrawn="1"/>
        </p:nvSpPr>
        <p:spPr>
          <a:xfrm>
            <a:off x="7115850" y="-9526"/>
            <a:ext cx="5076151" cy="6867525"/>
          </a:xfrm>
          <a:custGeom>
            <a:avLst/>
            <a:gdLst>
              <a:gd name="connsiteX0" fmla="*/ 0 w 3837900"/>
              <a:gd name="connsiteY0" fmla="*/ 0 h 6858000"/>
              <a:gd name="connsiteX1" fmla="*/ 3837900 w 3837900"/>
              <a:gd name="connsiteY1" fmla="*/ 0 h 6858000"/>
              <a:gd name="connsiteX2" fmla="*/ 3837900 w 3837900"/>
              <a:gd name="connsiteY2" fmla="*/ 6858000 h 6858000"/>
              <a:gd name="connsiteX3" fmla="*/ 0 w 3837900"/>
              <a:gd name="connsiteY3" fmla="*/ 6858000 h 6858000"/>
              <a:gd name="connsiteX4" fmla="*/ 0 w 3837900"/>
              <a:gd name="connsiteY4" fmla="*/ 0 h 6858000"/>
              <a:gd name="connsiteX0" fmla="*/ 1838325 w 5676225"/>
              <a:gd name="connsiteY0" fmla="*/ 0 h 6867525"/>
              <a:gd name="connsiteX1" fmla="*/ 5676225 w 5676225"/>
              <a:gd name="connsiteY1" fmla="*/ 0 h 6867525"/>
              <a:gd name="connsiteX2" fmla="*/ 5676225 w 5676225"/>
              <a:gd name="connsiteY2" fmla="*/ 6858000 h 6867525"/>
              <a:gd name="connsiteX3" fmla="*/ 0 w 5676225"/>
              <a:gd name="connsiteY3" fmla="*/ 6867525 h 6867525"/>
              <a:gd name="connsiteX4" fmla="*/ 1838325 w 5676225"/>
              <a:gd name="connsiteY4" fmla="*/ 0 h 6867525"/>
              <a:gd name="connsiteX0" fmla="*/ 1838325 w 5676225"/>
              <a:gd name="connsiteY0" fmla="*/ 0 h 6867525"/>
              <a:gd name="connsiteX1" fmla="*/ 5676225 w 5676225"/>
              <a:gd name="connsiteY1" fmla="*/ 0 h 6867525"/>
              <a:gd name="connsiteX2" fmla="*/ 5676225 w 5676225"/>
              <a:gd name="connsiteY2" fmla="*/ 6858000 h 6867525"/>
              <a:gd name="connsiteX3" fmla="*/ 0 w 5676225"/>
              <a:gd name="connsiteY3" fmla="*/ 6867525 h 6867525"/>
              <a:gd name="connsiteX4" fmla="*/ 1838325 w 5676225"/>
              <a:gd name="connsiteY4" fmla="*/ 0 h 6867525"/>
              <a:gd name="connsiteX0" fmla="*/ 1209675 w 5676225"/>
              <a:gd name="connsiteY0" fmla="*/ 0 h 6867525"/>
              <a:gd name="connsiteX1" fmla="*/ 5676225 w 5676225"/>
              <a:gd name="connsiteY1" fmla="*/ 0 h 6867525"/>
              <a:gd name="connsiteX2" fmla="*/ 5676225 w 5676225"/>
              <a:gd name="connsiteY2" fmla="*/ 6858000 h 6867525"/>
              <a:gd name="connsiteX3" fmla="*/ 0 w 5676225"/>
              <a:gd name="connsiteY3" fmla="*/ 6867525 h 6867525"/>
              <a:gd name="connsiteX4" fmla="*/ 1209675 w 5676225"/>
              <a:gd name="connsiteY4" fmla="*/ 0 h 6867525"/>
              <a:gd name="connsiteX0" fmla="*/ 1857375 w 5676225"/>
              <a:gd name="connsiteY0" fmla="*/ 0 h 6877050"/>
              <a:gd name="connsiteX1" fmla="*/ 5676225 w 5676225"/>
              <a:gd name="connsiteY1" fmla="*/ 9525 h 6877050"/>
              <a:gd name="connsiteX2" fmla="*/ 5676225 w 5676225"/>
              <a:gd name="connsiteY2" fmla="*/ 6867525 h 6877050"/>
              <a:gd name="connsiteX3" fmla="*/ 0 w 5676225"/>
              <a:gd name="connsiteY3" fmla="*/ 6877050 h 6877050"/>
              <a:gd name="connsiteX4" fmla="*/ 1857375 w 5676225"/>
              <a:gd name="connsiteY4" fmla="*/ 0 h 6877050"/>
              <a:gd name="connsiteX0" fmla="*/ 1257300 w 5076150"/>
              <a:gd name="connsiteY0" fmla="*/ 0 h 6867525"/>
              <a:gd name="connsiteX1" fmla="*/ 5076150 w 5076150"/>
              <a:gd name="connsiteY1" fmla="*/ 9525 h 6867525"/>
              <a:gd name="connsiteX2" fmla="*/ 5076150 w 5076150"/>
              <a:gd name="connsiteY2" fmla="*/ 6867525 h 6867525"/>
              <a:gd name="connsiteX3" fmla="*/ 0 w 5076150"/>
              <a:gd name="connsiteY3" fmla="*/ 6858000 h 6867525"/>
              <a:gd name="connsiteX4" fmla="*/ 1257300 w 5076150"/>
              <a:gd name="connsiteY4" fmla="*/ 0 h 6867525"/>
              <a:gd name="connsiteX0" fmla="*/ 1257300 w 5076150"/>
              <a:gd name="connsiteY0" fmla="*/ 0 h 6867525"/>
              <a:gd name="connsiteX1" fmla="*/ 5076150 w 5076150"/>
              <a:gd name="connsiteY1" fmla="*/ 9525 h 6867525"/>
              <a:gd name="connsiteX2" fmla="*/ 5076150 w 5076150"/>
              <a:gd name="connsiteY2" fmla="*/ 6867525 h 6867525"/>
              <a:gd name="connsiteX3" fmla="*/ 0 w 5076150"/>
              <a:gd name="connsiteY3" fmla="*/ 6865951 h 6867525"/>
              <a:gd name="connsiteX4" fmla="*/ 1257300 w 5076150"/>
              <a:gd name="connsiteY4" fmla="*/ 0 h 686752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076150" h="6867525">
                <a:moveTo>
                  <a:pt x="1257300" y="0"/>
                </a:moveTo>
                <a:lnTo>
                  <a:pt x="5076150" y="9525"/>
                </a:lnTo>
                <a:lnTo>
                  <a:pt x="5076150" y="6867525"/>
                </a:lnTo>
                <a:lnTo>
                  <a:pt x="0" y="6865951"/>
                </a:lnTo>
                <a:lnTo>
                  <a:pt x="1257300" y="0"/>
                </a:lnTo>
                <a:close/>
              </a:path>
            </a:pathLst>
          </a:cu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de-DE"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pic>
        <p:nvPicPr>
          <p:cNvPr id="4" name="Grafik 8"/>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a:xfrm>
            <a:off x="10824521" y="306918"/>
            <a:ext cx="1015511" cy="155581"/>
          </a:xfrm>
          <a:prstGeom prst="rect">
            <a:avLst/>
          </a:prstGeom>
        </p:spPr>
      </p:pic>
      <p:sp>
        <p:nvSpPr>
          <p:cNvPr id="6" name="Titel 1">
            <a:extLst>
              <a:ext uri="{FF2B5EF4-FFF2-40B4-BE49-F238E27FC236}">
                <a16:creationId xmlns:a16="http://schemas.microsoft.com/office/drawing/2014/main" id="{71A26670-EBA4-4053-B30B-D7B1F37A5832}"/>
              </a:ext>
            </a:extLst>
          </p:cNvPr>
          <p:cNvSpPr>
            <a:spLocks noGrp="1"/>
          </p:cNvSpPr>
          <p:nvPr>
            <p:ph type="title" hasCustomPrompt="1"/>
          </p:nvPr>
        </p:nvSpPr>
        <p:spPr>
          <a:xfrm>
            <a:off x="527051" y="522131"/>
            <a:ext cx="6737349" cy="449885"/>
          </a:xfrm>
          <a:prstGeom prst="rect">
            <a:avLst/>
          </a:prstGeom>
        </p:spPr>
        <p:txBody>
          <a:bodyPr/>
          <a:lstStyle>
            <a:lvl1pPr>
              <a:defRPr sz="2400" b="1" cap="all" baseline="0">
                <a:solidFill>
                  <a:schemeClr val="bg1"/>
                </a:solidFill>
                <a:latin typeface="Calibri" panose="020F0502020204030204" pitchFamily="34" charset="0"/>
              </a:defRPr>
            </a:lvl1pPr>
          </a:lstStyle>
          <a:p>
            <a:r>
              <a:rPr lang="en-US" noProof="0"/>
              <a:t>HEADLINE</a:t>
            </a:r>
          </a:p>
        </p:txBody>
      </p:sp>
      <p:cxnSp>
        <p:nvCxnSpPr>
          <p:cNvPr id="9" name="Google Shape;870;p163">
            <a:extLst>
              <a:ext uri="{FF2B5EF4-FFF2-40B4-BE49-F238E27FC236}">
                <a16:creationId xmlns:a16="http://schemas.microsoft.com/office/drawing/2014/main" id="{F59BB843-C233-4267-ACE6-6952FAA03E68}"/>
              </a:ext>
            </a:extLst>
          </p:cNvPr>
          <p:cNvCxnSpPr>
            <a:cxnSpLocks/>
          </p:cNvCxnSpPr>
          <p:nvPr userDrawn="1"/>
        </p:nvCxnSpPr>
        <p:spPr>
          <a:xfrm>
            <a:off x="647826" y="972016"/>
            <a:ext cx="1071975" cy="0"/>
          </a:xfrm>
          <a:prstGeom prst="straightConnector1">
            <a:avLst/>
          </a:prstGeom>
          <a:noFill/>
          <a:ln w="28575" cap="flat" cmpd="sng">
            <a:solidFill>
              <a:schemeClr val="bg1"/>
            </a:solidFill>
            <a:prstDash val="solid"/>
            <a:round/>
            <a:headEnd type="none" w="med" len="med"/>
            <a:tailEnd type="none" w="med" len="med"/>
          </a:ln>
        </p:spPr>
      </p:cxnSp>
    </p:spTree>
    <p:extLst>
      <p:ext uri="{BB962C8B-B14F-4D97-AF65-F5344CB8AC3E}">
        <p14:creationId xmlns:p14="http://schemas.microsoft.com/office/powerpoint/2010/main" val="3944034426"/>
      </p:ext>
    </p:extLst>
  </p:cSld>
  <p:clrMapOvr>
    <a:masterClrMapping/>
  </p:clrMapOvr>
</p:sldLayout>
</file>

<file path=ppt/slideLayouts/slideLayout230.xml><?xml version="1.0" encoding="utf-8"?>
<p:sldLayout xmlns:a="http://schemas.openxmlformats.org/drawingml/2006/main" xmlns:r="http://schemas.openxmlformats.org/officeDocument/2006/relationships" xmlns:p="http://schemas.openxmlformats.org/presentationml/2006/main" preserve="1" userDrawn="1">
  <p:cSld name="Blue_NOContrast">
    <p:bg>
      <p:bgPr>
        <a:solidFill>
          <a:schemeClr val="tx2">
            <a:alpha val="72000"/>
          </a:schemeClr>
        </a:solidFill>
        <a:effectLst/>
      </p:bgPr>
    </p:bg>
    <p:spTree>
      <p:nvGrpSpPr>
        <p:cNvPr id="1" name=""/>
        <p:cNvGrpSpPr/>
        <p:nvPr/>
      </p:nvGrpSpPr>
      <p:grpSpPr>
        <a:xfrm>
          <a:off x="0" y="0"/>
          <a:ext cx="0" cy="0"/>
          <a:chOff x="0" y="0"/>
          <a:chExt cx="0" cy="0"/>
        </a:xfrm>
      </p:grpSpPr>
      <p:pic>
        <p:nvPicPr>
          <p:cNvPr id="4" name="Grafik 8"/>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a:xfrm>
            <a:off x="10824521" y="306918"/>
            <a:ext cx="1015511" cy="155581"/>
          </a:xfrm>
          <a:prstGeom prst="rect">
            <a:avLst/>
          </a:prstGeom>
        </p:spPr>
      </p:pic>
      <p:sp>
        <p:nvSpPr>
          <p:cNvPr id="5" name="Titel 1">
            <a:extLst>
              <a:ext uri="{FF2B5EF4-FFF2-40B4-BE49-F238E27FC236}">
                <a16:creationId xmlns:a16="http://schemas.microsoft.com/office/drawing/2014/main" id="{9CD267C3-325C-4669-9718-CFF7C0025285}"/>
              </a:ext>
            </a:extLst>
          </p:cNvPr>
          <p:cNvSpPr>
            <a:spLocks noGrp="1"/>
          </p:cNvSpPr>
          <p:nvPr>
            <p:ph type="title" hasCustomPrompt="1"/>
          </p:nvPr>
        </p:nvSpPr>
        <p:spPr>
          <a:xfrm>
            <a:off x="527051" y="522131"/>
            <a:ext cx="6737349" cy="449885"/>
          </a:xfrm>
          <a:prstGeom prst="rect">
            <a:avLst/>
          </a:prstGeom>
        </p:spPr>
        <p:txBody>
          <a:bodyPr/>
          <a:lstStyle>
            <a:lvl1pPr>
              <a:defRPr sz="2400" b="1" cap="all" baseline="0">
                <a:solidFill>
                  <a:schemeClr val="bg1"/>
                </a:solidFill>
                <a:latin typeface="Calibri" panose="020F0502020204030204" pitchFamily="34" charset="0"/>
              </a:defRPr>
            </a:lvl1pPr>
          </a:lstStyle>
          <a:p>
            <a:r>
              <a:rPr lang="en-US" noProof="0"/>
              <a:t>HEADLINE</a:t>
            </a:r>
          </a:p>
        </p:txBody>
      </p:sp>
      <p:cxnSp>
        <p:nvCxnSpPr>
          <p:cNvPr id="6" name="Google Shape;870;p163">
            <a:extLst>
              <a:ext uri="{FF2B5EF4-FFF2-40B4-BE49-F238E27FC236}">
                <a16:creationId xmlns:a16="http://schemas.microsoft.com/office/drawing/2014/main" id="{DCCBAFD3-3A5A-4DC3-97ED-42152C7E18B4}"/>
              </a:ext>
            </a:extLst>
          </p:cNvPr>
          <p:cNvCxnSpPr>
            <a:cxnSpLocks/>
          </p:cNvCxnSpPr>
          <p:nvPr userDrawn="1"/>
        </p:nvCxnSpPr>
        <p:spPr>
          <a:xfrm>
            <a:off x="647826" y="972016"/>
            <a:ext cx="1071975" cy="0"/>
          </a:xfrm>
          <a:prstGeom prst="straightConnector1">
            <a:avLst/>
          </a:prstGeom>
          <a:noFill/>
          <a:ln w="28575" cap="flat" cmpd="sng">
            <a:solidFill>
              <a:schemeClr val="bg1"/>
            </a:solidFill>
            <a:prstDash val="solid"/>
            <a:round/>
            <a:headEnd type="none" w="med" len="med"/>
            <a:tailEnd type="none" w="med" len="med"/>
          </a:ln>
        </p:spPr>
      </p:cxnSp>
    </p:spTree>
    <p:extLst>
      <p:ext uri="{BB962C8B-B14F-4D97-AF65-F5344CB8AC3E}">
        <p14:creationId xmlns:p14="http://schemas.microsoft.com/office/powerpoint/2010/main" val="2485313614"/>
      </p:ext>
    </p:extLst>
  </p:cSld>
  <p:clrMapOvr>
    <a:masterClrMapping/>
  </p:clrMapOvr>
</p:sldLayout>
</file>

<file path=ppt/slideLayouts/slideLayout231.xml><?xml version="1.0" encoding="utf-8"?>
<p:sldLayout xmlns:a="http://schemas.openxmlformats.org/drawingml/2006/main" xmlns:r="http://schemas.openxmlformats.org/officeDocument/2006/relationships" xmlns:p="http://schemas.openxmlformats.org/presentationml/2006/main" preserve="1" userDrawn="1">
  <p:cSld name="Orange_Contrast">
    <p:bg>
      <p:bgPr>
        <a:solidFill>
          <a:schemeClr val="accent4">
            <a:alpha val="72000"/>
          </a:schemeClr>
        </a:solidFill>
        <a:effectLst/>
      </p:bgPr>
    </p:bg>
    <p:spTree>
      <p:nvGrpSpPr>
        <p:cNvPr id="1" name=""/>
        <p:cNvGrpSpPr/>
        <p:nvPr/>
      </p:nvGrpSpPr>
      <p:grpSpPr>
        <a:xfrm>
          <a:off x="0" y="0"/>
          <a:ext cx="0" cy="0"/>
          <a:chOff x="0" y="0"/>
          <a:chExt cx="0" cy="0"/>
        </a:xfrm>
      </p:grpSpPr>
      <p:sp>
        <p:nvSpPr>
          <p:cNvPr id="3" name="Rechteck 31"/>
          <p:cNvSpPr/>
          <p:nvPr userDrawn="1"/>
        </p:nvSpPr>
        <p:spPr>
          <a:xfrm>
            <a:off x="7115850" y="-9526"/>
            <a:ext cx="5076151" cy="6867525"/>
          </a:xfrm>
          <a:custGeom>
            <a:avLst/>
            <a:gdLst>
              <a:gd name="connsiteX0" fmla="*/ 0 w 3837900"/>
              <a:gd name="connsiteY0" fmla="*/ 0 h 6858000"/>
              <a:gd name="connsiteX1" fmla="*/ 3837900 w 3837900"/>
              <a:gd name="connsiteY1" fmla="*/ 0 h 6858000"/>
              <a:gd name="connsiteX2" fmla="*/ 3837900 w 3837900"/>
              <a:gd name="connsiteY2" fmla="*/ 6858000 h 6858000"/>
              <a:gd name="connsiteX3" fmla="*/ 0 w 3837900"/>
              <a:gd name="connsiteY3" fmla="*/ 6858000 h 6858000"/>
              <a:gd name="connsiteX4" fmla="*/ 0 w 3837900"/>
              <a:gd name="connsiteY4" fmla="*/ 0 h 6858000"/>
              <a:gd name="connsiteX0" fmla="*/ 1838325 w 5676225"/>
              <a:gd name="connsiteY0" fmla="*/ 0 h 6867525"/>
              <a:gd name="connsiteX1" fmla="*/ 5676225 w 5676225"/>
              <a:gd name="connsiteY1" fmla="*/ 0 h 6867525"/>
              <a:gd name="connsiteX2" fmla="*/ 5676225 w 5676225"/>
              <a:gd name="connsiteY2" fmla="*/ 6858000 h 6867525"/>
              <a:gd name="connsiteX3" fmla="*/ 0 w 5676225"/>
              <a:gd name="connsiteY3" fmla="*/ 6867525 h 6867525"/>
              <a:gd name="connsiteX4" fmla="*/ 1838325 w 5676225"/>
              <a:gd name="connsiteY4" fmla="*/ 0 h 6867525"/>
              <a:gd name="connsiteX0" fmla="*/ 1838325 w 5676225"/>
              <a:gd name="connsiteY0" fmla="*/ 0 h 6867525"/>
              <a:gd name="connsiteX1" fmla="*/ 5676225 w 5676225"/>
              <a:gd name="connsiteY1" fmla="*/ 0 h 6867525"/>
              <a:gd name="connsiteX2" fmla="*/ 5676225 w 5676225"/>
              <a:gd name="connsiteY2" fmla="*/ 6858000 h 6867525"/>
              <a:gd name="connsiteX3" fmla="*/ 0 w 5676225"/>
              <a:gd name="connsiteY3" fmla="*/ 6867525 h 6867525"/>
              <a:gd name="connsiteX4" fmla="*/ 1838325 w 5676225"/>
              <a:gd name="connsiteY4" fmla="*/ 0 h 6867525"/>
              <a:gd name="connsiteX0" fmla="*/ 1209675 w 5676225"/>
              <a:gd name="connsiteY0" fmla="*/ 0 h 6867525"/>
              <a:gd name="connsiteX1" fmla="*/ 5676225 w 5676225"/>
              <a:gd name="connsiteY1" fmla="*/ 0 h 6867525"/>
              <a:gd name="connsiteX2" fmla="*/ 5676225 w 5676225"/>
              <a:gd name="connsiteY2" fmla="*/ 6858000 h 6867525"/>
              <a:gd name="connsiteX3" fmla="*/ 0 w 5676225"/>
              <a:gd name="connsiteY3" fmla="*/ 6867525 h 6867525"/>
              <a:gd name="connsiteX4" fmla="*/ 1209675 w 5676225"/>
              <a:gd name="connsiteY4" fmla="*/ 0 h 6867525"/>
              <a:gd name="connsiteX0" fmla="*/ 1857375 w 5676225"/>
              <a:gd name="connsiteY0" fmla="*/ 0 h 6877050"/>
              <a:gd name="connsiteX1" fmla="*/ 5676225 w 5676225"/>
              <a:gd name="connsiteY1" fmla="*/ 9525 h 6877050"/>
              <a:gd name="connsiteX2" fmla="*/ 5676225 w 5676225"/>
              <a:gd name="connsiteY2" fmla="*/ 6867525 h 6877050"/>
              <a:gd name="connsiteX3" fmla="*/ 0 w 5676225"/>
              <a:gd name="connsiteY3" fmla="*/ 6877050 h 6877050"/>
              <a:gd name="connsiteX4" fmla="*/ 1857375 w 5676225"/>
              <a:gd name="connsiteY4" fmla="*/ 0 h 6877050"/>
              <a:gd name="connsiteX0" fmla="*/ 1257300 w 5076150"/>
              <a:gd name="connsiteY0" fmla="*/ 0 h 6867525"/>
              <a:gd name="connsiteX1" fmla="*/ 5076150 w 5076150"/>
              <a:gd name="connsiteY1" fmla="*/ 9525 h 6867525"/>
              <a:gd name="connsiteX2" fmla="*/ 5076150 w 5076150"/>
              <a:gd name="connsiteY2" fmla="*/ 6867525 h 6867525"/>
              <a:gd name="connsiteX3" fmla="*/ 0 w 5076150"/>
              <a:gd name="connsiteY3" fmla="*/ 6858000 h 6867525"/>
              <a:gd name="connsiteX4" fmla="*/ 1257300 w 5076150"/>
              <a:gd name="connsiteY4" fmla="*/ 0 h 6867525"/>
              <a:gd name="connsiteX0" fmla="*/ 1257300 w 5076150"/>
              <a:gd name="connsiteY0" fmla="*/ 0 h 6867525"/>
              <a:gd name="connsiteX1" fmla="*/ 5076150 w 5076150"/>
              <a:gd name="connsiteY1" fmla="*/ 9525 h 6867525"/>
              <a:gd name="connsiteX2" fmla="*/ 5076150 w 5076150"/>
              <a:gd name="connsiteY2" fmla="*/ 6867525 h 6867525"/>
              <a:gd name="connsiteX3" fmla="*/ 0 w 5076150"/>
              <a:gd name="connsiteY3" fmla="*/ 6865951 h 6867525"/>
              <a:gd name="connsiteX4" fmla="*/ 1257300 w 5076150"/>
              <a:gd name="connsiteY4" fmla="*/ 0 h 686752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076150" h="6867525">
                <a:moveTo>
                  <a:pt x="1257300" y="0"/>
                </a:moveTo>
                <a:lnTo>
                  <a:pt x="5076150" y="9525"/>
                </a:lnTo>
                <a:lnTo>
                  <a:pt x="5076150" y="6867525"/>
                </a:lnTo>
                <a:lnTo>
                  <a:pt x="0" y="6865951"/>
                </a:lnTo>
                <a:lnTo>
                  <a:pt x="1257300" y="0"/>
                </a:lnTo>
                <a:close/>
              </a:path>
            </a:pathLst>
          </a:cu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de-DE"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pic>
        <p:nvPicPr>
          <p:cNvPr id="4" name="Grafik 8"/>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a:xfrm>
            <a:off x="10824521" y="306918"/>
            <a:ext cx="1015511" cy="155581"/>
          </a:xfrm>
          <a:prstGeom prst="rect">
            <a:avLst/>
          </a:prstGeom>
        </p:spPr>
      </p:pic>
      <p:sp>
        <p:nvSpPr>
          <p:cNvPr id="6" name="Titel 1">
            <a:extLst>
              <a:ext uri="{FF2B5EF4-FFF2-40B4-BE49-F238E27FC236}">
                <a16:creationId xmlns:a16="http://schemas.microsoft.com/office/drawing/2014/main" id="{3884E5E4-A43E-4AD3-9F20-0171BEE9B9C7}"/>
              </a:ext>
            </a:extLst>
          </p:cNvPr>
          <p:cNvSpPr>
            <a:spLocks noGrp="1"/>
          </p:cNvSpPr>
          <p:nvPr>
            <p:ph type="title" hasCustomPrompt="1"/>
          </p:nvPr>
        </p:nvSpPr>
        <p:spPr>
          <a:xfrm>
            <a:off x="527051" y="522131"/>
            <a:ext cx="6737349" cy="449885"/>
          </a:xfrm>
          <a:prstGeom prst="rect">
            <a:avLst/>
          </a:prstGeom>
        </p:spPr>
        <p:txBody>
          <a:bodyPr/>
          <a:lstStyle>
            <a:lvl1pPr>
              <a:defRPr sz="2400" b="1" cap="all" baseline="0">
                <a:solidFill>
                  <a:schemeClr val="bg1"/>
                </a:solidFill>
                <a:latin typeface="Calibri" panose="020F0502020204030204" pitchFamily="34" charset="0"/>
              </a:defRPr>
            </a:lvl1pPr>
          </a:lstStyle>
          <a:p>
            <a:r>
              <a:rPr lang="en-US" noProof="0"/>
              <a:t>HEADLINE</a:t>
            </a:r>
          </a:p>
        </p:txBody>
      </p:sp>
      <p:cxnSp>
        <p:nvCxnSpPr>
          <p:cNvPr id="9" name="Google Shape;870;p163">
            <a:extLst>
              <a:ext uri="{FF2B5EF4-FFF2-40B4-BE49-F238E27FC236}">
                <a16:creationId xmlns:a16="http://schemas.microsoft.com/office/drawing/2014/main" id="{40B5AA99-6566-46F6-A380-5BDE0BB7BC10}"/>
              </a:ext>
            </a:extLst>
          </p:cNvPr>
          <p:cNvCxnSpPr>
            <a:cxnSpLocks/>
          </p:cNvCxnSpPr>
          <p:nvPr userDrawn="1"/>
        </p:nvCxnSpPr>
        <p:spPr>
          <a:xfrm>
            <a:off x="647826" y="972016"/>
            <a:ext cx="1071975" cy="0"/>
          </a:xfrm>
          <a:prstGeom prst="straightConnector1">
            <a:avLst/>
          </a:prstGeom>
          <a:noFill/>
          <a:ln w="28575" cap="flat" cmpd="sng">
            <a:solidFill>
              <a:schemeClr val="bg1"/>
            </a:solidFill>
            <a:prstDash val="solid"/>
            <a:round/>
            <a:headEnd type="none" w="med" len="med"/>
            <a:tailEnd type="none" w="med" len="med"/>
          </a:ln>
        </p:spPr>
      </p:cxnSp>
    </p:spTree>
    <p:extLst>
      <p:ext uri="{BB962C8B-B14F-4D97-AF65-F5344CB8AC3E}">
        <p14:creationId xmlns:p14="http://schemas.microsoft.com/office/powerpoint/2010/main" val="406179001"/>
      </p:ext>
    </p:extLst>
  </p:cSld>
  <p:clrMapOvr>
    <a:masterClrMapping/>
  </p:clrMapOvr>
</p:sldLayout>
</file>

<file path=ppt/slideLayouts/slideLayout232.xml><?xml version="1.0" encoding="utf-8"?>
<p:sldLayout xmlns:a="http://schemas.openxmlformats.org/drawingml/2006/main" xmlns:r="http://schemas.openxmlformats.org/officeDocument/2006/relationships" xmlns:p="http://schemas.openxmlformats.org/presentationml/2006/main" preserve="1" userDrawn="1">
  <p:cSld name="Orange_NOContrast">
    <p:bg>
      <p:bgPr>
        <a:solidFill>
          <a:schemeClr val="accent4">
            <a:alpha val="72000"/>
          </a:schemeClr>
        </a:solidFill>
        <a:effectLst/>
      </p:bgPr>
    </p:bg>
    <p:spTree>
      <p:nvGrpSpPr>
        <p:cNvPr id="1" name=""/>
        <p:cNvGrpSpPr/>
        <p:nvPr/>
      </p:nvGrpSpPr>
      <p:grpSpPr>
        <a:xfrm>
          <a:off x="0" y="0"/>
          <a:ext cx="0" cy="0"/>
          <a:chOff x="0" y="0"/>
          <a:chExt cx="0" cy="0"/>
        </a:xfrm>
      </p:grpSpPr>
      <p:sp>
        <p:nvSpPr>
          <p:cNvPr id="2" name="Rechteck 1">
            <a:extLst>
              <a:ext uri="{FF2B5EF4-FFF2-40B4-BE49-F238E27FC236}">
                <a16:creationId xmlns:a16="http://schemas.microsoft.com/office/drawing/2014/main" id="{CD35DE1A-437E-4088-A523-A9A21CACB432}"/>
              </a:ext>
            </a:extLst>
          </p:cNvPr>
          <p:cNvSpPr/>
          <p:nvPr userDrawn="1"/>
        </p:nvSpPr>
        <p:spPr>
          <a:xfrm>
            <a:off x="10684477" y="164757"/>
            <a:ext cx="1334529" cy="406828"/>
          </a:xfrm>
          <a:prstGeom prst="rect">
            <a:avLst/>
          </a:prstGeom>
          <a:solidFill>
            <a:srgbClr val="F1996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sz="1800">
              <a:latin typeface="Calibri" panose="020F0502020204030204" pitchFamily="34" charset="0"/>
            </a:endParaRPr>
          </a:p>
        </p:txBody>
      </p:sp>
      <p:pic>
        <p:nvPicPr>
          <p:cNvPr id="4" name="Grafik 8"/>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a:xfrm>
            <a:off x="10824521" y="306918"/>
            <a:ext cx="1015511" cy="155581"/>
          </a:xfrm>
          <a:prstGeom prst="rect">
            <a:avLst/>
          </a:prstGeom>
        </p:spPr>
      </p:pic>
      <p:sp>
        <p:nvSpPr>
          <p:cNvPr id="6" name="Titel 1">
            <a:extLst>
              <a:ext uri="{FF2B5EF4-FFF2-40B4-BE49-F238E27FC236}">
                <a16:creationId xmlns:a16="http://schemas.microsoft.com/office/drawing/2014/main" id="{B3573E91-8F73-4415-8D6A-8380925D3484}"/>
              </a:ext>
            </a:extLst>
          </p:cNvPr>
          <p:cNvSpPr>
            <a:spLocks noGrp="1"/>
          </p:cNvSpPr>
          <p:nvPr>
            <p:ph type="title" hasCustomPrompt="1"/>
          </p:nvPr>
        </p:nvSpPr>
        <p:spPr>
          <a:xfrm>
            <a:off x="527051" y="522131"/>
            <a:ext cx="6737349" cy="449885"/>
          </a:xfrm>
          <a:prstGeom prst="rect">
            <a:avLst/>
          </a:prstGeom>
        </p:spPr>
        <p:txBody>
          <a:bodyPr/>
          <a:lstStyle>
            <a:lvl1pPr>
              <a:defRPr sz="2400" b="1" cap="all" baseline="0">
                <a:solidFill>
                  <a:schemeClr val="bg1"/>
                </a:solidFill>
                <a:latin typeface="Calibri" panose="020F0502020204030204" pitchFamily="34" charset="0"/>
              </a:defRPr>
            </a:lvl1pPr>
          </a:lstStyle>
          <a:p>
            <a:r>
              <a:rPr lang="en-US" noProof="0"/>
              <a:t>HEADLINE</a:t>
            </a:r>
          </a:p>
        </p:txBody>
      </p:sp>
      <p:cxnSp>
        <p:nvCxnSpPr>
          <p:cNvPr id="9" name="Google Shape;870;p163">
            <a:extLst>
              <a:ext uri="{FF2B5EF4-FFF2-40B4-BE49-F238E27FC236}">
                <a16:creationId xmlns:a16="http://schemas.microsoft.com/office/drawing/2014/main" id="{2379ED3E-4CBB-4233-866E-C932E9AB03FF}"/>
              </a:ext>
            </a:extLst>
          </p:cNvPr>
          <p:cNvCxnSpPr>
            <a:cxnSpLocks/>
          </p:cNvCxnSpPr>
          <p:nvPr userDrawn="1"/>
        </p:nvCxnSpPr>
        <p:spPr>
          <a:xfrm>
            <a:off x="647826" y="972016"/>
            <a:ext cx="1071975" cy="0"/>
          </a:xfrm>
          <a:prstGeom prst="straightConnector1">
            <a:avLst/>
          </a:prstGeom>
          <a:noFill/>
          <a:ln w="28575" cap="flat" cmpd="sng">
            <a:solidFill>
              <a:schemeClr val="bg1"/>
            </a:solidFill>
            <a:prstDash val="solid"/>
            <a:round/>
            <a:headEnd type="none" w="med" len="med"/>
            <a:tailEnd type="none" w="med" len="med"/>
          </a:ln>
        </p:spPr>
      </p:cxnSp>
    </p:spTree>
    <p:extLst>
      <p:ext uri="{BB962C8B-B14F-4D97-AF65-F5344CB8AC3E}">
        <p14:creationId xmlns:p14="http://schemas.microsoft.com/office/powerpoint/2010/main" val="475408047"/>
      </p:ext>
    </p:extLst>
  </p:cSld>
  <p:clrMapOvr>
    <a:masterClrMapping/>
  </p:clrMapOvr>
</p:sldLayout>
</file>

<file path=ppt/slideLayouts/slideLayout233.xml><?xml version="1.0" encoding="utf-8"?>
<p:sldLayout xmlns:a="http://schemas.openxmlformats.org/drawingml/2006/main" xmlns:r="http://schemas.openxmlformats.org/officeDocument/2006/relationships" xmlns:p="http://schemas.openxmlformats.org/presentationml/2006/main" preserve="1" userDrawn="1">
  <p:cSld name="Right_Visual_Headline_1 (legacy)">
    <p:spTree>
      <p:nvGrpSpPr>
        <p:cNvPr id="1" name=""/>
        <p:cNvGrpSpPr/>
        <p:nvPr/>
      </p:nvGrpSpPr>
      <p:grpSpPr>
        <a:xfrm>
          <a:off x="0" y="0"/>
          <a:ext cx="0" cy="0"/>
          <a:chOff x="0" y="0"/>
          <a:chExt cx="0" cy="0"/>
        </a:xfrm>
      </p:grpSpPr>
      <p:pic>
        <p:nvPicPr>
          <p:cNvPr id="8" name="Grafik 51"/>
          <p:cNvPicPr>
            <a:picLocks noChangeAspect="1"/>
          </p:cNvPicPr>
          <p:nvPr userDrawn="1"/>
        </p:nvPicPr>
        <p:blipFill rotWithShape="1">
          <a:blip r:embed="rId2" cstate="screen">
            <a:extLst>
              <a:ext uri="{28A0092B-C50C-407E-A947-70E740481C1C}">
                <a14:useLocalDpi xmlns:a14="http://schemas.microsoft.com/office/drawing/2010/main"/>
              </a:ext>
            </a:extLst>
          </a:blip>
          <a:srcRect/>
          <a:stretch/>
        </p:blipFill>
        <p:spPr>
          <a:xfrm>
            <a:off x="6281977" y="1"/>
            <a:ext cx="5910025" cy="6858000"/>
          </a:xfrm>
          <a:prstGeom prst="rect">
            <a:avLst/>
          </a:prstGeom>
        </p:spPr>
      </p:pic>
      <p:sp>
        <p:nvSpPr>
          <p:cNvPr id="9" name="Rechteck 10"/>
          <p:cNvSpPr/>
          <p:nvPr userDrawn="1"/>
        </p:nvSpPr>
        <p:spPr>
          <a:xfrm>
            <a:off x="1" y="0"/>
            <a:ext cx="7886700" cy="6858000"/>
          </a:xfrm>
          <a:custGeom>
            <a:avLst/>
            <a:gdLst>
              <a:gd name="connsiteX0" fmla="*/ 0 w 7886700"/>
              <a:gd name="connsiteY0" fmla="*/ 0 h 6858000"/>
              <a:gd name="connsiteX1" fmla="*/ 7886700 w 7886700"/>
              <a:gd name="connsiteY1" fmla="*/ 0 h 6858000"/>
              <a:gd name="connsiteX2" fmla="*/ 7886700 w 7886700"/>
              <a:gd name="connsiteY2" fmla="*/ 6858000 h 6858000"/>
              <a:gd name="connsiteX3" fmla="*/ 0 w 7886700"/>
              <a:gd name="connsiteY3" fmla="*/ 6858000 h 6858000"/>
              <a:gd name="connsiteX4" fmla="*/ 0 w 7886700"/>
              <a:gd name="connsiteY4" fmla="*/ 0 h 6858000"/>
              <a:gd name="connsiteX0" fmla="*/ 0 w 7886700"/>
              <a:gd name="connsiteY0" fmla="*/ 0 h 6858000"/>
              <a:gd name="connsiteX1" fmla="*/ 7886700 w 7886700"/>
              <a:gd name="connsiteY1" fmla="*/ 0 h 6858000"/>
              <a:gd name="connsiteX2" fmla="*/ 4445000 w 7886700"/>
              <a:gd name="connsiteY2" fmla="*/ 6858000 h 6858000"/>
              <a:gd name="connsiteX3" fmla="*/ 0 w 7886700"/>
              <a:gd name="connsiteY3" fmla="*/ 6858000 h 6858000"/>
              <a:gd name="connsiteX4" fmla="*/ 0 w 7886700"/>
              <a:gd name="connsiteY4" fmla="*/ 0 h 6858000"/>
              <a:gd name="connsiteX0" fmla="*/ 0 w 7886700"/>
              <a:gd name="connsiteY0" fmla="*/ 0 h 6858000"/>
              <a:gd name="connsiteX1" fmla="*/ 7886700 w 7886700"/>
              <a:gd name="connsiteY1" fmla="*/ 0 h 6858000"/>
              <a:gd name="connsiteX2" fmla="*/ 6451600 w 7886700"/>
              <a:gd name="connsiteY2" fmla="*/ 6845300 h 6858000"/>
              <a:gd name="connsiteX3" fmla="*/ 0 w 7886700"/>
              <a:gd name="connsiteY3" fmla="*/ 6858000 h 6858000"/>
              <a:gd name="connsiteX4" fmla="*/ 0 w 7886700"/>
              <a:gd name="connsiteY4" fmla="*/ 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886700" h="6858000">
                <a:moveTo>
                  <a:pt x="0" y="0"/>
                </a:moveTo>
                <a:lnTo>
                  <a:pt x="7886700" y="0"/>
                </a:lnTo>
                <a:lnTo>
                  <a:pt x="6451600" y="6845300"/>
                </a:lnTo>
                <a:lnTo>
                  <a:pt x="0" y="6858000"/>
                </a:lnTo>
                <a:lnTo>
                  <a:pt x="0" y="0"/>
                </a:ln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sz="1800">
              <a:solidFill>
                <a:schemeClr val="bg1"/>
              </a:solidFill>
              <a:latin typeface="Calibri" panose="020F0502020204030204" pitchFamily="34" charset="0"/>
            </a:endParaRPr>
          </a:p>
        </p:txBody>
      </p:sp>
      <p:sp>
        <p:nvSpPr>
          <p:cNvPr id="10" name="Rechteck 7"/>
          <p:cNvSpPr/>
          <p:nvPr userDrawn="1"/>
        </p:nvSpPr>
        <p:spPr>
          <a:xfrm rot="691985">
            <a:off x="7149077" y="-370227"/>
            <a:ext cx="5654784" cy="7872588"/>
          </a:xfrm>
          <a:custGeom>
            <a:avLst/>
            <a:gdLst>
              <a:gd name="connsiteX0" fmla="*/ 0 w 5198844"/>
              <a:gd name="connsiteY0" fmla="*/ 0 h 7932741"/>
              <a:gd name="connsiteX1" fmla="*/ 5198844 w 5198844"/>
              <a:gd name="connsiteY1" fmla="*/ 0 h 7932741"/>
              <a:gd name="connsiteX2" fmla="*/ 5198844 w 5198844"/>
              <a:gd name="connsiteY2" fmla="*/ 7932741 h 7932741"/>
              <a:gd name="connsiteX3" fmla="*/ 0 w 5198844"/>
              <a:gd name="connsiteY3" fmla="*/ 7932741 h 7932741"/>
              <a:gd name="connsiteX4" fmla="*/ 0 w 5198844"/>
              <a:gd name="connsiteY4" fmla="*/ 0 h 7932741"/>
              <a:gd name="connsiteX0" fmla="*/ 10409 w 5209253"/>
              <a:gd name="connsiteY0" fmla="*/ 0 h 7932741"/>
              <a:gd name="connsiteX1" fmla="*/ 5209253 w 5209253"/>
              <a:gd name="connsiteY1" fmla="*/ 0 h 7932741"/>
              <a:gd name="connsiteX2" fmla="*/ 5209253 w 5209253"/>
              <a:gd name="connsiteY2" fmla="*/ 7932741 h 7932741"/>
              <a:gd name="connsiteX3" fmla="*/ 0 w 5209253"/>
              <a:gd name="connsiteY3" fmla="*/ 7818210 h 7932741"/>
              <a:gd name="connsiteX4" fmla="*/ 10409 w 5209253"/>
              <a:gd name="connsiteY4" fmla="*/ 0 h 7932741"/>
              <a:gd name="connsiteX0" fmla="*/ 10409 w 5209253"/>
              <a:gd name="connsiteY0" fmla="*/ 0 h 7818210"/>
              <a:gd name="connsiteX1" fmla="*/ 5209253 w 5209253"/>
              <a:gd name="connsiteY1" fmla="*/ 0 h 7818210"/>
              <a:gd name="connsiteX2" fmla="*/ 4163522 w 5209253"/>
              <a:gd name="connsiteY2" fmla="*/ 6746262 h 7818210"/>
              <a:gd name="connsiteX3" fmla="*/ 0 w 5209253"/>
              <a:gd name="connsiteY3" fmla="*/ 7818210 h 7818210"/>
              <a:gd name="connsiteX4" fmla="*/ 10409 w 5209253"/>
              <a:gd name="connsiteY4" fmla="*/ 0 h 7818210"/>
              <a:gd name="connsiteX0" fmla="*/ 10409 w 5209253"/>
              <a:gd name="connsiteY0" fmla="*/ 0 h 7818210"/>
              <a:gd name="connsiteX1" fmla="*/ 5209253 w 5209253"/>
              <a:gd name="connsiteY1" fmla="*/ 0 h 7818210"/>
              <a:gd name="connsiteX2" fmla="*/ 4644752 w 5209253"/>
              <a:gd name="connsiteY2" fmla="*/ 6881376 h 7818210"/>
              <a:gd name="connsiteX3" fmla="*/ 0 w 5209253"/>
              <a:gd name="connsiteY3" fmla="*/ 7818210 h 7818210"/>
              <a:gd name="connsiteX4" fmla="*/ 10409 w 5209253"/>
              <a:gd name="connsiteY4" fmla="*/ 0 h 7818210"/>
              <a:gd name="connsiteX0" fmla="*/ 10409 w 4644752"/>
              <a:gd name="connsiteY0" fmla="*/ 0 h 7818210"/>
              <a:gd name="connsiteX1" fmla="*/ 2914556 w 4644752"/>
              <a:gd name="connsiteY1" fmla="*/ 442318 h 7818210"/>
              <a:gd name="connsiteX2" fmla="*/ 4644752 w 4644752"/>
              <a:gd name="connsiteY2" fmla="*/ 6881376 h 7818210"/>
              <a:gd name="connsiteX3" fmla="*/ 0 w 4644752"/>
              <a:gd name="connsiteY3" fmla="*/ 7818210 h 7818210"/>
              <a:gd name="connsiteX4" fmla="*/ 10409 w 4644752"/>
              <a:gd name="connsiteY4" fmla="*/ 0 h 7818210"/>
              <a:gd name="connsiteX0" fmla="*/ 10409 w 4644752"/>
              <a:gd name="connsiteY0" fmla="*/ 0 h 7818210"/>
              <a:gd name="connsiteX1" fmla="*/ 3289646 w 4644752"/>
              <a:gd name="connsiteY1" fmla="*/ 184317 h 7818210"/>
              <a:gd name="connsiteX2" fmla="*/ 4644752 w 4644752"/>
              <a:gd name="connsiteY2" fmla="*/ 6881376 h 7818210"/>
              <a:gd name="connsiteX3" fmla="*/ 0 w 4644752"/>
              <a:gd name="connsiteY3" fmla="*/ 7818210 h 7818210"/>
              <a:gd name="connsiteX4" fmla="*/ 10409 w 4644752"/>
              <a:gd name="connsiteY4" fmla="*/ 0 h 7818210"/>
              <a:gd name="connsiteX0" fmla="*/ 1245 w 4644752"/>
              <a:gd name="connsiteY0" fmla="*/ 660064 h 7633893"/>
              <a:gd name="connsiteX1" fmla="*/ 3289646 w 4644752"/>
              <a:gd name="connsiteY1" fmla="*/ 0 h 7633893"/>
              <a:gd name="connsiteX2" fmla="*/ 4644752 w 4644752"/>
              <a:gd name="connsiteY2" fmla="*/ 6697059 h 7633893"/>
              <a:gd name="connsiteX3" fmla="*/ 0 w 4644752"/>
              <a:gd name="connsiteY3" fmla="*/ 7633893 h 7633893"/>
              <a:gd name="connsiteX4" fmla="*/ 1245 w 4644752"/>
              <a:gd name="connsiteY4" fmla="*/ 660064 h 7633893"/>
              <a:gd name="connsiteX0" fmla="*/ 1245 w 4644752"/>
              <a:gd name="connsiteY0" fmla="*/ 880465 h 7854294"/>
              <a:gd name="connsiteX1" fmla="*/ 4242723 w 4644752"/>
              <a:gd name="connsiteY1" fmla="*/ 0 h 7854294"/>
              <a:gd name="connsiteX2" fmla="*/ 4644752 w 4644752"/>
              <a:gd name="connsiteY2" fmla="*/ 6917460 h 7854294"/>
              <a:gd name="connsiteX3" fmla="*/ 0 w 4644752"/>
              <a:gd name="connsiteY3" fmla="*/ 7854294 h 7854294"/>
              <a:gd name="connsiteX4" fmla="*/ 1245 w 4644752"/>
              <a:gd name="connsiteY4" fmla="*/ 880465 h 7854294"/>
              <a:gd name="connsiteX0" fmla="*/ 1245 w 5620429"/>
              <a:gd name="connsiteY0" fmla="*/ 880465 h 7854294"/>
              <a:gd name="connsiteX1" fmla="*/ 4242723 w 5620429"/>
              <a:gd name="connsiteY1" fmla="*/ 0 h 7854294"/>
              <a:gd name="connsiteX2" fmla="*/ 5620429 w 5620429"/>
              <a:gd name="connsiteY2" fmla="*/ 6744293 h 7854294"/>
              <a:gd name="connsiteX3" fmla="*/ 0 w 5620429"/>
              <a:gd name="connsiteY3" fmla="*/ 7854294 h 7854294"/>
              <a:gd name="connsiteX4" fmla="*/ 1245 w 5620429"/>
              <a:gd name="connsiteY4" fmla="*/ 880465 h 7854294"/>
              <a:gd name="connsiteX0" fmla="*/ 8610 w 5620429"/>
              <a:gd name="connsiteY0" fmla="*/ 853039 h 7854294"/>
              <a:gd name="connsiteX1" fmla="*/ 4242723 w 5620429"/>
              <a:gd name="connsiteY1" fmla="*/ 0 h 7854294"/>
              <a:gd name="connsiteX2" fmla="*/ 5620429 w 5620429"/>
              <a:gd name="connsiteY2" fmla="*/ 6744293 h 7854294"/>
              <a:gd name="connsiteX3" fmla="*/ 0 w 5620429"/>
              <a:gd name="connsiteY3" fmla="*/ 7854294 h 7854294"/>
              <a:gd name="connsiteX4" fmla="*/ 8610 w 5620429"/>
              <a:gd name="connsiteY4" fmla="*/ 853039 h 7854294"/>
              <a:gd name="connsiteX0" fmla="*/ 17660 w 5629479"/>
              <a:gd name="connsiteY0" fmla="*/ 853039 h 7856140"/>
              <a:gd name="connsiteX1" fmla="*/ 4251773 w 5629479"/>
              <a:gd name="connsiteY1" fmla="*/ 0 h 7856140"/>
              <a:gd name="connsiteX2" fmla="*/ 5629479 w 5629479"/>
              <a:gd name="connsiteY2" fmla="*/ 6744293 h 7856140"/>
              <a:gd name="connsiteX3" fmla="*/ 0 w 5629479"/>
              <a:gd name="connsiteY3" fmla="*/ 7856140 h 7856140"/>
              <a:gd name="connsiteX4" fmla="*/ 17660 w 5629479"/>
              <a:gd name="connsiteY4" fmla="*/ 853039 h 7856140"/>
              <a:gd name="connsiteX0" fmla="*/ 17660 w 5629479"/>
              <a:gd name="connsiteY0" fmla="*/ 853039 h 7856140"/>
              <a:gd name="connsiteX1" fmla="*/ 4251773 w 5629479"/>
              <a:gd name="connsiteY1" fmla="*/ 0 h 7856140"/>
              <a:gd name="connsiteX2" fmla="*/ 5629479 w 5629479"/>
              <a:gd name="connsiteY2" fmla="*/ 6744293 h 7856140"/>
              <a:gd name="connsiteX3" fmla="*/ 0 w 5629479"/>
              <a:gd name="connsiteY3" fmla="*/ 7856140 h 7856140"/>
              <a:gd name="connsiteX4" fmla="*/ 17660 w 5629479"/>
              <a:gd name="connsiteY4" fmla="*/ 853039 h 7856140"/>
              <a:gd name="connsiteX0" fmla="*/ 8610 w 5620429"/>
              <a:gd name="connsiteY0" fmla="*/ 853039 h 7854294"/>
              <a:gd name="connsiteX1" fmla="*/ 4242723 w 5620429"/>
              <a:gd name="connsiteY1" fmla="*/ 0 h 7854294"/>
              <a:gd name="connsiteX2" fmla="*/ 5620429 w 5620429"/>
              <a:gd name="connsiteY2" fmla="*/ 6744293 h 7854294"/>
              <a:gd name="connsiteX3" fmla="*/ 0 w 5620429"/>
              <a:gd name="connsiteY3" fmla="*/ 7854294 h 7854294"/>
              <a:gd name="connsiteX4" fmla="*/ 8610 w 5620429"/>
              <a:gd name="connsiteY4" fmla="*/ 853039 h 7854294"/>
              <a:gd name="connsiteX0" fmla="*/ 8610 w 5611379"/>
              <a:gd name="connsiteY0" fmla="*/ 853039 h 7854294"/>
              <a:gd name="connsiteX1" fmla="*/ 4242723 w 5611379"/>
              <a:gd name="connsiteY1" fmla="*/ 0 h 7854294"/>
              <a:gd name="connsiteX2" fmla="*/ 5611379 w 5611379"/>
              <a:gd name="connsiteY2" fmla="*/ 6746140 h 7854294"/>
              <a:gd name="connsiteX3" fmla="*/ 0 w 5611379"/>
              <a:gd name="connsiteY3" fmla="*/ 7854294 h 7854294"/>
              <a:gd name="connsiteX4" fmla="*/ 8610 w 5611379"/>
              <a:gd name="connsiteY4" fmla="*/ 853039 h 7854294"/>
              <a:gd name="connsiteX0" fmla="*/ 8610 w 5611379"/>
              <a:gd name="connsiteY0" fmla="*/ 853039 h 7854294"/>
              <a:gd name="connsiteX1" fmla="*/ 4242723 w 5611379"/>
              <a:gd name="connsiteY1" fmla="*/ 0 h 7854294"/>
              <a:gd name="connsiteX2" fmla="*/ 5611379 w 5611379"/>
              <a:gd name="connsiteY2" fmla="*/ 6746140 h 7854294"/>
              <a:gd name="connsiteX3" fmla="*/ 0 w 5611379"/>
              <a:gd name="connsiteY3" fmla="*/ 7854294 h 7854294"/>
              <a:gd name="connsiteX4" fmla="*/ 8610 w 5611379"/>
              <a:gd name="connsiteY4" fmla="*/ 853039 h 7854294"/>
              <a:gd name="connsiteX0" fmla="*/ 8610 w 5611379"/>
              <a:gd name="connsiteY0" fmla="*/ 853039 h 7854294"/>
              <a:gd name="connsiteX1" fmla="*/ 4242723 w 5611379"/>
              <a:gd name="connsiteY1" fmla="*/ 0 h 7854294"/>
              <a:gd name="connsiteX2" fmla="*/ 5611379 w 5611379"/>
              <a:gd name="connsiteY2" fmla="*/ 6746140 h 7854294"/>
              <a:gd name="connsiteX3" fmla="*/ 0 w 5611379"/>
              <a:gd name="connsiteY3" fmla="*/ 7854294 h 7854294"/>
              <a:gd name="connsiteX4" fmla="*/ 8610 w 5611379"/>
              <a:gd name="connsiteY4" fmla="*/ 853039 h 7854294"/>
              <a:gd name="connsiteX0" fmla="*/ 33913 w 5636682"/>
              <a:gd name="connsiteY0" fmla="*/ 853039 h 7868885"/>
              <a:gd name="connsiteX1" fmla="*/ 4268026 w 5636682"/>
              <a:gd name="connsiteY1" fmla="*/ 0 h 7868885"/>
              <a:gd name="connsiteX2" fmla="*/ 5636682 w 5636682"/>
              <a:gd name="connsiteY2" fmla="*/ 6746140 h 7868885"/>
              <a:gd name="connsiteX3" fmla="*/ 0 w 5636682"/>
              <a:gd name="connsiteY3" fmla="*/ 7868885 h 7868885"/>
              <a:gd name="connsiteX4" fmla="*/ 33913 w 5636682"/>
              <a:gd name="connsiteY4" fmla="*/ 853039 h 7868885"/>
              <a:gd name="connsiteX0" fmla="*/ 33915 w 5636684"/>
              <a:gd name="connsiteY0" fmla="*/ 853039 h 7868894"/>
              <a:gd name="connsiteX1" fmla="*/ 4268028 w 5636684"/>
              <a:gd name="connsiteY1" fmla="*/ 0 h 7868894"/>
              <a:gd name="connsiteX2" fmla="*/ 5636684 w 5636684"/>
              <a:gd name="connsiteY2" fmla="*/ 6746140 h 7868894"/>
              <a:gd name="connsiteX3" fmla="*/ 2 w 5636684"/>
              <a:gd name="connsiteY3" fmla="*/ 7868885 h 7868894"/>
              <a:gd name="connsiteX4" fmla="*/ 33915 w 5636684"/>
              <a:gd name="connsiteY4" fmla="*/ 853039 h 7868894"/>
              <a:gd name="connsiteX0" fmla="*/ 52015 w 5654784"/>
              <a:gd name="connsiteY0" fmla="*/ 853039 h 7872588"/>
              <a:gd name="connsiteX1" fmla="*/ 4286128 w 5654784"/>
              <a:gd name="connsiteY1" fmla="*/ 0 h 7872588"/>
              <a:gd name="connsiteX2" fmla="*/ 5654784 w 5654784"/>
              <a:gd name="connsiteY2" fmla="*/ 6746140 h 7872588"/>
              <a:gd name="connsiteX3" fmla="*/ 2 w 5654784"/>
              <a:gd name="connsiteY3" fmla="*/ 7872579 h 7872588"/>
              <a:gd name="connsiteX4" fmla="*/ 52015 w 5654784"/>
              <a:gd name="connsiteY4" fmla="*/ 853039 h 787258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654784" h="7872588">
                <a:moveTo>
                  <a:pt x="52015" y="853039"/>
                </a:moveTo>
                <a:lnTo>
                  <a:pt x="4286128" y="0"/>
                </a:lnTo>
                <a:cubicBezTo>
                  <a:pt x="4742347" y="2248713"/>
                  <a:pt x="5645640" y="6734593"/>
                  <a:pt x="5654784" y="6746140"/>
                </a:cubicBezTo>
                <a:cubicBezTo>
                  <a:pt x="5650446" y="6744161"/>
                  <a:pt x="-4710" y="7876403"/>
                  <a:pt x="2" y="7872579"/>
                </a:cubicBezTo>
                <a:cubicBezTo>
                  <a:pt x="3472" y="5266509"/>
                  <a:pt x="48545" y="3459109"/>
                  <a:pt x="52015" y="853039"/>
                </a:cubicBezTo>
                <a:close/>
              </a:path>
            </a:pathLst>
          </a:custGeom>
          <a:solidFill>
            <a:srgbClr val="F7F6F4">
              <a:alpha val="73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sz="1800">
              <a:latin typeface="Calibri" panose="020F0502020204030204" pitchFamily="34" charset="0"/>
            </a:endParaRPr>
          </a:p>
        </p:txBody>
      </p:sp>
      <p:pic>
        <p:nvPicPr>
          <p:cNvPr id="11" name="Grafik 11"/>
          <p:cNvPicPr>
            <a:picLocks noChangeAspect="1"/>
          </p:cNvPicPr>
          <p:nvPr userDrawn="1"/>
        </p:nvPicPr>
        <p:blipFill>
          <a:blip r:embed="rId3" cstate="email">
            <a:extLst>
              <a:ext uri="{28A0092B-C50C-407E-A947-70E740481C1C}">
                <a14:useLocalDpi xmlns:a14="http://schemas.microsoft.com/office/drawing/2010/main"/>
              </a:ext>
            </a:extLst>
          </a:blip>
          <a:stretch>
            <a:fillRect/>
          </a:stretch>
        </p:blipFill>
        <p:spPr>
          <a:xfrm>
            <a:off x="10821537" y="295772"/>
            <a:ext cx="1016235" cy="155088"/>
          </a:xfrm>
          <a:prstGeom prst="rect">
            <a:avLst/>
          </a:prstGeom>
        </p:spPr>
      </p:pic>
      <p:sp>
        <p:nvSpPr>
          <p:cNvPr id="14" name="Titel 1">
            <a:extLst>
              <a:ext uri="{FF2B5EF4-FFF2-40B4-BE49-F238E27FC236}">
                <a16:creationId xmlns:a16="http://schemas.microsoft.com/office/drawing/2014/main" id="{2130B249-76A4-4605-A9BD-328082B23398}"/>
              </a:ext>
            </a:extLst>
          </p:cNvPr>
          <p:cNvSpPr>
            <a:spLocks noGrp="1"/>
          </p:cNvSpPr>
          <p:nvPr>
            <p:ph type="title" hasCustomPrompt="1"/>
          </p:nvPr>
        </p:nvSpPr>
        <p:spPr>
          <a:xfrm>
            <a:off x="527051" y="522131"/>
            <a:ext cx="10442713" cy="449885"/>
          </a:xfrm>
          <a:prstGeom prst="rect">
            <a:avLst/>
          </a:prstGeom>
        </p:spPr>
        <p:txBody>
          <a:bodyPr/>
          <a:lstStyle>
            <a:lvl1pPr>
              <a:defRPr sz="2400" b="1" cap="all" baseline="0">
                <a:solidFill>
                  <a:schemeClr val="accent1"/>
                </a:solidFill>
                <a:latin typeface="Calibri" panose="020F0502020204030204" pitchFamily="34" charset="0"/>
              </a:defRPr>
            </a:lvl1pPr>
          </a:lstStyle>
          <a:p>
            <a:r>
              <a:rPr lang="en-US" noProof="0"/>
              <a:t>HEADLINE</a:t>
            </a:r>
          </a:p>
        </p:txBody>
      </p:sp>
      <p:cxnSp>
        <p:nvCxnSpPr>
          <p:cNvPr id="15" name="Google Shape;870;p163">
            <a:extLst>
              <a:ext uri="{FF2B5EF4-FFF2-40B4-BE49-F238E27FC236}">
                <a16:creationId xmlns:a16="http://schemas.microsoft.com/office/drawing/2014/main" id="{06165A48-6DEC-406D-A53E-E2F2D809B2D0}"/>
              </a:ext>
            </a:extLst>
          </p:cNvPr>
          <p:cNvCxnSpPr>
            <a:cxnSpLocks/>
          </p:cNvCxnSpPr>
          <p:nvPr userDrawn="1"/>
        </p:nvCxnSpPr>
        <p:spPr>
          <a:xfrm>
            <a:off x="637833" y="972016"/>
            <a:ext cx="1071975" cy="0"/>
          </a:xfrm>
          <a:prstGeom prst="straightConnector1">
            <a:avLst/>
          </a:prstGeom>
          <a:noFill/>
          <a:ln w="28575" cap="flat" cmpd="sng">
            <a:solidFill>
              <a:schemeClr val="dk2"/>
            </a:solidFill>
            <a:prstDash val="solid"/>
            <a:round/>
            <a:headEnd type="none" w="med" len="med"/>
            <a:tailEnd type="none" w="med" len="med"/>
          </a:ln>
        </p:spPr>
      </p:cxnSp>
    </p:spTree>
    <p:extLst>
      <p:ext uri="{BB962C8B-B14F-4D97-AF65-F5344CB8AC3E}">
        <p14:creationId xmlns:p14="http://schemas.microsoft.com/office/powerpoint/2010/main" val="2734261133"/>
      </p:ext>
    </p:extLst>
  </p:cSld>
  <p:clrMapOvr>
    <a:masterClrMapping/>
  </p:clrMapOvr>
</p:sldLayout>
</file>

<file path=ppt/slideLayouts/slideLayout234.xml><?xml version="1.0" encoding="utf-8"?>
<p:sldLayout xmlns:a="http://schemas.openxmlformats.org/drawingml/2006/main" xmlns:r="http://schemas.openxmlformats.org/officeDocument/2006/relationships" xmlns:p="http://schemas.openxmlformats.org/presentationml/2006/main" preserve="1" userDrawn="1">
  <p:cSld name="Right_Visual_Headline_2">
    <p:spTree>
      <p:nvGrpSpPr>
        <p:cNvPr id="1" name=""/>
        <p:cNvGrpSpPr/>
        <p:nvPr/>
      </p:nvGrpSpPr>
      <p:grpSpPr>
        <a:xfrm>
          <a:off x="0" y="0"/>
          <a:ext cx="0" cy="0"/>
          <a:chOff x="0" y="0"/>
          <a:chExt cx="0" cy="0"/>
        </a:xfrm>
      </p:grpSpPr>
      <p:pic>
        <p:nvPicPr>
          <p:cNvPr id="11" name="Grafik 11"/>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a:xfrm>
            <a:off x="10821537" y="295772"/>
            <a:ext cx="1016235" cy="155088"/>
          </a:xfrm>
          <a:prstGeom prst="rect">
            <a:avLst/>
          </a:prstGeom>
        </p:spPr>
      </p:pic>
      <p:sp>
        <p:nvSpPr>
          <p:cNvPr id="14" name="Titel 1">
            <a:extLst>
              <a:ext uri="{FF2B5EF4-FFF2-40B4-BE49-F238E27FC236}">
                <a16:creationId xmlns:a16="http://schemas.microsoft.com/office/drawing/2014/main" id="{2130B249-76A4-4605-A9BD-328082B23398}"/>
              </a:ext>
            </a:extLst>
          </p:cNvPr>
          <p:cNvSpPr>
            <a:spLocks noGrp="1"/>
          </p:cNvSpPr>
          <p:nvPr>
            <p:ph type="title" hasCustomPrompt="1"/>
          </p:nvPr>
        </p:nvSpPr>
        <p:spPr>
          <a:xfrm>
            <a:off x="527051" y="522131"/>
            <a:ext cx="10442713" cy="449885"/>
          </a:xfrm>
          <a:prstGeom prst="rect">
            <a:avLst/>
          </a:prstGeom>
        </p:spPr>
        <p:txBody>
          <a:bodyPr/>
          <a:lstStyle>
            <a:lvl1pPr>
              <a:defRPr sz="2400" b="1" cap="all" baseline="0">
                <a:solidFill>
                  <a:schemeClr val="accent1"/>
                </a:solidFill>
                <a:latin typeface="Calibri" panose="020F0502020204030204" pitchFamily="34" charset="0"/>
              </a:defRPr>
            </a:lvl1pPr>
          </a:lstStyle>
          <a:p>
            <a:r>
              <a:rPr lang="en-US" noProof="0"/>
              <a:t>HEADLINE</a:t>
            </a:r>
          </a:p>
        </p:txBody>
      </p:sp>
      <p:cxnSp>
        <p:nvCxnSpPr>
          <p:cNvPr id="15" name="Google Shape;870;p163">
            <a:extLst>
              <a:ext uri="{FF2B5EF4-FFF2-40B4-BE49-F238E27FC236}">
                <a16:creationId xmlns:a16="http://schemas.microsoft.com/office/drawing/2014/main" id="{06165A48-6DEC-406D-A53E-E2F2D809B2D0}"/>
              </a:ext>
            </a:extLst>
          </p:cNvPr>
          <p:cNvCxnSpPr>
            <a:cxnSpLocks/>
          </p:cNvCxnSpPr>
          <p:nvPr userDrawn="1"/>
        </p:nvCxnSpPr>
        <p:spPr>
          <a:xfrm>
            <a:off x="637833" y="972016"/>
            <a:ext cx="1071975" cy="0"/>
          </a:xfrm>
          <a:prstGeom prst="straightConnector1">
            <a:avLst/>
          </a:prstGeom>
          <a:noFill/>
          <a:ln w="28575" cap="flat" cmpd="sng">
            <a:solidFill>
              <a:schemeClr val="dk2"/>
            </a:solidFill>
            <a:prstDash val="solid"/>
            <a:round/>
            <a:headEnd type="none" w="med" len="med"/>
            <a:tailEnd type="none" w="med" len="med"/>
          </a:ln>
        </p:spPr>
      </p:cxnSp>
      <p:pic>
        <p:nvPicPr>
          <p:cNvPr id="3" name="Grafik 2">
            <a:extLst>
              <a:ext uri="{FF2B5EF4-FFF2-40B4-BE49-F238E27FC236}">
                <a16:creationId xmlns:a16="http://schemas.microsoft.com/office/drawing/2014/main" id="{7930894A-B2A9-4881-99D1-B917D787B495}"/>
              </a:ext>
            </a:extLst>
          </p:cNvPr>
          <p:cNvPicPr>
            <a:picLocks noChangeAspect="1"/>
          </p:cNvPicPr>
          <p:nvPr userDrawn="1"/>
        </p:nvPicPr>
        <p:blipFill rotWithShape="1">
          <a:blip r:embed="rId3" cstate="email">
            <a:extLst>
              <a:ext uri="{28A0092B-C50C-407E-A947-70E740481C1C}">
                <a14:useLocalDpi xmlns:a14="http://schemas.microsoft.com/office/drawing/2010/main"/>
              </a:ext>
            </a:extLst>
          </a:blip>
          <a:srcRect/>
          <a:stretch/>
        </p:blipFill>
        <p:spPr>
          <a:xfrm>
            <a:off x="7213600" y="0"/>
            <a:ext cx="4978400" cy="6858000"/>
          </a:xfrm>
          <a:prstGeom prst="rect">
            <a:avLst/>
          </a:prstGeom>
        </p:spPr>
      </p:pic>
      <p:pic>
        <p:nvPicPr>
          <p:cNvPr id="12" name="Grafik 11">
            <a:extLst>
              <a:ext uri="{FF2B5EF4-FFF2-40B4-BE49-F238E27FC236}">
                <a16:creationId xmlns:a16="http://schemas.microsoft.com/office/drawing/2014/main" id="{687AF602-02FA-4BA6-8465-B9BC11166694}"/>
              </a:ext>
            </a:extLst>
          </p:cNvPr>
          <p:cNvPicPr>
            <a:picLocks noChangeAspect="1"/>
          </p:cNvPicPr>
          <p:nvPr userDrawn="1"/>
        </p:nvPicPr>
        <p:blipFill>
          <a:blip r:embed="rId4" cstate="email">
            <a:extLst>
              <a:ext uri="{28A0092B-C50C-407E-A947-70E740481C1C}">
                <a14:useLocalDpi xmlns:a14="http://schemas.microsoft.com/office/drawing/2010/main"/>
              </a:ext>
            </a:extLst>
          </a:blip>
          <a:stretch>
            <a:fillRect/>
          </a:stretch>
        </p:blipFill>
        <p:spPr>
          <a:xfrm>
            <a:off x="10824521" y="306918"/>
            <a:ext cx="1015511" cy="155581"/>
          </a:xfrm>
          <a:prstGeom prst="rect">
            <a:avLst/>
          </a:prstGeom>
        </p:spPr>
      </p:pic>
    </p:spTree>
    <p:extLst>
      <p:ext uri="{BB962C8B-B14F-4D97-AF65-F5344CB8AC3E}">
        <p14:creationId xmlns:p14="http://schemas.microsoft.com/office/powerpoint/2010/main" val="254343945"/>
      </p:ext>
    </p:extLst>
  </p:cSld>
  <p:clrMapOvr>
    <a:masterClrMapping/>
  </p:clrMapOvr>
</p:sldLayout>
</file>

<file path=ppt/slideLayouts/slideLayout235.xml><?xml version="1.0" encoding="utf-8"?>
<p:sldLayout xmlns:a="http://schemas.openxmlformats.org/drawingml/2006/main" xmlns:r="http://schemas.openxmlformats.org/officeDocument/2006/relationships" xmlns:p="http://schemas.openxmlformats.org/presentationml/2006/main" preserve="1" userDrawn="1">
  <p:cSld name="1_Right_Visual_Headline_2">
    <p:spTree>
      <p:nvGrpSpPr>
        <p:cNvPr id="1" name=""/>
        <p:cNvGrpSpPr/>
        <p:nvPr/>
      </p:nvGrpSpPr>
      <p:grpSpPr>
        <a:xfrm>
          <a:off x="0" y="0"/>
          <a:ext cx="0" cy="0"/>
          <a:chOff x="0" y="0"/>
          <a:chExt cx="0" cy="0"/>
        </a:xfrm>
      </p:grpSpPr>
      <p:pic>
        <p:nvPicPr>
          <p:cNvPr id="9" name="Google Shape;1039;p173">
            <a:extLst>
              <a:ext uri="{FF2B5EF4-FFF2-40B4-BE49-F238E27FC236}">
                <a16:creationId xmlns:a16="http://schemas.microsoft.com/office/drawing/2014/main" id="{86B2DAAA-37DC-4707-994E-8F8A26983DB5}"/>
              </a:ext>
            </a:extLst>
          </p:cNvPr>
          <p:cNvPicPr preferRelativeResize="0"/>
          <p:nvPr userDrawn="1"/>
        </p:nvPicPr>
        <p:blipFill rotWithShape="1">
          <a:blip r:embed="rId2" cstate="email">
            <a:alphaModFix/>
            <a:extLst>
              <a:ext uri="{28A0092B-C50C-407E-A947-70E740481C1C}">
                <a14:useLocalDpi xmlns:a14="http://schemas.microsoft.com/office/drawing/2010/main"/>
              </a:ext>
            </a:extLst>
          </a:blip>
          <a:srcRect/>
          <a:stretch/>
        </p:blipFill>
        <p:spPr>
          <a:xfrm>
            <a:off x="4980373" y="-8682"/>
            <a:ext cx="7211627" cy="6866681"/>
          </a:xfrm>
          <a:prstGeom prst="rect">
            <a:avLst/>
          </a:prstGeom>
          <a:noFill/>
          <a:ln>
            <a:noFill/>
          </a:ln>
        </p:spPr>
      </p:pic>
      <p:pic>
        <p:nvPicPr>
          <p:cNvPr id="11" name="Grafik 11"/>
          <p:cNvPicPr>
            <a:picLocks noChangeAspect="1"/>
          </p:cNvPicPr>
          <p:nvPr userDrawn="1"/>
        </p:nvPicPr>
        <p:blipFill>
          <a:blip r:embed="rId3" cstate="email">
            <a:extLst>
              <a:ext uri="{28A0092B-C50C-407E-A947-70E740481C1C}">
                <a14:useLocalDpi xmlns:a14="http://schemas.microsoft.com/office/drawing/2010/main"/>
              </a:ext>
            </a:extLst>
          </a:blip>
          <a:stretch>
            <a:fillRect/>
          </a:stretch>
        </p:blipFill>
        <p:spPr>
          <a:xfrm>
            <a:off x="10821537" y="295772"/>
            <a:ext cx="1016235" cy="155088"/>
          </a:xfrm>
          <a:prstGeom prst="rect">
            <a:avLst/>
          </a:prstGeom>
        </p:spPr>
      </p:pic>
      <p:sp>
        <p:nvSpPr>
          <p:cNvPr id="14" name="Titel 1">
            <a:extLst>
              <a:ext uri="{FF2B5EF4-FFF2-40B4-BE49-F238E27FC236}">
                <a16:creationId xmlns:a16="http://schemas.microsoft.com/office/drawing/2014/main" id="{2130B249-76A4-4605-A9BD-328082B23398}"/>
              </a:ext>
            </a:extLst>
          </p:cNvPr>
          <p:cNvSpPr>
            <a:spLocks noGrp="1"/>
          </p:cNvSpPr>
          <p:nvPr>
            <p:ph type="title" hasCustomPrompt="1"/>
          </p:nvPr>
        </p:nvSpPr>
        <p:spPr>
          <a:xfrm>
            <a:off x="527051" y="522131"/>
            <a:ext cx="10442713" cy="449885"/>
          </a:xfrm>
          <a:prstGeom prst="rect">
            <a:avLst/>
          </a:prstGeom>
        </p:spPr>
        <p:txBody>
          <a:bodyPr/>
          <a:lstStyle>
            <a:lvl1pPr>
              <a:defRPr sz="2400" b="1" cap="all" baseline="0">
                <a:solidFill>
                  <a:schemeClr val="accent1"/>
                </a:solidFill>
                <a:latin typeface="Calibri" panose="020F0502020204030204" pitchFamily="34" charset="0"/>
              </a:defRPr>
            </a:lvl1pPr>
          </a:lstStyle>
          <a:p>
            <a:r>
              <a:rPr lang="en-US" noProof="0"/>
              <a:t>HEADLINE</a:t>
            </a:r>
          </a:p>
        </p:txBody>
      </p:sp>
      <p:cxnSp>
        <p:nvCxnSpPr>
          <p:cNvPr id="15" name="Google Shape;870;p163">
            <a:extLst>
              <a:ext uri="{FF2B5EF4-FFF2-40B4-BE49-F238E27FC236}">
                <a16:creationId xmlns:a16="http://schemas.microsoft.com/office/drawing/2014/main" id="{06165A48-6DEC-406D-A53E-E2F2D809B2D0}"/>
              </a:ext>
            </a:extLst>
          </p:cNvPr>
          <p:cNvCxnSpPr>
            <a:cxnSpLocks/>
          </p:cNvCxnSpPr>
          <p:nvPr userDrawn="1"/>
        </p:nvCxnSpPr>
        <p:spPr>
          <a:xfrm>
            <a:off x="637833" y="972016"/>
            <a:ext cx="1071975" cy="0"/>
          </a:xfrm>
          <a:prstGeom prst="straightConnector1">
            <a:avLst/>
          </a:prstGeom>
          <a:noFill/>
          <a:ln w="28575" cap="flat" cmpd="sng">
            <a:solidFill>
              <a:schemeClr val="dk2"/>
            </a:solidFill>
            <a:prstDash val="solid"/>
            <a:round/>
            <a:headEnd type="none" w="med" len="med"/>
            <a:tailEnd type="none" w="med" len="med"/>
          </a:ln>
        </p:spPr>
      </p:cxnSp>
      <p:pic>
        <p:nvPicPr>
          <p:cNvPr id="12" name="Grafik 11">
            <a:extLst>
              <a:ext uri="{FF2B5EF4-FFF2-40B4-BE49-F238E27FC236}">
                <a16:creationId xmlns:a16="http://schemas.microsoft.com/office/drawing/2014/main" id="{687AF602-02FA-4BA6-8465-B9BC11166694}"/>
              </a:ext>
            </a:extLst>
          </p:cNvPr>
          <p:cNvPicPr>
            <a:picLocks noChangeAspect="1"/>
          </p:cNvPicPr>
          <p:nvPr userDrawn="1"/>
        </p:nvPicPr>
        <p:blipFill>
          <a:blip r:embed="rId4" cstate="email">
            <a:extLst>
              <a:ext uri="{28A0092B-C50C-407E-A947-70E740481C1C}">
                <a14:useLocalDpi xmlns:a14="http://schemas.microsoft.com/office/drawing/2010/main"/>
              </a:ext>
            </a:extLst>
          </a:blip>
          <a:stretch>
            <a:fillRect/>
          </a:stretch>
        </p:blipFill>
        <p:spPr>
          <a:xfrm>
            <a:off x="10824521" y="306918"/>
            <a:ext cx="1015511" cy="155581"/>
          </a:xfrm>
          <a:prstGeom prst="rect">
            <a:avLst/>
          </a:prstGeom>
        </p:spPr>
      </p:pic>
      <p:sp>
        <p:nvSpPr>
          <p:cNvPr id="7" name="Rechteck 7">
            <a:extLst>
              <a:ext uri="{FF2B5EF4-FFF2-40B4-BE49-F238E27FC236}">
                <a16:creationId xmlns:a16="http://schemas.microsoft.com/office/drawing/2014/main" id="{EC55CC37-68C0-4087-BEA7-6770F7C231AD}"/>
              </a:ext>
            </a:extLst>
          </p:cNvPr>
          <p:cNvSpPr/>
          <p:nvPr userDrawn="1"/>
        </p:nvSpPr>
        <p:spPr>
          <a:xfrm rot="851231" flipH="1" flipV="1">
            <a:off x="2166176" y="-700742"/>
            <a:ext cx="4522600" cy="8027923"/>
          </a:xfrm>
          <a:custGeom>
            <a:avLst/>
            <a:gdLst>
              <a:gd name="connsiteX0" fmla="*/ 0 w 5198844"/>
              <a:gd name="connsiteY0" fmla="*/ 0 h 7932741"/>
              <a:gd name="connsiteX1" fmla="*/ 5198844 w 5198844"/>
              <a:gd name="connsiteY1" fmla="*/ 0 h 7932741"/>
              <a:gd name="connsiteX2" fmla="*/ 5198844 w 5198844"/>
              <a:gd name="connsiteY2" fmla="*/ 7932741 h 7932741"/>
              <a:gd name="connsiteX3" fmla="*/ 0 w 5198844"/>
              <a:gd name="connsiteY3" fmla="*/ 7932741 h 7932741"/>
              <a:gd name="connsiteX4" fmla="*/ 0 w 5198844"/>
              <a:gd name="connsiteY4" fmla="*/ 0 h 7932741"/>
              <a:gd name="connsiteX0" fmla="*/ 10409 w 5209253"/>
              <a:gd name="connsiteY0" fmla="*/ 0 h 7932741"/>
              <a:gd name="connsiteX1" fmla="*/ 5209253 w 5209253"/>
              <a:gd name="connsiteY1" fmla="*/ 0 h 7932741"/>
              <a:gd name="connsiteX2" fmla="*/ 5209253 w 5209253"/>
              <a:gd name="connsiteY2" fmla="*/ 7932741 h 7932741"/>
              <a:gd name="connsiteX3" fmla="*/ 0 w 5209253"/>
              <a:gd name="connsiteY3" fmla="*/ 7818210 h 7932741"/>
              <a:gd name="connsiteX4" fmla="*/ 10409 w 5209253"/>
              <a:gd name="connsiteY4" fmla="*/ 0 h 7932741"/>
              <a:gd name="connsiteX0" fmla="*/ 10409 w 5209253"/>
              <a:gd name="connsiteY0" fmla="*/ 0 h 7818210"/>
              <a:gd name="connsiteX1" fmla="*/ 5209253 w 5209253"/>
              <a:gd name="connsiteY1" fmla="*/ 0 h 7818210"/>
              <a:gd name="connsiteX2" fmla="*/ 4163522 w 5209253"/>
              <a:gd name="connsiteY2" fmla="*/ 6746262 h 7818210"/>
              <a:gd name="connsiteX3" fmla="*/ 0 w 5209253"/>
              <a:gd name="connsiteY3" fmla="*/ 7818210 h 7818210"/>
              <a:gd name="connsiteX4" fmla="*/ 10409 w 5209253"/>
              <a:gd name="connsiteY4" fmla="*/ 0 h 7818210"/>
              <a:gd name="connsiteX0" fmla="*/ 10409 w 5209253"/>
              <a:gd name="connsiteY0" fmla="*/ 0 h 7818210"/>
              <a:gd name="connsiteX1" fmla="*/ 5209253 w 5209253"/>
              <a:gd name="connsiteY1" fmla="*/ 0 h 7818210"/>
              <a:gd name="connsiteX2" fmla="*/ 4644752 w 5209253"/>
              <a:gd name="connsiteY2" fmla="*/ 6881376 h 7818210"/>
              <a:gd name="connsiteX3" fmla="*/ 0 w 5209253"/>
              <a:gd name="connsiteY3" fmla="*/ 7818210 h 7818210"/>
              <a:gd name="connsiteX4" fmla="*/ 10409 w 5209253"/>
              <a:gd name="connsiteY4" fmla="*/ 0 h 7818210"/>
              <a:gd name="connsiteX0" fmla="*/ 10409 w 4644752"/>
              <a:gd name="connsiteY0" fmla="*/ 0 h 7818210"/>
              <a:gd name="connsiteX1" fmla="*/ 2914556 w 4644752"/>
              <a:gd name="connsiteY1" fmla="*/ 442318 h 7818210"/>
              <a:gd name="connsiteX2" fmla="*/ 4644752 w 4644752"/>
              <a:gd name="connsiteY2" fmla="*/ 6881376 h 7818210"/>
              <a:gd name="connsiteX3" fmla="*/ 0 w 4644752"/>
              <a:gd name="connsiteY3" fmla="*/ 7818210 h 7818210"/>
              <a:gd name="connsiteX4" fmla="*/ 10409 w 4644752"/>
              <a:gd name="connsiteY4" fmla="*/ 0 h 7818210"/>
              <a:gd name="connsiteX0" fmla="*/ 10409 w 4644752"/>
              <a:gd name="connsiteY0" fmla="*/ 0 h 7818210"/>
              <a:gd name="connsiteX1" fmla="*/ 3289646 w 4644752"/>
              <a:gd name="connsiteY1" fmla="*/ 184317 h 7818210"/>
              <a:gd name="connsiteX2" fmla="*/ 4644752 w 4644752"/>
              <a:gd name="connsiteY2" fmla="*/ 6881376 h 7818210"/>
              <a:gd name="connsiteX3" fmla="*/ 0 w 4644752"/>
              <a:gd name="connsiteY3" fmla="*/ 7818210 h 7818210"/>
              <a:gd name="connsiteX4" fmla="*/ 10409 w 4644752"/>
              <a:gd name="connsiteY4" fmla="*/ 0 h 7818210"/>
              <a:gd name="connsiteX0" fmla="*/ 1245 w 4644752"/>
              <a:gd name="connsiteY0" fmla="*/ 660064 h 7633893"/>
              <a:gd name="connsiteX1" fmla="*/ 3289646 w 4644752"/>
              <a:gd name="connsiteY1" fmla="*/ 0 h 7633893"/>
              <a:gd name="connsiteX2" fmla="*/ 4644752 w 4644752"/>
              <a:gd name="connsiteY2" fmla="*/ 6697059 h 7633893"/>
              <a:gd name="connsiteX3" fmla="*/ 0 w 4644752"/>
              <a:gd name="connsiteY3" fmla="*/ 7633893 h 7633893"/>
              <a:gd name="connsiteX4" fmla="*/ 1245 w 4644752"/>
              <a:gd name="connsiteY4" fmla="*/ 660064 h 7633893"/>
              <a:gd name="connsiteX0" fmla="*/ 1245 w 4644752"/>
              <a:gd name="connsiteY0" fmla="*/ 880465 h 7854294"/>
              <a:gd name="connsiteX1" fmla="*/ 4242723 w 4644752"/>
              <a:gd name="connsiteY1" fmla="*/ 0 h 7854294"/>
              <a:gd name="connsiteX2" fmla="*/ 4644752 w 4644752"/>
              <a:gd name="connsiteY2" fmla="*/ 6917460 h 7854294"/>
              <a:gd name="connsiteX3" fmla="*/ 0 w 4644752"/>
              <a:gd name="connsiteY3" fmla="*/ 7854294 h 7854294"/>
              <a:gd name="connsiteX4" fmla="*/ 1245 w 4644752"/>
              <a:gd name="connsiteY4" fmla="*/ 880465 h 7854294"/>
              <a:gd name="connsiteX0" fmla="*/ 1245 w 5620429"/>
              <a:gd name="connsiteY0" fmla="*/ 880465 h 7854294"/>
              <a:gd name="connsiteX1" fmla="*/ 4242723 w 5620429"/>
              <a:gd name="connsiteY1" fmla="*/ 0 h 7854294"/>
              <a:gd name="connsiteX2" fmla="*/ 5620429 w 5620429"/>
              <a:gd name="connsiteY2" fmla="*/ 6744293 h 7854294"/>
              <a:gd name="connsiteX3" fmla="*/ 0 w 5620429"/>
              <a:gd name="connsiteY3" fmla="*/ 7854294 h 7854294"/>
              <a:gd name="connsiteX4" fmla="*/ 1245 w 5620429"/>
              <a:gd name="connsiteY4" fmla="*/ 880465 h 7854294"/>
              <a:gd name="connsiteX0" fmla="*/ 3405 w 5622589"/>
              <a:gd name="connsiteY0" fmla="*/ 880465 h 7794630"/>
              <a:gd name="connsiteX1" fmla="*/ 4244883 w 5622589"/>
              <a:gd name="connsiteY1" fmla="*/ 0 h 7794630"/>
              <a:gd name="connsiteX2" fmla="*/ 5622589 w 5622589"/>
              <a:gd name="connsiteY2" fmla="*/ 6744293 h 7794630"/>
              <a:gd name="connsiteX3" fmla="*/ 0 w 5622589"/>
              <a:gd name="connsiteY3" fmla="*/ 7794630 h 7794630"/>
              <a:gd name="connsiteX4" fmla="*/ 3405 w 5622589"/>
              <a:gd name="connsiteY4" fmla="*/ 880465 h 7794630"/>
              <a:gd name="connsiteX0" fmla="*/ 3405 w 5525217"/>
              <a:gd name="connsiteY0" fmla="*/ 880465 h 7794630"/>
              <a:gd name="connsiteX1" fmla="*/ 4244883 w 5525217"/>
              <a:gd name="connsiteY1" fmla="*/ 0 h 7794630"/>
              <a:gd name="connsiteX2" fmla="*/ 5525217 w 5525217"/>
              <a:gd name="connsiteY2" fmla="*/ 6463632 h 7794630"/>
              <a:gd name="connsiteX3" fmla="*/ 0 w 5525217"/>
              <a:gd name="connsiteY3" fmla="*/ 7794630 h 7794630"/>
              <a:gd name="connsiteX4" fmla="*/ 3405 w 5525217"/>
              <a:gd name="connsiteY4" fmla="*/ 880465 h 7794630"/>
              <a:gd name="connsiteX0" fmla="*/ 3405 w 5612581"/>
              <a:gd name="connsiteY0" fmla="*/ 880465 h 7794630"/>
              <a:gd name="connsiteX1" fmla="*/ 4244883 w 5612581"/>
              <a:gd name="connsiteY1" fmla="*/ 0 h 7794630"/>
              <a:gd name="connsiteX2" fmla="*/ 5612581 w 5612581"/>
              <a:gd name="connsiteY2" fmla="*/ 6646161 h 7794630"/>
              <a:gd name="connsiteX3" fmla="*/ 0 w 5612581"/>
              <a:gd name="connsiteY3" fmla="*/ 7794630 h 7794630"/>
              <a:gd name="connsiteX4" fmla="*/ 3405 w 5612581"/>
              <a:gd name="connsiteY4" fmla="*/ 880465 h 7794630"/>
              <a:gd name="connsiteX0" fmla="*/ 3405 w 5612581"/>
              <a:gd name="connsiteY0" fmla="*/ 880465 h 7794630"/>
              <a:gd name="connsiteX1" fmla="*/ 4244883 w 5612581"/>
              <a:gd name="connsiteY1" fmla="*/ 0 h 7794630"/>
              <a:gd name="connsiteX2" fmla="*/ 5612581 w 5612581"/>
              <a:gd name="connsiteY2" fmla="*/ 6646161 h 7794630"/>
              <a:gd name="connsiteX3" fmla="*/ 0 w 5612581"/>
              <a:gd name="connsiteY3" fmla="*/ 7794630 h 7794630"/>
              <a:gd name="connsiteX4" fmla="*/ 3405 w 5612581"/>
              <a:gd name="connsiteY4" fmla="*/ 880465 h 7794630"/>
              <a:gd name="connsiteX0" fmla="*/ 3405 w 5612590"/>
              <a:gd name="connsiteY0" fmla="*/ 880465 h 7794630"/>
              <a:gd name="connsiteX1" fmla="*/ 4244883 w 5612590"/>
              <a:gd name="connsiteY1" fmla="*/ 0 h 7794630"/>
              <a:gd name="connsiteX2" fmla="*/ 5612581 w 5612590"/>
              <a:gd name="connsiteY2" fmla="*/ 6646161 h 7794630"/>
              <a:gd name="connsiteX3" fmla="*/ 0 w 5612590"/>
              <a:gd name="connsiteY3" fmla="*/ 7794630 h 7794630"/>
              <a:gd name="connsiteX4" fmla="*/ 3405 w 5612590"/>
              <a:gd name="connsiteY4" fmla="*/ 880465 h 7794630"/>
              <a:gd name="connsiteX0" fmla="*/ 3405 w 5612590"/>
              <a:gd name="connsiteY0" fmla="*/ 880465 h 7794630"/>
              <a:gd name="connsiteX1" fmla="*/ 4244883 w 5612590"/>
              <a:gd name="connsiteY1" fmla="*/ 0 h 7794630"/>
              <a:gd name="connsiteX2" fmla="*/ 5612581 w 5612590"/>
              <a:gd name="connsiteY2" fmla="*/ 6646161 h 7794630"/>
              <a:gd name="connsiteX3" fmla="*/ 0 w 5612590"/>
              <a:gd name="connsiteY3" fmla="*/ 7794630 h 7794630"/>
              <a:gd name="connsiteX4" fmla="*/ 3405 w 5612590"/>
              <a:gd name="connsiteY4" fmla="*/ 880465 h 7794630"/>
              <a:gd name="connsiteX0" fmla="*/ 3405 w 5612590"/>
              <a:gd name="connsiteY0" fmla="*/ 880465 h 7794630"/>
              <a:gd name="connsiteX1" fmla="*/ 4244883 w 5612590"/>
              <a:gd name="connsiteY1" fmla="*/ 0 h 7794630"/>
              <a:gd name="connsiteX2" fmla="*/ 5612581 w 5612590"/>
              <a:gd name="connsiteY2" fmla="*/ 6646161 h 7794630"/>
              <a:gd name="connsiteX3" fmla="*/ 0 w 5612590"/>
              <a:gd name="connsiteY3" fmla="*/ 7794630 h 7794630"/>
              <a:gd name="connsiteX4" fmla="*/ 3405 w 5612590"/>
              <a:gd name="connsiteY4" fmla="*/ 880465 h 7794630"/>
              <a:gd name="connsiteX0" fmla="*/ 3405 w 5612590"/>
              <a:gd name="connsiteY0" fmla="*/ 885481 h 7799646"/>
              <a:gd name="connsiteX1" fmla="*/ 4269468 w 5612590"/>
              <a:gd name="connsiteY1" fmla="*/ 0 h 7799646"/>
              <a:gd name="connsiteX2" fmla="*/ 5612581 w 5612590"/>
              <a:gd name="connsiteY2" fmla="*/ 6651177 h 7799646"/>
              <a:gd name="connsiteX3" fmla="*/ 0 w 5612590"/>
              <a:gd name="connsiteY3" fmla="*/ 7799646 h 7799646"/>
              <a:gd name="connsiteX4" fmla="*/ 3405 w 5612590"/>
              <a:gd name="connsiteY4" fmla="*/ 885481 h 7799646"/>
              <a:gd name="connsiteX0" fmla="*/ 3405 w 5612590"/>
              <a:gd name="connsiteY0" fmla="*/ 885481 h 7799646"/>
              <a:gd name="connsiteX1" fmla="*/ 4269468 w 5612590"/>
              <a:gd name="connsiteY1" fmla="*/ 0 h 7799646"/>
              <a:gd name="connsiteX2" fmla="*/ 5612581 w 5612590"/>
              <a:gd name="connsiteY2" fmla="*/ 6651177 h 7799646"/>
              <a:gd name="connsiteX3" fmla="*/ 0 w 5612590"/>
              <a:gd name="connsiteY3" fmla="*/ 7799646 h 7799646"/>
              <a:gd name="connsiteX4" fmla="*/ 3405 w 5612590"/>
              <a:gd name="connsiteY4" fmla="*/ 885481 h 7799646"/>
              <a:gd name="connsiteX0" fmla="*/ 3405 w 5612590"/>
              <a:gd name="connsiteY0" fmla="*/ 885481 h 7799646"/>
              <a:gd name="connsiteX1" fmla="*/ 4269468 w 5612590"/>
              <a:gd name="connsiteY1" fmla="*/ 0 h 7799646"/>
              <a:gd name="connsiteX2" fmla="*/ 5612581 w 5612590"/>
              <a:gd name="connsiteY2" fmla="*/ 6651177 h 7799646"/>
              <a:gd name="connsiteX3" fmla="*/ 0 w 5612590"/>
              <a:gd name="connsiteY3" fmla="*/ 7799646 h 7799646"/>
              <a:gd name="connsiteX4" fmla="*/ 3405 w 5612590"/>
              <a:gd name="connsiteY4" fmla="*/ 885481 h 779964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612590" h="7799646">
                <a:moveTo>
                  <a:pt x="3405" y="885481"/>
                </a:moveTo>
                <a:lnTo>
                  <a:pt x="4269468" y="0"/>
                </a:lnTo>
                <a:cubicBezTo>
                  <a:pt x="4302728" y="-2410"/>
                  <a:pt x="5612109" y="6666933"/>
                  <a:pt x="5612581" y="6651177"/>
                </a:cubicBezTo>
                <a:cubicBezTo>
                  <a:pt x="5619630" y="6660952"/>
                  <a:pt x="1870860" y="7416823"/>
                  <a:pt x="0" y="7799646"/>
                </a:cubicBezTo>
                <a:cubicBezTo>
                  <a:pt x="3470" y="5193576"/>
                  <a:pt x="-65" y="3491551"/>
                  <a:pt x="3405" y="885481"/>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sz="1800">
              <a:latin typeface="Calibri" panose="020F0502020204030204" pitchFamily="34" charset="0"/>
            </a:endParaRPr>
          </a:p>
        </p:txBody>
      </p:sp>
      <p:pic>
        <p:nvPicPr>
          <p:cNvPr id="8" name="Grafik 51">
            <a:extLst>
              <a:ext uri="{FF2B5EF4-FFF2-40B4-BE49-F238E27FC236}">
                <a16:creationId xmlns:a16="http://schemas.microsoft.com/office/drawing/2014/main" id="{6F99CE89-5F5D-40A0-94B6-7D1E10871B58}"/>
              </a:ext>
            </a:extLst>
          </p:cNvPr>
          <p:cNvPicPr>
            <a:picLocks noChangeAspect="1"/>
          </p:cNvPicPr>
          <p:nvPr userDrawn="1"/>
        </p:nvPicPr>
        <p:blipFill rotWithShape="1">
          <a:blip r:embed="rId5" cstate="email">
            <a:extLst>
              <a:ext uri="{28A0092B-C50C-407E-A947-70E740481C1C}">
                <a14:useLocalDpi xmlns:a14="http://schemas.microsoft.com/office/drawing/2010/main"/>
              </a:ext>
            </a:extLst>
          </a:blip>
          <a:srcRect/>
          <a:stretch/>
        </p:blipFill>
        <p:spPr>
          <a:xfrm>
            <a:off x="6096001" y="-8683"/>
            <a:ext cx="6248402" cy="6866681"/>
          </a:xfrm>
          <a:prstGeom prst="rect">
            <a:avLst/>
          </a:prstGeom>
        </p:spPr>
      </p:pic>
      <p:sp>
        <p:nvSpPr>
          <p:cNvPr id="10" name="Rechteck 7">
            <a:extLst>
              <a:ext uri="{FF2B5EF4-FFF2-40B4-BE49-F238E27FC236}">
                <a16:creationId xmlns:a16="http://schemas.microsoft.com/office/drawing/2014/main" id="{8680C5D7-B83D-4B62-9B5B-2A79D76BFDA9}"/>
              </a:ext>
            </a:extLst>
          </p:cNvPr>
          <p:cNvSpPr/>
          <p:nvPr userDrawn="1"/>
        </p:nvSpPr>
        <p:spPr>
          <a:xfrm rot="691985">
            <a:off x="7301477" y="-217827"/>
            <a:ext cx="5654784" cy="7872588"/>
          </a:xfrm>
          <a:custGeom>
            <a:avLst/>
            <a:gdLst>
              <a:gd name="connsiteX0" fmla="*/ 0 w 5198844"/>
              <a:gd name="connsiteY0" fmla="*/ 0 h 7932741"/>
              <a:gd name="connsiteX1" fmla="*/ 5198844 w 5198844"/>
              <a:gd name="connsiteY1" fmla="*/ 0 h 7932741"/>
              <a:gd name="connsiteX2" fmla="*/ 5198844 w 5198844"/>
              <a:gd name="connsiteY2" fmla="*/ 7932741 h 7932741"/>
              <a:gd name="connsiteX3" fmla="*/ 0 w 5198844"/>
              <a:gd name="connsiteY3" fmla="*/ 7932741 h 7932741"/>
              <a:gd name="connsiteX4" fmla="*/ 0 w 5198844"/>
              <a:gd name="connsiteY4" fmla="*/ 0 h 7932741"/>
              <a:gd name="connsiteX0" fmla="*/ 10409 w 5209253"/>
              <a:gd name="connsiteY0" fmla="*/ 0 h 7932741"/>
              <a:gd name="connsiteX1" fmla="*/ 5209253 w 5209253"/>
              <a:gd name="connsiteY1" fmla="*/ 0 h 7932741"/>
              <a:gd name="connsiteX2" fmla="*/ 5209253 w 5209253"/>
              <a:gd name="connsiteY2" fmla="*/ 7932741 h 7932741"/>
              <a:gd name="connsiteX3" fmla="*/ 0 w 5209253"/>
              <a:gd name="connsiteY3" fmla="*/ 7818210 h 7932741"/>
              <a:gd name="connsiteX4" fmla="*/ 10409 w 5209253"/>
              <a:gd name="connsiteY4" fmla="*/ 0 h 7932741"/>
              <a:gd name="connsiteX0" fmla="*/ 10409 w 5209253"/>
              <a:gd name="connsiteY0" fmla="*/ 0 h 7818210"/>
              <a:gd name="connsiteX1" fmla="*/ 5209253 w 5209253"/>
              <a:gd name="connsiteY1" fmla="*/ 0 h 7818210"/>
              <a:gd name="connsiteX2" fmla="*/ 4163522 w 5209253"/>
              <a:gd name="connsiteY2" fmla="*/ 6746262 h 7818210"/>
              <a:gd name="connsiteX3" fmla="*/ 0 w 5209253"/>
              <a:gd name="connsiteY3" fmla="*/ 7818210 h 7818210"/>
              <a:gd name="connsiteX4" fmla="*/ 10409 w 5209253"/>
              <a:gd name="connsiteY4" fmla="*/ 0 h 7818210"/>
              <a:gd name="connsiteX0" fmla="*/ 10409 w 5209253"/>
              <a:gd name="connsiteY0" fmla="*/ 0 h 7818210"/>
              <a:gd name="connsiteX1" fmla="*/ 5209253 w 5209253"/>
              <a:gd name="connsiteY1" fmla="*/ 0 h 7818210"/>
              <a:gd name="connsiteX2" fmla="*/ 4644752 w 5209253"/>
              <a:gd name="connsiteY2" fmla="*/ 6881376 h 7818210"/>
              <a:gd name="connsiteX3" fmla="*/ 0 w 5209253"/>
              <a:gd name="connsiteY3" fmla="*/ 7818210 h 7818210"/>
              <a:gd name="connsiteX4" fmla="*/ 10409 w 5209253"/>
              <a:gd name="connsiteY4" fmla="*/ 0 h 7818210"/>
              <a:gd name="connsiteX0" fmla="*/ 10409 w 4644752"/>
              <a:gd name="connsiteY0" fmla="*/ 0 h 7818210"/>
              <a:gd name="connsiteX1" fmla="*/ 2914556 w 4644752"/>
              <a:gd name="connsiteY1" fmla="*/ 442318 h 7818210"/>
              <a:gd name="connsiteX2" fmla="*/ 4644752 w 4644752"/>
              <a:gd name="connsiteY2" fmla="*/ 6881376 h 7818210"/>
              <a:gd name="connsiteX3" fmla="*/ 0 w 4644752"/>
              <a:gd name="connsiteY3" fmla="*/ 7818210 h 7818210"/>
              <a:gd name="connsiteX4" fmla="*/ 10409 w 4644752"/>
              <a:gd name="connsiteY4" fmla="*/ 0 h 7818210"/>
              <a:gd name="connsiteX0" fmla="*/ 10409 w 4644752"/>
              <a:gd name="connsiteY0" fmla="*/ 0 h 7818210"/>
              <a:gd name="connsiteX1" fmla="*/ 3289646 w 4644752"/>
              <a:gd name="connsiteY1" fmla="*/ 184317 h 7818210"/>
              <a:gd name="connsiteX2" fmla="*/ 4644752 w 4644752"/>
              <a:gd name="connsiteY2" fmla="*/ 6881376 h 7818210"/>
              <a:gd name="connsiteX3" fmla="*/ 0 w 4644752"/>
              <a:gd name="connsiteY3" fmla="*/ 7818210 h 7818210"/>
              <a:gd name="connsiteX4" fmla="*/ 10409 w 4644752"/>
              <a:gd name="connsiteY4" fmla="*/ 0 h 7818210"/>
              <a:gd name="connsiteX0" fmla="*/ 1245 w 4644752"/>
              <a:gd name="connsiteY0" fmla="*/ 660064 h 7633893"/>
              <a:gd name="connsiteX1" fmla="*/ 3289646 w 4644752"/>
              <a:gd name="connsiteY1" fmla="*/ 0 h 7633893"/>
              <a:gd name="connsiteX2" fmla="*/ 4644752 w 4644752"/>
              <a:gd name="connsiteY2" fmla="*/ 6697059 h 7633893"/>
              <a:gd name="connsiteX3" fmla="*/ 0 w 4644752"/>
              <a:gd name="connsiteY3" fmla="*/ 7633893 h 7633893"/>
              <a:gd name="connsiteX4" fmla="*/ 1245 w 4644752"/>
              <a:gd name="connsiteY4" fmla="*/ 660064 h 7633893"/>
              <a:gd name="connsiteX0" fmla="*/ 1245 w 4644752"/>
              <a:gd name="connsiteY0" fmla="*/ 880465 h 7854294"/>
              <a:gd name="connsiteX1" fmla="*/ 4242723 w 4644752"/>
              <a:gd name="connsiteY1" fmla="*/ 0 h 7854294"/>
              <a:gd name="connsiteX2" fmla="*/ 4644752 w 4644752"/>
              <a:gd name="connsiteY2" fmla="*/ 6917460 h 7854294"/>
              <a:gd name="connsiteX3" fmla="*/ 0 w 4644752"/>
              <a:gd name="connsiteY3" fmla="*/ 7854294 h 7854294"/>
              <a:gd name="connsiteX4" fmla="*/ 1245 w 4644752"/>
              <a:gd name="connsiteY4" fmla="*/ 880465 h 7854294"/>
              <a:gd name="connsiteX0" fmla="*/ 1245 w 5620429"/>
              <a:gd name="connsiteY0" fmla="*/ 880465 h 7854294"/>
              <a:gd name="connsiteX1" fmla="*/ 4242723 w 5620429"/>
              <a:gd name="connsiteY1" fmla="*/ 0 h 7854294"/>
              <a:gd name="connsiteX2" fmla="*/ 5620429 w 5620429"/>
              <a:gd name="connsiteY2" fmla="*/ 6744293 h 7854294"/>
              <a:gd name="connsiteX3" fmla="*/ 0 w 5620429"/>
              <a:gd name="connsiteY3" fmla="*/ 7854294 h 7854294"/>
              <a:gd name="connsiteX4" fmla="*/ 1245 w 5620429"/>
              <a:gd name="connsiteY4" fmla="*/ 880465 h 7854294"/>
              <a:gd name="connsiteX0" fmla="*/ 8610 w 5620429"/>
              <a:gd name="connsiteY0" fmla="*/ 853039 h 7854294"/>
              <a:gd name="connsiteX1" fmla="*/ 4242723 w 5620429"/>
              <a:gd name="connsiteY1" fmla="*/ 0 h 7854294"/>
              <a:gd name="connsiteX2" fmla="*/ 5620429 w 5620429"/>
              <a:gd name="connsiteY2" fmla="*/ 6744293 h 7854294"/>
              <a:gd name="connsiteX3" fmla="*/ 0 w 5620429"/>
              <a:gd name="connsiteY3" fmla="*/ 7854294 h 7854294"/>
              <a:gd name="connsiteX4" fmla="*/ 8610 w 5620429"/>
              <a:gd name="connsiteY4" fmla="*/ 853039 h 7854294"/>
              <a:gd name="connsiteX0" fmla="*/ 17660 w 5629479"/>
              <a:gd name="connsiteY0" fmla="*/ 853039 h 7856140"/>
              <a:gd name="connsiteX1" fmla="*/ 4251773 w 5629479"/>
              <a:gd name="connsiteY1" fmla="*/ 0 h 7856140"/>
              <a:gd name="connsiteX2" fmla="*/ 5629479 w 5629479"/>
              <a:gd name="connsiteY2" fmla="*/ 6744293 h 7856140"/>
              <a:gd name="connsiteX3" fmla="*/ 0 w 5629479"/>
              <a:gd name="connsiteY3" fmla="*/ 7856140 h 7856140"/>
              <a:gd name="connsiteX4" fmla="*/ 17660 w 5629479"/>
              <a:gd name="connsiteY4" fmla="*/ 853039 h 7856140"/>
              <a:gd name="connsiteX0" fmla="*/ 17660 w 5629479"/>
              <a:gd name="connsiteY0" fmla="*/ 853039 h 7856140"/>
              <a:gd name="connsiteX1" fmla="*/ 4251773 w 5629479"/>
              <a:gd name="connsiteY1" fmla="*/ 0 h 7856140"/>
              <a:gd name="connsiteX2" fmla="*/ 5629479 w 5629479"/>
              <a:gd name="connsiteY2" fmla="*/ 6744293 h 7856140"/>
              <a:gd name="connsiteX3" fmla="*/ 0 w 5629479"/>
              <a:gd name="connsiteY3" fmla="*/ 7856140 h 7856140"/>
              <a:gd name="connsiteX4" fmla="*/ 17660 w 5629479"/>
              <a:gd name="connsiteY4" fmla="*/ 853039 h 7856140"/>
              <a:gd name="connsiteX0" fmla="*/ 8610 w 5620429"/>
              <a:gd name="connsiteY0" fmla="*/ 853039 h 7854294"/>
              <a:gd name="connsiteX1" fmla="*/ 4242723 w 5620429"/>
              <a:gd name="connsiteY1" fmla="*/ 0 h 7854294"/>
              <a:gd name="connsiteX2" fmla="*/ 5620429 w 5620429"/>
              <a:gd name="connsiteY2" fmla="*/ 6744293 h 7854294"/>
              <a:gd name="connsiteX3" fmla="*/ 0 w 5620429"/>
              <a:gd name="connsiteY3" fmla="*/ 7854294 h 7854294"/>
              <a:gd name="connsiteX4" fmla="*/ 8610 w 5620429"/>
              <a:gd name="connsiteY4" fmla="*/ 853039 h 7854294"/>
              <a:gd name="connsiteX0" fmla="*/ 8610 w 5611379"/>
              <a:gd name="connsiteY0" fmla="*/ 853039 h 7854294"/>
              <a:gd name="connsiteX1" fmla="*/ 4242723 w 5611379"/>
              <a:gd name="connsiteY1" fmla="*/ 0 h 7854294"/>
              <a:gd name="connsiteX2" fmla="*/ 5611379 w 5611379"/>
              <a:gd name="connsiteY2" fmla="*/ 6746140 h 7854294"/>
              <a:gd name="connsiteX3" fmla="*/ 0 w 5611379"/>
              <a:gd name="connsiteY3" fmla="*/ 7854294 h 7854294"/>
              <a:gd name="connsiteX4" fmla="*/ 8610 w 5611379"/>
              <a:gd name="connsiteY4" fmla="*/ 853039 h 7854294"/>
              <a:gd name="connsiteX0" fmla="*/ 8610 w 5611379"/>
              <a:gd name="connsiteY0" fmla="*/ 853039 h 7854294"/>
              <a:gd name="connsiteX1" fmla="*/ 4242723 w 5611379"/>
              <a:gd name="connsiteY1" fmla="*/ 0 h 7854294"/>
              <a:gd name="connsiteX2" fmla="*/ 5611379 w 5611379"/>
              <a:gd name="connsiteY2" fmla="*/ 6746140 h 7854294"/>
              <a:gd name="connsiteX3" fmla="*/ 0 w 5611379"/>
              <a:gd name="connsiteY3" fmla="*/ 7854294 h 7854294"/>
              <a:gd name="connsiteX4" fmla="*/ 8610 w 5611379"/>
              <a:gd name="connsiteY4" fmla="*/ 853039 h 7854294"/>
              <a:gd name="connsiteX0" fmla="*/ 8610 w 5611379"/>
              <a:gd name="connsiteY0" fmla="*/ 853039 h 7854294"/>
              <a:gd name="connsiteX1" fmla="*/ 4242723 w 5611379"/>
              <a:gd name="connsiteY1" fmla="*/ 0 h 7854294"/>
              <a:gd name="connsiteX2" fmla="*/ 5611379 w 5611379"/>
              <a:gd name="connsiteY2" fmla="*/ 6746140 h 7854294"/>
              <a:gd name="connsiteX3" fmla="*/ 0 w 5611379"/>
              <a:gd name="connsiteY3" fmla="*/ 7854294 h 7854294"/>
              <a:gd name="connsiteX4" fmla="*/ 8610 w 5611379"/>
              <a:gd name="connsiteY4" fmla="*/ 853039 h 7854294"/>
              <a:gd name="connsiteX0" fmla="*/ 33913 w 5636682"/>
              <a:gd name="connsiteY0" fmla="*/ 853039 h 7868885"/>
              <a:gd name="connsiteX1" fmla="*/ 4268026 w 5636682"/>
              <a:gd name="connsiteY1" fmla="*/ 0 h 7868885"/>
              <a:gd name="connsiteX2" fmla="*/ 5636682 w 5636682"/>
              <a:gd name="connsiteY2" fmla="*/ 6746140 h 7868885"/>
              <a:gd name="connsiteX3" fmla="*/ 0 w 5636682"/>
              <a:gd name="connsiteY3" fmla="*/ 7868885 h 7868885"/>
              <a:gd name="connsiteX4" fmla="*/ 33913 w 5636682"/>
              <a:gd name="connsiteY4" fmla="*/ 853039 h 7868885"/>
              <a:gd name="connsiteX0" fmla="*/ 33915 w 5636684"/>
              <a:gd name="connsiteY0" fmla="*/ 853039 h 7868894"/>
              <a:gd name="connsiteX1" fmla="*/ 4268028 w 5636684"/>
              <a:gd name="connsiteY1" fmla="*/ 0 h 7868894"/>
              <a:gd name="connsiteX2" fmla="*/ 5636684 w 5636684"/>
              <a:gd name="connsiteY2" fmla="*/ 6746140 h 7868894"/>
              <a:gd name="connsiteX3" fmla="*/ 2 w 5636684"/>
              <a:gd name="connsiteY3" fmla="*/ 7868885 h 7868894"/>
              <a:gd name="connsiteX4" fmla="*/ 33915 w 5636684"/>
              <a:gd name="connsiteY4" fmla="*/ 853039 h 7868894"/>
              <a:gd name="connsiteX0" fmla="*/ 52015 w 5654784"/>
              <a:gd name="connsiteY0" fmla="*/ 853039 h 7872588"/>
              <a:gd name="connsiteX1" fmla="*/ 4286128 w 5654784"/>
              <a:gd name="connsiteY1" fmla="*/ 0 h 7872588"/>
              <a:gd name="connsiteX2" fmla="*/ 5654784 w 5654784"/>
              <a:gd name="connsiteY2" fmla="*/ 6746140 h 7872588"/>
              <a:gd name="connsiteX3" fmla="*/ 2 w 5654784"/>
              <a:gd name="connsiteY3" fmla="*/ 7872579 h 7872588"/>
              <a:gd name="connsiteX4" fmla="*/ 52015 w 5654784"/>
              <a:gd name="connsiteY4" fmla="*/ 853039 h 787258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654784" h="7872588">
                <a:moveTo>
                  <a:pt x="52015" y="853039"/>
                </a:moveTo>
                <a:lnTo>
                  <a:pt x="4286128" y="0"/>
                </a:lnTo>
                <a:cubicBezTo>
                  <a:pt x="4742347" y="2248713"/>
                  <a:pt x="5645640" y="6734593"/>
                  <a:pt x="5654784" y="6746140"/>
                </a:cubicBezTo>
                <a:cubicBezTo>
                  <a:pt x="5650446" y="6744161"/>
                  <a:pt x="-4710" y="7876403"/>
                  <a:pt x="2" y="7872579"/>
                </a:cubicBezTo>
                <a:cubicBezTo>
                  <a:pt x="3472" y="5266509"/>
                  <a:pt x="48545" y="3459109"/>
                  <a:pt x="52015" y="853039"/>
                </a:cubicBezTo>
                <a:close/>
              </a:path>
            </a:pathLst>
          </a:custGeom>
          <a:solidFill>
            <a:srgbClr val="F7F6F4">
              <a:alpha val="73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sz="1800">
              <a:latin typeface="Calibri" panose="020F0502020204030204" pitchFamily="34" charset="0"/>
            </a:endParaRPr>
          </a:p>
        </p:txBody>
      </p:sp>
      <p:pic>
        <p:nvPicPr>
          <p:cNvPr id="13" name="Grafik 11">
            <a:extLst>
              <a:ext uri="{FF2B5EF4-FFF2-40B4-BE49-F238E27FC236}">
                <a16:creationId xmlns:a16="http://schemas.microsoft.com/office/drawing/2014/main" id="{91EC24A6-E64A-4C71-A236-DB21759D15B8}"/>
              </a:ext>
            </a:extLst>
          </p:cNvPr>
          <p:cNvPicPr>
            <a:picLocks noChangeAspect="1"/>
          </p:cNvPicPr>
          <p:nvPr userDrawn="1"/>
        </p:nvPicPr>
        <p:blipFill>
          <a:blip r:embed="rId3" cstate="email">
            <a:extLst>
              <a:ext uri="{28A0092B-C50C-407E-A947-70E740481C1C}">
                <a14:useLocalDpi xmlns:a14="http://schemas.microsoft.com/office/drawing/2010/main"/>
              </a:ext>
            </a:extLst>
          </a:blip>
          <a:stretch>
            <a:fillRect/>
          </a:stretch>
        </p:blipFill>
        <p:spPr>
          <a:xfrm>
            <a:off x="10973937" y="448172"/>
            <a:ext cx="1016235" cy="155088"/>
          </a:xfrm>
          <a:prstGeom prst="rect">
            <a:avLst/>
          </a:prstGeom>
        </p:spPr>
      </p:pic>
    </p:spTree>
    <p:extLst>
      <p:ext uri="{BB962C8B-B14F-4D97-AF65-F5344CB8AC3E}">
        <p14:creationId xmlns:p14="http://schemas.microsoft.com/office/powerpoint/2010/main" val="2556381335"/>
      </p:ext>
    </p:extLst>
  </p:cSld>
  <p:clrMapOvr>
    <a:masterClrMapping/>
  </p:clrMapOvr>
</p:sldLayout>
</file>

<file path=ppt/slideLayouts/slideLayout236.xml><?xml version="1.0" encoding="utf-8"?>
<p:sldLayout xmlns:a="http://schemas.openxmlformats.org/drawingml/2006/main" xmlns:r="http://schemas.openxmlformats.org/officeDocument/2006/relationships" xmlns:p="http://schemas.openxmlformats.org/presentationml/2006/main" preserve="1" userDrawn="1">
  <p:cSld name="2_Right_Visual_Headline_2">
    <p:spTree>
      <p:nvGrpSpPr>
        <p:cNvPr id="1" name=""/>
        <p:cNvGrpSpPr/>
        <p:nvPr/>
      </p:nvGrpSpPr>
      <p:grpSpPr>
        <a:xfrm>
          <a:off x="0" y="0"/>
          <a:ext cx="0" cy="0"/>
          <a:chOff x="0" y="0"/>
          <a:chExt cx="0" cy="0"/>
        </a:xfrm>
      </p:grpSpPr>
      <p:pic>
        <p:nvPicPr>
          <p:cNvPr id="8" name="Grafik 51">
            <a:extLst>
              <a:ext uri="{FF2B5EF4-FFF2-40B4-BE49-F238E27FC236}">
                <a16:creationId xmlns:a16="http://schemas.microsoft.com/office/drawing/2014/main" id="{6F99CE89-5F5D-40A0-94B6-7D1E10871B58}"/>
              </a:ext>
            </a:extLst>
          </p:cNvPr>
          <p:cNvPicPr>
            <a:picLocks noChangeAspect="1"/>
          </p:cNvPicPr>
          <p:nvPr userDrawn="1"/>
        </p:nvPicPr>
        <p:blipFill rotWithShape="1">
          <a:blip r:embed="rId2" cstate="email">
            <a:extLst>
              <a:ext uri="{28A0092B-C50C-407E-A947-70E740481C1C}">
                <a14:useLocalDpi xmlns:a14="http://schemas.microsoft.com/office/drawing/2010/main"/>
              </a:ext>
            </a:extLst>
          </a:blip>
          <a:srcRect/>
          <a:stretch/>
        </p:blipFill>
        <p:spPr>
          <a:xfrm>
            <a:off x="6096001" y="-8683"/>
            <a:ext cx="6248402" cy="6866681"/>
          </a:xfrm>
          <a:prstGeom prst="rect">
            <a:avLst/>
          </a:prstGeom>
        </p:spPr>
      </p:pic>
      <p:sp>
        <p:nvSpPr>
          <p:cNvPr id="14" name="Titel 1">
            <a:extLst>
              <a:ext uri="{FF2B5EF4-FFF2-40B4-BE49-F238E27FC236}">
                <a16:creationId xmlns:a16="http://schemas.microsoft.com/office/drawing/2014/main" id="{2130B249-76A4-4605-A9BD-328082B23398}"/>
              </a:ext>
            </a:extLst>
          </p:cNvPr>
          <p:cNvSpPr>
            <a:spLocks noGrp="1"/>
          </p:cNvSpPr>
          <p:nvPr>
            <p:ph type="title" hasCustomPrompt="1"/>
          </p:nvPr>
        </p:nvSpPr>
        <p:spPr>
          <a:xfrm>
            <a:off x="527051" y="522131"/>
            <a:ext cx="10442713" cy="449885"/>
          </a:xfrm>
          <a:prstGeom prst="rect">
            <a:avLst/>
          </a:prstGeom>
        </p:spPr>
        <p:txBody>
          <a:bodyPr/>
          <a:lstStyle>
            <a:lvl1pPr>
              <a:defRPr sz="2400" b="1" cap="all" baseline="0">
                <a:solidFill>
                  <a:schemeClr val="accent1"/>
                </a:solidFill>
                <a:latin typeface="Calibri" panose="020F0502020204030204" pitchFamily="34" charset="0"/>
              </a:defRPr>
            </a:lvl1pPr>
          </a:lstStyle>
          <a:p>
            <a:r>
              <a:rPr lang="en-US" noProof="0"/>
              <a:t>HEADLINE</a:t>
            </a:r>
          </a:p>
        </p:txBody>
      </p:sp>
      <p:cxnSp>
        <p:nvCxnSpPr>
          <p:cNvPr id="15" name="Google Shape;870;p163">
            <a:extLst>
              <a:ext uri="{FF2B5EF4-FFF2-40B4-BE49-F238E27FC236}">
                <a16:creationId xmlns:a16="http://schemas.microsoft.com/office/drawing/2014/main" id="{06165A48-6DEC-406D-A53E-E2F2D809B2D0}"/>
              </a:ext>
            </a:extLst>
          </p:cNvPr>
          <p:cNvCxnSpPr>
            <a:cxnSpLocks/>
          </p:cNvCxnSpPr>
          <p:nvPr userDrawn="1"/>
        </p:nvCxnSpPr>
        <p:spPr>
          <a:xfrm>
            <a:off x="637833" y="972016"/>
            <a:ext cx="1071975" cy="0"/>
          </a:xfrm>
          <a:prstGeom prst="straightConnector1">
            <a:avLst/>
          </a:prstGeom>
          <a:noFill/>
          <a:ln w="28575" cap="flat" cmpd="sng">
            <a:solidFill>
              <a:schemeClr val="dk2"/>
            </a:solidFill>
            <a:prstDash val="solid"/>
            <a:round/>
            <a:headEnd type="none" w="med" len="med"/>
            <a:tailEnd type="none" w="med" len="med"/>
          </a:ln>
        </p:spPr>
      </p:cxnSp>
      <p:sp>
        <p:nvSpPr>
          <p:cNvPr id="10" name="Rechteck 7">
            <a:extLst>
              <a:ext uri="{FF2B5EF4-FFF2-40B4-BE49-F238E27FC236}">
                <a16:creationId xmlns:a16="http://schemas.microsoft.com/office/drawing/2014/main" id="{8680C5D7-B83D-4B62-9B5B-2A79D76BFDA9}"/>
              </a:ext>
            </a:extLst>
          </p:cNvPr>
          <p:cNvSpPr/>
          <p:nvPr userDrawn="1"/>
        </p:nvSpPr>
        <p:spPr>
          <a:xfrm rot="691985">
            <a:off x="6938921" y="-419966"/>
            <a:ext cx="6024319" cy="8127346"/>
          </a:xfrm>
          <a:custGeom>
            <a:avLst/>
            <a:gdLst>
              <a:gd name="connsiteX0" fmla="*/ 0 w 5198844"/>
              <a:gd name="connsiteY0" fmla="*/ 0 h 7932741"/>
              <a:gd name="connsiteX1" fmla="*/ 5198844 w 5198844"/>
              <a:gd name="connsiteY1" fmla="*/ 0 h 7932741"/>
              <a:gd name="connsiteX2" fmla="*/ 5198844 w 5198844"/>
              <a:gd name="connsiteY2" fmla="*/ 7932741 h 7932741"/>
              <a:gd name="connsiteX3" fmla="*/ 0 w 5198844"/>
              <a:gd name="connsiteY3" fmla="*/ 7932741 h 7932741"/>
              <a:gd name="connsiteX4" fmla="*/ 0 w 5198844"/>
              <a:gd name="connsiteY4" fmla="*/ 0 h 7932741"/>
              <a:gd name="connsiteX0" fmla="*/ 10409 w 5209253"/>
              <a:gd name="connsiteY0" fmla="*/ 0 h 7932741"/>
              <a:gd name="connsiteX1" fmla="*/ 5209253 w 5209253"/>
              <a:gd name="connsiteY1" fmla="*/ 0 h 7932741"/>
              <a:gd name="connsiteX2" fmla="*/ 5209253 w 5209253"/>
              <a:gd name="connsiteY2" fmla="*/ 7932741 h 7932741"/>
              <a:gd name="connsiteX3" fmla="*/ 0 w 5209253"/>
              <a:gd name="connsiteY3" fmla="*/ 7818210 h 7932741"/>
              <a:gd name="connsiteX4" fmla="*/ 10409 w 5209253"/>
              <a:gd name="connsiteY4" fmla="*/ 0 h 7932741"/>
              <a:gd name="connsiteX0" fmla="*/ 10409 w 5209253"/>
              <a:gd name="connsiteY0" fmla="*/ 0 h 7818210"/>
              <a:gd name="connsiteX1" fmla="*/ 5209253 w 5209253"/>
              <a:gd name="connsiteY1" fmla="*/ 0 h 7818210"/>
              <a:gd name="connsiteX2" fmla="*/ 4163522 w 5209253"/>
              <a:gd name="connsiteY2" fmla="*/ 6746262 h 7818210"/>
              <a:gd name="connsiteX3" fmla="*/ 0 w 5209253"/>
              <a:gd name="connsiteY3" fmla="*/ 7818210 h 7818210"/>
              <a:gd name="connsiteX4" fmla="*/ 10409 w 5209253"/>
              <a:gd name="connsiteY4" fmla="*/ 0 h 7818210"/>
              <a:gd name="connsiteX0" fmla="*/ 10409 w 5209253"/>
              <a:gd name="connsiteY0" fmla="*/ 0 h 7818210"/>
              <a:gd name="connsiteX1" fmla="*/ 5209253 w 5209253"/>
              <a:gd name="connsiteY1" fmla="*/ 0 h 7818210"/>
              <a:gd name="connsiteX2" fmla="*/ 4644752 w 5209253"/>
              <a:gd name="connsiteY2" fmla="*/ 6881376 h 7818210"/>
              <a:gd name="connsiteX3" fmla="*/ 0 w 5209253"/>
              <a:gd name="connsiteY3" fmla="*/ 7818210 h 7818210"/>
              <a:gd name="connsiteX4" fmla="*/ 10409 w 5209253"/>
              <a:gd name="connsiteY4" fmla="*/ 0 h 7818210"/>
              <a:gd name="connsiteX0" fmla="*/ 10409 w 4644752"/>
              <a:gd name="connsiteY0" fmla="*/ 0 h 7818210"/>
              <a:gd name="connsiteX1" fmla="*/ 2914556 w 4644752"/>
              <a:gd name="connsiteY1" fmla="*/ 442318 h 7818210"/>
              <a:gd name="connsiteX2" fmla="*/ 4644752 w 4644752"/>
              <a:gd name="connsiteY2" fmla="*/ 6881376 h 7818210"/>
              <a:gd name="connsiteX3" fmla="*/ 0 w 4644752"/>
              <a:gd name="connsiteY3" fmla="*/ 7818210 h 7818210"/>
              <a:gd name="connsiteX4" fmla="*/ 10409 w 4644752"/>
              <a:gd name="connsiteY4" fmla="*/ 0 h 7818210"/>
              <a:gd name="connsiteX0" fmla="*/ 10409 w 4644752"/>
              <a:gd name="connsiteY0" fmla="*/ 0 h 7818210"/>
              <a:gd name="connsiteX1" fmla="*/ 3289646 w 4644752"/>
              <a:gd name="connsiteY1" fmla="*/ 184317 h 7818210"/>
              <a:gd name="connsiteX2" fmla="*/ 4644752 w 4644752"/>
              <a:gd name="connsiteY2" fmla="*/ 6881376 h 7818210"/>
              <a:gd name="connsiteX3" fmla="*/ 0 w 4644752"/>
              <a:gd name="connsiteY3" fmla="*/ 7818210 h 7818210"/>
              <a:gd name="connsiteX4" fmla="*/ 10409 w 4644752"/>
              <a:gd name="connsiteY4" fmla="*/ 0 h 7818210"/>
              <a:gd name="connsiteX0" fmla="*/ 1245 w 4644752"/>
              <a:gd name="connsiteY0" fmla="*/ 660064 h 7633893"/>
              <a:gd name="connsiteX1" fmla="*/ 3289646 w 4644752"/>
              <a:gd name="connsiteY1" fmla="*/ 0 h 7633893"/>
              <a:gd name="connsiteX2" fmla="*/ 4644752 w 4644752"/>
              <a:gd name="connsiteY2" fmla="*/ 6697059 h 7633893"/>
              <a:gd name="connsiteX3" fmla="*/ 0 w 4644752"/>
              <a:gd name="connsiteY3" fmla="*/ 7633893 h 7633893"/>
              <a:gd name="connsiteX4" fmla="*/ 1245 w 4644752"/>
              <a:gd name="connsiteY4" fmla="*/ 660064 h 7633893"/>
              <a:gd name="connsiteX0" fmla="*/ 1245 w 4644752"/>
              <a:gd name="connsiteY0" fmla="*/ 880465 h 7854294"/>
              <a:gd name="connsiteX1" fmla="*/ 4242723 w 4644752"/>
              <a:gd name="connsiteY1" fmla="*/ 0 h 7854294"/>
              <a:gd name="connsiteX2" fmla="*/ 4644752 w 4644752"/>
              <a:gd name="connsiteY2" fmla="*/ 6917460 h 7854294"/>
              <a:gd name="connsiteX3" fmla="*/ 0 w 4644752"/>
              <a:gd name="connsiteY3" fmla="*/ 7854294 h 7854294"/>
              <a:gd name="connsiteX4" fmla="*/ 1245 w 4644752"/>
              <a:gd name="connsiteY4" fmla="*/ 880465 h 7854294"/>
              <a:gd name="connsiteX0" fmla="*/ 1245 w 5620429"/>
              <a:gd name="connsiteY0" fmla="*/ 880465 h 7854294"/>
              <a:gd name="connsiteX1" fmla="*/ 4242723 w 5620429"/>
              <a:gd name="connsiteY1" fmla="*/ 0 h 7854294"/>
              <a:gd name="connsiteX2" fmla="*/ 5620429 w 5620429"/>
              <a:gd name="connsiteY2" fmla="*/ 6744293 h 7854294"/>
              <a:gd name="connsiteX3" fmla="*/ 0 w 5620429"/>
              <a:gd name="connsiteY3" fmla="*/ 7854294 h 7854294"/>
              <a:gd name="connsiteX4" fmla="*/ 1245 w 5620429"/>
              <a:gd name="connsiteY4" fmla="*/ 880465 h 7854294"/>
              <a:gd name="connsiteX0" fmla="*/ 8610 w 5620429"/>
              <a:gd name="connsiteY0" fmla="*/ 853039 h 7854294"/>
              <a:gd name="connsiteX1" fmla="*/ 4242723 w 5620429"/>
              <a:gd name="connsiteY1" fmla="*/ 0 h 7854294"/>
              <a:gd name="connsiteX2" fmla="*/ 5620429 w 5620429"/>
              <a:gd name="connsiteY2" fmla="*/ 6744293 h 7854294"/>
              <a:gd name="connsiteX3" fmla="*/ 0 w 5620429"/>
              <a:gd name="connsiteY3" fmla="*/ 7854294 h 7854294"/>
              <a:gd name="connsiteX4" fmla="*/ 8610 w 5620429"/>
              <a:gd name="connsiteY4" fmla="*/ 853039 h 7854294"/>
              <a:gd name="connsiteX0" fmla="*/ 17660 w 5629479"/>
              <a:gd name="connsiteY0" fmla="*/ 853039 h 7856140"/>
              <a:gd name="connsiteX1" fmla="*/ 4251773 w 5629479"/>
              <a:gd name="connsiteY1" fmla="*/ 0 h 7856140"/>
              <a:gd name="connsiteX2" fmla="*/ 5629479 w 5629479"/>
              <a:gd name="connsiteY2" fmla="*/ 6744293 h 7856140"/>
              <a:gd name="connsiteX3" fmla="*/ 0 w 5629479"/>
              <a:gd name="connsiteY3" fmla="*/ 7856140 h 7856140"/>
              <a:gd name="connsiteX4" fmla="*/ 17660 w 5629479"/>
              <a:gd name="connsiteY4" fmla="*/ 853039 h 7856140"/>
              <a:gd name="connsiteX0" fmla="*/ 17660 w 5629479"/>
              <a:gd name="connsiteY0" fmla="*/ 853039 h 7856140"/>
              <a:gd name="connsiteX1" fmla="*/ 4251773 w 5629479"/>
              <a:gd name="connsiteY1" fmla="*/ 0 h 7856140"/>
              <a:gd name="connsiteX2" fmla="*/ 5629479 w 5629479"/>
              <a:gd name="connsiteY2" fmla="*/ 6744293 h 7856140"/>
              <a:gd name="connsiteX3" fmla="*/ 0 w 5629479"/>
              <a:gd name="connsiteY3" fmla="*/ 7856140 h 7856140"/>
              <a:gd name="connsiteX4" fmla="*/ 17660 w 5629479"/>
              <a:gd name="connsiteY4" fmla="*/ 853039 h 7856140"/>
              <a:gd name="connsiteX0" fmla="*/ 8610 w 5620429"/>
              <a:gd name="connsiteY0" fmla="*/ 853039 h 7854294"/>
              <a:gd name="connsiteX1" fmla="*/ 4242723 w 5620429"/>
              <a:gd name="connsiteY1" fmla="*/ 0 h 7854294"/>
              <a:gd name="connsiteX2" fmla="*/ 5620429 w 5620429"/>
              <a:gd name="connsiteY2" fmla="*/ 6744293 h 7854294"/>
              <a:gd name="connsiteX3" fmla="*/ 0 w 5620429"/>
              <a:gd name="connsiteY3" fmla="*/ 7854294 h 7854294"/>
              <a:gd name="connsiteX4" fmla="*/ 8610 w 5620429"/>
              <a:gd name="connsiteY4" fmla="*/ 853039 h 7854294"/>
              <a:gd name="connsiteX0" fmla="*/ 8610 w 5611379"/>
              <a:gd name="connsiteY0" fmla="*/ 853039 h 7854294"/>
              <a:gd name="connsiteX1" fmla="*/ 4242723 w 5611379"/>
              <a:gd name="connsiteY1" fmla="*/ 0 h 7854294"/>
              <a:gd name="connsiteX2" fmla="*/ 5611379 w 5611379"/>
              <a:gd name="connsiteY2" fmla="*/ 6746140 h 7854294"/>
              <a:gd name="connsiteX3" fmla="*/ 0 w 5611379"/>
              <a:gd name="connsiteY3" fmla="*/ 7854294 h 7854294"/>
              <a:gd name="connsiteX4" fmla="*/ 8610 w 5611379"/>
              <a:gd name="connsiteY4" fmla="*/ 853039 h 7854294"/>
              <a:gd name="connsiteX0" fmla="*/ 8610 w 5611379"/>
              <a:gd name="connsiteY0" fmla="*/ 853039 h 7854294"/>
              <a:gd name="connsiteX1" fmla="*/ 4242723 w 5611379"/>
              <a:gd name="connsiteY1" fmla="*/ 0 h 7854294"/>
              <a:gd name="connsiteX2" fmla="*/ 5611379 w 5611379"/>
              <a:gd name="connsiteY2" fmla="*/ 6746140 h 7854294"/>
              <a:gd name="connsiteX3" fmla="*/ 0 w 5611379"/>
              <a:gd name="connsiteY3" fmla="*/ 7854294 h 7854294"/>
              <a:gd name="connsiteX4" fmla="*/ 8610 w 5611379"/>
              <a:gd name="connsiteY4" fmla="*/ 853039 h 7854294"/>
              <a:gd name="connsiteX0" fmla="*/ 8610 w 5611379"/>
              <a:gd name="connsiteY0" fmla="*/ 853039 h 7854294"/>
              <a:gd name="connsiteX1" fmla="*/ 4242723 w 5611379"/>
              <a:gd name="connsiteY1" fmla="*/ 0 h 7854294"/>
              <a:gd name="connsiteX2" fmla="*/ 5611379 w 5611379"/>
              <a:gd name="connsiteY2" fmla="*/ 6746140 h 7854294"/>
              <a:gd name="connsiteX3" fmla="*/ 0 w 5611379"/>
              <a:gd name="connsiteY3" fmla="*/ 7854294 h 7854294"/>
              <a:gd name="connsiteX4" fmla="*/ 8610 w 5611379"/>
              <a:gd name="connsiteY4" fmla="*/ 853039 h 7854294"/>
              <a:gd name="connsiteX0" fmla="*/ 33913 w 5636682"/>
              <a:gd name="connsiteY0" fmla="*/ 853039 h 7868885"/>
              <a:gd name="connsiteX1" fmla="*/ 4268026 w 5636682"/>
              <a:gd name="connsiteY1" fmla="*/ 0 h 7868885"/>
              <a:gd name="connsiteX2" fmla="*/ 5636682 w 5636682"/>
              <a:gd name="connsiteY2" fmla="*/ 6746140 h 7868885"/>
              <a:gd name="connsiteX3" fmla="*/ 0 w 5636682"/>
              <a:gd name="connsiteY3" fmla="*/ 7868885 h 7868885"/>
              <a:gd name="connsiteX4" fmla="*/ 33913 w 5636682"/>
              <a:gd name="connsiteY4" fmla="*/ 853039 h 7868885"/>
              <a:gd name="connsiteX0" fmla="*/ 33915 w 5636684"/>
              <a:gd name="connsiteY0" fmla="*/ 853039 h 7868894"/>
              <a:gd name="connsiteX1" fmla="*/ 4268028 w 5636684"/>
              <a:gd name="connsiteY1" fmla="*/ 0 h 7868894"/>
              <a:gd name="connsiteX2" fmla="*/ 5636684 w 5636684"/>
              <a:gd name="connsiteY2" fmla="*/ 6746140 h 7868894"/>
              <a:gd name="connsiteX3" fmla="*/ 2 w 5636684"/>
              <a:gd name="connsiteY3" fmla="*/ 7868885 h 7868894"/>
              <a:gd name="connsiteX4" fmla="*/ 33915 w 5636684"/>
              <a:gd name="connsiteY4" fmla="*/ 853039 h 7868894"/>
              <a:gd name="connsiteX0" fmla="*/ 52015 w 5654784"/>
              <a:gd name="connsiteY0" fmla="*/ 853039 h 7872588"/>
              <a:gd name="connsiteX1" fmla="*/ 4286128 w 5654784"/>
              <a:gd name="connsiteY1" fmla="*/ 0 h 7872588"/>
              <a:gd name="connsiteX2" fmla="*/ 5654784 w 5654784"/>
              <a:gd name="connsiteY2" fmla="*/ 6746140 h 7872588"/>
              <a:gd name="connsiteX3" fmla="*/ 2 w 5654784"/>
              <a:gd name="connsiteY3" fmla="*/ 7872579 h 7872588"/>
              <a:gd name="connsiteX4" fmla="*/ 52015 w 5654784"/>
              <a:gd name="connsiteY4" fmla="*/ 853039 h 787258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654784" h="7872588">
                <a:moveTo>
                  <a:pt x="52015" y="853039"/>
                </a:moveTo>
                <a:lnTo>
                  <a:pt x="4286128" y="0"/>
                </a:lnTo>
                <a:cubicBezTo>
                  <a:pt x="4742347" y="2248713"/>
                  <a:pt x="5645640" y="6734593"/>
                  <a:pt x="5654784" y="6746140"/>
                </a:cubicBezTo>
                <a:cubicBezTo>
                  <a:pt x="5650446" y="6744161"/>
                  <a:pt x="-4710" y="7876403"/>
                  <a:pt x="2" y="7872579"/>
                </a:cubicBezTo>
                <a:cubicBezTo>
                  <a:pt x="3472" y="5266509"/>
                  <a:pt x="48545" y="3459109"/>
                  <a:pt x="52015" y="853039"/>
                </a:cubicBezTo>
                <a:close/>
              </a:path>
            </a:pathLst>
          </a:custGeom>
          <a:solidFill>
            <a:srgbClr val="F7F6F4">
              <a:alpha val="73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sz="1800">
              <a:latin typeface="Calibri" panose="020F0502020204030204" pitchFamily="34" charset="0"/>
            </a:endParaRPr>
          </a:p>
        </p:txBody>
      </p:sp>
      <p:pic>
        <p:nvPicPr>
          <p:cNvPr id="13" name="Grafik 11">
            <a:extLst>
              <a:ext uri="{FF2B5EF4-FFF2-40B4-BE49-F238E27FC236}">
                <a16:creationId xmlns:a16="http://schemas.microsoft.com/office/drawing/2014/main" id="{91EC24A6-E64A-4C71-A236-DB21759D15B8}"/>
              </a:ext>
            </a:extLst>
          </p:cNvPr>
          <p:cNvPicPr>
            <a:picLocks noChangeAspect="1"/>
          </p:cNvPicPr>
          <p:nvPr userDrawn="1"/>
        </p:nvPicPr>
        <p:blipFill>
          <a:blip r:embed="rId3" cstate="email">
            <a:extLst>
              <a:ext uri="{28A0092B-C50C-407E-A947-70E740481C1C}">
                <a14:useLocalDpi xmlns:a14="http://schemas.microsoft.com/office/drawing/2010/main"/>
              </a:ext>
            </a:extLst>
          </a:blip>
          <a:stretch>
            <a:fillRect/>
          </a:stretch>
        </p:blipFill>
        <p:spPr>
          <a:xfrm>
            <a:off x="10973937" y="448172"/>
            <a:ext cx="1016235" cy="155088"/>
          </a:xfrm>
          <a:prstGeom prst="rect">
            <a:avLst/>
          </a:prstGeom>
        </p:spPr>
      </p:pic>
      <p:sp>
        <p:nvSpPr>
          <p:cNvPr id="7" name="Rechteck 7">
            <a:extLst>
              <a:ext uri="{FF2B5EF4-FFF2-40B4-BE49-F238E27FC236}">
                <a16:creationId xmlns:a16="http://schemas.microsoft.com/office/drawing/2014/main" id="{EC55CC37-68C0-4087-BEA7-6770F7C231AD}"/>
              </a:ext>
            </a:extLst>
          </p:cNvPr>
          <p:cNvSpPr/>
          <p:nvPr userDrawn="1"/>
        </p:nvSpPr>
        <p:spPr>
          <a:xfrm rot="851231" flipH="1" flipV="1">
            <a:off x="2533351" y="-700742"/>
            <a:ext cx="4522600" cy="8027923"/>
          </a:xfrm>
          <a:custGeom>
            <a:avLst/>
            <a:gdLst>
              <a:gd name="connsiteX0" fmla="*/ 0 w 5198844"/>
              <a:gd name="connsiteY0" fmla="*/ 0 h 7932741"/>
              <a:gd name="connsiteX1" fmla="*/ 5198844 w 5198844"/>
              <a:gd name="connsiteY1" fmla="*/ 0 h 7932741"/>
              <a:gd name="connsiteX2" fmla="*/ 5198844 w 5198844"/>
              <a:gd name="connsiteY2" fmla="*/ 7932741 h 7932741"/>
              <a:gd name="connsiteX3" fmla="*/ 0 w 5198844"/>
              <a:gd name="connsiteY3" fmla="*/ 7932741 h 7932741"/>
              <a:gd name="connsiteX4" fmla="*/ 0 w 5198844"/>
              <a:gd name="connsiteY4" fmla="*/ 0 h 7932741"/>
              <a:gd name="connsiteX0" fmla="*/ 10409 w 5209253"/>
              <a:gd name="connsiteY0" fmla="*/ 0 h 7932741"/>
              <a:gd name="connsiteX1" fmla="*/ 5209253 w 5209253"/>
              <a:gd name="connsiteY1" fmla="*/ 0 h 7932741"/>
              <a:gd name="connsiteX2" fmla="*/ 5209253 w 5209253"/>
              <a:gd name="connsiteY2" fmla="*/ 7932741 h 7932741"/>
              <a:gd name="connsiteX3" fmla="*/ 0 w 5209253"/>
              <a:gd name="connsiteY3" fmla="*/ 7818210 h 7932741"/>
              <a:gd name="connsiteX4" fmla="*/ 10409 w 5209253"/>
              <a:gd name="connsiteY4" fmla="*/ 0 h 7932741"/>
              <a:gd name="connsiteX0" fmla="*/ 10409 w 5209253"/>
              <a:gd name="connsiteY0" fmla="*/ 0 h 7818210"/>
              <a:gd name="connsiteX1" fmla="*/ 5209253 w 5209253"/>
              <a:gd name="connsiteY1" fmla="*/ 0 h 7818210"/>
              <a:gd name="connsiteX2" fmla="*/ 4163522 w 5209253"/>
              <a:gd name="connsiteY2" fmla="*/ 6746262 h 7818210"/>
              <a:gd name="connsiteX3" fmla="*/ 0 w 5209253"/>
              <a:gd name="connsiteY3" fmla="*/ 7818210 h 7818210"/>
              <a:gd name="connsiteX4" fmla="*/ 10409 w 5209253"/>
              <a:gd name="connsiteY4" fmla="*/ 0 h 7818210"/>
              <a:gd name="connsiteX0" fmla="*/ 10409 w 5209253"/>
              <a:gd name="connsiteY0" fmla="*/ 0 h 7818210"/>
              <a:gd name="connsiteX1" fmla="*/ 5209253 w 5209253"/>
              <a:gd name="connsiteY1" fmla="*/ 0 h 7818210"/>
              <a:gd name="connsiteX2" fmla="*/ 4644752 w 5209253"/>
              <a:gd name="connsiteY2" fmla="*/ 6881376 h 7818210"/>
              <a:gd name="connsiteX3" fmla="*/ 0 w 5209253"/>
              <a:gd name="connsiteY3" fmla="*/ 7818210 h 7818210"/>
              <a:gd name="connsiteX4" fmla="*/ 10409 w 5209253"/>
              <a:gd name="connsiteY4" fmla="*/ 0 h 7818210"/>
              <a:gd name="connsiteX0" fmla="*/ 10409 w 4644752"/>
              <a:gd name="connsiteY0" fmla="*/ 0 h 7818210"/>
              <a:gd name="connsiteX1" fmla="*/ 2914556 w 4644752"/>
              <a:gd name="connsiteY1" fmla="*/ 442318 h 7818210"/>
              <a:gd name="connsiteX2" fmla="*/ 4644752 w 4644752"/>
              <a:gd name="connsiteY2" fmla="*/ 6881376 h 7818210"/>
              <a:gd name="connsiteX3" fmla="*/ 0 w 4644752"/>
              <a:gd name="connsiteY3" fmla="*/ 7818210 h 7818210"/>
              <a:gd name="connsiteX4" fmla="*/ 10409 w 4644752"/>
              <a:gd name="connsiteY4" fmla="*/ 0 h 7818210"/>
              <a:gd name="connsiteX0" fmla="*/ 10409 w 4644752"/>
              <a:gd name="connsiteY0" fmla="*/ 0 h 7818210"/>
              <a:gd name="connsiteX1" fmla="*/ 3289646 w 4644752"/>
              <a:gd name="connsiteY1" fmla="*/ 184317 h 7818210"/>
              <a:gd name="connsiteX2" fmla="*/ 4644752 w 4644752"/>
              <a:gd name="connsiteY2" fmla="*/ 6881376 h 7818210"/>
              <a:gd name="connsiteX3" fmla="*/ 0 w 4644752"/>
              <a:gd name="connsiteY3" fmla="*/ 7818210 h 7818210"/>
              <a:gd name="connsiteX4" fmla="*/ 10409 w 4644752"/>
              <a:gd name="connsiteY4" fmla="*/ 0 h 7818210"/>
              <a:gd name="connsiteX0" fmla="*/ 1245 w 4644752"/>
              <a:gd name="connsiteY0" fmla="*/ 660064 h 7633893"/>
              <a:gd name="connsiteX1" fmla="*/ 3289646 w 4644752"/>
              <a:gd name="connsiteY1" fmla="*/ 0 h 7633893"/>
              <a:gd name="connsiteX2" fmla="*/ 4644752 w 4644752"/>
              <a:gd name="connsiteY2" fmla="*/ 6697059 h 7633893"/>
              <a:gd name="connsiteX3" fmla="*/ 0 w 4644752"/>
              <a:gd name="connsiteY3" fmla="*/ 7633893 h 7633893"/>
              <a:gd name="connsiteX4" fmla="*/ 1245 w 4644752"/>
              <a:gd name="connsiteY4" fmla="*/ 660064 h 7633893"/>
              <a:gd name="connsiteX0" fmla="*/ 1245 w 4644752"/>
              <a:gd name="connsiteY0" fmla="*/ 880465 h 7854294"/>
              <a:gd name="connsiteX1" fmla="*/ 4242723 w 4644752"/>
              <a:gd name="connsiteY1" fmla="*/ 0 h 7854294"/>
              <a:gd name="connsiteX2" fmla="*/ 4644752 w 4644752"/>
              <a:gd name="connsiteY2" fmla="*/ 6917460 h 7854294"/>
              <a:gd name="connsiteX3" fmla="*/ 0 w 4644752"/>
              <a:gd name="connsiteY3" fmla="*/ 7854294 h 7854294"/>
              <a:gd name="connsiteX4" fmla="*/ 1245 w 4644752"/>
              <a:gd name="connsiteY4" fmla="*/ 880465 h 7854294"/>
              <a:gd name="connsiteX0" fmla="*/ 1245 w 5620429"/>
              <a:gd name="connsiteY0" fmla="*/ 880465 h 7854294"/>
              <a:gd name="connsiteX1" fmla="*/ 4242723 w 5620429"/>
              <a:gd name="connsiteY1" fmla="*/ 0 h 7854294"/>
              <a:gd name="connsiteX2" fmla="*/ 5620429 w 5620429"/>
              <a:gd name="connsiteY2" fmla="*/ 6744293 h 7854294"/>
              <a:gd name="connsiteX3" fmla="*/ 0 w 5620429"/>
              <a:gd name="connsiteY3" fmla="*/ 7854294 h 7854294"/>
              <a:gd name="connsiteX4" fmla="*/ 1245 w 5620429"/>
              <a:gd name="connsiteY4" fmla="*/ 880465 h 7854294"/>
              <a:gd name="connsiteX0" fmla="*/ 3405 w 5622589"/>
              <a:gd name="connsiteY0" fmla="*/ 880465 h 7794630"/>
              <a:gd name="connsiteX1" fmla="*/ 4244883 w 5622589"/>
              <a:gd name="connsiteY1" fmla="*/ 0 h 7794630"/>
              <a:gd name="connsiteX2" fmla="*/ 5622589 w 5622589"/>
              <a:gd name="connsiteY2" fmla="*/ 6744293 h 7794630"/>
              <a:gd name="connsiteX3" fmla="*/ 0 w 5622589"/>
              <a:gd name="connsiteY3" fmla="*/ 7794630 h 7794630"/>
              <a:gd name="connsiteX4" fmla="*/ 3405 w 5622589"/>
              <a:gd name="connsiteY4" fmla="*/ 880465 h 7794630"/>
              <a:gd name="connsiteX0" fmla="*/ 3405 w 5525217"/>
              <a:gd name="connsiteY0" fmla="*/ 880465 h 7794630"/>
              <a:gd name="connsiteX1" fmla="*/ 4244883 w 5525217"/>
              <a:gd name="connsiteY1" fmla="*/ 0 h 7794630"/>
              <a:gd name="connsiteX2" fmla="*/ 5525217 w 5525217"/>
              <a:gd name="connsiteY2" fmla="*/ 6463632 h 7794630"/>
              <a:gd name="connsiteX3" fmla="*/ 0 w 5525217"/>
              <a:gd name="connsiteY3" fmla="*/ 7794630 h 7794630"/>
              <a:gd name="connsiteX4" fmla="*/ 3405 w 5525217"/>
              <a:gd name="connsiteY4" fmla="*/ 880465 h 7794630"/>
              <a:gd name="connsiteX0" fmla="*/ 3405 w 5612581"/>
              <a:gd name="connsiteY0" fmla="*/ 880465 h 7794630"/>
              <a:gd name="connsiteX1" fmla="*/ 4244883 w 5612581"/>
              <a:gd name="connsiteY1" fmla="*/ 0 h 7794630"/>
              <a:gd name="connsiteX2" fmla="*/ 5612581 w 5612581"/>
              <a:gd name="connsiteY2" fmla="*/ 6646161 h 7794630"/>
              <a:gd name="connsiteX3" fmla="*/ 0 w 5612581"/>
              <a:gd name="connsiteY3" fmla="*/ 7794630 h 7794630"/>
              <a:gd name="connsiteX4" fmla="*/ 3405 w 5612581"/>
              <a:gd name="connsiteY4" fmla="*/ 880465 h 7794630"/>
              <a:gd name="connsiteX0" fmla="*/ 3405 w 5612581"/>
              <a:gd name="connsiteY0" fmla="*/ 880465 h 7794630"/>
              <a:gd name="connsiteX1" fmla="*/ 4244883 w 5612581"/>
              <a:gd name="connsiteY1" fmla="*/ 0 h 7794630"/>
              <a:gd name="connsiteX2" fmla="*/ 5612581 w 5612581"/>
              <a:gd name="connsiteY2" fmla="*/ 6646161 h 7794630"/>
              <a:gd name="connsiteX3" fmla="*/ 0 w 5612581"/>
              <a:gd name="connsiteY3" fmla="*/ 7794630 h 7794630"/>
              <a:gd name="connsiteX4" fmla="*/ 3405 w 5612581"/>
              <a:gd name="connsiteY4" fmla="*/ 880465 h 7794630"/>
              <a:gd name="connsiteX0" fmla="*/ 3405 w 5612590"/>
              <a:gd name="connsiteY0" fmla="*/ 880465 h 7794630"/>
              <a:gd name="connsiteX1" fmla="*/ 4244883 w 5612590"/>
              <a:gd name="connsiteY1" fmla="*/ 0 h 7794630"/>
              <a:gd name="connsiteX2" fmla="*/ 5612581 w 5612590"/>
              <a:gd name="connsiteY2" fmla="*/ 6646161 h 7794630"/>
              <a:gd name="connsiteX3" fmla="*/ 0 w 5612590"/>
              <a:gd name="connsiteY3" fmla="*/ 7794630 h 7794630"/>
              <a:gd name="connsiteX4" fmla="*/ 3405 w 5612590"/>
              <a:gd name="connsiteY4" fmla="*/ 880465 h 7794630"/>
              <a:gd name="connsiteX0" fmla="*/ 3405 w 5612590"/>
              <a:gd name="connsiteY0" fmla="*/ 880465 h 7794630"/>
              <a:gd name="connsiteX1" fmla="*/ 4244883 w 5612590"/>
              <a:gd name="connsiteY1" fmla="*/ 0 h 7794630"/>
              <a:gd name="connsiteX2" fmla="*/ 5612581 w 5612590"/>
              <a:gd name="connsiteY2" fmla="*/ 6646161 h 7794630"/>
              <a:gd name="connsiteX3" fmla="*/ 0 w 5612590"/>
              <a:gd name="connsiteY3" fmla="*/ 7794630 h 7794630"/>
              <a:gd name="connsiteX4" fmla="*/ 3405 w 5612590"/>
              <a:gd name="connsiteY4" fmla="*/ 880465 h 7794630"/>
              <a:gd name="connsiteX0" fmla="*/ 3405 w 5612590"/>
              <a:gd name="connsiteY0" fmla="*/ 880465 h 7794630"/>
              <a:gd name="connsiteX1" fmla="*/ 4244883 w 5612590"/>
              <a:gd name="connsiteY1" fmla="*/ 0 h 7794630"/>
              <a:gd name="connsiteX2" fmla="*/ 5612581 w 5612590"/>
              <a:gd name="connsiteY2" fmla="*/ 6646161 h 7794630"/>
              <a:gd name="connsiteX3" fmla="*/ 0 w 5612590"/>
              <a:gd name="connsiteY3" fmla="*/ 7794630 h 7794630"/>
              <a:gd name="connsiteX4" fmla="*/ 3405 w 5612590"/>
              <a:gd name="connsiteY4" fmla="*/ 880465 h 7794630"/>
              <a:gd name="connsiteX0" fmla="*/ 3405 w 5612590"/>
              <a:gd name="connsiteY0" fmla="*/ 885481 h 7799646"/>
              <a:gd name="connsiteX1" fmla="*/ 4269468 w 5612590"/>
              <a:gd name="connsiteY1" fmla="*/ 0 h 7799646"/>
              <a:gd name="connsiteX2" fmla="*/ 5612581 w 5612590"/>
              <a:gd name="connsiteY2" fmla="*/ 6651177 h 7799646"/>
              <a:gd name="connsiteX3" fmla="*/ 0 w 5612590"/>
              <a:gd name="connsiteY3" fmla="*/ 7799646 h 7799646"/>
              <a:gd name="connsiteX4" fmla="*/ 3405 w 5612590"/>
              <a:gd name="connsiteY4" fmla="*/ 885481 h 7799646"/>
              <a:gd name="connsiteX0" fmla="*/ 3405 w 5612590"/>
              <a:gd name="connsiteY0" fmla="*/ 885481 h 7799646"/>
              <a:gd name="connsiteX1" fmla="*/ 4269468 w 5612590"/>
              <a:gd name="connsiteY1" fmla="*/ 0 h 7799646"/>
              <a:gd name="connsiteX2" fmla="*/ 5612581 w 5612590"/>
              <a:gd name="connsiteY2" fmla="*/ 6651177 h 7799646"/>
              <a:gd name="connsiteX3" fmla="*/ 0 w 5612590"/>
              <a:gd name="connsiteY3" fmla="*/ 7799646 h 7799646"/>
              <a:gd name="connsiteX4" fmla="*/ 3405 w 5612590"/>
              <a:gd name="connsiteY4" fmla="*/ 885481 h 7799646"/>
              <a:gd name="connsiteX0" fmla="*/ 3405 w 5612590"/>
              <a:gd name="connsiteY0" fmla="*/ 885481 h 7799646"/>
              <a:gd name="connsiteX1" fmla="*/ 4269468 w 5612590"/>
              <a:gd name="connsiteY1" fmla="*/ 0 h 7799646"/>
              <a:gd name="connsiteX2" fmla="*/ 5612581 w 5612590"/>
              <a:gd name="connsiteY2" fmla="*/ 6651177 h 7799646"/>
              <a:gd name="connsiteX3" fmla="*/ 0 w 5612590"/>
              <a:gd name="connsiteY3" fmla="*/ 7799646 h 7799646"/>
              <a:gd name="connsiteX4" fmla="*/ 3405 w 5612590"/>
              <a:gd name="connsiteY4" fmla="*/ 885481 h 779964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612590" h="7799646">
                <a:moveTo>
                  <a:pt x="3405" y="885481"/>
                </a:moveTo>
                <a:lnTo>
                  <a:pt x="4269468" y="0"/>
                </a:lnTo>
                <a:cubicBezTo>
                  <a:pt x="4302728" y="-2410"/>
                  <a:pt x="5612109" y="6666933"/>
                  <a:pt x="5612581" y="6651177"/>
                </a:cubicBezTo>
                <a:cubicBezTo>
                  <a:pt x="5619630" y="6660952"/>
                  <a:pt x="1870860" y="7416823"/>
                  <a:pt x="0" y="7799646"/>
                </a:cubicBezTo>
                <a:cubicBezTo>
                  <a:pt x="3470" y="5193576"/>
                  <a:pt x="-65" y="3491551"/>
                  <a:pt x="3405" y="885481"/>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sz="1800">
              <a:latin typeface="Calibri" panose="020F0502020204030204" pitchFamily="34" charset="0"/>
            </a:endParaRPr>
          </a:p>
        </p:txBody>
      </p:sp>
    </p:spTree>
    <p:extLst>
      <p:ext uri="{BB962C8B-B14F-4D97-AF65-F5344CB8AC3E}">
        <p14:creationId xmlns:p14="http://schemas.microsoft.com/office/powerpoint/2010/main" val="4250288737"/>
      </p:ext>
    </p:extLst>
  </p:cSld>
  <p:clrMapOvr>
    <a:masterClrMapping/>
  </p:clrMapOvr>
</p:sldLayout>
</file>

<file path=ppt/slideLayouts/slideLayout237.xml><?xml version="1.0" encoding="utf-8"?>
<p:sldLayout xmlns:a="http://schemas.openxmlformats.org/drawingml/2006/main" xmlns:r="http://schemas.openxmlformats.org/officeDocument/2006/relationships" xmlns:p="http://schemas.openxmlformats.org/presentationml/2006/main" preserve="1" userDrawn="1">
  <p:cSld name="3_Right_Visual_Headline_2">
    <p:spTree>
      <p:nvGrpSpPr>
        <p:cNvPr id="1" name=""/>
        <p:cNvGrpSpPr/>
        <p:nvPr/>
      </p:nvGrpSpPr>
      <p:grpSpPr>
        <a:xfrm>
          <a:off x="0" y="0"/>
          <a:ext cx="0" cy="0"/>
          <a:chOff x="0" y="0"/>
          <a:chExt cx="0" cy="0"/>
        </a:xfrm>
      </p:grpSpPr>
      <p:sp>
        <p:nvSpPr>
          <p:cNvPr id="14" name="Titel 1">
            <a:extLst>
              <a:ext uri="{FF2B5EF4-FFF2-40B4-BE49-F238E27FC236}">
                <a16:creationId xmlns:a16="http://schemas.microsoft.com/office/drawing/2014/main" id="{2130B249-76A4-4605-A9BD-328082B23398}"/>
              </a:ext>
            </a:extLst>
          </p:cNvPr>
          <p:cNvSpPr>
            <a:spLocks noGrp="1"/>
          </p:cNvSpPr>
          <p:nvPr>
            <p:ph type="title" hasCustomPrompt="1"/>
          </p:nvPr>
        </p:nvSpPr>
        <p:spPr>
          <a:xfrm>
            <a:off x="527051" y="522131"/>
            <a:ext cx="10442713" cy="449885"/>
          </a:xfrm>
          <a:prstGeom prst="rect">
            <a:avLst/>
          </a:prstGeom>
        </p:spPr>
        <p:txBody>
          <a:bodyPr/>
          <a:lstStyle>
            <a:lvl1pPr>
              <a:defRPr sz="2400" b="1" cap="all" baseline="0">
                <a:solidFill>
                  <a:schemeClr val="accent1"/>
                </a:solidFill>
                <a:latin typeface="Calibri" panose="020F0502020204030204" pitchFamily="34" charset="0"/>
              </a:defRPr>
            </a:lvl1pPr>
          </a:lstStyle>
          <a:p>
            <a:r>
              <a:rPr lang="en-US" noProof="0"/>
              <a:t>HEADLINE</a:t>
            </a:r>
          </a:p>
        </p:txBody>
      </p:sp>
      <p:cxnSp>
        <p:nvCxnSpPr>
          <p:cNvPr id="15" name="Google Shape;870;p163">
            <a:extLst>
              <a:ext uri="{FF2B5EF4-FFF2-40B4-BE49-F238E27FC236}">
                <a16:creationId xmlns:a16="http://schemas.microsoft.com/office/drawing/2014/main" id="{06165A48-6DEC-406D-A53E-E2F2D809B2D0}"/>
              </a:ext>
            </a:extLst>
          </p:cNvPr>
          <p:cNvCxnSpPr>
            <a:cxnSpLocks/>
          </p:cNvCxnSpPr>
          <p:nvPr userDrawn="1"/>
        </p:nvCxnSpPr>
        <p:spPr>
          <a:xfrm>
            <a:off x="637833" y="972016"/>
            <a:ext cx="1071975" cy="0"/>
          </a:xfrm>
          <a:prstGeom prst="straightConnector1">
            <a:avLst/>
          </a:prstGeom>
          <a:noFill/>
          <a:ln w="28575" cap="flat" cmpd="sng">
            <a:solidFill>
              <a:schemeClr val="dk2"/>
            </a:solidFill>
            <a:prstDash val="solid"/>
            <a:round/>
            <a:headEnd type="none" w="med" len="med"/>
            <a:tailEnd type="none" w="med" len="med"/>
          </a:ln>
        </p:spPr>
      </p:cxnSp>
      <p:sp>
        <p:nvSpPr>
          <p:cNvPr id="11" name="Rechteck 7">
            <a:extLst>
              <a:ext uri="{FF2B5EF4-FFF2-40B4-BE49-F238E27FC236}">
                <a16:creationId xmlns:a16="http://schemas.microsoft.com/office/drawing/2014/main" id="{C4F995D8-45E4-44A0-86FA-59A908559884}"/>
              </a:ext>
            </a:extLst>
          </p:cNvPr>
          <p:cNvSpPr/>
          <p:nvPr userDrawn="1"/>
        </p:nvSpPr>
        <p:spPr>
          <a:xfrm rot="691985">
            <a:off x="6947039" y="-382829"/>
            <a:ext cx="6024319" cy="7973503"/>
          </a:xfrm>
          <a:custGeom>
            <a:avLst/>
            <a:gdLst>
              <a:gd name="connsiteX0" fmla="*/ 0 w 5198844"/>
              <a:gd name="connsiteY0" fmla="*/ 0 h 7932741"/>
              <a:gd name="connsiteX1" fmla="*/ 5198844 w 5198844"/>
              <a:gd name="connsiteY1" fmla="*/ 0 h 7932741"/>
              <a:gd name="connsiteX2" fmla="*/ 5198844 w 5198844"/>
              <a:gd name="connsiteY2" fmla="*/ 7932741 h 7932741"/>
              <a:gd name="connsiteX3" fmla="*/ 0 w 5198844"/>
              <a:gd name="connsiteY3" fmla="*/ 7932741 h 7932741"/>
              <a:gd name="connsiteX4" fmla="*/ 0 w 5198844"/>
              <a:gd name="connsiteY4" fmla="*/ 0 h 7932741"/>
              <a:gd name="connsiteX0" fmla="*/ 10409 w 5209253"/>
              <a:gd name="connsiteY0" fmla="*/ 0 h 7932741"/>
              <a:gd name="connsiteX1" fmla="*/ 5209253 w 5209253"/>
              <a:gd name="connsiteY1" fmla="*/ 0 h 7932741"/>
              <a:gd name="connsiteX2" fmla="*/ 5209253 w 5209253"/>
              <a:gd name="connsiteY2" fmla="*/ 7932741 h 7932741"/>
              <a:gd name="connsiteX3" fmla="*/ 0 w 5209253"/>
              <a:gd name="connsiteY3" fmla="*/ 7818210 h 7932741"/>
              <a:gd name="connsiteX4" fmla="*/ 10409 w 5209253"/>
              <a:gd name="connsiteY4" fmla="*/ 0 h 7932741"/>
              <a:gd name="connsiteX0" fmla="*/ 10409 w 5209253"/>
              <a:gd name="connsiteY0" fmla="*/ 0 h 7818210"/>
              <a:gd name="connsiteX1" fmla="*/ 5209253 w 5209253"/>
              <a:gd name="connsiteY1" fmla="*/ 0 h 7818210"/>
              <a:gd name="connsiteX2" fmla="*/ 4163522 w 5209253"/>
              <a:gd name="connsiteY2" fmla="*/ 6746262 h 7818210"/>
              <a:gd name="connsiteX3" fmla="*/ 0 w 5209253"/>
              <a:gd name="connsiteY3" fmla="*/ 7818210 h 7818210"/>
              <a:gd name="connsiteX4" fmla="*/ 10409 w 5209253"/>
              <a:gd name="connsiteY4" fmla="*/ 0 h 7818210"/>
              <a:gd name="connsiteX0" fmla="*/ 10409 w 5209253"/>
              <a:gd name="connsiteY0" fmla="*/ 0 h 7818210"/>
              <a:gd name="connsiteX1" fmla="*/ 5209253 w 5209253"/>
              <a:gd name="connsiteY1" fmla="*/ 0 h 7818210"/>
              <a:gd name="connsiteX2" fmla="*/ 4644752 w 5209253"/>
              <a:gd name="connsiteY2" fmla="*/ 6881376 h 7818210"/>
              <a:gd name="connsiteX3" fmla="*/ 0 w 5209253"/>
              <a:gd name="connsiteY3" fmla="*/ 7818210 h 7818210"/>
              <a:gd name="connsiteX4" fmla="*/ 10409 w 5209253"/>
              <a:gd name="connsiteY4" fmla="*/ 0 h 7818210"/>
              <a:gd name="connsiteX0" fmla="*/ 10409 w 4644752"/>
              <a:gd name="connsiteY0" fmla="*/ 0 h 7818210"/>
              <a:gd name="connsiteX1" fmla="*/ 2914556 w 4644752"/>
              <a:gd name="connsiteY1" fmla="*/ 442318 h 7818210"/>
              <a:gd name="connsiteX2" fmla="*/ 4644752 w 4644752"/>
              <a:gd name="connsiteY2" fmla="*/ 6881376 h 7818210"/>
              <a:gd name="connsiteX3" fmla="*/ 0 w 4644752"/>
              <a:gd name="connsiteY3" fmla="*/ 7818210 h 7818210"/>
              <a:gd name="connsiteX4" fmla="*/ 10409 w 4644752"/>
              <a:gd name="connsiteY4" fmla="*/ 0 h 7818210"/>
              <a:gd name="connsiteX0" fmla="*/ 10409 w 4644752"/>
              <a:gd name="connsiteY0" fmla="*/ 0 h 7818210"/>
              <a:gd name="connsiteX1" fmla="*/ 3289646 w 4644752"/>
              <a:gd name="connsiteY1" fmla="*/ 184317 h 7818210"/>
              <a:gd name="connsiteX2" fmla="*/ 4644752 w 4644752"/>
              <a:gd name="connsiteY2" fmla="*/ 6881376 h 7818210"/>
              <a:gd name="connsiteX3" fmla="*/ 0 w 4644752"/>
              <a:gd name="connsiteY3" fmla="*/ 7818210 h 7818210"/>
              <a:gd name="connsiteX4" fmla="*/ 10409 w 4644752"/>
              <a:gd name="connsiteY4" fmla="*/ 0 h 7818210"/>
              <a:gd name="connsiteX0" fmla="*/ 1245 w 4644752"/>
              <a:gd name="connsiteY0" fmla="*/ 660064 h 7633893"/>
              <a:gd name="connsiteX1" fmla="*/ 3289646 w 4644752"/>
              <a:gd name="connsiteY1" fmla="*/ 0 h 7633893"/>
              <a:gd name="connsiteX2" fmla="*/ 4644752 w 4644752"/>
              <a:gd name="connsiteY2" fmla="*/ 6697059 h 7633893"/>
              <a:gd name="connsiteX3" fmla="*/ 0 w 4644752"/>
              <a:gd name="connsiteY3" fmla="*/ 7633893 h 7633893"/>
              <a:gd name="connsiteX4" fmla="*/ 1245 w 4644752"/>
              <a:gd name="connsiteY4" fmla="*/ 660064 h 7633893"/>
              <a:gd name="connsiteX0" fmla="*/ 1245 w 4644752"/>
              <a:gd name="connsiteY0" fmla="*/ 880465 h 7854294"/>
              <a:gd name="connsiteX1" fmla="*/ 4242723 w 4644752"/>
              <a:gd name="connsiteY1" fmla="*/ 0 h 7854294"/>
              <a:gd name="connsiteX2" fmla="*/ 4644752 w 4644752"/>
              <a:gd name="connsiteY2" fmla="*/ 6917460 h 7854294"/>
              <a:gd name="connsiteX3" fmla="*/ 0 w 4644752"/>
              <a:gd name="connsiteY3" fmla="*/ 7854294 h 7854294"/>
              <a:gd name="connsiteX4" fmla="*/ 1245 w 4644752"/>
              <a:gd name="connsiteY4" fmla="*/ 880465 h 7854294"/>
              <a:gd name="connsiteX0" fmla="*/ 1245 w 5620429"/>
              <a:gd name="connsiteY0" fmla="*/ 880465 h 7854294"/>
              <a:gd name="connsiteX1" fmla="*/ 4242723 w 5620429"/>
              <a:gd name="connsiteY1" fmla="*/ 0 h 7854294"/>
              <a:gd name="connsiteX2" fmla="*/ 5620429 w 5620429"/>
              <a:gd name="connsiteY2" fmla="*/ 6744293 h 7854294"/>
              <a:gd name="connsiteX3" fmla="*/ 0 w 5620429"/>
              <a:gd name="connsiteY3" fmla="*/ 7854294 h 7854294"/>
              <a:gd name="connsiteX4" fmla="*/ 1245 w 5620429"/>
              <a:gd name="connsiteY4" fmla="*/ 880465 h 7854294"/>
              <a:gd name="connsiteX0" fmla="*/ 8610 w 5620429"/>
              <a:gd name="connsiteY0" fmla="*/ 853039 h 7854294"/>
              <a:gd name="connsiteX1" fmla="*/ 4242723 w 5620429"/>
              <a:gd name="connsiteY1" fmla="*/ 0 h 7854294"/>
              <a:gd name="connsiteX2" fmla="*/ 5620429 w 5620429"/>
              <a:gd name="connsiteY2" fmla="*/ 6744293 h 7854294"/>
              <a:gd name="connsiteX3" fmla="*/ 0 w 5620429"/>
              <a:gd name="connsiteY3" fmla="*/ 7854294 h 7854294"/>
              <a:gd name="connsiteX4" fmla="*/ 8610 w 5620429"/>
              <a:gd name="connsiteY4" fmla="*/ 853039 h 7854294"/>
              <a:gd name="connsiteX0" fmla="*/ 17660 w 5629479"/>
              <a:gd name="connsiteY0" fmla="*/ 853039 h 7856140"/>
              <a:gd name="connsiteX1" fmla="*/ 4251773 w 5629479"/>
              <a:gd name="connsiteY1" fmla="*/ 0 h 7856140"/>
              <a:gd name="connsiteX2" fmla="*/ 5629479 w 5629479"/>
              <a:gd name="connsiteY2" fmla="*/ 6744293 h 7856140"/>
              <a:gd name="connsiteX3" fmla="*/ 0 w 5629479"/>
              <a:gd name="connsiteY3" fmla="*/ 7856140 h 7856140"/>
              <a:gd name="connsiteX4" fmla="*/ 17660 w 5629479"/>
              <a:gd name="connsiteY4" fmla="*/ 853039 h 7856140"/>
              <a:gd name="connsiteX0" fmla="*/ 17660 w 5629479"/>
              <a:gd name="connsiteY0" fmla="*/ 853039 h 7856140"/>
              <a:gd name="connsiteX1" fmla="*/ 4251773 w 5629479"/>
              <a:gd name="connsiteY1" fmla="*/ 0 h 7856140"/>
              <a:gd name="connsiteX2" fmla="*/ 5629479 w 5629479"/>
              <a:gd name="connsiteY2" fmla="*/ 6744293 h 7856140"/>
              <a:gd name="connsiteX3" fmla="*/ 0 w 5629479"/>
              <a:gd name="connsiteY3" fmla="*/ 7856140 h 7856140"/>
              <a:gd name="connsiteX4" fmla="*/ 17660 w 5629479"/>
              <a:gd name="connsiteY4" fmla="*/ 853039 h 7856140"/>
              <a:gd name="connsiteX0" fmla="*/ 8610 w 5620429"/>
              <a:gd name="connsiteY0" fmla="*/ 853039 h 7854294"/>
              <a:gd name="connsiteX1" fmla="*/ 4242723 w 5620429"/>
              <a:gd name="connsiteY1" fmla="*/ 0 h 7854294"/>
              <a:gd name="connsiteX2" fmla="*/ 5620429 w 5620429"/>
              <a:gd name="connsiteY2" fmla="*/ 6744293 h 7854294"/>
              <a:gd name="connsiteX3" fmla="*/ 0 w 5620429"/>
              <a:gd name="connsiteY3" fmla="*/ 7854294 h 7854294"/>
              <a:gd name="connsiteX4" fmla="*/ 8610 w 5620429"/>
              <a:gd name="connsiteY4" fmla="*/ 853039 h 7854294"/>
              <a:gd name="connsiteX0" fmla="*/ 8610 w 5611379"/>
              <a:gd name="connsiteY0" fmla="*/ 853039 h 7854294"/>
              <a:gd name="connsiteX1" fmla="*/ 4242723 w 5611379"/>
              <a:gd name="connsiteY1" fmla="*/ 0 h 7854294"/>
              <a:gd name="connsiteX2" fmla="*/ 5611379 w 5611379"/>
              <a:gd name="connsiteY2" fmla="*/ 6746140 h 7854294"/>
              <a:gd name="connsiteX3" fmla="*/ 0 w 5611379"/>
              <a:gd name="connsiteY3" fmla="*/ 7854294 h 7854294"/>
              <a:gd name="connsiteX4" fmla="*/ 8610 w 5611379"/>
              <a:gd name="connsiteY4" fmla="*/ 853039 h 7854294"/>
              <a:gd name="connsiteX0" fmla="*/ 8610 w 5611379"/>
              <a:gd name="connsiteY0" fmla="*/ 853039 h 7854294"/>
              <a:gd name="connsiteX1" fmla="*/ 4242723 w 5611379"/>
              <a:gd name="connsiteY1" fmla="*/ 0 h 7854294"/>
              <a:gd name="connsiteX2" fmla="*/ 5611379 w 5611379"/>
              <a:gd name="connsiteY2" fmla="*/ 6746140 h 7854294"/>
              <a:gd name="connsiteX3" fmla="*/ 0 w 5611379"/>
              <a:gd name="connsiteY3" fmla="*/ 7854294 h 7854294"/>
              <a:gd name="connsiteX4" fmla="*/ 8610 w 5611379"/>
              <a:gd name="connsiteY4" fmla="*/ 853039 h 7854294"/>
              <a:gd name="connsiteX0" fmla="*/ 8610 w 5611379"/>
              <a:gd name="connsiteY0" fmla="*/ 853039 h 7854294"/>
              <a:gd name="connsiteX1" fmla="*/ 4242723 w 5611379"/>
              <a:gd name="connsiteY1" fmla="*/ 0 h 7854294"/>
              <a:gd name="connsiteX2" fmla="*/ 5611379 w 5611379"/>
              <a:gd name="connsiteY2" fmla="*/ 6746140 h 7854294"/>
              <a:gd name="connsiteX3" fmla="*/ 0 w 5611379"/>
              <a:gd name="connsiteY3" fmla="*/ 7854294 h 7854294"/>
              <a:gd name="connsiteX4" fmla="*/ 8610 w 5611379"/>
              <a:gd name="connsiteY4" fmla="*/ 853039 h 7854294"/>
              <a:gd name="connsiteX0" fmla="*/ 33913 w 5636682"/>
              <a:gd name="connsiteY0" fmla="*/ 853039 h 7868885"/>
              <a:gd name="connsiteX1" fmla="*/ 4268026 w 5636682"/>
              <a:gd name="connsiteY1" fmla="*/ 0 h 7868885"/>
              <a:gd name="connsiteX2" fmla="*/ 5636682 w 5636682"/>
              <a:gd name="connsiteY2" fmla="*/ 6746140 h 7868885"/>
              <a:gd name="connsiteX3" fmla="*/ 0 w 5636682"/>
              <a:gd name="connsiteY3" fmla="*/ 7868885 h 7868885"/>
              <a:gd name="connsiteX4" fmla="*/ 33913 w 5636682"/>
              <a:gd name="connsiteY4" fmla="*/ 853039 h 7868885"/>
              <a:gd name="connsiteX0" fmla="*/ 33915 w 5636684"/>
              <a:gd name="connsiteY0" fmla="*/ 853039 h 7868894"/>
              <a:gd name="connsiteX1" fmla="*/ 4268028 w 5636684"/>
              <a:gd name="connsiteY1" fmla="*/ 0 h 7868894"/>
              <a:gd name="connsiteX2" fmla="*/ 5636684 w 5636684"/>
              <a:gd name="connsiteY2" fmla="*/ 6746140 h 7868894"/>
              <a:gd name="connsiteX3" fmla="*/ 2 w 5636684"/>
              <a:gd name="connsiteY3" fmla="*/ 7868885 h 7868894"/>
              <a:gd name="connsiteX4" fmla="*/ 33915 w 5636684"/>
              <a:gd name="connsiteY4" fmla="*/ 853039 h 7868894"/>
              <a:gd name="connsiteX0" fmla="*/ 52015 w 5654784"/>
              <a:gd name="connsiteY0" fmla="*/ 853039 h 7872588"/>
              <a:gd name="connsiteX1" fmla="*/ 4286128 w 5654784"/>
              <a:gd name="connsiteY1" fmla="*/ 0 h 7872588"/>
              <a:gd name="connsiteX2" fmla="*/ 5654784 w 5654784"/>
              <a:gd name="connsiteY2" fmla="*/ 6746140 h 7872588"/>
              <a:gd name="connsiteX3" fmla="*/ 2 w 5654784"/>
              <a:gd name="connsiteY3" fmla="*/ 7872579 h 7872588"/>
              <a:gd name="connsiteX4" fmla="*/ 52015 w 5654784"/>
              <a:gd name="connsiteY4" fmla="*/ 853039 h 787258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654784" h="7872588">
                <a:moveTo>
                  <a:pt x="52015" y="853039"/>
                </a:moveTo>
                <a:lnTo>
                  <a:pt x="4286128" y="0"/>
                </a:lnTo>
                <a:cubicBezTo>
                  <a:pt x="4742347" y="2248713"/>
                  <a:pt x="5645640" y="6734593"/>
                  <a:pt x="5654784" y="6746140"/>
                </a:cubicBezTo>
                <a:cubicBezTo>
                  <a:pt x="5650446" y="6744161"/>
                  <a:pt x="-4710" y="7876403"/>
                  <a:pt x="2" y="7872579"/>
                </a:cubicBezTo>
                <a:cubicBezTo>
                  <a:pt x="3472" y="5266509"/>
                  <a:pt x="48545" y="3459109"/>
                  <a:pt x="52015" y="853039"/>
                </a:cubicBezTo>
                <a:close/>
              </a:path>
            </a:pathLst>
          </a:custGeom>
          <a:solidFill>
            <a:srgbClr val="0B536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sz="1800">
              <a:latin typeface="Calibri" panose="020F0502020204030204" pitchFamily="34" charset="0"/>
            </a:endParaRPr>
          </a:p>
        </p:txBody>
      </p:sp>
    </p:spTree>
    <p:extLst>
      <p:ext uri="{BB962C8B-B14F-4D97-AF65-F5344CB8AC3E}">
        <p14:creationId xmlns:p14="http://schemas.microsoft.com/office/powerpoint/2010/main" val="3135303031"/>
      </p:ext>
    </p:extLst>
  </p:cSld>
  <p:clrMapOvr>
    <a:masterClrMapping/>
  </p:clrMapOvr>
</p:sldLayout>
</file>

<file path=ppt/slideLayouts/slideLayout238.xml><?xml version="1.0" encoding="utf-8"?>
<p:sldLayout xmlns:a="http://schemas.openxmlformats.org/drawingml/2006/main" xmlns:r="http://schemas.openxmlformats.org/officeDocument/2006/relationships" xmlns:p="http://schemas.openxmlformats.org/presentationml/2006/main" preserve="1" userDrawn="1">
  <p:cSld name="Right_Visual_Headline_3">
    <p:spTree>
      <p:nvGrpSpPr>
        <p:cNvPr id="1" name=""/>
        <p:cNvGrpSpPr/>
        <p:nvPr/>
      </p:nvGrpSpPr>
      <p:grpSpPr>
        <a:xfrm>
          <a:off x="0" y="0"/>
          <a:ext cx="0" cy="0"/>
          <a:chOff x="0" y="0"/>
          <a:chExt cx="0" cy="0"/>
        </a:xfrm>
      </p:grpSpPr>
      <p:pic>
        <p:nvPicPr>
          <p:cNvPr id="7" name="Google Shape;1379;p190">
            <a:extLst>
              <a:ext uri="{FF2B5EF4-FFF2-40B4-BE49-F238E27FC236}">
                <a16:creationId xmlns:a16="http://schemas.microsoft.com/office/drawing/2014/main" id="{57133196-7D89-4D4B-BD58-E41DF92E7473}"/>
              </a:ext>
            </a:extLst>
          </p:cNvPr>
          <p:cNvPicPr preferRelativeResize="0"/>
          <p:nvPr userDrawn="1"/>
        </p:nvPicPr>
        <p:blipFill rotWithShape="1">
          <a:blip r:embed="rId2" cstate="email">
            <a:alphaModFix/>
            <a:extLst>
              <a:ext uri="{28A0092B-C50C-407E-A947-70E740481C1C}">
                <a14:useLocalDpi xmlns:a14="http://schemas.microsoft.com/office/drawing/2010/main"/>
              </a:ext>
            </a:extLst>
          </a:blip>
          <a:srcRect/>
          <a:stretch/>
        </p:blipFill>
        <p:spPr>
          <a:xfrm>
            <a:off x="7213600" y="-9"/>
            <a:ext cx="4978399" cy="6858037"/>
          </a:xfrm>
          <a:prstGeom prst="rect">
            <a:avLst/>
          </a:prstGeom>
          <a:noFill/>
          <a:ln>
            <a:noFill/>
          </a:ln>
        </p:spPr>
      </p:pic>
      <p:pic>
        <p:nvPicPr>
          <p:cNvPr id="11" name="Grafik 11"/>
          <p:cNvPicPr>
            <a:picLocks noChangeAspect="1"/>
          </p:cNvPicPr>
          <p:nvPr userDrawn="1"/>
        </p:nvPicPr>
        <p:blipFill>
          <a:blip r:embed="rId3" cstate="email">
            <a:extLst>
              <a:ext uri="{28A0092B-C50C-407E-A947-70E740481C1C}">
                <a14:useLocalDpi xmlns:a14="http://schemas.microsoft.com/office/drawing/2010/main"/>
              </a:ext>
            </a:extLst>
          </a:blip>
          <a:stretch>
            <a:fillRect/>
          </a:stretch>
        </p:blipFill>
        <p:spPr>
          <a:xfrm>
            <a:off x="10821537" y="295772"/>
            <a:ext cx="1016235" cy="155088"/>
          </a:xfrm>
          <a:prstGeom prst="rect">
            <a:avLst/>
          </a:prstGeom>
        </p:spPr>
      </p:pic>
      <p:sp>
        <p:nvSpPr>
          <p:cNvPr id="14" name="Titel 1">
            <a:extLst>
              <a:ext uri="{FF2B5EF4-FFF2-40B4-BE49-F238E27FC236}">
                <a16:creationId xmlns:a16="http://schemas.microsoft.com/office/drawing/2014/main" id="{2130B249-76A4-4605-A9BD-328082B23398}"/>
              </a:ext>
            </a:extLst>
          </p:cNvPr>
          <p:cNvSpPr>
            <a:spLocks noGrp="1"/>
          </p:cNvSpPr>
          <p:nvPr>
            <p:ph type="title" hasCustomPrompt="1"/>
          </p:nvPr>
        </p:nvSpPr>
        <p:spPr>
          <a:xfrm>
            <a:off x="527051" y="522131"/>
            <a:ext cx="10442713" cy="449885"/>
          </a:xfrm>
          <a:prstGeom prst="rect">
            <a:avLst/>
          </a:prstGeom>
        </p:spPr>
        <p:txBody>
          <a:bodyPr/>
          <a:lstStyle>
            <a:lvl1pPr>
              <a:defRPr sz="2400" b="1" cap="all" baseline="0">
                <a:solidFill>
                  <a:schemeClr val="accent1"/>
                </a:solidFill>
                <a:latin typeface="Calibri" panose="020F0502020204030204" pitchFamily="34" charset="0"/>
              </a:defRPr>
            </a:lvl1pPr>
          </a:lstStyle>
          <a:p>
            <a:r>
              <a:rPr lang="en-US" noProof="0"/>
              <a:t>HEADLINE</a:t>
            </a:r>
          </a:p>
        </p:txBody>
      </p:sp>
      <p:cxnSp>
        <p:nvCxnSpPr>
          <p:cNvPr id="15" name="Google Shape;870;p163">
            <a:extLst>
              <a:ext uri="{FF2B5EF4-FFF2-40B4-BE49-F238E27FC236}">
                <a16:creationId xmlns:a16="http://schemas.microsoft.com/office/drawing/2014/main" id="{06165A48-6DEC-406D-A53E-E2F2D809B2D0}"/>
              </a:ext>
            </a:extLst>
          </p:cNvPr>
          <p:cNvCxnSpPr>
            <a:cxnSpLocks/>
          </p:cNvCxnSpPr>
          <p:nvPr userDrawn="1"/>
        </p:nvCxnSpPr>
        <p:spPr>
          <a:xfrm>
            <a:off x="637833" y="972016"/>
            <a:ext cx="1071975" cy="0"/>
          </a:xfrm>
          <a:prstGeom prst="straightConnector1">
            <a:avLst/>
          </a:prstGeom>
          <a:noFill/>
          <a:ln w="28575" cap="flat" cmpd="sng">
            <a:solidFill>
              <a:schemeClr val="dk2"/>
            </a:solidFill>
            <a:prstDash val="solid"/>
            <a:round/>
            <a:headEnd type="none" w="med" len="med"/>
            <a:tailEnd type="none" w="med" len="med"/>
          </a:ln>
        </p:spPr>
      </p:cxnSp>
    </p:spTree>
    <p:extLst>
      <p:ext uri="{BB962C8B-B14F-4D97-AF65-F5344CB8AC3E}">
        <p14:creationId xmlns:p14="http://schemas.microsoft.com/office/powerpoint/2010/main" val="2065648890"/>
      </p:ext>
    </p:extLst>
  </p:cSld>
  <p:clrMapOvr>
    <a:masterClrMapping/>
  </p:clrMapOvr>
</p:sldLayout>
</file>

<file path=ppt/slideLayouts/slideLayout239.xml><?xml version="1.0" encoding="utf-8"?>
<p:sldLayout xmlns:a="http://schemas.openxmlformats.org/drawingml/2006/main" xmlns:r="http://schemas.openxmlformats.org/officeDocument/2006/relationships" xmlns:p="http://schemas.openxmlformats.org/presentationml/2006/main" preserve="1" userDrawn="1">
  <p:cSld name="Right_Visual_Headline_4">
    <p:spTree>
      <p:nvGrpSpPr>
        <p:cNvPr id="1" name=""/>
        <p:cNvGrpSpPr/>
        <p:nvPr/>
      </p:nvGrpSpPr>
      <p:grpSpPr>
        <a:xfrm>
          <a:off x="0" y="0"/>
          <a:ext cx="0" cy="0"/>
          <a:chOff x="0" y="0"/>
          <a:chExt cx="0" cy="0"/>
        </a:xfrm>
      </p:grpSpPr>
      <p:pic>
        <p:nvPicPr>
          <p:cNvPr id="3" name="Grafik 2">
            <a:extLst>
              <a:ext uri="{FF2B5EF4-FFF2-40B4-BE49-F238E27FC236}">
                <a16:creationId xmlns:a16="http://schemas.microsoft.com/office/drawing/2014/main" id="{64F73619-D5D6-4517-9E6D-8D908B5B655C}"/>
              </a:ext>
            </a:extLst>
          </p:cNvPr>
          <p:cNvPicPr>
            <a:picLocks noChangeAspect="1"/>
          </p:cNvPicPr>
          <p:nvPr userDrawn="1"/>
        </p:nvPicPr>
        <p:blipFill rotWithShape="1">
          <a:blip r:embed="rId2" cstate="email">
            <a:extLst>
              <a:ext uri="{28A0092B-C50C-407E-A947-70E740481C1C}">
                <a14:useLocalDpi xmlns:a14="http://schemas.microsoft.com/office/drawing/2010/main"/>
              </a:ext>
            </a:extLst>
          </a:blip>
          <a:srcRect/>
          <a:stretch/>
        </p:blipFill>
        <p:spPr>
          <a:xfrm>
            <a:off x="7277100" y="0"/>
            <a:ext cx="4914900" cy="6858000"/>
          </a:xfrm>
          <a:prstGeom prst="rect">
            <a:avLst/>
          </a:prstGeom>
        </p:spPr>
      </p:pic>
      <p:pic>
        <p:nvPicPr>
          <p:cNvPr id="11" name="Grafik 11"/>
          <p:cNvPicPr>
            <a:picLocks noChangeAspect="1"/>
          </p:cNvPicPr>
          <p:nvPr userDrawn="1"/>
        </p:nvPicPr>
        <p:blipFill>
          <a:blip r:embed="rId3" cstate="email">
            <a:extLst>
              <a:ext uri="{28A0092B-C50C-407E-A947-70E740481C1C}">
                <a14:useLocalDpi xmlns:a14="http://schemas.microsoft.com/office/drawing/2010/main"/>
              </a:ext>
            </a:extLst>
          </a:blip>
          <a:stretch>
            <a:fillRect/>
          </a:stretch>
        </p:blipFill>
        <p:spPr>
          <a:xfrm>
            <a:off x="10821537" y="295772"/>
            <a:ext cx="1016235" cy="155088"/>
          </a:xfrm>
          <a:prstGeom prst="rect">
            <a:avLst/>
          </a:prstGeom>
        </p:spPr>
      </p:pic>
      <p:sp>
        <p:nvSpPr>
          <p:cNvPr id="14" name="Titel 1">
            <a:extLst>
              <a:ext uri="{FF2B5EF4-FFF2-40B4-BE49-F238E27FC236}">
                <a16:creationId xmlns:a16="http://schemas.microsoft.com/office/drawing/2014/main" id="{2130B249-76A4-4605-A9BD-328082B23398}"/>
              </a:ext>
            </a:extLst>
          </p:cNvPr>
          <p:cNvSpPr>
            <a:spLocks noGrp="1"/>
          </p:cNvSpPr>
          <p:nvPr>
            <p:ph type="title" hasCustomPrompt="1"/>
          </p:nvPr>
        </p:nvSpPr>
        <p:spPr>
          <a:xfrm>
            <a:off x="527051" y="522131"/>
            <a:ext cx="10442713" cy="449885"/>
          </a:xfrm>
          <a:prstGeom prst="rect">
            <a:avLst/>
          </a:prstGeom>
        </p:spPr>
        <p:txBody>
          <a:bodyPr/>
          <a:lstStyle>
            <a:lvl1pPr>
              <a:defRPr sz="2400" b="1" cap="all" baseline="0">
                <a:solidFill>
                  <a:schemeClr val="accent1"/>
                </a:solidFill>
                <a:latin typeface="Calibri" panose="020F0502020204030204" pitchFamily="34" charset="0"/>
              </a:defRPr>
            </a:lvl1pPr>
          </a:lstStyle>
          <a:p>
            <a:r>
              <a:rPr lang="en-US" noProof="0"/>
              <a:t>HEADLINE</a:t>
            </a:r>
          </a:p>
        </p:txBody>
      </p:sp>
      <p:cxnSp>
        <p:nvCxnSpPr>
          <p:cNvPr id="15" name="Google Shape;870;p163">
            <a:extLst>
              <a:ext uri="{FF2B5EF4-FFF2-40B4-BE49-F238E27FC236}">
                <a16:creationId xmlns:a16="http://schemas.microsoft.com/office/drawing/2014/main" id="{06165A48-6DEC-406D-A53E-E2F2D809B2D0}"/>
              </a:ext>
            </a:extLst>
          </p:cNvPr>
          <p:cNvCxnSpPr>
            <a:cxnSpLocks/>
          </p:cNvCxnSpPr>
          <p:nvPr userDrawn="1"/>
        </p:nvCxnSpPr>
        <p:spPr>
          <a:xfrm>
            <a:off x="637833" y="972016"/>
            <a:ext cx="1071975" cy="0"/>
          </a:xfrm>
          <a:prstGeom prst="straightConnector1">
            <a:avLst/>
          </a:prstGeom>
          <a:noFill/>
          <a:ln w="28575" cap="flat" cmpd="sng">
            <a:solidFill>
              <a:schemeClr val="dk2"/>
            </a:solidFill>
            <a:prstDash val="solid"/>
            <a:round/>
            <a:headEnd type="none" w="med" len="med"/>
            <a:tailEnd type="none" w="med" len="med"/>
          </a:ln>
        </p:spPr>
      </p:cxnSp>
    </p:spTree>
    <p:extLst>
      <p:ext uri="{BB962C8B-B14F-4D97-AF65-F5344CB8AC3E}">
        <p14:creationId xmlns:p14="http://schemas.microsoft.com/office/powerpoint/2010/main" val="3445036315"/>
      </p:ext>
    </p:extLst>
  </p:cSld>
  <p:clrMapOvr>
    <a:masterClrMapping/>
  </p:clrMapOvr>
</p:sldLayout>
</file>

<file path=ppt/slideLayouts/slideLayout240.xml><?xml version="1.0" encoding="utf-8"?>
<p:sldLayout xmlns:a="http://schemas.openxmlformats.org/drawingml/2006/main" xmlns:r="http://schemas.openxmlformats.org/officeDocument/2006/relationships" xmlns:p="http://schemas.openxmlformats.org/presentationml/2006/main" preserve="1" userDrawn="1">
  <p:cSld name="Right_Visual_Headline_5">
    <p:spTree>
      <p:nvGrpSpPr>
        <p:cNvPr id="1" name=""/>
        <p:cNvGrpSpPr/>
        <p:nvPr/>
      </p:nvGrpSpPr>
      <p:grpSpPr>
        <a:xfrm>
          <a:off x="0" y="0"/>
          <a:ext cx="0" cy="0"/>
          <a:chOff x="0" y="0"/>
          <a:chExt cx="0" cy="0"/>
        </a:xfrm>
      </p:grpSpPr>
      <p:pic>
        <p:nvPicPr>
          <p:cNvPr id="3" name="Grafik 2">
            <a:extLst>
              <a:ext uri="{FF2B5EF4-FFF2-40B4-BE49-F238E27FC236}">
                <a16:creationId xmlns:a16="http://schemas.microsoft.com/office/drawing/2014/main" id="{930425BC-56E3-4886-A0E6-0C5F71849E64}"/>
              </a:ext>
            </a:extLst>
          </p:cNvPr>
          <p:cNvPicPr>
            <a:picLocks noChangeAspect="1"/>
          </p:cNvPicPr>
          <p:nvPr userDrawn="1"/>
        </p:nvPicPr>
        <p:blipFill rotWithShape="1">
          <a:blip r:embed="rId2" cstate="email">
            <a:extLst>
              <a:ext uri="{28A0092B-C50C-407E-A947-70E740481C1C}">
                <a14:useLocalDpi xmlns:a14="http://schemas.microsoft.com/office/drawing/2010/main"/>
              </a:ext>
            </a:extLst>
          </a:blip>
          <a:srcRect/>
          <a:stretch/>
        </p:blipFill>
        <p:spPr>
          <a:xfrm>
            <a:off x="7239000" y="0"/>
            <a:ext cx="4953000" cy="6858000"/>
          </a:xfrm>
          <a:prstGeom prst="rect">
            <a:avLst/>
          </a:prstGeom>
        </p:spPr>
      </p:pic>
      <p:pic>
        <p:nvPicPr>
          <p:cNvPr id="11" name="Grafik 11"/>
          <p:cNvPicPr>
            <a:picLocks noChangeAspect="1"/>
          </p:cNvPicPr>
          <p:nvPr userDrawn="1"/>
        </p:nvPicPr>
        <p:blipFill>
          <a:blip r:embed="rId3" cstate="email">
            <a:extLst>
              <a:ext uri="{28A0092B-C50C-407E-A947-70E740481C1C}">
                <a14:useLocalDpi xmlns:a14="http://schemas.microsoft.com/office/drawing/2010/main"/>
              </a:ext>
            </a:extLst>
          </a:blip>
          <a:stretch>
            <a:fillRect/>
          </a:stretch>
        </p:blipFill>
        <p:spPr>
          <a:xfrm>
            <a:off x="10821537" y="295772"/>
            <a:ext cx="1016235" cy="155088"/>
          </a:xfrm>
          <a:prstGeom prst="rect">
            <a:avLst/>
          </a:prstGeom>
        </p:spPr>
      </p:pic>
      <p:sp>
        <p:nvSpPr>
          <p:cNvPr id="14" name="Titel 1">
            <a:extLst>
              <a:ext uri="{FF2B5EF4-FFF2-40B4-BE49-F238E27FC236}">
                <a16:creationId xmlns:a16="http://schemas.microsoft.com/office/drawing/2014/main" id="{2130B249-76A4-4605-A9BD-328082B23398}"/>
              </a:ext>
            </a:extLst>
          </p:cNvPr>
          <p:cNvSpPr>
            <a:spLocks noGrp="1"/>
          </p:cNvSpPr>
          <p:nvPr>
            <p:ph type="title" hasCustomPrompt="1"/>
          </p:nvPr>
        </p:nvSpPr>
        <p:spPr>
          <a:xfrm>
            <a:off x="527051" y="522131"/>
            <a:ext cx="10442713" cy="449885"/>
          </a:xfrm>
          <a:prstGeom prst="rect">
            <a:avLst/>
          </a:prstGeom>
        </p:spPr>
        <p:txBody>
          <a:bodyPr/>
          <a:lstStyle>
            <a:lvl1pPr>
              <a:defRPr sz="2400" b="1" cap="all" baseline="0">
                <a:solidFill>
                  <a:schemeClr val="accent1"/>
                </a:solidFill>
                <a:latin typeface="Calibri" panose="020F0502020204030204" pitchFamily="34" charset="0"/>
              </a:defRPr>
            </a:lvl1pPr>
          </a:lstStyle>
          <a:p>
            <a:r>
              <a:rPr lang="en-US" noProof="0"/>
              <a:t>HEADLINE</a:t>
            </a:r>
          </a:p>
        </p:txBody>
      </p:sp>
      <p:cxnSp>
        <p:nvCxnSpPr>
          <p:cNvPr id="15" name="Google Shape;870;p163">
            <a:extLst>
              <a:ext uri="{FF2B5EF4-FFF2-40B4-BE49-F238E27FC236}">
                <a16:creationId xmlns:a16="http://schemas.microsoft.com/office/drawing/2014/main" id="{06165A48-6DEC-406D-A53E-E2F2D809B2D0}"/>
              </a:ext>
            </a:extLst>
          </p:cNvPr>
          <p:cNvCxnSpPr>
            <a:cxnSpLocks/>
          </p:cNvCxnSpPr>
          <p:nvPr userDrawn="1"/>
        </p:nvCxnSpPr>
        <p:spPr>
          <a:xfrm>
            <a:off x="637833" y="972016"/>
            <a:ext cx="1071975" cy="0"/>
          </a:xfrm>
          <a:prstGeom prst="straightConnector1">
            <a:avLst/>
          </a:prstGeom>
          <a:noFill/>
          <a:ln w="28575" cap="flat" cmpd="sng">
            <a:solidFill>
              <a:schemeClr val="dk2"/>
            </a:solidFill>
            <a:prstDash val="solid"/>
            <a:round/>
            <a:headEnd type="none" w="med" len="med"/>
            <a:tailEnd type="none" w="med" len="med"/>
          </a:ln>
        </p:spPr>
      </p:cxnSp>
    </p:spTree>
    <p:extLst>
      <p:ext uri="{BB962C8B-B14F-4D97-AF65-F5344CB8AC3E}">
        <p14:creationId xmlns:p14="http://schemas.microsoft.com/office/powerpoint/2010/main" val="1792218938"/>
      </p:ext>
    </p:extLst>
  </p:cSld>
  <p:clrMapOvr>
    <a:masterClrMapping/>
  </p:clrMapOvr>
</p:sldLayout>
</file>

<file path=ppt/slideLayouts/slideLayout241.xml><?xml version="1.0" encoding="utf-8"?>
<p:sldLayout xmlns:a="http://schemas.openxmlformats.org/drawingml/2006/main" xmlns:r="http://schemas.openxmlformats.org/officeDocument/2006/relationships" xmlns:p="http://schemas.openxmlformats.org/presentationml/2006/main" userDrawn="1">
  <p:cSld name="Trusted Partners ">
    <p:spTree>
      <p:nvGrpSpPr>
        <p:cNvPr id="1" name=""/>
        <p:cNvGrpSpPr/>
        <p:nvPr/>
      </p:nvGrpSpPr>
      <p:grpSpPr>
        <a:xfrm>
          <a:off x="0" y="0"/>
          <a:ext cx="0" cy="0"/>
          <a:chOff x="0" y="0"/>
          <a:chExt cx="0" cy="0"/>
        </a:xfrm>
      </p:grpSpPr>
      <p:pic>
        <p:nvPicPr>
          <p:cNvPr id="8" name="Grafik 51"/>
          <p:cNvPicPr>
            <a:picLocks noChangeAspect="1"/>
          </p:cNvPicPr>
          <p:nvPr userDrawn="1"/>
        </p:nvPicPr>
        <p:blipFill rotWithShape="1">
          <a:blip r:embed="rId2" cstate="screen">
            <a:extLst>
              <a:ext uri="{28A0092B-C50C-407E-A947-70E740481C1C}">
                <a14:useLocalDpi xmlns:a14="http://schemas.microsoft.com/office/drawing/2010/main"/>
              </a:ext>
            </a:extLst>
          </a:blip>
          <a:srcRect/>
          <a:stretch/>
        </p:blipFill>
        <p:spPr>
          <a:xfrm>
            <a:off x="6281977" y="1"/>
            <a:ext cx="5910025" cy="6858000"/>
          </a:xfrm>
          <a:prstGeom prst="rect">
            <a:avLst/>
          </a:prstGeom>
        </p:spPr>
      </p:pic>
      <p:sp>
        <p:nvSpPr>
          <p:cNvPr id="9" name="Rechteck 10"/>
          <p:cNvSpPr/>
          <p:nvPr userDrawn="1"/>
        </p:nvSpPr>
        <p:spPr>
          <a:xfrm>
            <a:off x="1" y="0"/>
            <a:ext cx="7886700" cy="6858000"/>
          </a:xfrm>
          <a:custGeom>
            <a:avLst/>
            <a:gdLst>
              <a:gd name="connsiteX0" fmla="*/ 0 w 7886700"/>
              <a:gd name="connsiteY0" fmla="*/ 0 h 6858000"/>
              <a:gd name="connsiteX1" fmla="*/ 7886700 w 7886700"/>
              <a:gd name="connsiteY1" fmla="*/ 0 h 6858000"/>
              <a:gd name="connsiteX2" fmla="*/ 7886700 w 7886700"/>
              <a:gd name="connsiteY2" fmla="*/ 6858000 h 6858000"/>
              <a:gd name="connsiteX3" fmla="*/ 0 w 7886700"/>
              <a:gd name="connsiteY3" fmla="*/ 6858000 h 6858000"/>
              <a:gd name="connsiteX4" fmla="*/ 0 w 7886700"/>
              <a:gd name="connsiteY4" fmla="*/ 0 h 6858000"/>
              <a:gd name="connsiteX0" fmla="*/ 0 w 7886700"/>
              <a:gd name="connsiteY0" fmla="*/ 0 h 6858000"/>
              <a:gd name="connsiteX1" fmla="*/ 7886700 w 7886700"/>
              <a:gd name="connsiteY1" fmla="*/ 0 h 6858000"/>
              <a:gd name="connsiteX2" fmla="*/ 4445000 w 7886700"/>
              <a:gd name="connsiteY2" fmla="*/ 6858000 h 6858000"/>
              <a:gd name="connsiteX3" fmla="*/ 0 w 7886700"/>
              <a:gd name="connsiteY3" fmla="*/ 6858000 h 6858000"/>
              <a:gd name="connsiteX4" fmla="*/ 0 w 7886700"/>
              <a:gd name="connsiteY4" fmla="*/ 0 h 6858000"/>
              <a:gd name="connsiteX0" fmla="*/ 0 w 7886700"/>
              <a:gd name="connsiteY0" fmla="*/ 0 h 6858000"/>
              <a:gd name="connsiteX1" fmla="*/ 7886700 w 7886700"/>
              <a:gd name="connsiteY1" fmla="*/ 0 h 6858000"/>
              <a:gd name="connsiteX2" fmla="*/ 6451600 w 7886700"/>
              <a:gd name="connsiteY2" fmla="*/ 6845300 h 6858000"/>
              <a:gd name="connsiteX3" fmla="*/ 0 w 7886700"/>
              <a:gd name="connsiteY3" fmla="*/ 6858000 h 6858000"/>
              <a:gd name="connsiteX4" fmla="*/ 0 w 7886700"/>
              <a:gd name="connsiteY4" fmla="*/ 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886700" h="6858000">
                <a:moveTo>
                  <a:pt x="0" y="0"/>
                </a:moveTo>
                <a:lnTo>
                  <a:pt x="7886700" y="0"/>
                </a:lnTo>
                <a:lnTo>
                  <a:pt x="6451600" y="6845300"/>
                </a:lnTo>
                <a:lnTo>
                  <a:pt x="0" y="6858000"/>
                </a:lnTo>
                <a:lnTo>
                  <a:pt x="0" y="0"/>
                </a:ln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sz="1400">
              <a:solidFill>
                <a:schemeClr val="bg1"/>
              </a:solidFill>
              <a:latin typeface="Calibri" panose="020F0502020204030204" pitchFamily="34" charset="0"/>
            </a:endParaRPr>
          </a:p>
        </p:txBody>
      </p:sp>
      <p:sp>
        <p:nvSpPr>
          <p:cNvPr id="10" name="Rechteck 7"/>
          <p:cNvSpPr/>
          <p:nvPr userDrawn="1"/>
        </p:nvSpPr>
        <p:spPr>
          <a:xfrm rot="691985">
            <a:off x="7149077" y="-370226"/>
            <a:ext cx="5654784" cy="7872588"/>
          </a:xfrm>
          <a:custGeom>
            <a:avLst/>
            <a:gdLst>
              <a:gd name="connsiteX0" fmla="*/ 0 w 5198844"/>
              <a:gd name="connsiteY0" fmla="*/ 0 h 7932741"/>
              <a:gd name="connsiteX1" fmla="*/ 5198844 w 5198844"/>
              <a:gd name="connsiteY1" fmla="*/ 0 h 7932741"/>
              <a:gd name="connsiteX2" fmla="*/ 5198844 w 5198844"/>
              <a:gd name="connsiteY2" fmla="*/ 7932741 h 7932741"/>
              <a:gd name="connsiteX3" fmla="*/ 0 w 5198844"/>
              <a:gd name="connsiteY3" fmla="*/ 7932741 h 7932741"/>
              <a:gd name="connsiteX4" fmla="*/ 0 w 5198844"/>
              <a:gd name="connsiteY4" fmla="*/ 0 h 7932741"/>
              <a:gd name="connsiteX0" fmla="*/ 10409 w 5209253"/>
              <a:gd name="connsiteY0" fmla="*/ 0 h 7932741"/>
              <a:gd name="connsiteX1" fmla="*/ 5209253 w 5209253"/>
              <a:gd name="connsiteY1" fmla="*/ 0 h 7932741"/>
              <a:gd name="connsiteX2" fmla="*/ 5209253 w 5209253"/>
              <a:gd name="connsiteY2" fmla="*/ 7932741 h 7932741"/>
              <a:gd name="connsiteX3" fmla="*/ 0 w 5209253"/>
              <a:gd name="connsiteY3" fmla="*/ 7818210 h 7932741"/>
              <a:gd name="connsiteX4" fmla="*/ 10409 w 5209253"/>
              <a:gd name="connsiteY4" fmla="*/ 0 h 7932741"/>
              <a:gd name="connsiteX0" fmla="*/ 10409 w 5209253"/>
              <a:gd name="connsiteY0" fmla="*/ 0 h 7818210"/>
              <a:gd name="connsiteX1" fmla="*/ 5209253 w 5209253"/>
              <a:gd name="connsiteY1" fmla="*/ 0 h 7818210"/>
              <a:gd name="connsiteX2" fmla="*/ 4163522 w 5209253"/>
              <a:gd name="connsiteY2" fmla="*/ 6746262 h 7818210"/>
              <a:gd name="connsiteX3" fmla="*/ 0 w 5209253"/>
              <a:gd name="connsiteY3" fmla="*/ 7818210 h 7818210"/>
              <a:gd name="connsiteX4" fmla="*/ 10409 w 5209253"/>
              <a:gd name="connsiteY4" fmla="*/ 0 h 7818210"/>
              <a:gd name="connsiteX0" fmla="*/ 10409 w 5209253"/>
              <a:gd name="connsiteY0" fmla="*/ 0 h 7818210"/>
              <a:gd name="connsiteX1" fmla="*/ 5209253 w 5209253"/>
              <a:gd name="connsiteY1" fmla="*/ 0 h 7818210"/>
              <a:gd name="connsiteX2" fmla="*/ 4644752 w 5209253"/>
              <a:gd name="connsiteY2" fmla="*/ 6881376 h 7818210"/>
              <a:gd name="connsiteX3" fmla="*/ 0 w 5209253"/>
              <a:gd name="connsiteY3" fmla="*/ 7818210 h 7818210"/>
              <a:gd name="connsiteX4" fmla="*/ 10409 w 5209253"/>
              <a:gd name="connsiteY4" fmla="*/ 0 h 7818210"/>
              <a:gd name="connsiteX0" fmla="*/ 10409 w 4644752"/>
              <a:gd name="connsiteY0" fmla="*/ 0 h 7818210"/>
              <a:gd name="connsiteX1" fmla="*/ 2914556 w 4644752"/>
              <a:gd name="connsiteY1" fmla="*/ 442318 h 7818210"/>
              <a:gd name="connsiteX2" fmla="*/ 4644752 w 4644752"/>
              <a:gd name="connsiteY2" fmla="*/ 6881376 h 7818210"/>
              <a:gd name="connsiteX3" fmla="*/ 0 w 4644752"/>
              <a:gd name="connsiteY3" fmla="*/ 7818210 h 7818210"/>
              <a:gd name="connsiteX4" fmla="*/ 10409 w 4644752"/>
              <a:gd name="connsiteY4" fmla="*/ 0 h 7818210"/>
              <a:gd name="connsiteX0" fmla="*/ 10409 w 4644752"/>
              <a:gd name="connsiteY0" fmla="*/ 0 h 7818210"/>
              <a:gd name="connsiteX1" fmla="*/ 3289646 w 4644752"/>
              <a:gd name="connsiteY1" fmla="*/ 184317 h 7818210"/>
              <a:gd name="connsiteX2" fmla="*/ 4644752 w 4644752"/>
              <a:gd name="connsiteY2" fmla="*/ 6881376 h 7818210"/>
              <a:gd name="connsiteX3" fmla="*/ 0 w 4644752"/>
              <a:gd name="connsiteY3" fmla="*/ 7818210 h 7818210"/>
              <a:gd name="connsiteX4" fmla="*/ 10409 w 4644752"/>
              <a:gd name="connsiteY4" fmla="*/ 0 h 7818210"/>
              <a:gd name="connsiteX0" fmla="*/ 1245 w 4644752"/>
              <a:gd name="connsiteY0" fmla="*/ 660064 h 7633893"/>
              <a:gd name="connsiteX1" fmla="*/ 3289646 w 4644752"/>
              <a:gd name="connsiteY1" fmla="*/ 0 h 7633893"/>
              <a:gd name="connsiteX2" fmla="*/ 4644752 w 4644752"/>
              <a:gd name="connsiteY2" fmla="*/ 6697059 h 7633893"/>
              <a:gd name="connsiteX3" fmla="*/ 0 w 4644752"/>
              <a:gd name="connsiteY3" fmla="*/ 7633893 h 7633893"/>
              <a:gd name="connsiteX4" fmla="*/ 1245 w 4644752"/>
              <a:gd name="connsiteY4" fmla="*/ 660064 h 7633893"/>
              <a:gd name="connsiteX0" fmla="*/ 1245 w 4644752"/>
              <a:gd name="connsiteY0" fmla="*/ 880465 h 7854294"/>
              <a:gd name="connsiteX1" fmla="*/ 4242723 w 4644752"/>
              <a:gd name="connsiteY1" fmla="*/ 0 h 7854294"/>
              <a:gd name="connsiteX2" fmla="*/ 4644752 w 4644752"/>
              <a:gd name="connsiteY2" fmla="*/ 6917460 h 7854294"/>
              <a:gd name="connsiteX3" fmla="*/ 0 w 4644752"/>
              <a:gd name="connsiteY3" fmla="*/ 7854294 h 7854294"/>
              <a:gd name="connsiteX4" fmla="*/ 1245 w 4644752"/>
              <a:gd name="connsiteY4" fmla="*/ 880465 h 7854294"/>
              <a:gd name="connsiteX0" fmla="*/ 1245 w 5620429"/>
              <a:gd name="connsiteY0" fmla="*/ 880465 h 7854294"/>
              <a:gd name="connsiteX1" fmla="*/ 4242723 w 5620429"/>
              <a:gd name="connsiteY1" fmla="*/ 0 h 7854294"/>
              <a:gd name="connsiteX2" fmla="*/ 5620429 w 5620429"/>
              <a:gd name="connsiteY2" fmla="*/ 6744293 h 7854294"/>
              <a:gd name="connsiteX3" fmla="*/ 0 w 5620429"/>
              <a:gd name="connsiteY3" fmla="*/ 7854294 h 7854294"/>
              <a:gd name="connsiteX4" fmla="*/ 1245 w 5620429"/>
              <a:gd name="connsiteY4" fmla="*/ 880465 h 7854294"/>
              <a:gd name="connsiteX0" fmla="*/ 8610 w 5620429"/>
              <a:gd name="connsiteY0" fmla="*/ 853039 h 7854294"/>
              <a:gd name="connsiteX1" fmla="*/ 4242723 w 5620429"/>
              <a:gd name="connsiteY1" fmla="*/ 0 h 7854294"/>
              <a:gd name="connsiteX2" fmla="*/ 5620429 w 5620429"/>
              <a:gd name="connsiteY2" fmla="*/ 6744293 h 7854294"/>
              <a:gd name="connsiteX3" fmla="*/ 0 w 5620429"/>
              <a:gd name="connsiteY3" fmla="*/ 7854294 h 7854294"/>
              <a:gd name="connsiteX4" fmla="*/ 8610 w 5620429"/>
              <a:gd name="connsiteY4" fmla="*/ 853039 h 7854294"/>
              <a:gd name="connsiteX0" fmla="*/ 17660 w 5629479"/>
              <a:gd name="connsiteY0" fmla="*/ 853039 h 7856140"/>
              <a:gd name="connsiteX1" fmla="*/ 4251773 w 5629479"/>
              <a:gd name="connsiteY1" fmla="*/ 0 h 7856140"/>
              <a:gd name="connsiteX2" fmla="*/ 5629479 w 5629479"/>
              <a:gd name="connsiteY2" fmla="*/ 6744293 h 7856140"/>
              <a:gd name="connsiteX3" fmla="*/ 0 w 5629479"/>
              <a:gd name="connsiteY3" fmla="*/ 7856140 h 7856140"/>
              <a:gd name="connsiteX4" fmla="*/ 17660 w 5629479"/>
              <a:gd name="connsiteY4" fmla="*/ 853039 h 7856140"/>
              <a:gd name="connsiteX0" fmla="*/ 17660 w 5629479"/>
              <a:gd name="connsiteY0" fmla="*/ 853039 h 7856140"/>
              <a:gd name="connsiteX1" fmla="*/ 4251773 w 5629479"/>
              <a:gd name="connsiteY1" fmla="*/ 0 h 7856140"/>
              <a:gd name="connsiteX2" fmla="*/ 5629479 w 5629479"/>
              <a:gd name="connsiteY2" fmla="*/ 6744293 h 7856140"/>
              <a:gd name="connsiteX3" fmla="*/ 0 w 5629479"/>
              <a:gd name="connsiteY3" fmla="*/ 7856140 h 7856140"/>
              <a:gd name="connsiteX4" fmla="*/ 17660 w 5629479"/>
              <a:gd name="connsiteY4" fmla="*/ 853039 h 7856140"/>
              <a:gd name="connsiteX0" fmla="*/ 8610 w 5620429"/>
              <a:gd name="connsiteY0" fmla="*/ 853039 h 7854294"/>
              <a:gd name="connsiteX1" fmla="*/ 4242723 w 5620429"/>
              <a:gd name="connsiteY1" fmla="*/ 0 h 7854294"/>
              <a:gd name="connsiteX2" fmla="*/ 5620429 w 5620429"/>
              <a:gd name="connsiteY2" fmla="*/ 6744293 h 7854294"/>
              <a:gd name="connsiteX3" fmla="*/ 0 w 5620429"/>
              <a:gd name="connsiteY3" fmla="*/ 7854294 h 7854294"/>
              <a:gd name="connsiteX4" fmla="*/ 8610 w 5620429"/>
              <a:gd name="connsiteY4" fmla="*/ 853039 h 7854294"/>
              <a:gd name="connsiteX0" fmla="*/ 8610 w 5611379"/>
              <a:gd name="connsiteY0" fmla="*/ 853039 h 7854294"/>
              <a:gd name="connsiteX1" fmla="*/ 4242723 w 5611379"/>
              <a:gd name="connsiteY1" fmla="*/ 0 h 7854294"/>
              <a:gd name="connsiteX2" fmla="*/ 5611379 w 5611379"/>
              <a:gd name="connsiteY2" fmla="*/ 6746140 h 7854294"/>
              <a:gd name="connsiteX3" fmla="*/ 0 w 5611379"/>
              <a:gd name="connsiteY3" fmla="*/ 7854294 h 7854294"/>
              <a:gd name="connsiteX4" fmla="*/ 8610 w 5611379"/>
              <a:gd name="connsiteY4" fmla="*/ 853039 h 7854294"/>
              <a:gd name="connsiteX0" fmla="*/ 8610 w 5611379"/>
              <a:gd name="connsiteY0" fmla="*/ 853039 h 7854294"/>
              <a:gd name="connsiteX1" fmla="*/ 4242723 w 5611379"/>
              <a:gd name="connsiteY1" fmla="*/ 0 h 7854294"/>
              <a:gd name="connsiteX2" fmla="*/ 5611379 w 5611379"/>
              <a:gd name="connsiteY2" fmla="*/ 6746140 h 7854294"/>
              <a:gd name="connsiteX3" fmla="*/ 0 w 5611379"/>
              <a:gd name="connsiteY3" fmla="*/ 7854294 h 7854294"/>
              <a:gd name="connsiteX4" fmla="*/ 8610 w 5611379"/>
              <a:gd name="connsiteY4" fmla="*/ 853039 h 7854294"/>
              <a:gd name="connsiteX0" fmla="*/ 8610 w 5611379"/>
              <a:gd name="connsiteY0" fmla="*/ 853039 h 7854294"/>
              <a:gd name="connsiteX1" fmla="*/ 4242723 w 5611379"/>
              <a:gd name="connsiteY1" fmla="*/ 0 h 7854294"/>
              <a:gd name="connsiteX2" fmla="*/ 5611379 w 5611379"/>
              <a:gd name="connsiteY2" fmla="*/ 6746140 h 7854294"/>
              <a:gd name="connsiteX3" fmla="*/ 0 w 5611379"/>
              <a:gd name="connsiteY3" fmla="*/ 7854294 h 7854294"/>
              <a:gd name="connsiteX4" fmla="*/ 8610 w 5611379"/>
              <a:gd name="connsiteY4" fmla="*/ 853039 h 7854294"/>
              <a:gd name="connsiteX0" fmla="*/ 33913 w 5636682"/>
              <a:gd name="connsiteY0" fmla="*/ 853039 h 7868885"/>
              <a:gd name="connsiteX1" fmla="*/ 4268026 w 5636682"/>
              <a:gd name="connsiteY1" fmla="*/ 0 h 7868885"/>
              <a:gd name="connsiteX2" fmla="*/ 5636682 w 5636682"/>
              <a:gd name="connsiteY2" fmla="*/ 6746140 h 7868885"/>
              <a:gd name="connsiteX3" fmla="*/ 0 w 5636682"/>
              <a:gd name="connsiteY3" fmla="*/ 7868885 h 7868885"/>
              <a:gd name="connsiteX4" fmla="*/ 33913 w 5636682"/>
              <a:gd name="connsiteY4" fmla="*/ 853039 h 7868885"/>
              <a:gd name="connsiteX0" fmla="*/ 33915 w 5636684"/>
              <a:gd name="connsiteY0" fmla="*/ 853039 h 7868894"/>
              <a:gd name="connsiteX1" fmla="*/ 4268028 w 5636684"/>
              <a:gd name="connsiteY1" fmla="*/ 0 h 7868894"/>
              <a:gd name="connsiteX2" fmla="*/ 5636684 w 5636684"/>
              <a:gd name="connsiteY2" fmla="*/ 6746140 h 7868894"/>
              <a:gd name="connsiteX3" fmla="*/ 2 w 5636684"/>
              <a:gd name="connsiteY3" fmla="*/ 7868885 h 7868894"/>
              <a:gd name="connsiteX4" fmla="*/ 33915 w 5636684"/>
              <a:gd name="connsiteY4" fmla="*/ 853039 h 7868894"/>
              <a:gd name="connsiteX0" fmla="*/ 52015 w 5654784"/>
              <a:gd name="connsiteY0" fmla="*/ 853039 h 7872588"/>
              <a:gd name="connsiteX1" fmla="*/ 4286128 w 5654784"/>
              <a:gd name="connsiteY1" fmla="*/ 0 h 7872588"/>
              <a:gd name="connsiteX2" fmla="*/ 5654784 w 5654784"/>
              <a:gd name="connsiteY2" fmla="*/ 6746140 h 7872588"/>
              <a:gd name="connsiteX3" fmla="*/ 2 w 5654784"/>
              <a:gd name="connsiteY3" fmla="*/ 7872579 h 7872588"/>
              <a:gd name="connsiteX4" fmla="*/ 52015 w 5654784"/>
              <a:gd name="connsiteY4" fmla="*/ 853039 h 787258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654784" h="7872588">
                <a:moveTo>
                  <a:pt x="52015" y="853039"/>
                </a:moveTo>
                <a:lnTo>
                  <a:pt x="4286128" y="0"/>
                </a:lnTo>
                <a:cubicBezTo>
                  <a:pt x="4742347" y="2248713"/>
                  <a:pt x="5645640" y="6734593"/>
                  <a:pt x="5654784" y="6746140"/>
                </a:cubicBezTo>
                <a:cubicBezTo>
                  <a:pt x="5650446" y="6744161"/>
                  <a:pt x="-4710" y="7876403"/>
                  <a:pt x="2" y="7872579"/>
                </a:cubicBezTo>
                <a:cubicBezTo>
                  <a:pt x="3472" y="5266509"/>
                  <a:pt x="48545" y="3459109"/>
                  <a:pt x="52015" y="853039"/>
                </a:cubicBezTo>
                <a:close/>
              </a:path>
            </a:pathLst>
          </a:custGeom>
          <a:solidFill>
            <a:srgbClr val="F7F6F4">
              <a:alpha val="73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sz="1400">
              <a:latin typeface="Calibri" panose="020F0502020204030204" pitchFamily="34" charset="0"/>
            </a:endParaRPr>
          </a:p>
        </p:txBody>
      </p:sp>
      <p:pic>
        <p:nvPicPr>
          <p:cNvPr id="11" name="Grafik 11"/>
          <p:cNvPicPr>
            <a:picLocks noChangeAspect="1"/>
          </p:cNvPicPr>
          <p:nvPr userDrawn="1"/>
        </p:nvPicPr>
        <p:blipFill>
          <a:blip r:embed="rId3" cstate="email">
            <a:extLst>
              <a:ext uri="{28A0092B-C50C-407E-A947-70E740481C1C}">
                <a14:useLocalDpi xmlns:a14="http://schemas.microsoft.com/office/drawing/2010/main"/>
              </a:ext>
            </a:extLst>
          </a:blip>
          <a:stretch>
            <a:fillRect/>
          </a:stretch>
        </p:blipFill>
        <p:spPr>
          <a:xfrm>
            <a:off x="10821537" y="295772"/>
            <a:ext cx="1016235" cy="155088"/>
          </a:xfrm>
          <a:prstGeom prst="rect">
            <a:avLst/>
          </a:prstGeom>
        </p:spPr>
      </p:pic>
      <p:sp>
        <p:nvSpPr>
          <p:cNvPr id="12" name="Rechteck 11">
            <a:extLst>
              <a:ext uri="{FF2B5EF4-FFF2-40B4-BE49-F238E27FC236}">
                <a16:creationId xmlns:a16="http://schemas.microsoft.com/office/drawing/2014/main" id="{4564D53E-D3E2-495B-A410-DEAD03056EF9}"/>
              </a:ext>
            </a:extLst>
          </p:cNvPr>
          <p:cNvSpPr/>
          <p:nvPr userDrawn="1"/>
        </p:nvSpPr>
        <p:spPr>
          <a:xfrm>
            <a:off x="629445" y="571586"/>
            <a:ext cx="2651723" cy="45719"/>
          </a:xfrm>
          <a:prstGeom prst="rect">
            <a:avLst/>
          </a:prstGeom>
          <a:solidFill>
            <a:srgbClr val="15A7D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sz="1400">
              <a:latin typeface="Calibri" panose="020F0502020204030204" pitchFamily="34" charset="0"/>
            </a:endParaRPr>
          </a:p>
        </p:txBody>
      </p:sp>
      <p:sp>
        <p:nvSpPr>
          <p:cNvPr id="13" name="Titel 21">
            <a:extLst>
              <a:ext uri="{FF2B5EF4-FFF2-40B4-BE49-F238E27FC236}">
                <a16:creationId xmlns:a16="http://schemas.microsoft.com/office/drawing/2014/main" id="{7794D0F6-1EED-492D-BAAA-C25AB941895E}"/>
              </a:ext>
            </a:extLst>
          </p:cNvPr>
          <p:cNvSpPr>
            <a:spLocks noGrp="1"/>
          </p:cNvSpPr>
          <p:nvPr>
            <p:ph type="title" hasCustomPrompt="1"/>
          </p:nvPr>
        </p:nvSpPr>
        <p:spPr>
          <a:xfrm>
            <a:off x="527051" y="237018"/>
            <a:ext cx="4466291" cy="272196"/>
          </a:xfrm>
          <a:prstGeom prst="rect">
            <a:avLst/>
          </a:prstGeom>
        </p:spPr>
        <p:txBody>
          <a:bodyPr/>
          <a:lstStyle>
            <a:lvl1pPr>
              <a:defRPr sz="1800" b="1">
                <a:solidFill>
                  <a:schemeClr val="tx2"/>
                </a:solidFill>
                <a:latin typeface="Calibri" panose="020F0502020204030204" pitchFamily="34" charset="0"/>
              </a:defRPr>
            </a:lvl1pPr>
          </a:lstStyle>
          <a:p>
            <a:r>
              <a:rPr lang="de-DE"/>
              <a:t>MASTERTITELFORMAT BEARBEITEN</a:t>
            </a:r>
          </a:p>
        </p:txBody>
      </p:sp>
    </p:spTree>
    <p:extLst>
      <p:ext uri="{BB962C8B-B14F-4D97-AF65-F5344CB8AC3E}">
        <p14:creationId xmlns:p14="http://schemas.microsoft.com/office/powerpoint/2010/main" val="1639596458"/>
      </p:ext>
    </p:extLst>
  </p:cSld>
  <p:clrMapOvr>
    <a:masterClrMapping/>
  </p:clrMapOvr>
</p:sldLayout>
</file>

<file path=ppt/slideLayouts/slideLayout242.xml><?xml version="1.0" encoding="utf-8"?>
<p:sldLayout xmlns:a="http://schemas.openxmlformats.org/drawingml/2006/main" xmlns:r="http://schemas.openxmlformats.org/officeDocument/2006/relationships" xmlns:p="http://schemas.openxmlformats.org/presentationml/2006/main" userDrawn="1">
  <p:cSld name="Vide">
    <p:spTree>
      <p:nvGrpSpPr>
        <p:cNvPr id="1" name=""/>
        <p:cNvGrpSpPr/>
        <p:nvPr/>
      </p:nvGrpSpPr>
      <p:grpSpPr>
        <a:xfrm>
          <a:off x="0" y="0"/>
          <a:ext cx="0" cy="0"/>
          <a:chOff x="0" y="0"/>
          <a:chExt cx="0" cy="0"/>
        </a:xfrm>
      </p:grpSpPr>
      <p:graphicFrame>
        <p:nvGraphicFramePr>
          <p:cNvPr id="5" name="Object 4" hidden="1"/>
          <p:cNvGraphicFramePr>
            <a:graphicFrameLocks noChangeAspect="1"/>
          </p:cNvGraphicFramePr>
          <p:nvPr>
            <p:custDataLst>
              <p:tags r:id="rId1"/>
            </p:custDataLst>
          </p:nvPr>
        </p:nvGraphicFramePr>
        <p:xfrm>
          <a:off x="1587" y="1588"/>
          <a:ext cx="1587" cy="1587"/>
        </p:xfrm>
        <a:graphic>
          <a:graphicData uri="http://schemas.openxmlformats.org/presentationml/2006/ole">
            <mc:AlternateContent xmlns:mc="http://schemas.openxmlformats.org/markup-compatibility/2006">
              <mc:Choice xmlns:v="urn:schemas-microsoft-com:vml" Requires="v">
                <p:oleObj name="think-cell Slide" r:id="rId3" imgW="270" imgH="270" progId="TCLayout.ActiveDocument.1">
                  <p:embed/>
                </p:oleObj>
              </mc:Choice>
              <mc:Fallback>
                <p:oleObj name="think-cell Slide" r:id="rId3" imgW="270" imgH="270" progId="TCLayout.ActiveDocument.1">
                  <p:embed/>
                  <p:pic>
                    <p:nvPicPr>
                      <p:cNvPr id="5" name="Object 4" hidden="1"/>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587" y="1588"/>
                        <a:ext cx="1587" cy="1587"/>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Tree>
    <p:extLst>
      <p:ext uri="{BB962C8B-B14F-4D97-AF65-F5344CB8AC3E}">
        <p14:creationId xmlns:p14="http://schemas.microsoft.com/office/powerpoint/2010/main" val="3991757719"/>
      </p:ext>
    </p:extLst>
  </p:cSld>
  <p:clrMapOvr>
    <a:masterClrMapping/>
  </p:clrMapOvr>
</p:sldLayout>
</file>

<file path=ppt/slideLayouts/slideLayout243.xml><?xml version="1.0" encoding="utf-8"?>
<p:sldLayout xmlns:a="http://schemas.openxmlformats.org/drawingml/2006/main" xmlns:r="http://schemas.openxmlformats.org/officeDocument/2006/relationships" xmlns:p="http://schemas.openxmlformats.org/presentationml/2006/main" userDrawn="1">
  <p:cSld name="Agenda 2">
    <p:spTree>
      <p:nvGrpSpPr>
        <p:cNvPr id="1" name=""/>
        <p:cNvGrpSpPr/>
        <p:nvPr/>
      </p:nvGrpSpPr>
      <p:grpSpPr>
        <a:xfrm>
          <a:off x="0" y="0"/>
          <a:ext cx="0" cy="0"/>
          <a:chOff x="0" y="0"/>
          <a:chExt cx="0" cy="0"/>
        </a:xfrm>
      </p:grpSpPr>
      <p:sp>
        <p:nvSpPr>
          <p:cNvPr id="11" name="Title 1"/>
          <p:cNvSpPr>
            <a:spLocks noGrp="1"/>
          </p:cNvSpPr>
          <p:nvPr>
            <p:ph type="title"/>
          </p:nvPr>
        </p:nvSpPr>
        <p:spPr>
          <a:xfrm>
            <a:off x="227349" y="0"/>
            <a:ext cx="11125236" cy="1104900"/>
          </a:xfrm>
          <a:prstGeom prst="rect">
            <a:avLst/>
          </a:prstGeom>
        </p:spPr>
        <p:txBody>
          <a:bodyPr/>
          <a:lstStyle/>
          <a:p>
            <a:r>
              <a:rPr lang="fr-FR"/>
              <a:t>Modifiez le style du titre</a:t>
            </a:r>
            <a:endParaRPr lang="en-GB"/>
          </a:p>
        </p:txBody>
      </p:sp>
      <p:sp>
        <p:nvSpPr>
          <p:cNvPr id="20" name="Picture Placeholder 47">
            <a:extLst>
              <a:ext uri="{FF2B5EF4-FFF2-40B4-BE49-F238E27FC236}">
                <a16:creationId xmlns:a16="http://schemas.microsoft.com/office/drawing/2014/main" id="{51CA337D-4B25-44C1-847A-AC0D74277B60}"/>
              </a:ext>
              <a:ext uri="{C183D7F6-B498-43B3-948B-1728B52AA6E4}">
                <adec:decorative xmlns:adec="http://schemas.microsoft.com/office/drawing/2017/decorative" val="1"/>
              </a:ext>
            </a:extLst>
          </p:cNvPr>
          <p:cNvSpPr>
            <a:spLocks noGrp="1"/>
          </p:cNvSpPr>
          <p:nvPr>
            <p:ph type="pic" sz="quarter" idx="19"/>
          </p:nvPr>
        </p:nvSpPr>
        <p:spPr>
          <a:xfrm>
            <a:off x="0" y="1192909"/>
            <a:ext cx="5591944" cy="5260428"/>
          </a:xfrm>
          <a:prstGeom prst="rect">
            <a:avLst/>
          </a:prstGeom>
        </p:spPr>
        <p:txBody>
          <a:bodyPr anchor="ctr"/>
          <a:lstStyle>
            <a:lvl1pPr algn="ctr">
              <a:defRPr/>
            </a:lvl1pPr>
          </a:lstStyle>
          <a:p>
            <a:r>
              <a:rPr lang="fr-FR"/>
              <a:t>Cliquez sur l'icône pour ajouter une image</a:t>
            </a:r>
            <a:endParaRPr lang="pt-PT"/>
          </a:p>
        </p:txBody>
      </p:sp>
      <p:sp>
        <p:nvSpPr>
          <p:cNvPr id="12" name="Text Placeholder 7">
            <a:extLst>
              <a:ext uri="{FF2B5EF4-FFF2-40B4-BE49-F238E27FC236}">
                <a16:creationId xmlns:a16="http://schemas.microsoft.com/office/drawing/2014/main" id="{3E908611-FBB7-4987-BE0F-F09EAF1FFC80}"/>
              </a:ext>
            </a:extLst>
          </p:cNvPr>
          <p:cNvSpPr>
            <a:spLocks noGrp="1"/>
          </p:cNvSpPr>
          <p:nvPr>
            <p:ph type="body" sz="quarter" idx="11" hasCustomPrompt="1"/>
          </p:nvPr>
        </p:nvSpPr>
        <p:spPr>
          <a:xfrm>
            <a:off x="6600059" y="1192909"/>
            <a:ext cx="5007742" cy="555448"/>
          </a:xfrm>
          <a:prstGeom prst="rect">
            <a:avLst/>
          </a:prstGeom>
        </p:spPr>
        <p:txBody>
          <a:bodyPr anchor="ctr">
            <a:noAutofit/>
          </a:bodyPr>
          <a:lstStyle>
            <a:lvl1pPr>
              <a:lnSpc>
                <a:spcPct val="100000"/>
              </a:lnSpc>
              <a:defRPr sz="1300"/>
            </a:lvl1pPr>
            <a:lvl2pPr>
              <a:lnSpc>
                <a:spcPct val="100000"/>
              </a:lnSpc>
              <a:defRPr sz="1400"/>
            </a:lvl2pPr>
            <a:lvl3pPr>
              <a:lnSpc>
                <a:spcPct val="100000"/>
              </a:lnSpc>
              <a:defRPr sz="1400"/>
            </a:lvl3pPr>
            <a:lvl4pPr>
              <a:lnSpc>
                <a:spcPct val="100000"/>
              </a:lnSpc>
              <a:defRPr sz="1400"/>
            </a:lvl4pPr>
            <a:lvl5pPr>
              <a:lnSpc>
                <a:spcPct val="100000"/>
              </a:lnSpc>
              <a:defRPr sz="1400"/>
            </a:lvl5pPr>
          </a:lstStyle>
          <a:p>
            <a:pPr lvl="0"/>
            <a:r>
              <a:rPr lang="en-US"/>
              <a:t>Click to insert text</a:t>
            </a:r>
          </a:p>
        </p:txBody>
      </p:sp>
      <p:sp>
        <p:nvSpPr>
          <p:cNvPr id="13" name="Text Placeholder 7">
            <a:extLst>
              <a:ext uri="{FF2B5EF4-FFF2-40B4-BE49-F238E27FC236}">
                <a16:creationId xmlns:a16="http://schemas.microsoft.com/office/drawing/2014/main" id="{306025B9-0362-4974-8920-7C764289CBA0}"/>
              </a:ext>
            </a:extLst>
          </p:cNvPr>
          <p:cNvSpPr>
            <a:spLocks noGrp="1"/>
          </p:cNvSpPr>
          <p:nvPr>
            <p:ph type="body" sz="quarter" idx="12" hasCustomPrompt="1"/>
          </p:nvPr>
        </p:nvSpPr>
        <p:spPr>
          <a:xfrm>
            <a:off x="6600059" y="1865049"/>
            <a:ext cx="5007742" cy="555448"/>
          </a:xfrm>
          <a:prstGeom prst="rect">
            <a:avLst/>
          </a:prstGeom>
        </p:spPr>
        <p:txBody>
          <a:bodyPr anchor="ctr">
            <a:noAutofit/>
          </a:bodyPr>
          <a:lstStyle>
            <a:lvl1pPr marL="0" marR="0" indent="0" algn="l" defTabSz="914400" rtl="0" eaLnBrk="1" fontAlgn="auto" latinLnBrk="0" hangingPunct="1">
              <a:lnSpc>
                <a:spcPct val="100000"/>
              </a:lnSpc>
              <a:spcBef>
                <a:spcPts val="1000"/>
              </a:spcBef>
              <a:spcAft>
                <a:spcPts val="0"/>
              </a:spcAft>
              <a:buClrTx/>
              <a:buSzTx/>
              <a:buFont typeface="Arial" panose="020B0604020202020204" pitchFamily="34" charset="0"/>
              <a:buNone/>
              <a:tabLst/>
              <a:defRPr sz="1300"/>
            </a:lvl1pPr>
            <a:lvl2pPr>
              <a:lnSpc>
                <a:spcPct val="100000"/>
              </a:lnSpc>
              <a:defRPr sz="1400"/>
            </a:lvl2pPr>
            <a:lvl3pPr>
              <a:lnSpc>
                <a:spcPct val="100000"/>
              </a:lnSpc>
              <a:defRPr sz="1400"/>
            </a:lvl3pPr>
            <a:lvl4pPr>
              <a:lnSpc>
                <a:spcPct val="100000"/>
              </a:lnSpc>
              <a:defRPr sz="1400"/>
            </a:lvl4pPr>
            <a:lvl5pPr>
              <a:lnSpc>
                <a:spcPct val="100000"/>
              </a:lnSpc>
              <a:defRPr sz="1400"/>
            </a:lvl5pPr>
          </a:lstStyle>
          <a:p>
            <a:pPr marL="0" marR="0" lvl="0" indent="0" algn="l" defTabSz="914400" rtl="0" eaLnBrk="1" fontAlgn="auto" latinLnBrk="0" hangingPunct="1">
              <a:lnSpc>
                <a:spcPct val="100000"/>
              </a:lnSpc>
              <a:spcBef>
                <a:spcPts val="1000"/>
              </a:spcBef>
              <a:spcAft>
                <a:spcPts val="0"/>
              </a:spcAft>
              <a:buClrTx/>
              <a:buSzTx/>
              <a:buFont typeface="Arial" panose="020B0604020202020204" pitchFamily="34" charset="0"/>
              <a:buNone/>
              <a:tabLst/>
              <a:defRPr/>
            </a:pPr>
            <a:r>
              <a:rPr lang="en-US"/>
              <a:t>Click to insert text</a:t>
            </a:r>
          </a:p>
        </p:txBody>
      </p:sp>
      <p:sp>
        <p:nvSpPr>
          <p:cNvPr id="14" name="Text Placeholder 7">
            <a:extLst>
              <a:ext uri="{FF2B5EF4-FFF2-40B4-BE49-F238E27FC236}">
                <a16:creationId xmlns:a16="http://schemas.microsoft.com/office/drawing/2014/main" id="{257644F2-F28D-4087-B791-1E7F26C4AD1C}"/>
              </a:ext>
            </a:extLst>
          </p:cNvPr>
          <p:cNvSpPr>
            <a:spLocks noGrp="1"/>
          </p:cNvSpPr>
          <p:nvPr>
            <p:ph type="body" sz="quarter" idx="13" hasCustomPrompt="1"/>
          </p:nvPr>
        </p:nvSpPr>
        <p:spPr>
          <a:xfrm>
            <a:off x="6600059" y="2537189"/>
            <a:ext cx="5007742" cy="555448"/>
          </a:xfrm>
          <a:prstGeom prst="rect">
            <a:avLst/>
          </a:prstGeom>
        </p:spPr>
        <p:txBody>
          <a:bodyPr anchor="ctr">
            <a:noAutofit/>
          </a:bodyPr>
          <a:lstStyle>
            <a:lvl1pPr>
              <a:lnSpc>
                <a:spcPct val="100000"/>
              </a:lnSpc>
              <a:defRPr sz="1300"/>
            </a:lvl1pPr>
            <a:lvl2pPr>
              <a:lnSpc>
                <a:spcPct val="100000"/>
              </a:lnSpc>
              <a:defRPr sz="1400"/>
            </a:lvl2pPr>
            <a:lvl3pPr>
              <a:lnSpc>
                <a:spcPct val="100000"/>
              </a:lnSpc>
              <a:defRPr sz="1400"/>
            </a:lvl3pPr>
            <a:lvl4pPr>
              <a:lnSpc>
                <a:spcPct val="100000"/>
              </a:lnSpc>
              <a:defRPr sz="1400"/>
            </a:lvl4pPr>
            <a:lvl5pPr>
              <a:lnSpc>
                <a:spcPct val="100000"/>
              </a:lnSpc>
              <a:defRPr sz="1400"/>
            </a:lvl5pPr>
          </a:lstStyle>
          <a:p>
            <a:pPr lvl="0"/>
            <a:r>
              <a:rPr lang="en-US"/>
              <a:t>Click to insert text</a:t>
            </a:r>
          </a:p>
        </p:txBody>
      </p:sp>
      <p:sp>
        <p:nvSpPr>
          <p:cNvPr id="15" name="Text Placeholder 7">
            <a:extLst>
              <a:ext uri="{FF2B5EF4-FFF2-40B4-BE49-F238E27FC236}">
                <a16:creationId xmlns:a16="http://schemas.microsoft.com/office/drawing/2014/main" id="{25F62A33-F672-4099-9B72-9B2267F22ACF}"/>
              </a:ext>
            </a:extLst>
          </p:cNvPr>
          <p:cNvSpPr>
            <a:spLocks noGrp="1"/>
          </p:cNvSpPr>
          <p:nvPr>
            <p:ph type="body" sz="quarter" idx="14" hasCustomPrompt="1"/>
          </p:nvPr>
        </p:nvSpPr>
        <p:spPr>
          <a:xfrm>
            <a:off x="6600059" y="3209329"/>
            <a:ext cx="5007742" cy="555448"/>
          </a:xfrm>
          <a:prstGeom prst="rect">
            <a:avLst/>
          </a:prstGeom>
        </p:spPr>
        <p:txBody>
          <a:bodyPr anchor="ctr">
            <a:noAutofit/>
          </a:bodyPr>
          <a:lstStyle>
            <a:lvl1pPr>
              <a:lnSpc>
                <a:spcPct val="100000"/>
              </a:lnSpc>
              <a:defRPr sz="1300"/>
            </a:lvl1pPr>
            <a:lvl2pPr>
              <a:lnSpc>
                <a:spcPct val="100000"/>
              </a:lnSpc>
              <a:defRPr sz="1400"/>
            </a:lvl2pPr>
            <a:lvl3pPr>
              <a:lnSpc>
                <a:spcPct val="100000"/>
              </a:lnSpc>
              <a:defRPr sz="1400"/>
            </a:lvl3pPr>
            <a:lvl4pPr>
              <a:lnSpc>
                <a:spcPct val="100000"/>
              </a:lnSpc>
              <a:defRPr sz="1400"/>
            </a:lvl4pPr>
            <a:lvl5pPr>
              <a:lnSpc>
                <a:spcPct val="100000"/>
              </a:lnSpc>
              <a:defRPr sz="1400"/>
            </a:lvl5pPr>
          </a:lstStyle>
          <a:p>
            <a:pPr lvl="0"/>
            <a:r>
              <a:rPr lang="en-US"/>
              <a:t>Click to insert text</a:t>
            </a:r>
          </a:p>
        </p:txBody>
      </p:sp>
      <p:sp>
        <p:nvSpPr>
          <p:cNvPr id="16" name="Text Placeholder 7">
            <a:extLst>
              <a:ext uri="{FF2B5EF4-FFF2-40B4-BE49-F238E27FC236}">
                <a16:creationId xmlns:a16="http://schemas.microsoft.com/office/drawing/2014/main" id="{72FF6EE1-C46D-4DEB-A508-49B5101CF26E}"/>
              </a:ext>
            </a:extLst>
          </p:cNvPr>
          <p:cNvSpPr>
            <a:spLocks noGrp="1"/>
          </p:cNvSpPr>
          <p:nvPr>
            <p:ph type="body" sz="quarter" idx="15" hasCustomPrompt="1"/>
          </p:nvPr>
        </p:nvSpPr>
        <p:spPr>
          <a:xfrm>
            <a:off x="6600059" y="3881469"/>
            <a:ext cx="5007742" cy="555448"/>
          </a:xfrm>
          <a:prstGeom prst="rect">
            <a:avLst/>
          </a:prstGeom>
        </p:spPr>
        <p:txBody>
          <a:bodyPr anchor="ctr">
            <a:noAutofit/>
          </a:bodyPr>
          <a:lstStyle>
            <a:lvl1pPr>
              <a:lnSpc>
                <a:spcPct val="100000"/>
              </a:lnSpc>
              <a:defRPr sz="1300"/>
            </a:lvl1pPr>
            <a:lvl2pPr>
              <a:lnSpc>
                <a:spcPct val="100000"/>
              </a:lnSpc>
              <a:defRPr sz="1400"/>
            </a:lvl2pPr>
            <a:lvl3pPr>
              <a:lnSpc>
                <a:spcPct val="100000"/>
              </a:lnSpc>
              <a:defRPr sz="1400"/>
            </a:lvl3pPr>
            <a:lvl4pPr>
              <a:lnSpc>
                <a:spcPct val="100000"/>
              </a:lnSpc>
              <a:defRPr sz="1400"/>
            </a:lvl4pPr>
            <a:lvl5pPr>
              <a:lnSpc>
                <a:spcPct val="100000"/>
              </a:lnSpc>
              <a:defRPr sz="1400"/>
            </a:lvl5pPr>
          </a:lstStyle>
          <a:p>
            <a:pPr lvl="0"/>
            <a:r>
              <a:rPr lang="en-US"/>
              <a:t>Click to insert text</a:t>
            </a:r>
          </a:p>
        </p:txBody>
      </p:sp>
      <p:sp>
        <p:nvSpPr>
          <p:cNvPr id="17" name="Text Placeholder 7">
            <a:extLst>
              <a:ext uri="{FF2B5EF4-FFF2-40B4-BE49-F238E27FC236}">
                <a16:creationId xmlns:a16="http://schemas.microsoft.com/office/drawing/2014/main" id="{931D06D9-EA9B-42A0-81EE-D669D6CA5F33}"/>
              </a:ext>
            </a:extLst>
          </p:cNvPr>
          <p:cNvSpPr>
            <a:spLocks noGrp="1"/>
          </p:cNvSpPr>
          <p:nvPr>
            <p:ph type="body" sz="quarter" idx="16" hasCustomPrompt="1"/>
          </p:nvPr>
        </p:nvSpPr>
        <p:spPr>
          <a:xfrm>
            <a:off x="6600059" y="4553609"/>
            <a:ext cx="5007742" cy="555448"/>
          </a:xfrm>
          <a:prstGeom prst="rect">
            <a:avLst/>
          </a:prstGeom>
        </p:spPr>
        <p:txBody>
          <a:bodyPr anchor="ctr">
            <a:noAutofit/>
          </a:bodyPr>
          <a:lstStyle>
            <a:lvl1pPr>
              <a:lnSpc>
                <a:spcPct val="100000"/>
              </a:lnSpc>
              <a:defRPr sz="1300"/>
            </a:lvl1pPr>
            <a:lvl2pPr>
              <a:lnSpc>
                <a:spcPct val="100000"/>
              </a:lnSpc>
              <a:defRPr sz="1400"/>
            </a:lvl2pPr>
            <a:lvl3pPr>
              <a:lnSpc>
                <a:spcPct val="100000"/>
              </a:lnSpc>
              <a:defRPr sz="1400"/>
            </a:lvl3pPr>
            <a:lvl4pPr>
              <a:lnSpc>
                <a:spcPct val="100000"/>
              </a:lnSpc>
              <a:defRPr sz="1400"/>
            </a:lvl4pPr>
            <a:lvl5pPr>
              <a:lnSpc>
                <a:spcPct val="100000"/>
              </a:lnSpc>
              <a:defRPr sz="1400"/>
            </a:lvl5pPr>
          </a:lstStyle>
          <a:p>
            <a:pPr lvl="0"/>
            <a:r>
              <a:rPr lang="en-US"/>
              <a:t>Click to insert text</a:t>
            </a:r>
          </a:p>
        </p:txBody>
      </p:sp>
      <p:sp>
        <p:nvSpPr>
          <p:cNvPr id="18" name="Text Placeholder 7">
            <a:extLst>
              <a:ext uri="{FF2B5EF4-FFF2-40B4-BE49-F238E27FC236}">
                <a16:creationId xmlns:a16="http://schemas.microsoft.com/office/drawing/2014/main" id="{EFEA829A-6217-4965-B7BD-6BC37F7849AB}"/>
              </a:ext>
            </a:extLst>
          </p:cNvPr>
          <p:cNvSpPr>
            <a:spLocks noGrp="1"/>
          </p:cNvSpPr>
          <p:nvPr>
            <p:ph type="body" sz="quarter" idx="17" hasCustomPrompt="1"/>
          </p:nvPr>
        </p:nvSpPr>
        <p:spPr>
          <a:xfrm>
            <a:off x="6600059" y="5225749"/>
            <a:ext cx="5007742" cy="555448"/>
          </a:xfrm>
          <a:prstGeom prst="rect">
            <a:avLst/>
          </a:prstGeom>
        </p:spPr>
        <p:txBody>
          <a:bodyPr anchor="ctr">
            <a:noAutofit/>
          </a:bodyPr>
          <a:lstStyle>
            <a:lvl1pPr>
              <a:lnSpc>
                <a:spcPct val="100000"/>
              </a:lnSpc>
              <a:defRPr sz="1300"/>
            </a:lvl1pPr>
            <a:lvl2pPr>
              <a:lnSpc>
                <a:spcPct val="100000"/>
              </a:lnSpc>
              <a:defRPr sz="1400"/>
            </a:lvl2pPr>
            <a:lvl3pPr>
              <a:lnSpc>
                <a:spcPct val="100000"/>
              </a:lnSpc>
              <a:defRPr sz="1400"/>
            </a:lvl3pPr>
            <a:lvl4pPr>
              <a:lnSpc>
                <a:spcPct val="100000"/>
              </a:lnSpc>
              <a:defRPr sz="1400"/>
            </a:lvl4pPr>
            <a:lvl5pPr>
              <a:lnSpc>
                <a:spcPct val="100000"/>
              </a:lnSpc>
              <a:defRPr sz="1400"/>
            </a:lvl5pPr>
          </a:lstStyle>
          <a:p>
            <a:pPr lvl="0"/>
            <a:r>
              <a:rPr lang="en-US"/>
              <a:t>Click to insert text</a:t>
            </a:r>
          </a:p>
        </p:txBody>
      </p:sp>
      <p:sp>
        <p:nvSpPr>
          <p:cNvPr id="19" name="Text Placeholder 7">
            <a:extLst>
              <a:ext uri="{FF2B5EF4-FFF2-40B4-BE49-F238E27FC236}">
                <a16:creationId xmlns:a16="http://schemas.microsoft.com/office/drawing/2014/main" id="{E05DDB93-91CA-4BAF-9D63-E4134B435D8F}"/>
              </a:ext>
            </a:extLst>
          </p:cNvPr>
          <p:cNvSpPr>
            <a:spLocks noGrp="1"/>
          </p:cNvSpPr>
          <p:nvPr>
            <p:ph type="body" sz="quarter" idx="18" hasCustomPrompt="1"/>
          </p:nvPr>
        </p:nvSpPr>
        <p:spPr>
          <a:xfrm>
            <a:off x="6600059" y="5897889"/>
            <a:ext cx="5007742" cy="555448"/>
          </a:xfrm>
          <a:prstGeom prst="rect">
            <a:avLst/>
          </a:prstGeom>
        </p:spPr>
        <p:txBody>
          <a:bodyPr anchor="ctr">
            <a:noAutofit/>
          </a:bodyPr>
          <a:lstStyle>
            <a:lvl1pPr>
              <a:lnSpc>
                <a:spcPct val="100000"/>
              </a:lnSpc>
              <a:defRPr sz="1300"/>
            </a:lvl1pPr>
            <a:lvl2pPr>
              <a:lnSpc>
                <a:spcPct val="100000"/>
              </a:lnSpc>
              <a:defRPr sz="1400"/>
            </a:lvl2pPr>
            <a:lvl3pPr>
              <a:lnSpc>
                <a:spcPct val="100000"/>
              </a:lnSpc>
              <a:defRPr sz="1400"/>
            </a:lvl3pPr>
            <a:lvl4pPr>
              <a:lnSpc>
                <a:spcPct val="100000"/>
              </a:lnSpc>
              <a:defRPr sz="1400"/>
            </a:lvl4pPr>
            <a:lvl5pPr>
              <a:lnSpc>
                <a:spcPct val="100000"/>
              </a:lnSpc>
              <a:defRPr sz="1400"/>
            </a:lvl5pPr>
          </a:lstStyle>
          <a:p>
            <a:pPr lvl="0"/>
            <a:r>
              <a:rPr lang="en-US"/>
              <a:t>Click to insert text</a:t>
            </a:r>
          </a:p>
        </p:txBody>
      </p:sp>
    </p:spTree>
    <p:extLst>
      <p:ext uri="{BB962C8B-B14F-4D97-AF65-F5344CB8AC3E}">
        <p14:creationId xmlns:p14="http://schemas.microsoft.com/office/powerpoint/2010/main" val="2593331158"/>
      </p:ext>
    </p:extLst>
  </p:cSld>
  <p:clrMapOvr>
    <a:masterClrMapping/>
  </p:clrMapOvr>
</p:sldLayout>
</file>

<file path=ppt/slideLayouts/slideLayout244.xml><?xml version="1.0" encoding="utf-8"?>
<p:sldLayout xmlns:a="http://schemas.openxmlformats.org/drawingml/2006/main" xmlns:r="http://schemas.openxmlformats.org/officeDocument/2006/relationships" xmlns:p="http://schemas.openxmlformats.org/presentationml/2006/main" userDrawn="1">
  <p:cSld name="2_Titre seul">
    <p:bg>
      <p:bgPr>
        <a:solidFill>
          <a:schemeClr val="accent4"/>
        </a:solidFill>
        <a:effectLst/>
      </p:bgPr>
    </p:bg>
    <p:spTree>
      <p:nvGrpSpPr>
        <p:cNvPr id="1" name=""/>
        <p:cNvGrpSpPr/>
        <p:nvPr/>
      </p:nvGrpSpPr>
      <p:grpSpPr>
        <a:xfrm>
          <a:off x="0" y="0"/>
          <a:ext cx="0" cy="0"/>
          <a:chOff x="0" y="0"/>
          <a:chExt cx="0" cy="0"/>
        </a:xfrm>
      </p:grpSpPr>
      <p:graphicFrame>
        <p:nvGraphicFramePr>
          <p:cNvPr id="5" name="Object 4" hidden="1"/>
          <p:cNvGraphicFramePr>
            <a:graphicFrameLocks noChangeAspect="1"/>
          </p:cNvGraphicFramePr>
          <p:nvPr>
            <p:custDataLst>
              <p:tags r:id="rId1"/>
            </p:custDataLst>
          </p:nvPr>
        </p:nvGraphicFramePr>
        <p:xfrm>
          <a:off x="1587" y="1588"/>
          <a:ext cx="1587" cy="1587"/>
        </p:xfrm>
        <a:graphic>
          <a:graphicData uri="http://schemas.openxmlformats.org/presentationml/2006/ole">
            <mc:AlternateContent xmlns:mc="http://schemas.openxmlformats.org/markup-compatibility/2006">
              <mc:Choice xmlns:v="urn:schemas-microsoft-com:vml" Requires="v">
                <p:oleObj name="think-cell Slide" r:id="rId3" imgW="270" imgH="270" progId="TCLayout.ActiveDocument.1">
                  <p:embed/>
                </p:oleObj>
              </mc:Choice>
              <mc:Fallback>
                <p:oleObj name="think-cell Slide" r:id="rId3" imgW="270" imgH="270" progId="TCLayout.ActiveDocument.1">
                  <p:embed/>
                  <p:pic>
                    <p:nvPicPr>
                      <p:cNvPr id="5" name="Object 4" hidden="1"/>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587" y="1588"/>
                        <a:ext cx="1587" cy="1587"/>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10" name="Espace réservé du texte 9">
            <a:extLst>
              <a:ext uri="{FF2B5EF4-FFF2-40B4-BE49-F238E27FC236}">
                <a16:creationId xmlns:a16="http://schemas.microsoft.com/office/drawing/2014/main" id="{0850DA69-657E-41C3-B340-B16C354CA1D0}"/>
              </a:ext>
            </a:extLst>
          </p:cNvPr>
          <p:cNvSpPr>
            <a:spLocks noGrp="1"/>
          </p:cNvSpPr>
          <p:nvPr>
            <p:ph type="body" sz="quarter" idx="10"/>
          </p:nvPr>
        </p:nvSpPr>
        <p:spPr>
          <a:xfrm>
            <a:off x="404813" y="1447800"/>
            <a:ext cx="11406187" cy="4951413"/>
          </a:xfrm>
          <a:prstGeom prst="rect">
            <a:avLst/>
          </a:prstGeom>
        </p:spPr>
        <p:txBody>
          <a:bodyPr/>
          <a:lstStyle>
            <a:lvl1pPr>
              <a:defRPr>
                <a:solidFill>
                  <a:schemeClr val="bg1"/>
                </a:solidFill>
              </a:defRPr>
            </a:lvl1pPr>
            <a:lvl2pPr>
              <a:defRPr>
                <a:solidFill>
                  <a:schemeClr val="bg1"/>
                </a:solidFill>
              </a:defRPr>
            </a:lvl2pPr>
            <a:lvl3pPr>
              <a:defRPr>
                <a:solidFill>
                  <a:schemeClr val="bg1"/>
                </a:solidFill>
              </a:defRPr>
            </a:lvl3pPr>
            <a:lvl4pPr>
              <a:buClr>
                <a:schemeClr val="accent5"/>
              </a:buClr>
              <a:defRPr>
                <a:solidFill>
                  <a:schemeClr val="bg1"/>
                </a:solidFill>
              </a:defRPr>
            </a:lvl4pPr>
            <a:lvl5pPr>
              <a:buClr>
                <a:schemeClr val="bg1"/>
              </a:buClr>
              <a:defRPr>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 name="Title 2">
            <a:extLst>
              <a:ext uri="{FF2B5EF4-FFF2-40B4-BE49-F238E27FC236}">
                <a16:creationId xmlns:a16="http://schemas.microsoft.com/office/drawing/2014/main" id="{5E6BB52B-0C5D-4023-89D5-282E9A520223}"/>
              </a:ext>
            </a:extLst>
          </p:cNvPr>
          <p:cNvSpPr>
            <a:spLocks noGrp="1"/>
          </p:cNvSpPr>
          <p:nvPr>
            <p:ph type="title"/>
          </p:nvPr>
        </p:nvSpPr>
        <p:spPr>
          <a:xfrm>
            <a:off x="1154954" y="973668"/>
            <a:ext cx="8761413" cy="706964"/>
          </a:xfrm>
          <a:prstGeom prst="rect">
            <a:avLst/>
          </a:prstGeom>
        </p:spPr>
        <p:txBody>
          <a:bodyPr/>
          <a:lstStyle>
            <a:lvl1pPr>
              <a:defRPr>
                <a:solidFill>
                  <a:schemeClr val="bg1"/>
                </a:solidFill>
              </a:defRPr>
            </a:lvl1pPr>
          </a:lstStyle>
          <a:p>
            <a:r>
              <a:rPr lang="en-US"/>
              <a:t>Click to edit Master title style</a:t>
            </a:r>
            <a:endParaRPr lang="de-DE"/>
          </a:p>
        </p:txBody>
      </p:sp>
    </p:spTree>
    <p:extLst>
      <p:ext uri="{BB962C8B-B14F-4D97-AF65-F5344CB8AC3E}">
        <p14:creationId xmlns:p14="http://schemas.microsoft.com/office/powerpoint/2010/main" val="1341377332"/>
      </p:ext>
    </p:extLst>
  </p:cSld>
  <p:clrMapOvr>
    <a:masterClrMapping/>
  </p:clrMapOvr>
</p:sldLayout>
</file>

<file path=ppt/slideLayouts/slideLayout245.xml><?xml version="1.0" encoding="utf-8"?>
<p:sldLayout xmlns:a="http://schemas.openxmlformats.org/drawingml/2006/main" xmlns:r="http://schemas.openxmlformats.org/officeDocument/2006/relationships" xmlns:p="http://schemas.openxmlformats.org/presentationml/2006/main" showMasterSp="0">
  <p:cSld name="Final Slide 1">
    <p:bg>
      <p:bgPr>
        <a:solidFill>
          <a:srgbClr val="272936"/>
        </a:solidFill>
        <a:effectLst/>
      </p:bgPr>
    </p:bg>
    <p:spTree>
      <p:nvGrpSpPr>
        <p:cNvPr id="1" name=""/>
        <p:cNvGrpSpPr/>
        <p:nvPr/>
      </p:nvGrpSpPr>
      <p:grpSpPr>
        <a:xfrm>
          <a:off x="0" y="0"/>
          <a:ext cx="0" cy="0"/>
          <a:chOff x="0" y="0"/>
          <a:chExt cx="0" cy="0"/>
        </a:xfrm>
      </p:grpSpPr>
      <p:pic>
        <p:nvPicPr>
          <p:cNvPr id="27" name="Image 27">
            <a:extLst>
              <a:ext uri="{FF2B5EF4-FFF2-40B4-BE49-F238E27FC236}">
                <a16:creationId xmlns:a16="http://schemas.microsoft.com/office/drawing/2014/main" id="{831377F0-7FB5-4F15-83F1-314D9967ABED}"/>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rot="1808368" flipV="1">
            <a:off x="3661091" y="-1184328"/>
            <a:ext cx="10604299" cy="7497656"/>
          </a:xfrm>
          <a:prstGeom prst="rect">
            <a:avLst/>
          </a:prstGeom>
        </p:spPr>
      </p:pic>
      <p:sp>
        <p:nvSpPr>
          <p:cNvPr id="23" name="Rectangle 22"/>
          <p:cNvSpPr/>
          <p:nvPr/>
        </p:nvSpPr>
        <p:spPr>
          <a:xfrm>
            <a:off x="426720" y="5810190"/>
            <a:ext cx="3293016" cy="400110"/>
          </a:xfrm>
          <a:prstGeom prst="rect">
            <a:avLst/>
          </a:prstGeom>
        </p:spPr>
        <p:txBody>
          <a:bodyPr wrap="square" lIns="0" tIns="0" rIns="0" bIns="0" anchor="b" anchorCtr="0">
            <a:spAutoFit/>
          </a:bodyPr>
          <a:lstStyle/>
          <a:p>
            <a:pPr>
              <a:spcAft>
                <a:spcPts val="600"/>
              </a:spcAft>
            </a:pPr>
            <a:r>
              <a:rPr lang="en-US" sz="700" noProof="0">
                <a:solidFill>
                  <a:schemeClr val="bg1"/>
                </a:solidFill>
                <a:latin typeface="Ubuntu" panose="020B0504030602030204" pitchFamily="34" charset="0"/>
                <a:cs typeface="Arial"/>
              </a:rPr>
              <a:t>This presentation contains information that may be privileged or confidential and is the property of the Capgemini Group.</a:t>
            </a:r>
          </a:p>
          <a:p>
            <a:pPr>
              <a:spcAft>
                <a:spcPts val="600"/>
              </a:spcAft>
            </a:pPr>
            <a:r>
              <a:rPr lang="en-US" sz="700" noProof="0">
                <a:solidFill>
                  <a:schemeClr val="bg1"/>
                </a:solidFill>
                <a:latin typeface="Ubuntu" panose="020B0504030602030204" pitchFamily="34" charset="0"/>
                <a:cs typeface="Arial"/>
              </a:rPr>
              <a:t>Copyright © 2021 Capgemini. All rights reserved.</a:t>
            </a:r>
          </a:p>
        </p:txBody>
      </p:sp>
      <p:sp>
        <p:nvSpPr>
          <p:cNvPr id="14" name="Rectangle 13"/>
          <p:cNvSpPr/>
          <p:nvPr/>
        </p:nvSpPr>
        <p:spPr>
          <a:xfrm>
            <a:off x="6536185" y="2920221"/>
            <a:ext cx="4600375" cy="228799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noAutofit/>
          </a:bodyPr>
          <a:lstStyle/>
          <a:p>
            <a:pPr algn="just"/>
            <a:r>
              <a:rPr lang="en-US" sz="900" kern="1200">
                <a:solidFill>
                  <a:schemeClr val="lt1"/>
                </a:solidFill>
                <a:effectLst/>
                <a:latin typeface="+mn-lt"/>
                <a:ea typeface="+mn-ea"/>
                <a:cs typeface="+mn-cs"/>
              </a:rPr>
              <a:t>As the digital innovation, design and transformation brand of the Capgemini Group, Capgemini Invent enables </a:t>
            </a:r>
            <a:r>
              <a:rPr lang="en-US" sz="900" kern="1200" err="1">
                <a:solidFill>
                  <a:schemeClr val="lt1"/>
                </a:solidFill>
                <a:effectLst/>
                <a:latin typeface="+mn-lt"/>
                <a:ea typeface="+mn-ea"/>
                <a:cs typeface="+mn-cs"/>
              </a:rPr>
              <a:t>CxOs</a:t>
            </a:r>
            <a:r>
              <a:rPr lang="en-US" sz="900" kern="1200">
                <a:solidFill>
                  <a:schemeClr val="lt1"/>
                </a:solidFill>
                <a:effectLst/>
                <a:latin typeface="+mn-lt"/>
                <a:ea typeface="+mn-ea"/>
                <a:cs typeface="+mn-cs"/>
              </a:rPr>
              <a:t> to envision and shape the future of their businesses. Located in more than 36 offices and 37 creative studios around the world, it comprises a 10,000+ strong team of strategists, data scientists, product and experience designers, brand experts and technologists who develop new digital services, products, experiences and business models for sustainable growth.</a:t>
            </a:r>
          </a:p>
          <a:p>
            <a:pPr algn="just"/>
            <a:endParaRPr lang="en-US" sz="900" kern="1200">
              <a:solidFill>
                <a:schemeClr val="lt1"/>
              </a:solidFill>
              <a:effectLst/>
              <a:latin typeface="+mn-lt"/>
              <a:ea typeface="+mn-ea"/>
              <a:cs typeface="+mn-cs"/>
            </a:endParaRPr>
          </a:p>
          <a:p>
            <a:pPr algn="just"/>
            <a:r>
              <a:rPr lang="en-US" sz="900" kern="1200">
                <a:solidFill>
                  <a:schemeClr val="lt1"/>
                </a:solidFill>
                <a:effectLst/>
                <a:latin typeface="+mn-lt"/>
                <a:ea typeface="+mn-ea"/>
                <a:cs typeface="+mn-cs"/>
              </a:rPr>
              <a:t>Capgemini Invent is an integral part of Capgemini, a global leader in partnering with companies to transform and manage their business by harnessing the power of technology. The Group is guided everyday by its purpose of unleashing human energy through technology for an inclusive and sustainable future. It is a responsible and diverse organization of 270,000 team members in nearly 50 countries. With its strong 50-year heritage and deep industry expertise, Capgemini is trusted by its clients to address the entire breadth of their business needs, from strategy and design to operations, fueled by the fast evolving and innovative world of cloud, data, AI, connectivity, software, digital engineering, and platforms. The Group reported in 2020 global revenues of €16 billion.</a:t>
            </a:r>
          </a:p>
        </p:txBody>
      </p:sp>
      <p:sp>
        <p:nvSpPr>
          <p:cNvPr id="15" name="Rectangle 14"/>
          <p:cNvSpPr/>
          <p:nvPr/>
        </p:nvSpPr>
        <p:spPr>
          <a:xfrm>
            <a:off x="6536184" y="2540957"/>
            <a:ext cx="2219960" cy="22961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noAutofit/>
          </a:bodyPr>
          <a:lstStyle/>
          <a:p>
            <a:pPr>
              <a:lnSpc>
                <a:spcPts val="2000"/>
              </a:lnSpc>
            </a:pPr>
            <a:r>
              <a:rPr lang="en-US" sz="1400">
                <a:solidFill>
                  <a:schemeClr val="bg1"/>
                </a:solidFill>
                <a:latin typeface="Ubuntu" panose="020B0504030602030204" pitchFamily="34" charset="0"/>
              </a:rPr>
              <a:t>About Capgemini Invent</a:t>
            </a:r>
          </a:p>
        </p:txBody>
      </p:sp>
      <p:sp>
        <p:nvSpPr>
          <p:cNvPr id="16" name="Rectangle 15"/>
          <p:cNvSpPr/>
          <p:nvPr userDrawn="1"/>
        </p:nvSpPr>
        <p:spPr>
          <a:xfrm>
            <a:off x="6536184" y="5301208"/>
            <a:ext cx="4345176" cy="407294"/>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noAutofit/>
          </a:bodyPr>
          <a:lstStyle/>
          <a:p>
            <a:pPr marL="0" marR="0" lvl="0" indent="0" algn="l" defTabSz="914400" rtl="0" eaLnBrk="1" fontAlgn="auto" latinLnBrk="0" hangingPunct="1">
              <a:lnSpc>
                <a:spcPts val="1200"/>
              </a:lnSpc>
              <a:spcBef>
                <a:spcPts val="0"/>
              </a:spcBef>
              <a:spcAft>
                <a:spcPts val="0"/>
              </a:spcAft>
              <a:buClrTx/>
              <a:buSzTx/>
              <a:buFontTx/>
              <a:buNone/>
              <a:tabLst/>
              <a:defRPr/>
            </a:pPr>
            <a:r>
              <a:rPr lang="en-GB" sz="900">
                <a:solidFill>
                  <a:schemeClr val="bg1"/>
                </a:solidFill>
                <a:effectLst/>
                <a:latin typeface="Ubuntu" panose="020B0504030602030204" pitchFamily="34" charset="0"/>
              </a:rPr>
              <a:t>Get the Future You Want </a:t>
            </a:r>
            <a:r>
              <a:rPr lang="en-US" sz="900">
                <a:solidFill>
                  <a:schemeClr val="bg1"/>
                </a:solidFill>
                <a:effectLst/>
                <a:latin typeface="Ubuntu" panose="020B0504030602030204" pitchFamily="34" charset="0"/>
              </a:rPr>
              <a:t>|</a:t>
            </a:r>
            <a:r>
              <a:rPr lang="en-GB" sz="900">
                <a:solidFill>
                  <a:schemeClr val="bg1"/>
                </a:solidFill>
                <a:effectLst/>
                <a:latin typeface="Ubuntu" panose="020B0504030602030204" pitchFamily="34" charset="0"/>
              </a:rPr>
              <a:t> </a:t>
            </a:r>
            <a:r>
              <a:rPr lang="en-US" sz="1050">
                <a:solidFill>
                  <a:schemeClr val="accent2"/>
                </a:solidFill>
                <a:latin typeface="Ubuntu" panose="020B0504030602030204" pitchFamily="34" charset="0"/>
              </a:rPr>
              <a:t>www.capgemini.com/invent</a:t>
            </a:r>
          </a:p>
        </p:txBody>
      </p:sp>
      <p:pic>
        <p:nvPicPr>
          <p:cNvPr id="13" name="Picture 7">
            <a:extLst>
              <a:ext uri="{FF2B5EF4-FFF2-40B4-BE49-F238E27FC236}">
                <a16:creationId xmlns:a16="http://schemas.microsoft.com/office/drawing/2014/main" id="{F9B42E50-405D-4320-932D-4A5EAD8D82B2}"/>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1107" y="533779"/>
            <a:ext cx="4024242" cy="1212215"/>
          </a:xfrm>
          <a:prstGeom prst="rect">
            <a:avLst/>
          </a:prstGeom>
        </p:spPr>
      </p:pic>
      <p:grpSp>
        <p:nvGrpSpPr>
          <p:cNvPr id="22" name="Group 21">
            <a:extLst>
              <a:ext uri="{FF2B5EF4-FFF2-40B4-BE49-F238E27FC236}">
                <a16:creationId xmlns:a16="http://schemas.microsoft.com/office/drawing/2014/main" id="{7104071F-EAB2-4DB8-853B-B72B38D866DC}"/>
              </a:ext>
            </a:extLst>
          </p:cNvPr>
          <p:cNvGrpSpPr/>
          <p:nvPr userDrawn="1"/>
        </p:nvGrpSpPr>
        <p:grpSpPr>
          <a:xfrm>
            <a:off x="464334" y="5214282"/>
            <a:ext cx="1866702" cy="333195"/>
            <a:chOff x="426720" y="4976083"/>
            <a:chExt cx="1866702" cy="333195"/>
          </a:xfrm>
        </p:grpSpPr>
        <p:pic>
          <p:nvPicPr>
            <p:cNvPr id="24" name="Picture 2">
              <a:hlinkClick r:id="rId4"/>
              <a:extLst>
                <a:ext uri="{FF2B5EF4-FFF2-40B4-BE49-F238E27FC236}">
                  <a16:creationId xmlns:a16="http://schemas.microsoft.com/office/drawing/2014/main" id="{F994E339-CD91-451A-8F50-174559915C56}"/>
                </a:ext>
              </a:extLst>
            </p:cNvPr>
            <p:cNvPicPr>
              <a:picLocks noChangeAspect="1" noChangeArrowheads="1"/>
            </p:cNvPicPr>
            <p:nvPr userDrawn="1"/>
          </p:nvPicPr>
          <p:blipFill>
            <a:blip r:embed="rId5" cstate="screen">
              <a:extLst>
                <a:ext uri="{28A0092B-C50C-407E-A947-70E740481C1C}">
                  <a14:useLocalDpi xmlns:a14="http://schemas.microsoft.com/office/drawing/2010/main"/>
                </a:ext>
              </a:extLst>
            </a:blip>
            <a:srcRect/>
            <a:stretch>
              <a:fillRect/>
            </a:stretch>
          </p:blipFill>
          <p:spPr bwMode="auto">
            <a:xfrm>
              <a:off x="810097" y="4976083"/>
              <a:ext cx="333195" cy="333195"/>
            </a:xfrm>
            <a:prstGeom prst="rect">
              <a:avLst/>
            </a:prstGeom>
            <a:noFill/>
          </p:spPr>
        </p:pic>
        <p:pic>
          <p:nvPicPr>
            <p:cNvPr id="25" name="Picture 4">
              <a:hlinkClick r:id="rId6"/>
              <a:extLst>
                <a:ext uri="{FF2B5EF4-FFF2-40B4-BE49-F238E27FC236}">
                  <a16:creationId xmlns:a16="http://schemas.microsoft.com/office/drawing/2014/main" id="{3CF14C60-31ED-4659-A889-597070DD6DC7}"/>
                </a:ext>
              </a:extLst>
            </p:cNvPr>
            <p:cNvPicPr>
              <a:picLocks noChangeAspect="1" noChangeArrowheads="1"/>
            </p:cNvPicPr>
            <p:nvPr userDrawn="1"/>
          </p:nvPicPr>
          <p:blipFill>
            <a:blip r:embed="rId7" cstate="screen">
              <a:extLst>
                <a:ext uri="{28A0092B-C50C-407E-A947-70E740481C1C}">
                  <a14:useLocalDpi xmlns:a14="http://schemas.microsoft.com/office/drawing/2010/main"/>
                </a:ext>
              </a:extLst>
            </a:blip>
            <a:srcRect/>
            <a:stretch>
              <a:fillRect/>
            </a:stretch>
          </p:blipFill>
          <p:spPr bwMode="auto">
            <a:xfrm>
              <a:off x="1193474" y="4976083"/>
              <a:ext cx="333195" cy="333195"/>
            </a:xfrm>
            <a:prstGeom prst="rect">
              <a:avLst/>
            </a:prstGeom>
            <a:noFill/>
          </p:spPr>
        </p:pic>
        <p:pic>
          <p:nvPicPr>
            <p:cNvPr id="26" name="Picture 5">
              <a:hlinkClick r:id="rId8"/>
              <a:extLst>
                <a:ext uri="{FF2B5EF4-FFF2-40B4-BE49-F238E27FC236}">
                  <a16:creationId xmlns:a16="http://schemas.microsoft.com/office/drawing/2014/main" id="{9E6C6A59-C94E-4D60-81D7-689D96240FBB}"/>
                </a:ext>
              </a:extLst>
            </p:cNvPr>
            <p:cNvPicPr>
              <a:picLocks noChangeAspect="1" noChangeArrowheads="1"/>
            </p:cNvPicPr>
            <p:nvPr userDrawn="1"/>
          </p:nvPicPr>
          <p:blipFill>
            <a:blip r:embed="rId9" cstate="screen">
              <a:extLst>
                <a:ext uri="{28A0092B-C50C-407E-A947-70E740481C1C}">
                  <a14:useLocalDpi xmlns:a14="http://schemas.microsoft.com/office/drawing/2010/main"/>
                </a:ext>
              </a:extLst>
            </a:blip>
            <a:srcRect/>
            <a:stretch>
              <a:fillRect/>
            </a:stretch>
          </p:blipFill>
          <p:spPr bwMode="auto">
            <a:xfrm>
              <a:off x="1576851" y="4976083"/>
              <a:ext cx="333195" cy="333195"/>
            </a:xfrm>
            <a:prstGeom prst="rect">
              <a:avLst/>
            </a:prstGeom>
            <a:noFill/>
          </p:spPr>
        </p:pic>
        <p:pic>
          <p:nvPicPr>
            <p:cNvPr id="28" name="Picture 6">
              <a:hlinkClick r:id="rId10"/>
              <a:extLst>
                <a:ext uri="{FF2B5EF4-FFF2-40B4-BE49-F238E27FC236}">
                  <a16:creationId xmlns:a16="http://schemas.microsoft.com/office/drawing/2014/main" id="{A3A352BB-4265-4977-B13F-A325E74AEB70}"/>
                </a:ext>
              </a:extLst>
            </p:cNvPr>
            <p:cNvPicPr>
              <a:picLocks noChangeAspect="1" noChangeArrowheads="1"/>
            </p:cNvPicPr>
            <p:nvPr userDrawn="1"/>
          </p:nvPicPr>
          <p:blipFill>
            <a:blip r:embed="rId11" cstate="screen">
              <a:extLst>
                <a:ext uri="{28A0092B-C50C-407E-A947-70E740481C1C}">
                  <a14:useLocalDpi xmlns:a14="http://schemas.microsoft.com/office/drawing/2010/main"/>
                </a:ext>
              </a:extLst>
            </a:blip>
            <a:srcRect/>
            <a:stretch>
              <a:fillRect/>
            </a:stretch>
          </p:blipFill>
          <p:spPr bwMode="auto">
            <a:xfrm>
              <a:off x="1960227" y="4976083"/>
              <a:ext cx="333195" cy="333195"/>
            </a:xfrm>
            <a:prstGeom prst="rect">
              <a:avLst/>
            </a:prstGeom>
            <a:noFill/>
          </p:spPr>
        </p:pic>
        <p:pic>
          <p:nvPicPr>
            <p:cNvPr id="29" name="Picture 7">
              <a:hlinkClick r:id="rId12"/>
              <a:extLst>
                <a:ext uri="{FF2B5EF4-FFF2-40B4-BE49-F238E27FC236}">
                  <a16:creationId xmlns:a16="http://schemas.microsoft.com/office/drawing/2014/main" id="{D204BDE8-ACD1-4764-8D8A-43B06E669DEF}"/>
                </a:ext>
              </a:extLst>
            </p:cNvPr>
            <p:cNvPicPr>
              <a:picLocks noChangeAspect="1" noChangeArrowheads="1"/>
            </p:cNvPicPr>
            <p:nvPr userDrawn="1"/>
          </p:nvPicPr>
          <p:blipFill>
            <a:blip r:embed="rId13" cstate="screen">
              <a:extLst>
                <a:ext uri="{28A0092B-C50C-407E-A947-70E740481C1C}">
                  <a14:useLocalDpi xmlns:a14="http://schemas.microsoft.com/office/drawing/2010/main"/>
                </a:ext>
              </a:extLst>
            </a:blip>
            <a:srcRect/>
            <a:stretch>
              <a:fillRect/>
            </a:stretch>
          </p:blipFill>
          <p:spPr bwMode="auto">
            <a:xfrm>
              <a:off x="426720" y="4976083"/>
              <a:ext cx="333195" cy="333195"/>
            </a:xfrm>
            <a:prstGeom prst="rect">
              <a:avLst/>
            </a:prstGeom>
            <a:noFill/>
          </p:spPr>
        </p:pic>
      </p:grpSp>
    </p:spTree>
    <p:extLst>
      <p:ext uri="{BB962C8B-B14F-4D97-AF65-F5344CB8AC3E}">
        <p14:creationId xmlns:p14="http://schemas.microsoft.com/office/powerpoint/2010/main" val="1522255855"/>
      </p:ext>
    </p:extLst>
  </p:cSld>
  <p:clrMapOvr>
    <a:masterClrMapping/>
  </p:clrMapOvr>
  <p:extLst>
    <p:ext uri="{DCECCB84-F9BA-43D5-87BE-67443E8EF086}">
      <p15:sldGuideLst xmlns:p15="http://schemas.microsoft.com/office/powerpoint/2012/main"/>
    </p:ext>
  </p:extLst>
</p:sldLayout>
</file>

<file path=ppt/slideLayouts/slideLayout246.xml><?xml version="1.0" encoding="utf-8"?>
<p:sldLayout xmlns:a="http://schemas.openxmlformats.org/drawingml/2006/main" xmlns:r="http://schemas.openxmlformats.org/officeDocument/2006/relationships" xmlns:p="http://schemas.openxmlformats.org/presentationml/2006/main" showMasterSp="0">
  <p:cSld name="1_Large title">
    <p:bg>
      <p:bgPr>
        <a:solidFill>
          <a:schemeClr val="accent4"/>
        </a:solidFill>
        <a:effectLst/>
      </p:bgPr>
    </p:bg>
    <p:spTree>
      <p:nvGrpSpPr>
        <p:cNvPr id="1" name=""/>
        <p:cNvGrpSpPr/>
        <p:nvPr/>
      </p:nvGrpSpPr>
      <p:grpSpPr>
        <a:xfrm>
          <a:off x="0" y="0"/>
          <a:ext cx="0" cy="0"/>
          <a:chOff x="0" y="0"/>
          <a:chExt cx="0" cy="0"/>
        </a:xfrm>
      </p:grpSpPr>
      <p:sp>
        <p:nvSpPr>
          <p:cNvPr id="3" name="Subtitle">
            <a:extLst>
              <a:ext uri="{FF2B5EF4-FFF2-40B4-BE49-F238E27FC236}">
                <a16:creationId xmlns:a16="http://schemas.microsoft.com/office/drawing/2014/main" id="{81D5C5CA-E0F9-4194-9FD7-26150AB2A870}"/>
              </a:ext>
            </a:extLst>
          </p:cNvPr>
          <p:cNvSpPr>
            <a:spLocks noGrp="1"/>
          </p:cNvSpPr>
          <p:nvPr>
            <p:ph type="subTitle" idx="1"/>
          </p:nvPr>
        </p:nvSpPr>
        <p:spPr>
          <a:xfrm>
            <a:off x="457200" y="6003700"/>
            <a:ext cx="11277600" cy="822325"/>
          </a:xfrm>
          <a:prstGeom prst="rect">
            <a:avLst/>
          </a:prstGeom>
        </p:spPr>
        <p:txBody>
          <a:bodyPr lIns="36000" tIns="144000">
            <a:normAutofit/>
          </a:bodyPr>
          <a:lstStyle>
            <a:lvl1pPr marL="0" indent="0" algn="l">
              <a:buNone/>
              <a:defRPr sz="2000">
                <a:solidFill>
                  <a:schemeClr val="bg1"/>
                </a:solidFill>
                <a:latin typeface="+mn-lt"/>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GB"/>
          </a:p>
        </p:txBody>
      </p:sp>
      <p:sp>
        <p:nvSpPr>
          <p:cNvPr id="7" name="Text Placeholder 6">
            <a:extLst>
              <a:ext uri="{FF2B5EF4-FFF2-40B4-BE49-F238E27FC236}">
                <a16:creationId xmlns:a16="http://schemas.microsoft.com/office/drawing/2014/main" id="{79EA84EC-0E0C-41F6-8286-BC5A87DC6C7B}"/>
              </a:ext>
            </a:extLst>
          </p:cNvPr>
          <p:cNvSpPr>
            <a:spLocks noGrp="1"/>
          </p:cNvSpPr>
          <p:nvPr>
            <p:ph type="body" sz="quarter" idx="10" hasCustomPrompt="1"/>
          </p:nvPr>
        </p:nvSpPr>
        <p:spPr>
          <a:xfrm>
            <a:off x="457200" y="2566432"/>
            <a:ext cx="11277600" cy="1723549"/>
          </a:xfrm>
          <a:prstGeom prst="rect">
            <a:avLst/>
          </a:prstGeom>
        </p:spPr>
        <p:txBody>
          <a:bodyPr wrap="square" anchor="ctr" anchorCtr="0">
            <a:spAutoFit/>
          </a:bodyPr>
          <a:lstStyle>
            <a:lvl1pPr marL="0" indent="0" algn="l">
              <a:lnSpc>
                <a:spcPct val="70000"/>
              </a:lnSpc>
              <a:spcAft>
                <a:spcPts val="0"/>
              </a:spcAft>
              <a:buFontTx/>
              <a:buNone/>
              <a:defRPr sz="8000" b="1" cap="all" baseline="0">
                <a:solidFill>
                  <a:schemeClr val="bg1"/>
                </a:solidFill>
                <a:latin typeface="+mn-lt"/>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fr-FR"/>
              <a:t>Click to </a:t>
            </a:r>
            <a:r>
              <a:rPr lang="fr-FR" err="1"/>
              <a:t>edit</a:t>
            </a:r>
            <a:r>
              <a:rPr lang="fr-FR"/>
              <a:t> master </a:t>
            </a:r>
            <a:r>
              <a:rPr lang="fr-FR" err="1"/>
              <a:t>title</a:t>
            </a:r>
            <a:r>
              <a:rPr lang="fr-FR"/>
              <a:t> Style</a:t>
            </a:r>
          </a:p>
        </p:txBody>
      </p:sp>
      <p:pic>
        <p:nvPicPr>
          <p:cNvPr id="5" name="Picture 7">
            <a:extLst>
              <a:ext uri="{FF2B5EF4-FFF2-40B4-BE49-F238E27FC236}">
                <a16:creationId xmlns:a16="http://schemas.microsoft.com/office/drawing/2014/main" id="{58B99164-E438-4D2B-9A2D-FE2F077F7E3D}"/>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5150" y="104694"/>
            <a:ext cx="4024242" cy="1212215"/>
          </a:xfrm>
          <a:prstGeom prst="rect">
            <a:avLst/>
          </a:prstGeom>
        </p:spPr>
      </p:pic>
    </p:spTree>
    <p:extLst>
      <p:ext uri="{BB962C8B-B14F-4D97-AF65-F5344CB8AC3E}">
        <p14:creationId xmlns:p14="http://schemas.microsoft.com/office/powerpoint/2010/main" val="734365302"/>
      </p:ext>
    </p:extLst>
  </p:cSld>
  <p:clrMapOvr>
    <a:masterClrMapping/>
  </p:clrMapOvr>
  <p:extLst>
    <p:ext uri="{DCECCB84-F9BA-43D5-87BE-67443E8EF086}">
      <p15:sldGuideLst xmlns:p15="http://schemas.microsoft.com/office/powerpoint/2012/main"/>
    </p:ext>
  </p:extLst>
</p:sldLayout>
</file>

<file path=ppt/slideLayouts/slideLayout247.xml><?xml version="1.0" encoding="utf-8"?>
<p:sldLayout xmlns:a="http://schemas.openxmlformats.org/drawingml/2006/main" xmlns:r="http://schemas.openxmlformats.org/officeDocument/2006/relationships" xmlns:p="http://schemas.openxmlformats.org/presentationml/2006/main" userDrawn="1">
  <p:cSld name="4_Titre seul">
    <p:spTree>
      <p:nvGrpSpPr>
        <p:cNvPr id="1" name=""/>
        <p:cNvGrpSpPr/>
        <p:nvPr/>
      </p:nvGrpSpPr>
      <p:grpSpPr>
        <a:xfrm>
          <a:off x="0" y="0"/>
          <a:ext cx="0" cy="0"/>
          <a:chOff x="0" y="0"/>
          <a:chExt cx="0" cy="0"/>
        </a:xfrm>
      </p:grpSpPr>
      <p:graphicFrame>
        <p:nvGraphicFramePr>
          <p:cNvPr id="5" name="Object 4" hidden="1"/>
          <p:cNvGraphicFramePr>
            <a:graphicFrameLocks noChangeAspect="1"/>
          </p:cNvGraphicFramePr>
          <p:nvPr>
            <p:custDataLst>
              <p:tags r:id="rId1"/>
            </p:custDataLst>
          </p:nvPr>
        </p:nvGraphicFramePr>
        <p:xfrm>
          <a:off x="1587" y="1588"/>
          <a:ext cx="1587" cy="1587"/>
        </p:xfrm>
        <a:graphic>
          <a:graphicData uri="http://schemas.openxmlformats.org/presentationml/2006/ole">
            <mc:AlternateContent xmlns:mc="http://schemas.openxmlformats.org/markup-compatibility/2006">
              <mc:Choice xmlns:v="urn:schemas-microsoft-com:vml" Requires="v">
                <p:oleObj name="think-cell Slide" r:id="rId3" imgW="270" imgH="270" progId="TCLayout.ActiveDocument.1">
                  <p:embed/>
                </p:oleObj>
              </mc:Choice>
              <mc:Fallback>
                <p:oleObj name="think-cell Slide" r:id="rId3" imgW="270" imgH="270" progId="TCLayout.ActiveDocument.1">
                  <p:embed/>
                  <p:pic>
                    <p:nvPicPr>
                      <p:cNvPr id="5" name="Object 4" hidden="1"/>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587" y="1588"/>
                        <a:ext cx="1587" cy="1587"/>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2" name="Title 1"/>
          <p:cNvSpPr>
            <a:spLocks noGrp="1"/>
          </p:cNvSpPr>
          <p:nvPr>
            <p:ph type="title"/>
          </p:nvPr>
        </p:nvSpPr>
        <p:spPr>
          <a:xfrm>
            <a:off x="550200" y="0"/>
            <a:ext cx="5545800" cy="1105200"/>
          </a:xfrm>
        </p:spPr>
        <p:txBody>
          <a:bodyPr vert="horz" lIns="0" tIns="180000" rIns="0" bIns="0" rtlCol="0" anchor="t">
            <a:noAutofit/>
          </a:bodyPr>
          <a:lstStyle>
            <a:lvl1pPr>
              <a:defRPr lang="en-GB" dirty="0"/>
            </a:lvl1pPr>
          </a:lstStyle>
          <a:p>
            <a:pPr lvl="0"/>
            <a:r>
              <a:rPr lang="en-US"/>
              <a:t>Click to edit Master title style</a:t>
            </a:r>
            <a:endParaRPr lang="en-GB"/>
          </a:p>
        </p:txBody>
      </p:sp>
    </p:spTree>
    <p:extLst>
      <p:ext uri="{BB962C8B-B14F-4D97-AF65-F5344CB8AC3E}">
        <p14:creationId xmlns:p14="http://schemas.microsoft.com/office/powerpoint/2010/main" val="2991378467"/>
      </p:ext>
    </p:extLst>
  </p:cSld>
  <p:clrMapOvr>
    <a:masterClrMapping/>
  </p:clrMapOvr>
</p:sldLayout>
</file>

<file path=ppt/slideLayouts/slideLayout248.xml><?xml version="1.0" encoding="utf-8"?>
<p:sldLayout xmlns:a="http://schemas.openxmlformats.org/drawingml/2006/main" xmlns:r="http://schemas.openxmlformats.org/officeDocument/2006/relationships" xmlns:p="http://schemas.openxmlformats.org/presentationml/2006/main" userDrawn="1">
  <p:cSld name="Title Only Dark Grey">
    <p:bg>
      <p:bgPr>
        <a:solidFill>
          <a:schemeClr val="accent4"/>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9D8E58F-8094-1E41-530A-1113B3879770}"/>
              </a:ext>
            </a:extLst>
          </p:cNvPr>
          <p:cNvSpPr>
            <a:spLocks noGrp="1"/>
          </p:cNvSpPr>
          <p:nvPr>
            <p:ph type="title"/>
          </p:nvPr>
        </p:nvSpPr>
        <p:spPr/>
        <p:txBody>
          <a:bodyPr/>
          <a:lstStyle>
            <a:lvl1pPr>
              <a:defRPr>
                <a:solidFill>
                  <a:schemeClr val="bg1"/>
                </a:solidFill>
              </a:defRPr>
            </a:lvl1pPr>
          </a:lstStyle>
          <a:p>
            <a:r>
              <a:rPr lang="en-GB"/>
              <a:t>Click to edit Master title style</a:t>
            </a:r>
            <a:endParaRPr lang="en-US"/>
          </a:p>
        </p:txBody>
      </p:sp>
    </p:spTree>
    <p:extLst>
      <p:ext uri="{BB962C8B-B14F-4D97-AF65-F5344CB8AC3E}">
        <p14:creationId xmlns:p14="http://schemas.microsoft.com/office/powerpoint/2010/main" val="1261420344"/>
      </p:ext>
    </p:extLst>
  </p:cSld>
  <p:clrMapOvr>
    <a:masterClrMapping/>
  </p:clrMapOvr>
</p:sldLayout>
</file>

<file path=ppt/slideLayouts/slideLayout249.xml><?xml version="1.0" encoding="utf-8"?>
<p:sldLayout xmlns:a="http://schemas.openxmlformats.org/drawingml/2006/main" xmlns:r="http://schemas.openxmlformats.org/officeDocument/2006/relationships" xmlns:p="http://schemas.openxmlformats.org/presentationml/2006/main" showMasterSp="0" userDrawn="1">
  <p:cSld name="25_Title Subtitle Dark Blue">
    <p:bg>
      <p:bgPr>
        <a:gradFill>
          <a:gsLst>
            <a:gs pos="100000">
              <a:schemeClr val="accent1"/>
            </a:gs>
            <a:gs pos="0">
              <a:schemeClr val="accent4"/>
            </a:gs>
          </a:gsLst>
          <a:lin ang="18900000" scaled="0"/>
        </a:gradFill>
        <a:effectLst/>
      </p:bgPr>
    </p:bg>
    <p:spTree>
      <p:nvGrpSpPr>
        <p:cNvPr id="1" name=""/>
        <p:cNvGrpSpPr/>
        <p:nvPr/>
      </p:nvGrpSpPr>
      <p:grpSpPr>
        <a:xfrm>
          <a:off x="0" y="0"/>
          <a:ext cx="0" cy="0"/>
          <a:chOff x="0" y="0"/>
          <a:chExt cx="0" cy="0"/>
        </a:xfrm>
      </p:grpSpPr>
      <p:pic>
        <p:nvPicPr>
          <p:cNvPr id="16" name="Picture 15">
            <a:extLst>
              <a:ext uri="{FF2B5EF4-FFF2-40B4-BE49-F238E27FC236}">
                <a16:creationId xmlns:a16="http://schemas.microsoft.com/office/drawing/2014/main" id="{DE0D24CC-0C4F-D8F2-FAD6-708F7EBCD26B}"/>
              </a:ext>
            </a:extLst>
          </p:cNvPr>
          <p:cNvPicPr>
            <a:picLocks noChangeAspect="1"/>
          </p:cNvPicPr>
          <p:nvPr userDrawn="1"/>
        </p:nvPicPr>
        <p:blipFill rotWithShape="1">
          <a:blip r:embed="rId3"/>
          <a:srcRect t="44" r="3629" b="3224"/>
          <a:stretch/>
        </p:blipFill>
        <p:spPr>
          <a:xfrm flipV="1">
            <a:off x="0" y="-8555"/>
            <a:ext cx="12192000" cy="6866554"/>
          </a:xfrm>
          <a:prstGeom prst="rect">
            <a:avLst/>
          </a:prstGeom>
        </p:spPr>
      </p:pic>
      <p:sp>
        <p:nvSpPr>
          <p:cNvPr id="5" name="Rectangle 4">
            <a:extLst>
              <a:ext uri="{FF2B5EF4-FFF2-40B4-BE49-F238E27FC236}">
                <a16:creationId xmlns:a16="http://schemas.microsoft.com/office/drawing/2014/main" id="{BF3541AA-6AF8-623F-B47B-1E2F29367584}"/>
              </a:ext>
            </a:extLst>
          </p:cNvPr>
          <p:cNvSpPr/>
          <p:nvPr userDrawn="1"/>
        </p:nvSpPr>
        <p:spPr>
          <a:xfrm rot="5400000">
            <a:off x="2662721" y="-2671277"/>
            <a:ext cx="6866556" cy="12192001"/>
          </a:xfrm>
          <a:prstGeom prst="rect">
            <a:avLst/>
          </a:prstGeom>
          <a:gradFill flip="none" rotWithShape="1">
            <a:gsLst>
              <a:gs pos="41000">
                <a:schemeClr val="tx1">
                  <a:alpha val="60000"/>
                </a:schemeClr>
              </a:gs>
              <a:gs pos="100000">
                <a:schemeClr val="tx1">
                  <a:alpha val="0"/>
                </a:schemeClr>
              </a:gs>
            </a:gsLst>
            <a:lin ang="16800000" scaled="0"/>
            <a:tileRect/>
          </a:gra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400">
              <a:solidFill>
                <a:schemeClr val="tx1"/>
              </a:solidFill>
            </a:endParaRPr>
          </a:p>
        </p:txBody>
      </p:sp>
      <p:sp>
        <p:nvSpPr>
          <p:cNvPr id="3" name="Date Placeholder 2">
            <a:extLst>
              <a:ext uri="{FF2B5EF4-FFF2-40B4-BE49-F238E27FC236}">
                <a16:creationId xmlns:a16="http://schemas.microsoft.com/office/drawing/2014/main" id="{793789B1-45FE-41D7-AB00-BF9FA7CBE232}"/>
              </a:ext>
            </a:extLst>
          </p:cNvPr>
          <p:cNvSpPr>
            <a:spLocks noGrp="1"/>
          </p:cNvSpPr>
          <p:nvPr>
            <p:ph type="dt" sz="half" idx="10"/>
          </p:nvPr>
        </p:nvSpPr>
        <p:spPr>
          <a:xfrm>
            <a:off x="9192344" y="6650661"/>
            <a:ext cx="2119242" cy="123111"/>
          </a:xfrm>
          <a:prstGeom prst="rect">
            <a:avLst/>
          </a:prstGeom>
        </p:spPr>
        <p:txBody>
          <a:bodyPr/>
          <a:lstStyle>
            <a:lvl1pPr algn="r">
              <a:defRPr/>
            </a:lvl1pPr>
          </a:lstStyle>
          <a:p>
            <a:pPr>
              <a:spcBef>
                <a:spcPts val="1000"/>
              </a:spcBef>
              <a:buFont typeface="Arial" panose="020B0604020202020204" pitchFamily="34" charset="0"/>
              <a:buNone/>
            </a:pPr>
            <a:r>
              <a:rPr lang="de-DE"/>
              <a:t>© Capgemini Invent 2025. All rights reserved.</a:t>
            </a:r>
            <a:endParaRPr lang="en-US"/>
          </a:p>
        </p:txBody>
      </p:sp>
      <p:sp>
        <p:nvSpPr>
          <p:cNvPr id="6" name="Slide Number Placeholder 5">
            <a:extLst>
              <a:ext uri="{FF2B5EF4-FFF2-40B4-BE49-F238E27FC236}">
                <a16:creationId xmlns:a16="http://schemas.microsoft.com/office/drawing/2014/main" id="{A01F3CCC-A7A2-43F4-B41C-6E884F53F29B}"/>
              </a:ext>
            </a:extLst>
          </p:cNvPr>
          <p:cNvSpPr>
            <a:spLocks noGrp="1"/>
          </p:cNvSpPr>
          <p:nvPr>
            <p:ph type="sldNum" sz="quarter" idx="12"/>
          </p:nvPr>
        </p:nvSpPr>
        <p:spPr>
          <a:xfrm>
            <a:off x="11407951" y="6650661"/>
            <a:ext cx="232665" cy="123111"/>
          </a:xfrm>
          <a:prstGeom prst="rect">
            <a:avLst/>
          </a:prstGeom>
        </p:spPr>
        <p:txBody>
          <a:bodyPr/>
          <a:lstStyle>
            <a:lvl1pPr algn="r">
              <a:defRPr/>
            </a:lvl1pPr>
          </a:lstStyle>
          <a:p>
            <a:fld id="{5D9A5160-6218-4E5A-B9E6-B93E3DAE377C}" type="slidenum">
              <a:rPr lang="en-US" smtClean="0"/>
              <a:pPr/>
              <a:t>‹#›</a:t>
            </a:fld>
            <a:endParaRPr lang="en-US"/>
          </a:p>
        </p:txBody>
      </p:sp>
      <p:sp>
        <p:nvSpPr>
          <p:cNvPr id="12" name="Text Placeholder 9">
            <a:extLst>
              <a:ext uri="{FF2B5EF4-FFF2-40B4-BE49-F238E27FC236}">
                <a16:creationId xmlns:a16="http://schemas.microsoft.com/office/drawing/2014/main" id="{5166E472-7F03-4595-8219-0CA22510C30A}"/>
              </a:ext>
            </a:extLst>
          </p:cNvPr>
          <p:cNvSpPr>
            <a:spLocks noGrp="1"/>
          </p:cNvSpPr>
          <p:nvPr>
            <p:ph type="body" sz="quarter" idx="15" hasCustomPrompt="1"/>
          </p:nvPr>
        </p:nvSpPr>
        <p:spPr>
          <a:xfrm>
            <a:off x="550200" y="1125538"/>
            <a:ext cx="11090938" cy="246221"/>
          </a:xfrm>
          <a:prstGeom prst="rect">
            <a:avLst/>
          </a:prstGeom>
        </p:spPr>
        <p:txBody>
          <a:bodyPr lIns="0">
            <a:spAutoFit/>
          </a:bodyPr>
          <a:lstStyle>
            <a:lvl1pPr>
              <a:defRPr sz="1600" b="1">
                <a:solidFill>
                  <a:schemeClr val="bg1"/>
                </a:solidFill>
                <a:latin typeface="+mn-lt"/>
              </a:defRPr>
            </a:lvl1pPr>
          </a:lstStyle>
          <a:p>
            <a:pPr lvl="0"/>
            <a:r>
              <a:rPr lang="en-US"/>
              <a:t>Click to edit Master text styles</a:t>
            </a:r>
          </a:p>
        </p:txBody>
      </p:sp>
      <p:sp>
        <p:nvSpPr>
          <p:cNvPr id="7" name="Footer Placeholder 6">
            <a:extLst>
              <a:ext uri="{FF2B5EF4-FFF2-40B4-BE49-F238E27FC236}">
                <a16:creationId xmlns:a16="http://schemas.microsoft.com/office/drawing/2014/main" id="{710155C6-3EEC-484D-BD60-4BC6C274A786}"/>
              </a:ext>
            </a:extLst>
          </p:cNvPr>
          <p:cNvSpPr>
            <a:spLocks noGrp="1"/>
          </p:cNvSpPr>
          <p:nvPr>
            <p:ph type="ftr" sz="quarter" idx="16"/>
          </p:nvPr>
        </p:nvSpPr>
        <p:spPr>
          <a:xfrm>
            <a:off x="550863" y="6650661"/>
            <a:ext cx="4716524" cy="123111"/>
          </a:xfrm>
          <a:prstGeom prst="rect">
            <a:avLst/>
          </a:prstGeom>
        </p:spPr>
        <p:txBody>
          <a:bodyPr/>
          <a:lstStyle/>
          <a:p>
            <a:pPr>
              <a:spcBef>
                <a:spcPts val="1000"/>
              </a:spcBef>
              <a:buFont typeface="Arial" panose="020B0604020202020204" pitchFamily="34" charset="0"/>
              <a:buNone/>
            </a:pPr>
            <a:r>
              <a:rPr lang="de-DE"/>
              <a:t>Process </a:t>
            </a:r>
            <a:r>
              <a:rPr lang="de-DE" err="1"/>
              <a:t>Intelligence</a:t>
            </a:r>
            <a:r>
              <a:rPr lang="de-DE"/>
              <a:t> Forum</a:t>
            </a:r>
            <a:endParaRPr lang="en-US"/>
          </a:p>
        </p:txBody>
      </p:sp>
      <p:sp>
        <p:nvSpPr>
          <p:cNvPr id="4" name="TextBox 3">
            <a:extLst>
              <a:ext uri="{FF2B5EF4-FFF2-40B4-BE49-F238E27FC236}">
                <a16:creationId xmlns:a16="http://schemas.microsoft.com/office/drawing/2014/main" id="{893AEF70-FAA7-2E6C-D551-2570035C7BDE}"/>
              </a:ext>
            </a:extLst>
          </p:cNvPr>
          <p:cNvSpPr txBox="1"/>
          <p:nvPr userDrawn="1">
            <p:custDataLst>
              <p:tags r:id="rId1"/>
            </p:custDataLst>
          </p:nvPr>
        </p:nvSpPr>
        <p:spPr>
          <a:xfrm>
            <a:off x="8192069" y="6650661"/>
            <a:ext cx="1000274" cy="123111"/>
          </a:xfrm>
          <a:prstGeom prst="rect">
            <a:avLst/>
          </a:prstGeom>
          <a:noFill/>
        </p:spPr>
        <p:txBody>
          <a:bodyPr vert="horz" wrap="none" lIns="0" tIns="0" rIns="0" bIns="0" rtlCol="0" anchor="ctr" anchorCtr="0">
            <a:spAutoFit/>
          </a:bodyPr>
          <a:lstStyle/>
          <a:p>
            <a:pPr algn="r">
              <a:spcBef>
                <a:spcPts val="1000"/>
              </a:spcBef>
              <a:spcAft>
                <a:spcPts val="0"/>
              </a:spcAft>
            </a:pPr>
            <a:r>
              <a:rPr lang="en-GB" sz="800" b="1">
                <a:solidFill>
                  <a:schemeClr val="bg1">
                    <a:lumMod val="65000"/>
                  </a:schemeClr>
                </a:solidFill>
                <a:cs typeface="Times New Roman" pitchFamily="18" charset="0"/>
              </a:rPr>
              <a:t>Company Restricted</a:t>
            </a:r>
            <a:endParaRPr lang="en-GB" sz="800" b="1">
              <a:solidFill>
                <a:schemeClr val="bg1">
                  <a:lumMod val="65000"/>
                </a:schemeClr>
              </a:solidFill>
              <a:ea typeface="Times New Roman" pitchFamily="18" charset="0"/>
              <a:cs typeface="Times New Roman" pitchFamily="18" charset="0"/>
            </a:endParaRPr>
          </a:p>
        </p:txBody>
      </p:sp>
      <p:grpSp>
        <p:nvGrpSpPr>
          <p:cNvPr id="8" name="Group 37">
            <a:extLst>
              <a:ext uri="{FF2B5EF4-FFF2-40B4-BE49-F238E27FC236}">
                <a16:creationId xmlns:a16="http://schemas.microsoft.com/office/drawing/2014/main" id="{FAD46DC9-7A77-6B00-2843-A5C97F24ECE6}"/>
              </a:ext>
            </a:extLst>
          </p:cNvPr>
          <p:cNvGrpSpPr/>
          <p:nvPr userDrawn="1"/>
        </p:nvGrpSpPr>
        <p:grpSpPr>
          <a:xfrm>
            <a:off x="11501102" y="171573"/>
            <a:ext cx="419436" cy="388087"/>
            <a:chOff x="5481638" y="2859088"/>
            <a:chExt cx="1231900" cy="1139825"/>
          </a:xfrm>
          <a:solidFill>
            <a:schemeClr val="bg1"/>
          </a:solidFill>
        </p:grpSpPr>
        <p:sp>
          <p:nvSpPr>
            <p:cNvPr id="9" name="Freeform 320">
              <a:extLst>
                <a:ext uri="{FF2B5EF4-FFF2-40B4-BE49-F238E27FC236}">
                  <a16:creationId xmlns:a16="http://schemas.microsoft.com/office/drawing/2014/main" id="{04535648-8BE7-2BE3-3C29-6EEE65E8BE38}"/>
                </a:ext>
              </a:extLst>
            </p:cNvPr>
            <p:cNvSpPr>
              <a:spLocks/>
            </p:cNvSpPr>
            <p:nvPr/>
          </p:nvSpPr>
          <p:spPr bwMode="auto">
            <a:xfrm>
              <a:off x="5481638" y="2859088"/>
              <a:ext cx="1203325" cy="1041400"/>
            </a:xfrm>
            <a:custGeom>
              <a:avLst/>
              <a:gdLst>
                <a:gd name="T0" fmla="*/ 229 w 281"/>
                <a:gd name="T1" fmla="*/ 105 h 243"/>
                <a:gd name="T2" fmla="*/ 186 w 281"/>
                <a:gd name="T3" fmla="*/ 141 h 243"/>
                <a:gd name="T4" fmla="*/ 154 w 281"/>
                <a:gd name="T5" fmla="*/ 194 h 243"/>
                <a:gd name="T6" fmla="*/ 112 w 281"/>
                <a:gd name="T7" fmla="*/ 233 h 243"/>
                <a:gd name="T8" fmla="*/ 53 w 281"/>
                <a:gd name="T9" fmla="*/ 236 h 243"/>
                <a:gd name="T10" fmla="*/ 0 w 281"/>
                <a:gd name="T11" fmla="*/ 159 h 243"/>
                <a:gd name="T12" fmla="*/ 153 w 281"/>
                <a:gd name="T13" fmla="*/ 0 h 243"/>
                <a:gd name="T14" fmla="*/ 153 w 281"/>
                <a:gd name="T15" fmla="*/ 0 h 243"/>
                <a:gd name="T16" fmla="*/ 160 w 281"/>
                <a:gd name="T17" fmla="*/ 3 h 243"/>
                <a:gd name="T18" fmla="*/ 237 w 281"/>
                <a:gd name="T19" fmla="*/ 51 h 243"/>
                <a:gd name="T20" fmla="*/ 281 w 281"/>
                <a:gd name="T21" fmla="*/ 118 h 243"/>
                <a:gd name="T22" fmla="*/ 229 w 281"/>
                <a:gd name="T23" fmla="*/ 105 h 24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281" h="243">
                  <a:moveTo>
                    <a:pt x="229" y="105"/>
                  </a:moveTo>
                  <a:cubicBezTo>
                    <a:pt x="210" y="109"/>
                    <a:pt x="196" y="125"/>
                    <a:pt x="186" y="141"/>
                  </a:cubicBezTo>
                  <a:cubicBezTo>
                    <a:pt x="175" y="159"/>
                    <a:pt x="166" y="177"/>
                    <a:pt x="154" y="194"/>
                  </a:cubicBezTo>
                  <a:cubicBezTo>
                    <a:pt x="143" y="211"/>
                    <a:pt x="130" y="225"/>
                    <a:pt x="112" y="233"/>
                  </a:cubicBezTo>
                  <a:cubicBezTo>
                    <a:pt x="93" y="242"/>
                    <a:pt x="72" y="243"/>
                    <a:pt x="53" y="236"/>
                  </a:cubicBezTo>
                  <a:cubicBezTo>
                    <a:pt x="21" y="224"/>
                    <a:pt x="0" y="192"/>
                    <a:pt x="0" y="159"/>
                  </a:cubicBezTo>
                  <a:cubicBezTo>
                    <a:pt x="0" y="72"/>
                    <a:pt x="119" y="42"/>
                    <a:pt x="153" y="0"/>
                  </a:cubicBezTo>
                  <a:cubicBezTo>
                    <a:pt x="153" y="0"/>
                    <a:pt x="153" y="0"/>
                    <a:pt x="153" y="0"/>
                  </a:cubicBezTo>
                  <a:cubicBezTo>
                    <a:pt x="155" y="1"/>
                    <a:pt x="158" y="2"/>
                    <a:pt x="160" y="3"/>
                  </a:cubicBezTo>
                  <a:cubicBezTo>
                    <a:pt x="188" y="15"/>
                    <a:pt x="214" y="30"/>
                    <a:pt x="237" y="51"/>
                  </a:cubicBezTo>
                  <a:cubicBezTo>
                    <a:pt x="258" y="70"/>
                    <a:pt x="273" y="92"/>
                    <a:pt x="281" y="118"/>
                  </a:cubicBezTo>
                  <a:cubicBezTo>
                    <a:pt x="268" y="105"/>
                    <a:pt x="247" y="100"/>
                    <a:pt x="229" y="105"/>
                  </a:cubicBezTo>
                </a:path>
              </a:pathLst>
            </a:custGeom>
            <a:grpFill/>
            <a:ln>
              <a:noFill/>
            </a:ln>
          </p:spPr>
          <p:txBody>
            <a:bodyPr vert="horz" wrap="square" lIns="91440" tIns="45720" rIns="91440" bIns="45720" numCol="1" anchor="t" anchorCtr="0" compatLnSpc="1">
              <a:prstTxWarp prst="textNoShape">
                <a:avLst/>
              </a:prstTxWarp>
            </a:bodyPr>
            <a:lstStyle/>
            <a:p>
              <a:endParaRPr lang="en-US"/>
            </a:p>
          </p:txBody>
        </p:sp>
        <p:sp>
          <p:nvSpPr>
            <p:cNvPr id="10" name="Freeform 321">
              <a:extLst>
                <a:ext uri="{FF2B5EF4-FFF2-40B4-BE49-F238E27FC236}">
                  <a16:creationId xmlns:a16="http://schemas.microsoft.com/office/drawing/2014/main" id="{F9098263-E7C3-2227-747A-012AC24B3A26}"/>
                </a:ext>
              </a:extLst>
            </p:cNvPr>
            <p:cNvSpPr>
              <a:spLocks/>
            </p:cNvSpPr>
            <p:nvPr/>
          </p:nvSpPr>
          <p:spPr bwMode="auto">
            <a:xfrm>
              <a:off x="5910263" y="3343275"/>
              <a:ext cx="803275" cy="655638"/>
            </a:xfrm>
            <a:custGeom>
              <a:avLst/>
              <a:gdLst>
                <a:gd name="T0" fmla="*/ 183 w 188"/>
                <a:gd name="T1" fmla="*/ 61 h 153"/>
                <a:gd name="T2" fmla="*/ 140 w 188"/>
                <a:gd name="T3" fmla="*/ 103 h 153"/>
                <a:gd name="T4" fmla="*/ 79 w 188"/>
                <a:gd name="T5" fmla="*/ 84 h 153"/>
                <a:gd name="T6" fmla="*/ 123 w 188"/>
                <a:gd name="T7" fmla="*/ 124 h 153"/>
                <a:gd name="T8" fmla="*/ 65 w 188"/>
                <a:gd name="T9" fmla="*/ 149 h 153"/>
                <a:gd name="T10" fmla="*/ 31 w 188"/>
                <a:gd name="T11" fmla="*/ 152 h 153"/>
                <a:gd name="T12" fmla="*/ 0 w 188"/>
                <a:gd name="T13" fmla="*/ 144 h 153"/>
                <a:gd name="T14" fmla="*/ 48 w 188"/>
                <a:gd name="T15" fmla="*/ 114 h 153"/>
                <a:gd name="T16" fmla="*/ 77 w 188"/>
                <a:gd name="T17" fmla="*/ 72 h 153"/>
                <a:gd name="T18" fmla="*/ 103 w 188"/>
                <a:gd name="T19" fmla="*/ 25 h 153"/>
                <a:gd name="T20" fmla="*/ 140 w 188"/>
                <a:gd name="T21" fmla="*/ 1 h 153"/>
                <a:gd name="T22" fmla="*/ 182 w 188"/>
                <a:gd name="T23" fmla="*/ 22 h 153"/>
                <a:gd name="T24" fmla="*/ 183 w 188"/>
                <a:gd name="T25" fmla="*/ 61 h 15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88" h="153">
                  <a:moveTo>
                    <a:pt x="183" y="61"/>
                  </a:moveTo>
                  <a:cubicBezTo>
                    <a:pt x="177" y="81"/>
                    <a:pt x="160" y="97"/>
                    <a:pt x="140" y="103"/>
                  </a:cubicBezTo>
                  <a:cubicBezTo>
                    <a:pt x="117" y="109"/>
                    <a:pt x="94" y="102"/>
                    <a:pt x="79" y="84"/>
                  </a:cubicBezTo>
                  <a:cubicBezTo>
                    <a:pt x="80" y="108"/>
                    <a:pt x="99" y="124"/>
                    <a:pt x="123" y="124"/>
                  </a:cubicBezTo>
                  <a:cubicBezTo>
                    <a:pt x="108" y="139"/>
                    <a:pt x="86" y="146"/>
                    <a:pt x="65" y="149"/>
                  </a:cubicBezTo>
                  <a:cubicBezTo>
                    <a:pt x="54" y="151"/>
                    <a:pt x="42" y="153"/>
                    <a:pt x="31" y="152"/>
                  </a:cubicBezTo>
                  <a:cubicBezTo>
                    <a:pt x="21" y="152"/>
                    <a:pt x="9" y="150"/>
                    <a:pt x="0" y="144"/>
                  </a:cubicBezTo>
                  <a:cubicBezTo>
                    <a:pt x="19" y="139"/>
                    <a:pt x="35" y="128"/>
                    <a:pt x="48" y="114"/>
                  </a:cubicBezTo>
                  <a:cubicBezTo>
                    <a:pt x="60" y="101"/>
                    <a:pt x="69" y="87"/>
                    <a:pt x="77" y="72"/>
                  </a:cubicBezTo>
                  <a:cubicBezTo>
                    <a:pt x="85" y="56"/>
                    <a:pt x="92" y="39"/>
                    <a:pt x="103" y="25"/>
                  </a:cubicBezTo>
                  <a:cubicBezTo>
                    <a:pt x="112" y="12"/>
                    <a:pt x="124" y="2"/>
                    <a:pt x="140" y="1"/>
                  </a:cubicBezTo>
                  <a:cubicBezTo>
                    <a:pt x="157" y="0"/>
                    <a:pt x="174" y="7"/>
                    <a:pt x="182" y="22"/>
                  </a:cubicBezTo>
                  <a:cubicBezTo>
                    <a:pt x="188" y="35"/>
                    <a:pt x="187" y="48"/>
                    <a:pt x="183" y="61"/>
                  </a:cubicBezTo>
                </a:path>
              </a:pathLst>
            </a:custGeom>
            <a:grpFill/>
            <a:ln>
              <a:noFill/>
            </a:ln>
          </p:spPr>
          <p:txBody>
            <a:bodyPr vert="horz" wrap="square" lIns="91440" tIns="45720" rIns="91440" bIns="45720" numCol="1" anchor="t" anchorCtr="0" compatLnSpc="1">
              <a:prstTxWarp prst="textNoShape">
                <a:avLst/>
              </a:prstTxWarp>
            </a:bodyPr>
            <a:lstStyle/>
            <a:p>
              <a:endParaRPr lang="en-US"/>
            </a:p>
          </p:txBody>
        </p:sp>
      </p:grpSp>
      <p:sp>
        <p:nvSpPr>
          <p:cNvPr id="2" name="Title 1">
            <a:extLst>
              <a:ext uri="{FF2B5EF4-FFF2-40B4-BE49-F238E27FC236}">
                <a16:creationId xmlns:a16="http://schemas.microsoft.com/office/drawing/2014/main" id="{A409CD94-0225-B500-71C3-FD7C5C6FF51E}"/>
              </a:ext>
            </a:extLst>
          </p:cNvPr>
          <p:cNvSpPr>
            <a:spLocks noGrp="1"/>
          </p:cNvSpPr>
          <p:nvPr>
            <p:ph type="title"/>
          </p:nvPr>
        </p:nvSpPr>
        <p:spPr/>
        <p:txBody>
          <a:bodyPr/>
          <a:lstStyle>
            <a:lvl1pPr>
              <a:defRPr>
                <a:solidFill>
                  <a:schemeClr val="bg1"/>
                </a:solidFill>
              </a:defRPr>
            </a:lvl1pPr>
          </a:lstStyle>
          <a:p>
            <a:r>
              <a:rPr lang="en-US"/>
              <a:t>Click to edit Master title style</a:t>
            </a:r>
          </a:p>
        </p:txBody>
      </p:sp>
    </p:spTree>
    <p:extLst>
      <p:ext uri="{BB962C8B-B14F-4D97-AF65-F5344CB8AC3E}">
        <p14:creationId xmlns:p14="http://schemas.microsoft.com/office/powerpoint/2010/main" val="362548662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image" Target="../media/image1.emf"/><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oleObject" Target="../embeddings/oleObject1.bin"/><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tags" Target="../tags/tag2.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theme" Target="../theme/theme1.xml"/></Relationships>
</file>

<file path=ppt/slideMasters/_rels/slideMaster2.xml.rels><?xml version="1.0" encoding="UTF-8" standalone="yes"?>
<Relationships xmlns="http://schemas.openxmlformats.org/package/2006/relationships"><Relationship Id="rId3" Type="http://schemas.openxmlformats.org/officeDocument/2006/relationships/tags" Target="../tags/tag10.xml"/><Relationship Id="rId2" Type="http://schemas.openxmlformats.org/officeDocument/2006/relationships/theme" Target="../theme/theme2.xml"/><Relationship Id="rId1" Type="http://schemas.openxmlformats.org/officeDocument/2006/relationships/slideLayout" Target="../slideLayouts/slideLayout22.xml"/><Relationship Id="rId5" Type="http://schemas.openxmlformats.org/officeDocument/2006/relationships/image" Target="../media/image1.emf"/><Relationship Id="rId4" Type="http://schemas.openxmlformats.org/officeDocument/2006/relationships/oleObject" Target="../embeddings/oleObject3.bin"/></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30.xml"/><Relationship Id="rId13" Type="http://schemas.openxmlformats.org/officeDocument/2006/relationships/slideLayout" Target="../slideLayouts/slideLayout35.xml"/><Relationship Id="rId18" Type="http://schemas.openxmlformats.org/officeDocument/2006/relationships/slideLayout" Target="../slideLayouts/slideLayout40.xml"/><Relationship Id="rId26" Type="http://schemas.openxmlformats.org/officeDocument/2006/relationships/image" Target="../media/image12.svg"/><Relationship Id="rId3" Type="http://schemas.openxmlformats.org/officeDocument/2006/relationships/slideLayout" Target="../slideLayouts/slideLayout25.xml"/><Relationship Id="rId21" Type="http://schemas.openxmlformats.org/officeDocument/2006/relationships/slideLayout" Target="../slideLayouts/slideLayout43.xml"/><Relationship Id="rId7" Type="http://schemas.openxmlformats.org/officeDocument/2006/relationships/slideLayout" Target="../slideLayouts/slideLayout29.xml"/><Relationship Id="rId12" Type="http://schemas.openxmlformats.org/officeDocument/2006/relationships/slideLayout" Target="../slideLayouts/slideLayout34.xml"/><Relationship Id="rId17" Type="http://schemas.openxmlformats.org/officeDocument/2006/relationships/slideLayout" Target="../slideLayouts/slideLayout39.xml"/><Relationship Id="rId25" Type="http://schemas.openxmlformats.org/officeDocument/2006/relationships/image" Target="../media/image11.png"/><Relationship Id="rId2" Type="http://schemas.openxmlformats.org/officeDocument/2006/relationships/slideLayout" Target="../slideLayouts/slideLayout24.xml"/><Relationship Id="rId16" Type="http://schemas.openxmlformats.org/officeDocument/2006/relationships/slideLayout" Target="../slideLayouts/slideLayout38.xml"/><Relationship Id="rId20" Type="http://schemas.openxmlformats.org/officeDocument/2006/relationships/slideLayout" Target="../slideLayouts/slideLayout42.xml"/><Relationship Id="rId1" Type="http://schemas.openxmlformats.org/officeDocument/2006/relationships/slideLayout" Target="../slideLayouts/slideLayout23.xml"/><Relationship Id="rId6" Type="http://schemas.openxmlformats.org/officeDocument/2006/relationships/slideLayout" Target="../slideLayouts/slideLayout28.xml"/><Relationship Id="rId11" Type="http://schemas.openxmlformats.org/officeDocument/2006/relationships/slideLayout" Target="../slideLayouts/slideLayout33.xml"/><Relationship Id="rId24" Type="http://schemas.openxmlformats.org/officeDocument/2006/relationships/theme" Target="../theme/theme3.xml"/><Relationship Id="rId5" Type="http://schemas.openxmlformats.org/officeDocument/2006/relationships/slideLayout" Target="../slideLayouts/slideLayout27.xml"/><Relationship Id="rId15" Type="http://schemas.openxmlformats.org/officeDocument/2006/relationships/slideLayout" Target="../slideLayouts/slideLayout37.xml"/><Relationship Id="rId23" Type="http://schemas.openxmlformats.org/officeDocument/2006/relationships/slideLayout" Target="../slideLayouts/slideLayout45.xml"/><Relationship Id="rId10" Type="http://schemas.openxmlformats.org/officeDocument/2006/relationships/slideLayout" Target="../slideLayouts/slideLayout32.xml"/><Relationship Id="rId19" Type="http://schemas.openxmlformats.org/officeDocument/2006/relationships/slideLayout" Target="../slideLayouts/slideLayout41.xml"/><Relationship Id="rId4" Type="http://schemas.openxmlformats.org/officeDocument/2006/relationships/slideLayout" Target="../slideLayouts/slideLayout26.xml"/><Relationship Id="rId9" Type="http://schemas.openxmlformats.org/officeDocument/2006/relationships/slideLayout" Target="../slideLayouts/slideLayout31.xml"/><Relationship Id="rId14" Type="http://schemas.openxmlformats.org/officeDocument/2006/relationships/slideLayout" Target="../slideLayouts/slideLayout36.xml"/><Relationship Id="rId22" Type="http://schemas.openxmlformats.org/officeDocument/2006/relationships/slideLayout" Target="../slideLayouts/slideLayout44.xml"/></Relationships>
</file>

<file path=ppt/slideMasters/_rels/slideMaster4.xml.rels><?xml version="1.0" encoding="UTF-8" standalone="yes"?>
<Relationships xmlns="http://schemas.openxmlformats.org/package/2006/relationships"><Relationship Id="rId8" Type="http://schemas.openxmlformats.org/officeDocument/2006/relationships/image" Target="../media/image17.png"/><Relationship Id="rId3" Type="http://schemas.openxmlformats.org/officeDocument/2006/relationships/theme" Target="../theme/theme4.xml"/><Relationship Id="rId7" Type="http://schemas.openxmlformats.org/officeDocument/2006/relationships/image" Target="../media/image16.png"/><Relationship Id="rId2" Type="http://schemas.openxmlformats.org/officeDocument/2006/relationships/slideLayout" Target="../slideLayouts/slideLayout47.xml"/><Relationship Id="rId1" Type="http://schemas.openxmlformats.org/officeDocument/2006/relationships/slideLayout" Target="../slideLayouts/slideLayout46.xml"/><Relationship Id="rId6" Type="http://schemas.openxmlformats.org/officeDocument/2006/relationships/image" Target="../media/image1.emf"/><Relationship Id="rId11" Type="http://schemas.openxmlformats.org/officeDocument/2006/relationships/image" Target="../media/image20.svg"/><Relationship Id="rId5" Type="http://schemas.openxmlformats.org/officeDocument/2006/relationships/oleObject" Target="../embeddings/oleObject1.bin"/><Relationship Id="rId10" Type="http://schemas.openxmlformats.org/officeDocument/2006/relationships/image" Target="../media/image19.png"/><Relationship Id="rId4" Type="http://schemas.openxmlformats.org/officeDocument/2006/relationships/tags" Target="../tags/tag15.xml"/><Relationship Id="rId9" Type="http://schemas.openxmlformats.org/officeDocument/2006/relationships/image" Target="../media/image18.svg"/></Relationships>
</file>

<file path=ppt/slideMasters/_rels/slideMaster5.xml.rels><?xml version="1.0" encoding="UTF-8" standalone="yes"?>
<Relationships xmlns="http://schemas.openxmlformats.org/package/2006/relationships"><Relationship Id="rId3" Type="http://schemas.openxmlformats.org/officeDocument/2006/relationships/theme" Target="../theme/theme5.xml"/><Relationship Id="rId2" Type="http://schemas.openxmlformats.org/officeDocument/2006/relationships/slideLayout" Target="../slideLayouts/slideLayout49.xml"/><Relationship Id="rId1" Type="http://schemas.openxmlformats.org/officeDocument/2006/relationships/slideLayout" Target="../slideLayouts/slideLayout48.xml"/><Relationship Id="rId6" Type="http://schemas.openxmlformats.org/officeDocument/2006/relationships/image" Target="../media/image1.emf"/><Relationship Id="rId5" Type="http://schemas.openxmlformats.org/officeDocument/2006/relationships/oleObject" Target="../embeddings/oleObject1.bin"/><Relationship Id="rId4" Type="http://schemas.openxmlformats.org/officeDocument/2006/relationships/tags" Target="../tags/tag16.xml"/></Relationships>
</file>

<file path=ppt/slideMasters/_rels/slideMaster6.xml.rels><?xml version="1.0" encoding="UTF-8" standalone="yes"?>
<Relationships xmlns="http://schemas.openxmlformats.org/package/2006/relationships"><Relationship Id="rId8" Type="http://schemas.openxmlformats.org/officeDocument/2006/relationships/slideLayout" Target="../slideLayouts/slideLayout57.xml"/><Relationship Id="rId13" Type="http://schemas.openxmlformats.org/officeDocument/2006/relationships/slideLayout" Target="../slideLayouts/slideLayout62.xml"/><Relationship Id="rId18" Type="http://schemas.openxmlformats.org/officeDocument/2006/relationships/slideLayout" Target="../slideLayouts/slideLayout67.xml"/><Relationship Id="rId26" Type="http://schemas.openxmlformats.org/officeDocument/2006/relationships/slideLayout" Target="../slideLayouts/slideLayout75.xml"/><Relationship Id="rId3" Type="http://schemas.openxmlformats.org/officeDocument/2006/relationships/slideLayout" Target="../slideLayouts/slideLayout52.xml"/><Relationship Id="rId21" Type="http://schemas.openxmlformats.org/officeDocument/2006/relationships/slideLayout" Target="../slideLayouts/slideLayout70.xml"/><Relationship Id="rId7" Type="http://schemas.openxmlformats.org/officeDocument/2006/relationships/slideLayout" Target="../slideLayouts/slideLayout56.xml"/><Relationship Id="rId12" Type="http://schemas.openxmlformats.org/officeDocument/2006/relationships/slideLayout" Target="../slideLayouts/slideLayout61.xml"/><Relationship Id="rId17" Type="http://schemas.openxmlformats.org/officeDocument/2006/relationships/slideLayout" Target="../slideLayouts/slideLayout66.xml"/><Relationship Id="rId25" Type="http://schemas.openxmlformats.org/officeDocument/2006/relationships/slideLayout" Target="../slideLayouts/slideLayout74.xml"/><Relationship Id="rId2" Type="http://schemas.openxmlformats.org/officeDocument/2006/relationships/slideLayout" Target="../slideLayouts/slideLayout51.xml"/><Relationship Id="rId16" Type="http://schemas.openxmlformats.org/officeDocument/2006/relationships/slideLayout" Target="../slideLayouts/slideLayout65.xml"/><Relationship Id="rId20" Type="http://schemas.openxmlformats.org/officeDocument/2006/relationships/slideLayout" Target="../slideLayouts/slideLayout69.xml"/><Relationship Id="rId29" Type="http://schemas.openxmlformats.org/officeDocument/2006/relationships/oleObject" Target="../embeddings/oleObject1.bin"/><Relationship Id="rId1" Type="http://schemas.openxmlformats.org/officeDocument/2006/relationships/slideLayout" Target="../slideLayouts/slideLayout50.xml"/><Relationship Id="rId6" Type="http://schemas.openxmlformats.org/officeDocument/2006/relationships/slideLayout" Target="../slideLayouts/slideLayout55.xml"/><Relationship Id="rId11" Type="http://schemas.openxmlformats.org/officeDocument/2006/relationships/slideLayout" Target="../slideLayouts/slideLayout60.xml"/><Relationship Id="rId24" Type="http://schemas.openxmlformats.org/officeDocument/2006/relationships/slideLayout" Target="../slideLayouts/slideLayout73.xml"/><Relationship Id="rId5" Type="http://schemas.openxmlformats.org/officeDocument/2006/relationships/slideLayout" Target="../slideLayouts/slideLayout54.xml"/><Relationship Id="rId15" Type="http://schemas.openxmlformats.org/officeDocument/2006/relationships/slideLayout" Target="../slideLayouts/slideLayout64.xml"/><Relationship Id="rId23" Type="http://schemas.openxmlformats.org/officeDocument/2006/relationships/slideLayout" Target="../slideLayouts/slideLayout72.xml"/><Relationship Id="rId28" Type="http://schemas.openxmlformats.org/officeDocument/2006/relationships/tags" Target="../tags/tag17.xml"/><Relationship Id="rId10" Type="http://schemas.openxmlformats.org/officeDocument/2006/relationships/slideLayout" Target="../slideLayouts/slideLayout59.xml"/><Relationship Id="rId19" Type="http://schemas.openxmlformats.org/officeDocument/2006/relationships/slideLayout" Target="../slideLayouts/slideLayout68.xml"/><Relationship Id="rId4" Type="http://schemas.openxmlformats.org/officeDocument/2006/relationships/slideLayout" Target="../slideLayouts/slideLayout53.xml"/><Relationship Id="rId9" Type="http://schemas.openxmlformats.org/officeDocument/2006/relationships/slideLayout" Target="../slideLayouts/slideLayout58.xml"/><Relationship Id="rId14" Type="http://schemas.openxmlformats.org/officeDocument/2006/relationships/slideLayout" Target="../slideLayouts/slideLayout63.xml"/><Relationship Id="rId22" Type="http://schemas.openxmlformats.org/officeDocument/2006/relationships/slideLayout" Target="../slideLayouts/slideLayout71.xml"/><Relationship Id="rId27" Type="http://schemas.openxmlformats.org/officeDocument/2006/relationships/theme" Target="../theme/theme6.xml"/><Relationship Id="rId30" Type="http://schemas.openxmlformats.org/officeDocument/2006/relationships/image" Target="../media/image1.emf"/></Relationships>
</file>

<file path=ppt/slideMasters/_rels/slideMaster7.xml.rels><?xml version="1.0" encoding="UTF-8" standalone="yes"?>
<Relationships xmlns="http://schemas.openxmlformats.org/package/2006/relationships"><Relationship Id="rId13" Type="http://schemas.openxmlformats.org/officeDocument/2006/relationships/slideLayout" Target="../slideLayouts/slideLayout88.xml"/><Relationship Id="rId18" Type="http://schemas.openxmlformats.org/officeDocument/2006/relationships/slideLayout" Target="../slideLayouts/slideLayout93.xml"/><Relationship Id="rId26" Type="http://schemas.openxmlformats.org/officeDocument/2006/relationships/slideLayout" Target="../slideLayouts/slideLayout101.xml"/><Relationship Id="rId39" Type="http://schemas.openxmlformats.org/officeDocument/2006/relationships/slideLayout" Target="../slideLayouts/slideLayout114.xml"/><Relationship Id="rId21" Type="http://schemas.openxmlformats.org/officeDocument/2006/relationships/slideLayout" Target="../slideLayouts/slideLayout96.xml"/><Relationship Id="rId34" Type="http://schemas.openxmlformats.org/officeDocument/2006/relationships/slideLayout" Target="../slideLayouts/slideLayout109.xml"/><Relationship Id="rId42" Type="http://schemas.openxmlformats.org/officeDocument/2006/relationships/oleObject" Target="../embeddings/oleObject1.bin"/><Relationship Id="rId7" Type="http://schemas.openxmlformats.org/officeDocument/2006/relationships/slideLayout" Target="../slideLayouts/slideLayout82.xml"/><Relationship Id="rId2" Type="http://schemas.openxmlformats.org/officeDocument/2006/relationships/slideLayout" Target="../slideLayouts/slideLayout77.xml"/><Relationship Id="rId16" Type="http://schemas.openxmlformats.org/officeDocument/2006/relationships/slideLayout" Target="../slideLayouts/slideLayout91.xml"/><Relationship Id="rId20" Type="http://schemas.openxmlformats.org/officeDocument/2006/relationships/slideLayout" Target="../slideLayouts/slideLayout95.xml"/><Relationship Id="rId29" Type="http://schemas.openxmlformats.org/officeDocument/2006/relationships/slideLayout" Target="../slideLayouts/slideLayout104.xml"/><Relationship Id="rId41" Type="http://schemas.openxmlformats.org/officeDocument/2006/relationships/tags" Target="../tags/tag30.xml"/><Relationship Id="rId1" Type="http://schemas.openxmlformats.org/officeDocument/2006/relationships/slideLayout" Target="../slideLayouts/slideLayout76.xml"/><Relationship Id="rId6" Type="http://schemas.openxmlformats.org/officeDocument/2006/relationships/slideLayout" Target="../slideLayouts/slideLayout81.xml"/><Relationship Id="rId11" Type="http://schemas.openxmlformats.org/officeDocument/2006/relationships/slideLayout" Target="../slideLayouts/slideLayout86.xml"/><Relationship Id="rId24" Type="http://schemas.openxmlformats.org/officeDocument/2006/relationships/slideLayout" Target="../slideLayouts/slideLayout99.xml"/><Relationship Id="rId32" Type="http://schemas.openxmlformats.org/officeDocument/2006/relationships/slideLayout" Target="../slideLayouts/slideLayout107.xml"/><Relationship Id="rId37" Type="http://schemas.openxmlformats.org/officeDocument/2006/relationships/slideLayout" Target="../slideLayouts/slideLayout112.xml"/><Relationship Id="rId40" Type="http://schemas.openxmlformats.org/officeDocument/2006/relationships/theme" Target="../theme/theme7.xml"/><Relationship Id="rId5" Type="http://schemas.openxmlformats.org/officeDocument/2006/relationships/slideLayout" Target="../slideLayouts/slideLayout80.xml"/><Relationship Id="rId15" Type="http://schemas.openxmlformats.org/officeDocument/2006/relationships/slideLayout" Target="../slideLayouts/slideLayout90.xml"/><Relationship Id="rId23" Type="http://schemas.openxmlformats.org/officeDocument/2006/relationships/slideLayout" Target="../slideLayouts/slideLayout98.xml"/><Relationship Id="rId28" Type="http://schemas.openxmlformats.org/officeDocument/2006/relationships/slideLayout" Target="../slideLayouts/slideLayout103.xml"/><Relationship Id="rId36" Type="http://schemas.openxmlformats.org/officeDocument/2006/relationships/slideLayout" Target="../slideLayouts/slideLayout111.xml"/><Relationship Id="rId10" Type="http://schemas.openxmlformats.org/officeDocument/2006/relationships/slideLayout" Target="../slideLayouts/slideLayout85.xml"/><Relationship Id="rId19" Type="http://schemas.openxmlformats.org/officeDocument/2006/relationships/slideLayout" Target="../slideLayouts/slideLayout94.xml"/><Relationship Id="rId31" Type="http://schemas.openxmlformats.org/officeDocument/2006/relationships/slideLayout" Target="../slideLayouts/slideLayout106.xml"/><Relationship Id="rId4" Type="http://schemas.openxmlformats.org/officeDocument/2006/relationships/slideLayout" Target="../slideLayouts/slideLayout79.xml"/><Relationship Id="rId9" Type="http://schemas.openxmlformats.org/officeDocument/2006/relationships/slideLayout" Target="../slideLayouts/slideLayout84.xml"/><Relationship Id="rId14" Type="http://schemas.openxmlformats.org/officeDocument/2006/relationships/slideLayout" Target="../slideLayouts/slideLayout89.xml"/><Relationship Id="rId22" Type="http://schemas.openxmlformats.org/officeDocument/2006/relationships/slideLayout" Target="../slideLayouts/slideLayout97.xml"/><Relationship Id="rId27" Type="http://schemas.openxmlformats.org/officeDocument/2006/relationships/slideLayout" Target="../slideLayouts/slideLayout102.xml"/><Relationship Id="rId30" Type="http://schemas.openxmlformats.org/officeDocument/2006/relationships/slideLayout" Target="../slideLayouts/slideLayout105.xml"/><Relationship Id="rId35" Type="http://schemas.openxmlformats.org/officeDocument/2006/relationships/slideLayout" Target="../slideLayouts/slideLayout110.xml"/><Relationship Id="rId43" Type="http://schemas.openxmlformats.org/officeDocument/2006/relationships/image" Target="../media/image1.emf"/><Relationship Id="rId8" Type="http://schemas.openxmlformats.org/officeDocument/2006/relationships/slideLayout" Target="../slideLayouts/slideLayout83.xml"/><Relationship Id="rId3" Type="http://schemas.openxmlformats.org/officeDocument/2006/relationships/slideLayout" Target="../slideLayouts/slideLayout78.xml"/><Relationship Id="rId12" Type="http://schemas.openxmlformats.org/officeDocument/2006/relationships/slideLayout" Target="../slideLayouts/slideLayout87.xml"/><Relationship Id="rId17" Type="http://schemas.openxmlformats.org/officeDocument/2006/relationships/slideLayout" Target="../slideLayouts/slideLayout92.xml"/><Relationship Id="rId25" Type="http://schemas.openxmlformats.org/officeDocument/2006/relationships/slideLayout" Target="../slideLayouts/slideLayout100.xml"/><Relationship Id="rId33" Type="http://schemas.openxmlformats.org/officeDocument/2006/relationships/slideLayout" Target="../slideLayouts/slideLayout108.xml"/><Relationship Id="rId38" Type="http://schemas.openxmlformats.org/officeDocument/2006/relationships/slideLayout" Target="../slideLayouts/slideLayout113.xml"/></Relationships>
</file>

<file path=ppt/slideMasters/_rels/slideMaster8.xml.rels><?xml version="1.0" encoding="UTF-8" standalone="yes"?>
<Relationships xmlns="http://schemas.openxmlformats.org/package/2006/relationships"><Relationship Id="rId13" Type="http://schemas.openxmlformats.org/officeDocument/2006/relationships/slideLayout" Target="../slideLayouts/slideLayout127.xml"/><Relationship Id="rId18" Type="http://schemas.openxmlformats.org/officeDocument/2006/relationships/slideLayout" Target="../slideLayouts/slideLayout132.xml"/><Relationship Id="rId26" Type="http://schemas.openxmlformats.org/officeDocument/2006/relationships/slideLayout" Target="../slideLayouts/slideLayout140.xml"/><Relationship Id="rId39" Type="http://schemas.openxmlformats.org/officeDocument/2006/relationships/slideLayout" Target="../slideLayouts/slideLayout153.xml"/><Relationship Id="rId21" Type="http://schemas.openxmlformats.org/officeDocument/2006/relationships/slideLayout" Target="../slideLayouts/slideLayout135.xml"/><Relationship Id="rId34" Type="http://schemas.openxmlformats.org/officeDocument/2006/relationships/slideLayout" Target="../slideLayouts/slideLayout148.xml"/><Relationship Id="rId42" Type="http://schemas.openxmlformats.org/officeDocument/2006/relationships/slideLayout" Target="../slideLayouts/slideLayout156.xml"/><Relationship Id="rId7" Type="http://schemas.openxmlformats.org/officeDocument/2006/relationships/slideLayout" Target="../slideLayouts/slideLayout121.xml"/><Relationship Id="rId2" Type="http://schemas.openxmlformats.org/officeDocument/2006/relationships/slideLayout" Target="../slideLayouts/slideLayout116.xml"/><Relationship Id="rId16" Type="http://schemas.openxmlformats.org/officeDocument/2006/relationships/slideLayout" Target="../slideLayouts/slideLayout130.xml"/><Relationship Id="rId29" Type="http://schemas.openxmlformats.org/officeDocument/2006/relationships/slideLayout" Target="../slideLayouts/slideLayout143.xml"/><Relationship Id="rId1" Type="http://schemas.openxmlformats.org/officeDocument/2006/relationships/slideLayout" Target="../slideLayouts/slideLayout115.xml"/><Relationship Id="rId6" Type="http://schemas.openxmlformats.org/officeDocument/2006/relationships/slideLayout" Target="../slideLayouts/slideLayout120.xml"/><Relationship Id="rId11" Type="http://schemas.openxmlformats.org/officeDocument/2006/relationships/slideLayout" Target="../slideLayouts/slideLayout125.xml"/><Relationship Id="rId24" Type="http://schemas.openxmlformats.org/officeDocument/2006/relationships/slideLayout" Target="../slideLayouts/slideLayout138.xml"/><Relationship Id="rId32" Type="http://schemas.openxmlformats.org/officeDocument/2006/relationships/slideLayout" Target="../slideLayouts/slideLayout146.xml"/><Relationship Id="rId37" Type="http://schemas.openxmlformats.org/officeDocument/2006/relationships/slideLayout" Target="../slideLayouts/slideLayout151.xml"/><Relationship Id="rId40" Type="http://schemas.openxmlformats.org/officeDocument/2006/relationships/slideLayout" Target="../slideLayouts/slideLayout154.xml"/><Relationship Id="rId45" Type="http://schemas.openxmlformats.org/officeDocument/2006/relationships/oleObject" Target="../embeddings/oleObject9.bin"/><Relationship Id="rId5" Type="http://schemas.openxmlformats.org/officeDocument/2006/relationships/slideLayout" Target="../slideLayouts/slideLayout119.xml"/><Relationship Id="rId15" Type="http://schemas.openxmlformats.org/officeDocument/2006/relationships/slideLayout" Target="../slideLayouts/slideLayout129.xml"/><Relationship Id="rId23" Type="http://schemas.openxmlformats.org/officeDocument/2006/relationships/slideLayout" Target="../slideLayouts/slideLayout137.xml"/><Relationship Id="rId28" Type="http://schemas.openxmlformats.org/officeDocument/2006/relationships/slideLayout" Target="../slideLayouts/slideLayout142.xml"/><Relationship Id="rId36" Type="http://schemas.openxmlformats.org/officeDocument/2006/relationships/slideLayout" Target="../slideLayouts/slideLayout150.xml"/><Relationship Id="rId10" Type="http://schemas.openxmlformats.org/officeDocument/2006/relationships/slideLayout" Target="../slideLayouts/slideLayout124.xml"/><Relationship Id="rId19" Type="http://schemas.openxmlformats.org/officeDocument/2006/relationships/slideLayout" Target="../slideLayouts/slideLayout133.xml"/><Relationship Id="rId31" Type="http://schemas.openxmlformats.org/officeDocument/2006/relationships/slideLayout" Target="../slideLayouts/slideLayout145.xml"/><Relationship Id="rId44" Type="http://schemas.openxmlformats.org/officeDocument/2006/relationships/tags" Target="../tags/tag45.xml"/><Relationship Id="rId4" Type="http://schemas.openxmlformats.org/officeDocument/2006/relationships/slideLayout" Target="../slideLayouts/slideLayout118.xml"/><Relationship Id="rId9" Type="http://schemas.openxmlformats.org/officeDocument/2006/relationships/slideLayout" Target="../slideLayouts/slideLayout123.xml"/><Relationship Id="rId14" Type="http://schemas.openxmlformats.org/officeDocument/2006/relationships/slideLayout" Target="../slideLayouts/slideLayout128.xml"/><Relationship Id="rId22" Type="http://schemas.openxmlformats.org/officeDocument/2006/relationships/slideLayout" Target="../slideLayouts/slideLayout136.xml"/><Relationship Id="rId27" Type="http://schemas.openxmlformats.org/officeDocument/2006/relationships/slideLayout" Target="../slideLayouts/slideLayout141.xml"/><Relationship Id="rId30" Type="http://schemas.openxmlformats.org/officeDocument/2006/relationships/slideLayout" Target="../slideLayouts/slideLayout144.xml"/><Relationship Id="rId35" Type="http://schemas.openxmlformats.org/officeDocument/2006/relationships/slideLayout" Target="../slideLayouts/slideLayout149.xml"/><Relationship Id="rId43" Type="http://schemas.openxmlformats.org/officeDocument/2006/relationships/theme" Target="../theme/theme8.xml"/><Relationship Id="rId8" Type="http://schemas.openxmlformats.org/officeDocument/2006/relationships/slideLayout" Target="../slideLayouts/slideLayout122.xml"/><Relationship Id="rId3" Type="http://schemas.openxmlformats.org/officeDocument/2006/relationships/slideLayout" Target="../slideLayouts/slideLayout117.xml"/><Relationship Id="rId12" Type="http://schemas.openxmlformats.org/officeDocument/2006/relationships/slideLayout" Target="../slideLayouts/slideLayout126.xml"/><Relationship Id="rId17" Type="http://schemas.openxmlformats.org/officeDocument/2006/relationships/slideLayout" Target="../slideLayouts/slideLayout131.xml"/><Relationship Id="rId25" Type="http://schemas.openxmlformats.org/officeDocument/2006/relationships/slideLayout" Target="../slideLayouts/slideLayout139.xml"/><Relationship Id="rId33" Type="http://schemas.openxmlformats.org/officeDocument/2006/relationships/slideLayout" Target="../slideLayouts/slideLayout147.xml"/><Relationship Id="rId38" Type="http://schemas.openxmlformats.org/officeDocument/2006/relationships/slideLayout" Target="../slideLayouts/slideLayout152.xml"/><Relationship Id="rId46" Type="http://schemas.openxmlformats.org/officeDocument/2006/relationships/image" Target="../media/image1.emf"/><Relationship Id="rId20" Type="http://schemas.openxmlformats.org/officeDocument/2006/relationships/slideLayout" Target="../slideLayouts/slideLayout134.xml"/><Relationship Id="rId41" Type="http://schemas.openxmlformats.org/officeDocument/2006/relationships/slideLayout" Target="../slideLayouts/slideLayout155.xml"/></Relationships>
</file>

<file path=ppt/slideMasters/_rels/slideMaster9.xml.rels><?xml version="1.0" encoding="UTF-8" standalone="yes"?>
<Relationships xmlns="http://schemas.openxmlformats.org/package/2006/relationships"><Relationship Id="rId13" Type="http://schemas.openxmlformats.org/officeDocument/2006/relationships/slideLayout" Target="../slideLayouts/slideLayout169.xml"/><Relationship Id="rId18" Type="http://schemas.openxmlformats.org/officeDocument/2006/relationships/slideLayout" Target="../slideLayouts/slideLayout174.xml"/><Relationship Id="rId26" Type="http://schemas.openxmlformats.org/officeDocument/2006/relationships/slideLayout" Target="../slideLayouts/slideLayout182.xml"/><Relationship Id="rId39" Type="http://schemas.openxmlformats.org/officeDocument/2006/relationships/theme" Target="../theme/theme9.xml"/><Relationship Id="rId21" Type="http://schemas.openxmlformats.org/officeDocument/2006/relationships/slideLayout" Target="../slideLayouts/slideLayout177.xml"/><Relationship Id="rId34" Type="http://schemas.openxmlformats.org/officeDocument/2006/relationships/slideLayout" Target="../slideLayouts/slideLayout190.xml"/><Relationship Id="rId42" Type="http://schemas.openxmlformats.org/officeDocument/2006/relationships/image" Target="../media/image1.emf"/><Relationship Id="rId7" Type="http://schemas.openxmlformats.org/officeDocument/2006/relationships/slideLayout" Target="../slideLayouts/slideLayout163.xml"/><Relationship Id="rId2" Type="http://schemas.openxmlformats.org/officeDocument/2006/relationships/slideLayout" Target="../slideLayouts/slideLayout158.xml"/><Relationship Id="rId16" Type="http://schemas.openxmlformats.org/officeDocument/2006/relationships/slideLayout" Target="../slideLayouts/slideLayout172.xml"/><Relationship Id="rId20" Type="http://schemas.openxmlformats.org/officeDocument/2006/relationships/slideLayout" Target="../slideLayouts/slideLayout176.xml"/><Relationship Id="rId29" Type="http://schemas.openxmlformats.org/officeDocument/2006/relationships/slideLayout" Target="../slideLayouts/slideLayout185.xml"/><Relationship Id="rId41" Type="http://schemas.openxmlformats.org/officeDocument/2006/relationships/oleObject" Target="../embeddings/oleObject1.bin"/><Relationship Id="rId1" Type="http://schemas.openxmlformats.org/officeDocument/2006/relationships/slideLayout" Target="../slideLayouts/slideLayout157.xml"/><Relationship Id="rId6" Type="http://schemas.openxmlformats.org/officeDocument/2006/relationships/slideLayout" Target="../slideLayouts/slideLayout162.xml"/><Relationship Id="rId11" Type="http://schemas.openxmlformats.org/officeDocument/2006/relationships/slideLayout" Target="../slideLayouts/slideLayout167.xml"/><Relationship Id="rId24" Type="http://schemas.openxmlformats.org/officeDocument/2006/relationships/slideLayout" Target="../slideLayouts/slideLayout180.xml"/><Relationship Id="rId32" Type="http://schemas.openxmlformats.org/officeDocument/2006/relationships/slideLayout" Target="../slideLayouts/slideLayout188.xml"/><Relationship Id="rId37" Type="http://schemas.openxmlformats.org/officeDocument/2006/relationships/slideLayout" Target="../slideLayouts/slideLayout193.xml"/><Relationship Id="rId40" Type="http://schemas.openxmlformats.org/officeDocument/2006/relationships/tags" Target="../tags/tag53.xml"/><Relationship Id="rId5" Type="http://schemas.openxmlformats.org/officeDocument/2006/relationships/slideLayout" Target="../slideLayouts/slideLayout161.xml"/><Relationship Id="rId15" Type="http://schemas.openxmlformats.org/officeDocument/2006/relationships/slideLayout" Target="../slideLayouts/slideLayout171.xml"/><Relationship Id="rId23" Type="http://schemas.openxmlformats.org/officeDocument/2006/relationships/slideLayout" Target="../slideLayouts/slideLayout179.xml"/><Relationship Id="rId28" Type="http://schemas.openxmlformats.org/officeDocument/2006/relationships/slideLayout" Target="../slideLayouts/slideLayout184.xml"/><Relationship Id="rId36" Type="http://schemas.openxmlformats.org/officeDocument/2006/relationships/slideLayout" Target="../slideLayouts/slideLayout192.xml"/><Relationship Id="rId10" Type="http://schemas.openxmlformats.org/officeDocument/2006/relationships/slideLayout" Target="../slideLayouts/slideLayout166.xml"/><Relationship Id="rId19" Type="http://schemas.openxmlformats.org/officeDocument/2006/relationships/slideLayout" Target="../slideLayouts/slideLayout175.xml"/><Relationship Id="rId31" Type="http://schemas.openxmlformats.org/officeDocument/2006/relationships/slideLayout" Target="../slideLayouts/slideLayout187.xml"/><Relationship Id="rId4" Type="http://schemas.openxmlformats.org/officeDocument/2006/relationships/slideLayout" Target="../slideLayouts/slideLayout160.xml"/><Relationship Id="rId9" Type="http://schemas.openxmlformats.org/officeDocument/2006/relationships/slideLayout" Target="../slideLayouts/slideLayout165.xml"/><Relationship Id="rId14" Type="http://schemas.openxmlformats.org/officeDocument/2006/relationships/slideLayout" Target="../slideLayouts/slideLayout170.xml"/><Relationship Id="rId22" Type="http://schemas.openxmlformats.org/officeDocument/2006/relationships/slideLayout" Target="../slideLayouts/slideLayout178.xml"/><Relationship Id="rId27" Type="http://schemas.openxmlformats.org/officeDocument/2006/relationships/slideLayout" Target="../slideLayouts/slideLayout183.xml"/><Relationship Id="rId30" Type="http://schemas.openxmlformats.org/officeDocument/2006/relationships/slideLayout" Target="../slideLayouts/slideLayout186.xml"/><Relationship Id="rId35" Type="http://schemas.openxmlformats.org/officeDocument/2006/relationships/slideLayout" Target="../slideLayouts/slideLayout191.xml"/><Relationship Id="rId8" Type="http://schemas.openxmlformats.org/officeDocument/2006/relationships/slideLayout" Target="../slideLayouts/slideLayout164.xml"/><Relationship Id="rId3" Type="http://schemas.openxmlformats.org/officeDocument/2006/relationships/slideLayout" Target="../slideLayouts/slideLayout159.xml"/><Relationship Id="rId12" Type="http://schemas.openxmlformats.org/officeDocument/2006/relationships/slideLayout" Target="../slideLayouts/slideLayout168.xml"/><Relationship Id="rId17" Type="http://schemas.openxmlformats.org/officeDocument/2006/relationships/slideLayout" Target="../slideLayouts/slideLayout173.xml"/><Relationship Id="rId25" Type="http://schemas.openxmlformats.org/officeDocument/2006/relationships/slideLayout" Target="../slideLayouts/slideLayout181.xml"/><Relationship Id="rId33" Type="http://schemas.openxmlformats.org/officeDocument/2006/relationships/slideLayout" Target="../slideLayouts/slideLayout189.xml"/><Relationship Id="rId38" Type="http://schemas.openxmlformats.org/officeDocument/2006/relationships/slideLayout" Target="../slideLayouts/slideLayout194.xml"/></Relationships>
</file>

<file path=ppt/slideMasters/_rels/slideMaster10.xml.rels><?xml version="1.0" encoding="UTF-8" standalone="yes"?>
<Relationships xmlns="http://schemas.openxmlformats.org/package/2006/relationships"><Relationship Id="rId13" Type="http://schemas.openxmlformats.org/officeDocument/2006/relationships/slideLayout" Target="../slideLayouts/slideLayout207.xml"/><Relationship Id="rId18" Type="http://schemas.openxmlformats.org/officeDocument/2006/relationships/slideLayout" Target="../slideLayouts/slideLayout212.xml"/><Relationship Id="rId26" Type="http://schemas.openxmlformats.org/officeDocument/2006/relationships/slideLayout" Target="../slideLayouts/slideLayout220.xml"/><Relationship Id="rId39" Type="http://schemas.openxmlformats.org/officeDocument/2006/relationships/slideLayout" Target="../slideLayouts/slideLayout233.xml"/><Relationship Id="rId21" Type="http://schemas.openxmlformats.org/officeDocument/2006/relationships/slideLayout" Target="../slideLayouts/slideLayout215.xml"/><Relationship Id="rId34" Type="http://schemas.openxmlformats.org/officeDocument/2006/relationships/slideLayout" Target="../slideLayouts/slideLayout228.xml"/><Relationship Id="rId42" Type="http://schemas.openxmlformats.org/officeDocument/2006/relationships/slideLayout" Target="../slideLayouts/slideLayout236.xml"/><Relationship Id="rId47" Type="http://schemas.openxmlformats.org/officeDocument/2006/relationships/slideLayout" Target="../slideLayouts/slideLayout241.xml"/><Relationship Id="rId50" Type="http://schemas.openxmlformats.org/officeDocument/2006/relationships/slideLayout" Target="../slideLayouts/slideLayout244.xml"/><Relationship Id="rId55" Type="http://schemas.openxmlformats.org/officeDocument/2006/relationships/slideLayout" Target="../slideLayouts/slideLayout249.xml"/><Relationship Id="rId7" Type="http://schemas.openxmlformats.org/officeDocument/2006/relationships/slideLayout" Target="../slideLayouts/slideLayout201.xml"/><Relationship Id="rId2" Type="http://schemas.openxmlformats.org/officeDocument/2006/relationships/slideLayout" Target="../slideLayouts/slideLayout196.xml"/><Relationship Id="rId16" Type="http://schemas.openxmlformats.org/officeDocument/2006/relationships/slideLayout" Target="../slideLayouts/slideLayout210.xml"/><Relationship Id="rId29" Type="http://schemas.openxmlformats.org/officeDocument/2006/relationships/slideLayout" Target="../slideLayouts/slideLayout223.xml"/><Relationship Id="rId11" Type="http://schemas.openxmlformats.org/officeDocument/2006/relationships/slideLayout" Target="../slideLayouts/slideLayout205.xml"/><Relationship Id="rId24" Type="http://schemas.openxmlformats.org/officeDocument/2006/relationships/slideLayout" Target="../slideLayouts/slideLayout218.xml"/><Relationship Id="rId32" Type="http://schemas.openxmlformats.org/officeDocument/2006/relationships/slideLayout" Target="../slideLayouts/slideLayout226.xml"/><Relationship Id="rId37" Type="http://schemas.openxmlformats.org/officeDocument/2006/relationships/slideLayout" Target="../slideLayouts/slideLayout231.xml"/><Relationship Id="rId40" Type="http://schemas.openxmlformats.org/officeDocument/2006/relationships/slideLayout" Target="../slideLayouts/slideLayout234.xml"/><Relationship Id="rId45" Type="http://schemas.openxmlformats.org/officeDocument/2006/relationships/slideLayout" Target="../slideLayouts/slideLayout239.xml"/><Relationship Id="rId53" Type="http://schemas.openxmlformats.org/officeDocument/2006/relationships/slideLayout" Target="../slideLayouts/slideLayout247.xml"/><Relationship Id="rId58" Type="http://schemas.openxmlformats.org/officeDocument/2006/relationships/oleObject" Target="../embeddings/oleObject15.bin"/><Relationship Id="rId5" Type="http://schemas.openxmlformats.org/officeDocument/2006/relationships/slideLayout" Target="../slideLayouts/slideLayout199.xml"/><Relationship Id="rId19" Type="http://schemas.openxmlformats.org/officeDocument/2006/relationships/slideLayout" Target="../slideLayouts/slideLayout213.xml"/><Relationship Id="rId4" Type="http://schemas.openxmlformats.org/officeDocument/2006/relationships/slideLayout" Target="../slideLayouts/slideLayout198.xml"/><Relationship Id="rId9" Type="http://schemas.openxmlformats.org/officeDocument/2006/relationships/slideLayout" Target="../slideLayouts/slideLayout203.xml"/><Relationship Id="rId14" Type="http://schemas.openxmlformats.org/officeDocument/2006/relationships/slideLayout" Target="../slideLayouts/slideLayout208.xml"/><Relationship Id="rId22" Type="http://schemas.openxmlformats.org/officeDocument/2006/relationships/slideLayout" Target="../slideLayouts/slideLayout216.xml"/><Relationship Id="rId27" Type="http://schemas.openxmlformats.org/officeDocument/2006/relationships/slideLayout" Target="../slideLayouts/slideLayout221.xml"/><Relationship Id="rId30" Type="http://schemas.openxmlformats.org/officeDocument/2006/relationships/slideLayout" Target="../slideLayouts/slideLayout224.xml"/><Relationship Id="rId35" Type="http://schemas.openxmlformats.org/officeDocument/2006/relationships/slideLayout" Target="../slideLayouts/slideLayout229.xml"/><Relationship Id="rId43" Type="http://schemas.openxmlformats.org/officeDocument/2006/relationships/slideLayout" Target="../slideLayouts/slideLayout237.xml"/><Relationship Id="rId48" Type="http://schemas.openxmlformats.org/officeDocument/2006/relationships/slideLayout" Target="../slideLayouts/slideLayout242.xml"/><Relationship Id="rId56" Type="http://schemas.openxmlformats.org/officeDocument/2006/relationships/theme" Target="../theme/theme10.xml"/><Relationship Id="rId8" Type="http://schemas.openxmlformats.org/officeDocument/2006/relationships/slideLayout" Target="../slideLayouts/slideLayout202.xml"/><Relationship Id="rId51" Type="http://schemas.openxmlformats.org/officeDocument/2006/relationships/slideLayout" Target="../slideLayouts/slideLayout245.xml"/><Relationship Id="rId3" Type="http://schemas.openxmlformats.org/officeDocument/2006/relationships/slideLayout" Target="../slideLayouts/slideLayout197.xml"/><Relationship Id="rId12" Type="http://schemas.openxmlformats.org/officeDocument/2006/relationships/slideLayout" Target="../slideLayouts/slideLayout206.xml"/><Relationship Id="rId17" Type="http://schemas.openxmlformats.org/officeDocument/2006/relationships/slideLayout" Target="../slideLayouts/slideLayout211.xml"/><Relationship Id="rId25" Type="http://schemas.openxmlformats.org/officeDocument/2006/relationships/slideLayout" Target="../slideLayouts/slideLayout219.xml"/><Relationship Id="rId33" Type="http://schemas.openxmlformats.org/officeDocument/2006/relationships/slideLayout" Target="../slideLayouts/slideLayout227.xml"/><Relationship Id="rId38" Type="http://schemas.openxmlformats.org/officeDocument/2006/relationships/slideLayout" Target="../slideLayouts/slideLayout232.xml"/><Relationship Id="rId46" Type="http://schemas.openxmlformats.org/officeDocument/2006/relationships/slideLayout" Target="../slideLayouts/slideLayout240.xml"/><Relationship Id="rId59" Type="http://schemas.openxmlformats.org/officeDocument/2006/relationships/image" Target="../media/image45.emf"/><Relationship Id="rId20" Type="http://schemas.openxmlformats.org/officeDocument/2006/relationships/slideLayout" Target="../slideLayouts/slideLayout214.xml"/><Relationship Id="rId41" Type="http://schemas.openxmlformats.org/officeDocument/2006/relationships/slideLayout" Target="../slideLayouts/slideLayout235.xml"/><Relationship Id="rId54" Type="http://schemas.openxmlformats.org/officeDocument/2006/relationships/slideLayout" Target="../slideLayouts/slideLayout248.xml"/><Relationship Id="rId1" Type="http://schemas.openxmlformats.org/officeDocument/2006/relationships/slideLayout" Target="../slideLayouts/slideLayout195.xml"/><Relationship Id="rId6" Type="http://schemas.openxmlformats.org/officeDocument/2006/relationships/slideLayout" Target="../slideLayouts/slideLayout200.xml"/><Relationship Id="rId15" Type="http://schemas.openxmlformats.org/officeDocument/2006/relationships/slideLayout" Target="../slideLayouts/slideLayout209.xml"/><Relationship Id="rId23" Type="http://schemas.openxmlformats.org/officeDocument/2006/relationships/slideLayout" Target="../slideLayouts/slideLayout217.xml"/><Relationship Id="rId28" Type="http://schemas.openxmlformats.org/officeDocument/2006/relationships/slideLayout" Target="../slideLayouts/slideLayout222.xml"/><Relationship Id="rId36" Type="http://schemas.openxmlformats.org/officeDocument/2006/relationships/slideLayout" Target="../slideLayouts/slideLayout230.xml"/><Relationship Id="rId49" Type="http://schemas.openxmlformats.org/officeDocument/2006/relationships/slideLayout" Target="../slideLayouts/slideLayout243.xml"/><Relationship Id="rId57" Type="http://schemas.openxmlformats.org/officeDocument/2006/relationships/tags" Target="../tags/tag65.xml"/><Relationship Id="rId10" Type="http://schemas.openxmlformats.org/officeDocument/2006/relationships/slideLayout" Target="../slideLayouts/slideLayout204.xml"/><Relationship Id="rId31" Type="http://schemas.openxmlformats.org/officeDocument/2006/relationships/slideLayout" Target="../slideLayouts/slideLayout225.xml"/><Relationship Id="rId44" Type="http://schemas.openxmlformats.org/officeDocument/2006/relationships/slideLayout" Target="../slideLayouts/slideLayout238.xml"/><Relationship Id="rId52" Type="http://schemas.openxmlformats.org/officeDocument/2006/relationships/slideLayout" Target="../slideLayouts/slideLayout246.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graphicFrame>
        <p:nvGraphicFramePr>
          <p:cNvPr id="21" name="Object 20" hidden="1"/>
          <p:cNvGraphicFramePr>
            <a:graphicFrameLocks noChangeAspect="1"/>
          </p:cNvGraphicFramePr>
          <p:nvPr>
            <p:custDataLst>
              <p:tags r:id="rId23"/>
            </p:custDataLst>
            <p:extLst>
              <p:ext uri="{D42A27DB-BD31-4B8C-83A1-F6EECF244321}">
                <p14:modId xmlns:p14="http://schemas.microsoft.com/office/powerpoint/2010/main" val="197578679"/>
              </p:ext>
            </p:extLst>
          </p:nvPr>
        </p:nvGraphicFramePr>
        <p:xfrm>
          <a:off x="1587" y="1588"/>
          <a:ext cx="1587" cy="1587"/>
        </p:xfrm>
        <a:graphic>
          <a:graphicData uri="http://schemas.openxmlformats.org/presentationml/2006/ole">
            <mc:AlternateContent xmlns:mc="http://schemas.openxmlformats.org/markup-compatibility/2006">
              <mc:Choice xmlns:v="urn:schemas-microsoft-com:vml" Requires="v">
                <p:oleObj name="think-cell Slide" r:id="rId24" imgW="270" imgH="270" progId="TCLayout.ActiveDocument.1">
                  <p:embed/>
                </p:oleObj>
              </mc:Choice>
              <mc:Fallback>
                <p:oleObj name="think-cell Slide" r:id="rId24" imgW="270" imgH="270" progId="TCLayout.ActiveDocument.1">
                  <p:embed/>
                  <p:pic>
                    <p:nvPicPr>
                      <p:cNvPr id="21" name="Object 20" hidden="1"/>
                      <p:cNvPicPr>
                        <a:picLocks noChangeAspect="1" noChangeArrowheads="1"/>
                      </p:cNvPicPr>
                      <p:nvPr/>
                    </p:nvPicPr>
                    <p:blipFill>
                      <a:blip r:embed="rId25">
                        <a:extLst>
                          <a:ext uri="{28A0092B-C50C-407E-A947-70E740481C1C}">
                            <a14:useLocalDpi xmlns:a14="http://schemas.microsoft.com/office/drawing/2010/main" val="0"/>
                          </a:ext>
                        </a:extLst>
                      </a:blip>
                      <a:srcRect/>
                      <a:stretch>
                        <a:fillRect/>
                      </a:stretch>
                    </p:blipFill>
                    <p:spPr bwMode="auto">
                      <a:xfrm>
                        <a:off x="1587" y="1588"/>
                        <a:ext cx="1587" cy="1587"/>
                      </a:xfrm>
                      <a:prstGeom prst="rect">
                        <a:avLst/>
                      </a:prstGeom>
                      <a:noFill/>
                    </p:spPr>
                  </p:pic>
                </p:oleObj>
              </mc:Fallback>
            </mc:AlternateContent>
          </a:graphicData>
        </a:graphic>
      </p:graphicFrame>
      <p:sp>
        <p:nvSpPr>
          <p:cNvPr id="4" name="Text Placeholder 1"/>
          <p:cNvSpPr>
            <a:spLocks noGrp="1"/>
          </p:cNvSpPr>
          <p:nvPr>
            <p:ph type="body" idx="1"/>
          </p:nvPr>
        </p:nvSpPr>
        <p:spPr>
          <a:xfrm>
            <a:off x="404813" y="1327150"/>
            <a:ext cx="11376880" cy="5135563"/>
          </a:xfrm>
          <a:prstGeom prst="rect">
            <a:avLst/>
          </a:prstGeom>
        </p:spPr>
        <p:txBody>
          <a:bodyPr vert="horz" lIns="0" tIns="0" rIns="0" bIns="0" rtlCol="0">
            <a:normAutofit/>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a:p>
        </p:txBody>
      </p:sp>
      <p:sp>
        <p:nvSpPr>
          <p:cNvPr id="9" name="Title Placeholder 1"/>
          <p:cNvSpPr>
            <a:spLocks noGrp="1"/>
          </p:cNvSpPr>
          <p:nvPr>
            <p:ph type="title"/>
          </p:nvPr>
        </p:nvSpPr>
        <p:spPr>
          <a:xfrm>
            <a:off x="404813" y="388188"/>
            <a:ext cx="10947772" cy="716711"/>
          </a:xfrm>
          <a:prstGeom prst="rect">
            <a:avLst/>
          </a:prstGeom>
        </p:spPr>
        <p:txBody>
          <a:bodyPr vert="horz" lIns="0" tIns="0" rIns="0" bIns="0" rtlCol="0" anchor="b">
            <a:noAutofit/>
          </a:bodyPr>
          <a:lstStyle/>
          <a:p>
            <a:pPr marL="0" marR="0" lvl="0" indent="0" algn="l" defTabSz="914400" rtl="0" eaLnBrk="1" fontAlgn="auto" latinLnBrk="0" hangingPunct="1">
              <a:lnSpc>
                <a:spcPct val="90000"/>
              </a:lnSpc>
              <a:spcBef>
                <a:spcPct val="0"/>
              </a:spcBef>
              <a:spcAft>
                <a:spcPts val="0"/>
              </a:spcAft>
              <a:buClrTx/>
              <a:buSzTx/>
              <a:buFontTx/>
              <a:buNone/>
              <a:tabLst/>
              <a:defRPr/>
            </a:pPr>
            <a:r>
              <a:rPr lang="fr-FR"/>
              <a:t>CLICK TO INSERT TITLE</a:t>
            </a:r>
            <a:endParaRPr lang="en-US"/>
          </a:p>
        </p:txBody>
      </p:sp>
      <p:grpSp>
        <p:nvGrpSpPr>
          <p:cNvPr id="3" name="Group 2">
            <a:extLst>
              <a:ext uri="{FF2B5EF4-FFF2-40B4-BE49-F238E27FC236}">
                <a16:creationId xmlns:a16="http://schemas.microsoft.com/office/drawing/2014/main" id="{7D254FA0-1CD0-4186-9223-F354145FAE6C}"/>
              </a:ext>
            </a:extLst>
          </p:cNvPr>
          <p:cNvGrpSpPr/>
          <p:nvPr userDrawn="1"/>
        </p:nvGrpSpPr>
        <p:grpSpPr>
          <a:xfrm>
            <a:off x="12295891" y="1659"/>
            <a:ext cx="360000" cy="2069166"/>
            <a:chOff x="12498114" y="115959"/>
            <a:chExt cx="360000" cy="2069166"/>
          </a:xfrm>
        </p:grpSpPr>
        <p:sp>
          <p:nvSpPr>
            <p:cNvPr id="11" name="Rectangle 10">
              <a:extLst>
                <a:ext uri="{FF2B5EF4-FFF2-40B4-BE49-F238E27FC236}">
                  <a16:creationId xmlns:a16="http://schemas.microsoft.com/office/drawing/2014/main" id="{EF1244FD-1856-4971-9A73-AD6DF3F42A90}"/>
                </a:ext>
              </a:extLst>
            </p:cNvPr>
            <p:cNvSpPr/>
            <p:nvPr/>
          </p:nvSpPr>
          <p:spPr>
            <a:xfrm>
              <a:off x="12498114" y="115959"/>
              <a:ext cx="360000" cy="406800"/>
            </a:xfrm>
            <a:prstGeom prst="rect">
              <a:avLst/>
            </a:prstGeom>
            <a:solidFill>
              <a:srgbClr val="0070AD"/>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lstStyle/>
            <a:p>
              <a:pPr algn="ctr">
                <a:lnSpc>
                  <a:spcPct val="90000"/>
                </a:lnSpc>
                <a:spcAft>
                  <a:spcPts val="0"/>
                </a:spcAft>
              </a:pPr>
              <a:r>
                <a:rPr lang="en-GB" sz="700">
                  <a:latin typeface="Ubuntu" panose="020B0504030602030204" pitchFamily="34" charset="0"/>
                </a:rPr>
                <a:t>1</a:t>
              </a:r>
            </a:p>
            <a:p>
              <a:pPr algn="ctr">
                <a:lnSpc>
                  <a:spcPct val="90000"/>
                </a:lnSpc>
                <a:spcAft>
                  <a:spcPts val="0"/>
                </a:spcAft>
              </a:pPr>
              <a:r>
                <a:rPr lang="en-GB" sz="700">
                  <a:latin typeface="Ubuntu" panose="020B0504030602030204" pitchFamily="34" charset="0"/>
                </a:rPr>
                <a:t>112</a:t>
              </a:r>
            </a:p>
            <a:p>
              <a:pPr algn="ctr">
                <a:lnSpc>
                  <a:spcPct val="90000"/>
                </a:lnSpc>
                <a:spcAft>
                  <a:spcPts val="0"/>
                </a:spcAft>
              </a:pPr>
              <a:r>
                <a:rPr lang="en-GB" sz="700">
                  <a:latin typeface="Ubuntu" panose="020B0504030602030204" pitchFamily="34" charset="0"/>
                </a:rPr>
                <a:t>173</a:t>
              </a:r>
            </a:p>
          </p:txBody>
        </p:sp>
        <p:sp>
          <p:nvSpPr>
            <p:cNvPr id="12" name="Rectangle 11">
              <a:extLst>
                <a:ext uri="{FF2B5EF4-FFF2-40B4-BE49-F238E27FC236}">
                  <a16:creationId xmlns:a16="http://schemas.microsoft.com/office/drawing/2014/main" id="{22B40C78-6F20-4C95-AB26-B29FEC0FF747}"/>
                </a:ext>
              </a:extLst>
            </p:cNvPr>
            <p:cNvSpPr/>
            <p:nvPr/>
          </p:nvSpPr>
          <p:spPr>
            <a:xfrm>
              <a:off x="12498114" y="533371"/>
              <a:ext cx="360000" cy="4068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lstStyle/>
            <a:p>
              <a:pPr algn="ctr">
                <a:lnSpc>
                  <a:spcPct val="90000"/>
                </a:lnSpc>
                <a:spcAft>
                  <a:spcPts val="0"/>
                </a:spcAft>
              </a:pPr>
              <a:r>
                <a:rPr lang="en-GB" sz="700">
                  <a:solidFill>
                    <a:schemeClr val="tx1"/>
                  </a:solidFill>
                  <a:latin typeface="Ubuntu" panose="020B0504030602030204" pitchFamily="34" charset="0"/>
                </a:rPr>
                <a:t>18</a:t>
              </a:r>
            </a:p>
            <a:p>
              <a:pPr algn="ctr">
                <a:lnSpc>
                  <a:spcPct val="90000"/>
                </a:lnSpc>
                <a:spcAft>
                  <a:spcPts val="0"/>
                </a:spcAft>
              </a:pPr>
              <a:r>
                <a:rPr lang="en-GB" sz="700">
                  <a:solidFill>
                    <a:schemeClr val="tx1"/>
                  </a:solidFill>
                  <a:latin typeface="Ubuntu" panose="020B0504030602030204" pitchFamily="34" charset="0"/>
                </a:rPr>
                <a:t>171</a:t>
              </a:r>
            </a:p>
            <a:p>
              <a:pPr algn="ctr">
                <a:lnSpc>
                  <a:spcPct val="90000"/>
                </a:lnSpc>
                <a:spcAft>
                  <a:spcPts val="0"/>
                </a:spcAft>
              </a:pPr>
              <a:r>
                <a:rPr lang="en-GB" sz="700">
                  <a:solidFill>
                    <a:schemeClr val="tx1"/>
                  </a:solidFill>
                  <a:latin typeface="Ubuntu" panose="020B0504030602030204" pitchFamily="34" charset="0"/>
                </a:rPr>
                <a:t>219</a:t>
              </a:r>
            </a:p>
          </p:txBody>
        </p:sp>
        <p:sp>
          <p:nvSpPr>
            <p:cNvPr id="13" name="Rectangle 12">
              <a:extLst>
                <a:ext uri="{FF2B5EF4-FFF2-40B4-BE49-F238E27FC236}">
                  <a16:creationId xmlns:a16="http://schemas.microsoft.com/office/drawing/2014/main" id="{1AED4E7D-39CE-49AE-9D4C-16EA940CBE5F}"/>
                </a:ext>
              </a:extLst>
            </p:cNvPr>
            <p:cNvSpPr/>
            <p:nvPr/>
          </p:nvSpPr>
          <p:spPr>
            <a:xfrm>
              <a:off x="12498114" y="950783"/>
              <a:ext cx="360000" cy="406800"/>
            </a:xfrm>
            <a:prstGeom prst="rect">
              <a:avLst/>
            </a:prstGeom>
            <a:solidFill>
              <a:srgbClr val="2B0A3D"/>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lstStyle/>
            <a:p>
              <a:pPr algn="ctr">
                <a:lnSpc>
                  <a:spcPct val="90000"/>
                </a:lnSpc>
                <a:spcAft>
                  <a:spcPts val="0"/>
                </a:spcAft>
              </a:pPr>
              <a:r>
                <a:rPr lang="en-GB" sz="700">
                  <a:latin typeface="Ubuntu" panose="020B0504030602030204" pitchFamily="34" charset="0"/>
                </a:rPr>
                <a:t>43</a:t>
              </a:r>
            </a:p>
            <a:p>
              <a:pPr algn="ctr">
                <a:lnSpc>
                  <a:spcPct val="90000"/>
                </a:lnSpc>
                <a:spcAft>
                  <a:spcPts val="0"/>
                </a:spcAft>
              </a:pPr>
              <a:r>
                <a:rPr lang="en-GB" sz="700">
                  <a:latin typeface="Ubuntu" panose="020B0504030602030204" pitchFamily="34" charset="0"/>
                </a:rPr>
                <a:t>10</a:t>
              </a:r>
            </a:p>
            <a:p>
              <a:pPr algn="ctr">
                <a:lnSpc>
                  <a:spcPct val="90000"/>
                </a:lnSpc>
                <a:spcAft>
                  <a:spcPts val="0"/>
                </a:spcAft>
              </a:pPr>
              <a:r>
                <a:rPr lang="en-GB" sz="700">
                  <a:latin typeface="Ubuntu" panose="020B0504030602030204" pitchFamily="34" charset="0"/>
                </a:rPr>
                <a:t>61</a:t>
              </a:r>
            </a:p>
          </p:txBody>
        </p:sp>
        <p:sp>
          <p:nvSpPr>
            <p:cNvPr id="14" name="Rectangle 13">
              <a:extLst>
                <a:ext uri="{FF2B5EF4-FFF2-40B4-BE49-F238E27FC236}">
                  <a16:creationId xmlns:a16="http://schemas.microsoft.com/office/drawing/2014/main" id="{392DC803-B0F7-4D0E-81CA-9DDCB14FA42C}"/>
                </a:ext>
              </a:extLst>
            </p:cNvPr>
            <p:cNvSpPr/>
            <p:nvPr/>
          </p:nvSpPr>
          <p:spPr>
            <a:xfrm>
              <a:off x="12498114" y="1364202"/>
              <a:ext cx="360000" cy="40680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lstStyle/>
            <a:p>
              <a:pPr algn="ctr">
                <a:lnSpc>
                  <a:spcPct val="90000"/>
                </a:lnSpc>
                <a:spcAft>
                  <a:spcPts val="0"/>
                </a:spcAft>
              </a:pPr>
              <a:r>
                <a:rPr lang="en-GB" sz="700">
                  <a:latin typeface="Ubuntu" panose="020B0504030602030204" pitchFamily="34" charset="0"/>
                </a:rPr>
                <a:t>39</a:t>
              </a:r>
            </a:p>
            <a:p>
              <a:pPr algn="ctr">
                <a:lnSpc>
                  <a:spcPct val="90000"/>
                </a:lnSpc>
                <a:spcAft>
                  <a:spcPts val="0"/>
                </a:spcAft>
              </a:pPr>
              <a:r>
                <a:rPr lang="en-GB" sz="700">
                  <a:latin typeface="Ubuntu" panose="020B0504030602030204" pitchFamily="34" charset="0"/>
                </a:rPr>
                <a:t>41</a:t>
              </a:r>
            </a:p>
            <a:p>
              <a:pPr algn="ctr">
                <a:lnSpc>
                  <a:spcPct val="90000"/>
                </a:lnSpc>
                <a:spcAft>
                  <a:spcPts val="0"/>
                </a:spcAft>
              </a:pPr>
              <a:r>
                <a:rPr lang="en-GB" sz="700">
                  <a:latin typeface="Ubuntu" panose="020B0504030602030204" pitchFamily="34" charset="0"/>
                </a:rPr>
                <a:t>54</a:t>
              </a:r>
            </a:p>
          </p:txBody>
        </p:sp>
        <p:sp>
          <p:nvSpPr>
            <p:cNvPr id="63" name="Rectangle 62">
              <a:extLst>
                <a:ext uri="{FF2B5EF4-FFF2-40B4-BE49-F238E27FC236}">
                  <a16:creationId xmlns:a16="http://schemas.microsoft.com/office/drawing/2014/main" id="{B60470E2-9B98-4C49-AC1B-A56CD2EB54B9}"/>
                </a:ext>
              </a:extLst>
            </p:cNvPr>
            <p:cNvSpPr/>
            <p:nvPr/>
          </p:nvSpPr>
          <p:spPr>
            <a:xfrm>
              <a:off x="12498114" y="1778325"/>
              <a:ext cx="360000" cy="406800"/>
            </a:xfrm>
            <a:prstGeom prst="rect">
              <a:avLst/>
            </a:prstGeom>
            <a:solidFill>
              <a:schemeClr val="bg2"/>
            </a:solidFill>
            <a:ln w="31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lstStyle/>
            <a:p>
              <a:pPr algn="ctr">
                <a:lnSpc>
                  <a:spcPct val="90000"/>
                </a:lnSpc>
                <a:spcAft>
                  <a:spcPts val="0"/>
                </a:spcAft>
              </a:pPr>
              <a:r>
                <a:rPr lang="en-GB" sz="700">
                  <a:solidFill>
                    <a:schemeClr val="tx1"/>
                  </a:solidFill>
                  <a:latin typeface="Ubuntu" panose="020B0504030602030204" pitchFamily="34" charset="0"/>
                </a:rPr>
                <a:t>236</a:t>
              </a:r>
            </a:p>
            <a:p>
              <a:pPr algn="ctr">
                <a:lnSpc>
                  <a:spcPct val="90000"/>
                </a:lnSpc>
                <a:spcAft>
                  <a:spcPts val="0"/>
                </a:spcAft>
              </a:pPr>
              <a:r>
                <a:rPr lang="en-GB" sz="700">
                  <a:solidFill>
                    <a:schemeClr val="tx1"/>
                  </a:solidFill>
                  <a:latin typeface="Ubuntu" panose="020B0504030602030204" pitchFamily="34" charset="0"/>
                </a:rPr>
                <a:t>236</a:t>
              </a:r>
            </a:p>
            <a:p>
              <a:pPr algn="ctr">
                <a:lnSpc>
                  <a:spcPct val="90000"/>
                </a:lnSpc>
                <a:spcAft>
                  <a:spcPts val="0"/>
                </a:spcAft>
              </a:pPr>
              <a:r>
                <a:rPr lang="en-GB" sz="700">
                  <a:solidFill>
                    <a:schemeClr val="tx1"/>
                  </a:solidFill>
                  <a:latin typeface="Ubuntu" panose="020B0504030602030204" pitchFamily="34" charset="0"/>
                </a:rPr>
                <a:t>236</a:t>
              </a:r>
            </a:p>
          </p:txBody>
        </p:sp>
      </p:grpSp>
      <p:grpSp>
        <p:nvGrpSpPr>
          <p:cNvPr id="4096" name="Groupe 4095">
            <a:extLst>
              <a:ext uri="{FF2B5EF4-FFF2-40B4-BE49-F238E27FC236}">
                <a16:creationId xmlns:a16="http://schemas.microsoft.com/office/drawing/2014/main" id="{4ADC82C4-641D-4930-B946-DC8978F5F98C}"/>
              </a:ext>
            </a:extLst>
          </p:cNvPr>
          <p:cNvGrpSpPr/>
          <p:nvPr/>
        </p:nvGrpSpPr>
        <p:grpSpPr>
          <a:xfrm>
            <a:off x="12295891" y="4289244"/>
            <a:ext cx="1462993" cy="2058800"/>
            <a:chOff x="12432704" y="1992581"/>
            <a:chExt cx="1462993" cy="2058800"/>
          </a:xfrm>
        </p:grpSpPr>
        <p:sp>
          <p:nvSpPr>
            <p:cNvPr id="41" name="Forme libre : forme 40">
              <a:extLst>
                <a:ext uri="{FF2B5EF4-FFF2-40B4-BE49-F238E27FC236}">
                  <a16:creationId xmlns:a16="http://schemas.microsoft.com/office/drawing/2014/main" id="{EC826880-5A3C-4E1C-81B2-A1CB9E331DC3}"/>
                </a:ext>
              </a:extLst>
            </p:cNvPr>
            <p:cNvSpPr/>
            <p:nvPr/>
          </p:nvSpPr>
          <p:spPr>
            <a:xfrm>
              <a:off x="12800391" y="3644581"/>
              <a:ext cx="360000"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FF8E12"/>
            </a:solidFill>
            <a:ln w="6695" cap="flat">
              <a:noFill/>
              <a:prstDash val="solid"/>
              <a:miter/>
            </a:ln>
          </p:spPr>
          <p:txBody>
            <a:bodyPr rtlCol="0" anchor="ctr"/>
            <a:lstStyle/>
            <a:p>
              <a:pPr algn="ctr">
                <a:lnSpc>
                  <a:spcPct val="90000"/>
                </a:lnSpc>
                <a:spcAft>
                  <a:spcPts val="0"/>
                </a:spcAft>
              </a:pPr>
              <a:r>
                <a:rPr lang="en-US" sz="700">
                  <a:latin typeface="Ubuntu" panose="020B0504030602030204" pitchFamily="34" charset="0"/>
                </a:rPr>
                <a:t>255</a:t>
              </a:r>
            </a:p>
            <a:p>
              <a:pPr algn="ctr">
                <a:lnSpc>
                  <a:spcPct val="90000"/>
                </a:lnSpc>
                <a:spcAft>
                  <a:spcPts val="0"/>
                </a:spcAft>
              </a:pPr>
              <a:r>
                <a:rPr lang="en-US" sz="700">
                  <a:latin typeface="Ubuntu" panose="020B0504030602030204" pitchFamily="34" charset="0"/>
                </a:rPr>
                <a:t>142</a:t>
              </a:r>
            </a:p>
            <a:p>
              <a:pPr algn="ctr">
                <a:lnSpc>
                  <a:spcPct val="90000"/>
                </a:lnSpc>
                <a:spcAft>
                  <a:spcPts val="0"/>
                </a:spcAft>
              </a:pPr>
              <a:r>
                <a:rPr lang="en-US" sz="700">
                  <a:latin typeface="Ubuntu" panose="020B0504030602030204" pitchFamily="34" charset="0"/>
                </a:rPr>
                <a:t>18</a:t>
              </a:r>
            </a:p>
          </p:txBody>
        </p:sp>
        <p:sp>
          <p:nvSpPr>
            <p:cNvPr id="42" name="Forme libre : forme 41">
              <a:extLst>
                <a:ext uri="{FF2B5EF4-FFF2-40B4-BE49-F238E27FC236}">
                  <a16:creationId xmlns:a16="http://schemas.microsoft.com/office/drawing/2014/main" id="{44796AC3-FBF9-498C-9326-20ACFCF63EE6}"/>
                </a:ext>
              </a:extLst>
            </p:cNvPr>
            <p:cNvSpPr/>
            <p:nvPr/>
          </p:nvSpPr>
          <p:spPr>
            <a:xfrm>
              <a:off x="12800391" y="3231581"/>
              <a:ext cx="360000"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FF9C29"/>
            </a:solidFill>
            <a:ln w="6695" cap="flat">
              <a:noFill/>
              <a:prstDash val="solid"/>
              <a:miter/>
            </a:ln>
          </p:spPr>
          <p:txBody>
            <a:bodyPr rtlCol="0" anchor="ctr"/>
            <a:lstStyle/>
            <a:p>
              <a:pPr algn="ctr">
                <a:lnSpc>
                  <a:spcPct val="90000"/>
                </a:lnSpc>
                <a:spcAft>
                  <a:spcPts val="0"/>
                </a:spcAft>
              </a:pPr>
              <a:r>
                <a:rPr lang="en-US" sz="700">
                  <a:latin typeface="Ubuntu" panose="020B0504030602030204" pitchFamily="34" charset="0"/>
                </a:rPr>
                <a:t>255</a:t>
              </a:r>
            </a:p>
            <a:p>
              <a:pPr algn="ctr">
                <a:lnSpc>
                  <a:spcPct val="90000"/>
                </a:lnSpc>
                <a:spcAft>
                  <a:spcPts val="0"/>
                </a:spcAft>
              </a:pPr>
              <a:r>
                <a:rPr lang="en-US" sz="700">
                  <a:latin typeface="Ubuntu" panose="020B0504030602030204" pitchFamily="34" charset="0"/>
                </a:rPr>
                <a:t>156</a:t>
              </a:r>
            </a:p>
            <a:p>
              <a:pPr algn="ctr">
                <a:lnSpc>
                  <a:spcPct val="90000"/>
                </a:lnSpc>
                <a:spcAft>
                  <a:spcPts val="0"/>
                </a:spcAft>
              </a:pPr>
              <a:r>
                <a:rPr lang="en-US" sz="700">
                  <a:latin typeface="Ubuntu" panose="020B0504030602030204" pitchFamily="34" charset="0"/>
                </a:rPr>
                <a:t>41</a:t>
              </a:r>
            </a:p>
          </p:txBody>
        </p:sp>
        <p:sp>
          <p:nvSpPr>
            <p:cNvPr id="43" name="Forme libre : forme 42">
              <a:extLst>
                <a:ext uri="{FF2B5EF4-FFF2-40B4-BE49-F238E27FC236}">
                  <a16:creationId xmlns:a16="http://schemas.microsoft.com/office/drawing/2014/main" id="{2D1DB5D7-2017-4A8F-80D6-C8641C9CE84C}"/>
                </a:ext>
              </a:extLst>
            </p:cNvPr>
            <p:cNvSpPr/>
            <p:nvPr/>
          </p:nvSpPr>
          <p:spPr>
            <a:xfrm>
              <a:off x="12800391" y="2818581"/>
              <a:ext cx="360000" cy="406800"/>
            </a:xfrm>
            <a:custGeom>
              <a:avLst/>
              <a:gdLst>
                <a:gd name="connsiteX0" fmla="*/ 0 w 1111406"/>
                <a:gd name="connsiteY0" fmla="*/ 0 h 1111407"/>
                <a:gd name="connsiteX1" fmla="*/ 1111407 w 1111406"/>
                <a:gd name="connsiteY1" fmla="*/ 0 h 1111407"/>
                <a:gd name="connsiteX2" fmla="*/ 1111407 w 1111406"/>
                <a:gd name="connsiteY2" fmla="*/ 1111407 h 1111407"/>
                <a:gd name="connsiteX3" fmla="*/ 0 w 1111406"/>
                <a:gd name="connsiteY3" fmla="*/ 1111407 h 1111407"/>
              </a:gdLst>
              <a:ahLst/>
              <a:cxnLst>
                <a:cxn ang="0">
                  <a:pos x="connsiteX0" y="connsiteY0"/>
                </a:cxn>
                <a:cxn ang="0">
                  <a:pos x="connsiteX1" y="connsiteY1"/>
                </a:cxn>
                <a:cxn ang="0">
                  <a:pos x="connsiteX2" y="connsiteY2"/>
                </a:cxn>
                <a:cxn ang="0">
                  <a:pos x="connsiteX3" y="connsiteY3"/>
                </a:cxn>
              </a:cxnLst>
              <a:rect l="l" t="t" r="r" b="b"/>
              <a:pathLst>
                <a:path w="1111406" h="1111407">
                  <a:moveTo>
                    <a:pt x="0" y="0"/>
                  </a:moveTo>
                  <a:lnTo>
                    <a:pt x="1111407" y="0"/>
                  </a:lnTo>
                  <a:lnTo>
                    <a:pt x="1111407" y="1111407"/>
                  </a:lnTo>
                  <a:lnTo>
                    <a:pt x="0" y="1111407"/>
                  </a:lnTo>
                  <a:close/>
                </a:path>
              </a:pathLst>
            </a:custGeom>
            <a:solidFill>
              <a:srgbClr val="FFB24A"/>
            </a:solidFill>
            <a:ln w="6695" cap="flat">
              <a:noFill/>
              <a:prstDash val="solid"/>
              <a:miter/>
            </a:ln>
          </p:spPr>
          <p:txBody>
            <a:bodyPr rtlCol="0" anchor="ctr"/>
            <a:lstStyle/>
            <a:p>
              <a:pPr algn="ctr">
                <a:lnSpc>
                  <a:spcPct val="90000"/>
                </a:lnSpc>
                <a:spcAft>
                  <a:spcPts val="0"/>
                </a:spcAft>
              </a:pPr>
              <a:r>
                <a:rPr lang="en-US" sz="700">
                  <a:latin typeface="Ubuntu" panose="020B0504030602030204" pitchFamily="34" charset="0"/>
                </a:rPr>
                <a:t>255</a:t>
              </a:r>
            </a:p>
            <a:p>
              <a:pPr algn="ctr">
                <a:lnSpc>
                  <a:spcPct val="90000"/>
                </a:lnSpc>
                <a:spcAft>
                  <a:spcPts val="0"/>
                </a:spcAft>
              </a:pPr>
              <a:r>
                <a:rPr lang="en-US" sz="700">
                  <a:latin typeface="Ubuntu" panose="020B0504030602030204" pitchFamily="34" charset="0"/>
                </a:rPr>
                <a:t>178</a:t>
              </a:r>
            </a:p>
            <a:p>
              <a:pPr algn="ctr">
                <a:lnSpc>
                  <a:spcPct val="90000"/>
                </a:lnSpc>
                <a:spcAft>
                  <a:spcPts val="0"/>
                </a:spcAft>
              </a:pPr>
              <a:r>
                <a:rPr lang="en-US" sz="700">
                  <a:latin typeface="Ubuntu" panose="020B0504030602030204" pitchFamily="34" charset="0"/>
                </a:rPr>
                <a:t>74</a:t>
              </a:r>
            </a:p>
          </p:txBody>
        </p:sp>
        <p:sp>
          <p:nvSpPr>
            <p:cNvPr id="44" name="Forme libre : forme 43">
              <a:extLst>
                <a:ext uri="{FF2B5EF4-FFF2-40B4-BE49-F238E27FC236}">
                  <a16:creationId xmlns:a16="http://schemas.microsoft.com/office/drawing/2014/main" id="{92191BDF-6BAB-45F9-9FA1-89C34179FD61}"/>
                </a:ext>
              </a:extLst>
            </p:cNvPr>
            <p:cNvSpPr/>
            <p:nvPr/>
          </p:nvSpPr>
          <p:spPr>
            <a:xfrm>
              <a:off x="12800391" y="2405581"/>
              <a:ext cx="360000"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FFD068"/>
            </a:solidFill>
            <a:ln w="6695" cap="flat">
              <a:noFill/>
              <a:prstDash val="solid"/>
              <a:miter/>
            </a:ln>
          </p:spPr>
          <p:txBody>
            <a:bodyPr rtlCol="0" anchor="ctr"/>
            <a:lstStyle/>
            <a:p>
              <a:pPr algn="ctr">
                <a:lnSpc>
                  <a:spcPct val="90000"/>
                </a:lnSpc>
                <a:spcAft>
                  <a:spcPts val="0"/>
                </a:spcAft>
              </a:pPr>
              <a:r>
                <a:rPr lang="en-US" sz="700">
                  <a:latin typeface="Ubuntu" panose="020B0504030602030204" pitchFamily="34" charset="0"/>
                </a:rPr>
                <a:t>255</a:t>
              </a:r>
            </a:p>
            <a:p>
              <a:pPr algn="ctr">
                <a:lnSpc>
                  <a:spcPct val="90000"/>
                </a:lnSpc>
                <a:spcAft>
                  <a:spcPts val="0"/>
                </a:spcAft>
              </a:pPr>
              <a:r>
                <a:rPr lang="en-US" sz="700">
                  <a:latin typeface="Ubuntu" panose="020B0504030602030204" pitchFamily="34" charset="0"/>
                </a:rPr>
                <a:t>208</a:t>
              </a:r>
            </a:p>
            <a:p>
              <a:pPr algn="ctr">
                <a:lnSpc>
                  <a:spcPct val="90000"/>
                </a:lnSpc>
                <a:spcAft>
                  <a:spcPts val="0"/>
                </a:spcAft>
              </a:pPr>
              <a:r>
                <a:rPr lang="en-US" sz="700">
                  <a:latin typeface="Ubuntu" panose="020B0504030602030204" pitchFamily="34" charset="0"/>
                </a:rPr>
                <a:t>104</a:t>
              </a:r>
            </a:p>
          </p:txBody>
        </p:sp>
        <p:sp>
          <p:nvSpPr>
            <p:cNvPr id="45" name="Forme libre : forme 44">
              <a:extLst>
                <a:ext uri="{FF2B5EF4-FFF2-40B4-BE49-F238E27FC236}">
                  <a16:creationId xmlns:a16="http://schemas.microsoft.com/office/drawing/2014/main" id="{EF971F25-4035-43BA-BC8C-22E9B837A713}"/>
                </a:ext>
              </a:extLst>
            </p:cNvPr>
            <p:cNvSpPr/>
            <p:nvPr/>
          </p:nvSpPr>
          <p:spPr>
            <a:xfrm>
              <a:off x="12800391" y="1992581"/>
              <a:ext cx="360000"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FFDA80"/>
            </a:solidFill>
            <a:ln w="6695" cap="flat">
              <a:noFill/>
              <a:prstDash val="solid"/>
              <a:miter/>
            </a:ln>
          </p:spPr>
          <p:txBody>
            <a:bodyPr rtlCol="0" anchor="ctr"/>
            <a:lstStyle/>
            <a:p>
              <a:pPr algn="ctr">
                <a:lnSpc>
                  <a:spcPct val="90000"/>
                </a:lnSpc>
                <a:spcAft>
                  <a:spcPts val="0"/>
                </a:spcAft>
              </a:pPr>
              <a:r>
                <a:rPr lang="en-US" sz="700">
                  <a:latin typeface="Ubuntu" panose="020B0504030602030204" pitchFamily="34" charset="0"/>
                </a:rPr>
                <a:t>255</a:t>
              </a:r>
            </a:p>
            <a:p>
              <a:pPr algn="ctr">
                <a:lnSpc>
                  <a:spcPct val="90000"/>
                </a:lnSpc>
                <a:spcAft>
                  <a:spcPts val="0"/>
                </a:spcAft>
              </a:pPr>
              <a:r>
                <a:rPr lang="en-US" sz="700">
                  <a:latin typeface="Ubuntu" panose="020B0504030602030204" pitchFamily="34" charset="0"/>
                </a:rPr>
                <a:t>218</a:t>
              </a:r>
            </a:p>
            <a:p>
              <a:pPr algn="ctr">
                <a:lnSpc>
                  <a:spcPct val="90000"/>
                </a:lnSpc>
                <a:spcAft>
                  <a:spcPts val="0"/>
                </a:spcAft>
              </a:pPr>
              <a:r>
                <a:rPr lang="en-US" sz="700">
                  <a:latin typeface="Ubuntu" panose="020B0504030602030204" pitchFamily="34" charset="0"/>
                </a:rPr>
                <a:t>128</a:t>
              </a:r>
            </a:p>
          </p:txBody>
        </p:sp>
        <p:sp>
          <p:nvSpPr>
            <p:cNvPr id="46" name="Forme libre : forme 45">
              <a:extLst>
                <a:ext uri="{FF2B5EF4-FFF2-40B4-BE49-F238E27FC236}">
                  <a16:creationId xmlns:a16="http://schemas.microsoft.com/office/drawing/2014/main" id="{F5691FCB-A410-4C6B-963D-15CCFA8EB678}"/>
                </a:ext>
              </a:extLst>
            </p:cNvPr>
            <p:cNvSpPr/>
            <p:nvPr/>
          </p:nvSpPr>
          <p:spPr>
            <a:xfrm>
              <a:off x="13168875" y="3644581"/>
              <a:ext cx="360000"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42142E"/>
            </a:solidFill>
            <a:ln w="6695" cap="flat">
              <a:noFill/>
              <a:prstDash val="solid"/>
              <a:miter/>
            </a:ln>
          </p:spPr>
          <p:txBody>
            <a:bodyPr rtlCol="0" anchor="ctr"/>
            <a:lstStyle/>
            <a:p>
              <a:pPr algn="ctr">
                <a:lnSpc>
                  <a:spcPct val="90000"/>
                </a:lnSpc>
                <a:spcAft>
                  <a:spcPts val="0"/>
                </a:spcAft>
              </a:pPr>
              <a:r>
                <a:rPr lang="en-US" sz="700">
                  <a:solidFill>
                    <a:schemeClr val="bg1"/>
                  </a:solidFill>
                  <a:latin typeface="Ubuntu" panose="020B0504030602030204" pitchFamily="34" charset="0"/>
                </a:rPr>
                <a:t>66</a:t>
              </a:r>
            </a:p>
            <a:p>
              <a:pPr algn="ctr">
                <a:lnSpc>
                  <a:spcPct val="90000"/>
                </a:lnSpc>
                <a:spcAft>
                  <a:spcPts val="0"/>
                </a:spcAft>
              </a:pPr>
              <a:r>
                <a:rPr lang="en-US" sz="700">
                  <a:solidFill>
                    <a:schemeClr val="bg1"/>
                  </a:solidFill>
                  <a:latin typeface="Ubuntu" panose="020B0504030602030204" pitchFamily="34" charset="0"/>
                </a:rPr>
                <a:t>20</a:t>
              </a:r>
            </a:p>
            <a:p>
              <a:pPr algn="ctr">
                <a:lnSpc>
                  <a:spcPct val="90000"/>
                </a:lnSpc>
                <a:spcAft>
                  <a:spcPts val="0"/>
                </a:spcAft>
              </a:pPr>
              <a:r>
                <a:rPr lang="en-US" sz="700">
                  <a:solidFill>
                    <a:schemeClr val="bg1"/>
                  </a:solidFill>
                  <a:latin typeface="Ubuntu" panose="020B0504030602030204" pitchFamily="34" charset="0"/>
                </a:rPr>
                <a:t>46</a:t>
              </a:r>
            </a:p>
          </p:txBody>
        </p:sp>
        <p:sp>
          <p:nvSpPr>
            <p:cNvPr id="47" name="Forme libre : forme 46">
              <a:extLst>
                <a:ext uri="{FF2B5EF4-FFF2-40B4-BE49-F238E27FC236}">
                  <a16:creationId xmlns:a16="http://schemas.microsoft.com/office/drawing/2014/main" id="{D0F79893-1FFE-4F7F-B020-867CE988C67E}"/>
                </a:ext>
              </a:extLst>
            </p:cNvPr>
            <p:cNvSpPr/>
            <p:nvPr/>
          </p:nvSpPr>
          <p:spPr>
            <a:xfrm>
              <a:off x="13168875" y="3231581"/>
              <a:ext cx="360000"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590A42"/>
            </a:solidFill>
            <a:ln w="6695" cap="flat">
              <a:noFill/>
              <a:prstDash val="solid"/>
              <a:miter/>
            </a:ln>
          </p:spPr>
          <p:txBody>
            <a:bodyPr rtlCol="0" anchor="ctr"/>
            <a:lstStyle/>
            <a:p>
              <a:pPr algn="ctr">
                <a:lnSpc>
                  <a:spcPct val="90000"/>
                </a:lnSpc>
                <a:spcAft>
                  <a:spcPts val="0"/>
                </a:spcAft>
              </a:pPr>
              <a:r>
                <a:rPr lang="en-US" sz="700">
                  <a:solidFill>
                    <a:schemeClr val="bg1"/>
                  </a:solidFill>
                  <a:latin typeface="Ubuntu" panose="020B0504030602030204" pitchFamily="34" charset="0"/>
                </a:rPr>
                <a:t>89</a:t>
              </a:r>
            </a:p>
            <a:p>
              <a:pPr algn="ctr">
                <a:lnSpc>
                  <a:spcPct val="90000"/>
                </a:lnSpc>
                <a:spcAft>
                  <a:spcPts val="0"/>
                </a:spcAft>
              </a:pPr>
              <a:r>
                <a:rPr lang="en-US" sz="700">
                  <a:solidFill>
                    <a:schemeClr val="bg1"/>
                  </a:solidFill>
                  <a:latin typeface="Ubuntu" panose="020B0504030602030204" pitchFamily="34" charset="0"/>
                </a:rPr>
                <a:t>10</a:t>
              </a:r>
            </a:p>
            <a:p>
              <a:pPr algn="ctr">
                <a:lnSpc>
                  <a:spcPct val="90000"/>
                </a:lnSpc>
                <a:spcAft>
                  <a:spcPts val="0"/>
                </a:spcAft>
              </a:pPr>
              <a:r>
                <a:rPr lang="en-US" sz="700">
                  <a:solidFill>
                    <a:schemeClr val="bg1"/>
                  </a:solidFill>
                  <a:latin typeface="Ubuntu" panose="020B0504030602030204" pitchFamily="34" charset="0"/>
                </a:rPr>
                <a:t>66</a:t>
              </a:r>
            </a:p>
          </p:txBody>
        </p:sp>
        <p:sp>
          <p:nvSpPr>
            <p:cNvPr id="48" name="Forme libre : forme 47">
              <a:extLst>
                <a:ext uri="{FF2B5EF4-FFF2-40B4-BE49-F238E27FC236}">
                  <a16:creationId xmlns:a16="http://schemas.microsoft.com/office/drawing/2014/main" id="{4BC28B06-4332-436B-9E8F-27299D73CB0F}"/>
                </a:ext>
              </a:extLst>
            </p:cNvPr>
            <p:cNvSpPr/>
            <p:nvPr/>
          </p:nvSpPr>
          <p:spPr>
            <a:xfrm>
              <a:off x="13168875" y="2818581"/>
              <a:ext cx="360000" cy="406800"/>
            </a:xfrm>
            <a:custGeom>
              <a:avLst/>
              <a:gdLst>
                <a:gd name="connsiteX0" fmla="*/ 0 w 1111406"/>
                <a:gd name="connsiteY0" fmla="*/ 0 h 1111407"/>
                <a:gd name="connsiteX1" fmla="*/ 1111407 w 1111406"/>
                <a:gd name="connsiteY1" fmla="*/ 0 h 1111407"/>
                <a:gd name="connsiteX2" fmla="*/ 1111407 w 1111406"/>
                <a:gd name="connsiteY2" fmla="*/ 1111407 h 1111407"/>
                <a:gd name="connsiteX3" fmla="*/ 0 w 1111406"/>
                <a:gd name="connsiteY3" fmla="*/ 1111407 h 1111407"/>
              </a:gdLst>
              <a:ahLst/>
              <a:cxnLst>
                <a:cxn ang="0">
                  <a:pos x="connsiteX0" y="connsiteY0"/>
                </a:cxn>
                <a:cxn ang="0">
                  <a:pos x="connsiteX1" y="connsiteY1"/>
                </a:cxn>
                <a:cxn ang="0">
                  <a:pos x="connsiteX2" y="connsiteY2"/>
                </a:cxn>
                <a:cxn ang="0">
                  <a:pos x="connsiteX3" y="connsiteY3"/>
                </a:cxn>
              </a:cxnLst>
              <a:rect l="l" t="t" r="r" b="b"/>
              <a:pathLst>
                <a:path w="1111406" h="1111407">
                  <a:moveTo>
                    <a:pt x="0" y="0"/>
                  </a:moveTo>
                  <a:lnTo>
                    <a:pt x="1111407" y="0"/>
                  </a:lnTo>
                  <a:lnTo>
                    <a:pt x="1111407" y="1111407"/>
                  </a:lnTo>
                  <a:lnTo>
                    <a:pt x="0" y="1111407"/>
                  </a:lnTo>
                  <a:close/>
                </a:path>
              </a:pathLst>
            </a:custGeom>
            <a:solidFill>
              <a:srgbClr val="750D5C"/>
            </a:solidFill>
            <a:ln w="6695" cap="flat">
              <a:noFill/>
              <a:prstDash val="solid"/>
              <a:miter/>
            </a:ln>
          </p:spPr>
          <p:txBody>
            <a:bodyPr rtlCol="0" anchor="ctr"/>
            <a:lstStyle/>
            <a:p>
              <a:pPr algn="ctr">
                <a:lnSpc>
                  <a:spcPct val="90000"/>
                </a:lnSpc>
                <a:spcAft>
                  <a:spcPts val="0"/>
                </a:spcAft>
              </a:pPr>
              <a:r>
                <a:rPr lang="en-US" sz="700">
                  <a:solidFill>
                    <a:schemeClr val="bg1"/>
                  </a:solidFill>
                  <a:latin typeface="Ubuntu" panose="020B0504030602030204" pitchFamily="34" charset="0"/>
                </a:rPr>
                <a:t>117</a:t>
              </a:r>
            </a:p>
            <a:p>
              <a:pPr algn="ctr">
                <a:lnSpc>
                  <a:spcPct val="90000"/>
                </a:lnSpc>
                <a:spcAft>
                  <a:spcPts val="0"/>
                </a:spcAft>
              </a:pPr>
              <a:r>
                <a:rPr lang="en-US" sz="700">
                  <a:solidFill>
                    <a:schemeClr val="bg1"/>
                  </a:solidFill>
                  <a:latin typeface="Ubuntu" panose="020B0504030602030204" pitchFamily="34" charset="0"/>
                </a:rPr>
                <a:t>13</a:t>
              </a:r>
            </a:p>
            <a:p>
              <a:pPr algn="ctr">
                <a:lnSpc>
                  <a:spcPct val="90000"/>
                </a:lnSpc>
                <a:spcAft>
                  <a:spcPts val="0"/>
                </a:spcAft>
              </a:pPr>
              <a:r>
                <a:rPr lang="en-US" sz="700">
                  <a:solidFill>
                    <a:schemeClr val="bg1"/>
                  </a:solidFill>
                  <a:latin typeface="Ubuntu" panose="020B0504030602030204" pitchFamily="34" charset="0"/>
                </a:rPr>
                <a:t>92</a:t>
              </a:r>
            </a:p>
          </p:txBody>
        </p:sp>
        <p:sp>
          <p:nvSpPr>
            <p:cNvPr id="49" name="Forme libre : forme 48">
              <a:extLst>
                <a:ext uri="{FF2B5EF4-FFF2-40B4-BE49-F238E27FC236}">
                  <a16:creationId xmlns:a16="http://schemas.microsoft.com/office/drawing/2014/main" id="{90419B70-8C46-4DE8-9DD4-F2A6106ED6F5}"/>
                </a:ext>
              </a:extLst>
            </p:cNvPr>
            <p:cNvSpPr/>
            <p:nvPr/>
          </p:nvSpPr>
          <p:spPr>
            <a:xfrm>
              <a:off x="13168875" y="2405581"/>
              <a:ext cx="360000"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802B73"/>
            </a:solidFill>
            <a:ln w="6695" cap="flat">
              <a:noFill/>
              <a:prstDash val="solid"/>
              <a:miter/>
            </a:ln>
          </p:spPr>
          <p:txBody>
            <a:bodyPr rtlCol="0" anchor="ctr"/>
            <a:lstStyle/>
            <a:p>
              <a:pPr algn="ctr">
                <a:lnSpc>
                  <a:spcPct val="90000"/>
                </a:lnSpc>
                <a:spcAft>
                  <a:spcPts val="0"/>
                </a:spcAft>
              </a:pPr>
              <a:r>
                <a:rPr lang="en-US" sz="700">
                  <a:solidFill>
                    <a:schemeClr val="bg1"/>
                  </a:solidFill>
                  <a:latin typeface="Ubuntu" panose="020B0504030602030204" pitchFamily="34" charset="0"/>
                </a:rPr>
                <a:t>128</a:t>
              </a:r>
            </a:p>
            <a:p>
              <a:pPr algn="ctr">
                <a:lnSpc>
                  <a:spcPct val="90000"/>
                </a:lnSpc>
                <a:spcAft>
                  <a:spcPts val="0"/>
                </a:spcAft>
              </a:pPr>
              <a:r>
                <a:rPr lang="en-US" sz="700">
                  <a:solidFill>
                    <a:schemeClr val="bg1"/>
                  </a:solidFill>
                  <a:latin typeface="Ubuntu" panose="020B0504030602030204" pitchFamily="34" charset="0"/>
                </a:rPr>
                <a:t>43</a:t>
              </a:r>
            </a:p>
            <a:p>
              <a:pPr algn="ctr">
                <a:lnSpc>
                  <a:spcPct val="90000"/>
                </a:lnSpc>
                <a:spcAft>
                  <a:spcPts val="0"/>
                </a:spcAft>
              </a:pPr>
              <a:r>
                <a:rPr lang="en-US" sz="700">
                  <a:solidFill>
                    <a:schemeClr val="bg1"/>
                  </a:solidFill>
                  <a:latin typeface="Ubuntu" panose="020B0504030602030204" pitchFamily="34" charset="0"/>
                </a:rPr>
                <a:t>115</a:t>
              </a:r>
            </a:p>
          </p:txBody>
        </p:sp>
        <p:sp>
          <p:nvSpPr>
            <p:cNvPr id="50" name="Forme libre : forme 49">
              <a:extLst>
                <a:ext uri="{FF2B5EF4-FFF2-40B4-BE49-F238E27FC236}">
                  <a16:creationId xmlns:a16="http://schemas.microsoft.com/office/drawing/2014/main" id="{0A0CFFBA-E8FE-434D-9D74-BB9F352B4723}"/>
                </a:ext>
              </a:extLst>
            </p:cNvPr>
            <p:cNvSpPr/>
            <p:nvPr/>
          </p:nvSpPr>
          <p:spPr>
            <a:xfrm>
              <a:off x="13168875" y="1992581"/>
              <a:ext cx="360000"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9E4780"/>
            </a:solidFill>
            <a:ln w="6695" cap="flat">
              <a:noFill/>
              <a:prstDash val="solid"/>
              <a:miter/>
            </a:ln>
          </p:spPr>
          <p:txBody>
            <a:bodyPr rtlCol="0" anchor="ctr"/>
            <a:lstStyle/>
            <a:p>
              <a:pPr algn="ctr">
                <a:lnSpc>
                  <a:spcPct val="90000"/>
                </a:lnSpc>
                <a:spcAft>
                  <a:spcPts val="0"/>
                </a:spcAft>
              </a:pPr>
              <a:r>
                <a:rPr lang="en-US" sz="700">
                  <a:solidFill>
                    <a:schemeClr val="bg1"/>
                  </a:solidFill>
                  <a:latin typeface="Ubuntu" panose="020B0504030602030204" pitchFamily="34" charset="0"/>
                </a:rPr>
                <a:t>158</a:t>
              </a:r>
            </a:p>
            <a:p>
              <a:pPr algn="ctr">
                <a:lnSpc>
                  <a:spcPct val="90000"/>
                </a:lnSpc>
                <a:spcAft>
                  <a:spcPts val="0"/>
                </a:spcAft>
              </a:pPr>
              <a:r>
                <a:rPr lang="en-US" sz="700">
                  <a:solidFill>
                    <a:schemeClr val="bg1"/>
                  </a:solidFill>
                  <a:latin typeface="Ubuntu" panose="020B0504030602030204" pitchFamily="34" charset="0"/>
                </a:rPr>
                <a:t>71</a:t>
              </a:r>
            </a:p>
            <a:p>
              <a:pPr algn="ctr">
                <a:lnSpc>
                  <a:spcPct val="90000"/>
                </a:lnSpc>
                <a:spcAft>
                  <a:spcPts val="0"/>
                </a:spcAft>
              </a:pPr>
              <a:r>
                <a:rPr lang="en-US" sz="700">
                  <a:solidFill>
                    <a:schemeClr val="bg1"/>
                  </a:solidFill>
                  <a:latin typeface="Ubuntu" panose="020B0504030602030204" pitchFamily="34" charset="0"/>
                </a:rPr>
                <a:t>128</a:t>
              </a:r>
            </a:p>
          </p:txBody>
        </p:sp>
        <p:sp>
          <p:nvSpPr>
            <p:cNvPr id="51" name="Forme libre : forme 50">
              <a:extLst>
                <a:ext uri="{FF2B5EF4-FFF2-40B4-BE49-F238E27FC236}">
                  <a16:creationId xmlns:a16="http://schemas.microsoft.com/office/drawing/2014/main" id="{D041A42A-2FF1-4516-85CE-87051937629F}"/>
                </a:ext>
              </a:extLst>
            </p:cNvPr>
            <p:cNvSpPr/>
            <p:nvPr/>
          </p:nvSpPr>
          <p:spPr>
            <a:xfrm>
              <a:off x="13535697" y="3644581"/>
              <a:ext cx="360000"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A6001A"/>
            </a:solidFill>
            <a:ln w="6695" cap="flat">
              <a:noFill/>
              <a:prstDash val="solid"/>
              <a:miter/>
            </a:ln>
          </p:spPr>
          <p:txBody>
            <a:bodyPr rtlCol="0" anchor="ctr"/>
            <a:lstStyle/>
            <a:p>
              <a:pPr algn="ctr">
                <a:lnSpc>
                  <a:spcPct val="90000"/>
                </a:lnSpc>
                <a:spcAft>
                  <a:spcPts val="0"/>
                </a:spcAft>
              </a:pPr>
              <a:r>
                <a:rPr lang="en-US" sz="700">
                  <a:solidFill>
                    <a:schemeClr val="bg1"/>
                  </a:solidFill>
                  <a:latin typeface="Ubuntu" panose="020B0504030602030204" pitchFamily="34" charset="0"/>
                </a:rPr>
                <a:t>166</a:t>
              </a:r>
            </a:p>
            <a:p>
              <a:pPr algn="ctr">
                <a:lnSpc>
                  <a:spcPct val="90000"/>
                </a:lnSpc>
                <a:spcAft>
                  <a:spcPts val="0"/>
                </a:spcAft>
              </a:pPr>
              <a:r>
                <a:rPr lang="en-US" sz="700">
                  <a:solidFill>
                    <a:schemeClr val="bg1"/>
                  </a:solidFill>
                  <a:latin typeface="Ubuntu" panose="020B0504030602030204" pitchFamily="34" charset="0"/>
                </a:rPr>
                <a:t>0</a:t>
              </a:r>
            </a:p>
            <a:p>
              <a:pPr algn="ctr">
                <a:lnSpc>
                  <a:spcPct val="90000"/>
                </a:lnSpc>
                <a:spcAft>
                  <a:spcPts val="0"/>
                </a:spcAft>
              </a:pPr>
              <a:r>
                <a:rPr lang="en-US" sz="700">
                  <a:solidFill>
                    <a:schemeClr val="bg1"/>
                  </a:solidFill>
                  <a:latin typeface="Ubuntu" panose="020B0504030602030204" pitchFamily="34" charset="0"/>
                </a:rPr>
                <a:t>26</a:t>
              </a:r>
            </a:p>
          </p:txBody>
        </p:sp>
        <p:sp>
          <p:nvSpPr>
            <p:cNvPr id="52" name="Forme libre : forme 51">
              <a:extLst>
                <a:ext uri="{FF2B5EF4-FFF2-40B4-BE49-F238E27FC236}">
                  <a16:creationId xmlns:a16="http://schemas.microsoft.com/office/drawing/2014/main" id="{02084D3E-01E3-4506-9076-881D83455262}"/>
                </a:ext>
              </a:extLst>
            </p:cNvPr>
            <p:cNvSpPr/>
            <p:nvPr/>
          </p:nvSpPr>
          <p:spPr>
            <a:xfrm>
              <a:off x="13535697" y="3231581"/>
              <a:ext cx="360000"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E30021"/>
            </a:solidFill>
            <a:ln w="6695" cap="flat">
              <a:noFill/>
              <a:prstDash val="solid"/>
              <a:miter/>
            </a:ln>
          </p:spPr>
          <p:txBody>
            <a:bodyPr rtlCol="0" anchor="ctr"/>
            <a:lstStyle/>
            <a:p>
              <a:pPr algn="ctr">
                <a:lnSpc>
                  <a:spcPct val="90000"/>
                </a:lnSpc>
                <a:spcAft>
                  <a:spcPts val="0"/>
                </a:spcAft>
              </a:pPr>
              <a:r>
                <a:rPr lang="en-US" sz="700">
                  <a:solidFill>
                    <a:schemeClr val="bg1"/>
                  </a:solidFill>
                  <a:latin typeface="Ubuntu" panose="020B0504030602030204" pitchFamily="34" charset="0"/>
                </a:rPr>
                <a:t>227</a:t>
              </a:r>
            </a:p>
            <a:p>
              <a:pPr algn="ctr">
                <a:lnSpc>
                  <a:spcPct val="90000"/>
                </a:lnSpc>
                <a:spcAft>
                  <a:spcPts val="0"/>
                </a:spcAft>
              </a:pPr>
              <a:r>
                <a:rPr lang="en-US" sz="700">
                  <a:solidFill>
                    <a:schemeClr val="bg1"/>
                  </a:solidFill>
                  <a:latin typeface="Ubuntu" panose="020B0504030602030204" pitchFamily="34" charset="0"/>
                </a:rPr>
                <a:t>03</a:t>
              </a:r>
            </a:p>
            <a:p>
              <a:pPr algn="ctr">
                <a:lnSpc>
                  <a:spcPct val="90000"/>
                </a:lnSpc>
                <a:spcAft>
                  <a:spcPts val="0"/>
                </a:spcAft>
              </a:pPr>
              <a:r>
                <a:rPr lang="en-US" sz="700">
                  <a:solidFill>
                    <a:schemeClr val="bg1"/>
                  </a:solidFill>
                  <a:latin typeface="Ubuntu" panose="020B0504030602030204" pitchFamily="34" charset="0"/>
                </a:rPr>
                <a:t>33</a:t>
              </a:r>
            </a:p>
          </p:txBody>
        </p:sp>
        <p:sp>
          <p:nvSpPr>
            <p:cNvPr id="53" name="Forme libre : forme 52">
              <a:extLst>
                <a:ext uri="{FF2B5EF4-FFF2-40B4-BE49-F238E27FC236}">
                  <a16:creationId xmlns:a16="http://schemas.microsoft.com/office/drawing/2014/main" id="{96939CDC-56D5-42B9-843A-231E1C541E5D}"/>
                </a:ext>
              </a:extLst>
            </p:cNvPr>
            <p:cNvSpPr/>
            <p:nvPr/>
          </p:nvSpPr>
          <p:spPr>
            <a:xfrm>
              <a:off x="13535697" y="2818581"/>
              <a:ext cx="360000" cy="406800"/>
            </a:xfrm>
            <a:custGeom>
              <a:avLst/>
              <a:gdLst>
                <a:gd name="connsiteX0" fmla="*/ 0 w 1111406"/>
                <a:gd name="connsiteY0" fmla="*/ 0 h 1111407"/>
                <a:gd name="connsiteX1" fmla="*/ 1111407 w 1111406"/>
                <a:gd name="connsiteY1" fmla="*/ 0 h 1111407"/>
                <a:gd name="connsiteX2" fmla="*/ 1111407 w 1111406"/>
                <a:gd name="connsiteY2" fmla="*/ 1111407 h 1111407"/>
                <a:gd name="connsiteX3" fmla="*/ 0 w 1111406"/>
                <a:gd name="connsiteY3" fmla="*/ 1111407 h 1111407"/>
              </a:gdLst>
              <a:ahLst/>
              <a:cxnLst>
                <a:cxn ang="0">
                  <a:pos x="connsiteX0" y="connsiteY0"/>
                </a:cxn>
                <a:cxn ang="0">
                  <a:pos x="connsiteX1" y="connsiteY1"/>
                </a:cxn>
                <a:cxn ang="0">
                  <a:pos x="connsiteX2" y="connsiteY2"/>
                </a:cxn>
                <a:cxn ang="0">
                  <a:pos x="connsiteX3" y="connsiteY3"/>
                </a:cxn>
              </a:cxnLst>
              <a:rect l="l" t="t" r="r" b="b"/>
              <a:pathLst>
                <a:path w="1111406" h="1111407">
                  <a:moveTo>
                    <a:pt x="0" y="0"/>
                  </a:moveTo>
                  <a:lnTo>
                    <a:pt x="1111407" y="0"/>
                  </a:lnTo>
                  <a:lnTo>
                    <a:pt x="1111407" y="1111407"/>
                  </a:lnTo>
                  <a:lnTo>
                    <a:pt x="0" y="1111407"/>
                  </a:lnTo>
                  <a:close/>
                </a:path>
              </a:pathLst>
            </a:custGeom>
            <a:solidFill>
              <a:srgbClr val="FF304D"/>
            </a:solidFill>
            <a:ln w="6695" cap="flat">
              <a:noFill/>
              <a:prstDash val="solid"/>
              <a:miter/>
            </a:ln>
          </p:spPr>
          <p:txBody>
            <a:bodyPr rtlCol="0" anchor="ctr"/>
            <a:lstStyle/>
            <a:p>
              <a:pPr algn="ctr">
                <a:lnSpc>
                  <a:spcPct val="90000"/>
                </a:lnSpc>
                <a:spcAft>
                  <a:spcPts val="0"/>
                </a:spcAft>
              </a:pPr>
              <a:r>
                <a:rPr lang="en-US" sz="700">
                  <a:latin typeface="Ubuntu" panose="020B0504030602030204" pitchFamily="34" charset="0"/>
                </a:rPr>
                <a:t>255</a:t>
              </a:r>
            </a:p>
            <a:p>
              <a:pPr algn="ctr">
                <a:lnSpc>
                  <a:spcPct val="90000"/>
                </a:lnSpc>
                <a:spcAft>
                  <a:spcPts val="0"/>
                </a:spcAft>
              </a:pPr>
              <a:r>
                <a:rPr lang="en-US" sz="700">
                  <a:latin typeface="Ubuntu" panose="020B0504030602030204" pitchFamily="34" charset="0"/>
                </a:rPr>
                <a:t>48</a:t>
              </a:r>
            </a:p>
            <a:p>
              <a:pPr algn="ctr">
                <a:lnSpc>
                  <a:spcPct val="90000"/>
                </a:lnSpc>
                <a:spcAft>
                  <a:spcPts val="0"/>
                </a:spcAft>
              </a:pPr>
              <a:r>
                <a:rPr lang="en-US" sz="700">
                  <a:latin typeface="Ubuntu" panose="020B0504030602030204" pitchFamily="34" charset="0"/>
                </a:rPr>
                <a:t>77</a:t>
              </a:r>
            </a:p>
          </p:txBody>
        </p:sp>
        <p:sp>
          <p:nvSpPr>
            <p:cNvPr id="54" name="Forme libre : forme 53">
              <a:extLst>
                <a:ext uri="{FF2B5EF4-FFF2-40B4-BE49-F238E27FC236}">
                  <a16:creationId xmlns:a16="http://schemas.microsoft.com/office/drawing/2014/main" id="{66B49780-B844-4D04-8283-E12AAC6933AF}"/>
                </a:ext>
              </a:extLst>
            </p:cNvPr>
            <p:cNvSpPr/>
            <p:nvPr/>
          </p:nvSpPr>
          <p:spPr>
            <a:xfrm>
              <a:off x="13535697" y="2405581"/>
              <a:ext cx="360000"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FF455E"/>
            </a:solidFill>
            <a:ln w="6695" cap="flat">
              <a:noFill/>
              <a:prstDash val="solid"/>
              <a:miter/>
            </a:ln>
          </p:spPr>
          <p:txBody>
            <a:bodyPr rtlCol="0" anchor="ctr"/>
            <a:lstStyle/>
            <a:p>
              <a:pPr algn="ctr">
                <a:lnSpc>
                  <a:spcPct val="90000"/>
                </a:lnSpc>
                <a:spcAft>
                  <a:spcPts val="0"/>
                </a:spcAft>
              </a:pPr>
              <a:r>
                <a:rPr lang="en-US" sz="700">
                  <a:latin typeface="Ubuntu" panose="020B0504030602030204" pitchFamily="34" charset="0"/>
                </a:rPr>
                <a:t>255</a:t>
              </a:r>
            </a:p>
            <a:p>
              <a:pPr algn="ctr">
                <a:lnSpc>
                  <a:spcPct val="90000"/>
                </a:lnSpc>
                <a:spcAft>
                  <a:spcPts val="0"/>
                </a:spcAft>
              </a:pPr>
              <a:r>
                <a:rPr lang="en-US" sz="700">
                  <a:latin typeface="Ubuntu" panose="020B0504030602030204" pitchFamily="34" charset="0"/>
                </a:rPr>
                <a:t>69</a:t>
              </a:r>
            </a:p>
            <a:p>
              <a:pPr algn="ctr">
                <a:lnSpc>
                  <a:spcPct val="90000"/>
                </a:lnSpc>
                <a:spcAft>
                  <a:spcPts val="0"/>
                </a:spcAft>
              </a:pPr>
              <a:r>
                <a:rPr lang="en-US" sz="700">
                  <a:latin typeface="Ubuntu" panose="020B0504030602030204" pitchFamily="34" charset="0"/>
                </a:rPr>
                <a:t>94</a:t>
              </a:r>
            </a:p>
          </p:txBody>
        </p:sp>
        <p:sp>
          <p:nvSpPr>
            <p:cNvPr id="55" name="Forme libre : forme 54">
              <a:extLst>
                <a:ext uri="{FF2B5EF4-FFF2-40B4-BE49-F238E27FC236}">
                  <a16:creationId xmlns:a16="http://schemas.microsoft.com/office/drawing/2014/main" id="{FF82BEF1-5FD1-4558-9313-1606ABF3D69C}"/>
                </a:ext>
              </a:extLst>
            </p:cNvPr>
            <p:cNvSpPr/>
            <p:nvPr/>
          </p:nvSpPr>
          <p:spPr>
            <a:xfrm>
              <a:off x="13535697" y="1992581"/>
              <a:ext cx="360000"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FF5770"/>
            </a:solidFill>
            <a:ln w="6695" cap="flat">
              <a:noFill/>
              <a:prstDash val="solid"/>
              <a:miter/>
            </a:ln>
          </p:spPr>
          <p:txBody>
            <a:bodyPr rtlCol="0" anchor="ctr"/>
            <a:lstStyle/>
            <a:p>
              <a:pPr algn="ctr">
                <a:lnSpc>
                  <a:spcPct val="90000"/>
                </a:lnSpc>
                <a:spcAft>
                  <a:spcPts val="0"/>
                </a:spcAft>
              </a:pPr>
              <a:r>
                <a:rPr lang="en-US" sz="700">
                  <a:latin typeface="Ubuntu" panose="020B0504030602030204" pitchFamily="34" charset="0"/>
                </a:rPr>
                <a:t>255</a:t>
              </a:r>
            </a:p>
            <a:p>
              <a:pPr algn="ctr">
                <a:lnSpc>
                  <a:spcPct val="90000"/>
                </a:lnSpc>
                <a:spcAft>
                  <a:spcPts val="0"/>
                </a:spcAft>
              </a:pPr>
              <a:r>
                <a:rPr lang="en-US" sz="700">
                  <a:latin typeface="Ubuntu" panose="020B0504030602030204" pitchFamily="34" charset="0"/>
                </a:rPr>
                <a:t>87</a:t>
              </a:r>
            </a:p>
            <a:p>
              <a:pPr algn="ctr">
                <a:lnSpc>
                  <a:spcPct val="90000"/>
                </a:lnSpc>
                <a:spcAft>
                  <a:spcPts val="0"/>
                </a:spcAft>
              </a:pPr>
              <a:r>
                <a:rPr lang="en-US" sz="700">
                  <a:latin typeface="Ubuntu" panose="020B0504030602030204" pitchFamily="34" charset="0"/>
                </a:rPr>
                <a:t>112</a:t>
              </a:r>
            </a:p>
          </p:txBody>
        </p:sp>
        <p:sp>
          <p:nvSpPr>
            <p:cNvPr id="56" name="Forme libre : forme 55">
              <a:extLst>
                <a:ext uri="{FF2B5EF4-FFF2-40B4-BE49-F238E27FC236}">
                  <a16:creationId xmlns:a16="http://schemas.microsoft.com/office/drawing/2014/main" id="{86AAEC8D-AC95-4215-80AB-61B5B47B8691}"/>
                </a:ext>
              </a:extLst>
            </p:cNvPr>
            <p:cNvSpPr/>
            <p:nvPr/>
          </p:nvSpPr>
          <p:spPr>
            <a:xfrm>
              <a:off x="12432704" y="3644581"/>
              <a:ext cx="360000"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811B6F"/>
            </a:solidFill>
            <a:ln w="6695" cap="flat">
              <a:noFill/>
              <a:prstDash val="solid"/>
              <a:miter/>
            </a:ln>
          </p:spPr>
          <p:txBody>
            <a:bodyPr rtlCol="0" anchor="ctr"/>
            <a:lstStyle/>
            <a:p>
              <a:pPr algn="ctr">
                <a:lnSpc>
                  <a:spcPct val="90000"/>
                </a:lnSpc>
                <a:spcAft>
                  <a:spcPts val="0"/>
                </a:spcAft>
              </a:pPr>
              <a:r>
                <a:rPr lang="en-US" sz="700">
                  <a:solidFill>
                    <a:schemeClr val="bg1"/>
                  </a:solidFill>
                  <a:latin typeface="Ubuntu" panose="020B0504030602030204" pitchFamily="34" charset="0"/>
                </a:rPr>
                <a:t>129</a:t>
              </a:r>
            </a:p>
            <a:p>
              <a:pPr algn="ctr">
                <a:lnSpc>
                  <a:spcPct val="90000"/>
                </a:lnSpc>
                <a:spcAft>
                  <a:spcPts val="0"/>
                </a:spcAft>
              </a:pPr>
              <a:r>
                <a:rPr lang="en-US" sz="700">
                  <a:solidFill>
                    <a:schemeClr val="bg1"/>
                  </a:solidFill>
                  <a:latin typeface="Ubuntu" panose="020B0504030602030204" pitchFamily="34" charset="0"/>
                </a:rPr>
                <a:t>27</a:t>
              </a:r>
            </a:p>
            <a:p>
              <a:pPr algn="ctr">
                <a:lnSpc>
                  <a:spcPct val="90000"/>
                </a:lnSpc>
                <a:spcAft>
                  <a:spcPts val="0"/>
                </a:spcAft>
              </a:pPr>
              <a:r>
                <a:rPr lang="en-US" sz="700">
                  <a:solidFill>
                    <a:schemeClr val="bg1"/>
                  </a:solidFill>
                  <a:latin typeface="Ubuntu" panose="020B0504030602030204" pitchFamily="34" charset="0"/>
                </a:rPr>
                <a:t>111</a:t>
              </a:r>
            </a:p>
          </p:txBody>
        </p:sp>
        <p:sp>
          <p:nvSpPr>
            <p:cNvPr id="57" name="Forme libre : forme 56">
              <a:extLst>
                <a:ext uri="{FF2B5EF4-FFF2-40B4-BE49-F238E27FC236}">
                  <a16:creationId xmlns:a16="http://schemas.microsoft.com/office/drawing/2014/main" id="{345AA905-3BBB-4015-9537-2162DD20DA02}"/>
                </a:ext>
              </a:extLst>
            </p:cNvPr>
            <p:cNvSpPr/>
            <p:nvPr/>
          </p:nvSpPr>
          <p:spPr>
            <a:xfrm>
              <a:off x="12432704" y="3231581"/>
              <a:ext cx="360000"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A12980"/>
            </a:solidFill>
            <a:ln w="6695" cap="flat">
              <a:noFill/>
              <a:prstDash val="solid"/>
              <a:miter/>
            </a:ln>
          </p:spPr>
          <p:txBody>
            <a:bodyPr rtlCol="0" anchor="ctr"/>
            <a:lstStyle/>
            <a:p>
              <a:pPr algn="ctr">
                <a:lnSpc>
                  <a:spcPct val="90000"/>
                </a:lnSpc>
                <a:spcAft>
                  <a:spcPts val="0"/>
                </a:spcAft>
              </a:pPr>
              <a:r>
                <a:rPr lang="en-US" sz="700">
                  <a:solidFill>
                    <a:schemeClr val="bg1"/>
                  </a:solidFill>
                  <a:latin typeface="Ubuntu" panose="020B0504030602030204" pitchFamily="34" charset="0"/>
                </a:rPr>
                <a:t>161</a:t>
              </a:r>
            </a:p>
            <a:p>
              <a:pPr algn="ctr">
                <a:lnSpc>
                  <a:spcPct val="90000"/>
                </a:lnSpc>
                <a:spcAft>
                  <a:spcPts val="0"/>
                </a:spcAft>
              </a:pPr>
              <a:r>
                <a:rPr lang="en-US" sz="700">
                  <a:solidFill>
                    <a:schemeClr val="bg1"/>
                  </a:solidFill>
                  <a:latin typeface="Ubuntu" panose="020B0504030602030204" pitchFamily="34" charset="0"/>
                </a:rPr>
                <a:t>41</a:t>
              </a:r>
            </a:p>
            <a:p>
              <a:pPr algn="ctr">
                <a:lnSpc>
                  <a:spcPct val="90000"/>
                </a:lnSpc>
                <a:spcAft>
                  <a:spcPts val="0"/>
                </a:spcAft>
              </a:pPr>
              <a:r>
                <a:rPr lang="en-US" sz="700">
                  <a:solidFill>
                    <a:schemeClr val="bg1"/>
                  </a:solidFill>
                  <a:latin typeface="Ubuntu" panose="020B0504030602030204" pitchFamily="34" charset="0"/>
                </a:rPr>
                <a:t>128</a:t>
              </a:r>
            </a:p>
          </p:txBody>
        </p:sp>
        <p:sp>
          <p:nvSpPr>
            <p:cNvPr id="58" name="Forme libre : forme 57">
              <a:extLst>
                <a:ext uri="{FF2B5EF4-FFF2-40B4-BE49-F238E27FC236}">
                  <a16:creationId xmlns:a16="http://schemas.microsoft.com/office/drawing/2014/main" id="{8E50898F-084D-45EC-9EDA-C64E62F50B6F}"/>
                </a:ext>
              </a:extLst>
            </p:cNvPr>
            <p:cNvSpPr/>
            <p:nvPr/>
          </p:nvSpPr>
          <p:spPr>
            <a:xfrm>
              <a:off x="12432704" y="2818581"/>
              <a:ext cx="360000" cy="406800"/>
            </a:xfrm>
            <a:custGeom>
              <a:avLst/>
              <a:gdLst>
                <a:gd name="connsiteX0" fmla="*/ 0 w 1111406"/>
                <a:gd name="connsiteY0" fmla="*/ 0 h 1111407"/>
                <a:gd name="connsiteX1" fmla="*/ 1111407 w 1111406"/>
                <a:gd name="connsiteY1" fmla="*/ 0 h 1111407"/>
                <a:gd name="connsiteX2" fmla="*/ 1111407 w 1111406"/>
                <a:gd name="connsiteY2" fmla="*/ 1111407 h 1111407"/>
                <a:gd name="connsiteX3" fmla="*/ 0 w 1111406"/>
                <a:gd name="connsiteY3" fmla="*/ 1111407 h 1111407"/>
              </a:gdLst>
              <a:ahLst/>
              <a:cxnLst>
                <a:cxn ang="0">
                  <a:pos x="connsiteX0" y="connsiteY0"/>
                </a:cxn>
                <a:cxn ang="0">
                  <a:pos x="connsiteX1" y="connsiteY1"/>
                </a:cxn>
                <a:cxn ang="0">
                  <a:pos x="connsiteX2" y="connsiteY2"/>
                </a:cxn>
                <a:cxn ang="0">
                  <a:pos x="connsiteX3" y="connsiteY3"/>
                </a:cxn>
              </a:cxnLst>
              <a:rect l="l" t="t" r="r" b="b"/>
              <a:pathLst>
                <a:path w="1111406" h="1111407">
                  <a:moveTo>
                    <a:pt x="0" y="0"/>
                  </a:moveTo>
                  <a:lnTo>
                    <a:pt x="1111407" y="0"/>
                  </a:lnTo>
                  <a:lnTo>
                    <a:pt x="1111407" y="1111407"/>
                  </a:lnTo>
                  <a:lnTo>
                    <a:pt x="0" y="1111407"/>
                  </a:lnTo>
                  <a:close/>
                </a:path>
              </a:pathLst>
            </a:custGeom>
            <a:solidFill>
              <a:srgbClr val="BA2980"/>
            </a:solidFill>
            <a:ln w="6695" cap="flat">
              <a:noFill/>
              <a:prstDash val="solid"/>
              <a:miter/>
            </a:ln>
          </p:spPr>
          <p:txBody>
            <a:bodyPr rtlCol="0" anchor="ctr"/>
            <a:lstStyle/>
            <a:p>
              <a:pPr algn="ctr">
                <a:lnSpc>
                  <a:spcPct val="90000"/>
                </a:lnSpc>
                <a:spcAft>
                  <a:spcPts val="0"/>
                </a:spcAft>
              </a:pPr>
              <a:r>
                <a:rPr lang="en-US" sz="700">
                  <a:solidFill>
                    <a:schemeClr val="bg1"/>
                  </a:solidFill>
                  <a:latin typeface="Ubuntu" panose="020B0504030602030204" pitchFamily="34" charset="0"/>
                </a:rPr>
                <a:t>186</a:t>
              </a:r>
            </a:p>
            <a:p>
              <a:pPr algn="ctr">
                <a:lnSpc>
                  <a:spcPct val="90000"/>
                </a:lnSpc>
                <a:spcAft>
                  <a:spcPts val="0"/>
                </a:spcAft>
              </a:pPr>
              <a:r>
                <a:rPr lang="en-US" sz="700">
                  <a:solidFill>
                    <a:schemeClr val="bg1"/>
                  </a:solidFill>
                  <a:latin typeface="Ubuntu" panose="020B0504030602030204" pitchFamily="34" charset="0"/>
                </a:rPr>
                <a:t>41</a:t>
              </a:r>
            </a:p>
            <a:p>
              <a:pPr algn="ctr">
                <a:lnSpc>
                  <a:spcPct val="90000"/>
                </a:lnSpc>
                <a:spcAft>
                  <a:spcPts val="0"/>
                </a:spcAft>
              </a:pPr>
              <a:r>
                <a:rPr lang="en-US" sz="700">
                  <a:solidFill>
                    <a:schemeClr val="bg1"/>
                  </a:solidFill>
                  <a:latin typeface="Ubuntu" panose="020B0504030602030204" pitchFamily="34" charset="0"/>
                </a:rPr>
                <a:t>128</a:t>
              </a:r>
            </a:p>
          </p:txBody>
        </p:sp>
        <p:sp>
          <p:nvSpPr>
            <p:cNvPr id="59" name="Forme libre : forme 58">
              <a:extLst>
                <a:ext uri="{FF2B5EF4-FFF2-40B4-BE49-F238E27FC236}">
                  <a16:creationId xmlns:a16="http://schemas.microsoft.com/office/drawing/2014/main" id="{850EF37B-321C-4CAE-A8B1-66C0053A83E3}"/>
                </a:ext>
              </a:extLst>
            </p:cNvPr>
            <p:cNvSpPr/>
            <p:nvPr/>
          </p:nvSpPr>
          <p:spPr>
            <a:xfrm>
              <a:off x="12432704" y="2405581"/>
              <a:ext cx="360000"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D13A8C"/>
            </a:solidFill>
            <a:ln w="6695" cap="flat">
              <a:noFill/>
              <a:prstDash val="solid"/>
              <a:miter/>
            </a:ln>
          </p:spPr>
          <p:txBody>
            <a:bodyPr rtlCol="0" anchor="ctr"/>
            <a:lstStyle/>
            <a:p>
              <a:pPr algn="ctr">
                <a:lnSpc>
                  <a:spcPct val="90000"/>
                </a:lnSpc>
                <a:spcAft>
                  <a:spcPts val="0"/>
                </a:spcAft>
              </a:pPr>
              <a:r>
                <a:rPr lang="en-US" sz="700">
                  <a:latin typeface="Ubuntu" panose="020B0504030602030204" pitchFamily="34" charset="0"/>
                </a:rPr>
                <a:t>209</a:t>
              </a:r>
            </a:p>
            <a:p>
              <a:pPr algn="ctr">
                <a:lnSpc>
                  <a:spcPct val="90000"/>
                </a:lnSpc>
                <a:spcAft>
                  <a:spcPts val="0"/>
                </a:spcAft>
              </a:pPr>
              <a:r>
                <a:rPr lang="en-US" sz="700">
                  <a:latin typeface="Ubuntu" panose="020B0504030602030204" pitchFamily="34" charset="0"/>
                </a:rPr>
                <a:t>58</a:t>
              </a:r>
            </a:p>
            <a:p>
              <a:pPr algn="ctr">
                <a:lnSpc>
                  <a:spcPct val="90000"/>
                </a:lnSpc>
                <a:spcAft>
                  <a:spcPts val="0"/>
                </a:spcAft>
              </a:pPr>
              <a:r>
                <a:rPr lang="en-US" sz="700">
                  <a:latin typeface="Ubuntu" panose="020B0504030602030204" pitchFamily="34" charset="0"/>
                </a:rPr>
                <a:t>140</a:t>
              </a:r>
            </a:p>
          </p:txBody>
        </p:sp>
        <p:sp>
          <p:nvSpPr>
            <p:cNvPr id="60" name="Forme libre : forme 59">
              <a:extLst>
                <a:ext uri="{FF2B5EF4-FFF2-40B4-BE49-F238E27FC236}">
                  <a16:creationId xmlns:a16="http://schemas.microsoft.com/office/drawing/2014/main" id="{49EEAAAC-C871-41A3-9B9B-6381B2FD4E28}"/>
                </a:ext>
              </a:extLst>
            </p:cNvPr>
            <p:cNvSpPr/>
            <p:nvPr/>
          </p:nvSpPr>
          <p:spPr>
            <a:xfrm>
              <a:off x="12432704" y="1993636"/>
              <a:ext cx="360000"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E557AD"/>
            </a:solidFill>
            <a:ln w="6695" cap="flat">
              <a:noFill/>
              <a:prstDash val="solid"/>
              <a:miter/>
            </a:ln>
          </p:spPr>
          <p:txBody>
            <a:bodyPr rtlCol="0" anchor="ctr"/>
            <a:lstStyle/>
            <a:p>
              <a:pPr algn="ctr">
                <a:lnSpc>
                  <a:spcPct val="90000"/>
                </a:lnSpc>
                <a:spcAft>
                  <a:spcPts val="0"/>
                </a:spcAft>
              </a:pPr>
              <a:r>
                <a:rPr lang="en-US" sz="700">
                  <a:latin typeface="Ubuntu" panose="020B0504030602030204" pitchFamily="34" charset="0"/>
                </a:rPr>
                <a:t>229</a:t>
              </a:r>
            </a:p>
            <a:p>
              <a:pPr algn="ctr">
                <a:lnSpc>
                  <a:spcPct val="90000"/>
                </a:lnSpc>
                <a:spcAft>
                  <a:spcPts val="0"/>
                </a:spcAft>
              </a:pPr>
              <a:r>
                <a:rPr lang="en-US" sz="700">
                  <a:latin typeface="Ubuntu" panose="020B0504030602030204" pitchFamily="34" charset="0"/>
                </a:rPr>
                <a:t>87</a:t>
              </a:r>
            </a:p>
            <a:p>
              <a:pPr algn="ctr">
                <a:lnSpc>
                  <a:spcPct val="90000"/>
                </a:lnSpc>
                <a:spcAft>
                  <a:spcPts val="0"/>
                </a:spcAft>
              </a:pPr>
              <a:r>
                <a:rPr lang="en-US" sz="700">
                  <a:latin typeface="Ubuntu" panose="020B0504030602030204" pitchFamily="34" charset="0"/>
                </a:rPr>
                <a:t>173</a:t>
              </a:r>
            </a:p>
          </p:txBody>
        </p:sp>
      </p:grpSp>
      <p:sp>
        <p:nvSpPr>
          <p:cNvPr id="61" name="Rectangle 60">
            <a:extLst>
              <a:ext uri="{FF2B5EF4-FFF2-40B4-BE49-F238E27FC236}">
                <a16:creationId xmlns:a16="http://schemas.microsoft.com/office/drawing/2014/main" id="{9D36E5FD-F409-4495-819A-440FA57D9E19}"/>
              </a:ext>
            </a:extLst>
          </p:cNvPr>
          <p:cNvSpPr/>
          <p:nvPr/>
        </p:nvSpPr>
        <p:spPr>
          <a:xfrm>
            <a:off x="12295891" y="6412526"/>
            <a:ext cx="2545089" cy="615553"/>
          </a:xfrm>
          <a:prstGeom prst="rect">
            <a:avLst/>
          </a:prstGeom>
        </p:spPr>
        <p:txBody>
          <a:bodyPr wrap="square" lIns="0" tIns="0" rIns="0" bIns="0">
            <a:spAutoFit/>
          </a:bodyPr>
          <a:lstStyle/>
          <a:p>
            <a:r>
              <a:rPr lang="en-GB" sz="800">
                <a:latin typeface="Ubuntu" panose="020B0504030602030204" pitchFamily="34" charset="0"/>
              </a:rPr>
              <a:t>Security Classification:</a:t>
            </a:r>
          </a:p>
          <a:p>
            <a:r>
              <a:rPr lang="en-GB" sz="800">
                <a:latin typeface="Ubuntu" panose="020B0504030602030204" pitchFamily="34" charset="0"/>
              </a:rPr>
              <a:t>SEC0: Public</a:t>
            </a:r>
          </a:p>
          <a:p>
            <a:r>
              <a:rPr lang="en-GB" sz="800">
                <a:latin typeface="Ubuntu" panose="020B0504030602030204" pitchFamily="34" charset="0"/>
              </a:rPr>
              <a:t>SEC1: Company Confidential</a:t>
            </a:r>
          </a:p>
          <a:p>
            <a:r>
              <a:rPr lang="en-GB" sz="800">
                <a:latin typeface="Ubuntu" panose="020B0504030602030204" pitchFamily="34" charset="0"/>
              </a:rPr>
              <a:t>SEC2: Company Restricted/Customer restricted</a:t>
            </a:r>
          </a:p>
          <a:p>
            <a:r>
              <a:rPr lang="en-GB" sz="800">
                <a:latin typeface="Ubuntu" panose="020B0504030602030204" pitchFamily="34" charset="0"/>
              </a:rPr>
              <a:t>SEC3: Company Sensitive</a:t>
            </a:r>
          </a:p>
        </p:txBody>
      </p:sp>
      <p:grpSp>
        <p:nvGrpSpPr>
          <p:cNvPr id="4097" name="Groupe 4096">
            <a:extLst>
              <a:ext uri="{FF2B5EF4-FFF2-40B4-BE49-F238E27FC236}">
                <a16:creationId xmlns:a16="http://schemas.microsoft.com/office/drawing/2014/main" id="{14207897-E387-4B97-A694-8751D86BCF12}"/>
              </a:ext>
            </a:extLst>
          </p:cNvPr>
          <p:cNvGrpSpPr/>
          <p:nvPr/>
        </p:nvGrpSpPr>
        <p:grpSpPr>
          <a:xfrm>
            <a:off x="12295891" y="2164677"/>
            <a:ext cx="1465123" cy="2058800"/>
            <a:chOff x="14041053" y="1992581"/>
            <a:chExt cx="1465123" cy="2058800"/>
          </a:xfrm>
        </p:grpSpPr>
        <p:sp>
          <p:nvSpPr>
            <p:cNvPr id="66" name="Forme libre : forme 65">
              <a:extLst>
                <a:ext uri="{FF2B5EF4-FFF2-40B4-BE49-F238E27FC236}">
                  <a16:creationId xmlns:a16="http://schemas.microsoft.com/office/drawing/2014/main" id="{94847038-3CB7-4111-AB03-FA1A594002AA}"/>
                </a:ext>
              </a:extLst>
            </p:cNvPr>
            <p:cNvSpPr/>
            <p:nvPr/>
          </p:nvSpPr>
          <p:spPr>
            <a:xfrm>
              <a:off x="14777224" y="3644581"/>
              <a:ext cx="360865"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0F434A"/>
            </a:solidFill>
            <a:ln w="6695" cap="flat">
              <a:noFill/>
              <a:prstDash val="solid"/>
              <a:miter/>
            </a:ln>
          </p:spPr>
          <p:txBody>
            <a:bodyPr rtlCol="0" anchor="ctr"/>
            <a:lstStyle/>
            <a:p>
              <a:pPr algn="ctr">
                <a:lnSpc>
                  <a:spcPct val="90000"/>
                </a:lnSpc>
                <a:spcAft>
                  <a:spcPts val="0"/>
                </a:spcAft>
              </a:pPr>
              <a:r>
                <a:rPr lang="en-US" sz="700" b="0">
                  <a:solidFill>
                    <a:schemeClr val="bg1"/>
                  </a:solidFill>
                  <a:latin typeface="Ubuntu" panose="020B0504030602030204" pitchFamily="34" charset="0"/>
                </a:rPr>
                <a:t>15</a:t>
              </a:r>
            </a:p>
            <a:p>
              <a:pPr algn="ctr">
                <a:lnSpc>
                  <a:spcPct val="90000"/>
                </a:lnSpc>
                <a:spcAft>
                  <a:spcPts val="0"/>
                </a:spcAft>
              </a:pPr>
              <a:r>
                <a:rPr lang="en-US" sz="700" b="0">
                  <a:solidFill>
                    <a:schemeClr val="bg1"/>
                  </a:solidFill>
                  <a:latin typeface="Ubuntu" panose="020B0504030602030204" pitchFamily="34" charset="0"/>
                </a:rPr>
                <a:t>67</a:t>
              </a:r>
            </a:p>
            <a:p>
              <a:pPr algn="ctr">
                <a:lnSpc>
                  <a:spcPct val="90000"/>
                </a:lnSpc>
                <a:spcAft>
                  <a:spcPts val="0"/>
                </a:spcAft>
              </a:pPr>
              <a:r>
                <a:rPr lang="en-US" sz="700" b="0">
                  <a:solidFill>
                    <a:schemeClr val="bg1"/>
                  </a:solidFill>
                  <a:latin typeface="Ubuntu" panose="020B0504030602030204" pitchFamily="34" charset="0"/>
                </a:rPr>
                <a:t>74</a:t>
              </a:r>
            </a:p>
          </p:txBody>
        </p:sp>
        <p:sp>
          <p:nvSpPr>
            <p:cNvPr id="67" name="Forme libre : forme 66">
              <a:extLst>
                <a:ext uri="{FF2B5EF4-FFF2-40B4-BE49-F238E27FC236}">
                  <a16:creationId xmlns:a16="http://schemas.microsoft.com/office/drawing/2014/main" id="{1B50522B-BA67-4790-8697-3AC343D4ACB8}"/>
                </a:ext>
              </a:extLst>
            </p:cNvPr>
            <p:cNvSpPr/>
            <p:nvPr/>
          </p:nvSpPr>
          <p:spPr>
            <a:xfrm>
              <a:off x="14777224" y="3231581"/>
              <a:ext cx="360865"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0F6A73"/>
            </a:solidFill>
            <a:ln w="6695" cap="flat">
              <a:noFill/>
              <a:prstDash val="solid"/>
              <a:miter/>
            </a:ln>
          </p:spPr>
          <p:txBody>
            <a:bodyPr rtlCol="0" anchor="ctr"/>
            <a:lstStyle/>
            <a:p>
              <a:pPr algn="ctr">
                <a:lnSpc>
                  <a:spcPct val="90000"/>
                </a:lnSpc>
                <a:spcAft>
                  <a:spcPts val="0"/>
                </a:spcAft>
              </a:pPr>
              <a:r>
                <a:rPr lang="en-US" sz="700" b="0">
                  <a:solidFill>
                    <a:schemeClr val="bg1"/>
                  </a:solidFill>
                  <a:latin typeface="Ubuntu" panose="020B0504030602030204" pitchFamily="34" charset="0"/>
                </a:rPr>
                <a:t>15</a:t>
              </a:r>
            </a:p>
            <a:p>
              <a:pPr algn="ctr">
                <a:lnSpc>
                  <a:spcPct val="90000"/>
                </a:lnSpc>
                <a:spcAft>
                  <a:spcPts val="0"/>
                </a:spcAft>
              </a:pPr>
              <a:r>
                <a:rPr lang="en-US" sz="700" b="0">
                  <a:solidFill>
                    <a:schemeClr val="bg1"/>
                  </a:solidFill>
                  <a:latin typeface="Ubuntu" panose="020B0504030602030204" pitchFamily="34" charset="0"/>
                </a:rPr>
                <a:t>106</a:t>
              </a:r>
            </a:p>
            <a:p>
              <a:pPr algn="ctr">
                <a:lnSpc>
                  <a:spcPct val="90000"/>
                </a:lnSpc>
                <a:spcAft>
                  <a:spcPts val="0"/>
                </a:spcAft>
              </a:pPr>
              <a:r>
                <a:rPr lang="en-US" sz="700" b="0">
                  <a:solidFill>
                    <a:schemeClr val="bg1"/>
                  </a:solidFill>
                  <a:latin typeface="Ubuntu" panose="020B0504030602030204" pitchFamily="34" charset="0"/>
                </a:rPr>
                <a:t>115</a:t>
              </a:r>
            </a:p>
          </p:txBody>
        </p:sp>
        <p:sp>
          <p:nvSpPr>
            <p:cNvPr id="68" name="Forme libre : forme 67">
              <a:extLst>
                <a:ext uri="{FF2B5EF4-FFF2-40B4-BE49-F238E27FC236}">
                  <a16:creationId xmlns:a16="http://schemas.microsoft.com/office/drawing/2014/main" id="{B90AA6F9-B8A6-4490-A465-CBEFAEA6DFCA}"/>
                </a:ext>
              </a:extLst>
            </p:cNvPr>
            <p:cNvSpPr/>
            <p:nvPr/>
          </p:nvSpPr>
          <p:spPr>
            <a:xfrm>
              <a:off x="14777224" y="2818581"/>
              <a:ext cx="360865" cy="406800"/>
            </a:xfrm>
            <a:custGeom>
              <a:avLst/>
              <a:gdLst>
                <a:gd name="connsiteX0" fmla="*/ 0 w 1111406"/>
                <a:gd name="connsiteY0" fmla="*/ 0 h 1111407"/>
                <a:gd name="connsiteX1" fmla="*/ 1111407 w 1111406"/>
                <a:gd name="connsiteY1" fmla="*/ 0 h 1111407"/>
                <a:gd name="connsiteX2" fmla="*/ 1111407 w 1111406"/>
                <a:gd name="connsiteY2" fmla="*/ 1111407 h 1111407"/>
                <a:gd name="connsiteX3" fmla="*/ 0 w 1111406"/>
                <a:gd name="connsiteY3" fmla="*/ 1111407 h 1111407"/>
              </a:gdLst>
              <a:ahLst/>
              <a:cxnLst>
                <a:cxn ang="0">
                  <a:pos x="connsiteX0" y="connsiteY0"/>
                </a:cxn>
                <a:cxn ang="0">
                  <a:pos x="connsiteX1" y="connsiteY1"/>
                </a:cxn>
                <a:cxn ang="0">
                  <a:pos x="connsiteX2" y="connsiteY2"/>
                </a:cxn>
                <a:cxn ang="0">
                  <a:pos x="connsiteX3" y="connsiteY3"/>
                </a:cxn>
              </a:cxnLst>
              <a:rect l="l" t="t" r="r" b="b"/>
              <a:pathLst>
                <a:path w="1111406" h="1111407">
                  <a:moveTo>
                    <a:pt x="0" y="0"/>
                  </a:moveTo>
                  <a:lnTo>
                    <a:pt x="1111407" y="0"/>
                  </a:lnTo>
                  <a:lnTo>
                    <a:pt x="1111407" y="1111407"/>
                  </a:lnTo>
                  <a:lnTo>
                    <a:pt x="0" y="1111407"/>
                  </a:lnTo>
                  <a:close/>
                </a:path>
              </a:pathLst>
            </a:custGeom>
            <a:solidFill>
              <a:srgbClr val="0F878A"/>
            </a:solidFill>
            <a:ln w="6695" cap="flat">
              <a:noFill/>
              <a:prstDash val="solid"/>
              <a:miter/>
            </a:ln>
          </p:spPr>
          <p:txBody>
            <a:bodyPr rtlCol="0" anchor="ctr"/>
            <a:lstStyle/>
            <a:p>
              <a:pPr algn="ctr">
                <a:lnSpc>
                  <a:spcPct val="90000"/>
                </a:lnSpc>
                <a:spcAft>
                  <a:spcPts val="0"/>
                </a:spcAft>
              </a:pPr>
              <a:r>
                <a:rPr lang="en-US" sz="700" b="0">
                  <a:solidFill>
                    <a:schemeClr val="bg1"/>
                  </a:solidFill>
                  <a:latin typeface="Ubuntu" panose="020B0504030602030204" pitchFamily="34" charset="0"/>
                </a:rPr>
                <a:t>15</a:t>
              </a:r>
            </a:p>
            <a:p>
              <a:pPr algn="ctr">
                <a:lnSpc>
                  <a:spcPct val="90000"/>
                </a:lnSpc>
                <a:spcAft>
                  <a:spcPts val="0"/>
                </a:spcAft>
              </a:pPr>
              <a:r>
                <a:rPr lang="en-US" sz="700" b="0">
                  <a:solidFill>
                    <a:schemeClr val="bg1"/>
                  </a:solidFill>
                  <a:latin typeface="Ubuntu" panose="020B0504030602030204" pitchFamily="34" charset="0"/>
                </a:rPr>
                <a:t>135</a:t>
              </a:r>
            </a:p>
            <a:p>
              <a:pPr algn="ctr">
                <a:lnSpc>
                  <a:spcPct val="90000"/>
                </a:lnSpc>
                <a:spcAft>
                  <a:spcPts val="0"/>
                </a:spcAft>
              </a:pPr>
              <a:r>
                <a:rPr lang="en-US" sz="700" b="0">
                  <a:solidFill>
                    <a:schemeClr val="bg1"/>
                  </a:solidFill>
                  <a:latin typeface="Ubuntu" panose="020B0504030602030204" pitchFamily="34" charset="0"/>
                </a:rPr>
                <a:t>138</a:t>
              </a:r>
            </a:p>
          </p:txBody>
        </p:sp>
        <p:sp>
          <p:nvSpPr>
            <p:cNvPr id="69" name="Forme libre : forme 68">
              <a:extLst>
                <a:ext uri="{FF2B5EF4-FFF2-40B4-BE49-F238E27FC236}">
                  <a16:creationId xmlns:a16="http://schemas.microsoft.com/office/drawing/2014/main" id="{AEDB31E0-288F-492F-BC3E-94F3C3363294}"/>
                </a:ext>
              </a:extLst>
            </p:cNvPr>
            <p:cNvSpPr/>
            <p:nvPr/>
          </p:nvSpPr>
          <p:spPr>
            <a:xfrm>
              <a:off x="14777224" y="2405581"/>
              <a:ext cx="360865"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00B2A2"/>
            </a:solidFill>
            <a:ln w="6695" cap="flat">
              <a:noFill/>
              <a:prstDash val="solid"/>
              <a:miter/>
            </a:ln>
          </p:spPr>
          <p:txBody>
            <a:bodyPr rtlCol="0" anchor="ctr"/>
            <a:lstStyle/>
            <a:p>
              <a:pPr algn="ctr">
                <a:lnSpc>
                  <a:spcPct val="90000"/>
                </a:lnSpc>
                <a:spcAft>
                  <a:spcPts val="0"/>
                </a:spcAft>
              </a:pPr>
              <a:r>
                <a:rPr lang="en-US" sz="700" b="0">
                  <a:latin typeface="Ubuntu" panose="020B0504030602030204" pitchFamily="34" charset="0"/>
                </a:rPr>
                <a:t>0</a:t>
              </a:r>
            </a:p>
            <a:p>
              <a:pPr algn="ctr">
                <a:lnSpc>
                  <a:spcPct val="90000"/>
                </a:lnSpc>
                <a:spcAft>
                  <a:spcPts val="0"/>
                </a:spcAft>
              </a:pPr>
              <a:r>
                <a:rPr lang="en-US" sz="700" b="0">
                  <a:latin typeface="Ubuntu" panose="020B0504030602030204" pitchFamily="34" charset="0"/>
                </a:rPr>
                <a:t>178</a:t>
              </a:r>
            </a:p>
            <a:p>
              <a:pPr algn="ctr">
                <a:lnSpc>
                  <a:spcPct val="90000"/>
                </a:lnSpc>
                <a:spcAft>
                  <a:spcPts val="0"/>
                </a:spcAft>
              </a:pPr>
              <a:r>
                <a:rPr lang="en-US" sz="700" b="0">
                  <a:latin typeface="Ubuntu" panose="020B0504030602030204" pitchFamily="34" charset="0"/>
                </a:rPr>
                <a:t>162</a:t>
              </a:r>
            </a:p>
          </p:txBody>
        </p:sp>
        <p:sp>
          <p:nvSpPr>
            <p:cNvPr id="70" name="Forme libre : forme 69">
              <a:extLst>
                <a:ext uri="{FF2B5EF4-FFF2-40B4-BE49-F238E27FC236}">
                  <a16:creationId xmlns:a16="http://schemas.microsoft.com/office/drawing/2014/main" id="{8F775A35-2F34-403A-95F8-4058F1A09A02}"/>
                </a:ext>
              </a:extLst>
            </p:cNvPr>
            <p:cNvSpPr/>
            <p:nvPr/>
          </p:nvSpPr>
          <p:spPr>
            <a:xfrm>
              <a:off x="14777224" y="1992581"/>
              <a:ext cx="360865"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00E0CB"/>
            </a:solidFill>
            <a:ln w="6695" cap="flat">
              <a:noFill/>
              <a:prstDash val="solid"/>
              <a:miter/>
            </a:ln>
          </p:spPr>
          <p:txBody>
            <a:bodyPr rtlCol="0" anchor="ctr"/>
            <a:lstStyle/>
            <a:p>
              <a:pPr algn="ctr">
                <a:lnSpc>
                  <a:spcPct val="90000"/>
                </a:lnSpc>
                <a:spcAft>
                  <a:spcPts val="0"/>
                </a:spcAft>
              </a:pPr>
              <a:r>
                <a:rPr lang="en-US" sz="700" b="0">
                  <a:latin typeface="Ubuntu" panose="020B0504030602030204" pitchFamily="34" charset="0"/>
                </a:rPr>
                <a:t>0</a:t>
              </a:r>
            </a:p>
            <a:p>
              <a:pPr algn="ctr">
                <a:lnSpc>
                  <a:spcPct val="90000"/>
                </a:lnSpc>
                <a:spcAft>
                  <a:spcPts val="0"/>
                </a:spcAft>
              </a:pPr>
              <a:r>
                <a:rPr lang="en-US" sz="700" b="0">
                  <a:latin typeface="Ubuntu" panose="020B0504030602030204" pitchFamily="34" charset="0"/>
                </a:rPr>
                <a:t>244</a:t>
              </a:r>
            </a:p>
            <a:p>
              <a:pPr algn="ctr">
                <a:lnSpc>
                  <a:spcPct val="90000"/>
                </a:lnSpc>
                <a:spcAft>
                  <a:spcPts val="0"/>
                </a:spcAft>
              </a:pPr>
              <a:r>
                <a:rPr lang="en-US" sz="700" b="0">
                  <a:latin typeface="Ubuntu" panose="020B0504030602030204" pitchFamily="34" charset="0"/>
                </a:rPr>
                <a:t>203</a:t>
              </a:r>
            </a:p>
          </p:txBody>
        </p:sp>
        <p:sp>
          <p:nvSpPr>
            <p:cNvPr id="71" name="Forme libre : forme 70">
              <a:extLst>
                <a:ext uri="{FF2B5EF4-FFF2-40B4-BE49-F238E27FC236}">
                  <a16:creationId xmlns:a16="http://schemas.microsoft.com/office/drawing/2014/main" id="{59DA3B5B-D788-45A0-A698-ABE05A9025B0}"/>
                </a:ext>
              </a:extLst>
            </p:cNvPr>
            <p:cNvSpPr/>
            <p:nvPr/>
          </p:nvSpPr>
          <p:spPr>
            <a:xfrm>
              <a:off x="14041053" y="3644581"/>
              <a:ext cx="360865"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178036"/>
            </a:solidFill>
            <a:ln w="6695" cap="flat">
              <a:noFill/>
              <a:prstDash val="solid"/>
              <a:miter/>
            </a:ln>
          </p:spPr>
          <p:txBody>
            <a:bodyPr rtlCol="0" anchor="ctr"/>
            <a:lstStyle/>
            <a:p>
              <a:pPr algn="ctr">
                <a:lnSpc>
                  <a:spcPct val="90000"/>
                </a:lnSpc>
                <a:spcAft>
                  <a:spcPts val="0"/>
                </a:spcAft>
              </a:pPr>
              <a:r>
                <a:rPr lang="en-US" sz="700" b="0">
                  <a:solidFill>
                    <a:schemeClr val="bg1"/>
                  </a:solidFill>
                  <a:latin typeface="Ubuntu" panose="020B0504030602030204" pitchFamily="34" charset="0"/>
                </a:rPr>
                <a:t>23</a:t>
              </a:r>
            </a:p>
            <a:p>
              <a:pPr algn="ctr">
                <a:lnSpc>
                  <a:spcPct val="90000"/>
                </a:lnSpc>
                <a:spcAft>
                  <a:spcPts val="0"/>
                </a:spcAft>
              </a:pPr>
              <a:r>
                <a:rPr lang="en-US" sz="700" b="0">
                  <a:solidFill>
                    <a:schemeClr val="bg1"/>
                  </a:solidFill>
                  <a:latin typeface="Ubuntu" panose="020B0504030602030204" pitchFamily="34" charset="0"/>
                </a:rPr>
                <a:t>128</a:t>
              </a:r>
            </a:p>
            <a:p>
              <a:pPr algn="ctr">
                <a:lnSpc>
                  <a:spcPct val="90000"/>
                </a:lnSpc>
                <a:spcAft>
                  <a:spcPts val="0"/>
                </a:spcAft>
              </a:pPr>
              <a:r>
                <a:rPr lang="en-US" sz="700" b="0">
                  <a:solidFill>
                    <a:schemeClr val="bg1"/>
                  </a:solidFill>
                  <a:latin typeface="Ubuntu" panose="020B0504030602030204" pitchFamily="34" charset="0"/>
                </a:rPr>
                <a:t>54</a:t>
              </a:r>
            </a:p>
          </p:txBody>
        </p:sp>
        <p:sp>
          <p:nvSpPr>
            <p:cNvPr id="72" name="Forme libre : forme 71">
              <a:extLst>
                <a:ext uri="{FF2B5EF4-FFF2-40B4-BE49-F238E27FC236}">
                  <a16:creationId xmlns:a16="http://schemas.microsoft.com/office/drawing/2014/main" id="{B988192C-3701-4200-ADA5-936C0610D953}"/>
                </a:ext>
              </a:extLst>
            </p:cNvPr>
            <p:cNvSpPr/>
            <p:nvPr/>
          </p:nvSpPr>
          <p:spPr>
            <a:xfrm>
              <a:off x="14041053" y="3231581"/>
              <a:ext cx="360865"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178C3D"/>
            </a:solidFill>
            <a:ln w="6695" cap="flat">
              <a:noFill/>
              <a:prstDash val="solid"/>
              <a:miter/>
            </a:ln>
          </p:spPr>
          <p:txBody>
            <a:bodyPr rtlCol="0" anchor="ctr"/>
            <a:lstStyle/>
            <a:p>
              <a:pPr algn="ctr">
                <a:lnSpc>
                  <a:spcPct val="90000"/>
                </a:lnSpc>
                <a:spcAft>
                  <a:spcPts val="0"/>
                </a:spcAft>
              </a:pPr>
              <a:r>
                <a:rPr lang="en-US" sz="700" b="0">
                  <a:solidFill>
                    <a:schemeClr val="bg1"/>
                  </a:solidFill>
                  <a:latin typeface="Ubuntu" panose="020B0504030602030204" pitchFamily="34" charset="0"/>
                </a:rPr>
                <a:t>23</a:t>
              </a:r>
            </a:p>
            <a:p>
              <a:pPr algn="ctr">
                <a:lnSpc>
                  <a:spcPct val="90000"/>
                </a:lnSpc>
                <a:spcAft>
                  <a:spcPts val="0"/>
                </a:spcAft>
              </a:pPr>
              <a:r>
                <a:rPr lang="en-US" sz="700" b="0">
                  <a:solidFill>
                    <a:schemeClr val="bg1"/>
                  </a:solidFill>
                  <a:latin typeface="Ubuntu" panose="020B0504030602030204" pitchFamily="34" charset="0"/>
                </a:rPr>
                <a:t>140</a:t>
              </a:r>
            </a:p>
            <a:p>
              <a:pPr algn="ctr">
                <a:lnSpc>
                  <a:spcPct val="90000"/>
                </a:lnSpc>
                <a:spcAft>
                  <a:spcPts val="0"/>
                </a:spcAft>
              </a:pPr>
              <a:r>
                <a:rPr lang="en-US" sz="700" b="0">
                  <a:solidFill>
                    <a:schemeClr val="bg1"/>
                  </a:solidFill>
                  <a:latin typeface="Ubuntu" panose="020B0504030602030204" pitchFamily="34" charset="0"/>
                </a:rPr>
                <a:t>61</a:t>
              </a:r>
            </a:p>
          </p:txBody>
        </p:sp>
        <p:sp>
          <p:nvSpPr>
            <p:cNvPr id="73" name="Forme libre : forme 72">
              <a:extLst>
                <a:ext uri="{FF2B5EF4-FFF2-40B4-BE49-F238E27FC236}">
                  <a16:creationId xmlns:a16="http://schemas.microsoft.com/office/drawing/2014/main" id="{FDFAC846-10F6-421E-8B39-673C784E01DE}"/>
                </a:ext>
              </a:extLst>
            </p:cNvPr>
            <p:cNvSpPr/>
            <p:nvPr/>
          </p:nvSpPr>
          <p:spPr>
            <a:xfrm>
              <a:off x="14041053" y="2818581"/>
              <a:ext cx="360865" cy="406800"/>
            </a:xfrm>
            <a:custGeom>
              <a:avLst/>
              <a:gdLst>
                <a:gd name="connsiteX0" fmla="*/ 0 w 1111406"/>
                <a:gd name="connsiteY0" fmla="*/ 0 h 1111407"/>
                <a:gd name="connsiteX1" fmla="*/ 1111407 w 1111406"/>
                <a:gd name="connsiteY1" fmla="*/ 0 h 1111407"/>
                <a:gd name="connsiteX2" fmla="*/ 1111407 w 1111406"/>
                <a:gd name="connsiteY2" fmla="*/ 1111407 h 1111407"/>
                <a:gd name="connsiteX3" fmla="*/ 0 w 1111406"/>
                <a:gd name="connsiteY3" fmla="*/ 1111407 h 1111407"/>
              </a:gdLst>
              <a:ahLst/>
              <a:cxnLst>
                <a:cxn ang="0">
                  <a:pos x="connsiteX0" y="connsiteY0"/>
                </a:cxn>
                <a:cxn ang="0">
                  <a:pos x="connsiteX1" y="connsiteY1"/>
                </a:cxn>
                <a:cxn ang="0">
                  <a:pos x="connsiteX2" y="connsiteY2"/>
                </a:cxn>
                <a:cxn ang="0">
                  <a:pos x="connsiteX3" y="connsiteY3"/>
                </a:cxn>
              </a:cxnLst>
              <a:rect l="l" t="t" r="r" b="b"/>
              <a:pathLst>
                <a:path w="1111406" h="1111407">
                  <a:moveTo>
                    <a:pt x="0" y="0"/>
                  </a:moveTo>
                  <a:lnTo>
                    <a:pt x="1111407" y="0"/>
                  </a:lnTo>
                  <a:lnTo>
                    <a:pt x="1111407" y="1111407"/>
                  </a:lnTo>
                  <a:lnTo>
                    <a:pt x="0" y="1111407"/>
                  </a:lnTo>
                  <a:close/>
                </a:path>
              </a:pathLst>
            </a:custGeom>
            <a:solidFill>
              <a:srgbClr val="2EA657"/>
            </a:solidFill>
            <a:ln w="6695" cap="flat">
              <a:noFill/>
              <a:prstDash val="solid"/>
              <a:miter/>
            </a:ln>
          </p:spPr>
          <p:txBody>
            <a:bodyPr rtlCol="0" anchor="ctr"/>
            <a:lstStyle/>
            <a:p>
              <a:pPr algn="ctr">
                <a:lnSpc>
                  <a:spcPct val="90000"/>
                </a:lnSpc>
                <a:spcAft>
                  <a:spcPts val="0"/>
                </a:spcAft>
              </a:pPr>
              <a:r>
                <a:rPr lang="en-US" sz="700" b="0">
                  <a:latin typeface="Ubuntu" panose="020B0504030602030204" pitchFamily="34" charset="0"/>
                </a:rPr>
                <a:t>46</a:t>
              </a:r>
            </a:p>
            <a:p>
              <a:pPr algn="ctr">
                <a:lnSpc>
                  <a:spcPct val="90000"/>
                </a:lnSpc>
                <a:spcAft>
                  <a:spcPts val="0"/>
                </a:spcAft>
              </a:pPr>
              <a:r>
                <a:rPr lang="en-US" sz="700" b="0">
                  <a:latin typeface="Ubuntu" panose="020B0504030602030204" pitchFamily="34" charset="0"/>
                </a:rPr>
                <a:t>166</a:t>
              </a:r>
            </a:p>
            <a:p>
              <a:pPr algn="ctr">
                <a:lnSpc>
                  <a:spcPct val="90000"/>
                </a:lnSpc>
                <a:spcAft>
                  <a:spcPts val="0"/>
                </a:spcAft>
              </a:pPr>
              <a:r>
                <a:rPr lang="en-US" sz="700" b="0">
                  <a:latin typeface="Ubuntu" panose="020B0504030602030204" pitchFamily="34" charset="0"/>
                </a:rPr>
                <a:t>87</a:t>
              </a:r>
            </a:p>
          </p:txBody>
        </p:sp>
        <p:sp>
          <p:nvSpPr>
            <p:cNvPr id="74" name="Forme libre : forme 73">
              <a:extLst>
                <a:ext uri="{FF2B5EF4-FFF2-40B4-BE49-F238E27FC236}">
                  <a16:creationId xmlns:a16="http://schemas.microsoft.com/office/drawing/2014/main" id="{353643F0-22F7-4B48-AE39-5FC8C334472F}"/>
                </a:ext>
              </a:extLst>
            </p:cNvPr>
            <p:cNvSpPr/>
            <p:nvPr/>
          </p:nvSpPr>
          <p:spPr>
            <a:xfrm>
              <a:off x="14041053" y="2405581"/>
              <a:ext cx="360865"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33B569"/>
            </a:solidFill>
            <a:ln w="6695" cap="flat">
              <a:noFill/>
              <a:prstDash val="solid"/>
              <a:miter/>
            </a:ln>
          </p:spPr>
          <p:txBody>
            <a:bodyPr rtlCol="0" anchor="ctr"/>
            <a:lstStyle/>
            <a:p>
              <a:pPr algn="ctr">
                <a:lnSpc>
                  <a:spcPct val="90000"/>
                </a:lnSpc>
                <a:spcAft>
                  <a:spcPts val="0"/>
                </a:spcAft>
              </a:pPr>
              <a:r>
                <a:rPr lang="en-US" sz="700" b="0">
                  <a:latin typeface="Ubuntu" panose="020B0504030602030204" pitchFamily="34" charset="0"/>
                </a:rPr>
                <a:t>51</a:t>
              </a:r>
            </a:p>
            <a:p>
              <a:pPr algn="ctr">
                <a:lnSpc>
                  <a:spcPct val="90000"/>
                </a:lnSpc>
                <a:spcAft>
                  <a:spcPts val="0"/>
                </a:spcAft>
              </a:pPr>
              <a:r>
                <a:rPr lang="en-US" sz="700" b="0">
                  <a:latin typeface="Ubuntu" panose="020B0504030602030204" pitchFamily="34" charset="0"/>
                </a:rPr>
                <a:t>181</a:t>
              </a:r>
            </a:p>
            <a:p>
              <a:pPr algn="ctr">
                <a:lnSpc>
                  <a:spcPct val="90000"/>
                </a:lnSpc>
                <a:spcAft>
                  <a:spcPts val="0"/>
                </a:spcAft>
              </a:pPr>
              <a:r>
                <a:rPr lang="en-US" sz="700" b="0">
                  <a:latin typeface="Ubuntu" panose="020B0504030602030204" pitchFamily="34" charset="0"/>
                </a:rPr>
                <a:t>105</a:t>
              </a:r>
            </a:p>
          </p:txBody>
        </p:sp>
        <p:sp>
          <p:nvSpPr>
            <p:cNvPr id="75" name="Forme libre : forme 74">
              <a:extLst>
                <a:ext uri="{FF2B5EF4-FFF2-40B4-BE49-F238E27FC236}">
                  <a16:creationId xmlns:a16="http://schemas.microsoft.com/office/drawing/2014/main" id="{33F41D49-321E-46F2-BE66-44E85399808F}"/>
                </a:ext>
              </a:extLst>
            </p:cNvPr>
            <p:cNvSpPr/>
            <p:nvPr/>
          </p:nvSpPr>
          <p:spPr>
            <a:xfrm>
              <a:off x="14041053" y="1992581"/>
              <a:ext cx="360865"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57CF80"/>
            </a:solidFill>
            <a:ln w="6695" cap="flat">
              <a:noFill/>
              <a:prstDash val="solid"/>
              <a:miter/>
            </a:ln>
          </p:spPr>
          <p:txBody>
            <a:bodyPr rtlCol="0" anchor="ctr"/>
            <a:lstStyle/>
            <a:p>
              <a:pPr algn="ctr">
                <a:lnSpc>
                  <a:spcPct val="90000"/>
                </a:lnSpc>
                <a:spcAft>
                  <a:spcPts val="0"/>
                </a:spcAft>
              </a:pPr>
              <a:endParaRPr lang="en-US" sz="700" b="0">
                <a:latin typeface="Ubuntu" panose="020B0504030602030204" pitchFamily="34" charset="0"/>
              </a:endParaRPr>
            </a:p>
            <a:p>
              <a:pPr algn="ctr">
                <a:lnSpc>
                  <a:spcPct val="90000"/>
                </a:lnSpc>
                <a:spcAft>
                  <a:spcPts val="0"/>
                </a:spcAft>
              </a:pPr>
              <a:r>
                <a:rPr lang="en-US" sz="700" b="0">
                  <a:latin typeface="Ubuntu" panose="020B0504030602030204" pitchFamily="34" charset="0"/>
                </a:rPr>
                <a:t>87</a:t>
              </a:r>
            </a:p>
            <a:p>
              <a:pPr algn="ctr">
                <a:lnSpc>
                  <a:spcPct val="90000"/>
                </a:lnSpc>
                <a:spcAft>
                  <a:spcPts val="0"/>
                </a:spcAft>
              </a:pPr>
              <a:r>
                <a:rPr lang="en-US" sz="700" b="0">
                  <a:latin typeface="Ubuntu" panose="020B0504030602030204" pitchFamily="34" charset="0"/>
                </a:rPr>
                <a:t>207</a:t>
              </a:r>
            </a:p>
            <a:p>
              <a:pPr algn="ctr">
                <a:lnSpc>
                  <a:spcPct val="90000"/>
                </a:lnSpc>
                <a:spcAft>
                  <a:spcPts val="0"/>
                </a:spcAft>
              </a:pPr>
              <a:r>
                <a:rPr lang="en-US" sz="700" b="0">
                  <a:latin typeface="Ubuntu" panose="020B0504030602030204" pitchFamily="34" charset="0"/>
                </a:rPr>
                <a:t>128</a:t>
              </a:r>
            </a:p>
            <a:p>
              <a:pPr algn="ctr">
                <a:lnSpc>
                  <a:spcPct val="90000"/>
                </a:lnSpc>
                <a:spcAft>
                  <a:spcPts val="0"/>
                </a:spcAft>
              </a:pPr>
              <a:endParaRPr lang="en-US" sz="700" b="0">
                <a:latin typeface="Ubuntu" panose="020B0504030602030204" pitchFamily="34" charset="0"/>
              </a:endParaRPr>
            </a:p>
          </p:txBody>
        </p:sp>
        <p:sp>
          <p:nvSpPr>
            <p:cNvPr id="76" name="Forme libre : forme 75">
              <a:extLst>
                <a:ext uri="{FF2B5EF4-FFF2-40B4-BE49-F238E27FC236}">
                  <a16:creationId xmlns:a16="http://schemas.microsoft.com/office/drawing/2014/main" id="{99A866AE-65FA-4F9E-98D0-E71681C14AC2}"/>
                </a:ext>
              </a:extLst>
            </p:cNvPr>
            <p:cNvSpPr/>
            <p:nvPr/>
          </p:nvSpPr>
          <p:spPr>
            <a:xfrm>
              <a:off x="15145311" y="3644581"/>
              <a:ext cx="360865"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173340"/>
            </a:solidFill>
            <a:ln w="6695" cap="flat">
              <a:noFill/>
              <a:prstDash val="solid"/>
              <a:miter/>
            </a:ln>
          </p:spPr>
          <p:txBody>
            <a:bodyPr rtlCol="0" anchor="ctr"/>
            <a:lstStyle/>
            <a:p>
              <a:pPr algn="ctr">
                <a:lnSpc>
                  <a:spcPct val="90000"/>
                </a:lnSpc>
                <a:spcAft>
                  <a:spcPts val="0"/>
                </a:spcAft>
              </a:pPr>
              <a:r>
                <a:rPr lang="en-US" sz="700" b="0">
                  <a:solidFill>
                    <a:schemeClr val="bg1"/>
                  </a:solidFill>
                  <a:latin typeface="Ubuntu" panose="020B0504030602030204" pitchFamily="34" charset="0"/>
                </a:rPr>
                <a:t>23</a:t>
              </a:r>
            </a:p>
            <a:p>
              <a:pPr algn="ctr">
                <a:lnSpc>
                  <a:spcPct val="90000"/>
                </a:lnSpc>
                <a:spcAft>
                  <a:spcPts val="0"/>
                </a:spcAft>
              </a:pPr>
              <a:r>
                <a:rPr lang="en-US" sz="700" b="0">
                  <a:solidFill>
                    <a:schemeClr val="bg1"/>
                  </a:solidFill>
                  <a:latin typeface="Ubuntu" panose="020B0504030602030204" pitchFamily="34" charset="0"/>
                </a:rPr>
                <a:t>51</a:t>
              </a:r>
            </a:p>
            <a:p>
              <a:pPr algn="ctr">
                <a:lnSpc>
                  <a:spcPct val="90000"/>
                </a:lnSpc>
                <a:spcAft>
                  <a:spcPts val="0"/>
                </a:spcAft>
              </a:pPr>
              <a:r>
                <a:rPr lang="en-US" sz="700" b="0">
                  <a:solidFill>
                    <a:schemeClr val="bg1"/>
                  </a:solidFill>
                  <a:latin typeface="Ubuntu" panose="020B0504030602030204" pitchFamily="34" charset="0"/>
                </a:rPr>
                <a:t>64</a:t>
              </a:r>
            </a:p>
          </p:txBody>
        </p:sp>
        <p:sp>
          <p:nvSpPr>
            <p:cNvPr id="77" name="Forme libre : forme 76">
              <a:extLst>
                <a:ext uri="{FF2B5EF4-FFF2-40B4-BE49-F238E27FC236}">
                  <a16:creationId xmlns:a16="http://schemas.microsoft.com/office/drawing/2014/main" id="{FF63074E-4AF4-4930-9679-FD2D7A0F2A11}"/>
                </a:ext>
              </a:extLst>
            </p:cNvPr>
            <p:cNvSpPr/>
            <p:nvPr/>
          </p:nvSpPr>
          <p:spPr>
            <a:xfrm>
              <a:off x="15145311" y="3231581"/>
              <a:ext cx="360865"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214554"/>
            </a:solidFill>
            <a:ln w="6695" cap="flat">
              <a:noFill/>
              <a:prstDash val="solid"/>
              <a:miter/>
            </a:ln>
          </p:spPr>
          <p:txBody>
            <a:bodyPr rtlCol="0" anchor="ctr"/>
            <a:lstStyle/>
            <a:p>
              <a:pPr algn="ctr">
                <a:lnSpc>
                  <a:spcPct val="90000"/>
                </a:lnSpc>
                <a:spcAft>
                  <a:spcPts val="0"/>
                </a:spcAft>
              </a:pPr>
              <a:r>
                <a:rPr lang="en-US" sz="700" b="0">
                  <a:solidFill>
                    <a:schemeClr val="bg1"/>
                  </a:solidFill>
                  <a:latin typeface="Ubuntu" panose="020B0504030602030204" pitchFamily="34" charset="0"/>
                </a:rPr>
                <a:t>33</a:t>
              </a:r>
            </a:p>
            <a:p>
              <a:pPr algn="ctr">
                <a:lnSpc>
                  <a:spcPct val="90000"/>
                </a:lnSpc>
                <a:spcAft>
                  <a:spcPts val="0"/>
                </a:spcAft>
              </a:pPr>
              <a:r>
                <a:rPr lang="en-US" sz="700" b="0">
                  <a:solidFill>
                    <a:schemeClr val="bg1"/>
                  </a:solidFill>
                  <a:latin typeface="Ubuntu" panose="020B0504030602030204" pitchFamily="34" charset="0"/>
                </a:rPr>
                <a:t>69</a:t>
              </a:r>
            </a:p>
            <a:p>
              <a:pPr algn="ctr">
                <a:lnSpc>
                  <a:spcPct val="90000"/>
                </a:lnSpc>
                <a:spcAft>
                  <a:spcPts val="0"/>
                </a:spcAft>
              </a:pPr>
              <a:r>
                <a:rPr lang="en-US" sz="700" b="0">
                  <a:solidFill>
                    <a:schemeClr val="bg1"/>
                  </a:solidFill>
                  <a:latin typeface="Ubuntu" panose="020B0504030602030204" pitchFamily="34" charset="0"/>
                </a:rPr>
                <a:t>84</a:t>
              </a:r>
            </a:p>
          </p:txBody>
        </p:sp>
        <p:sp>
          <p:nvSpPr>
            <p:cNvPr id="78" name="Forme libre : forme 77">
              <a:extLst>
                <a:ext uri="{FF2B5EF4-FFF2-40B4-BE49-F238E27FC236}">
                  <a16:creationId xmlns:a16="http://schemas.microsoft.com/office/drawing/2014/main" id="{56DB4C49-7593-476E-9314-2444B469873A}"/>
                </a:ext>
              </a:extLst>
            </p:cNvPr>
            <p:cNvSpPr/>
            <p:nvPr/>
          </p:nvSpPr>
          <p:spPr>
            <a:xfrm>
              <a:off x="15145311" y="2818581"/>
              <a:ext cx="360865" cy="406800"/>
            </a:xfrm>
            <a:custGeom>
              <a:avLst/>
              <a:gdLst>
                <a:gd name="connsiteX0" fmla="*/ 0 w 1111406"/>
                <a:gd name="connsiteY0" fmla="*/ 0 h 1111407"/>
                <a:gd name="connsiteX1" fmla="*/ 1111407 w 1111406"/>
                <a:gd name="connsiteY1" fmla="*/ 0 h 1111407"/>
                <a:gd name="connsiteX2" fmla="*/ 1111407 w 1111406"/>
                <a:gd name="connsiteY2" fmla="*/ 1111407 h 1111407"/>
                <a:gd name="connsiteX3" fmla="*/ 0 w 1111406"/>
                <a:gd name="connsiteY3" fmla="*/ 1111407 h 1111407"/>
              </a:gdLst>
              <a:ahLst/>
              <a:cxnLst>
                <a:cxn ang="0">
                  <a:pos x="connsiteX0" y="connsiteY0"/>
                </a:cxn>
                <a:cxn ang="0">
                  <a:pos x="connsiteX1" y="connsiteY1"/>
                </a:cxn>
                <a:cxn ang="0">
                  <a:pos x="connsiteX2" y="connsiteY2"/>
                </a:cxn>
                <a:cxn ang="0">
                  <a:pos x="connsiteX3" y="connsiteY3"/>
                </a:cxn>
              </a:cxnLst>
              <a:rect l="l" t="t" r="r" b="b"/>
              <a:pathLst>
                <a:path w="1111406" h="1111407">
                  <a:moveTo>
                    <a:pt x="0" y="0"/>
                  </a:moveTo>
                  <a:lnTo>
                    <a:pt x="1111407" y="0"/>
                  </a:lnTo>
                  <a:lnTo>
                    <a:pt x="1111407" y="1111407"/>
                  </a:lnTo>
                  <a:lnTo>
                    <a:pt x="0" y="1111407"/>
                  </a:lnTo>
                  <a:close/>
                </a:path>
              </a:pathLst>
            </a:custGeom>
            <a:solidFill>
              <a:srgbClr val="14596B"/>
            </a:solidFill>
            <a:ln w="6695" cap="flat">
              <a:noFill/>
              <a:prstDash val="solid"/>
              <a:miter/>
            </a:ln>
          </p:spPr>
          <p:txBody>
            <a:bodyPr rtlCol="0" anchor="ctr"/>
            <a:lstStyle/>
            <a:p>
              <a:pPr algn="ctr">
                <a:lnSpc>
                  <a:spcPct val="90000"/>
                </a:lnSpc>
                <a:spcAft>
                  <a:spcPts val="0"/>
                </a:spcAft>
              </a:pPr>
              <a:r>
                <a:rPr lang="en-US" sz="700" b="0">
                  <a:solidFill>
                    <a:schemeClr val="bg1"/>
                  </a:solidFill>
                  <a:latin typeface="Ubuntu" panose="020B0504030602030204" pitchFamily="34" charset="0"/>
                </a:rPr>
                <a:t>20</a:t>
              </a:r>
            </a:p>
            <a:p>
              <a:pPr algn="ctr">
                <a:lnSpc>
                  <a:spcPct val="90000"/>
                </a:lnSpc>
                <a:spcAft>
                  <a:spcPts val="0"/>
                </a:spcAft>
              </a:pPr>
              <a:r>
                <a:rPr lang="en-US" sz="700" b="0">
                  <a:solidFill>
                    <a:schemeClr val="bg1"/>
                  </a:solidFill>
                  <a:latin typeface="Ubuntu" panose="020B0504030602030204" pitchFamily="34" charset="0"/>
                </a:rPr>
                <a:t>89</a:t>
              </a:r>
            </a:p>
            <a:p>
              <a:pPr algn="ctr">
                <a:lnSpc>
                  <a:spcPct val="90000"/>
                </a:lnSpc>
                <a:spcAft>
                  <a:spcPts val="0"/>
                </a:spcAft>
              </a:pPr>
              <a:r>
                <a:rPr lang="en-US" sz="700" b="0">
                  <a:solidFill>
                    <a:schemeClr val="bg1"/>
                  </a:solidFill>
                  <a:latin typeface="Ubuntu" panose="020B0504030602030204" pitchFamily="34" charset="0"/>
                </a:rPr>
                <a:t>107</a:t>
              </a:r>
            </a:p>
          </p:txBody>
        </p:sp>
        <p:sp>
          <p:nvSpPr>
            <p:cNvPr id="79" name="Forme libre : forme 78">
              <a:extLst>
                <a:ext uri="{FF2B5EF4-FFF2-40B4-BE49-F238E27FC236}">
                  <a16:creationId xmlns:a16="http://schemas.microsoft.com/office/drawing/2014/main" id="{82B57E86-9AA1-49BE-93E7-6C1DB4AFDDF9}"/>
                </a:ext>
              </a:extLst>
            </p:cNvPr>
            <p:cNvSpPr/>
            <p:nvPr/>
          </p:nvSpPr>
          <p:spPr>
            <a:xfrm>
              <a:off x="15145311" y="2405581"/>
              <a:ext cx="360865"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336B7D"/>
            </a:solidFill>
            <a:ln w="6695" cap="flat">
              <a:noFill/>
              <a:prstDash val="solid"/>
              <a:miter/>
            </a:ln>
          </p:spPr>
          <p:txBody>
            <a:bodyPr rtlCol="0" anchor="ctr"/>
            <a:lstStyle/>
            <a:p>
              <a:pPr algn="ctr">
                <a:lnSpc>
                  <a:spcPct val="90000"/>
                </a:lnSpc>
                <a:spcAft>
                  <a:spcPts val="0"/>
                </a:spcAft>
              </a:pPr>
              <a:r>
                <a:rPr lang="en-US" sz="700" b="0">
                  <a:solidFill>
                    <a:schemeClr val="bg1"/>
                  </a:solidFill>
                  <a:latin typeface="Ubuntu" panose="020B0504030602030204" pitchFamily="34" charset="0"/>
                </a:rPr>
                <a:t>51</a:t>
              </a:r>
            </a:p>
            <a:p>
              <a:pPr algn="ctr">
                <a:lnSpc>
                  <a:spcPct val="90000"/>
                </a:lnSpc>
                <a:spcAft>
                  <a:spcPts val="0"/>
                </a:spcAft>
              </a:pPr>
              <a:r>
                <a:rPr lang="en-US" sz="700" b="0">
                  <a:solidFill>
                    <a:schemeClr val="bg1"/>
                  </a:solidFill>
                  <a:latin typeface="Ubuntu" panose="020B0504030602030204" pitchFamily="34" charset="0"/>
                </a:rPr>
                <a:t>107</a:t>
              </a:r>
            </a:p>
            <a:p>
              <a:pPr algn="ctr">
                <a:lnSpc>
                  <a:spcPct val="90000"/>
                </a:lnSpc>
                <a:spcAft>
                  <a:spcPts val="0"/>
                </a:spcAft>
              </a:pPr>
              <a:r>
                <a:rPr lang="en-US" sz="700" b="0">
                  <a:solidFill>
                    <a:schemeClr val="bg1"/>
                  </a:solidFill>
                  <a:latin typeface="Ubuntu" panose="020B0504030602030204" pitchFamily="34" charset="0"/>
                </a:rPr>
                <a:t>25</a:t>
              </a:r>
            </a:p>
          </p:txBody>
        </p:sp>
        <p:sp>
          <p:nvSpPr>
            <p:cNvPr id="80" name="Forme libre : forme 79">
              <a:extLst>
                <a:ext uri="{FF2B5EF4-FFF2-40B4-BE49-F238E27FC236}">
                  <a16:creationId xmlns:a16="http://schemas.microsoft.com/office/drawing/2014/main" id="{F58D84FF-3235-47A7-A015-65B66A7E9528}"/>
                </a:ext>
              </a:extLst>
            </p:cNvPr>
            <p:cNvSpPr/>
            <p:nvPr/>
          </p:nvSpPr>
          <p:spPr>
            <a:xfrm>
              <a:off x="15145311" y="1992581"/>
              <a:ext cx="360865"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338091"/>
            </a:solidFill>
            <a:ln w="6695" cap="flat">
              <a:noFill/>
              <a:prstDash val="solid"/>
              <a:miter/>
            </a:ln>
          </p:spPr>
          <p:txBody>
            <a:bodyPr rtlCol="0" anchor="ctr"/>
            <a:lstStyle/>
            <a:p>
              <a:pPr algn="ctr">
                <a:lnSpc>
                  <a:spcPct val="90000"/>
                </a:lnSpc>
                <a:spcAft>
                  <a:spcPts val="0"/>
                </a:spcAft>
              </a:pPr>
              <a:r>
                <a:rPr lang="en-US" sz="700" b="0">
                  <a:solidFill>
                    <a:schemeClr val="bg1"/>
                  </a:solidFill>
                  <a:latin typeface="Ubuntu" panose="020B0504030602030204" pitchFamily="34" charset="0"/>
                </a:rPr>
                <a:t>51</a:t>
              </a:r>
            </a:p>
            <a:p>
              <a:pPr algn="ctr">
                <a:lnSpc>
                  <a:spcPct val="90000"/>
                </a:lnSpc>
                <a:spcAft>
                  <a:spcPts val="0"/>
                </a:spcAft>
              </a:pPr>
              <a:r>
                <a:rPr lang="en-US" sz="700" b="0">
                  <a:solidFill>
                    <a:schemeClr val="bg1"/>
                  </a:solidFill>
                  <a:latin typeface="Ubuntu" panose="020B0504030602030204" pitchFamily="34" charset="0"/>
                </a:rPr>
                <a:t>128</a:t>
              </a:r>
            </a:p>
            <a:p>
              <a:pPr algn="ctr">
                <a:lnSpc>
                  <a:spcPct val="90000"/>
                </a:lnSpc>
                <a:spcAft>
                  <a:spcPts val="0"/>
                </a:spcAft>
              </a:pPr>
              <a:r>
                <a:rPr lang="en-US" sz="700" b="0">
                  <a:solidFill>
                    <a:schemeClr val="bg1"/>
                  </a:solidFill>
                  <a:latin typeface="Ubuntu" panose="020B0504030602030204" pitchFamily="34" charset="0"/>
                </a:rPr>
                <a:t>145</a:t>
              </a:r>
            </a:p>
          </p:txBody>
        </p:sp>
        <p:sp>
          <p:nvSpPr>
            <p:cNvPr id="81" name="Forme libre : forme 80">
              <a:extLst>
                <a:ext uri="{FF2B5EF4-FFF2-40B4-BE49-F238E27FC236}">
                  <a16:creationId xmlns:a16="http://schemas.microsoft.com/office/drawing/2014/main" id="{0C2FDFFD-39D1-4054-899F-2527AF6109D7}"/>
                </a:ext>
              </a:extLst>
            </p:cNvPr>
            <p:cNvSpPr/>
            <p:nvPr/>
          </p:nvSpPr>
          <p:spPr>
            <a:xfrm>
              <a:off x="14408740" y="3644581"/>
              <a:ext cx="360865"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007D74"/>
            </a:solidFill>
            <a:ln w="6695" cap="flat">
              <a:noFill/>
              <a:prstDash val="solid"/>
              <a:miter/>
            </a:ln>
          </p:spPr>
          <p:txBody>
            <a:bodyPr rtlCol="0" anchor="ctr"/>
            <a:lstStyle/>
            <a:p>
              <a:pPr algn="ctr">
                <a:lnSpc>
                  <a:spcPct val="90000"/>
                </a:lnSpc>
                <a:spcAft>
                  <a:spcPts val="0"/>
                </a:spcAft>
              </a:pPr>
              <a:r>
                <a:rPr lang="en-US" sz="700" b="0">
                  <a:solidFill>
                    <a:schemeClr val="bg1"/>
                  </a:solidFill>
                  <a:latin typeface="Ubuntu" panose="020B0504030602030204" pitchFamily="34" charset="0"/>
                </a:rPr>
                <a:t>0</a:t>
              </a:r>
            </a:p>
            <a:p>
              <a:pPr algn="ctr">
                <a:lnSpc>
                  <a:spcPct val="90000"/>
                </a:lnSpc>
                <a:spcAft>
                  <a:spcPts val="0"/>
                </a:spcAft>
              </a:pPr>
              <a:r>
                <a:rPr lang="en-US" sz="700" b="0">
                  <a:solidFill>
                    <a:schemeClr val="bg1"/>
                  </a:solidFill>
                  <a:latin typeface="Ubuntu" panose="020B0504030602030204" pitchFamily="34" charset="0"/>
                </a:rPr>
                <a:t>125</a:t>
              </a:r>
            </a:p>
            <a:p>
              <a:pPr algn="ctr">
                <a:lnSpc>
                  <a:spcPct val="90000"/>
                </a:lnSpc>
                <a:spcAft>
                  <a:spcPts val="0"/>
                </a:spcAft>
              </a:pPr>
              <a:r>
                <a:rPr lang="en-US" sz="700" b="0">
                  <a:solidFill>
                    <a:schemeClr val="bg1"/>
                  </a:solidFill>
                  <a:latin typeface="Ubuntu" panose="020B0504030602030204" pitchFamily="34" charset="0"/>
                </a:rPr>
                <a:t>116</a:t>
              </a:r>
            </a:p>
          </p:txBody>
        </p:sp>
        <p:sp>
          <p:nvSpPr>
            <p:cNvPr id="82" name="Forme libre : forme 81">
              <a:extLst>
                <a:ext uri="{FF2B5EF4-FFF2-40B4-BE49-F238E27FC236}">
                  <a16:creationId xmlns:a16="http://schemas.microsoft.com/office/drawing/2014/main" id="{3B4493E8-9680-4EA3-9A68-6174B5ADF266}"/>
                </a:ext>
              </a:extLst>
            </p:cNvPr>
            <p:cNvSpPr/>
            <p:nvPr/>
          </p:nvSpPr>
          <p:spPr>
            <a:xfrm>
              <a:off x="14408740" y="3231581"/>
              <a:ext cx="360865"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00929B"/>
            </a:solidFill>
            <a:ln w="6695" cap="flat">
              <a:noFill/>
              <a:prstDash val="solid"/>
              <a:miter/>
            </a:ln>
          </p:spPr>
          <p:txBody>
            <a:bodyPr rtlCol="0" anchor="ctr"/>
            <a:lstStyle/>
            <a:p>
              <a:pPr algn="ctr">
                <a:lnSpc>
                  <a:spcPct val="90000"/>
                </a:lnSpc>
                <a:spcAft>
                  <a:spcPts val="0"/>
                </a:spcAft>
              </a:pPr>
              <a:r>
                <a:rPr lang="en-US" sz="700" b="0">
                  <a:solidFill>
                    <a:schemeClr val="bg1"/>
                  </a:solidFill>
                  <a:latin typeface="Ubuntu" panose="020B0504030602030204" pitchFamily="34" charset="0"/>
                </a:rPr>
                <a:t>0</a:t>
              </a:r>
            </a:p>
            <a:p>
              <a:pPr algn="ctr">
                <a:lnSpc>
                  <a:spcPct val="90000"/>
                </a:lnSpc>
                <a:spcAft>
                  <a:spcPts val="0"/>
                </a:spcAft>
              </a:pPr>
              <a:r>
                <a:rPr lang="en-US" sz="700" b="0">
                  <a:solidFill>
                    <a:schemeClr val="bg1"/>
                  </a:solidFill>
                  <a:latin typeface="Ubuntu" panose="020B0504030602030204" pitchFamily="34" charset="0"/>
                </a:rPr>
                <a:t>146</a:t>
              </a:r>
            </a:p>
            <a:p>
              <a:pPr algn="ctr">
                <a:lnSpc>
                  <a:spcPct val="90000"/>
                </a:lnSpc>
                <a:spcAft>
                  <a:spcPts val="0"/>
                </a:spcAft>
              </a:pPr>
              <a:r>
                <a:rPr lang="en-US" sz="700" b="0">
                  <a:solidFill>
                    <a:schemeClr val="bg1"/>
                  </a:solidFill>
                  <a:latin typeface="Ubuntu" panose="020B0504030602030204" pitchFamily="34" charset="0"/>
                </a:rPr>
                <a:t>155</a:t>
              </a:r>
            </a:p>
          </p:txBody>
        </p:sp>
        <p:sp>
          <p:nvSpPr>
            <p:cNvPr id="83" name="Forme libre : forme 82">
              <a:extLst>
                <a:ext uri="{FF2B5EF4-FFF2-40B4-BE49-F238E27FC236}">
                  <a16:creationId xmlns:a16="http://schemas.microsoft.com/office/drawing/2014/main" id="{B4B6B943-D34B-48B2-95E0-76C5F8BA25FA}"/>
                </a:ext>
              </a:extLst>
            </p:cNvPr>
            <p:cNvSpPr/>
            <p:nvPr/>
          </p:nvSpPr>
          <p:spPr>
            <a:xfrm>
              <a:off x="14408740" y="2818581"/>
              <a:ext cx="360865" cy="406800"/>
            </a:xfrm>
            <a:custGeom>
              <a:avLst/>
              <a:gdLst>
                <a:gd name="connsiteX0" fmla="*/ 0 w 1111406"/>
                <a:gd name="connsiteY0" fmla="*/ 0 h 1111407"/>
                <a:gd name="connsiteX1" fmla="*/ 1111407 w 1111406"/>
                <a:gd name="connsiteY1" fmla="*/ 0 h 1111407"/>
                <a:gd name="connsiteX2" fmla="*/ 1111407 w 1111406"/>
                <a:gd name="connsiteY2" fmla="*/ 1111407 h 1111407"/>
                <a:gd name="connsiteX3" fmla="*/ 0 w 1111406"/>
                <a:gd name="connsiteY3" fmla="*/ 1111407 h 1111407"/>
              </a:gdLst>
              <a:ahLst/>
              <a:cxnLst>
                <a:cxn ang="0">
                  <a:pos x="connsiteX0" y="connsiteY0"/>
                </a:cxn>
                <a:cxn ang="0">
                  <a:pos x="connsiteX1" y="connsiteY1"/>
                </a:cxn>
                <a:cxn ang="0">
                  <a:pos x="connsiteX2" y="connsiteY2"/>
                </a:cxn>
                <a:cxn ang="0">
                  <a:pos x="connsiteX3" y="connsiteY3"/>
                </a:cxn>
              </a:cxnLst>
              <a:rect l="l" t="t" r="r" b="b"/>
              <a:pathLst>
                <a:path w="1111406" h="1111407">
                  <a:moveTo>
                    <a:pt x="0" y="0"/>
                  </a:moveTo>
                  <a:lnTo>
                    <a:pt x="1111407" y="0"/>
                  </a:lnTo>
                  <a:lnTo>
                    <a:pt x="1111407" y="1111407"/>
                  </a:lnTo>
                  <a:lnTo>
                    <a:pt x="0" y="1111407"/>
                  </a:lnTo>
                  <a:close/>
                </a:path>
              </a:pathLst>
            </a:custGeom>
            <a:solidFill>
              <a:srgbClr val="00BFBF"/>
            </a:solidFill>
            <a:ln w="6695" cap="flat">
              <a:noFill/>
              <a:prstDash val="solid"/>
              <a:miter/>
            </a:ln>
          </p:spPr>
          <p:txBody>
            <a:bodyPr rtlCol="0" anchor="ctr"/>
            <a:lstStyle/>
            <a:p>
              <a:pPr algn="ctr">
                <a:lnSpc>
                  <a:spcPct val="90000"/>
                </a:lnSpc>
                <a:spcAft>
                  <a:spcPts val="0"/>
                </a:spcAft>
              </a:pPr>
              <a:r>
                <a:rPr lang="en-US" sz="700" b="0">
                  <a:latin typeface="Ubuntu" panose="020B0504030602030204" pitchFamily="34" charset="0"/>
                </a:rPr>
                <a:t>0</a:t>
              </a:r>
            </a:p>
            <a:p>
              <a:pPr algn="ctr">
                <a:lnSpc>
                  <a:spcPct val="90000"/>
                </a:lnSpc>
                <a:spcAft>
                  <a:spcPts val="0"/>
                </a:spcAft>
              </a:pPr>
              <a:r>
                <a:rPr lang="en-US" sz="700" b="0">
                  <a:latin typeface="Ubuntu" panose="020B0504030602030204" pitchFamily="34" charset="0"/>
                </a:rPr>
                <a:t>191</a:t>
              </a:r>
            </a:p>
            <a:p>
              <a:pPr algn="ctr">
                <a:lnSpc>
                  <a:spcPct val="90000"/>
                </a:lnSpc>
                <a:spcAft>
                  <a:spcPts val="0"/>
                </a:spcAft>
              </a:pPr>
              <a:r>
                <a:rPr lang="en-US" sz="700" b="0">
                  <a:latin typeface="Ubuntu" panose="020B0504030602030204" pitchFamily="34" charset="0"/>
                </a:rPr>
                <a:t>191</a:t>
              </a:r>
            </a:p>
          </p:txBody>
        </p:sp>
        <p:sp>
          <p:nvSpPr>
            <p:cNvPr id="84" name="Forme libre : forme 83">
              <a:extLst>
                <a:ext uri="{FF2B5EF4-FFF2-40B4-BE49-F238E27FC236}">
                  <a16:creationId xmlns:a16="http://schemas.microsoft.com/office/drawing/2014/main" id="{B434FFE6-E50A-4EA9-83D4-F9F4917BBCB8}"/>
                </a:ext>
              </a:extLst>
            </p:cNvPr>
            <p:cNvSpPr/>
            <p:nvPr/>
          </p:nvSpPr>
          <p:spPr>
            <a:xfrm>
              <a:off x="14408740" y="2405581"/>
              <a:ext cx="360865"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00D5D0"/>
            </a:solidFill>
            <a:ln w="6695" cap="flat">
              <a:noFill/>
              <a:prstDash val="solid"/>
              <a:miter/>
            </a:ln>
          </p:spPr>
          <p:txBody>
            <a:bodyPr rtlCol="0" anchor="ctr"/>
            <a:lstStyle/>
            <a:p>
              <a:pPr algn="ctr">
                <a:lnSpc>
                  <a:spcPct val="90000"/>
                </a:lnSpc>
                <a:spcAft>
                  <a:spcPts val="0"/>
                </a:spcAft>
              </a:pPr>
              <a:r>
                <a:rPr lang="en-US" sz="700" b="0">
                  <a:latin typeface="Ubuntu" panose="020B0504030602030204" pitchFamily="34" charset="0"/>
                </a:rPr>
                <a:t>0</a:t>
              </a:r>
            </a:p>
            <a:p>
              <a:pPr algn="ctr">
                <a:lnSpc>
                  <a:spcPct val="90000"/>
                </a:lnSpc>
                <a:spcAft>
                  <a:spcPts val="0"/>
                </a:spcAft>
              </a:pPr>
              <a:r>
                <a:rPr lang="en-US" sz="700" b="0">
                  <a:latin typeface="Ubuntu" panose="020B0504030602030204" pitchFamily="34" charset="0"/>
                </a:rPr>
                <a:t>213</a:t>
              </a:r>
            </a:p>
            <a:p>
              <a:pPr algn="ctr">
                <a:lnSpc>
                  <a:spcPct val="90000"/>
                </a:lnSpc>
                <a:spcAft>
                  <a:spcPts val="0"/>
                </a:spcAft>
              </a:pPr>
              <a:r>
                <a:rPr lang="en-US" sz="700" b="0">
                  <a:latin typeface="Ubuntu" panose="020B0504030602030204" pitchFamily="34" charset="0"/>
                </a:rPr>
                <a:t>208</a:t>
              </a:r>
            </a:p>
          </p:txBody>
        </p:sp>
        <p:sp>
          <p:nvSpPr>
            <p:cNvPr id="85" name="Forme libre : forme 84">
              <a:extLst>
                <a:ext uri="{FF2B5EF4-FFF2-40B4-BE49-F238E27FC236}">
                  <a16:creationId xmlns:a16="http://schemas.microsoft.com/office/drawing/2014/main" id="{E0BE1B97-A7F2-4E15-8D45-CD3F50622B5F}"/>
                </a:ext>
              </a:extLst>
            </p:cNvPr>
            <p:cNvSpPr/>
            <p:nvPr/>
          </p:nvSpPr>
          <p:spPr>
            <a:xfrm>
              <a:off x="14408740" y="1992581"/>
              <a:ext cx="360865"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00E6E3"/>
            </a:solidFill>
            <a:ln w="6695" cap="flat">
              <a:noFill/>
              <a:prstDash val="solid"/>
              <a:miter/>
            </a:ln>
          </p:spPr>
          <p:txBody>
            <a:bodyPr rtlCol="0" anchor="ctr"/>
            <a:lstStyle/>
            <a:p>
              <a:pPr algn="ctr">
                <a:lnSpc>
                  <a:spcPct val="90000"/>
                </a:lnSpc>
                <a:spcAft>
                  <a:spcPts val="0"/>
                </a:spcAft>
              </a:pPr>
              <a:r>
                <a:rPr lang="en-US" sz="700" b="0">
                  <a:latin typeface="Ubuntu" panose="020B0504030602030204" pitchFamily="34" charset="0"/>
                </a:rPr>
                <a:t>0</a:t>
              </a:r>
            </a:p>
            <a:p>
              <a:pPr algn="ctr">
                <a:lnSpc>
                  <a:spcPct val="90000"/>
                </a:lnSpc>
                <a:spcAft>
                  <a:spcPts val="0"/>
                </a:spcAft>
              </a:pPr>
              <a:r>
                <a:rPr lang="en-US" sz="700" b="0">
                  <a:latin typeface="Ubuntu" panose="020B0504030602030204" pitchFamily="34" charset="0"/>
                </a:rPr>
                <a:t>230</a:t>
              </a:r>
            </a:p>
            <a:p>
              <a:pPr algn="ctr">
                <a:lnSpc>
                  <a:spcPct val="90000"/>
                </a:lnSpc>
                <a:spcAft>
                  <a:spcPts val="0"/>
                </a:spcAft>
              </a:pPr>
              <a:r>
                <a:rPr lang="en-US" sz="700" b="0">
                  <a:latin typeface="Ubuntu" panose="020B0504030602030204" pitchFamily="34" charset="0"/>
                </a:rPr>
                <a:t>227</a:t>
              </a:r>
            </a:p>
          </p:txBody>
        </p:sp>
      </p:grpSp>
      <p:grpSp>
        <p:nvGrpSpPr>
          <p:cNvPr id="94" name="Groupe 1">
            <a:extLst>
              <a:ext uri="{FF2B5EF4-FFF2-40B4-BE49-F238E27FC236}">
                <a16:creationId xmlns:a16="http://schemas.microsoft.com/office/drawing/2014/main" id="{11A3E882-4152-49CC-A658-0BA2BD4CCF4E}"/>
              </a:ext>
            </a:extLst>
          </p:cNvPr>
          <p:cNvGrpSpPr>
            <a:grpSpLocks noChangeAspect="1"/>
          </p:cNvGrpSpPr>
          <p:nvPr userDrawn="1"/>
        </p:nvGrpSpPr>
        <p:grpSpPr>
          <a:xfrm>
            <a:off x="11562163" y="205059"/>
            <a:ext cx="419436" cy="388988"/>
            <a:chOff x="11501102" y="171573"/>
            <a:chExt cx="419436" cy="388988"/>
          </a:xfrm>
        </p:grpSpPr>
        <p:sp>
          <p:nvSpPr>
            <p:cNvPr id="95" name="Freeform 13">
              <a:extLst>
                <a:ext uri="{FF2B5EF4-FFF2-40B4-BE49-F238E27FC236}">
                  <a16:creationId xmlns:a16="http://schemas.microsoft.com/office/drawing/2014/main" id="{7962C740-AA7F-4225-AF45-30CEC5D85747}"/>
                </a:ext>
              </a:extLst>
            </p:cNvPr>
            <p:cNvSpPr>
              <a:spLocks/>
            </p:cNvSpPr>
            <p:nvPr userDrawn="1"/>
          </p:nvSpPr>
          <p:spPr bwMode="auto">
            <a:xfrm>
              <a:off x="11644642" y="334376"/>
              <a:ext cx="275896" cy="226185"/>
            </a:xfrm>
            <a:custGeom>
              <a:avLst/>
              <a:gdLst/>
              <a:ahLst/>
              <a:cxnLst>
                <a:cxn ang="0">
                  <a:pos x="125" y="107"/>
                </a:cxn>
                <a:cxn ang="0">
                  <a:pos x="188" y="43"/>
                </a:cxn>
                <a:cxn ang="0">
                  <a:pos x="141" y="0"/>
                </a:cxn>
                <a:cxn ang="0">
                  <a:pos x="49" y="99"/>
                </a:cxn>
                <a:cxn ang="0">
                  <a:pos x="0" y="144"/>
                </a:cxn>
                <a:cxn ang="0">
                  <a:pos x="37" y="154"/>
                </a:cxn>
                <a:cxn ang="0">
                  <a:pos x="125" y="125"/>
                </a:cxn>
                <a:cxn ang="0">
                  <a:pos x="81" y="86"/>
                </a:cxn>
                <a:cxn ang="0">
                  <a:pos x="125" y="107"/>
                </a:cxn>
              </a:cxnLst>
              <a:rect l="0" t="0" r="r" b="b"/>
              <a:pathLst>
                <a:path w="188" h="154">
                  <a:moveTo>
                    <a:pt x="125" y="107"/>
                  </a:moveTo>
                  <a:cubicBezTo>
                    <a:pt x="160" y="107"/>
                    <a:pt x="188" y="78"/>
                    <a:pt x="188" y="43"/>
                  </a:cubicBezTo>
                  <a:cubicBezTo>
                    <a:pt x="186" y="28"/>
                    <a:pt x="181" y="0"/>
                    <a:pt x="141" y="0"/>
                  </a:cubicBezTo>
                  <a:cubicBezTo>
                    <a:pt x="99" y="0"/>
                    <a:pt x="84" y="60"/>
                    <a:pt x="49" y="99"/>
                  </a:cubicBezTo>
                  <a:cubicBezTo>
                    <a:pt x="47" y="121"/>
                    <a:pt x="26" y="140"/>
                    <a:pt x="0" y="144"/>
                  </a:cubicBezTo>
                  <a:cubicBezTo>
                    <a:pt x="6" y="150"/>
                    <a:pt x="20" y="154"/>
                    <a:pt x="37" y="154"/>
                  </a:cubicBezTo>
                  <a:cubicBezTo>
                    <a:pt x="68" y="154"/>
                    <a:pt x="106" y="145"/>
                    <a:pt x="125" y="125"/>
                  </a:cubicBezTo>
                  <a:cubicBezTo>
                    <a:pt x="99" y="126"/>
                    <a:pt x="82" y="109"/>
                    <a:pt x="81" y="86"/>
                  </a:cubicBezTo>
                  <a:cubicBezTo>
                    <a:pt x="93" y="101"/>
                    <a:pt x="108" y="107"/>
                    <a:pt x="125" y="107"/>
                  </a:cubicBezTo>
                </a:path>
              </a:pathLst>
            </a:custGeom>
            <a:solidFill>
              <a:srgbClr val="12ABDB"/>
            </a:solidFill>
            <a:ln w="9525">
              <a:noFill/>
              <a:round/>
              <a:headEnd/>
              <a:tailEnd/>
            </a:ln>
          </p:spPr>
          <p:txBody>
            <a:bodyPr vert="horz" wrap="square" lIns="91440" tIns="45720" rIns="91440" bIns="45720" numCol="1" anchor="t" anchorCtr="0" compatLnSpc="1">
              <a:prstTxWarp prst="textNoShape">
                <a:avLst/>
              </a:prstTxWarp>
            </a:bodyPr>
            <a:lstStyle/>
            <a:p>
              <a:endParaRPr lang="en-GB"/>
            </a:p>
          </p:txBody>
        </p:sp>
        <p:sp>
          <p:nvSpPr>
            <p:cNvPr id="96" name="Freeform 14">
              <a:extLst>
                <a:ext uri="{FF2B5EF4-FFF2-40B4-BE49-F238E27FC236}">
                  <a16:creationId xmlns:a16="http://schemas.microsoft.com/office/drawing/2014/main" id="{8B6BE8F3-0248-42CC-8053-5B10FA1A6457}"/>
                </a:ext>
              </a:extLst>
            </p:cNvPr>
            <p:cNvSpPr>
              <a:spLocks/>
            </p:cNvSpPr>
            <p:nvPr userDrawn="1"/>
          </p:nvSpPr>
          <p:spPr bwMode="auto">
            <a:xfrm>
              <a:off x="11501102" y="171573"/>
              <a:ext cx="419436" cy="356676"/>
            </a:xfrm>
            <a:custGeom>
              <a:avLst/>
              <a:gdLst/>
              <a:ahLst/>
              <a:cxnLst>
                <a:cxn ang="0">
                  <a:pos x="286" y="152"/>
                </a:cxn>
                <a:cxn ang="0">
                  <a:pos x="237" y="51"/>
                </a:cxn>
                <a:cxn ang="0">
                  <a:pos x="160" y="3"/>
                </a:cxn>
                <a:cxn ang="0">
                  <a:pos x="153" y="0"/>
                </a:cxn>
                <a:cxn ang="0">
                  <a:pos x="153" y="0"/>
                </a:cxn>
                <a:cxn ang="0">
                  <a:pos x="0" y="158"/>
                </a:cxn>
                <a:cxn ang="0">
                  <a:pos x="53" y="236"/>
                </a:cxn>
                <a:cxn ang="0">
                  <a:pos x="107" y="237"/>
                </a:cxn>
                <a:cxn ang="0">
                  <a:pos x="147" y="210"/>
                </a:cxn>
                <a:cxn ang="0">
                  <a:pos x="239" y="111"/>
                </a:cxn>
                <a:cxn ang="0">
                  <a:pos x="286" y="154"/>
                </a:cxn>
                <a:cxn ang="0">
                  <a:pos x="286" y="152"/>
                </a:cxn>
              </a:cxnLst>
              <a:rect l="0" t="0" r="r" b="b"/>
              <a:pathLst>
                <a:path w="286" h="243">
                  <a:moveTo>
                    <a:pt x="286" y="152"/>
                  </a:moveTo>
                  <a:cubicBezTo>
                    <a:pt x="286" y="112"/>
                    <a:pt x="266" y="78"/>
                    <a:pt x="237" y="51"/>
                  </a:cubicBezTo>
                  <a:cubicBezTo>
                    <a:pt x="215" y="30"/>
                    <a:pt x="188" y="15"/>
                    <a:pt x="160" y="3"/>
                  </a:cubicBezTo>
                  <a:cubicBezTo>
                    <a:pt x="158" y="2"/>
                    <a:pt x="156" y="1"/>
                    <a:pt x="153" y="0"/>
                  </a:cubicBezTo>
                  <a:cubicBezTo>
                    <a:pt x="153" y="0"/>
                    <a:pt x="153" y="0"/>
                    <a:pt x="153" y="0"/>
                  </a:cubicBezTo>
                  <a:cubicBezTo>
                    <a:pt x="119" y="41"/>
                    <a:pt x="0" y="72"/>
                    <a:pt x="0" y="158"/>
                  </a:cubicBezTo>
                  <a:cubicBezTo>
                    <a:pt x="0" y="192"/>
                    <a:pt x="21" y="224"/>
                    <a:pt x="53" y="236"/>
                  </a:cubicBezTo>
                  <a:cubicBezTo>
                    <a:pt x="71" y="243"/>
                    <a:pt x="89" y="243"/>
                    <a:pt x="107" y="237"/>
                  </a:cubicBezTo>
                  <a:cubicBezTo>
                    <a:pt x="123" y="232"/>
                    <a:pt x="136" y="222"/>
                    <a:pt x="147" y="210"/>
                  </a:cubicBezTo>
                  <a:cubicBezTo>
                    <a:pt x="182" y="171"/>
                    <a:pt x="197" y="111"/>
                    <a:pt x="239" y="111"/>
                  </a:cubicBezTo>
                  <a:cubicBezTo>
                    <a:pt x="279" y="111"/>
                    <a:pt x="284" y="139"/>
                    <a:pt x="286" y="154"/>
                  </a:cubicBezTo>
                  <a:cubicBezTo>
                    <a:pt x="286" y="154"/>
                    <a:pt x="286" y="153"/>
                    <a:pt x="286" y="152"/>
                  </a:cubicBezTo>
                </a:path>
              </a:pathLst>
            </a:custGeom>
            <a:solidFill>
              <a:srgbClr val="0070AD"/>
            </a:solidFill>
            <a:ln w="9525">
              <a:noFill/>
              <a:round/>
              <a:headEnd/>
              <a:tailEnd/>
            </a:ln>
          </p:spPr>
          <p:txBody>
            <a:bodyPr vert="horz" wrap="square" lIns="91440" tIns="45720" rIns="91440" bIns="45720" numCol="1" anchor="t" anchorCtr="0" compatLnSpc="1">
              <a:prstTxWarp prst="textNoShape">
                <a:avLst/>
              </a:prstTxWarp>
            </a:bodyPr>
            <a:lstStyle/>
            <a:p>
              <a:endParaRPr lang="en-GB"/>
            </a:p>
          </p:txBody>
        </p:sp>
      </p:grpSp>
      <p:sp>
        <p:nvSpPr>
          <p:cNvPr id="86" name="Retângulo 43">
            <a:extLst>
              <a:ext uri="{FF2B5EF4-FFF2-40B4-BE49-F238E27FC236}">
                <a16:creationId xmlns:a16="http://schemas.microsoft.com/office/drawing/2014/main" id="{5539996C-DD2A-49D6-AFB0-763FCB2EE440}"/>
              </a:ext>
            </a:extLst>
          </p:cNvPr>
          <p:cNvSpPr/>
          <p:nvPr userDrawn="1"/>
        </p:nvSpPr>
        <p:spPr>
          <a:xfrm>
            <a:off x="11744128" y="6517658"/>
            <a:ext cx="229263" cy="215444"/>
          </a:xfrm>
          <a:prstGeom prst="rect">
            <a:avLst/>
          </a:prstGeom>
        </p:spPr>
        <p:txBody>
          <a:bodyPr wrap="square" lIns="0" rIns="0">
            <a:spAutoFit/>
          </a:bodyPr>
          <a:lstStyle/>
          <a:p>
            <a:pPr algn="r"/>
            <a:fld id="{0502E5A9-B53C-401E-A0E0-4A359BB0A9E5}" type="slidenum">
              <a:rPr lang="en-US" sz="800" smtClean="0">
                <a:solidFill>
                  <a:srgbClr val="A6A6A6"/>
                </a:solidFill>
                <a:latin typeface="Ubuntu" panose="020B0504030602030204" pitchFamily="34" charset="0"/>
                <a:cs typeface="Arial" panose="020B0604020202020204" pitchFamily="34" charset="0"/>
              </a:rPr>
              <a:pPr algn="r"/>
              <a:t>‹#›</a:t>
            </a:fld>
            <a:endParaRPr lang="en-US" sz="800">
              <a:solidFill>
                <a:srgbClr val="A6A6A6"/>
              </a:solidFill>
              <a:latin typeface="Ubuntu" panose="020B0504030602030204" pitchFamily="34" charset="0"/>
              <a:cs typeface="Arial" panose="020B0604020202020204" pitchFamily="34" charset="0"/>
            </a:endParaRPr>
          </a:p>
        </p:txBody>
      </p:sp>
      <p:cxnSp>
        <p:nvCxnSpPr>
          <p:cNvPr id="5" name="Straight Connector 4">
            <a:extLst>
              <a:ext uri="{FF2B5EF4-FFF2-40B4-BE49-F238E27FC236}">
                <a16:creationId xmlns:a16="http://schemas.microsoft.com/office/drawing/2014/main" id="{0648A5FA-074A-1D80-A404-D85B9684C076}"/>
              </a:ext>
            </a:extLst>
          </p:cNvPr>
          <p:cNvCxnSpPr/>
          <p:nvPr userDrawn="1"/>
        </p:nvCxnSpPr>
        <p:spPr>
          <a:xfrm>
            <a:off x="11478827" y="213555"/>
            <a:ext cx="0" cy="399003"/>
          </a:xfrm>
          <a:prstGeom prst="line">
            <a:avLst/>
          </a:prstGeom>
        </p:spPr>
        <p:style>
          <a:lnRef idx="1">
            <a:schemeClr val="accent1"/>
          </a:lnRef>
          <a:fillRef idx="0">
            <a:schemeClr val="accent1"/>
          </a:fillRef>
          <a:effectRef idx="0">
            <a:schemeClr val="accent1"/>
          </a:effectRef>
          <a:fontRef idx="minor">
            <a:schemeClr val="tx1"/>
          </a:fontRef>
        </p:style>
      </p:cxnSp>
      <p:sp>
        <p:nvSpPr>
          <p:cNvPr id="6" name="TextBox 5">
            <a:extLst>
              <a:ext uri="{FF2B5EF4-FFF2-40B4-BE49-F238E27FC236}">
                <a16:creationId xmlns:a16="http://schemas.microsoft.com/office/drawing/2014/main" id="{92F134A1-385D-BB56-60EE-0DE9288697D5}"/>
              </a:ext>
            </a:extLst>
          </p:cNvPr>
          <p:cNvSpPr txBox="1"/>
          <p:nvPr userDrawn="1"/>
        </p:nvSpPr>
        <p:spPr>
          <a:xfrm>
            <a:off x="7967134" y="6560966"/>
            <a:ext cx="3589865" cy="184666"/>
          </a:xfrm>
          <a:prstGeom prst="rect">
            <a:avLst/>
          </a:prstGeom>
          <a:noFill/>
        </p:spPr>
        <p:txBody>
          <a:bodyPr wrap="square">
            <a:spAutoFit/>
          </a:bodyPr>
          <a:lstStyle/>
          <a:p>
            <a:pPr algn="r"/>
            <a:r>
              <a:rPr lang="en-IN" sz="600">
                <a:solidFill>
                  <a:schemeClr val="bg2">
                    <a:lumMod val="90000"/>
                  </a:schemeClr>
                </a:solidFill>
              </a:rPr>
              <a:t>Company Confidential © Capgemini 2025. All rights reserved</a:t>
            </a:r>
          </a:p>
        </p:txBody>
      </p:sp>
    </p:spTree>
    <p:extLst>
      <p:ext uri="{BB962C8B-B14F-4D97-AF65-F5344CB8AC3E}">
        <p14:creationId xmlns:p14="http://schemas.microsoft.com/office/powerpoint/2010/main" val="3148905397"/>
      </p:ext>
    </p:extLst>
  </p:cSld>
  <p:clrMap bg1="lt1" tx1="dk1" bg2="lt2" tx2="dk2" accent1="accent1" accent2="accent2" accent3="accent3" accent4="accent4" accent5="accent5" accent6="accent6" hlink="hlink" folHlink="folHlink"/>
  <p:sldLayoutIdLst>
    <p:sldLayoutId id="2147483953" r:id="rId1"/>
    <p:sldLayoutId id="2147483955" r:id="rId2"/>
    <p:sldLayoutId id="2147483956" r:id="rId3"/>
    <p:sldLayoutId id="2147483900" r:id="rId4"/>
    <p:sldLayoutId id="2147483901" r:id="rId5"/>
    <p:sldLayoutId id="2147483960" r:id="rId6"/>
    <p:sldLayoutId id="2147483902" r:id="rId7"/>
    <p:sldLayoutId id="2147483903" r:id="rId8"/>
    <p:sldLayoutId id="2147483949" r:id="rId9"/>
    <p:sldLayoutId id="2147483905" r:id="rId10"/>
    <p:sldLayoutId id="2147483945" r:id="rId11"/>
    <p:sldLayoutId id="2147483948" r:id="rId12"/>
    <p:sldLayoutId id="2147483954" r:id="rId13"/>
    <p:sldLayoutId id="2147483930" r:id="rId14"/>
    <p:sldLayoutId id="2147483961" r:id="rId15"/>
    <p:sldLayoutId id="2147483958" r:id="rId16"/>
    <p:sldLayoutId id="2147483959" r:id="rId17"/>
    <p:sldLayoutId id="2147483918" r:id="rId18"/>
    <p:sldLayoutId id="2147483922" r:id="rId19"/>
    <p:sldLayoutId id="2147483950" r:id="rId20"/>
    <p:sldLayoutId id="2147484081" r:id="rId21"/>
  </p:sldLayoutIdLst>
  <p:hf hdr="0"/>
  <p:txStyles>
    <p:titleStyle>
      <a:lvl1pPr marL="0" marR="0" indent="0" algn="l" defTabSz="914400" rtl="0" eaLnBrk="1" fontAlgn="auto" latinLnBrk="0" hangingPunct="1">
        <a:lnSpc>
          <a:spcPct val="90000"/>
        </a:lnSpc>
        <a:spcBef>
          <a:spcPct val="0"/>
        </a:spcBef>
        <a:spcAft>
          <a:spcPts val="0"/>
        </a:spcAft>
        <a:buClrTx/>
        <a:buSzTx/>
        <a:buFontTx/>
        <a:buNone/>
        <a:tabLst/>
        <a:defRPr kumimoji="0" lang="en-US" sz="2600" b="0" i="0" u="none" strike="noStrike" kern="1200" cap="all" spc="0" normalizeH="0" baseline="0" noProof="0" dirty="0">
          <a:ln>
            <a:noFill/>
          </a:ln>
          <a:solidFill>
            <a:schemeClr val="accent4"/>
          </a:solidFill>
          <a:effectLst/>
          <a:uLnTx/>
          <a:uFillTx/>
          <a:latin typeface="+mj-lt"/>
          <a:ea typeface="+mj-ea"/>
          <a:cs typeface="+mj-cs"/>
        </a:defRPr>
      </a:lvl1pPr>
    </p:titleStyle>
    <p:bodyStyle>
      <a:lvl1pPr marL="0" indent="0" algn="l" defTabSz="914400" rtl="0" eaLnBrk="1" latinLnBrk="0" hangingPunct="1">
        <a:lnSpc>
          <a:spcPct val="100000"/>
        </a:lnSpc>
        <a:spcBef>
          <a:spcPts val="0"/>
        </a:spcBef>
        <a:spcAft>
          <a:spcPts val="600"/>
        </a:spcAft>
        <a:buFont typeface="Arial" panose="020B0604020202020204" pitchFamily="34" charset="0"/>
        <a:buNone/>
        <a:defRPr sz="2000" kern="1200" baseline="0">
          <a:solidFill>
            <a:schemeClr val="tx1"/>
          </a:solidFill>
          <a:latin typeface="Ubuntu" panose="020B0504030602030204" pitchFamily="34" charset="0"/>
          <a:ea typeface="+mn-ea"/>
          <a:cs typeface="+mn-cs"/>
        </a:defRPr>
      </a:lvl1pPr>
      <a:lvl2pPr marL="177800" indent="-177800" algn="l" defTabSz="914400" rtl="0" eaLnBrk="1" latinLnBrk="0" hangingPunct="1">
        <a:lnSpc>
          <a:spcPct val="100000"/>
        </a:lnSpc>
        <a:spcBef>
          <a:spcPts val="0"/>
        </a:spcBef>
        <a:spcAft>
          <a:spcPts val="600"/>
        </a:spcAft>
        <a:buClr>
          <a:schemeClr val="accent1"/>
        </a:buClr>
        <a:buFont typeface="Wingdings" panose="05000000000000000000" pitchFamily="2" charset="2"/>
        <a:buChar char="§"/>
        <a:defRPr sz="1800" kern="1200" baseline="0">
          <a:solidFill>
            <a:schemeClr val="tx1"/>
          </a:solidFill>
          <a:latin typeface="Ubuntu" panose="020B0504030602030204" pitchFamily="34" charset="0"/>
          <a:ea typeface="+mn-ea"/>
          <a:cs typeface="+mn-cs"/>
        </a:defRPr>
      </a:lvl2pPr>
      <a:lvl3pPr marL="361950" indent="-184150" algn="l" defTabSz="914400" rtl="0" eaLnBrk="1" latinLnBrk="0" hangingPunct="1">
        <a:lnSpc>
          <a:spcPct val="100000"/>
        </a:lnSpc>
        <a:spcBef>
          <a:spcPts val="0"/>
        </a:spcBef>
        <a:spcAft>
          <a:spcPts val="600"/>
        </a:spcAft>
        <a:buClr>
          <a:schemeClr val="accent2"/>
        </a:buClr>
        <a:buFont typeface="Arial" panose="020B0604020202020204" pitchFamily="34" charset="0"/>
        <a:buChar char="•"/>
        <a:defRPr sz="1600" kern="1200" baseline="0">
          <a:solidFill>
            <a:schemeClr val="tx1"/>
          </a:solidFill>
          <a:latin typeface="Ubuntu" panose="020B0504030602030204" pitchFamily="34" charset="0"/>
          <a:ea typeface="+mn-ea"/>
          <a:cs typeface="+mn-cs"/>
        </a:defRPr>
      </a:lvl3pPr>
      <a:lvl4pPr marL="539750" indent="-177800" algn="l" defTabSz="914400" rtl="0" eaLnBrk="1" latinLnBrk="0" hangingPunct="1">
        <a:lnSpc>
          <a:spcPct val="100000"/>
        </a:lnSpc>
        <a:spcBef>
          <a:spcPts val="0"/>
        </a:spcBef>
        <a:spcAft>
          <a:spcPts val="600"/>
        </a:spcAft>
        <a:buClr>
          <a:schemeClr val="tx1"/>
        </a:buClr>
        <a:buFont typeface="Ubuntu" panose="020B0504030602030204" pitchFamily="34" charset="0"/>
        <a:buChar char="–"/>
        <a:defRPr sz="1400" kern="1200" baseline="0">
          <a:solidFill>
            <a:schemeClr val="tx1"/>
          </a:solidFill>
          <a:latin typeface="Ubuntu" panose="020B0504030602030204" pitchFamily="34" charset="0"/>
          <a:ea typeface="+mn-ea"/>
          <a:cs typeface="+mn-cs"/>
        </a:defRPr>
      </a:lvl4pPr>
      <a:lvl5pPr marL="717550" indent="-177800" algn="l" defTabSz="914400" rtl="0" eaLnBrk="1" latinLnBrk="0" hangingPunct="1">
        <a:lnSpc>
          <a:spcPct val="100000"/>
        </a:lnSpc>
        <a:spcBef>
          <a:spcPts val="0"/>
        </a:spcBef>
        <a:spcAft>
          <a:spcPts val="600"/>
        </a:spcAft>
        <a:buClr>
          <a:schemeClr val="accent3"/>
        </a:buClr>
        <a:buFont typeface="Arial" panose="020B0604020202020204" pitchFamily="34" charset="0"/>
        <a:buChar char="•"/>
        <a:defRPr sz="1400" kern="1200" baseline="0">
          <a:solidFill>
            <a:schemeClr val="tx1"/>
          </a:solidFill>
          <a:latin typeface="Ubuntu" panose="020B0504030602030204" pitchFamily="34"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pt-PT"/>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709">
          <p15:clr>
            <a:srgbClr val="F26B43"/>
          </p15:clr>
        </p15:guide>
        <p15:guide id="2" pos="7423" userDrawn="1">
          <p15:clr>
            <a:srgbClr val="F26B43"/>
          </p15:clr>
        </p15:guide>
        <p15:guide id="3" orient="horz" pos="4071" userDrawn="1">
          <p15:clr>
            <a:srgbClr val="F26B43"/>
          </p15:clr>
        </p15:guide>
        <p15:guide id="4" pos="255" userDrawn="1">
          <p15:clr>
            <a:srgbClr val="F26B43"/>
          </p15:clr>
        </p15:guide>
        <p15:guide id="5" orient="horz" pos="836" userDrawn="1">
          <p15:clr>
            <a:srgbClr val="F26B43"/>
          </p15:clr>
        </p15:guide>
        <p15:guide id="6" orient="horz" pos="245" userDrawn="1">
          <p15:clr>
            <a:srgbClr val="F26B43"/>
          </p15:clr>
        </p15:guide>
        <p15:guide id="7" pos="3840" userDrawn="1">
          <p15:clr>
            <a:srgbClr val="F26B43"/>
          </p15:clr>
        </p15:guide>
        <p15:guide id="8" pos="3899" userDrawn="1">
          <p15:clr>
            <a:srgbClr val="F26B43"/>
          </p15:clr>
        </p15:guide>
        <p15:guide id="9" pos="3783" userDrawn="1">
          <p15:clr>
            <a:srgbClr val="F26B43"/>
          </p15:clr>
        </p15:guide>
      </p15:sldGuideLst>
    </p:ext>
  </p:extLst>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graphicFrame>
        <p:nvGraphicFramePr>
          <p:cNvPr id="21" name="Object 20" hidden="1"/>
          <p:cNvGraphicFramePr>
            <a:graphicFrameLocks noChangeAspect="1"/>
          </p:cNvGraphicFramePr>
          <p:nvPr>
            <p:custDataLst>
              <p:tags r:id="rId3"/>
            </p:custDataLst>
          </p:nvPr>
        </p:nvGraphicFramePr>
        <p:xfrm>
          <a:off x="1587" y="1588"/>
          <a:ext cx="1587" cy="1587"/>
        </p:xfrm>
        <a:graphic>
          <a:graphicData uri="http://schemas.openxmlformats.org/presentationml/2006/ole">
            <mc:AlternateContent xmlns:mc="http://schemas.openxmlformats.org/markup-compatibility/2006">
              <mc:Choice xmlns:v="urn:schemas-microsoft-com:vml" Requires="v">
                <p:oleObj name="think-cell Slide" r:id="rId4" imgW="270" imgH="270" progId="TCLayout.ActiveDocument.1">
                  <p:embed/>
                </p:oleObj>
              </mc:Choice>
              <mc:Fallback>
                <p:oleObj name="think-cell Slide" r:id="rId4" imgW="270" imgH="270" progId="TCLayout.ActiveDocument.1">
                  <p:embed/>
                  <p:pic>
                    <p:nvPicPr>
                      <p:cNvPr id="21" name="Object 20" hidden="1"/>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587" y="1588"/>
                        <a:ext cx="1587" cy="1587"/>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9" name="Rectangle 8">
            <a:extLst>
              <a:ext uri="{FF2B5EF4-FFF2-40B4-BE49-F238E27FC236}">
                <a16:creationId xmlns:a16="http://schemas.microsoft.com/office/drawing/2014/main" id="{6E84F7D2-105D-40D2-8684-54D4B7EE4B16}"/>
              </a:ext>
            </a:extLst>
          </p:cNvPr>
          <p:cNvSpPr/>
          <p:nvPr userDrawn="1"/>
        </p:nvSpPr>
        <p:spPr>
          <a:xfrm>
            <a:off x="12498114" y="115959"/>
            <a:ext cx="360000" cy="406800"/>
          </a:xfrm>
          <a:prstGeom prst="rect">
            <a:avLst/>
          </a:prstGeom>
          <a:solidFill>
            <a:srgbClr val="0070AD"/>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lstStyle/>
          <a:p>
            <a:pPr algn="ctr">
              <a:lnSpc>
                <a:spcPct val="90000"/>
              </a:lnSpc>
              <a:spcAft>
                <a:spcPts val="0"/>
              </a:spcAft>
            </a:pPr>
            <a:r>
              <a:rPr lang="en-GB" sz="700"/>
              <a:t>1</a:t>
            </a:r>
          </a:p>
          <a:p>
            <a:pPr algn="ctr">
              <a:lnSpc>
                <a:spcPct val="90000"/>
              </a:lnSpc>
              <a:spcAft>
                <a:spcPts val="0"/>
              </a:spcAft>
            </a:pPr>
            <a:r>
              <a:rPr lang="en-GB" sz="700"/>
              <a:t>112</a:t>
            </a:r>
          </a:p>
          <a:p>
            <a:pPr algn="ctr">
              <a:lnSpc>
                <a:spcPct val="90000"/>
              </a:lnSpc>
              <a:spcAft>
                <a:spcPts val="0"/>
              </a:spcAft>
            </a:pPr>
            <a:r>
              <a:rPr lang="en-GB" sz="700"/>
              <a:t>173</a:t>
            </a:r>
          </a:p>
        </p:txBody>
      </p:sp>
      <p:sp>
        <p:nvSpPr>
          <p:cNvPr id="10" name="Rectangle 9">
            <a:extLst>
              <a:ext uri="{FF2B5EF4-FFF2-40B4-BE49-F238E27FC236}">
                <a16:creationId xmlns:a16="http://schemas.microsoft.com/office/drawing/2014/main" id="{6674CD1B-3525-46B2-BAA5-E21DAAAA01B7}"/>
              </a:ext>
            </a:extLst>
          </p:cNvPr>
          <p:cNvSpPr/>
          <p:nvPr userDrawn="1"/>
        </p:nvSpPr>
        <p:spPr>
          <a:xfrm>
            <a:off x="12498114" y="533371"/>
            <a:ext cx="360000" cy="4068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lstStyle/>
          <a:p>
            <a:pPr algn="ctr">
              <a:lnSpc>
                <a:spcPct val="90000"/>
              </a:lnSpc>
              <a:spcAft>
                <a:spcPts val="0"/>
              </a:spcAft>
            </a:pPr>
            <a:r>
              <a:rPr lang="en-GB" sz="700">
                <a:solidFill>
                  <a:schemeClr val="tx1"/>
                </a:solidFill>
              </a:rPr>
              <a:t>18</a:t>
            </a:r>
          </a:p>
          <a:p>
            <a:pPr algn="ctr">
              <a:lnSpc>
                <a:spcPct val="90000"/>
              </a:lnSpc>
              <a:spcAft>
                <a:spcPts val="0"/>
              </a:spcAft>
            </a:pPr>
            <a:r>
              <a:rPr lang="en-GB" sz="700">
                <a:solidFill>
                  <a:schemeClr val="tx1"/>
                </a:solidFill>
              </a:rPr>
              <a:t>171</a:t>
            </a:r>
          </a:p>
          <a:p>
            <a:pPr algn="ctr">
              <a:lnSpc>
                <a:spcPct val="90000"/>
              </a:lnSpc>
              <a:spcAft>
                <a:spcPts val="0"/>
              </a:spcAft>
            </a:pPr>
            <a:r>
              <a:rPr lang="en-GB" sz="700">
                <a:solidFill>
                  <a:schemeClr val="tx1"/>
                </a:solidFill>
              </a:rPr>
              <a:t>219</a:t>
            </a:r>
          </a:p>
        </p:txBody>
      </p:sp>
      <p:sp>
        <p:nvSpPr>
          <p:cNvPr id="11" name="Rectangle 10">
            <a:extLst>
              <a:ext uri="{FF2B5EF4-FFF2-40B4-BE49-F238E27FC236}">
                <a16:creationId xmlns:a16="http://schemas.microsoft.com/office/drawing/2014/main" id="{454D7C4E-D5CF-46EC-BB6D-492AECCE429B}"/>
              </a:ext>
            </a:extLst>
          </p:cNvPr>
          <p:cNvSpPr/>
          <p:nvPr userDrawn="1"/>
        </p:nvSpPr>
        <p:spPr>
          <a:xfrm>
            <a:off x="12498114" y="950783"/>
            <a:ext cx="360000" cy="406800"/>
          </a:xfrm>
          <a:prstGeom prst="rect">
            <a:avLst/>
          </a:prstGeom>
          <a:solidFill>
            <a:srgbClr val="2B0A3D"/>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lstStyle/>
          <a:p>
            <a:pPr algn="ctr">
              <a:lnSpc>
                <a:spcPct val="90000"/>
              </a:lnSpc>
              <a:spcAft>
                <a:spcPts val="0"/>
              </a:spcAft>
            </a:pPr>
            <a:r>
              <a:rPr lang="en-GB" sz="700"/>
              <a:t>43</a:t>
            </a:r>
          </a:p>
          <a:p>
            <a:pPr algn="ctr">
              <a:lnSpc>
                <a:spcPct val="90000"/>
              </a:lnSpc>
              <a:spcAft>
                <a:spcPts val="0"/>
              </a:spcAft>
            </a:pPr>
            <a:r>
              <a:rPr lang="en-GB" sz="700"/>
              <a:t>10</a:t>
            </a:r>
          </a:p>
          <a:p>
            <a:pPr algn="ctr">
              <a:lnSpc>
                <a:spcPct val="90000"/>
              </a:lnSpc>
              <a:spcAft>
                <a:spcPts val="0"/>
              </a:spcAft>
            </a:pPr>
            <a:r>
              <a:rPr lang="en-GB" sz="700"/>
              <a:t>61</a:t>
            </a:r>
          </a:p>
        </p:txBody>
      </p:sp>
      <p:sp>
        <p:nvSpPr>
          <p:cNvPr id="12" name="Rectangle 11">
            <a:extLst>
              <a:ext uri="{FF2B5EF4-FFF2-40B4-BE49-F238E27FC236}">
                <a16:creationId xmlns:a16="http://schemas.microsoft.com/office/drawing/2014/main" id="{F838BB57-4C07-4FC1-A63C-CC0F604A7FCC}"/>
              </a:ext>
            </a:extLst>
          </p:cNvPr>
          <p:cNvSpPr/>
          <p:nvPr userDrawn="1"/>
        </p:nvSpPr>
        <p:spPr>
          <a:xfrm>
            <a:off x="12498114" y="1364202"/>
            <a:ext cx="360000" cy="40680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lstStyle/>
          <a:p>
            <a:pPr algn="ctr">
              <a:lnSpc>
                <a:spcPct val="90000"/>
              </a:lnSpc>
              <a:spcAft>
                <a:spcPts val="0"/>
              </a:spcAft>
            </a:pPr>
            <a:r>
              <a:rPr lang="en-GB" sz="700"/>
              <a:t>39</a:t>
            </a:r>
          </a:p>
          <a:p>
            <a:pPr algn="ctr">
              <a:lnSpc>
                <a:spcPct val="90000"/>
              </a:lnSpc>
              <a:spcAft>
                <a:spcPts val="0"/>
              </a:spcAft>
            </a:pPr>
            <a:r>
              <a:rPr lang="en-GB" sz="700"/>
              <a:t>41</a:t>
            </a:r>
          </a:p>
          <a:p>
            <a:pPr algn="ctr">
              <a:lnSpc>
                <a:spcPct val="90000"/>
              </a:lnSpc>
              <a:spcAft>
                <a:spcPts val="0"/>
              </a:spcAft>
            </a:pPr>
            <a:r>
              <a:rPr lang="en-GB" sz="700"/>
              <a:t>54</a:t>
            </a:r>
          </a:p>
        </p:txBody>
      </p:sp>
      <p:sp>
        <p:nvSpPr>
          <p:cNvPr id="13" name="Rectangle 12">
            <a:extLst>
              <a:ext uri="{FF2B5EF4-FFF2-40B4-BE49-F238E27FC236}">
                <a16:creationId xmlns:a16="http://schemas.microsoft.com/office/drawing/2014/main" id="{DD7B6E98-FB65-49B0-9A8A-698B183CB044}"/>
              </a:ext>
            </a:extLst>
          </p:cNvPr>
          <p:cNvSpPr/>
          <p:nvPr userDrawn="1"/>
        </p:nvSpPr>
        <p:spPr>
          <a:xfrm>
            <a:off x="12498114" y="1778325"/>
            <a:ext cx="360000" cy="406800"/>
          </a:xfrm>
          <a:prstGeom prst="rect">
            <a:avLst/>
          </a:prstGeom>
          <a:solidFill>
            <a:schemeClr val="bg2"/>
          </a:solidFill>
          <a:ln w="31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lstStyle/>
          <a:p>
            <a:pPr algn="ctr">
              <a:lnSpc>
                <a:spcPct val="90000"/>
              </a:lnSpc>
              <a:spcAft>
                <a:spcPts val="0"/>
              </a:spcAft>
            </a:pPr>
            <a:r>
              <a:rPr lang="en-GB" sz="700">
                <a:solidFill>
                  <a:schemeClr val="tx1"/>
                </a:solidFill>
              </a:rPr>
              <a:t>236</a:t>
            </a:r>
          </a:p>
          <a:p>
            <a:pPr algn="ctr">
              <a:lnSpc>
                <a:spcPct val="90000"/>
              </a:lnSpc>
              <a:spcAft>
                <a:spcPts val="0"/>
              </a:spcAft>
            </a:pPr>
            <a:r>
              <a:rPr lang="en-GB" sz="700">
                <a:solidFill>
                  <a:schemeClr val="tx1"/>
                </a:solidFill>
              </a:rPr>
              <a:t>236</a:t>
            </a:r>
          </a:p>
          <a:p>
            <a:pPr algn="ctr">
              <a:lnSpc>
                <a:spcPct val="90000"/>
              </a:lnSpc>
              <a:spcAft>
                <a:spcPts val="0"/>
              </a:spcAft>
            </a:pPr>
            <a:r>
              <a:rPr lang="en-GB" sz="700">
                <a:solidFill>
                  <a:schemeClr val="tx1"/>
                </a:solidFill>
              </a:rPr>
              <a:t>236</a:t>
            </a:r>
          </a:p>
        </p:txBody>
      </p:sp>
      <p:grpSp>
        <p:nvGrpSpPr>
          <p:cNvPr id="14" name="Groupe 13">
            <a:extLst>
              <a:ext uri="{FF2B5EF4-FFF2-40B4-BE49-F238E27FC236}">
                <a16:creationId xmlns:a16="http://schemas.microsoft.com/office/drawing/2014/main" id="{A888B5AD-7B92-4579-B213-8C5CFEB8D1BC}"/>
              </a:ext>
            </a:extLst>
          </p:cNvPr>
          <p:cNvGrpSpPr/>
          <p:nvPr userDrawn="1"/>
        </p:nvGrpSpPr>
        <p:grpSpPr>
          <a:xfrm>
            <a:off x="12500244" y="4582319"/>
            <a:ext cx="1462993" cy="2058800"/>
            <a:chOff x="12432704" y="1992581"/>
            <a:chExt cx="1462993" cy="2058800"/>
          </a:xfrm>
        </p:grpSpPr>
        <p:sp>
          <p:nvSpPr>
            <p:cNvPr id="15" name="Forme libre : forme 14">
              <a:extLst>
                <a:ext uri="{FF2B5EF4-FFF2-40B4-BE49-F238E27FC236}">
                  <a16:creationId xmlns:a16="http://schemas.microsoft.com/office/drawing/2014/main" id="{2DB90E0F-21BC-47C3-97E1-A7DBB8ED3932}"/>
                </a:ext>
              </a:extLst>
            </p:cNvPr>
            <p:cNvSpPr/>
            <p:nvPr/>
          </p:nvSpPr>
          <p:spPr>
            <a:xfrm>
              <a:off x="12800391" y="3644581"/>
              <a:ext cx="360000"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FF8E12"/>
            </a:solidFill>
            <a:ln w="6695" cap="flat">
              <a:noFill/>
              <a:prstDash val="solid"/>
              <a:miter/>
            </a:ln>
          </p:spPr>
          <p:txBody>
            <a:bodyPr rtlCol="0" anchor="ctr"/>
            <a:lstStyle/>
            <a:p>
              <a:pPr algn="ctr">
                <a:lnSpc>
                  <a:spcPct val="90000"/>
                </a:lnSpc>
                <a:spcAft>
                  <a:spcPts val="0"/>
                </a:spcAft>
              </a:pPr>
              <a:r>
                <a:rPr lang="en-US" sz="700"/>
                <a:t>255</a:t>
              </a:r>
            </a:p>
            <a:p>
              <a:pPr algn="ctr">
                <a:lnSpc>
                  <a:spcPct val="90000"/>
                </a:lnSpc>
                <a:spcAft>
                  <a:spcPts val="0"/>
                </a:spcAft>
              </a:pPr>
              <a:r>
                <a:rPr lang="en-US" sz="700"/>
                <a:t>142</a:t>
              </a:r>
            </a:p>
            <a:p>
              <a:pPr algn="ctr">
                <a:lnSpc>
                  <a:spcPct val="90000"/>
                </a:lnSpc>
                <a:spcAft>
                  <a:spcPts val="0"/>
                </a:spcAft>
              </a:pPr>
              <a:r>
                <a:rPr lang="en-US" sz="700"/>
                <a:t>18</a:t>
              </a:r>
            </a:p>
          </p:txBody>
        </p:sp>
        <p:sp>
          <p:nvSpPr>
            <p:cNvPr id="16" name="Forme libre : forme 15">
              <a:extLst>
                <a:ext uri="{FF2B5EF4-FFF2-40B4-BE49-F238E27FC236}">
                  <a16:creationId xmlns:a16="http://schemas.microsoft.com/office/drawing/2014/main" id="{7F4FC78D-D760-4D99-9D36-2648743895AF}"/>
                </a:ext>
              </a:extLst>
            </p:cNvPr>
            <p:cNvSpPr/>
            <p:nvPr/>
          </p:nvSpPr>
          <p:spPr>
            <a:xfrm>
              <a:off x="12800391" y="3231581"/>
              <a:ext cx="360000"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FF9C29"/>
            </a:solidFill>
            <a:ln w="6695" cap="flat">
              <a:noFill/>
              <a:prstDash val="solid"/>
              <a:miter/>
            </a:ln>
          </p:spPr>
          <p:txBody>
            <a:bodyPr rtlCol="0" anchor="ctr"/>
            <a:lstStyle/>
            <a:p>
              <a:pPr algn="ctr">
                <a:lnSpc>
                  <a:spcPct val="90000"/>
                </a:lnSpc>
                <a:spcAft>
                  <a:spcPts val="0"/>
                </a:spcAft>
              </a:pPr>
              <a:r>
                <a:rPr lang="en-US" sz="700"/>
                <a:t>255</a:t>
              </a:r>
            </a:p>
            <a:p>
              <a:pPr algn="ctr">
                <a:lnSpc>
                  <a:spcPct val="90000"/>
                </a:lnSpc>
                <a:spcAft>
                  <a:spcPts val="0"/>
                </a:spcAft>
              </a:pPr>
              <a:r>
                <a:rPr lang="en-US" sz="700"/>
                <a:t>156</a:t>
              </a:r>
            </a:p>
            <a:p>
              <a:pPr algn="ctr">
                <a:lnSpc>
                  <a:spcPct val="90000"/>
                </a:lnSpc>
                <a:spcAft>
                  <a:spcPts val="0"/>
                </a:spcAft>
              </a:pPr>
              <a:r>
                <a:rPr lang="en-US" sz="700"/>
                <a:t>41</a:t>
              </a:r>
            </a:p>
          </p:txBody>
        </p:sp>
        <p:sp>
          <p:nvSpPr>
            <p:cNvPr id="17" name="Forme libre : forme 16">
              <a:extLst>
                <a:ext uri="{FF2B5EF4-FFF2-40B4-BE49-F238E27FC236}">
                  <a16:creationId xmlns:a16="http://schemas.microsoft.com/office/drawing/2014/main" id="{5EB34581-6EB1-4258-A04C-E3043E1FEE2B}"/>
                </a:ext>
              </a:extLst>
            </p:cNvPr>
            <p:cNvSpPr/>
            <p:nvPr/>
          </p:nvSpPr>
          <p:spPr>
            <a:xfrm>
              <a:off x="12800391" y="2818581"/>
              <a:ext cx="360000" cy="406800"/>
            </a:xfrm>
            <a:custGeom>
              <a:avLst/>
              <a:gdLst>
                <a:gd name="connsiteX0" fmla="*/ 0 w 1111406"/>
                <a:gd name="connsiteY0" fmla="*/ 0 h 1111407"/>
                <a:gd name="connsiteX1" fmla="*/ 1111407 w 1111406"/>
                <a:gd name="connsiteY1" fmla="*/ 0 h 1111407"/>
                <a:gd name="connsiteX2" fmla="*/ 1111407 w 1111406"/>
                <a:gd name="connsiteY2" fmla="*/ 1111407 h 1111407"/>
                <a:gd name="connsiteX3" fmla="*/ 0 w 1111406"/>
                <a:gd name="connsiteY3" fmla="*/ 1111407 h 1111407"/>
              </a:gdLst>
              <a:ahLst/>
              <a:cxnLst>
                <a:cxn ang="0">
                  <a:pos x="connsiteX0" y="connsiteY0"/>
                </a:cxn>
                <a:cxn ang="0">
                  <a:pos x="connsiteX1" y="connsiteY1"/>
                </a:cxn>
                <a:cxn ang="0">
                  <a:pos x="connsiteX2" y="connsiteY2"/>
                </a:cxn>
                <a:cxn ang="0">
                  <a:pos x="connsiteX3" y="connsiteY3"/>
                </a:cxn>
              </a:cxnLst>
              <a:rect l="l" t="t" r="r" b="b"/>
              <a:pathLst>
                <a:path w="1111406" h="1111407">
                  <a:moveTo>
                    <a:pt x="0" y="0"/>
                  </a:moveTo>
                  <a:lnTo>
                    <a:pt x="1111407" y="0"/>
                  </a:lnTo>
                  <a:lnTo>
                    <a:pt x="1111407" y="1111407"/>
                  </a:lnTo>
                  <a:lnTo>
                    <a:pt x="0" y="1111407"/>
                  </a:lnTo>
                  <a:close/>
                </a:path>
              </a:pathLst>
            </a:custGeom>
            <a:solidFill>
              <a:srgbClr val="FFB24A"/>
            </a:solidFill>
            <a:ln w="6695" cap="flat">
              <a:noFill/>
              <a:prstDash val="solid"/>
              <a:miter/>
            </a:ln>
          </p:spPr>
          <p:txBody>
            <a:bodyPr rtlCol="0" anchor="ctr"/>
            <a:lstStyle/>
            <a:p>
              <a:pPr algn="ctr">
                <a:lnSpc>
                  <a:spcPct val="90000"/>
                </a:lnSpc>
                <a:spcAft>
                  <a:spcPts val="0"/>
                </a:spcAft>
              </a:pPr>
              <a:r>
                <a:rPr lang="en-US" sz="700"/>
                <a:t>255</a:t>
              </a:r>
            </a:p>
            <a:p>
              <a:pPr algn="ctr">
                <a:lnSpc>
                  <a:spcPct val="90000"/>
                </a:lnSpc>
                <a:spcAft>
                  <a:spcPts val="0"/>
                </a:spcAft>
              </a:pPr>
              <a:r>
                <a:rPr lang="en-US" sz="700"/>
                <a:t>178</a:t>
              </a:r>
            </a:p>
            <a:p>
              <a:pPr algn="ctr">
                <a:lnSpc>
                  <a:spcPct val="90000"/>
                </a:lnSpc>
                <a:spcAft>
                  <a:spcPts val="0"/>
                </a:spcAft>
              </a:pPr>
              <a:r>
                <a:rPr lang="en-US" sz="700"/>
                <a:t>74</a:t>
              </a:r>
            </a:p>
          </p:txBody>
        </p:sp>
        <p:sp>
          <p:nvSpPr>
            <p:cNvPr id="18" name="Forme libre : forme 17">
              <a:extLst>
                <a:ext uri="{FF2B5EF4-FFF2-40B4-BE49-F238E27FC236}">
                  <a16:creationId xmlns:a16="http://schemas.microsoft.com/office/drawing/2014/main" id="{B2B07A2C-C401-493B-BD96-AFFC78E5CE40}"/>
                </a:ext>
              </a:extLst>
            </p:cNvPr>
            <p:cNvSpPr/>
            <p:nvPr/>
          </p:nvSpPr>
          <p:spPr>
            <a:xfrm>
              <a:off x="12800391" y="2405581"/>
              <a:ext cx="360000"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FFD068"/>
            </a:solidFill>
            <a:ln w="6695" cap="flat">
              <a:noFill/>
              <a:prstDash val="solid"/>
              <a:miter/>
            </a:ln>
          </p:spPr>
          <p:txBody>
            <a:bodyPr rtlCol="0" anchor="ctr"/>
            <a:lstStyle/>
            <a:p>
              <a:pPr algn="ctr">
                <a:lnSpc>
                  <a:spcPct val="90000"/>
                </a:lnSpc>
                <a:spcAft>
                  <a:spcPts val="0"/>
                </a:spcAft>
              </a:pPr>
              <a:r>
                <a:rPr lang="en-US" sz="700"/>
                <a:t>255</a:t>
              </a:r>
            </a:p>
            <a:p>
              <a:pPr algn="ctr">
                <a:lnSpc>
                  <a:spcPct val="90000"/>
                </a:lnSpc>
                <a:spcAft>
                  <a:spcPts val="0"/>
                </a:spcAft>
              </a:pPr>
              <a:r>
                <a:rPr lang="en-US" sz="700"/>
                <a:t>208</a:t>
              </a:r>
            </a:p>
            <a:p>
              <a:pPr algn="ctr">
                <a:lnSpc>
                  <a:spcPct val="90000"/>
                </a:lnSpc>
                <a:spcAft>
                  <a:spcPts val="0"/>
                </a:spcAft>
              </a:pPr>
              <a:r>
                <a:rPr lang="en-US" sz="700"/>
                <a:t>104</a:t>
              </a:r>
            </a:p>
          </p:txBody>
        </p:sp>
        <p:sp>
          <p:nvSpPr>
            <p:cNvPr id="19" name="Forme libre : forme 18">
              <a:extLst>
                <a:ext uri="{FF2B5EF4-FFF2-40B4-BE49-F238E27FC236}">
                  <a16:creationId xmlns:a16="http://schemas.microsoft.com/office/drawing/2014/main" id="{883FD4AE-2A51-4B86-9366-14B559E75766}"/>
                </a:ext>
              </a:extLst>
            </p:cNvPr>
            <p:cNvSpPr/>
            <p:nvPr/>
          </p:nvSpPr>
          <p:spPr>
            <a:xfrm>
              <a:off x="12800391" y="1992581"/>
              <a:ext cx="360000"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FFDA80"/>
            </a:solidFill>
            <a:ln w="6695" cap="flat">
              <a:noFill/>
              <a:prstDash val="solid"/>
              <a:miter/>
            </a:ln>
          </p:spPr>
          <p:txBody>
            <a:bodyPr rtlCol="0" anchor="ctr"/>
            <a:lstStyle/>
            <a:p>
              <a:pPr algn="ctr">
                <a:lnSpc>
                  <a:spcPct val="90000"/>
                </a:lnSpc>
                <a:spcAft>
                  <a:spcPts val="0"/>
                </a:spcAft>
              </a:pPr>
              <a:r>
                <a:rPr lang="en-US" sz="700"/>
                <a:t>255</a:t>
              </a:r>
            </a:p>
            <a:p>
              <a:pPr algn="ctr">
                <a:lnSpc>
                  <a:spcPct val="90000"/>
                </a:lnSpc>
                <a:spcAft>
                  <a:spcPts val="0"/>
                </a:spcAft>
              </a:pPr>
              <a:r>
                <a:rPr lang="en-US" sz="700"/>
                <a:t>218</a:t>
              </a:r>
            </a:p>
            <a:p>
              <a:pPr algn="ctr">
                <a:lnSpc>
                  <a:spcPct val="90000"/>
                </a:lnSpc>
                <a:spcAft>
                  <a:spcPts val="0"/>
                </a:spcAft>
              </a:pPr>
              <a:r>
                <a:rPr lang="en-US" sz="700"/>
                <a:t>128</a:t>
              </a:r>
            </a:p>
          </p:txBody>
        </p:sp>
        <p:sp>
          <p:nvSpPr>
            <p:cNvPr id="20" name="Forme libre : forme 19">
              <a:extLst>
                <a:ext uri="{FF2B5EF4-FFF2-40B4-BE49-F238E27FC236}">
                  <a16:creationId xmlns:a16="http://schemas.microsoft.com/office/drawing/2014/main" id="{8B6124A1-2AEF-4C8C-B795-1C05EEDFDC79}"/>
                </a:ext>
              </a:extLst>
            </p:cNvPr>
            <p:cNvSpPr/>
            <p:nvPr/>
          </p:nvSpPr>
          <p:spPr>
            <a:xfrm>
              <a:off x="13168875" y="3644581"/>
              <a:ext cx="360000"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42142E"/>
            </a:solidFill>
            <a:ln w="6695" cap="flat">
              <a:noFill/>
              <a:prstDash val="solid"/>
              <a:miter/>
            </a:ln>
          </p:spPr>
          <p:txBody>
            <a:bodyPr rtlCol="0" anchor="ctr"/>
            <a:lstStyle/>
            <a:p>
              <a:pPr algn="ctr">
                <a:lnSpc>
                  <a:spcPct val="90000"/>
                </a:lnSpc>
                <a:spcAft>
                  <a:spcPts val="0"/>
                </a:spcAft>
              </a:pPr>
              <a:r>
                <a:rPr lang="en-US" sz="700">
                  <a:solidFill>
                    <a:schemeClr val="bg1"/>
                  </a:solidFill>
                </a:rPr>
                <a:t>66</a:t>
              </a:r>
            </a:p>
            <a:p>
              <a:pPr algn="ctr">
                <a:lnSpc>
                  <a:spcPct val="90000"/>
                </a:lnSpc>
                <a:spcAft>
                  <a:spcPts val="0"/>
                </a:spcAft>
              </a:pPr>
              <a:r>
                <a:rPr lang="en-US" sz="700">
                  <a:solidFill>
                    <a:schemeClr val="bg1"/>
                  </a:solidFill>
                </a:rPr>
                <a:t>20</a:t>
              </a:r>
            </a:p>
            <a:p>
              <a:pPr algn="ctr">
                <a:lnSpc>
                  <a:spcPct val="90000"/>
                </a:lnSpc>
                <a:spcAft>
                  <a:spcPts val="0"/>
                </a:spcAft>
              </a:pPr>
              <a:r>
                <a:rPr lang="en-US" sz="700">
                  <a:solidFill>
                    <a:schemeClr val="bg1"/>
                  </a:solidFill>
                </a:rPr>
                <a:t>46</a:t>
              </a:r>
            </a:p>
          </p:txBody>
        </p:sp>
        <p:sp>
          <p:nvSpPr>
            <p:cNvPr id="22" name="Forme libre : forme 21">
              <a:extLst>
                <a:ext uri="{FF2B5EF4-FFF2-40B4-BE49-F238E27FC236}">
                  <a16:creationId xmlns:a16="http://schemas.microsoft.com/office/drawing/2014/main" id="{2BEF451C-60AC-4B29-B934-3A3013D56019}"/>
                </a:ext>
              </a:extLst>
            </p:cNvPr>
            <p:cNvSpPr/>
            <p:nvPr/>
          </p:nvSpPr>
          <p:spPr>
            <a:xfrm>
              <a:off x="13168875" y="3231581"/>
              <a:ext cx="360000"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590A42"/>
            </a:solidFill>
            <a:ln w="6695" cap="flat">
              <a:noFill/>
              <a:prstDash val="solid"/>
              <a:miter/>
            </a:ln>
          </p:spPr>
          <p:txBody>
            <a:bodyPr rtlCol="0" anchor="ctr"/>
            <a:lstStyle/>
            <a:p>
              <a:pPr algn="ctr">
                <a:lnSpc>
                  <a:spcPct val="90000"/>
                </a:lnSpc>
                <a:spcAft>
                  <a:spcPts val="0"/>
                </a:spcAft>
              </a:pPr>
              <a:r>
                <a:rPr lang="en-US" sz="700">
                  <a:solidFill>
                    <a:schemeClr val="bg1"/>
                  </a:solidFill>
                </a:rPr>
                <a:t>89</a:t>
              </a:r>
            </a:p>
            <a:p>
              <a:pPr algn="ctr">
                <a:lnSpc>
                  <a:spcPct val="90000"/>
                </a:lnSpc>
                <a:spcAft>
                  <a:spcPts val="0"/>
                </a:spcAft>
              </a:pPr>
              <a:r>
                <a:rPr lang="en-US" sz="700">
                  <a:solidFill>
                    <a:schemeClr val="bg1"/>
                  </a:solidFill>
                </a:rPr>
                <a:t>10</a:t>
              </a:r>
            </a:p>
            <a:p>
              <a:pPr algn="ctr">
                <a:lnSpc>
                  <a:spcPct val="90000"/>
                </a:lnSpc>
                <a:spcAft>
                  <a:spcPts val="0"/>
                </a:spcAft>
              </a:pPr>
              <a:r>
                <a:rPr lang="en-US" sz="700">
                  <a:solidFill>
                    <a:schemeClr val="bg1"/>
                  </a:solidFill>
                </a:rPr>
                <a:t>66</a:t>
              </a:r>
            </a:p>
          </p:txBody>
        </p:sp>
        <p:sp>
          <p:nvSpPr>
            <p:cNvPr id="23" name="Forme libre : forme 22">
              <a:extLst>
                <a:ext uri="{FF2B5EF4-FFF2-40B4-BE49-F238E27FC236}">
                  <a16:creationId xmlns:a16="http://schemas.microsoft.com/office/drawing/2014/main" id="{BB330BFE-3E92-475F-B97F-80DD88A81E57}"/>
                </a:ext>
              </a:extLst>
            </p:cNvPr>
            <p:cNvSpPr/>
            <p:nvPr/>
          </p:nvSpPr>
          <p:spPr>
            <a:xfrm>
              <a:off x="13168875" y="2818581"/>
              <a:ext cx="360000" cy="406800"/>
            </a:xfrm>
            <a:custGeom>
              <a:avLst/>
              <a:gdLst>
                <a:gd name="connsiteX0" fmla="*/ 0 w 1111406"/>
                <a:gd name="connsiteY0" fmla="*/ 0 h 1111407"/>
                <a:gd name="connsiteX1" fmla="*/ 1111407 w 1111406"/>
                <a:gd name="connsiteY1" fmla="*/ 0 h 1111407"/>
                <a:gd name="connsiteX2" fmla="*/ 1111407 w 1111406"/>
                <a:gd name="connsiteY2" fmla="*/ 1111407 h 1111407"/>
                <a:gd name="connsiteX3" fmla="*/ 0 w 1111406"/>
                <a:gd name="connsiteY3" fmla="*/ 1111407 h 1111407"/>
              </a:gdLst>
              <a:ahLst/>
              <a:cxnLst>
                <a:cxn ang="0">
                  <a:pos x="connsiteX0" y="connsiteY0"/>
                </a:cxn>
                <a:cxn ang="0">
                  <a:pos x="connsiteX1" y="connsiteY1"/>
                </a:cxn>
                <a:cxn ang="0">
                  <a:pos x="connsiteX2" y="connsiteY2"/>
                </a:cxn>
                <a:cxn ang="0">
                  <a:pos x="connsiteX3" y="connsiteY3"/>
                </a:cxn>
              </a:cxnLst>
              <a:rect l="l" t="t" r="r" b="b"/>
              <a:pathLst>
                <a:path w="1111406" h="1111407">
                  <a:moveTo>
                    <a:pt x="0" y="0"/>
                  </a:moveTo>
                  <a:lnTo>
                    <a:pt x="1111407" y="0"/>
                  </a:lnTo>
                  <a:lnTo>
                    <a:pt x="1111407" y="1111407"/>
                  </a:lnTo>
                  <a:lnTo>
                    <a:pt x="0" y="1111407"/>
                  </a:lnTo>
                  <a:close/>
                </a:path>
              </a:pathLst>
            </a:custGeom>
            <a:solidFill>
              <a:srgbClr val="750D5C"/>
            </a:solidFill>
            <a:ln w="6695" cap="flat">
              <a:noFill/>
              <a:prstDash val="solid"/>
              <a:miter/>
            </a:ln>
          </p:spPr>
          <p:txBody>
            <a:bodyPr rtlCol="0" anchor="ctr"/>
            <a:lstStyle/>
            <a:p>
              <a:pPr algn="ctr">
                <a:lnSpc>
                  <a:spcPct val="90000"/>
                </a:lnSpc>
                <a:spcAft>
                  <a:spcPts val="0"/>
                </a:spcAft>
              </a:pPr>
              <a:r>
                <a:rPr lang="en-US" sz="700">
                  <a:solidFill>
                    <a:schemeClr val="bg1"/>
                  </a:solidFill>
                </a:rPr>
                <a:t>117</a:t>
              </a:r>
            </a:p>
            <a:p>
              <a:pPr algn="ctr">
                <a:lnSpc>
                  <a:spcPct val="90000"/>
                </a:lnSpc>
                <a:spcAft>
                  <a:spcPts val="0"/>
                </a:spcAft>
              </a:pPr>
              <a:r>
                <a:rPr lang="en-US" sz="700">
                  <a:solidFill>
                    <a:schemeClr val="bg1"/>
                  </a:solidFill>
                </a:rPr>
                <a:t>13</a:t>
              </a:r>
            </a:p>
            <a:p>
              <a:pPr algn="ctr">
                <a:lnSpc>
                  <a:spcPct val="90000"/>
                </a:lnSpc>
                <a:spcAft>
                  <a:spcPts val="0"/>
                </a:spcAft>
              </a:pPr>
              <a:r>
                <a:rPr lang="en-US" sz="700">
                  <a:solidFill>
                    <a:schemeClr val="bg1"/>
                  </a:solidFill>
                </a:rPr>
                <a:t>92</a:t>
              </a:r>
            </a:p>
          </p:txBody>
        </p:sp>
        <p:sp>
          <p:nvSpPr>
            <p:cNvPr id="24" name="Forme libre : forme 23">
              <a:extLst>
                <a:ext uri="{FF2B5EF4-FFF2-40B4-BE49-F238E27FC236}">
                  <a16:creationId xmlns:a16="http://schemas.microsoft.com/office/drawing/2014/main" id="{06E05F2E-470A-4ECB-90F9-31154169905D}"/>
                </a:ext>
              </a:extLst>
            </p:cNvPr>
            <p:cNvSpPr/>
            <p:nvPr/>
          </p:nvSpPr>
          <p:spPr>
            <a:xfrm>
              <a:off x="13168875" y="2405581"/>
              <a:ext cx="360000"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802B73"/>
            </a:solidFill>
            <a:ln w="6695" cap="flat">
              <a:noFill/>
              <a:prstDash val="solid"/>
              <a:miter/>
            </a:ln>
          </p:spPr>
          <p:txBody>
            <a:bodyPr rtlCol="0" anchor="ctr"/>
            <a:lstStyle/>
            <a:p>
              <a:pPr algn="ctr">
                <a:lnSpc>
                  <a:spcPct val="90000"/>
                </a:lnSpc>
                <a:spcAft>
                  <a:spcPts val="0"/>
                </a:spcAft>
              </a:pPr>
              <a:r>
                <a:rPr lang="en-US" sz="700">
                  <a:solidFill>
                    <a:schemeClr val="bg1"/>
                  </a:solidFill>
                </a:rPr>
                <a:t>128</a:t>
              </a:r>
            </a:p>
            <a:p>
              <a:pPr algn="ctr">
                <a:lnSpc>
                  <a:spcPct val="90000"/>
                </a:lnSpc>
                <a:spcAft>
                  <a:spcPts val="0"/>
                </a:spcAft>
              </a:pPr>
              <a:r>
                <a:rPr lang="en-US" sz="700">
                  <a:solidFill>
                    <a:schemeClr val="bg1"/>
                  </a:solidFill>
                </a:rPr>
                <a:t>43</a:t>
              </a:r>
            </a:p>
            <a:p>
              <a:pPr algn="ctr">
                <a:lnSpc>
                  <a:spcPct val="90000"/>
                </a:lnSpc>
                <a:spcAft>
                  <a:spcPts val="0"/>
                </a:spcAft>
              </a:pPr>
              <a:r>
                <a:rPr lang="en-US" sz="700">
                  <a:solidFill>
                    <a:schemeClr val="bg1"/>
                  </a:solidFill>
                </a:rPr>
                <a:t>115</a:t>
              </a:r>
            </a:p>
          </p:txBody>
        </p:sp>
        <p:sp>
          <p:nvSpPr>
            <p:cNvPr id="25" name="Forme libre : forme 24">
              <a:extLst>
                <a:ext uri="{FF2B5EF4-FFF2-40B4-BE49-F238E27FC236}">
                  <a16:creationId xmlns:a16="http://schemas.microsoft.com/office/drawing/2014/main" id="{31E1100C-32A2-49E9-87B4-FF8DB29E1B09}"/>
                </a:ext>
              </a:extLst>
            </p:cNvPr>
            <p:cNvSpPr/>
            <p:nvPr/>
          </p:nvSpPr>
          <p:spPr>
            <a:xfrm>
              <a:off x="13168875" y="1992581"/>
              <a:ext cx="360000"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9E4780"/>
            </a:solidFill>
            <a:ln w="6695" cap="flat">
              <a:noFill/>
              <a:prstDash val="solid"/>
              <a:miter/>
            </a:ln>
          </p:spPr>
          <p:txBody>
            <a:bodyPr rtlCol="0" anchor="ctr"/>
            <a:lstStyle/>
            <a:p>
              <a:pPr algn="ctr">
                <a:lnSpc>
                  <a:spcPct val="90000"/>
                </a:lnSpc>
                <a:spcAft>
                  <a:spcPts val="0"/>
                </a:spcAft>
              </a:pPr>
              <a:r>
                <a:rPr lang="en-US" sz="700">
                  <a:solidFill>
                    <a:schemeClr val="bg1"/>
                  </a:solidFill>
                </a:rPr>
                <a:t>158</a:t>
              </a:r>
            </a:p>
            <a:p>
              <a:pPr algn="ctr">
                <a:lnSpc>
                  <a:spcPct val="90000"/>
                </a:lnSpc>
                <a:spcAft>
                  <a:spcPts val="0"/>
                </a:spcAft>
              </a:pPr>
              <a:r>
                <a:rPr lang="en-US" sz="700">
                  <a:solidFill>
                    <a:schemeClr val="bg1"/>
                  </a:solidFill>
                </a:rPr>
                <a:t>71</a:t>
              </a:r>
            </a:p>
            <a:p>
              <a:pPr algn="ctr">
                <a:lnSpc>
                  <a:spcPct val="90000"/>
                </a:lnSpc>
                <a:spcAft>
                  <a:spcPts val="0"/>
                </a:spcAft>
              </a:pPr>
              <a:r>
                <a:rPr lang="en-US" sz="700">
                  <a:solidFill>
                    <a:schemeClr val="bg1"/>
                  </a:solidFill>
                </a:rPr>
                <a:t>128</a:t>
              </a:r>
            </a:p>
          </p:txBody>
        </p:sp>
        <p:sp>
          <p:nvSpPr>
            <p:cNvPr id="26" name="Forme libre : forme 25">
              <a:extLst>
                <a:ext uri="{FF2B5EF4-FFF2-40B4-BE49-F238E27FC236}">
                  <a16:creationId xmlns:a16="http://schemas.microsoft.com/office/drawing/2014/main" id="{761E6E7F-81C3-422A-9187-67D6AD855F6F}"/>
                </a:ext>
              </a:extLst>
            </p:cNvPr>
            <p:cNvSpPr/>
            <p:nvPr/>
          </p:nvSpPr>
          <p:spPr>
            <a:xfrm>
              <a:off x="13535697" y="3644581"/>
              <a:ext cx="360000"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A6001A"/>
            </a:solidFill>
            <a:ln w="6695" cap="flat">
              <a:noFill/>
              <a:prstDash val="solid"/>
              <a:miter/>
            </a:ln>
          </p:spPr>
          <p:txBody>
            <a:bodyPr rtlCol="0" anchor="ctr"/>
            <a:lstStyle/>
            <a:p>
              <a:pPr algn="ctr">
                <a:lnSpc>
                  <a:spcPct val="90000"/>
                </a:lnSpc>
                <a:spcAft>
                  <a:spcPts val="0"/>
                </a:spcAft>
              </a:pPr>
              <a:r>
                <a:rPr lang="en-US" sz="700">
                  <a:solidFill>
                    <a:schemeClr val="bg1"/>
                  </a:solidFill>
                </a:rPr>
                <a:t>166</a:t>
              </a:r>
            </a:p>
            <a:p>
              <a:pPr algn="ctr">
                <a:lnSpc>
                  <a:spcPct val="90000"/>
                </a:lnSpc>
                <a:spcAft>
                  <a:spcPts val="0"/>
                </a:spcAft>
              </a:pPr>
              <a:r>
                <a:rPr lang="en-US" sz="700">
                  <a:solidFill>
                    <a:schemeClr val="bg1"/>
                  </a:solidFill>
                </a:rPr>
                <a:t>0</a:t>
              </a:r>
            </a:p>
            <a:p>
              <a:pPr algn="ctr">
                <a:lnSpc>
                  <a:spcPct val="90000"/>
                </a:lnSpc>
                <a:spcAft>
                  <a:spcPts val="0"/>
                </a:spcAft>
              </a:pPr>
              <a:r>
                <a:rPr lang="en-US" sz="700">
                  <a:solidFill>
                    <a:schemeClr val="bg1"/>
                  </a:solidFill>
                </a:rPr>
                <a:t>26</a:t>
              </a:r>
            </a:p>
          </p:txBody>
        </p:sp>
        <p:sp>
          <p:nvSpPr>
            <p:cNvPr id="27" name="Forme libre : forme 26">
              <a:extLst>
                <a:ext uri="{FF2B5EF4-FFF2-40B4-BE49-F238E27FC236}">
                  <a16:creationId xmlns:a16="http://schemas.microsoft.com/office/drawing/2014/main" id="{F6AC8EC5-2272-4607-91DE-8B0C2EA9C9E2}"/>
                </a:ext>
              </a:extLst>
            </p:cNvPr>
            <p:cNvSpPr/>
            <p:nvPr/>
          </p:nvSpPr>
          <p:spPr>
            <a:xfrm>
              <a:off x="13535697" y="3231581"/>
              <a:ext cx="360000"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E30021"/>
            </a:solidFill>
            <a:ln w="6695" cap="flat">
              <a:noFill/>
              <a:prstDash val="solid"/>
              <a:miter/>
            </a:ln>
          </p:spPr>
          <p:txBody>
            <a:bodyPr rtlCol="0" anchor="ctr"/>
            <a:lstStyle/>
            <a:p>
              <a:pPr algn="ctr">
                <a:lnSpc>
                  <a:spcPct val="90000"/>
                </a:lnSpc>
                <a:spcAft>
                  <a:spcPts val="0"/>
                </a:spcAft>
              </a:pPr>
              <a:r>
                <a:rPr lang="en-US" sz="700">
                  <a:solidFill>
                    <a:schemeClr val="bg1"/>
                  </a:solidFill>
                </a:rPr>
                <a:t>227</a:t>
              </a:r>
            </a:p>
            <a:p>
              <a:pPr algn="ctr">
                <a:lnSpc>
                  <a:spcPct val="90000"/>
                </a:lnSpc>
                <a:spcAft>
                  <a:spcPts val="0"/>
                </a:spcAft>
              </a:pPr>
              <a:r>
                <a:rPr lang="en-US" sz="700">
                  <a:solidFill>
                    <a:schemeClr val="bg1"/>
                  </a:solidFill>
                </a:rPr>
                <a:t>03</a:t>
              </a:r>
            </a:p>
            <a:p>
              <a:pPr algn="ctr">
                <a:lnSpc>
                  <a:spcPct val="90000"/>
                </a:lnSpc>
                <a:spcAft>
                  <a:spcPts val="0"/>
                </a:spcAft>
              </a:pPr>
              <a:r>
                <a:rPr lang="en-US" sz="700">
                  <a:solidFill>
                    <a:schemeClr val="bg1"/>
                  </a:solidFill>
                </a:rPr>
                <a:t>33</a:t>
              </a:r>
            </a:p>
          </p:txBody>
        </p:sp>
        <p:sp>
          <p:nvSpPr>
            <p:cNvPr id="28" name="Forme libre : forme 27">
              <a:extLst>
                <a:ext uri="{FF2B5EF4-FFF2-40B4-BE49-F238E27FC236}">
                  <a16:creationId xmlns:a16="http://schemas.microsoft.com/office/drawing/2014/main" id="{AE7E4BDC-12AC-4E45-A544-F1D3CAFD0114}"/>
                </a:ext>
              </a:extLst>
            </p:cNvPr>
            <p:cNvSpPr/>
            <p:nvPr/>
          </p:nvSpPr>
          <p:spPr>
            <a:xfrm>
              <a:off x="13535697" y="2818581"/>
              <a:ext cx="360000" cy="406800"/>
            </a:xfrm>
            <a:custGeom>
              <a:avLst/>
              <a:gdLst>
                <a:gd name="connsiteX0" fmla="*/ 0 w 1111406"/>
                <a:gd name="connsiteY0" fmla="*/ 0 h 1111407"/>
                <a:gd name="connsiteX1" fmla="*/ 1111407 w 1111406"/>
                <a:gd name="connsiteY1" fmla="*/ 0 h 1111407"/>
                <a:gd name="connsiteX2" fmla="*/ 1111407 w 1111406"/>
                <a:gd name="connsiteY2" fmla="*/ 1111407 h 1111407"/>
                <a:gd name="connsiteX3" fmla="*/ 0 w 1111406"/>
                <a:gd name="connsiteY3" fmla="*/ 1111407 h 1111407"/>
              </a:gdLst>
              <a:ahLst/>
              <a:cxnLst>
                <a:cxn ang="0">
                  <a:pos x="connsiteX0" y="connsiteY0"/>
                </a:cxn>
                <a:cxn ang="0">
                  <a:pos x="connsiteX1" y="connsiteY1"/>
                </a:cxn>
                <a:cxn ang="0">
                  <a:pos x="connsiteX2" y="connsiteY2"/>
                </a:cxn>
                <a:cxn ang="0">
                  <a:pos x="connsiteX3" y="connsiteY3"/>
                </a:cxn>
              </a:cxnLst>
              <a:rect l="l" t="t" r="r" b="b"/>
              <a:pathLst>
                <a:path w="1111406" h="1111407">
                  <a:moveTo>
                    <a:pt x="0" y="0"/>
                  </a:moveTo>
                  <a:lnTo>
                    <a:pt x="1111407" y="0"/>
                  </a:lnTo>
                  <a:lnTo>
                    <a:pt x="1111407" y="1111407"/>
                  </a:lnTo>
                  <a:lnTo>
                    <a:pt x="0" y="1111407"/>
                  </a:lnTo>
                  <a:close/>
                </a:path>
              </a:pathLst>
            </a:custGeom>
            <a:solidFill>
              <a:srgbClr val="FF304D"/>
            </a:solidFill>
            <a:ln w="6695" cap="flat">
              <a:noFill/>
              <a:prstDash val="solid"/>
              <a:miter/>
            </a:ln>
          </p:spPr>
          <p:txBody>
            <a:bodyPr rtlCol="0" anchor="ctr"/>
            <a:lstStyle/>
            <a:p>
              <a:pPr algn="ctr">
                <a:lnSpc>
                  <a:spcPct val="90000"/>
                </a:lnSpc>
                <a:spcAft>
                  <a:spcPts val="0"/>
                </a:spcAft>
              </a:pPr>
              <a:r>
                <a:rPr lang="en-US" sz="700"/>
                <a:t>255</a:t>
              </a:r>
            </a:p>
            <a:p>
              <a:pPr algn="ctr">
                <a:lnSpc>
                  <a:spcPct val="90000"/>
                </a:lnSpc>
                <a:spcAft>
                  <a:spcPts val="0"/>
                </a:spcAft>
              </a:pPr>
              <a:r>
                <a:rPr lang="en-US" sz="700"/>
                <a:t>48</a:t>
              </a:r>
            </a:p>
            <a:p>
              <a:pPr algn="ctr">
                <a:lnSpc>
                  <a:spcPct val="90000"/>
                </a:lnSpc>
                <a:spcAft>
                  <a:spcPts val="0"/>
                </a:spcAft>
              </a:pPr>
              <a:r>
                <a:rPr lang="en-US" sz="700"/>
                <a:t>77</a:t>
              </a:r>
            </a:p>
          </p:txBody>
        </p:sp>
        <p:sp>
          <p:nvSpPr>
            <p:cNvPr id="29" name="Forme libre : forme 28">
              <a:extLst>
                <a:ext uri="{FF2B5EF4-FFF2-40B4-BE49-F238E27FC236}">
                  <a16:creationId xmlns:a16="http://schemas.microsoft.com/office/drawing/2014/main" id="{21562F06-1455-4AEC-9BE2-E10D7D6D29F2}"/>
                </a:ext>
              </a:extLst>
            </p:cNvPr>
            <p:cNvSpPr/>
            <p:nvPr/>
          </p:nvSpPr>
          <p:spPr>
            <a:xfrm>
              <a:off x="13535697" y="2405581"/>
              <a:ext cx="360000"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FF455E"/>
            </a:solidFill>
            <a:ln w="6695" cap="flat">
              <a:noFill/>
              <a:prstDash val="solid"/>
              <a:miter/>
            </a:ln>
          </p:spPr>
          <p:txBody>
            <a:bodyPr rtlCol="0" anchor="ctr"/>
            <a:lstStyle/>
            <a:p>
              <a:pPr algn="ctr">
                <a:lnSpc>
                  <a:spcPct val="90000"/>
                </a:lnSpc>
                <a:spcAft>
                  <a:spcPts val="0"/>
                </a:spcAft>
              </a:pPr>
              <a:r>
                <a:rPr lang="en-US" sz="700"/>
                <a:t>255</a:t>
              </a:r>
            </a:p>
            <a:p>
              <a:pPr algn="ctr">
                <a:lnSpc>
                  <a:spcPct val="90000"/>
                </a:lnSpc>
                <a:spcAft>
                  <a:spcPts val="0"/>
                </a:spcAft>
              </a:pPr>
              <a:r>
                <a:rPr lang="en-US" sz="700"/>
                <a:t>69</a:t>
              </a:r>
            </a:p>
            <a:p>
              <a:pPr algn="ctr">
                <a:lnSpc>
                  <a:spcPct val="90000"/>
                </a:lnSpc>
                <a:spcAft>
                  <a:spcPts val="0"/>
                </a:spcAft>
              </a:pPr>
              <a:r>
                <a:rPr lang="en-US" sz="700"/>
                <a:t>94</a:t>
              </a:r>
            </a:p>
          </p:txBody>
        </p:sp>
        <p:sp>
          <p:nvSpPr>
            <p:cNvPr id="30" name="Forme libre : forme 29">
              <a:extLst>
                <a:ext uri="{FF2B5EF4-FFF2-40B4-BE49-F238E27FC236}">
                  <a16:creationId xmlns:a16="http://schemas.microsoft.com/office/drawing/2014/main" id="{D574C07B-B590-4D86-9084-8434CBF3897C}"/>
                </a:ext>
              </a:extLst>
            </p:cNvPr>
            <p:cNvSpPr/>
            <p:nvPr/>
          </p:nvSpPr>
          <p:spPr>
            <a:xfrm>
              <a:off x="13535697" y="1992581"/>
              <a:ext cx="360000"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FF5770"/>
            </a:solidFill>
            <a:ln w="6695" cap="flat">
              <a:noFill/>
              <a:prstDash val="solid"/>
              <a:miter/>
            </a:ln>
          </p:spPr>
          <p:txBody>
            <a:bodyPr rtlCol="0" anchor="ctr"/>
            <a:lstStyle/>
            <a:p>
              <a:pPr algn="ctr">
                <a:lnSpc>
                  <a:spcPct val="90000"/>
                </a:lnSpc>
                <a:spcAft>
                  <a:spcPts val="0"/>
                </a:spcAft>
              </a:pPr>
              <a:r>
                <a:rPr lang="en-US" sz="700"/>
                <a:t>255</a:t>
              </a:r>
            </a:p>
            <a:p>
              <a:pPr algn="ctr">
                <a:lnSpc>
                  <a:spcPct val="90000"/>
                </a:lnSpc>
                <a:spcAft>
                  <a:spcPts val="0"/>
                </a:spcAft>
              </a:pPr>
              <a:r>
                <a:rPr lang="en-US" sz="700"/>
                <a:t>87</a:t>
              </a:r>
            </a:p>
            <a:p>
              <a:pPr algn="ctr">
                <a:lnSpc>
                  <a:spcPct val="90000"/>
                </a:lnSpc>
                <a:spcAft>
                  <a:spcPts val="0"/>
                </a:spcAft>
              </a:pPr>
              <a:r>
                <a:rPr lang="en-US" sz="700"/>
                <a:t>112</a:t>
              </a:r>
            </a:p>
          </p:txBody>
        </p:sp>
        <p:sp>
          <p:nvSpPr>
            <p:cNvPr id="31" name="Forme libre : forme 30">
              <a:extLst>
                <a:ext uri="{FF2B5EF4-FFF2-40B4-BE49-F238E27FC236}">
                  <a16:creationId xmlns:a16="http://schemas.microsoft.com/office/drawing/2014/main" id="{3BD8DAAB-36E6-41B5-AADE-DFE41A9C9027}"/>
                </a:ext>
              </a:extLst>
            </p:cNvPr>
            <p:cNvSpPr/>
            <p:nvPr/>
          </p:nvSpPr>
          <p:spPr>
            <a:xfrm>
              <a:off x="12432704" y="3644581"/>
              <a:ext cx="360000"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811B6F"/>
            </a:solidFill>
            <a:ln w="6695" cap="flat">
              <a:noFill/>
              <a:prstDash val="solid"/>
              <a:miter/>
            </a:ln>
          </p:spPr>
          <p:txBody>
            <a:bodyPr rtlCol="0" anchor="ctr"/>
            <a:lstStyle/>
            <a:p>
              <a:pPr algn="ctr">
                <a:lnSpc>
                  <a:spcPct val="90000"/>
                </a:lnSpc>
                <a:spcAft>
                  <a:spcPts val="0"/>
                </a:spcAft>
              </a:pPr>
              <a:r>
                <a:rPr lang="en-US" sz="700">
                  <a:solidFill>
                    <a:schemeClr val="bg1"/>
                  </a:solidFill>
                </a:rPr>
                <a:t>129</a:t>
              </a:r>
            </a:p>
            <a:p>
              <a:pPr algn="ctr">
                <a:lnSpc>
                  <a:spcPct val="90000"/>
                </a:lnSpc>
                <a:spcAft>
                  <a:spcPts val="0"/>
                </a:spcAft>
              </a:pPr>
              <a:r>
                <a:rPr lang="en-US" sz="700">
                  <a:solidFill>
                    <a:schemeClr val="bg1"/>
                  </a:solidFill>
                </a:rPr>
                <a:t>27</a:t>
              </a:r>
            </a:p>
            <a:p>
              <a:pPr algn="ctr">
                <a:lnSpc>
                  <a:spcPct val="90000"/>
                </a:lnSpc>
                <a:spcAft>
                  <a:spcPts val="0"/>
                </a:spcAft>
              </a:pPr>
              <a:r>
                <a:rPr lang="en-US" sz="700">
                  <a:solidFill>
                    <a:schemeClr val="bg1"/>
                  </a:solidFill>
                </a:rPr>
                <a:t>111</a:t>
              </a:r>
            </a:p>
          </p:txBody>
        </p:sp>
        <p:sp>
          <p:nvSpPr>
            <p:cNvPr id="32" name="Forme libre : forme 31">
              <a:extLst>
                <a:ext uri="{FF2B5EF4-FFF2-40B4-BE49-F238E27FC236}">
                  <a16:creationId xmlns:a16="http://schemas.microsoft.com/office/drawing/2014/main" id="{F37B4E60-30C6-45F4-894D-44DBD9C5FEDC}"/>
                </a:ext>
              </a:extLst>
            </p:cNvPr>
            <p:cNvSpPr/>
            <p:nvPr/>
          </p:nvSpPr>
          <p:spPr>
            <a:xfrm>
              <a:off x="12432704" y="3231581"/>
              <a:ext cx="360000"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A12980"/>
            </a:solidFill>
            <a:ln w="6695" cap="flat">
              <a:noFill/>
              <a:prstDash val="solid"/>
              <a:miter/>
            </a:ln>
          </p:spPr>
          <p:txBody>
            <a:bodyPr rtlCol="0" anchor="ctr"/>
            <a:lstStyle/>
            <a:p>
              <a:pPr algn="ctr">
                <a:lnSpc>
                  <a:spcPct val="90000"/>
                </a:lnSpc>
                <a:spcAft>
                  <a:spcPts val="0"/>
                </a:spcAft>
              </a:pPr>
              <a:r>
                <a:rPr lang="en-US" sz="700">
                  <a:solidFill>
                    <a:schemeClr val="bg1"/>
                  </a:solidFill>
                </a:rPr>
                <a:t>161</a:t>
              </a:r>
            </a:p>
            <a:p>
              <a:pPr algn="ctr">
                <a:lnSpc>
                  <a:spcPct val="90000"/>
                </a:lnSpc>
                <a:spcAft>
                  <a:spcPts val="0"/>
                </a:spcAft>
              </a:pPr>
              <a:r>
                <a:rPr lang="en-US" sz="700">
                  <a:solidFill>
                    <a:schemeClr val="bg1"/>
                  </a:solidFill>
                </a:rPr>
                <a:t>41</a:t>
              </a:r>
            </a:p>
            <a:p>
              <a:pPr algn="ctr">
                <a:lnSpc>
                  <a:spcPct val="90000"/>
                </a:lnSpc>
                <a:spcAft>
                  <a:spcPts val="0"/>
                </a:spcAft>
              </a:pPr>
              <a:r>
                <a:rPr lang="en-US" sz="700">
                  <a:solidFill>
                    <a:schemeClr val="bg1"/>
                  </a:solidFill>
                </a:rPr>
                <a:t>128</a:t>
              </a:r>
            </a:p>
          </p:txBody>
        </p:sp>
        <p:sp>
          <p:nvSpPr>
            <p:cNvPr id="33" name="Forme libre : forme 32">
              <a:extLst>
                <a:ext uri="{FF2B5EF4-FFF2-40B4-BE49-F238E27FC236}">
                  <a16:creationId xmlns:a16="http://schemas.microsoft.com/office/drawing/2014/main" id="{174A02C6-BC47-48E7-9DA9-F5969E31EA9B}"/>
                </a:ext>
              </a:extLst>
            </p:cNvPr>
            <p:cNvSpPr/>
            <p:nvPr/>
          </p:nvSpPr>
          <p:spPr>
            <a:xfrm>
              <a:off x="12432704" y="2818581"/>
              <a:ext cx="360000" cy="406800"/>
            </a:xfrm>
            <a:custGeom>
              <a:avLst/>
              <a:gdLst>
                <a:gd name="connsiteX0" fmla="*/ 0 w 1111406"/>
                <a:gd name="connsiteY0" fmla="*/ 0 h 1111407"/>
                <a:gd name="connsiteX1" fmla="*/ 1111407 w 1111406"/>
                <a:gd name="connsiteY1" fmla="*/ 0 h 1111407"/>
                <a:gd name="connsiteX2" fmla="*/ 1111407 w 1111406"/>
                <a:gd name="connsiteY2" fmla="*/ 1111407 h 1111407"/>
                <a:gd name="connsiteX3" fmla="*/ 0 w 1111406"/>
                <a:gd name="connsiteY3" fmla="*/ 1111407 h 1111407"/>
              </a:gdLst>
              <a:ahLst/>
              <a:cxnLst>
                <a:cxn ang="0">
                  <a:pos x="connsiteX0" y="connsiteY0"/>
                </a:cxn>
                <a:cxn ang="0">
                  <a:pos x="connsiteX1" y="connsiteY1"/>
                </a:cxn>
                <a:cxn ang="0">
                  <a:pos x="connsiteX2" y="connsiteY2"/>
                </a:cxn>
                <a:cxn ang="0">
                  <a:pos x="connsiteX3" y="connsiteY3"/>
                </a:cxn>
              </a:cxnLst>
              <a:rect l="l" t="t" r="r" b="b"/>
              <a:pathLst>
                <a:path w="1111406" h="1111407">
                  <a:moveTo>
                    <a:pt x="0" y="0"/>
                  </a:moveTo>
                  <a:lnTo>
                    <a:pt x="1111407" y="0"/>
                  </a:lnTo>
                  <a:lnTo>
                    <a:pt x="1111407" y="1111407"/>
                  </a:lnTo>
                  <a:lnTo>
                    <a:pt x="0" y="1111407"/>
                  </a:lnTo>
                  <a:close/>
                </a:path>
              </a:pathLst>
            </a:custGeom>
            <a:solidFill>
              <a:srgbClr val="BA2980"/>
            </a:solidFill>
            <a:ln w="6695" cap="flat">
              <a:noFill/>
              <a:prstDash val="solid"/>
              <a:miter/>
            </a:ln>
          </p:spPr>
          <p:txBody>
            <a:bodyPr rtlCol="0" anchor="ctr"/>
            <a:lstStyle/>
            <a:p>
              <a:pPr algn="ctr">
                <a:lnSpc>
                  <a:spcPct val="90000"/>
                </a:lnSpc>
                <a:spcAft>
                  <a:spcPts val="0"/>
                </a:spcAft>
              </a:pPr>
              <a:r>
                <a:rPr lang="en-US" sz="700">
                  <a:solidFill>
                    <a:schemeClr val="bg1"/>
                  </a:solidFill>
                </a:rPr>
                <a:t>186</a:t>
              </a:r>
            </a:p>
            <a:p>
              <a:pPr algn="ctr">
                <a:lnSpc>
                  <a:spcPct val="90000"/>
                </a:lnSpc>
                <a:spcAft>
                  <a:spcPts val="0"/>
                </a:spcAft>
              </a:pPr>
              <a:r>
                <a:rPr lang="en-US" sz="700">
                  <a:solidFill>
                    <a:schemeClr val="bg1"/>
                  </a:solidFill>
                </a:rPr>
                <a:t>41</a:t>
              </a:r>
            </a:p>
            <a:p>
              <a:pPr algn="ctr">
                <a:lnSpc>
                  <a:spcPct val="90000"/>
                </a:lnSpc>
                <a:spcAft>
                  <a:spcPts val="0"/>
                </a:spcAft>
              </a:pPr>
              <a:r>
                <a:rPr lang="en-US" sz="700">
                  <a:solidFill>
                    <a:schemeClr val="bg1"/>
                  </a:solidFill>
                </a:rPr>
                <a:t>128</a:t>
              </a:r>
            </a:p>
          </p:txBody>
        </p:sp>
        <p:sp>
          <p:nvSpPr>
            <p:cNvPr id="34" name="Forme libre : forme 33">
              <a:extLst>
                <a:ext uri="{FF2B5EF4-FFF2-40B4-BE49-F238E27FC236}">
                  <a16:creationId xmlns:a16="http://schemas.microsoft.com/office/drawing/2014/main" id="{7F978581-8BA5-4327-ACCF-D23BD9C30262}"/>
                </a:ext>
              </a:extLst>
            </p:cNvPr>
            <p:cNvSpPr/>
            <p:nvPr/>
          </p:nvSpPr>
          <p:spPr>
            <a:xfrm>
              <a:off x="12432704" y="2405581"/>
              <a:ext cx="360000"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D13A8C"/>
            </a:solidFill>
            <a:ln w="6695" cap="flat">
              <a:noFill/>
              <a:prstDash val="solid"/>
              <a:miter/>
            </a:ln>
          </p:spPr>
          <p:txBody>
            <a:bodyPr rtlCol="0" anchor="ctr"/>
            <a:lstStyle/>
            <a:p>
              <a:pPr algn="ctr">
                <a:lnSpc>
                  <a:spcPct val="90000"/>
                </a:lnSpc>
                <a:spcAft>
                  <a:spcPts val="0"/>
                </a:spcAft>
              </a:pPr>
              <a:r>
                <a:rPr lang="en-US" sz="700"/>
                <a:t>209</a:t>
              </a:r>
            </a:p>
            <a:p>
              <a:pPr algn="ctr">
                <a:lnSpc>
                  <a:spcPct val="90000"/>
                </a:lnSpc>
                <a:spcAft>
                  <a:spcPts val="0"/>
                </a:spcAft>
              </a:pPr>
              <a:r>
                <a:rPr lang="en-US" sz="700"/>
                <a:t>58</a:t>
              </a:r>
            </a:p>
            <a:p>
              <a:pPr algn="ctr">
                <a:lnSpc>
                  <a:spcPct val="90000"/>
                </a:lnSpc>
                <a:spcAft>
                  <a:spcPts val="0"/>
                </a:spcAft>
              </a:pPr>
              <a:r>
                <a:rPr lang="en-US" sz="700"/>
                <a:t>140</a:t>
              </a:r>
            </a:p>
          </p:txBody>
        </p:sp>
        <p:sp>
          <p:nvSpPr>
            <p:cNvPr id="35" name="Forme libre : forme 34">
              <a:extLst>
                <a:ext uri="{FF2B5EF4-FFF2-40B4-BE49-F238E27FC236}">
                  <a16:creationId xmlns:a16="http://schemas.microsoft.com/office/drawing/2014/main" id="{F035DD25-7BE4-4C64-AC77-EB8A30E81461}"/>
                </a:ext>
              </a:extLst>
            </p:cNvPr>
            <p:cNvSpPr/>
            <p:nvPr/>
          </p:nvSpPr>
          <p:spPr>
            <a:xfrm>
              <a:off x="12432704" y="1993636"/>
              <a:ext cx="360000"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E557AD"/>
            </a:solidFill>
            <a:ln w="6695" cap="flat">
              <a:noFill/>
              <a:prstDash val="solid"/>
              <a:miter/>
            </a:ln>
          </p:spPr>
          <p:txBody>
            <a:bodyPr rtlCol="0" anchor="ctr"/>
            <a:lstStyle/>
            <a:p>
              <a:pPr algn="ctr">
                <a:lnSpc>
                  <a:spcPct val="90000"/>
                </a:lnSpc>
                <a:spcAft>
                  <a:spcPts val="0"/>
                </a:spcAft>
              </a:pPr>
              <a:r>
                <a:rPr lang="en-US" sz="700"/>
                <a:t>229</a:t>
              </a:r>
            </a:p>
            <a:p>
              <a:pPr algn="ctr">
                <a:lnSpc>
                  <a:spcPct val="90000"/>
                </a:lnSpc>
                <a:spcAft>
                  <a:spcPts val="0"/>
                </a:spcAft>
              </a:pPr>
              <a:r>
                <a:rPr lang="en-US" sz="700"/>
                <a:t>87</a:t>
              </a:r>
            </a:p>
            <a:p>
              <a:pPr algn="ctr">
                <a:lnSpc>
                  <a:spcPct val="90000"/>
                </a:lnSpc>
                <a:spcAft>
                  <a:spcPts val="0"/>
                </a:spcAft>
              </a:pPr>
              <a:r>
                <a:rPr lang="en-US" sz="700"/>
                <a:t>173</a:t>
              </a:r>
            </a:p>
          </p:txBody>
        </p:sp>
      </p:grpSp>
      <p:grpSp>
        <p:nvGrpSpPr>
          <p:cNvPr id="36" name="Groupe 35">
            <a:extLst>
              <a:ext uri="{FF2B5EF4-FFF2-40B4-BE49-F238E27FC236}">
                <a16:creationId xmlns:a16="http://schemas.microsoft.com/office/drawing/2014/main" id="{F8BD562A-C55A-4203-A4A2-5B6DF517FC63}"/>
              </a:ext>
            </a:extLst>
          </p:cNvPr>
          <p:cNvGrpSpPr/>
          <p:nvPr userDrawn="1"/>
        </p:nvGrpSpPr>
        <p:grpSpPr>
          <a:xfrm>
            <a:off x="12498114" y="2399137"/>
            <a:ext cx="1465123" cy="2058800"/>
            <a:chOff x="14041053" y="1992581"/>
            <a:chExt cx="1465123" cy="2058800"/>
          </a:xfrm>
        </p:grpSpPr>
        <p:sp>
          <p:nvSpPr>
            <p:cNvPr id="37" name="Forme libre : forme 36">
              <a:extLst>
                <a:ext uri="{FF2B5EF4-FFF2-40B4-BE49-F238E27FC236}">
                  <a16:creationId xmlns:a16="http://schemas.microsoft.com/office/drawing/2014/main" id="{8CE8E1E3-B6E5-4BC5-B8A1-84C8A74CC026}"/>
                </a:ext>
              </a:extLst>
            </p:cNvPr>
            <p:cNvSpPr/>
            <p:nvPr/>
          </p:nvSpPr>
          <p:spPr>
            <a:xfrm>
              <a:off x="14777224" y="3644581"/>
              <a:ext cx="360865"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0F434A"/>
            </a:solidFill>
            <a:ln w="6695" cap="flat">
              <a:noFill/>
              <a:prstDash val="solid"/>
              <a:miter/>
            </a:ln>
          </p:spPr>
          <p:txBody>
            <a:bodyPr rtlCol="0" anchor="ctr"/>
            <a:lstStyle/>
            <a:p>
              <a:pPr algn="ctr">
                <a:lnSpc>
                  <a:spcPct val="90000"/>
                </a:lnSpc>
                <a:spcAft>
                  <a:spcPts val="0"/>
                </a:spcAft>
              </a:pPr>
              <a:r>
                <a:rPr lang="en-US" sz="700" b="0">
                  <a:solidFill>
                    <a:schemeClr val="bg1"/>
                  </a:solidFill>
                </a:rPr>
                <a:t>15</a:t>
              </a:r>
            </a:p>
            <a:p>
              <a:pPr algn="ctr">
                <a:lnSpc>
                  <a:spcPct val="90000"/>
                </a:lnSpc>
                <a:spcAft>
                  <a:spcPts val="0"/>
                </a:spcAft>
              </a:pPr>
              <a:r>
                <a:rPr lang="en-US" sz="700" b="0">
                  <a:solidFill>
                    <a:schemeClr val="bg1"/>
                  </a:solidFill>
                </a:rPr>
                <a:t>67</a:t>
              </a:r>
            </a:p>
            <a:p>
              <a:pPr algn="ctr">
                <a:lnSpc>
                  <a:spcPct val="90000"/>
                </a:lnSpc>
                <a:spcAft>
                  <a:spcPts val="0"/>
                </a:spcAft>
              </a:pPr>
              <a:r>
                <a:rPr lang="en-US" sz="700" b="0">
                  <a:solidFill>
                    <a:schemeClr val="bg1"/>
                  </a:solidFill>
                </a:rPr>
                <a:t>74</a:t>
              </a:r>
            </a:p>
          </p:txBody>
        </p:sp>
        <p:sp>
          <p:nvSpPr>
            <p:cNvPr id="38" name="Forme libre : forme 37">
              <a:extLst>
                <a:ext uri="{FF2B5EF4-FFF2-40B4-BE49-F238E27FC236}">
                  <a16:creationId xmlns:a16="http://schemas.microsoft.com/office/drawing/2014/main" id="{66ED445D-7003-4C67-BF1E-D1B22776F926}"/>
                </a:ext>
              </a:extLst>
            </p:cNvPr>
            <p:cNvSpPr/>
            <p:nvPr/>
          </p:nvSpPr>
          <p:spPr>
            <a:xfrm>
              <a:off x="14777224" y="3231581"/>
              <a:ext cx="360865"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0F6A73"/>
            </a:solidFill>
            <a:ln w="6695" cap="flat">
              <a:noFill/>
              <a:prstDash val="solid"/>
              <a:miter/>
            </a:ln>
          </p:spPr>
          <p:txBody>
            <a:bodyPr rtlCol="0" anchor="ctr"/>
            <a:lstStyle/>
            <a:p>
              <a:pPr algn="ctr">
                <a:lnSpc>
                  <a:spcPct val="90000"/>
                </a:lnSpc>
                <a:spcAft>
                  <a:spcPts val="0"/>
                </a:spcAft>
              </a:pPr>
              <a:r>
                <a:rPr lang="en-US" sz="700" b="0">
                  <a:solidFill>
                    <a:schemeClr val="bg1"/>
                  </a:solidFill>
                </a:rPr>
                <a:t>15</a:t>
              </a:r>
            </a:p>
            <a:p>
              <a:pPr algn="ctr">
                <a:lnSpc>
                  <a:spcPct val="90000"/>
                </a:lnSpc>
                <a:spcAft>
                  <a:spcPts val="0"/>
                </a:spcAft>
              </a:pPr>
              <a:r>
                <a:rPr lang="en-US" sz="700" b="0">
                  <a:solidFill>
                    <a:schemeClr val="bg1"/>
                  </a:solidFill>
                </a:rPr>
                <a:t>106</a:t>
              </a:r>
            </a:p>
            <a:p>
              <a:pPr algn="ctr">
                <a:lnSpc>
                  <a:spcPct val="90000"/>
                </a:lnSpc>
                <a:spcAft>
                  <a:spcPts val="0"/>
                </a:spcAft>
              </a:pPr>
              <a:r>
                <a:rPr lang="en-US" sz="700" b="0">
                  <a:solidFill>
                    <a:schemeClr val="bg1"/>
                  </a:solidFill>
                </a:rPr>
                <a:t>115</a:t>
              </a:r>
            </a:p>
          </p:txBody>
        </p:sp>
        <p:sp>
          <p:nvSpPr>
            <p:cNvPr id="39" name="Forme libre : forme 38">
              <a:extLst>
                <a:ext uri="{FF2B5EF4-FFF2-40B4-BE49-F238E27FC236}">
                  <a16:creationId xmlns:a16="http://schemas.microsoft.com/office/drawing/2014/main" id="{ADC94DF3-F270-4891-AF79-CD7A88D41C30}"/>
                </a:ext>
              </a:extLst>
            </p:cNvPr>
            <p:cNvSpPr/>
            <p:nvPr/>
          </p:nvSpPr>
          <p:spPr>
            <a:xfrm>
              <a:off x="14777224" y="2818581"/>
              <a:ext cx="360865" cy="406800"/>
            </a:xfrm>
            <a:custGeom>
              <a:avLst/>
              <a:gdLst>
                <a:gd name="connsiteX0" fmla="*/ 0 w 1111406"/>
                <a:gd name="connsiteY0" fmla="*/ 0 h 1111407"/>
                <a:gd name="connsiteX1" fmla="*/ 1111407 w 1111406"/>
                <a:gd name="connsiteY1" fmla="*/ 0 h 1111407"/>
                <a:gd name="connsiteX2" fmla="*/ 1111407 w 1111406"/>
                <a:gd name="connsiteY2" fmla="*/ 1111407 h 1111407"/>
                <a:gd name="connsiteX3" fmla="*/ 0 w 1111406"/>
                <a:gd name="connsiteY3" fmla="*/ 1111407 h 1111407"/>
              </a:gdLst>
              <a:ahLst/>
              <a:cxnLst>
                <a:cxn ang="0">
                  <a:pos x="connsiteX0" y="connsiteY0"/>
                </a:cxn>
                <a:cxn ang="0">
                  <a:pos x="connsiteX1" y="connsiteY1"/>
                </a:cxn>
                <a:cxn ang="0">
                  <a:pos x="connsiteX2" y="connsiteY2"/>
                </a:cxn>
                <a:cxn ang="0">
                  <a:pos x="connsiteX3" y="connsiteY3"/>
                </a:cxn>
              </a:cxnLst>
              <a:rect l="l" t="t" r="r" b="b"/>
              <a:pathLst>
                <a:path w="1111406" h="1111407">
                  <a:moveTo>
                    <a:pt x="0" y="0"/>
                  </a:moveTo>
                  <a:lnTo>
                    <a:pt x="1111407" y="0"/>
                  </a:lnTo>
                  <a:lnTo>
                    <a:pt x="1111407" y="1111407"/>
                  </a:lnTo>
                  <a:lnTo>
                    <a:pt x="0" y="1111407"/>
                  </a:lnTo>
                  <a:close/>
                </a:path>
              </a:pathLst>
            </a:custGeom>
            <a:solidFill>
              <a:srgbClr val="0F878A"/>
            </a:solidFill>
            <a:ln w="6695" cap="flat">
              <a:noFill/>
              <a:prstDash val="solid"/>
              <a:miter/>
            </a:ln>
          </p:spPr>
          <p:txBody>
            <a:bodyPr rtlCol="0" anchor="ctr"/>
            <a:lstStyle/>
            <a:p>
              <a:pPr algn="ctr">
                <a:lnSpc>
                  <a:spcPct val="90000"/>
                </a:lnSpc>
                <a:spcAft>
                  <a:spcPts val="0"/>
                </a:spcAft>
              </a:pPr>
              <a:r>
                <a:rPr lang="en-US" sz="700" b="0">
                  <a:solidFill>
                    <a:schemeClr val="bg1"/>
                  </a:solidFill>
                </a:rPr>
                <a:t>15</a:t>
              </a:r>
            </a:p>
            <a:p>
              <a:pPr algn="ctr">
                <a:lnSpc>
                  <a:spcPct val="90000"/>
                </a:lnSpc>
                <a:spcAft>
                  <a:spcPts val="0"/>
                </a:spcAft>
              </a:pPr>
              <a:r>
                <a:rPr lang="en-US" sz="700" b="0">
                  <a:solidFill>
                    <a:schemeClr val="bg1"/>
                  </a:solidFill>
                </a:rPr>
                <a:t>135</a:t>
              </a:r>
            </a:p>
            <a:p>
              <a:pPr algn="ctr">
                <a:lnSpc>
                  <a:spcPct val="90000"/>
                </a:lnSpc>
                <a:spcAft>
                  <a:spcPts val="0"/>
                </a:spcAft>
              </a:pPr>
              <a:r>
                <a:rPr lang="en-US" sz="700" b="0">
                  <a:solidFill>
                    <a:schemeClr val="bg1"/>
                  </a:solidFill>
                </a:rPr>
                <a:t>138</a:t>
              </a:r>
            </a:p>
          </p:txBody>
        </p:sp>
        <p:sp>
          <p:nvSpPr>
            <p:cNvPr id="40" name="Forme libre : forme 39">
              <a:extLst>
                <a:ext uri="{FF2B5EF4-FFF2-40B4-BE49-F238E27FC236}">
                  <a16:creationId xmlns:a16="http://schemas.microsoft.com/office/drawing/2014/main" id="{B5057D4C-5664-4AB3-AC51-4D9290C9B601}"/>
                </a:ext>
              </a:extLst>
            </p:cNvPr>
            <p:cNvSpPr/>
            <p:nvPr/>
          </p:nvSpPr>
          <p:spPr>
            <a:xfrm>
              <a:off x="14777224" y="2405581"/>
              <a:ext cx="360865"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00B2A2"/>
            </a:solidFill>
            <a:ln w="6695" cap="flat">
              <a:noFill/>
              <a:prstDash val="solid"/>
              <a:miter/>
            </a:ln>
          </p:spPr>
          <p:txBody>
            <a:bodyPr rtlCol="0" anchor="ctr"/>
            <a:lstStyle/>
            <a:p>
              <a:pPr algn="ctr">
                <a:lnSpc>
                  <a:spcPct val="90000"/>
                </a:lnSpc>
                <a:spcAft>
                  <a:spcPts val="0"/>
                </a:spcAft>
              </a:pPr>
              <a:r>
                <a:rPr lang="en-US" sz="700" b="0"/>
                <a:t>0</a:t>
              </a:r>
            </a:p>
            <a:p>
              <a:pPr algn="ctr">
                <a:lnSpc>
                  <a:spcPct val="90000"/>
                </a:lnSpc>
                <a:spcAft>
                  <a:spcPts val="0"/>
                </a:spcAft>
              </a:pPr>
              <a:r>
                <a:rPr lang="en-US" sz="700" b="0"/>
                <a:t>178</a:t>
              </a:r>
            </a:p>
            <a:p>
              <a:pPr algn="ctr">
                <a:lnSpc>
                  <a:spcPct val="90000"/>
                </a:lnSpc>
                <a:spcAft>
                  <a:spcPts val="0"/>
                </a:spcAft>
              </a:pPr>
              <a:r>
                <a:rPr lang="en-US" sz="700" b="0"/>
                <a:t>162</a:t>
              </a:r>
            </a:p>
          </p:txBody>
        </p:sp>
        <p:sp>
          <p:nvSpPr>
            <p:cNvPr id="41" name="Forme libre : forme 40">
              <a:extLst>
                <a:ext uri="{FF2B5EF4-FFF2-40B4-BE49-F238E27FC236}">
                  <a16:creationId xmlns:a16="http://schemas.microsoft.com/office/drawing/2014/main" id="{B9768BD9-C025-437A-9C82-F4EB248998E9}"/>
                </a:ext>
              </a:extLst>
            </p:cNvPr>
            <p:cNvSpPr/>
            <p:nvPr/>
          </p:nvSpPr>
          <p:spPr>
            <a:xfrm>
              <a:off x="14777224" y="1992581"/>
              <a:ext cx="360865"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00E0CB"/>
            </a:solidFill>
            <a:ln w="6695" cap="flat">
              <a:noFill/>
              <a:prstDash val="solid"/>
              <a:miter/>
            </a:ln>
          </p:spPr>
          <p:txBody>
            <a:bodyPr rtlCol="0" anchor="ctr"/>
            <a:lstStyle/>
            <a:p>
              <a:pPr algn="ctr">
                <a:lnSpc>
                  <a:spcPct val="90000"/>
                </a:lnSpc>
                <a:spcAft>
                  <a:spcPts val="0"/>
                </a:spcAft>
              </a:pPr>
              <a:r>
                <a:rPr lang="en-US" sz="700" b="0"/>
                <a:t>0</a:t>
              </a:r>
            </a:p>
            <a:p>
              <a:pPr algn="ctr">
                <a:lnSpc>
                  <a:spcPct val="90000"/>
                </a:lnSpc>
                <a:spcAft>
                  <a:spcPts val="0"/>
                </a:spcAft>
              </a:pPr>
              <a:r>
                <a:rPr lang="en-US" sz="700" b="0"/>
                <a:t>244</a:t>
              </a:r>
            </a:p>
            <a:p>
              <a:pPr algn="ctr">
                <a:lnSpc>
                  <a:spcPct val="90000"/>
                </a:lnSpc>
                <a:spcAft>
                  <a:spcPts val="0"/>
                </a:spcAft>
              </a:pPr>
              <a:r>
                <a:rPr lang="en-US" sz="700" b="0"/>
                <a:t>203</a:t>
              </a:r>
            </a:p>
          </p:txBody>
        </p:sp>
        <p:sp>
          <p:nvSpPr>
            <p:cNvPr id="42" name="Forme libre : forme 41">
              <a:extLst>
                <a:ext uri="{FF2B5EF4-FFF2-40B4-BE49-F238E27FC236}">
                  <a16:creationId xmlns:a16="http://schemas.microsoft.com/office/drawing/2014/main" id="{B55B7EBC-24A1-4778-954C-CA69CD873710}"/>
                </a:ext>
              </a:extLst>
            </p:cNvPr>
            <p:cNvSpPr/>
            <p:nvPr/>
          </p:nvSpPr>
          <p:spPr>
            <a:xfrm>
              <a:off x="14041053" y="3644581"/>
              <a:ext cx="360865"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178036"/>
            </a:solidFill>
            <a:ln w="6695" cap="flat">
              <a:noFill/>
              <a:prstDash val="solid"/>
              <a:miter/>
            </a:ln>
          </p:spPr>
          <p:txBody>
            <a:bodyPr rtlCol="0" anchor="ctr"/>
            <a:lstStyle/>
            <a:p>
              <a:pPr algn="ctr">
                <a:lnSpc>
                  <a:spcPct val="90000"/>
                </a:lnSpc>
                <a:spcAft>
                  <a:spcPts val="0"/>
                </a:spcAft>
              </a:pPr>
              <a:r>
                <a:rPr lang="en-US" sz="700" b="0">
                  <a:solidFill>
                    <a:schemeClr val="bg1"/>
                  </a:solidFill>
                </a:rPr>
                <a:t>23</a:t>
              </a:r>
            </a:p>
            <a:p>
              <a:pPr algn="ctr">
                <a:lnSpc>
                  <a:spcPct val="90000"/>
                </a:lnSpc>
                <a:spcAft>
                  <a:spcPts val="0"/>
                </a:spcAft>
              </a:pPr>
              <a:r>
                <a:rPr lang="en-US" sz="700" b="0">
                  <a:solidFill>
                    <a:schemeClr val="bg1"/>
                  </a:solidFill>
                </a:rPr>
                <a:t>128</a:t>
              </a:r>
            </a:p>
            <a:p>
              <a:pPr algn="ctr">
                <a:lnSpc>
                  <a:spcPct val="90000"/>
                </a:lnSpc>
                <a:spcAft>
                  <a:spcPts val="0"/>
                </a:spcAft>
              </a:pPr>
              <a:r>
                <a:rPr lang="en-US" sz="700" b="0">
                  <a:solidFill>
                    <a:schemeClr val="bg1"/>
                  </a:solidFill>
                </a:rPr>
                <a:t>54</a:t>
              </a:r>
            </a:p>
          </p:txBody>
        </p:sp>
        <p:sp>
          <p:nvSpPr>
            <p:cNvPr id="43" name="Forme libre : forme 42">
              <a:extLst>
                <a:ext uri="{FF2B5EF4-FFF2-40B4-BE49-F238E27FC236}">
                  <a16:creationId xmlns:a16="http://schemas.microsoft.com/office/drawing/2014/main" id="{8A71FF8C-1C8C-4DA5-BDDC-5559003BC9EC}"/>
                </a:ext>
              </a:extLst>
            </p:cNvPr>
            <p:cNvSpPr/>
            <p:nvPr/>
          </p:nvSpPr>
          <p:spPr>
            <a:xfrm>
              <a:off x="14041053" y="3231581"/>
              <a:ext cx="360865"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178C3D"/>
            </a:solidFill>
            <a:ln w="6695" cap="flat">
              <a:noFill/>
              <a:prstDash val="solid"/>
              <a:miter/>
            </a:ln>
          </p:spPr>
          <p:txBody>
            <a:bodyPr rtlCol="0" anchor="ctr"/>
            <a:lstStyle/>
            <a:p>
              <a:pPr algn="ctr">
                <a:lnSpc>
                  <a:spcPct val="90000"/>
                </a:lnSpc>
                <a:spcAft>
                  <a:spcPts val="0"/>
                </a:spcAft>
              </a:pPr>
              <a:r>
                <a:rPr lang="en-US" sz="700" b="0">
                  <a:solidFill>
                    <a:schemeClr val="bg1"/>
                  </a:solidFill>
                </a:rPr>
                <a:t>23</a:t>
              </a:r>
            </a:p>
            <a:p>
              <a:pPr algn="ctr">
                <a:lnSpc>
                  <a:spcPct val="90000"/>
                </a:lnSpc>
                <a:spcAft>
                  <a:spcPts val="0"/>
                </a:spcAft>
              </a:pPr>
              <a:r>
                <a:rPr lang="en-US" sz="700" b="0">
                  <a:solidFill>
                    <a:schemeClr val="bg1"/>
                  </a:solidFill>
                </a:rPr>
                <a:t>140</a:t>
              </a:r>
            </a:p>
            <a:p>
              <a:pPr algn="ctr">
                <a:lnSpc>
                  <a:spcPct val="90000"/>
                </a:lnSpc>
                <a:spcAft>
                  <a:spcPts val="0"/>
                </a:spcAft>
              </a:pPr>
              <a:r>
                <a:rPr lang="en-US" sz="700" b="0">
                  <a:solidFill>
                    <a:schemeClr val="bg1"/>
                  </a:solidFill>
                </a:rPr>
                <a:t>61</a:t>
              </a:r>
            </a:p>
          </p:txBody>
        </p:sp>
        <p:sp>
          <p:nvSpPr>
            <p:cNvPr id="44" name="Forme libre : forme 43">
              <a:extLst>
                <a:ext uri="{FF2B5EF4-FFF2-40B4-BE49-F238E27FC236}">
                  <a16:creationId xmlns:a16="http://schemas.microsoft.com/office/drawing/2014/main" id="{65AE6D7F-AF43-48CF-A55F-487BBDB32479}"/>
                </a:ext>
              </a:extLst>
            </p:cNvPr>
            <p:cNvSpPr/>
            <p:nvPr/>
          </p:nvSpPr>
          <p:spPr>
            <a:xfrm>
              <a:off x="14041053" y="2818581"/>
              <a:ext cx="360865" cy="406800"/>
            </a:xfrm>
            <a:custGeom>
              <a:avLst/>
              <a:gdLst>
                <a:gd name="connsiteX0" fmla="*/ 0 w 1111406"/>
                <a:gd name="connsiteY0" fmla="*/ 0 h 1111407"/>
                <a:gd name="connsiteX1" fmla="*/ 1111407 w 1111406"/>
                <a:gd name="connsiteY1" fmla="*/ 0 h 1111407"/>
                <a:gd name="connsiteX2" fmla="*/ 1111407 w 1111406"/>
                <a:gd name="connsiteY2" fmla="*/ 1111407 h 1111407"/>
                <a:gd name="connsiteX3" fmla="*/ 0 w 1111406"/>
                <a:gd name="connsiteY3" fmla="*/ 1111407 h 1111407"/>
              </a:gdLst>
              <a:ahLst/>
              <a:cxnLst>
                <a:cxn ang="0">
                  <a:pos x="connsiteX0" y="connsiteY0"/>
                </a:cxn>
                <a:cxn ang="0">
                  <a:pos x="connsiteX1" y="connsiteY1"/>
                </a:cxn>
                <a:cxn ang="0">
                  <a:pos x="connsiteX2" y="connsiteY2"/>
                </a:cxn>
                <a:cxn ang="0">
                  <a:pos x="connsiteX3" y="connsiteY3"/>
                </a:cxn>
              </a:cxnLst>
              <a:rect l="l" t="t" r="r" b="b"/>
              <a:pathLst>
                <a:path w="1111406" h="1111407">
                  <a:moveTo>
                    <a:pt x="0" y="0"/>
                  </a:moveTo>
                  <a:lnTo>
                    <a:pt x="1111407" y="0"/>
                  </a:lnTo>
                  <a:lnTo>
                    <a:pt x="1111407" y="1111407"/>
                  </a:lnTo>
                  <a:lnTo>
                    <a:pt x="0" y="1111407"/>
                  </a:lnTo>
                  <a:close/>
                </a:path>
              </a:pathLst>
            </a:custGeom>
            <a:solidFill>
              <a:srgbClr val="2EA657"/>
            </a:solidFill>
            <a:ln w="6695" cap="flat">
              <a:noFill/>
              <a:prstDash val="solid"/>
              <a:miter/>
            </a:ln>
          </p:spPr>
          <p:txBody>
            <a:bodyPr rtlCol="0" anchor="ctr"/>
            <a:lstStyle/>
            <a:p>
              <a:pPr algn="ctr">
                <a:lnSpc>
                  <a:spcPct val="90000"/>
                </a:lnSpc>
                <a:spcAft>
                  <a:spcPts val="0"/>
                </a:spcAft>
              </a:pPr>
              <a:r>
                <a:rPr lang="en-US" sz="700" b="0"/>
                <a:t>46</a:t>
              </a:r>
            </a:p>
            <a:p>
              <a:pPr algn="ctr">
                <a:lnSpc>
                  <a:spcPct val="90000"/>
                </a:lnSpc>
                <a:spcAft>
                  <a:spcPts val="0"/>
                </a:spcAft>
              </a:pPr>
              <a:r>
                <a:rPr lang="en-US" sz="700" b="0"/>
                <a:t>166</a:t>
              </a:r>
            </a:p>
            <a:p>
              <a:pPr algn="ctr">
                <a:lnSpc>
                  <a:spcPct val="90000"/>
                </a:lnSpc>
                <a:spcAft>
                  <a:spcPts val="0"/>
                </a:spcAft>
              </a:pPr>
              <a:r>
                <a:rPr lang="en-US" sz="700" b="0"/>
                <a:t>87</a:t>
              </a:r>
            </a:p>
          </p:txBody>
        </p:sp>
        <p:sp>
          <p:nvSpPr>
            <p:cNvPr id="45" name="Forme libre : forme 44">
              <a:extLst>
                <a:ext uri="{FF2B5EF4-FFF2-40B4-BE49-F238E27FC236}">
                  <a16:creationId xmlns:a16="http://schemas.microsoft.com/office/drawing/2014/main" id="{BB812469-8FE0-44CE-9114-2BFB32567204}"/>
                </a:ext>
              </a:extLst>
            </p:cNvPr>
            <p:cNvSpPr/>
            <p:nvPr/>
          </p:nvSpPr>
          <p:spPr>
            <a:xfrm>
              <a:off x="14041053" y="2405581"/>
              <a:ext cx="360865"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33B569"/>
            </a:solidFill>
            <a:ln w="6695" cap="flat">
              <a:noFill/>
              <a:prstDash val="solid"/>
              <a:miter/>
            </a:ln>
          </p:spPr>
          <p:txBody>
            <a:bodyPr rtlCol="0" anchor="ctr"/>
            <a:lstStyle/>
            <a:p>
              <a:pPr algn="ctr">
                <a:lnSpc>
                  <a:spcPct val="90000"/>
                </a:lnSpc>
                <a:spcAft>
                  <a:spcPts val="0"/>
                </a:spcAft>
              </a:pPr>
              <a:r>
                <a:rPr lang="en-US" sz="700" b="0"/>
                <a:t>51</a:t>
              </a:r>
            </a:p>
            <a:p>
              <a:pPr algn="ctr">
                <a:lnSpc>
                  <a:spcPct val="90000"/>
                </a:lnSpc>
                <a:spcAft>
                  <a:spcPts val="0"/>
                </a:spcAft>
              </a:pPr>
              <a:r>
                <a:rPr lang="en-US" sz="700" b="0"/>
                <a:t>181</a:t>
              </a:r>
            </a:p>
            <a:p>
              <a:pPr algn="ctr">
                <a:lnSpc>
                  <a:spcPct val="90000"/>
                </a:lnSpc>
                <a:spcAft>
                  <a:spcPts val="0"/>
                </a:spcAft>
              </a:pPr>
              <a:r>
                <a:rPr lang="en-US" sz="700" b="0"/>
                <a:t>105</a:t>
              </a:r>
            </a:p>
          </p:txBody>
        </p:sp>
        <p:sp>
          <p:nvSpPr>
            <p:cNvPr id="46" name="Forme libre : forme 45">
              <a:extLst>
                <a:ext uri="{FF2B5EF4-FFF2-40B4-BE49-F238E27FC236}">
                  <a16:creationId xmlns:a16="http://schemas.microsoft.com/office/drawing/2014/main" id="{087DD0C6-F577-494A-A297-D5E55A43A8E3}"/>
                </a:ext>
              </a:extLst>
            </p:cNvPr>
            <p:cNvSpPr/>
            <p:nvPr/>
          </p:nvSpPr>
          <p:spPr>
            <a:xfrm>
              <a:off x="14041053" y="1992581"/>
              <a:ext cx="360865"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57CF80"/>
            </a:solidFill>
            <a:ln w="6695" cap="flat">
              <a:noFill/>
              <a:prstDash val="solid"/>
              <a:miter/>
            </a:ln>
          </p:spPr>
          <p:txBody>
            <a:bodyPr rtlCol="0" anchor="ctr"/>
            <a:lstStyle/>
            <a:p>
              <a:pPr algn="ctr">
                <a:lnSpc>
                  <a:spcPct val="90000"/>
                </a:lnSpc>
                <a:spcAft>
                  <a:spcPts val="0"/>
                </a:spcAft>
              </a:pPr>
              <a:endParaRPr lang="en-US" sz="700" b="0"/>
            </a:p>
            <a:p>
              <a:pPr algn="ctr">
                <a:lnSpc>
                  <a:spcPct val="90000"/>
                </a:lnSpc>
                <a:spcAft>
                  <a:spcPts val="0"/>
                </a:spcAft>
              </a:pPr>
              <a:r>
                <a:rPr lang="en-US" sz="700" b="0"/>
                <a:t>87</a:t>
              </a:r>
            </a:p>
            <a:p>
              <a:pPr algn="ctr">
                <a:lnSpc>
                  <a:spcPct val="90000"/>
                </a:lnSpc>
                <a:spcAft>
                  <a:spcPts val="0"/>
                </a:spcAft>
              </a:pPr>
              <a:r>
                <a:rPr lang="en-US" sz="700" b="0"/>
                <a:t>207</a:t>
              </a:r>
            </a:p>
            <a:p>
              <a:pPr algn="ctr">
                <a:lnSpc>
                  <a:spcPct val="90000"/>
                </a:lnSpc>
                <a:spcAft>
                  <a:spcPts val="0"/>
                </a:spcAft>
              </a:pPr>
              <a:r>
                <a:rPr lang="en-US" sz="700" b="0"/>
                <a:t>128</a:t>
              </a:r>
            </a:p>
            <a:p>
              <a:pPr algn="ctr">
                <a:lnSpc>
                  <a:spcPct val="90000"/>
                </a:lnSpc>
                <a:spcAft>
                  <a:spcPts val="0"/>
                </a:spcAft>
              </a:pPr>
              <a:endParaRPr lang="en-US" sz="700" b="0"/>
            </a:p>
          </p:txBody>
        </p:sp>
        <p:sp>
          <p:nvSpPr>
            <p:cNvPr id="47" name="Forme libre : forme 46">
              <a:extLst>
                <a:ext uri="{FF2B5EF4-FFF2-40B4-BE49-F238E27FC236}">
                  <a16:creationId xmlns:a16="http://schemas.microsoft.com/office/drawing/2014/main" id="{63FCFCED-B4ED-4BE7-976A-F5D85C1B8C74}"/>
                </a:ext>
              </a:extLst>
            </p:cNvPr>
            <p:cNvSpPr/>
            <p:nvPr/>
          </p:nvSpPr>
          <p:spPr>
            <a:xfrm>
              <a:off x="15145311" y="3644581"/>
              <a:ext cx="360865"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173340"/>
            </a:solidFill>
            <a:ln w="6695" cap="flat">
              <a:noFill/>
              <a:prstDash val="solid"/>
              <a:miter/>
            </a:ln>
          </p:spPr>
          <p:txBody>
            <a:bodyPr rtlCol="0" anchor="ctr"/>
            <a:lstStyle/>
            <a:p>
              <a:pPr algn="ctr">
                <a:lnSpc>
                  <a:spcPct val="90000"/>
                </a:lnSpc>
                <a:spcAft>
                  <a:spcPts val="0"/>
                </a:spcAft>
              </a:pPr>
              <a:r>
                <a:rPr lang="en-US" sz="700" b="0">
                  <a:solidFill>
                    <a:schemeClr val="bg1"/>
                  </a:solidFill>
                </a:rPr>
                <a:t>23</a:t>
              </a:r>
            </a:p>
            <a:p>
              <a:pPr algn="ctr">
                <a:lnSpc>
                  <a:spcPct val="90000"/>
                </a:lnSpc>
                <a:spcAft>
                  <a:spcPts val="0"/>
                </a:spcAft>
              </a:pPr>
              <a:r>
                <a:rPr lang="en-US" sz="700" b="0">
                  <a:solidFill>
                    <a:schemeClr val="bg1"/>
                  </a:solidFill>
                </a:rPr>
                <a:t>51</a:t>
              </a:r>
            </a:p>
            <a:p>
              <a:pPr algn="ctr">
                <a:lnSpc>
                  <a:spcPct val="90000"/>
                </a:lnSpc>
                <a:spcAft>
                  <a:spcPts val="0"/>
                </a:spcAft>
              </a:pPr>
              <a:r>
                <a:rPr lang="en-US" sz="700" b="0">
                  <a:solidFill>
                    <a:schemeClr val="bg1"/>
                  </a:solidFill>
                </a:rPr>
                <a:t>64</a:t>
              </a:r>
            </a:p>
          </p:txBody>
        </p:sp>
        <p:sp>
          <p:nvSpPr>
            <p:cNvPr id="48" name="Forme libre : forme 47">
              <a:extLst>
                <a:ext uri="{FF2B5EF4-FFF2-40B4-BE49-F238E27FC236}">
                  <a16:creationId xmlns:a16="http://schemas.microsoft.com/office/drawing/2014/main" id="{63385D66-3F37-46EF-8474-FA1A5456BF8F}"/>
                </a:ext>
              </a:extLst>
            </p:cNvPr>
            <p:cNvSpPr/>
            <p:nvPr/>
          </p:nvSpPr>
          <p:spPr>
            <a:xfrm>
              <a:off x="15145311" y="3231581"/>
              <a:ext cx="360865"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214554"/>
            </a:solidFill>
            <a:ln w="6695" cap="flat">
              <a:noFill/>
              <a:prstDash val="solid"/>
              <a:miter/>
            </a:ln>
          </p:spPr>
          <p:txBody>
            <a:bodyPr rtlCol="0" anchor="ctr"/>
            <a:lstStyle/>
            <a:p>
              <a:pPr algn="ctr">
                <a:lnSpc>
                  <a:spcPct val="90000"/>
                </a:lnSpc>
                <a:spcAft>
                  <a:spcPts val="0"/>
                </a:spcAft>
              </a:pPr>
              <a:r>
                <a:rPr lang="en-US" sz="700" b="0">
                  <a:solidFill>
                    <a:schemeClr val="bg1"/>
                  </a:solidFill>
                </a:rPr>
                <a:t>33</a:t>
              </a:r>
            </a:p>
            <a:p>
              <a:pPr algn="ctr">
                <a:lnSpc>
                  <a:spcPct val="90000"/>
                </a:lnSpc>
                <a:spcAft>
                  <a:spcPts val="0"/>
                </a:spcAft>
              </a:pPr>
              <a:r>
                <a:rPr lang="en-US" sz="700" b="0">
                  <a:solidFill>
                    <a:schemeClr val="bg1"/>
                  </a:solidFill>
                </a:rPr>
                <a:t>69</a:t>
              </a:r>
            </a:p>
            <a:p>
              <a:pPr algn="ctr">
                <a:lnSpc>
                  <a:spcPct val="90000"/>
                </a:lnSpc>
                <a:spcAft>
                  <a:spcPts val="0"/>
                </a:spcAft>
              </a:pPr>
              <a:r>
                <a:rPr lang="en-US" sz="700" b="0">
                  <a:solidFill>
                    <a:schemeClr val="bg1"/>
                  </a:solidFill>
                </a:rPr>
                <a:t>84</a:t>
              </a:r>
            </a:p>
          </p:txBody>
        </p:sp>
        <p:sp>
          <p:nvSpPr>
            <p:cNvPr id="49" name="Forme libre : forme 48">
              <a:extLst>
                <a:ext uri="{FF2B5EF4-FFF2-40B4-BE49-F238E27FC236}">
                  <a16:creationId xmlns:a16="http://schemas.microsoft.com/office/drawing/2014/main" id="{D575BA76-14B5-4DF5-ADD1-BC6AB1DA89AE}"/>
                </a:ext>
              </a:extLst>
            </p:cNvPr>
            <p:cNvSpPr/>
            <p:nvPr/>
          </p:nvSpPr>
          <p:spPr>
            <a:xfrm>
              <a:off x="15145311" y="2818581"/>
              <a:ext cx="360865" cy="406800"/>
            </a:xfrm>
            <a:custGeom>
              <a:avLst/>
              <a:gdLst>
                <a:gd name="connsiteX0" fmla="*/ 0 w 1111406"/>
                <a:gd name="connsiteY0" fmla="*/ 0 h 1111407"/>
                <a:gd name="connsiteX1" fmla="*/ 1111407 w 1111406"/>
                <a:gd name="connsiteY1" fmla="*/ 0 h 1111407"/>
                <a:gd name="connsiteX2" fmla="*/ 1111407 w 1111406"/>
                <a:gd name="connsiteY2" fmla="*/ 1111407 h 1111407"/>
                <a:gd name="connsiteX3" fmla="*/ 0 w 1111406"/>
                <a:gd name="connsiteY3" fmla="*/ 1111407 h 1111407"/>
              </a:gdLst>
              <a:ahLst/>
              <a:cxnLst>
                <a:cxn ang="0">
                  <a:pos x="connsiteX0" y="connsiteY0"/>
                </a:cxn>
                <a:cxn ang="0">
                  <a:pos x="connsiteX1" y="connsiteY1"/>
                </a:cxn>
                <a:cxn ang="0">
                  <a:pos x="connsiteX2" y="connsiteY2"/>
                </a:cxn>
                <a:cxn ang="0">
                  <a:pos x="connsiteX3" y="connsiteY3"/>
                </a:cxn>
              </a:cxnLst>
              <a:rect l="l" t="t" r="r" b="b"/>
              <a:pathLst>
                <a:path w="1111406" h="1111407">
                  <a:moveTo>
                    <a:pt x="0" y="0"/>
                  </a:moveTo>
                  <a:lnTo>
                    <a:pt x="1111407" y="0"/>
                  </a:lnTo>
                  <a:lnTo>
                    <a:pt x="1111407" y="1111407"/>
                  </a:lnTo>
                  <a:lnTo>
                    <a:pt x="0" y="1111407"/>
                  </a:lnTo>
                  <a:close/>
                </a:path>
              </a:pathLst>
            </a:custGeom>
            <a:solidFill>
              <a:srgbClr val="14596B"/>
            </a:solidFill>
            <a:ln w="6695" cap="flat">
              <a:noFill/>
              <a:prstDash val="solid"/>
              <a:miter/>
            </a:ln>
          </p:spPr>
          <p:txBody>
            <a:bodyPr rtlCol="0" anchor="ctr"/>
            <a:lstStyle/>
            <a:p>
              <a:pPr algn="ctr">
                <a:lnSpc>
                  <a:spcPct val="90000"/>
                </a:lnSpc>
                <a:spcAft>
                  <a:spcPts val="0"/>
                </a:spcAft>
              </a:pPr>
              <a:r>
                <a:rPr lang="en-US" sz="700" b="0">
                  <a:solidFill>
                    <a:schemeClr val="bg1"/>
                  </a:solidFill>
                </a:rPr>
                <a:t>20</a:t>
              </a:r>
            </a:p>
            <a:p>
              <a:pPr algn="ctr">
                <a:lnSpc>
                  <a:spcPct val="90000"/>
                </a:lnSpc>
                <a:spcAft>
                  <a:spcPts val="0"/>
                </a:spcAft>
              </a:pPr>
              <a:r>
                <a:rPr lang="en-US" sz="700" b="0">
                  <a:solidFill>
                    <a:schemeClr val="bg1"/>
                  </a:solidFill>
                </a:rPr>
                <a:t>89</a:t>
              </a:r>
            </a:p>
            <a:p>
              <a:pPr algn="ctr">
                <a:lnSpc>
                  <a:spcPct val="90000"/>
                </a:lnSpc>
                <a:spcAft>
                  <a:spcPts val="0"/>
                </a:spcAft>
              </a:pPr>
              <a:r>
                <a:rPr lang="en-US" sz="700" b="0">
                  <a:solidFill>
                    <a:schemeClr val="bg1"/>
                  </a:solidFill>
                </a:rPr>
                <a:t>107</a:t>
              </a:r>
            </a:p>
          </p:txBody>
        </p:sp>
        <p:sp>
          <p:nvSpPr>
            <p:cNvPr id="50" name="Forme libre : forme 49">
              <a:extLst>
                <a:ext uri="{FF2B5EF4-FFF2-40B4-BE49-F238E27FC236}">
                  <a16:creationId xmlns:a16="http://schemas.microsoft.com/office/drawing/2014/main" id="{ED7E39D7-0895-42F2-A436-A1E0A1E54A91}"/>
                </a:ext>
              </a:extLst>
            </p:cNvPr>
            <p:cNvSpPr/>
            <p:nvPr/>
          </p:nvSpPr>
          <p:spPr>
            <a:xfrm>
              <a:off x="15145311" y="2405581"/>
              <a:ext cx="360865"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336B7D"/>
            </a:solidFill>
            <a:ln w="6695" cap="flat">
              <a:noFill/>
              <a:prstDash val="solid"/>
              <a:miter/>
            </a:ln>
          </p:spPr>
          <p:txBody>
            <a:bodyPr rtlCol="0" anchor="ctr"/>
            <a:lstStyle/>
            <a:p>
              <a:pPr algn="ctr">
                <a:lnSpc>
                  <a:spcPct val="90000"/>
                </a:lnSpc>
                <a:spcAft>
                  <a:spcPts val="0"/>
                </a:spcAft>
              </a:pPr>
              <a:r>
                <a:rPr lang="en-US" sz="700" b="0">
                  <a:solidFill>
                    <a:schemeClr val="bg1"/>
                  </a:solidFill>
                </a:rPr>
                <a:t>51</a:t>
              </a:r>
            </a:p>
            <a:p>
              <a:pPr algn="ctr">
                <a:lnSpc>
                  <a:spcPct val="90000"/>
                </a:lnSpc>
                <a:spcAft>
                  <a:spcPts val="0"/>
                </a:spcAft>
              </a:pPr>
              <a:r>
                <a:rPr lang="en-US" sz="700" b="0">
                  <a:solidFill>
                    <a:schemeClr val="bg1"/>
                  </a:solidFill>
                </a:rPr>
                <a:t>107</a:t>
              </a:r>
            </a:p>
            <a:p>
              <a:pPr algn="ctr">
                <a:lnSpc>
                  <a:spcPct val="90000"/>
                </a:lnSpc>
                <a:spcAft>
                  <a:spcPts val="0"/>
                </a:spcAft>
              </a:pPr>
              <a:r>
                <a:rPr lang="en-US" sz="700" b="0">
                  <a:solidFill>
                    <a:schemeClr val="bg1"/>
                  </a:solidFill>
                </a:rPr>
                <a:t>25</a:t>
              </a:r>
            </a:p>
          </p:txBody>
        </p:sp>
        <p:sp>
          <p:nvSpPr>
            <p:cNvPr id="51" name="Forme libre : forme 50">
              <a:extLst>
                <a:ext uri="{FF2B5EF4-FFF2-40B4-BE49-F238E27FC236}">
                  <a16:creationId xmlns:a16="http://schemas.microsoft.com/office/drawing/2014/main" id="{7F14B4ED-60EF-4BE7-B7A4-0FB240CA8293}"/>
                </a:ext>
              </a:extLst>
            </p:cNvPr>
            <p:cNvSpPr/>
            <p:nvPr/>
          </p:nvSpPr>
          <p:spPr>
            <a:xfrm>
              <a:off x="15145311" y="1992581"/>
              <a:ext cx="360865"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338091"/>
            </a:solidFill>
            <a:ln w="6695" cap="flat">
              <a:noFill/>
              <a:prstDash val="solid"/>
              <a:miter/>
            </a:ln>
          </p:spPr>
          <p:txBody>
            <a:bodyPr rtlCol="0" anchor="ctr"/>
            <a:lstStyle/>
            <a:p>
              <a:pPr algn="ctr">
                <a:lnSpc>
                  <a:spcPct val="90000"/>
                </a:lnSpc>
                <a:spcAft>
                  <a:spcPts val="0"/>
                </a:spcAft>
              </a:pPr>
              <a:r>
                <a:rPr lang="en-US" sz="700" b="0">
                  <a:solidFill>
                    <a:schemeClr val="bg1"/>
                  </a:solidFill>
                </a:rPr>
                <a:t>51</a:t>
              </a:r>
            </a:p>
            <a:p>
              <a:pPr algn="ctr">
                <a:lnSpc>
                  <a:spcPct val="90000"/>
                </a:lnSpc>
                <a:spcAft>
                  <a:spcPts val="0"/>
                </a:spcAft>
              </a:pPr>
              <a:r>
                <a:rPr lang="en-US" sz="700" b="0">
                  <a:solidFill>
                    <a:schemeClr val="bg1"/>
                  </a:solidFill>
                </a:rPr>
                <a:t>128</a:t>
              </a:r>
            </a:p>
            <a:p>
              <a:pPr algn="ctr">
                <a:lnSpc>
                  <a:spcPct val="90000"/>
                </a:lnSpc>
                <a:spcAft>
                  <a:spcPts val="0"/>
                </a:spcAft>
              </a:pPr>
              <a:r>
                <a:rPr lang="en-US" sz="700" b="0">
                  <a:solidFill>
                    <a:schemeClr val="bg1"/>
                  </a:solidFill>
                </a:rPr>
                <a:t>145</a:t>
              </a:r>
            </a:p>
          </p:txBody>
        </p:sp>
        <p:sp>
          <p:nvSpPr>
            <p:cNvPr id="52" name="Forme libre : forme 51">
              <a:extLst>
                <a:ext uri="{FF2B5EF4-FFF2-40B4-BE49-F238E27FC236}">
                  <a16:creationId xmlns:a16="http://schemas.microsoft.com/office/drawing/2014/main" id="{8D5432DA-02B7-4610-BE57-7195507870C7}"/>
                </a:ext>
              </a:extLst>
            </p:cNvPr>
            <p:cNvSpPr/>
            <p:nvPr/>
          </p:nvSpPr>
          <p:spPr>
            <a:xfrm>
              <a:off x="14408740" y="3644581"/>
              <a:ext cx="360865"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007D74"/>
            </a:solidFill>
            <a:ln w="6695" cap="flat">
              <a:noFill/>
              <a:prstDash val="solid"/>
              <a:miter/>
            </a:ln>
          </p:spPr>
          <p:txBody>
            <a:bodyPr rtlCol="0" anchor="ctr"/>
            <a:lstStyle/>
            <a:p>
              <a:pPr algn="ctr">
                <a:lnSpc>
                  <a:spcPct val="90000"/>
                </a:lnSpc>
                <a:spcAft>
                  <a:spcPts val="0"/>
                </a:spcAft>
              </a:pPr>
              <a:r>
                <a:rPr lang="en-US" sz="700" b="0">
                  <a:solidFill>
                    <a:schemeClr val="bg1"/>
                  </a:solidFill>
                </a:rPr>
                <a:t>0</a:t>
              </a:r>
            </a:p>
            <a:p>
              <a:pPr algn="ctr">
                <a:lnSpc>
                  <a:spcPct val="90000"/>
                </a:lnSpc>
                <a:spcAft>
                  <a:spcPts val="0"/>
                </a:spcAft>
              </a:pPr>
              <a:r>
                <a:rPr lang="en-US" sz="700" b="0">
                  <a:solidFill>
                    <a:schemeClr val="bg1"/>
                  </a:solidFill>
                </a:rPr>
                <a:t>125</a:t>
              </a:r>
            </a:p>
            <a:p>
              <a:pPr algn="ctr">
                <a:lnSpc>
                  <a:spcPct val="90000"/>
                </a:lnSpc>
                <a:spcAft>
                  <a:spcPts val="0"/>
                </a:spcAft>
              </a:pPr>
              <a:r>
                <a:rPr lang="en-US" sz="700" b="0">
                  <a:solidFill>
                    <a:schemeClr val="bg1"/>
                  </a:solidFill>
                </a:rPr>
                <a:t>116</a:t>
              </a:r>
            </a:p>
          </p:txBody>
        </p:sp>
        <p:sp>
          <p:nvSpPr>
            <p:cNvPr id="53" name="Forme libre : forme 52">
              <a:extLst>
                <a:ext uri="{FF2B5EF4-FFF2-40B4-BE49-F238E27FC236}">
                  <a16:creationId xmlns:a16="http://schemas.microsoft.com/office/drawing/2014/main" id="{1FA3A78E-AAF0-4D69-B0F9-3A9F08859BDA}"/>
                </a:ext>
              </a:extLst>
            </p:cNvPr>
            <p:cNvSpPr/>
            <p:nvPr/>
          </p:nvSpPr>
          <p:spPr>
            <a:xfrm>
              <a:off x="14408740" y="3231581"/>
              <a:ext cx="360865"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00929B"/>
            </a:solidFill>
            <a:ln w="6695" cap="flat">
              <a:noFill/>
              <a:prstDash val="solid"/>
              <a:miter/>
            </a:ln>
          </p:spPr>
          <p:txBody>
            <a:bodyPr rtlCol="0" anchor="ctr"/>
            <a:lstStyle/>
            <a:p>
              <a:pPr algn="ctr">
                <a:lnSpc>
                  <a:spcPct val="90000"/>
                </a:lnSpc>
                <a:spcAft>
                  <a:spcPts val="0"/>
                </a:spcAft>
              </a:pPr>
              <a:r>
                <a:rPr lang="en-US" sz="700" b="0">
                  <a:solidFill>
                    <a:schemeClr val="bg1"/>
                  </a:solidFill>
                </a:rPr>
                <a:t>0</a:t>
              </a:r>
            </a:p>
            <a:p>
              <a:pPr algn="ctr">
                <a:lnSpc>
                  <a:spcPct val="90000"/>
                </a:lnSpc>
                <a:spcAft>
                  <a:spcPts val="0"/>
                </a:spcAft>
              </a:pPr>
              <a:r>
                <a:rPr lang="en-US" sz="700" b="0">
                  <a:solidFill>
                    <a:schemeClr val="bg1"/>
                  </a:solidFill>
                </a:rPr>
                <a:t>146</a:t>
              </a:r>
            </a:p>
            <a:p>
              <a:pPr algn="ctr">
                <a:lnSpc>
                  <a:spcPct val="90000"/>
                </a:lnSpc>
                <a:spcAft>
                  <a:spcPts val="0"/>
                </a:spcAft>
              </a:pPr>
              <a:r>
                <a:rPr lang="en-US" sz="700" b="0">
                  <a:solidFill>
                    <a:schemeClr val="bg1"/>
                  </a:solidFill>
                </a:rPr>
                <a:t>155</a:t>
              </a:r>
            </a:p>
          </p:txBody>
        </p:sp>
        <p:sp>
          <p:nvSpPr>
            <p:cNvPr id="54" name="Forme libre : forme 53">
              <a:extLst>
                <a:ext uri="{FF2B5EF4-FFF2-40B4-BE49-F238E27FC236}">
                  <a16:creationId xmlns:a16="http://schemas.microsoft.com/office/drawing/2014/main" id="{3C643D3D-59E9-42BF-8680-FCB9BFC2B414}"/>
                </a:ext>
              </a:extLst>
            </p:cNvPr>
            <p:cNvSpPr/>
            <p:nvPr/>
          </p:nvSpPr>
          <p:spPr>
            <a:xfrm>
              <a:off x="14408740" y="2818581"/>
              <a:ext cx="360865" cy="406800"/>
            </a:xfrm>
            <a:custGeom>
              <a:avLst/>
              <a:gdLst>
                <a:gd name="connsiteX0" fmla="*/ 0 w 1111406"/>
                <a:gd name="connsiteY0" fmla="*/ 0 h 1111407"/>
                <a:gd name="connsiteX1" fmla="*/ 1111407 w 1111406"/>
                <a:gd name="connsiteY1" fmla="*/ 0 h 1111407"/>
                <a:gd name="connsiteX2" fmla="*/ 1111407 w 1111406"/>
                <a:gd name="connsiteY2" fmla="*/ 1111407 h 1111407"/>
                <a:gd name="connsiteX3" fmla="*/ 0 w 1111406"/>
                <a:gd name="connsiteY3" fmla="*/ 1111407 h 1111407"/>
              </a:gdLst>
              <a:ahLst/>
              <a:cxnLst>
                <a:cxn ang="0">
                  <a:pos x="connsiteX0" y="connsiteY0"/>
                </a:cxn>
                <a:cxn ang="0">
                  <a:pos x="connsiteX1" y="connsiteY1"/>
                </a:cxn>
                <a:cxn ang="0">
                  <a:pos x="connsiteX2" y="connsiteY2"/>
                </a:cxn>
                <a:cxn ang="0">
                  <a:pos x="connsiteX3" y="connsiteY3"/>
                </a:cxn>
              </a:cxnLst>
              <a:rect l="l" t="t" r="r" b="b"/>
              <a:pathLst>
                <a:path w="1111406" h="1111407">
                  <a:moveTo>
                    <a:pt x="0" y="0"/>
                  </a:moveTo>
                  <a:lnTo>
                    <a:pt x="1111407" y="0"/>
                  </a:lnTo>
                  <a:lnTo>
                    <a:pt x="1111407" y="1111407"/>
                  </a:lnTo>
                  <a:lnTo>
                    <a:pt x="0" y="1111407"/>
                  </a:lnTo>
                  <a:close/>
                </a:path>
              </a:pathLst>
            </a:custGeom>
            <a:solidFill>
              <a:srgbClr val="00BFBF"/>
            </a:solidFill>
            <a:ln w="6695" cap="flat">
              <a:noFill/>
              <a:prstDash val="solid"/>
              <a:miter/>
            </a:ln>
          </p:spPr>
          <p:txBody>
            <a:bodyPr rtlCol="0" anchor="ctr"/>
            <a:lstStyle/>
            <a:p>
              <a:pPr algn="ctr">
                <a:lnSpc>
                  <a:spcPct val="90000"/>
                </a:lnSpc>
                <a:spcAft>
                  <a:spcPts val="0"/>
                </a:spcAft>
              </a:pPr>
              <a:r>
                <a:rPr lang="en-US" sz="700" b="0"/>
                <a:t>0</a:t>
              </a:r>
            </a:p>
            <a:p>
              <a:pPr algn="ctr">
                <a:lnSpc>
                  <a:spcPct val="90000"/>
                </a:lnSpc>
                <a:spcAft>
                  <a:spcPts val="0"/>
                </a:spcAft>
              </a:pPr>
              <a:r>
                <a:rPr lang="en-US" sz="700" b="0"/>
                <a:t>191</a:t>
              </a:r>
            </a:p>
            <a:p>
              <a:pPr algn="ctr">
                <a:lnSpc>
                  <a:spcPct val="90000"/>
                </a:lnSpc>
                <a:spcAft>
                  <a:spcPts val="0"/>
                </a:spcAft>
              </a:pPr>
              <a:r>
                <a:rPr lang="en-US" sz="700" b="0"/>
                <a:t>191</a:t>
              </a:r>
            </a:p>
          </p:txBody>
        </p:sp>
        <p:sp>
          <p:nvSpPr>
            <p:cNvPr id="55" name="Forme libre : forme 54">
              <a:extLst>
                <a:ext uri="{FF2B5EF4-FFF2-40B4-BE49-F238E27FC236}">
                  <a16:creationId xmlns:a16="http://schemas.microsoft.com/office/drawing/2014/main" id="{A094B0C1-47F5-4269-B9BF-5C8C9DE3097E}"/>
                </a:ext>
              </a:extLst>
            </p:cNvPr>
            <p:cNvSpPr/>
            <p:nvPr/>
          </p:nvSpPr>
          <p:spPr>
            <a:xfrm>
              <a:off x="14408740" y="2405581"/>
              <a:ext cx="360865"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00D5D0"/>
            </a:solidFill>
            <a:ln w="6695" cap="flat">
              <a:noFill/>
              <a:prstDash val="solid"/>
              <a:miter/>
            </a:ln>
          </p:spPr>
          <p:txBody>
            <a:bodyPr rtlCol="0" anchor="ctr"/>
            <a:lstStyle/>
            <a:p>
              <a:pPr algn="ctr">
                <a:lnSpc>
                  <a:spcPct val="90000"/>
                </a:lnSpc>
                <a:spcAft>
                  <a:spcPts val="0"/>
                </a:spcAft>
              </a:pPr>
              <a:r>
                <a:rPr lang="en-US" sz="700" b="0"/>
                <a:t>0</a:t>
              </a:r>
            </a:p>
            <a:p>
              <a:pPr algn="ctr">
                <a:lnSpc>
                  <a:spcPct val="90000"/>
                </a:lnSpc>
                <a:spcAft>
                  <a:spcPts val="0"/>
                </a:spcAft>
              </a:pPr>
              <a:r>
                <a:rPr lang="en-US" sz="700" b="0"/>
                <a:t>213</a:t>
              </a:r>
            </a:p>
            <a:p>
              <a:pPr algn="ctr">
                <a:lnSpc>
                  <a:spcPct val="90000"/>
                </a:lnSpc>
                <a:spcAft>
                  <a:spcPts val="0"/>
                </a:spcAft>
              </a:pPr>
              <a:r>
                <a:rPr lang="en-US" sz="700" b="0"/>
                <a:t>208</a:t>
              </a:r>
            </a:p>
          </p:txBody>
        </p:sp>
        <p:sp>
          <p:nvSpPr>
            <p:cNvPr id="56" name="Forme libre : forme 55">
              <a:extLst>
                <a:ext uri="{FF2B5EF4-FFF2-40B4-BE49-F238E27FC236}">
                  <a16:creationId xmlns:a16="http://schemas.microsoft.com/office/drawing/2014/main" id="{47388502-3E29-4155-B77E-30D55652CA46}"/>
                </a:ext>
              </a:extLst>
            </p:cNvPr>
            <p:cNvSpPr/>
            <p:nvPr/>
          </p:nvSpPr>
          <p:spPr>
            <a:xfrm>
              <a:off x="14408740" y="1992581"/>
              <a:ext cx="360865"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00E6E3"/>
            </a:solidFill>
            <a:ln w="6695" cap="flat">
              <a:noFill/>
              <a:prstDash val="solid"/>
              <a:miter/>
            </a:ln>
          </p:spPr>
          <p:txBody>
            <a:bodyPr rtlCol="0" anchor="ctr"/>
            <a:lstStyle/>
            <a:p>
              <a:pPr algn="ctr">
                <a:lnSpc>
                  <a:spcPct val="90000"/>
                </a:lnSpc>
                <a:spcAft>
                  <a:spcPts val="0"/>
                </a:spcAft>
              </a:pPr>
              <a:r>
                <a:rPr lang="en-US" sz="700" b="0"/>
                <a:t>0</a:t>
              </a:r>
            </a:p>
            <a:p>
              <a:pPr algn="ctr">
                <a:lnSpc>
                  <a:spcPct val="90000"/>
                </a:lnSpc>
                <a:spcAft>
                  <a:spcPts val="0"/>
                </a:spcAft>
              </a:pPr>
              <a:r>
                <a:rPr lang="en-US" sz="700" b="0"/>
                <a:t>230</a:t>
              </a:r>
            </a:p>
            <a:p>
              <a:pPr algn="ctr">
                <a:lnSpc>
                  <a:spcPct val="90000"/>
                </a:lnSpc>
                <a:spcAft>
                  <a:spcPts val="0"/>
                </a:spcAft>
              </a:pPr>
              <a:r>
                <a:rPr lang="en-US" sz="700" b="0"/>
                <a:t>227</a:t>
              </a:r>
            </a:p>
          </p:txBody>
        </p:sp>
      </p:grpSp>
    </p:spTree>
    <p:extLst>
      <p:ext uri="{BB962C8B-B14F-4D97-AF65-F5344CB8AC3E}">
        <p14:creationId xmlns:p14="http://schemas.microsoft.com/office/powerpoint/2010/main" val="2314978218"/>
      </p:ext>
    </p:extLst>
  </p:cSld>
  <p:clrMap bg1="lt1" tx1="dk1" bg2="lt2" tx2="dk2" accent1="accent1" accent2="accent2" accent3="accent3" accent4="accent4" accent5="accent5" accent6="accent6" hlink="hlink" folHlink="folHlink"/>
  <p:sldLayoutIdLst>
    <p:sldLayoutId id="2147484040" r:id="rId1"/>
  </p:sldLayoutIdLst>
  <p:hf hdr="0"/>
  <p:txStyles>
    <p:titleStyle>
      <a:lvl1pPr marL="0" marR="0" indent="0" algn="l" defTabSz="914400" rtl="0" eaLnBrk="1" fontAlgn="auto" latinLnBrk="0" hangingPunct="1">
        <a:lnSpc>
          <a:spcPct val="90000"/>
        </a:lnSpc>
        <a:spcBef>
          <a:spcPct val="0"/>
        </a:spcBef>
        <a:spcAft>
          <a:spcPts val="0"/>
        </a:spcAft>
        <a:buClrTx/>
        <a:buSzTx/>
        <a:buFontTx/>
        <a:buNone/>
        <a:tabLst/>
        <a:defRPr kumimoji="0" lang="en-US" sz="3000" b="0" i="0" u="none" strike="noStrike" kern="1200" cap="none" spc="0" normalizeH="0" baseline="0" noProof="0" dirty="0">
          <a:ln>
            <a:noFill/>
          </a:ln>
          <a:solidFill>
            <a:schemeClr val="accent1"/>
          </a:solidFill>
          <a:effectLst/>
          <a:uLnTx/>
          <a:uFillTx/>
          <a:latin typeface="+mj-lt"/>
          <a:ea typeface="+mj-ea"/>
          <a:cs typeface="+mj-cs"/>
        </a:defRPr>
      </a:lvl1pPr>
    </p:titleStyle>
    <p:bodyStyle>
      <a:lvl1pPr marL="0" indent="0" algn="l" defTabSz="914400" rtl="0" eaLnBrk="1" latinLnBrk="0" hangingPunct="1">
        <a:lnSpc>
          <a:spcPct val="90000"/>
        </a:lnSpc>
        <a:spcBef>
          <a:spcPts val="1000"/>
        </a:spcBef>
        <a:buFont typeface="Arial" panose="020B0604020202020204" pitchFamily="34" charset="0"/>
        <a:buNone/>
        <a:defRPr sz="2000" kern="1200">
          <a:solidFill>
            <a:schemeClr val="tx1"/>
          </a:solidFill>
          <a:latin typeface="+mj-lt"/>
          <a:ea typeface="+mn-ea"/>
          <a:cs typeface="+mn-cs"/>
        </a:defRPr>
      </a:lvl1pPr>
      <a:lvl2pPr marL="539750" indent="-179388" algn="l" defTabSz="914400" rtl="0" eaLnBrk="1" latinLnBrk="0" hangingPunct="1">
        <a:lnSpc>
          <a:spcPct val="90000"/>
        </a:lnSpc>
        <a:spcBef>
          <a:spcPts val="500"/>
        </a:spcBef>
        <a:buClr>
          <a:schemeClr val="accent1"/>
        </a:buClr>
        <a:buFont typeface="Arial" panose="020B0604020202020204" pitchFamily="34" charset="0"/>
        <a:buChar char="•"/>
        <a:defRPr sz="1800" kern="1200">
          <a:solidFill>
            <a:schemeClr val="tx1"/>
          </a:solidFill>
          <a:latin typeface="+mj-lt"/>
          <a:ea typeface="+mn-ea"/>
          <a:cs typeface="+mn-cs"/>
        </a:defRPr>
      </a:lvl2pPr>
      <a:lvl3pPr marL="900113" indent="-179388" algn="l" defTabSz="914400" rtl="0" eaLnBrk="1" latinLnBrk="0" hangingPunct="1">
        <a:lnSpc>
          <a:spcPct val="90000"/>
        </a:lnSpc>
        <a:spcBef>
          <a:spcPts val="500"/>
        </a:spcBef>
        <a:buClr>
          <a:schemeClr val="accent2"/>
        </a:buClr>
        <a:buFont typeface="Arial" panose="020B0604020202020204" pitchFamily="34" charset="0"/>
        <a:buChar char="•"/>
        <a:defRPr sz="1600" kern="1200">
          <a:solidFill>
            <a:schemeClr val="tx1"/>
          </a:solidFill>
          <a:latin typeface="+mj-lt"/>
          <a:ea typeface="+mn-ea"/>
          <a:cs typeface="+mn-cs"/>
        </a:defRPr>
      </a:lvl3pPr>
      <a:lvl4pPr marL="1260475" indent="-179388" algn="l" defTabSz="914400" rtl="0" eaLnBrk="1" latinLnBrk="0" hangingPunct="1">
        <a:lnSpc>
          <a:spcPct val="90000"/>
        </a:lnSpc>
        <a:spcBef>
          <a:spcPts val="500"/>
        </a:spcBef>
        <a:buClr>
          <a:schemeClr val="accent3"/>
        </a:buClr>
        <a:buFont typeface="Arial" panose="020B0604020202020204" pitchFamily="34" charset="0"/>
        <a:buChar char="•"/>
        <a:defRPr sz="1400" kern="1200">
          <a:solidFill>
            <a:schemeClr val="tx1"/>
          </a:solidFill>
          <a:latin typeface="+mj-lt"/>
          <a:ea typeface="+mn-ea"/>
          <a:cs typeface="+mn-cs"/>
        </a:defRPr>
      </a:lvl4pPr>
      <a:lvl5pPr marL="1620838" indent="-179388" algn="l" defTabSz="914400" rtl="0" eaLnBrk="1" latinLnBrk="0" hangingPunct="1">
        <a:lnSpc>
          <a:spcPct val="90000"/>
        </a:lnSpc>
        <a:spcBef>
          <a:spcPts val="500"/>
        </a:spcBef>
        <a:buClr>
          <a:schemeClr val="accent5"/>
        </a:buClr>
        <a:buFont typeface="Arial" panose="020B0604020202020204" pitchFamily="34" charset="0"/>
        <a:buChar char="•"/>
        <a:defRPr sz="1400" kern="1200">
          <a:solidFill>
            <a:schemeClr val="tx1"/>
          </a:solidFill>
          <a:latin typeface="+mj-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pt-PT"/>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3" orient="horz" pos="4070" userDrawn="1">
          <p15:clr>
            <a:srgbClr val="F26B43"/>
          </p15:clr>
        </p15:guide>
        <p15:guide id="4" pos="3840" userDrawn="1">
          <p15:clr>
            <a:srgbClr val="F26B43"/>
          </p15:clr>
        </p15:guide>
        <p15:guide id="5" pos="255" userDrawn="1">
          <p15:clr>
            <a:srgbClr val="F26B43"/>
          </p15:clr>
        </p15:guide>
        <p15:guide id="6" pos="7423" userDrawn="1">
          <p15:clr>
            <a:srgbClr val="F26B43"/>
          </p15:clr>
        </p15:guide>
        <p15:guide id="7" orient="horz" pos="245" userDrawn="1">
          <p15:clr>
            <a:srgbClr val="F26B43"/>
          </p15:clr>
        </p15:guide>
        <p15:guide id="8" orient="horz" pos="706" userDrawn="1">
          <p15:clr>
            <a:srgbClr val="F26B43"/>
          </p15:clr>
        </p15:guide>
        <p15:guide id="9" orient="horz" pos="837" userDrawn="1">
          <p15:clr>
            <a:srgbClr val="F26B43"/>
          </p15:clr>
        </p15:guide>
      </p15:sldGuideLst>
    </p:ext>
  </p:extLst>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F2EB016D-CF9A-4584-982E-40465F70132F}"/>
              </a:ext>
            </a:extLst>
          </p:cNvPr>
          <p:cNvSpPr>
            <a:spLocks noGrp="1"/>
          </p:cNvSpPr>
          <p:nvPr>
            <p:ph type="title"/>
          </p:nvPr>
        </p:nvSpPr>
        <p:spPr>
          <a:xfrm>
            <a:off x="407988" y="404813"/>
            <a:ext cx="11016604" cy="863601"/>
          </a:xfrm>
          <a:prstGeom prst="rect">
            <a:avLst/>
          </a:prstGeom>
        </p:spPr>
        <p:txBody>
          <a:bodyPr vert="horz" lIns="0" tIns="0" rIns="0" bIns="0" rtlCol="0" anchor="t">
            <a:noAutofit/>
          </a:bodyPr>
          <a:lstStyle/>
          <a:p>
            <a:pPr lvl="0">
              <a:lnSpc>
                <a:spcPts val="3000"/>
              </a:lnSpc>
            </a:pPr>
            <a:r>
              <a:rPr lang="en-US"/>
              <a:t>Click to edit Master title style</a:t>
            </a:r>
            <a:endParaRPr lang="pt-PT"/>
          </a:p>
        </p:txBody>
      </p:sp>
      <p:pic>
        <p:nvPicPr>
          <p:cNvPr id="9" name="Graphic 4">
            <a:extLst>
              <a:ext uri="{FF2B5EF4-FFF2-40B4-BE49-F238E27FC236}">
                <a16:creationId xmlns:a16="http://schemas.microsoft.com/office/drawing/2014/main" id="{25EEA1D4-3AF7-42D7-AE97-AE404AECFAEB}"/>
              </a:ext>
            </a:extLst>
          </p:cNvPr>
          <p:cNvPicPr>
            <a:picLocks noChangeAspect="1"/>
          </p:cNvPicPr>
          <p:nvPr userDrawn="1"/>
        </p:nvPicPr>
        <p:blipFill rotWithShape="1">
          <a:blip r:embed="rId25" cstate="screen">
            <a:extLst>
              <a:ext uri="{28A0092B-C50C-407E-A947-70E740481C1C}">
                <a14:useLocalDpi xmlns:a14="http://schemas.microsoft.com/office/drawing/2010/main"/>
              </a:ext>
              <a:ext uri="{96DAC541-7B7A-43D3-8B79-37D633B846F1}">
                <asvg:svgBlip xmlns:asvg="http://schemas.microsoft.com/office/drawing/2016/SVG/main" r:embed="rId26"/>
              </a:ext>
            </a:extLst>
          </a:blip>
          <a:srcRect l="81836" t="-4713" b="16530"/>
          <a:stretch/>
        </p:blipFill>
        <p:spPr>
          <a:xfrm>
            <a:off x="11547793" y="188640"/>
            <a:ext cx="424356" cy="459624"/>
          </a:xfrm>
          <a:prstGeom prst="rect">
            <a:avLst/>
          </a:prstGeom>
        </p:spPr>
      </p:pic>
      <p:sp>
        <p:nvSpPr>
          <p:cNvPr id="13" name="Text Placeholder 2">
            <a:extLst>
              <a:ext uri="{FF2B5EF4-FFF2-40B4-BE49-F238E27FC236}">
                <a16:creationId xmlns:a16="http://schemas.microsoft.com/office/drawing/2014/main" id="{AF310831-D03E-404B-934F-73B268225B7E}"/>
              </a:ext>
            </a:extLst>
          </p:cNvPr>
          <p:cNvSpPr>
            <a:spLocks noGrp="1"/>
          </p:cNvSpPr>
          <p:nvPr>
            <p:ph type="body" idx="1"/>
          </p:nvPr>
        </p:nvSpPr>
        <p:spPr>
          <a:xfrm>
            <a:off x="413067" y="1412875"/>
            <a:ext cx="11370945" cy="5040313"/>
          </a:xfrm>
          <a:prstGeom prst="rect">
            <a:avLst/>
          </a:prstGeom>
        </p:spPr>
        <p:txBody>
          <a:bodyPr vert="horz" lIns="0" tIns="0" rIns="0" bIns="0" rtlCol="0">
            <a:normAutofit/>
          </a:bodyPr>
          <a:lstStyle/>
          <a:p>
            <a:pPr lvl="0"/>
            <a:r>
              <a:rPr lang="en-US"/>
              <a:t>Edit Master text styles</a:t>
            </a:r>
          </a:p>
          <a:p>
            <a:pPr lvl="1"/>
            <a:r>
              <a:rPr lang="en-US"/>
              <a:t>Second level</a:t>
            </a:r>
          </a:p>
          <a:p>
            <a:pPr lvl="2"/>
            <a:r>
              <a:rPr lang="en-US"/>
              <a:t>Third level</a:t>
            </a:r>
          </a:p>
          <a:p>
            <a:pPr lvl="3"/>
            <a:r>
              <a:rPr lang="en-US"/>
              <a:t>Fourth level</a:t>
            </a:r>
          </a:p>
        </p:txBody>
      </p:sp>
      <p:sp>
        <p:nvSpPr>
          <p:cNvPr id="5" name="Retângulo 43">
            <a:extLst>
              <a:ext uri="{FF2B5EF4-FFF2-40B4-BE49-F238E27FC236}">
                <a16:creationId xmlns:a16="http://schemas.microsoft.com/office/drawing/2014/main" id="{EBF8D667-9010-3B4C-B5E1-EA2D45CEE14B}"/>
              </a:ext>
            </a:extLst>
          </p:cNvPr>
          <p:cNvSpPr/>
          <p:nvPr userDrawn="1"/>
        </p:nvSpPr>
        <p:spPr>
          <a:xfrm>
            <a:off x="11784013" y="6555758"/>
            <a:ext cx="242375" cy="215444"/>
          </a:xfrm>
          <a:prstGeom prst="rect">
            <a:avLst/>
          </a:prstGeom>
        </p:spPr>
        <p:txBody>
          <a:bodyPr wrap="none">
            <a:spAutoFit/>
          </a:bodyPr>
          <a:lstStyle/>
          <a:p>
            <a:pPr algn="r"/>
            <a:fld id="{0502E5A9-B53C-401E-A0E0-4A359BB0A9E5}" type="slidenum">
              <a:rPr lang="en-US" sz="800" smtClean="0">
                <a:solidFill>
                  <a:prstClr val="black">
                    <a:lumMod val="50000"/>
                    <a:lumOff val="50000"/>
                  </a:prstClr>
                </a:solidFill>
                <a:cs typeface="Arial" panose="020B0604020202020204" pitchFamily="34" charset="0"/>
              </a:rPr>
              <a:t>‹#›</a:t>
            </a:fld>
            <a:endParaRPr lang="en-US" sz="800">
              <a:solidFill>
                <a:prstClr val="black">
                  <a:lumMod val="50000"/>
                  <a:lumOff val="50000"/>
                </a:prstClr>
              </a:solidFill>
              <a:cs typeface="Arial" panose="020B0604020202020204" pitchFamily="34" charset="0"/>
            </a:endParaRPr>
          </a:p>
        </p:txBody>
      </p:sp>
      <p:cxnSp>
        <p:nvCxnSpPr>
          <p:cNvPr id="6" name="Conector reto 49">
            <a:extLst>
              <a:ext uri="{FF2B5EF4-FFF2-40B4-BE49-F238E27FC236}">
                <a16:creationId xmlns:a16="http://schemas.microsoft.com/office/drawing/2014/main" id="{8BBF18A3-D938-4BEE-99CC-A81982B70F3E}"/>
              </a:ext>
            </a:extLst>
          </p:cNvPr>
          <p:cNvCxnSpPr>
            <a:cxnSpLocks/>
          </p:cNvCxnSpPr>
          <p:nvPr userDrawn="1"/>
        </p:nvCxnSpPr>
        <p:spPr>
          <a:xfrm flipV="1">
            <a:off x="1877452" y="6587911"/>
            <a:ext cx="0" cy="155576"/>
          </a:xfrm>
          <a:prstGeom prst="line">
            <a:avLst/>
          </a:prstGeom>
          <a:solidFill>
            <a:schemeClr val="tx1"/>
          </a:solidFill>
          <a:ln w="12700" cap="rnd">
            <a:solidFill>
              <a:schemeClr val="accent2"/>
            </a:solidFill>
            <a:round/>
          </a:ln>
        </p:spPr>
        <p:style>
          <a:lnRef idx="1">
            <a:schemeClr val="accent1"/>
          </a:lnRef>
          <a:fillRef idx="0">
            <a:schemeClr val="accent1"/>
          </a:fillRef>
          <a:effectRef idx="0">
            <a:schemeClr val="accent1"/>
          </a:effectRef>
          <a:fontRef idx="minor">
            <a:schemeClr val="tx1"/>
          </a:fontRef>
        </p:style>
      </p:cxnSp>
      <p:sp>
        <p:nvSpPr>
          <p:cNvPr id="7" name="Rectangle 27">
            <a:extLst>
              <a:ext uri="{FF2B5EF4-FFF2-40B4-BE49-F238E27FC236}">
                <a16:creationId xmlns:a16="http://schemas.microsoft.com/office/drawing/2014/main" id="{4CF3E3C9-4F2B-4B16-B916-B29A469D5C28}"/>
              </a:ext>
            </a:extLst>
          </p:cNvPr>
          <p:cNvSpPr/>
          <p:nvPr userDrawn="1"/>
        </p:nvSpPr>
        <p:spPr>
          <a:xfrm>
            <a:off x="407988" y="6604144"/>
            <a:ext cx="1402628" cy="123111"/>
          </a:xfrm>
          <a:prstGeom prst="rect">
            <a:avLst/>
          </a:prstGeom>
        </p:spPr>
        <p:txBody>
          <a:bodyPr wrap="none" lIns="0" tIns="0" rIns="0" bIns="0" anchor="ctr" anchorCtr="0">
            <a:spAutoFit/>
          </a:bodyPr>
          <a:lstStyle/>
          <a:p>
            <a:pPr lvl="0" algn="l" defTabSz="914400">
              <a:lnSpc>
                <a:spcPct val="100000"/>
              </a:lnSpc>
              <a:defRPr/>
            </a:pPr>
            <a:r>
              <a:rPr lang="en-US" sz="800" kern="0">
                <a:solidFill>
                  <a:schemeClr val="accent1"/>
                </a:solidFill>
                <a:latin typeface="+mj-lt"/>
                <a:cs typeface="Arial" panose="020B0604020202020204" pitchFamily="34" charset="0"/>
              </a:rPr>
              <a:t>Capgemini.com/Perform AI</a:t>
            </a:r>
          </a:p>
        </p:txBody>
      </p:sp>
      <p:sp>
        <p:nvSpPr>
          <p:cNvPr id="8" name="Retângulo 43">
            <a:extLst>
              <a:ext uri="{FF2B5EF4-FFF2-40B4-BE49-F238E27FC236}">
                <a16:creationId xmlns:a16="http://schemas.microsoft.com/office/drawing/2014/main" id="{7C184F23-530A-4C3F-B5C0-EDC436E013D7}"/>
              </a:ext>
            </a:extLst>
          </p:cNvPr>
          <p:cNvSpPr/>
          <p:nvPr userDrawn="1"/>
        </p:nvSpPr>
        <p:spPr>
          <a:xfrm>
            <a:off x="1961863" y="6595038"/>
            <a:ext cx="2039020" cy="123111"/>
          </a:xfrm>
          <a:prstGeom prst="rect">
            <a:avLst/>
          </a:prstGeom>
        </p:spPr>
        <p:txBody>
          <a:bodyPr wrap="none" lIns="0" tIns="0" rIns="0" bIns="0" anchor="ctr" anchorCtr="0">
            <a:spAutoFit/>
          </a:bodyPr>
          <a:lstStyle/>
          <a:p>
            <a:pPr algn="l">
              <a:lnSpc>
                <a:spcPct val="100000"/>
              </a:lnSpc>
            </a:pPr>
            <a:r>
              <a:rPr lang="en-US" sz="800">
                <a:solidFill>
                  <a:schemeClr val="bg2">
                    <a:lumMod val="50000"/>
                  </a:schemeClr>
                </a:solidFill>
                <a:cs typeface="Arial" panose="020B0604020202020204" pitchFamily="34" charset="0"/>
              </a:rPr>
              <a:t>© 2021 Capgemini. All rights reserved.</a:t>
            </a:r>
          </a:p>
        </p:txBody>
      </p:sp>
    </p:spTree>
    <p:extLst>
      <p:ext uri="{BB962C8B-B14F-4D97-AF65-F5344CB8AC3E}">
        <p14:creationId xmlns:p14="http://schemas.microsoft.com/office/powerpoint/2010/main" val="4260443415"/>
      </p:ext>
    </p:extLst>
  </p:cSld>
  <p:clrMap bg1="lt1" tx1="dk1" bg2="lt2" tx2="dk2" accent1="accent1" accent2="accent2" accent3="accent3" accent4="accent4" accent5="accent5" accent6="accent6" hlink="hlink" folHlink="folHlink"/>
  <p:sldLayoutIdLst>
    <p:sldLayoutId id="2147483976" r:id="rId1"/>
    <p:sldLayoutId id="2147483977" r:id="rId2"/>
    <p:sldLayoutId id="2147483978" r:id="rId3"/>
    <p:sldLayoutId id="2147483979" r:id="rId4"/>
    <p:sldLayoutId id="2147483980" r:id="rId5"/>
    <p:sldLayoutId id="2147483981" r:id="rId6"/>
    <p:sldLayoutId id="2147483982" r:id="rId7"/>
    <p:sldLayoutId id="2147483983" r:id="rId8"/>
    <p:sldLayoutId id="2147483984" r:id="rId9"/>
    <p:sldLayoutId id="2147483985" r:id="rId10"/>
    <p:sldLayoutId id="2147483986" r:id="rId11"/>
    <p:sldLayoutId id="2147483988" r:id="rId12"/>
    <p:sldLayoutId id="2147483989" r:id="rId13"/>
    <p:sldLayoutId id="2147483990" r:id="rId14"/>
    <p:sldLayoutId id="2147483991" r:id="rId15"/>
    <p:sldLayoutId id="2147483992" r:id="rId16"/>
    <p:sldLayoutId id="2147483993" r:id="rId17"/>
    <p:sldLayoutId id="2147483994" r:id="rId18"/>
    <p:sldLayoutId id="2147483995" r:id="rId19"/>
    <p:sldLayoutId id="2147483996" r:id="rId20"/>
    <p:sldLayoutId id="2147483998" r:id="rId21"/>
    <p:sldLayoutId id="2147483999" r:id="rId22"/>
    <p:sldLayoutId id="2147484000" r:id="rId23"/>
  </p:sldLayoutIdLst>
  <p:txStyles>
    <p:titleStyle>
      <a:lvl1pPr algn="l" defTabSz="914400" rtl="0" eaLnBrk="1" latinLnBrk="0" hangingPunct="1">
        <a:lnSpc>
          <a:spcPct val="90000"/>
        </a:lnSpc>
        <a:spcBef>
          <a:spcPct val="0"/>
        </a:spcBef>
        <a:buNone/>
        <a:defRPr lang="pt-PT" sz="2200" b="1" kern="1200">
          <a:solidFill>
            <a:schemeClr val="accent3"/>
          </a:solidFill>
          <a:latin typeface="Verdana" panose="020B0604030504040204" pitchFamily="34" charset="0"/>
          <a:ea typeface="Verdana" panose="020B0604030504040204" pitchFamily="34" charset="0"/>
          <a:cs typeface="Verdana" panose="020B0604030504040204" pitchFamily="34" charset="0"/>
        </a:defRPr>
      </a:lvl1pPr>
    </p:titleStyle>
    <p:bodyStyle>
      <a:lvl1pPr marL="0" indent="0" algn="l" defTabSz="914400" rtl="0" eaLnBrk="1" latinLnBrk="0" hangingPunct="1">
        <a:lnSpc>
          <a:spcPts val="2200"/>
        </a:lnSpc>
        <a:spcBef>
          <a:spcPts val="0"/>
        </a:spcBef>
        <a:spcAft>
          <a:spcPts val="600"/>
        </a:spcAft>
        <a:buFont typeface="Arial" panose="020B0604020202020204" pitchFamily="34" charset="0"/>
        <a:buNone/>
        <a:defRPr sz="1800" kern="1200">
          <a:solidFill>
            <a:schemeClr val="tx1"/>
          </a:solidFill>
          <a:latin typeface="+mn-lt"/>
          <a:ea typeface="+mn-ea"/>
          <a:cs typeface="+mn-cs"/>
        </a:defRPr>
      </a:lvl1pPr>
      <a:lvl2pPr marL="233363" indent="-228600" algn="l" defTabSz="914400" rtl="0" eaLnBrk="1" latinLnBrk="0" hangingPunct="1">
        <a:lnSpc>
          <a:spcPts val="2000"/>
        </a:lnSpc>
        <a:spcBef>
          <a:spcPts val="0"/>
        </a:spcBef>
        <a:spcAft>
          <a:spcPts val="600"/>
        </a:spcAft>
        <a:buClr>
          <a:schemeClr val="accent1"/>
        </a:buClr>
        <a:buFont typeface="Wingdings" panose="05000000000000000000" pitchFamily="2" charset="2"/>
        <a:buChar char="§"/>
        <a:defRPr sz="1600" kern="1200">
          <a:solidFill>
            <a:schemeClr val="tx1"/>
          </a:solidFill>
          <a:latin typeface="+mn-lt"/>
          <a:ea typeface="+mn-ea"/>
          <a:cs typeface="+mn-cs"/>
        </a:defRPr>
      </a:lvl2pPr>
      <a:lvl3pPr marL="457200" indent="-223838" algn="l" defTabSz="914400" rtl="0" eaLnBrk="1" latinLnBrk="0" hangingPunct="1">
        <a:lnSpc>
          <a:spcPts val="1600"/>
        </a:lnSpc>
        <a:spcBef>
          <a:spcPts val="0"/>
        </a:spcBef>
        <a:spcAft>
          <a:spcPts val="600"/>
        </a:spcAft>
        <a:buClr>
          <a:schemeClr val="accent1"/>
        </a:buClr>
        <a:buFont typeface="Arial" panose="020B0604020202020204" pitchFamily="34" charset="0"/>
        <a:buChar char="•"/>
        <a:defRPr sz="1400" kern="1200">
          <a:solidFill>
            <a:schemeClr val="tx1"/>
          </a:solidFill>
          <a:latin typeface="+mn-lt"/>
          <a:ea typeface="+mn-ea"/>
          <a:cs typeface="+mn-cs"/>
        </a:defRPr>
      </a:lvl3pPr>
      <a:lvl4pPr marL="690563" indent="-233363" algn="l" defTabSz="914400" rtl="0" eaLnBrk="1" latinLnBrk="0" hangingPunct="1">
        <a:lnSpc>
          <a:spcPct val="90000"/>
        </a:lnSpc>
        <a:spcBef>
          <a:spcPts val="0"/>
        </a:spcBef>
        <a:spcAft>
          <a:spcPts val="600"/>
        </a:spcAft>
        <a:buClr>
          <a:schemeClr val="accent1"/>
        </a:buClr>
        <a:buFont typeface="Arial" panose="020B0604020202020204" pitchFamily="34" charset="0"/>
        <a:buChar char="‒"/>
        <a:defRPr sz="12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pt-PT"/>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55">
          <p15:clr>
            <a:srgbClr val="F26B43"/>
          </p15:clr>
        </p15:guide>
        <p15:guide id="2" pos="7423">
          <p15:clr>
            <a:srgbClr val="F26B43"/>
          </p15:clr>
        </p15:guide>
        <p15:guide id="3" pos="257">
          <p15:clr>
            <a:srgbClr val="F26B43"/>
          </p15:clr>
        </p15:guide>
        <p15:guide id="4" orient="horz" pos="4065">
          <p15:clr>
            <a:srgbClr val="F26B43"/>
          </p15:clr>
        </p15:guide>
        <p15:guide id="5" orient="horz" pos="799">
          <p15:clr>
            <a:srgbClr val="F26B43"/>
          </p15:clr>
        </p15:guide>
        <p15:guide id="6" orient="horz" pos="890">
          <p15:clr>
            <a:srgbClr val="F26B43"/>
          </p15:clr>
        </p15:guide>
        <p15:guide id="7" pos="3840">
          <p15:clr>
            <a:srgbClr val="F26B43"/>
          </p15:clr>
        </p15:guide>
        <p15:guide id="8" pos="3749">
          <p15:clr>
            <a:srgbClr val="F26B43"/>
          </p15:clr>
        </p15:guide>
        <p15:guide id="9" pos="3931">
          <p15:clr>
            <a:srgbClr val="F26B43"/>
          </p15:clr>
        </p15:guide>
      </p15:sldGuideLst>
    </p:ext>
  </p:extLst>
</p:sldMaster>
</file>

<file path=ppt/slideMasters/slideMaster4.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graphicFrame>
        <p:nvGraphicFramePr>
          <p:cNvPr id="21" name="Object 20" hidden="1"/>
          <p:cNvGraphicFramePr>
            <a:graphicFrameLocks noChangeAspect="1"/>
          </p:cNvGraphicFramePr>
          <p:nvPr>
            <p:custDataLst>
              <p:tags r:id="rId4"/>
            </p:custDataLst>
            <p:extLst>
              <p:ext uri="{D42A27DB-BD31-4B8C-83A1-F6EECF244321}">
                <p14:modId xmlns:p14="http://schemas.microsoft.com/office/powerpoint/2010/main" val="1570169136"/>
              </p:ext>
            </p:extLst>
          </p:nvPr>
        </p:nvGraphicFramePr>
        <p:xfrm>
          <a:off x="1587" y="1588"/>
          <a:ext cx="1587" cy="1587"/>
        </p:xfrm>
        <a:graphic>
          <a:graphicData uri="http://schemas.openxmlformats.org/presentationml/2006/ole">
            <mc:AlternateContent xmlns:mc="http://schemas.openxmlformats.org/markup-compatibility/2006">
              <mc:Choice xmlns:v="urn:schemas-microsoft-com:vml" Requires="v">
                <p:oleObj name="think-cell Slide" r:id="rId5" imgW="270" imgH="270" progId="TCLayout.ActiveDocument.1">
                  <p:embed/>
                </p:oleObj>
              </mc:Choice>
              <mc:Fallback>
                <p:oleObj name="think-cell Slide" r:id="rId5" imgW="270" imgH="270" progId="TCLayout.ActiveDocument.1">
                  <p:embed/>
                  <p:pic>
                    <p:nvPicPr>
                      <p:cNvPr id="21" name="Object 20" hidden="1"/>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587" y="1588"/>
                        <a:ext cx="1587" cy="1587"/>
                      </a:xfrm>
                      <a:prstGeom prst="rect">
                        <a:avLst/>
                      </a:prstGeom>
                      <a:noFill/>
                    </p:spPr>
                  </p:pic>
                </p:oleObj>
              </mc:Fallback>
            </mc:AlternateContent>
          </a:graphicData>
        </a:graphic>
      </p:graphicFrame>
      <p:sp>
        <p:nvSpPr>
          <p:cNvPr id="4" name="Text Placeholder 1"/>
          <p:cNvSpPr>
            <a:spLocks noGrp="1"/>
          </p:cNvSpPr>
          <p:nvPr>
            <p:ph type="body" idx="1"/>
          </p:nvPr>
        </p:nvSpPr>
        <p:spPr>
          <a:xfrm>
            <a:off x="404813" y="1327150"/>
            <a:ext cx="11376880" cy="5135563"/>
          </a:xfrm>
          <a:prstGeom prst="rect">
            <a:avLst/>
          </a:prstGeom>
        </p:spPr>
        <p:txBody>
          <a:bodyPr vert="horz" lIns="0" tIns="0" rIns="0" bIns="0" rtlCol="0">
            <a:normAutofit/>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a:p>
        </p:txBody>
      </p:sp>
      <p:sp>
        <p:nvSpPr>
          <p:cNvPr id="9" name="Title Placeholder 1"/>
          <p:cNvSpPr>
            <a:spLocks noGrp="1"/>
          </p:cNvSpPr>
          <p:nvPr>
            <p:ph type="title"/>
          </p:nvPr>
        </p:nvSpPr>
        <p:spPr>
          <a:xfrm>
            <a:off x="404813" y="388188"/>
            <a:ext cx="10947772" cy="716711"/>
          </a:xfrm>
          <a:prstGeom prst="rect">
            <a:avLst/>
          </a:prstGeom>
        </p:spPr>
        <p:txBody>
          <a:bodyPr vert="horz" lIns="0" tIns="0" rIns="0" bIns="0" rtlCol="0" anchor="b">
            <a:noAutofit/>
          </a:bodyPr>
          <a:lstStyle/>
          <a:p>
            <a:pPr marL="0" marR="0" lvl="0" indent="0" algn="l" defTabSz="914400" rtl="0" eaLnBrk="1" fontAlgn="auto" latinLnBrk="0" hangingPunct="1">
              <a:lnSpc>
                <a:spcPct val="90000"/>
              </a:lnSpc>
              <a:spcBef>
                <a:spcPct val="0"/>
              </a:spcBef>
              <a:spcAft>
                <a:spcPts val="0"/>
              </a:spcAft>
              <a:buClrTx/>
              <a:buSzTx/>
              <a:buFontTx/>
              <a:buNone/>
              <a:tabLst/>
              <a:defRPr/>
            </a:pPr>
            <a:r>
              <a:rPr lang="fr-FR"/>
              <a:t>CLICK TO INSERT TITLE</a:t>
            </a:r>
            <a:endParaRPr lang="en-US"/>
          </a:p>
        </p:txBody>
      </p:sp>
      <p:grpSp>
        <p:nvGrpSpPr>
          <p:cNvPr id="3" name="Group 2">
            <a:extLst>
              <a:ext uri="{FF2B5EF4-FFF2-40B4-BE49-F238E27FC236}">
                <a16:creationId xmlns:a16="http://schemas.microsoft.com/office/drawing/2014/main" id="{7D254FA0-1CD0-4186-9223-F354145FAE6C}"/>
              </a:ext>
            </a:extLst>
          </p:cNvPr>
          <p:cNvGrpSpPr/>
          <p:nvPr userDrawn="1"/>
        </p:nvGrpSpPr>
        <p:grpSpPr>
          <a:xfrm>
            <a:off x="12295891" y="1659"/>
            <a:ext cx="360000" cy="2069166"/>
            <a:chOff x="12498114" y="115959"/>
            <a:chExt cx="360000" cy="2069166"/>
          </a:xfrm>
        </p:grpSpPr>
        <p:sp>
          <p:nvSpPr>
            <p:cNvPr id="11" name="Rectangle 10">
              <a:extLst>
                <a:ext uri="{FF2B5EF4-FFF2-40B4-BE49-F238E27FC236}">
                  <a16:creationId xmlns:a16="http://schemas.microsoft.com/office/drawing/2014/main" id="{EF1244FD-1856-4971-9A73-AD6DF3F42A90}"/>
                </a:ext>
              </a:extLst>
            </p:cNvPr>
            <p:cNvSpPr/>
            <p:nvPr/>
          </p:nvSpPr>
          <p:spPr>
            <a:xfrm>
              <a:off x="12498114" y="115959"/>
              <a:ext cx="360000" cy="406800"/>
            </a:xfrm>
            <a:prstGeom prst="rect">
              <a:avLst/>
            </a:prstGeom>
            <a:solidFill>
              <a:srgbClr val="0070AD"/>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lstStyle/>
            <a:p>
              <a:pPr algn="ctr">
                <a:lnSpc>
                  <a:spcPct val="90000"/>
                </a:lnSpc>
                <a:spcAft>
                  <a:spcPts val="0"/>
                </a:spcAft>
              </a:pPr>
              <a:r>
                <a:rPr lang="en-GB" sz="700">
                  <a:latin typeface="Ubuntu" panose="020B0504030602030204" pitchFamily="34" charset="0"/>
                </a:rPr>
                <a:t>1</a:t>
              </a:r>
            </a:p>
            <a:p>
              <a:pPr algn="ctr">
                <a:lnSpc>
                  <a:spcPct val="90000"/>
                </a:lnSpc>
                <a:spcAft>
                  <a:spcPts val="0"/>
                </a:spcAft>
              </a:pPr>
              <a:r>
                <a:rPr lang="en-GB" sz="700">
                  <a:latin typeface="Ubuntu" panose="020B0504030602030204" pitchFamily="34" charset="0"/>
                </a:rPr>
                <a:t>112</a:t>
              </a:r>
            </a:p>
            <a:p>
              <a:pPr algn="ctr">
                <a:lnSpc>
                  <a:spcPct val="90000"/>
                </a:lnSpc>
                <a:spcAft>
                  <a:spcPts val="0"/>
                </a:spcAft>
              </a:pPr>
              <a:r>
                <a:rPr lang="en-GB" sz="700">
                  <a:latin typeface="Ubuntu" panose="020B0504030602030204" pitchFamily="34" charset="0"/>
                </a:rPr>
                <a:t>173</a:t>
              </a:r>
            </a:p>
          </p:txBody>
        </p:sp>
        <p:sp>
          <p:nvSpPr>
            <p:cNvPr id="12" name="Rectangle 11">
              <a:extLst>
                <a:ext uri="{FF2B5EF4-FFF2-40B4-BE49-F238E27FC236}">
                  <a16:creationId xmlns:a16="http://schemas.microsoft.com/office/drawing/2014/main" id="{22B40C78-6F20-4C95-AB26-B29FEC0FF747}"/>
                </a:ext>
              </a:extLst>
            </p:cNvPr>
            <p:cNvSpPr/>
            <p:nvPr/>
          </p:nvSpPr>
          <p:spPr>
            <a:xfrm>
              <a:off x="12498114" y="533371"/>
              <a:ext cx="360000" cy="4068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lstStyle/>
            <a:p>
              <a:pPr algn="ctr">
                <a:lnSpc>
                  <a:spcPct val="90000"/>
                </a:lnSpc>
                <a:spcAft>
                  <a:spcPts val="0"/>
                </a:spcAft>
              </a:pPr>
              <a:r>
                <a:rPr lang="en-GB" sz="700">
                  <a:solidFill>
                    <a:schemeClr val="tx1"/>
                  </a:solidFill>
                  <a:latin typeface="Ubuntu" panose="020B0504030602030204" pitchFamily="34" charset="0"/>
                </a:rPr>
                <a:t>18</a:t>
              </a:r>
            </a:p>
            <a:p>
              <a:pPr algn="ctr">
                <a:lnSpc>
                  <a:spcPct val="90000"/>
                </a:lnSpc>
                <a:spcAft>
                  <a:spcPts val="0"/>
                </a:spcAft>
              </a:pPr>
              <a:r>
                <a:rPr lang="en-GB" sz="700">
                  <a:solidFill>
                    <a:schemeClr val="tx1"/>
                  </a:solidFill>
                  <a:latin typeface="Ubuntu" panose="020B0504030602030204" pitchFamily="34" charset="0"/>
                </a:rPr>
                <a:t>171</a:t>
              </a:r>
            </a:p>
            <a:p>
              <a:pPr algn="ctr">
                <a:lnSpc>
                  <a:spcPct val="90000"/>
                </a:lnSpc>
                <a:spcAft>
                  <a:spcPts val="0"/>
                </a:spcAft>
              </a:pPr>
              <a:r>
                <a:rPr lang="en-GB" sz="700">
                  <a:solidFill>
                    <a:schemeClr val="tx1"/>
                  </a:solidFill>
                  <a:latin typeface="Ubuntu" panose="020B0504030602030204" pitchFamily="34" charset="0"/>
                </a:rPr>
                <a:t>219</a:t>
              </a:r>
            </a:p>
          </p:txBody>
        </p:sp>
        <p:sp>
          <p:nvSpPr>
            <p:cNvPr id="13" name="Rectangle 12">
              <a:extLst>
                <a:ext uri="{FF2B5EF4-FFF2-40B4-BE49-F238E27FC236}">
                  <a16:creationId xmlns:a16="http://schemas.microsoft.com/office/drawing/2014/main" id="{1AED4E7D-39CE-49AE-9D4C-16EA940CBE5F}"/>
                </a:ext>
              </a:extLst>
            </p:cNvPr>
            <p:cNvSpPr/>
            <p:nvPr/>
          </p:nvSpPr>
          <p:spPr>
            <a:xfrm>
              <a:off x="12498114" y="950783"/>
              <a:ext cx="360000" cy="406800"/>
            </a:xfrm>
            <a:prstGeom prst="rect">
              <a:avLst/>
            </a:prstGeom>
            <a:solidFill>
              <a:srgbClr val="2B0A3D"/>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lstStyle/>
            <a:p>
              <a:pPr algn="ctr">
                <a:lnSpc>
                  <a:spcPct val="90000"/>
                </a:lnSpc>
                <a:spcAft>
                  <a:spcPts val="0"/>
                </a:spcAft>
              </a:pPr>
              <a:r>
                <a:rPr lang="en-GB" sz="700">
                  <a:latin typeface="Ubuntu" panose="020B0504030602030204" pitchFamily="34" charset="0"/>
                </a:rPr>
                <a:t>43</a:t>
              </a:r>
            </a:p>
            <a:p>
              <a:pPr algn="ctr">
                <a:lnSpc>
                  <a:spcPct val="90000"/>
                </a:lnSpc>
                <a:spcAft>
                  <a:spcPts val="0"/>
                </a:spcAft>
              </a:pPr>
              <a:r>
                <a:rPr lang="en-GB" sz="700">
                  <a:latin typeface="Ubuntu" panose="020B0504030602030204" pitchFamily="34" charset="0"/>
                </a:rPr>
                <a:t>10</a:t>
              </a:r>
            </a:p>
            <a:p>
              <a:pPr algn="ctr">
                <a:lnSpc>
                  <a:spcPct val="90000"/>
                </a:lnSpc>
                <a:spcAft>
                  <a:spcPts val="0"/>
                </a:spcAft>
              </a:pPr>
              <a:r>
                <a:rPr lang="en-GB" sz="700">
                  <a:latin typeface="Ubuntu" panose="020B0504030602030204" pitchFamily="34" charset="0"/>
                </a:rPr>
                <a:t>61</a:t>
              </a:r>
            </a:p>
          </p:txBody>
        </p:sp>
        <p:sp>
          <p:nvSpPr>
            <p:cNvPr id="14" name="Rectangle 13">
              <a:extLst>
                <a:ext uri="{FF2B5EF4-FFF2-40B4-BE49-F238E27FC236}">
                  <a16:creationId xmlns:a16="http://schemas.microsoft.com/office/drawing/2014/main" id="{392DC803-B0F7-4D0E-81CA-9DDCB14FA42C}"/>
                </a:ext>
              </a:extLst>
            </p:cNvPr>
            <p:cNvSpPr/>
            <p:nvPr/>
          </p:nvSpPr>
          <p:spPr>
            <a:xfrm>
              <a:off x="12498114" y="1364202"/>
              <a:ext cx="360000" cy="40680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lstStyle/>
            <a:p>
              <a:pPr algn="ctr">
                <a:lnSpc>
                  <a:spcPct val="90000"/>
                </a:lnSpc>
                <a:spcAft>
                  <a:spcPts val="0"/>
                </a:spcAft>
              </a:pPr>
              <a:r>
                <a:rPr lang="en-GB" sz="700">
                  <a:latin typeface="Ubuntu" panose="020B0504030602030204" pitchFamily="34" charset="0"/>
                </a:rPr>
                <a:t>39</a:t>
              </a:r>
            </a:p>
            <a:p>
              <a:pPr algn="ctr">
                <a:lnSpc>
                  <a:spcPct val="90000"/>
                </a:lnSpc>
                <a:spcAft>
                  <a:spcPts val="0"/>
                </a:spcAft>
              </a:pPr>
              <a:r>
                <a:rPr lang="en-GB" sz="700">
                  <a:latin typeface="Ubuntu" panose="020B0504030602030204" pitchFamily="34" charset="0"/>
                </a:rPr>
                <a:t>41</a:t>
              </a:r>
            </a:p>
            <a:p>
              <a:pPr algn="ctr">
                <a:lnSpc>
                  <a:spcPct val="90000"/>
                </a:lnSpc>
                <a:spcAft>
                  <a:spcPts val="0"/>
                </a:spcAft>
              </a:pPr>
              <a:r>
                <a:rPr lang="en-GB" sz="700">
                  <a:latin typeface="Ubuntu" panose="020B0504030602030204" pitchFamily="34" charset="0"/>
                </a:rPr>
                <a:t>54</a:t>
              </a:r>
            </a:p>
          </p:txBody>
        </p:sp>
        <p:sp>
          <p:nvSpPr>
            <p:cNvPr id="63" name="Rectangle 62">
              <a:extLst>
                <a:ext uri="{FF2B5EF4-FFF2-40B4-BE49-F238E27FC236}">
                  <a16:creationId xmlns:a16="http://schemas.microsoft.com/office/drawing/2014/main" id="{B60470E2-9B98-4C49-AC1B-A56CD2EB54B9}"/>
                </a:ext>
              </a:extLst>
            </p:cNvPr>
            <p:cNvSpPr/>
            <p:nvPr/>
          </p:nvSpPr>
          <p:spPr>
            <a:xfrm>
              <a:off x="12498114" y="1778325"/>
              <a:ext cx="360000" cy="406800"/>
            </a:xfrm>
            <a:prstGeom prst="rect">
              <a:avLst/>
            </a:prstGeom>
            <a:solidFill>
              <a:schemeClr val="bg2"/>
            </a:solidFill>
            <a:ln w="31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lstStyle/>
            <a:p>
              <a:pPr algn="ctr">
                <a:lnSpc>
                  <a:spcPct val="90000"/>
                </a:lnSpc>
                <a:spcAft>
                  <a:spcPts val="0"/>
                </a:spcAft>
              </a:pPr>
              <a:r>
                <a:rPr lang="en-GB" sz="700">
                  <a:solidFill>
                    <a:schemeClr val="tx1"/>
                  </a:solidFill>
                  <a:latin typeface="Ubuntu" panose="020B0504030602030204" pitchFamily="34" charset="0"/>
                </a:rPr>
                <a:t>236</a:t>
              </a:r>
            </a:p>
            <a:p>
              <a:pPr algn="ctr">
                <a:lnSpc>
                  <a:spcPct val="90000"/>
                </a:lnSpc>
                <a:spcAft>
                  <a:spcPts val="0"/>
                </a:spcAft>
              </a:pPr>
              <a:r>
                <a:rPr lang="en-GB" sz="700">
                  <a:solidFill>
                    <a:schemeClr val="tx1"/>
                  </a:solidFill>
                  <a:latin typeface="Ubuntu" panose="020B0504030602030204" pitchFamily="34" charset="0"/>
                </a:rPr>
                <a:t>236</a:t>
              </a:r>
            </a:p>
            <a:p>
              <a:pPr algn="ctr">
                <a:lnSpc>
                  <a:spcPct val="90000"/>
                </a:lnSpc>
                <a:spcAft>
                  <a:spcPts val="0"/>
                </a:spcAft>
              </a:pPr>
              <a:r>
                <a:rPr lang="en-GB" sz="700">
                  <a:solidFill>
                    <a:schemeClr val="tx1"/>
                  </a:solidFill>
                  <a:latin typeface="Ubuntu" panose="020B0504030602030204" pitchFamily="34" charset="0"/>
                </a:rPr>
                <a:t>236</a:t>
              </a:r>
            </a:p>
          </p:txBody>
        </p:sp>
      </p:grpSp>
      <p:grpSp>
        <p:nvGrpSpPr>
          <p:cNvPr id="4096" name="Groupe 4095">
            <a:extLst>
              <a:ext uri="{FF2B5EF4-FFF2-40B4-BE49-F238E27FC236}">
                <a16:creationId xmlns:a16="http://schemas.microsoft.com/office/drawing/2014/main" id="{4ADC82C4-641D-4930-B946-DC8978F5F98C}"/>
              </a:ext>
            </a:extLst>
          </p:cNvPr>
          <p:cNvGrpSpPr/>
          <p:nvPr/>
        </p:nvGrpSpPr>
        <p:grpSpPr>
          <a:xfrm>
            <a:off x="12295891" y="4289244"/>
            <a:ext cx="1462993" cy="2058800"/>
            <a:chOff x="12432704" y="1992581"/>
            <a:chExt cx="1462993" cy="2058800"/>
          </a:xfrm>
        </p:grpSpPr>
        <p:sp>
          <p:nvSpPr>
            <p:cNvPr id="41" name="Forme libre : forme 40">
              <a:extLst>
                <a:ext uri="{FF2B5EF4-FFF2-40B4-BE49-F238E27FC236}">
                  <a16:creationId xmlns:a16="http://schemas.microsoft.com/office/drawing/2014/main" id="{EC826880-5A3C-4E1C-81B2-A1CB9E331DC3}"/>
                </a:ext>
              </a:extLst>
            </p:cNvPr>
            <p:cNvSpPr/>
            <p:nvPr/>
          </p:nvSpPr>
          <p:spPr>
            <a:xfrm>
              <a:off x="12800391" y="3644581"/>
              <a:ext cx="360000"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FF8E12"/>
            </a:solidFill>
            <a:ln w="6695" cap="flat">
              <a:noFill/>
              <a:prstDash val="solid"/>
              <a:miter/>
            </a:ln>
          </p:spPr>
          <p:txBody>
            <a:bodyPr rtlCol="0" anchor="ctr"/>
            <a:lstStyle/>
            <a:p>
              <a:pPr algn="ctr">
                <a:lnSpc>
                  <a:spcPct val="90000"/>
                </a:lnSpc>
                <a:spcAft>
                  <a:spcPts val="0"/>
                </a:spcAft>
              </a:pPr>
              <a:r>
                <a:rPr lang="en-US" sz="700">
                  <a:latin typeface="Ubuntu" panose="020B0504030602030204" pitchFamily="34" charset="0"/>
                </a:rPr>
                <a:t>255</a:t>
              </a:r>
            </a:p>
            <a:p>
              <a:pPr algn="ctr">
                <a:lnSpc>
                  <a:spcPct val="90000"/>
                </a:lnSpc>
                <a:spcAft>
                  <a:spcPts val="0"/>
                </a:spcAft>
              </a:pPr>
              <a:r>
                <a:rPr lang="en-US" sz="700">
                  <a:latin typeface="Ubuntu" panose="020B0504030602030204" pitchFamily="34" charset="0"/>
                </a:rPr>
                <a:t>142</a:t>
              </a:r>
            </a:p>
            <a:p>
              <a:pPr algn="ctr">
                <a:lnSpc>
                  <a:spcPct val="90000"/>
                </a:lnSpc>
                <a:spcAft>
                  <a:spcPts val="0"/>
                </a:spcAft>
              </a:pPr>
              <a:r>
                <a:rPr lang="en-US" sz="700">
                  <a:latin typeface="Ubuntu" panose="020B0504030602030204" pitchFamily="34" charset="0"/>
                </a:rPr>
                <a:t>18</a:t>
              </a:r>
            </a:p>
          </p:txBody>
        </p:sp>
        <p:sp>
          <p:nvSpPr>
            <p:cNvPr id="42" name="Forme libre : forme 41">
              <a:extLst>
                <a:ext uri="{FF2B5EF4-FFF2-40B4-BE49-F238E27FC236}">
                  <a16:creationId xmlns:a16="http://schemas.microsoft.com/office/drawing/2014/main" id="{44796AC3-FBF9-498C-9326-20ACFCF63EE6}"/>
                </a:ext>
              </a:extLst>
            </p:cNvPr>
            <p:cNvSpPr/>
            <p:nvPr/>
          </p:nvSpPr>
          <p:spPr>
            <a:xfrm>
              <a:off x="12800391" y="3231581"/>
              <a:ext cx="360000"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FF9C29"/>
            </a:solidFill>
            <a:ln w="6695" cap="flat">
              <a:noFill/>
              <a:prstDash val="solid"/>
              <a:miter/>
            </a:ln>
          </p:spPr>
          <p:txBody>
            <a:bodyPr rtlCol="0" anchor="ctr"/>
            <a:lstStyle/>
            <a:p>
              <a:pPr algn="ctr">
                <a:lnSpc>
                  <a:spcPct val="90000"/>
                </a:lnSpc>
                <a:spcAft>
                  <a:spcPts val="0"/>
                </a:spcAft>
              </a:pPr>
              <a:r>
                <a:rPr lang="en-US" sz="700">
                  <a:latin typeface="Ubuntu" panose="020B0504030602030204" pitchFamily="34" charset="0"/>
                </a:rPr>
                <a:t>255</a:t>
              </a:r>
            </a:p>
            <a:p>
              <a:pPr algn="ctr">
                <a:lnSpc>
                  <a:spcPct val="90000"/>
                </a:lnSpc>
                <a:spcAft>
                  <a:spcPts val="0"/>
                </a:spcAft>
              </a:pPr>
              <a:r>
                <a:rPr lang="en-US" sz="700">
                  <a:latin typeface="Ubuntu" panose="020B0504030602030204" pitchFamily="34" charset="0"/>
                </a:rPr>
                <a:t>156</a:t>
              </a:r>
            </a:p>
            <a:p>
              <a:pPr algn="ctr">
                <a:lnSpc>
                  <a:spcPct val="90000"/>
                </a:lnSpc>
                <a:spcAft>
                  <a:spcPts val="0"/>
                </a:spcAft>
              </a:pPr>
              <a:r>
                <a:rPr lang="en-US" sz="700">
                  <a:latin typeface="Ubuntu" panose="020B0504030602030204" pitchFamily="34" charset="0"/>
                </a:rPr>
                <a:t>41</a:t>
              </a:r>
            </a:p>
          </p:txBody>
        </p:sp>
        <p:sp>
          <p:nvSpPr>
            <p:cNvPr id="43" name="Forme libre : forme 42">
              <a:extLst>
                <a:ext uri="{FF2B5EF4-FFF2-40B4-BE49-F238E27FC236}">
                  <a16:creationId xmlns:a16="http://schemas.microsoft.com/office/drawing/2014/main" id="{2D1DB5D7-2017-4A8F-80D6-C8641C9CE84C}"/>
                </a:ext>
              </a:extLst>
            </p:cNvPr>
            <p:cNvSpPr/>
            <p:nvPr/>
          </p:nvSpPr>
          <p:spPr>
            <a:xfrm>
              <a:off x="12800391" y="2818581"/>
              <a:ext cx="360000" cy="406800"/>
            </a:xfrm>
            <a:custGeom>
              <a:avLst/>
              <a:gdLst>
                <a:gd name="connsiteX0" fmla="*/ 0 w 1111406"/>
                <a:gd name="connsiteY0" fmla="*/ 0 h 1111407"/>
                <a:gd name="connsiteX1" fmla="*/ 1111407 w 1111406"/>
                <a:gd name="connsiteY1" fmla="*/ 0 h 1111407"/>
                <a:gd name="connsiteX2" fmla="*/ 1111407 w 1111406"/>
                <a:gd name="connsiteY2" fmla="*/ 1111407 h 1111407"/>
                <a:gd name="connsiteX3" fmla="*/ 0 w 1111406"/>
                <a:gd name="connsiteY3" fmla="*/ 1111407 h 1111407"/>
              </a:gdLst>
              <a:ahLst/>
              <a:cxnLst>
                <a:cxn ang="0">
                  <a:pos x="connsiteX0" y="connsiteY0"/>
                </a:cxn>
                <a:cxn ang="0">
                  <a:pos x="connsiteX1" y="connsiteY1"/>
                </a:cxn>
                <a:cxn ang="0">
                  <a:pos x="connsiteX2" y="connsiteY2"/>
                </a:cxn>
                <a:cxn ang="0">
                  <a:pos x="connsiteX3" y="connsiteY3"/>
                </a:cxn>
              </a:cxnLst>
              <a:rect l="l" t="t" r="r" b="b"/>
              <a:pathLst>
                <a:path w="1111406" h="1111407">
                  <a:moveTo>
                    <a:pt x="0" y="0"/>
                  </a:moveTo>
                  <a:lnTo>
                    <a:pt x="1111407" y="0"/>
                  </a:lnTo>
                  <a:lnTo>
                    <a:pt x="1111407" y="1111407"/>
                  </a:lnTo>
                  <a:lnTo>
                    <a:pt x="0" y="1111407"/>
                  </a:lnTo>
                  <a:close/>
                </a:path>
              </a:pathLst>
            </a:custGeom>
            <a:solidFill>
              <a:srgbClr val="FFB24A"/>
            </a:solidFill>
            <a:ln w="6695" cap="flat">
              <a:noFill/>
              <a:prstDash val="solid"/>
              <a:miter/>
            </a:ln>
          </p:spPr>
          <p:txBody>
            <a:bodyPr rtlCol="0" anchor="ctr"/>
            <a:lstStyle/>
            <a:p>
              <a:pPr algn="ctr">
                <a:lnSpc>
                  <a:spcPct val="90000"/>
                </a:lnSpc>
                <a:spcAft>
                  <a:spcPts val="0"/>
                </a:spcAft>
              </a:pPr>
              <a:r>
                <a:rPr lang="en-US" sz="700">
                  <a:latin typeface="Ubuntu" panose="020B0504030602030204" pitchFamily="34" charset="0"/>
                </a:rPr>
                <a:t>255</a:t>
              </a:r>
            </a:p>
            <a:p>
              <a:pPr algn="ctr">
                <a:lnSpc>
                  <a:spcPct val="90000"/>
                </a:lnSpc>
                <a:spcAft>
                  <a:spcPts val="0"/>
                </a:spcAft>
              </a:pPr>
              <a:r>
                <a:rPr lang="en-US" sz="700">
                  <a:latin typeface="Ubuntu" panose="020B0504030602030204" pitchFamily="34" charset="0"/>
                </a:rPr>
                <a:t>178</a:t>
              </a:r>
            </a:p>
            <a:p>
              <a:pPr algn="ctr">
                <a:lnSpc>
                  <a:spcPct val="90000"/>
                </a:lnSpc>
                <a:spcAft>
                  <a:spcPts val="0"/>
                </a:spcAft>
              </a:pPr>
              <a:r>
                <a:rPr lang="en-US" sz="700">
                  <a:latin typeface="Ubuntu" panose="020B0504030602030204" pitchFamily="34" charset="0"/>
                </a:rPr>
                <a:t>74</a:t>
              </a:r>
            </a:p>
          </p:txBody>
        </p:sp>
        <p:sp>
          <p:nvSpPr>
            <p:cNvPr id="44" name="Forme libre : forme 43">
              <a:extLst>
                <a:ext uri="{FF2B5EF4-FFF2-40B4-BE49-F238E27FC236}">
                  <a16:creationId xmlns:a16="http://schemas.microsoft.com/office/drawing/2014/main" id="{92191BDF-6BAB-45F9-9FA1-89C34179FD61}"/>
                </a:ext>
              </a:extLst>
            </p:cNvPr>
            <p:cNvSpPr/>
            <p:nvPr/>
          </p:nvSpPr>
          <p:spPr>
            <a:xfrm>
              <a:off x="12800391" y="2405581"/>
              <a:ext cx="360000"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FFD068"/>
            </a:solidFill>
            <a:ln w="6695" cap="flat">
              <a:noFill/>
              <a:prstDash val="solid"/>
              <a:miter/>
            </a:ln>
          </p:spPr>
          <p:txBody>
            <a:bodyPr rtlCol="0" anchor="ctr"/>
            <a:lstStyle/>
            <a:p>
              <a:pPr algn="ctr">
                <a:lnSpc>
                  <a:spcPct val="90000"/>
                </a:lnSpc>
                <a:spcAft>
                  <a:spcPts val="0"/>
                </a:spcAft>
              </a:pPr>
              <a:r>
                <a:rPr lang="en-US" sz="700">
                  <a:latin typeface="Ubuntu" panose="020B0504030602030204" pitchFamily="34" charset="0"/>
                </a:rPr>
                <a:t>255</a:t>
              </a:r>
            </a:p>
            <a:p>
              <a:pPr algn="ctr">
                <a:lnSpc>
                  <a:spcPct val="90000"/>
                </a:lnSpc>
                <a:spcAft>
                  <a:spcPts val="0"/>
                </a:spcAft>
              </a:pPr>
              <a:r>
                <a:rPr lang="en-US" sz="700">
                  <a:latin typeface="Ubuntu" panose="020B0504030602030204" pitchFamily="34" charset="0"/>
                </a:rPr>
                <a:t>208</a:t>
              </a:r>
            </a:p>
            <a:p>
              <a:pPr algn="ctr">
                <a:lnSpc>
                  <a:spcPct val="90000"/>
                </a:lnSpc>
                <a:spcAft>
                  <a:spcPts val="0"/>
                </a:spcAft>
              </a:pPr>
              <a:r>
                <a:rPr lang="en-US" sz="700">
                  <a:latin typeface="Ubuntu" panose="020B0504030602030204" pitchFamily="34" charset="0"/>
                </a:rPr>
                <a:t>104</a:t>
              </a:r>
            </a:p>
          </p:txBody>
        </p:sp>
        <p:sp>
          <p:nvSpPr>
            <p:cNvPr id="45" name="Forme libre : forme 44">
              <a:extLst>
                <a:ext uri="{FF2B5EF4-FFF2-40B4-BE49-F238E27FC236}">
                  <a16:creationId xmlns:a16="http://schemas.microsoft.com/office/drawing/2014/main" id="{EF971F25-4035-43BA-BC8C-22E9B837A713}"/>
                </a:ext>
              </a:extLst>
            </p:cNvPr>
            <p:cNvSpPr/>
            <p:nvPr/>
          </p:nvSpPr>
          <p:spPr>
            <a:xfrm>
              <a:off x="12800391" y="1992581"/>
              <a:ext cx="360000"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FFDA80"/>
            </a:solidFill>
            <a:ln w="6695" cap="flat">
              <a:noFill/>
              <a:prstDash val="solid"/>
              <a:miter/>
            </a:ln>
          </p:spPr>
          <p:txBody>
            <a:bodyPr rtlCol="0" anchor="ctr"/>
            <a:lstStyle/>
            <a:p>
              <a:pPr algn="ctr">
                <a:lnSpc>
                  <a:spcPct val="90000"/>
                </a:lnSpc>
                <a:spcAft>
                  <a:spcPts val="0"/>
                </a:spcAft>
              </a:pPr>
              <a:r>
                <a:rPr lang="en-US" sz="700">
                  <a:latin typeface="Ubuntu" panose="020B0504030602030204" pitchFamily="34" charset="0"/>
                </a:rPr>
                <a:t>255</a:t>
              </a:r>
            </a:p>
            <a:p>
              <a:pPr algn="ctr">
                <a:lnSpc>
                  <a:spcPct val="90000"/>
                </a:lnSpc>
                <a:spcAft>
                  <a:spcPts val="0"/>
                </a:spcAft>
              </a:pPr>
              <a:r>
                <a:rPr lang="en-US" sz="700">
                  <a:latin typeface="Ubuntu" panose="020B0504030602030204" pitchFamily="34" charset="0"/>
                </a:rPr>
                <a:t>218</a:t>
              </a:r>
            </a:p>
            <a:p>
              <a:pPr algn="ctr">
                <a:lnSpc>
                  <a:spcPct val="90000"/>
                </a:lnSpc>
                <a:spcAft>
                  <a:spcPts val="0"/>
                </a:spcAft>
              </a:pPr>
              <a:r>
                <a:rPr lang="en-US" sz="700">
                  <a:latin typeface="Ubuntu" panose="020B0504030602030204" pitchFamily="34" charset="0"/>
                </a:rPr>
                <a:t>128</a:t>
              </a:r>
            </a:p>
          </p:txBody>
        </p:sp>
        <p:sp>
          <p:nvSpPr>
            <p:cNvPr id="46" name="Forme libre : forme 45">
              <a:extLst>
                <a:ext uri="{FF2B5EF4-FFF2-40B4-BE49-F238E27FC236}">
                  <a16:creationId xmlns:a16="http://schemas.microsoft.com/office/drawing/2014/main" id="{F5691FCB-A410-4C6B-963D-15CCFA8EB678}"/>
                </a:ext>
              </a:extLst>
            </p:cNvPr>
            <p:cNvSpPr/>
            <p:nvPr/>
          </p:nvSpPr>
          <p:spPr>
            <a:xfrm>
              <a:off x="13168875" y="3644581"/>
              <a:ext cx="360000"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42142E"/>
            </a:solidFill>
            <a:ln w="6695" cap="flat">
              <a:noFill/>
              <a:prstDash val="solid"/>
              <a:miter/>
            </a:ln>
          </p:spPr>
          <p:txBody>
            <a:bodyPr rtlCol="0" anchor="ctr"/>
            <a:lstStyle/>
            <a:p>
              <a:pPr algn="ctr">
                <a:lnSpc>
                  <a:spcPct val="90000"/>
                </a:lnSpc>
                <a:spcAft>
                  <a:spcPts val="0"/>
                </a:spcAft>
              </a:pPr>
              <a:r>
                <a:rPr lang="en-US" sz="700">
                  <a:solidFill>
                    <a:schemeClr val="bg1"/>
                  </a:solidFill>
                  <a:latin typeface="Ubuntu" panose="020B0504030602030204" pitchFamily="34" charset="0"/>
                </a:rPr>
                <a:t>66</a:t>
              </a:r>
            </a:p>
            <a:p>
              <a:pPr algn="ctr">
                <a:lnSpc>
                  <a:spcPct val="90000"/>
                </a:lnSpc>
                <a:spcAft>
                  <a:spcPts val="0"/>
                </a:spcAft>
              </a:pPr>
              <a:r>
                <a:rPr lang="en-US" sz="700">
                  <a:solidFill>
                    <a:schemeClr val="bg1"/>
                  </a:solidFill>
                  <a:latin typeface="Ubuntu" panose="020B0504030602030204" pitchFamily="34" charset="0"/>
                </a:rPr>
                <a:t>20</a:t>
              </a:r>
            </a:p>
            <a:p>
              <a:pPr algn="ctr">
                <a:lnSpc>
                  <a:spcPct val="90000"/>
                </a:lnSpc>
                <a:spcAft>
                  <a:spcPts val="0"/>
                </a:spcAft>
              </a:pPr>
              <a:r>
                <a:rPr lang="en-US" sz="700">
                  <a:solidFill>
                    <a:schemeClr val="bg1"/>
                  </a:solidFill>
                  <a:latin typeface="Ubuntu" panose="020B0504030602030204" pitchFamily="34" charset="0"/>
                </a:rPr>
                <a:t>46</a:t>
              </a:r>
            </a:p>
          </p:txBody>
        </p:sp>
        <p:sp>
          <p:nvSpPr>
            <p:cNvPr id="47" name="Forme libre : forme 46">
              <a:extLst>
                <a:ext uri="{FF2B5EF4-FFF2-40B4-BE49-F238E27FC236}">
                  <a16:creationId xmlns:a16="http://schemas.microsoft.com/office/drawing/2014/main" id="{D0F79893-1FFE-4F7F-B020-867CE988C67E}"/>
                </a:ext>
              </a:extLst>
            </p:cNvPr>
            <p:cNvSpPr/>
            <p:nvPr/>
          </p:nvSpPr>
          <p:spPr>
            <a:xfrm>
              <a:off x="13168875" y="3231581"/>
              <a:ext cx="360000"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590A42"/>
            </a:solidFill>
            <a:ln w="6695" cap="flat">
              <a:noFill/>
              <a:prstDash val="solid"/>
              <a:miter/>
            </a:ln>
          </p:spPr>
          <p:txBody>
            <a:bodyPr rtlCol="0" anchor="ctr"/>
            <a:lstStyle/>
            <a:p>
              <a:pPr algn="ctr">
                <a:lnSpc>
                  <a:spcPct val="90000"/>
                </a:lnSpc>
                <a:spcAft>
                  <a:spcPts val="0"/>
                </a:spcAft>
              </a:pPr>
              <a:r>
                <a:rPr lang="en-US" sz="700">
                  <a:solidFill>
                    <a:schemeClr val="bg1"/>
                  </a:solidFill>
                  <a:latin typeface="Ubuntu" panose="020B0504030602030204" pitchFamily="34" charset="0"/>
                </a:rPr>
                <a:t>89</a:t>
              </a:r>
            </a:p>
            <a:p>
              <a:pPr algn="ctr">
                <a:lnSpc>
                  <a:spcPct val="90000"/>
                </a:lnSpc>
                <a:spcAft>
                  <a:spcPts val="0"/>
                </a:spcAft>
              </a:pPr>
              <a:r>
                <a:rPr lang="en-US" sz="700">
                  <a:solidFill>
                    <a:schemeClr val="bg1"/>
                  </a:solidFill>
                  <a:latin typeface="Ubuntu" panose="020B0504030602030204" pitchFamily="34" charset="0"/>
                </a:rPr>
                <a:t>10</a:t>
              </a:r>
            </a:p>
            <a:p>
              <a:pPr algn="ctr">
                <a:lnSpc>
                  <a:spcPct val="90000"/>
                </a:lnSpc>
                <a:spcAft>
                  <a:spcPts val="0"/>
                </a:spcAft>
              </a:pPr>
              <a:r>
                <a:rPr lang="en-US" sz="700">
                  <a:solidFill>
                    <a:schemeClr val="bg1"/>
                  </a:solidFill>
                  <a:latin typeface="Ubuntu" panose="020B0504030602030204" pitchFamily="34" charset="0"/>
                </a:rPr>
                <a:t>66</a:t>
              </a:r>
            </a:p>
          </p:txBody>
        </p:sp>
        <p:sp>
          <p:nvSpPr>
            <p:cNvPr id="48" name="Forme libre : forme 47">
              <a:extLst>
                <a:ext uri="{FF2B5EF4-FFF2-40B4-BE49-F238E27FC236}">
                  <a16:creationId xmlns:a16="http://schemas.microsoft.com/office/drawing/2014/main" id="{4BC28B06-4332-436B-9E8F-27299D73CB0F}"/>
                </a:ext>
              </a:extLst>
            </p:cNvPr>
            <p:cNvSpPr/>
            <p:nvPr/>
          </p:nvSpPr>
          <p:spPr>
            <a:xfrm>
              <a:off x="13168875" y="2818581"/>
              <a:ext cx="360000" cy="406800"/>
            </a:xfrm>
            <a:custGeom>
              <a:avLst/>
              <a:gdLst>
                <a:gd name="connsiteX0" fmla="*/ 0 w 1111406"/>
                <a:gd name="connsiteY0" fmla="*/ 0 h 1111407"/>
                <a:gd name="connsiteX1" fmla="*/ 1111407 w 1111406"/>
                <a:gd name="connsiteY1" fmla="*/ 0 h 1111407"/>
                <a:gd name="connsiteX2" fmla="*/ 1111407 w 1111406"/>
                <a:gd name="connsiteY2" fmla="*/ 1111407 h 1111407"/>
                <a:gd name="connsiteX3" fmla="*/ 0 w 1111406"/>
                <a:gd name="connsiteY3" fmla="*/ 1111407 h 1111407"/>
              </a:gdLst>
              <a:ahLst/>
              <a:cxnLst>
                <a:cxn ang="0">
                  <a:pos x="connsiteX0" y="connsiteY0"/>
                </a:cxn>
                <a:cxn ang="0">
                  <a:pos x="connsiteX1" y="connsiteY1"/>
                </a:cxn>
                <a:cxn ang="0">
                  <a:pos x="connsiteX2" y="connsiteY2"/>
                </a:cxn>
                <a:cxn ang="0">
                  <a:pos x="connsiteX3" y="connsiteY3"/>
                </a:cxn>
              </a:cxnLst>
              <a:rect l="l" t="t" r="r" b="b"/>
              <a:pathLst>
                <a:path w="1111406" h="1111407">
                  <a:moveTo>
                    <a:pt x="0" y="0"/>
                  </a:moveTo>
                  <a:lnTo>
                    <a:pt x="1111407" y="0"/>
                  </a:lnTo>
                  <a:lnTo>
                    <a:pt x="1111407" y="1111407"/>
                  </a:lnTo>
                  <a:lnTo>
                    <a:pt x="0" y="1111407"/>
                  </a:lnTo>
                  <a:close/>
                </a:path>
              </a:pathLst>
            </a:custGeom>
            <a:solidFill>
              <a:srgbClr val="750D5C"/>
            </a:solidFill>
            <a:ln w="6695" cap="flat">
              <a:noFill/>
              <a:prstDash val="solid"/>
              <a:miter/>
            </a:ln>
          </p:spPr>
          <p:txBody>
            <a:bodyPr rtlCol="0" anchor="ctr"/>
            <a:lstStyle/>
            <a:p>
              <a:pPr algn="ctr">
                <a:lnSpc>
                  <a:spcPct val="90000"/>
                </a:lnSpc>
                <a:spcAft>
                  <a:spcPts val="0"/>
                </a:spcAft>
              </a:pPr>
              <a:r>
                <a:rPr lang="en-US" sz="700">
                  <a:solidFill>
                    <a:schemeClr val="bg1"/>
                  </a:solidFill>
                  <a:latin typeface="Ubuntu" panose="020B0504030602030204" pitchFamily="34" charset="0"/>
                </a:rPr>
                <a:t>117</a:t>
              </a:r>
            </a:p>
            <a:p>
              <a:pPr algn="ctr">
                <a:lnSpc>
                  <a:spcPct val="90000"/>
                </a:lnSpc>
                <a:spcAft>
                  <a:spcPts val="0"/>
                </a:spcAft>
              </a:pPr>
              <a:r>
                <a:rPr lang="en-US" sz="700">
                  <a:solidFill>
                    <a:schemeClr val="bg1"/>
                  </a:solidFill>
                  <a:latin typeface="Ubuntu" panose="020B0504030602030204" pitchFamily="34" charset="0"/>
                </a:rPr>
                <a:t>13</a:t>
              </a:r>
            </a:p>
            <a:p>
              <a:pPr algn="ctr">
                <a:lnSpc>
                  <a:spcPct val="90000"/>
                </a:lnSpc>
                <a:spcAft>
                  <a:spcPts val="0"/>
                </a:spcAft>
              </a:pPr>
              <a:r>
                <a:rPr lang="en-US" sz="700">
                  <a:solidFill>
                    <a:schemeClr val="bg1"/>
                  </a:solidFill>
                  <a:latin typeface="Ubuntu" panose="020B0504030602030204" pitchFamily="34" charset="0"/>
                </a:rPr>
                <a:t>92</a:t>
              </a:r>
            </a:p>
          </p:txBody>
        </p:sp>
        <p:sp>
          <p:nvSpPr>
            <p:cNvPr id="49" name="Forme libre : forme 48">
              <a:extLst>
                <a:ext uri="{FF2B5EF4-FFF2-40B4-BE49-F238E27FC236}">
                  <a16:creationId xmlns:a16="http://schemas.microsoft.com/office/drawing/2014/main" id="{90419B70-8C46-4DE8-9DD4-F2A6106ED6F5}"/>
                </a:ext>
              </a:extLst>
            </p:cNvPr>
            <p:cNvSpPr/>
            <p:nvPr/>
          </p:nvSpPr>
          <p:spPr>
            <a:xfrm>
              <a:off x="13168875" y="2405581"/>
              <a:ext cx="360000"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802B73"/>
            </a:solidFill>
            <a:ln w="6695" cap="flat">
              <a:noFill/>
              <a:prstDash val="solid"/>
              <a:miter/>
            </a:ln>
          </p:spPr>
          <p:txBody>
            <a:bodyPr rtlCol="0" anchor="ctr"/>
            <a:lstStyle/>
            <a:p>
              <a:pPr algn="ctr">
                <a:lnSpc>
                  <a:spcPct val="90000"/>
                </a:lnSpc>
                <a:spcAft>
                  <a:spcPts val="0"/>
                </a:spcAft>
              </a:pPr>
              <a:r>
                <a:rPr lang="en-US" sz="700">
                  <a:solidFill>
                    <a:schemeClr val="bg1"/>
                  </a:solidFill>
                  <a:latin typeface="Ubuntu" panose="020B0504030602030204" pitchFamily="34" charset="0"/>
                </a:rPr>
                <a:t>128</a:t>
              </a:r>
            </a:p>
            <a:p>
              <a:pPr algn="ctr">
                <a:lnSpc>
                  <a:spcPct val="90000"/>
                </a:lnSpc>
                <a:spcAft>
                  <a:spcPts val="0"/>
                </a:spcAft>
              </a:pPr>
              <a:r>
                <a:rPr lang="en-US" sz="700">
                  <a:solidFill>
                    <a:schemeClr val="bg1"/>
                  </a:solidFill>
                  <a:latin typeface="Ubuntu" panose="020B0504030602030204" pitchFamily="34" charset="0"/>
                </a:rPr>
                <a:t>43</a:t>
              </a:r>
            </a:p>
            <a:p>
              <a:pPr algn="ctr">
                <a:lnSpc>
                  <a:spcPct val="90000"/>
                </a:lnSpc>
                <a:spcAft>
                  <a:spcPts val="0"/>
                </a:spcAft>
              </a:pPr>
              <a:r>
                <a:rPr lang="en-US" sz="700">
                  <a:solidFill>
                    <a:schemeClr val="bg1"/>
                  </a:solidFill>
                  <a:latin typeface="Ubuntu" panose="020B0504030602030204" pitchFamily="34" charset="0"/>
                </a:rPr>
                <a:t>115</a:t>
              </a:r>
            </a:p>
          </p:txBody>
        </p:sp>
        <p:sp>
          <p:nvSpPr>
            <p:cNvPr id="50" name="Forme libre : forme 49">
              <a:extLst>
                <a:ext uri="{FF2B5EF4-FFF2-40B4-BE49-F238E27FC236}">
                  <a16:creationId xmlns:a16="http://schemas.microsoft.com/office/drawing/2014/main" id="{0A0CFFBA-E8FE-434D-9D74-BB9F352B4723}"/>
                </a:ext>
              </a:extLst>
            </p:cNvPr>
            <p:cNvSpPr/>
            <p:nvPr/>
          </p:nvSpPr>
          <p:spPr>
            <a:xfrm>
              <a:off x="13168875" y="1992581"/>
              <a:ext cx="360000"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9E4780"/>
            </a:solidFill>
            <a:ln w="6695" cap="flat">
              <a:noFill/>
              <a:prstDash val="solid"/>
              <a:miter/>
            </a:ln>
          </p:spPr>
          <p:txBody>
            <a:bodyPr rtlCol="0" anchor="ctr"/>
            <a:lstStyle/>
            <a:p>
              <a:pPr algn="ctr">
                <a:lnSpc>
                  <a:spcPct val="90000"/>
                </a:lnSpc>
                <a:spcAft>
                  <a:spcPts val="0"/>
                </a:spcAft>
              </a:pPr>
              <a:r>
                <a:rPr lang="en-US" sz="700">
                  <a:solidFill>
                    <a:schemeClr val="bg1"/>
                  </a:solidFill>
                  <a:latin typeface="Ubuntu" panose="020B0504030602030204" pitchFamily="34" charset="0"/>
                </a:rPr>
                <a:t>158</a:t>
              </a:r>
            </a:p>
            <a:p>
              <a:pPr algn="ctr">
                <a:lnSpc>
                  <a:spcPct val="90000"/>
                </a:lnSpc>
                <a:spcAft>
                  <a:spcPts val="0"/>
                </a:spcAft>
              </a:pPr>
              <a:r>
                <a:rPr lang="en-US" sz="700">
                  <a:solidFill>
                    <a:schemeClr val="bg1"/>
                  </a:solidFill>
                  <a:latin typeface="Ubuntu" panose="020B0504030602030204" pitchFamily="34" charset="0"/>
                </a:rPr>
                <a:t>71</a:t>
              </a:r>
            </a:p>
            <a:p>
              <a:pPr algn="ctr">
                <a:lnSpc>
                  <a:spcPct val="90000"/>
                </a:lnSpc>
                <a:spcAft>
                  <a:spcPts val="0"/>
                </a:spcAft>
              </a:pPr>
              <a:r>
                <a:rPr lang="en-US" sz="700">
                  <a:solidFill>
                    <a:schemeClr val="bg1"/>
                  </a:solidFill>
                  <a:latin typeface="Ubuntu" panose="020B0504030602030204" pitchFamily="34" charset="0"/>
                </a:rPr>
                <a:t>128</a:t>
              </a:r>
            </a:p>
          </p:txBody>
        </p:sp>
        <p:sp>
          <p:nvSpPr>
            <p:cNvPr id="51" name="Forme libre : forme 50">
              <a:extLst>
                <a:ext uri="{FF2B5EF4-FFF2-40B4-BE49-F238E27FC236}">
                  <a16:creationId xmlns:a16="http://schemas.microsoft.com/office/drawing/2014/main" id="{D041A42A-2FF1-4516-85CE-87051937629F}"/>
                </a:ext>
              </a:extLst>
            </p:cNvPr>
            <p:cNvSpPr/>
            <p:nvPr/>
          </p:nvSpPr>
          <p:spPr>
            <a:xfrm>
              <a:off x="13535697" y="3644581"/>
              <a:ext cx="360000"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A6001A"/>
            </a:solidFill>
            <a:ln w="6695" cap="flat">
              <a:noFill/>
              <a:prstDash val="solid"/>
              <a:miter/>
            </a:ln>
          </p:spPr>
          <p:txBody>
            <a:bodyPr rtlCol="0" anchor="ctr"/>
            <a:lstStyle/>
            <a:p>
              <a:pPr algn="ctr">
                <a:lnSpc>
                  <a:spcPct val="90000"/>
                </a:lnSpc>
                <a:spcAft>
                  <a:spcPts val="0"/>
                </a:spcAft>
              </a:pPr>
              <a:r>
                <a:rPr lang="en-US" sz="700">
                  <a:solidFill>
                    <a:schemeClr val="bg1"/>
                  </a:solidFill>
                  <a:latin typeface="Ubuntu" panose="020B0504030602030204" pitchFamily="34" charset="0"/>
                </a:rPr>
                <a:t>166</a:t>
              </a:r>
            </a:p>
            <a:p>
              <a:pPr algn="ctr">
                <a:lnSpc>
                  <a:spcPct val="90000"/>
                </a:lnSpc>
                <a:spcAft>
                  <a:spcPts val="0"/>
                </a:spcAft>
              </a:pPr>
              <a:r>
                <a:rPr lang="en-US" sz="700">
                  <a:solidFill>
                    <a:schemeClr val="bg1"/>
                  </a:solidFill>
                  <a:latin typeface="Ubuntu" panose="020B0504030602030204" pitchFamily="34" charset="0"/>
                </a:rPr>
                <a:t>0</a:t>
              </a:r>
            </a:p>
            <a:p>
              <a:pPr algn="ctr">
                <a:lnSpc>
                  <a:spcPct val="90000"/>
                </a:lnSpc>
                <a:spcAft>
                  <a:spcPts val="0"/>
                </a:spcAft>
              </a:pPr>
              <a:r>
                <a:rPr lang="en-US" sz="700">
                  <a:solidFill>
                    <a:schemeClr val="bg1"/>
                  </a:solidFill>
                  <a:latin typeface="Ubuntu" panose="020B0504030602030204" pitchFamily="34" charset="0"/>
                </a:rPr>
                <a:t>26</a:t>
              </a:r>
            </a:p>
          </p:txBody>
        </p:sp>
        <p:sp>
          <p:nvSpPr>
            <p:cNvPr id="52" name="Forme libre : forme 51">
              <a:extLst>
                <a:ext uri="{FF2B5EF4-FFF2-40B4-BE49-F238E27FC236}">
                  <a16:creationId xmlns:a16="http://schemas.microsoft.com/office/drawing/2014/main" id="{02084D3E-01E3-4506-9076-881D83455262}"/>
                </a:ext>
              </a:extLst>
            </p:cNvPr>
            <p:cNvSpPr/>
            <p:nvPr/>
          </p:nvSpPr>
          <p:spPr>
            <a:xfrm>
              <a:off x="13535697" y="3231581"/>
              <a:ext cx="360000"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E30021"/>
            </a:solidFill>
            <a:ln w="6695" cap="flat">
              <a:noFill/>
              <a:prstDash val="solid"/>
              <a:miter/>
            </a:ln>
          </p:spPr>
          <p:txBody>
            <a:bodyPr rtlCol="0" anchor="ctr"/>
            <a:lstStyle/>
            <a:p>
              <a:pPr algn="ctr">
                <a:lnSpc>
                  <a:spcPct val="90000"/>
                </a:lnSpc>
                <a:spcAft>
                  <a:spcPts val="0"/>
                </a:spcAft>
              </a:pPr>
              <a:r>
                <a:rPr lang="en-US" sz="700">
                  <a:solidFill>
                    <a:schemeClr val="bg1"/>
                  </a:solidFill>
                  <a:latin typeface="Ubuntu" panose="020B0504030602030204" pitchFamily="34" charset="0"/>
                </a:rPr>
                <a:t>227</a:t>
              </a:r>
            </a:p>
            <a:p>
              <a:pPr algn="ctr">
                <a:lnSpc>
                  <a:spcPct val="90000"/>
                </a:lnSpc>
                <a:spcAft>
                  <a:spcPts val="0"/>
                </a:spcAft>
              </a:pPr>
              <a:r>
                <a:rPr lang="en-US" sz="700">
                  <a:solidFill>
                    <a:schemeClr val="bg1"/>
                  </a:solidFill>
                  <a:latin typeface="Ubuntu" panose="020B0504030602030204" pitchFamily="34" charset="0"/>
                </a:rPr>
                <a:t>03</a:t>
              </a:r>
            </a:p>
            <a:p>
              <a:pPr algn="ctr">
                <a:lnSpc>
                  <a:spcPct val="90000"/>
                </a:lnSpc>
                <a:spcAft>
                  <a:spcPts val="0"/>
                </a:spcAft>
              </a:pPr>
              <a:r>
                <a:rPr lang="en-US" sz="700">
                  <a:solidFill>
                    <a:schemeClr val="bg1"/>
                  </a:solidFill>
                  <a:latin typeface="Ubuntu" panose="020B0504030602030204" pitchFamily="34" charset="0"/>
                </a:rPr>
                <a:t>33</a:t>
              </a:r>
            </a:p>
          </p:txBody>
        </p:sp>
        <p:sp>
          <p:nvSpPr>
            <p:cNvPr id="53" name="Forme libre : forme 52">
              <a:extLst>
                <a:ext uri="{FF2B5EF4-FFF2-40B4-BE49-F238E27FC236}">
                  <a16:creationId xmlns:a16="http://schemas.microsoft.com/office/drawing/2014/main" id="{96939CDC-56D5-42B9-843A-231E1C541E5D}"/>
                </a:ext>
              </a:extLst>
            </p:cNvPr>
            <p:cNvSpPr/>
            <p:nvPr/>
          </p:nvSpPr>
          <p:spPr>
            <a:xfrm>
              <a:off x="13535697" y="2818581"/>
              <a:ext cx="360000" cy="406800"/>
            </a:xfrm>
            <a:custGeom>
              <a:avLst/>
              <a:gdLst>
                <a:gd name="connsiteX0" fmla="*/ 0 w 1111406"/>
                <a:gd name="connsiteY0" fmla="*/ 0 h 1111407"/>
                <a:gd name="connsiteX1" fmla="*/ 1111407 w 1111406"/>
                <a:gd name="connsiteY1" fmla="*/ 0 h 1111407"/>
                <a:gd name="connsiteX2" fmla="*/ 1111407 w 1111406"/>
                <a:gd name="connsiteY2" fmla="*/ 1111407 h 1111407"/>
                <a:gd name="connsiteX3" fmla="*/ 0 w 1111406"/>
                <a:gd name="connsiteY3" fmla="*/ 1111407 h 1111407"/>
              </a:gdLst>
              <a:ahLst/>
              <a:cxnLst>
                <a:cxn ang="0">
                  <a:pos x="connsiteX0" y="connsiteY0"/>
                </a:cxn>
                <a:cxn ang="0">
                  <a:pos x="connsiteX1" y="connsiteY1"/>
                </a:cxn>
                <a:cxn ang="0">
                  <a:pos x="connsiteX2" y="connsiteY2"/>
                </a:cxn>
                <a:cxn ang="0">
                  <a:pos x="connsiteX3" y="connsiteY3"/>
                </a:cxn>
              </a:cxnLst>
              <a:rect l="l" t="t" r="r" b="b"/>
              <a:pathLst>
                <a:path w="1111406" h="1111407">
                  <a:moveTo>
                    <a:pt x="0" y="0"/>
                  </a:moveTo>
                  <a:lnTo>
                    <a:pt x="1111407" y="0"/>
                  </a:lnTo>
                  <a:lnTo>
                    <a:pt x="1111407" y="1111407"/>
                  </a:lnTo>
                  <a:lnTo>
                    <a:pt x="0" y="1111407"/>
                  </a:lnTo>
                  <a:close/>
                </a:path>
              </a:pathLst>
            </a:custGeom>
            <a:solidFill>
              <a:srgbClr val="FF304D"/>
            </a:solidFill>
            <a:ln w="6695" cap="flat">
              <a:noFill/>
              <a:prstDash val="solid"/>
              <a:miter/>
            </a:ln>
          </p:spPr>
          <p:txBody>
            <a:bodyPr rtlCol="0" anchor="ctr"/>
            <a:lstStyle/>
            <a:p>
              <a:pPr algn="ctr">
                <a:lnSpc>
                  <a:spcPct val="90000"/>
                </a:lnSpc>
                <a:spcAft>
                  <a:spcPts val="0"/>
                </a:spcAft>
              </a:pPr>
              <a:r>
                <a:rPr lang="en-US" sz="700">
                  <a:latin typeface="Ubuntu" panose="020B0504030602030204" pitchFamily="34" charset="0"/>
                </a:rPr>
                <a:t>255</a:t>
              </a:r>
            </a:p>
            <a:p>
              <a:pPr algn="ctr">
                <a:lnSpc>
                  <a:spcPct val="90000"/>
                </a:lnSpc>
                <a:spcAft>
                  <a:spcPts val="0"/>
                </a:spcAft>
              </a:pPr>
              <a:r>
                <a:rPr lang="en-US" sz="700">
                  <a:latin typeface="Ubuntu" panose="020B0504030602030204" pitchFamily="34" charset="0"/>
                </a:rPr>
                <a:t>48</a:t>
              </a:r>
            </a:p>
            <a:p>
              <a:pPr algn="ctr">
                <a:lnSpc>
                  <a:spcPct val="90000"/>
                </a:lnSpc>
                <a:spcAft>
                  <a:spcPts val="0"/>
                </a:spcAft>
              </a:pPr>
              <a:r>
                <a:rPr lang="en-US" sz="700">
                  <a:latin typeface="Ubuntu" panose="020B0504030602030204" pitchFamily="34" charset="0"/>
                </a:rPr>
                <a:t>77</a:t>
              </a:r>
            </a:p>
          </p:txBody>
        </p:sp>
        <p:sp>
          <p:nvSpPr>
            <p:cNvPr id="54" name="Forme libre : forme 53">
              <a:extLst>
                <a:ext uri="{FF2B5EF4-FFF2-40B4-BE49-F238E27FC236}">
                  <a16:creationId xmlns:a16="http://schemas.microsoft.com/office/drawing/2014/main" id="{66B49780-B844-4D04-8283-E12AAC6933AF}"/>
                </a:ext>
              </a:extLst>
            </p:cNvPr>
            <p:cNvSpPr/>
            <p:nvPr/>
          </p:nvSpPr>
          <p:spPr>
            <a:xfrm>
              <a:off x="13535697" y="2405581"/>
              <a:ext cx="360000"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FF455E"/>
            </a:solidFill>
            <a:ln w="6695" cap="flat">
              <a:noFill/>
              <a:prstDash val="solid"/>
              <a:miter/>
            </a:ln>
          </p:spPr>
          <p:txBody>
            <a:bodyPr rtlCol="0" anchor="ctr"/>
            <a:lstStyle/>
            <a:p>
              <a:pPr algn="ctr">
                <a:lnSpc>
                  <a:spcPct val="90000"/>
                </a:lnSpc>
                <a:spcAft>
                  <a:spcPts val="0"/>
                </a:spcAft>
              </a:pPr>
              <a:r>
                <a:rPr lang="en-US" sz="700">
                  <a:latin typeface="Ubuntu" panose="020B0504030602030204" pitchFamily="34" charset="0"/>
                </a:rPr>
                <a:t>255</a:t>
              </a:r>
            </a:p>
            <a:p>
              <a:pPr algn="ctr">
                <a:lnSpc>
                  <a:spcPct val="90000"/>
                </a:lnSpc>
                <a:spcAft>
                  <a:spcPts val="0"/>
                </a:spcAft>
              </a:pPr>
              <a:r>
                <a:rPr lang="en-US" sz="700">
                  <a:latin typeface="Ubuntu" panose="020B0504030602030204" pitchFamily="34" charset="0"/>
                </a:rPr>
                <a:t>69</a:t>
              </a:r>
            </a:p>
            <a:p>
              <a:pPr algn="ctr">
                <a:lnSpc>
                  <a:spcPct val="90000"/>
                </a:lnSpc>
                <a:spcAft>
                  <a:spcPts val="0"/>
                </a:spcAft>
              </a:pPr>
              <a:r>
                <a:rPr lang="en-US" sz="700">
                  <a:latin typeface="Ubuntu" panose="020B0504030602030204" pitchFamily="34" charset="0"/>
                </a:rPr>
                <a:t>94</a:t>
              </a:r>
            </a:p>
          </p:txBody>
        </p:sp>
        <p:sp>
          <p:nvSpPr>
            <p:cNvPr id="55" name="Forme libre : forme 54">
              <a:extLst>
                <a:ext uri="{FF2B5EF4-FFF2-40B4-BE49-F238E27FC236}">
                  <a16:creationId xmlns:a16="http://schemas.microsoft.com/office/drawing/2014/main" id="{FF82BEF1-5FD1-4558-9313-1606ABF3D69C}"/>
                </a:ext>
              </a:extLst>
            </p:cNvPr>
            <p:cNvSpPr/>
            <p:nvPr/>
          </p:nvSpPr>
          <p:spPr>
            <a:xfrm>
              <a:off x="13535697" y="1992581"/>
              <a:ext cx="360000"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FF5770"/>
            </a:solidFill>
            <a:ln w="6695" cap="flat">
              <a:noFill/>
              <a:prstDash val="solid"/>
              <a:miter/>
            </a:ln>
          </p:spPr>
          <p:txBody>
            <a:bodyPr rtlCol="0" anchor="ctr"/>
            <a:lstStyle/>
            <a:p>
              <a:pPr algn="ctr">
                <a:lnSpc>
                  <a:spcPct val="90000"/>
                </a:lnSpc>
                <a:spcAft>
                  <a:spcPts val="0"/>
                </a:spcAft>
              </a:pPr>
              <a:r>
                <a:rPr lang="en-US" sz="700">
                  <a:latin typeface="Ubuntu" panose="020B0504030602030204" pitchFamily="34" charset="0"/>
                </a:rPr>
                <a:t>255</a:t>
              </a:r>
            </a:p>
            <a:p>
              <a:pPr algn="ctr">
                <a:lnSpc>
                  <a:spcPct val="90000"/>
                </a:lnSpc>
                <a:spcAft>
                  <a:spcPts val="0"/>
                </a:spcAft>
              </a:pPr>
              <a:r>
                <a:rPr lang="en-US" sz="700">
                  <a:latin typeface="Ubuntu" panose="020B0504030602030204" pitchFamily="34" charset="0"/>
                </a:rPr>
                <a:t>87</a:t>
              </a:r>
            </a:p>
            <a:p>
              <a:pPr algn="ctr">
                <a:lnSpc>
                  <a:spcPct val="90000"/>
                </a:lnSpc>
                <a:spcAft>
                  <a:spcPts val="0"/>
                </a:spcAft>
              </a:pPr>
              <a:r>
                <a:rPr lang="en-US" sz="700">
                  <a:latin typeface="Ubuntu" panose="020B0504030602030204" pitchFamily="34" charset="0"/>
                </a:rPr>
                <a:t>112</a:t>
              </a:r>
            </a:p>
          </p:txBody>
        </p:sp>
        <p:sp>
          <p:nvSpPr>
            <p:cNvPr id="56" name="Forme libre : forme 55">
              <a:extLst>
                <a:ext uri="{FF2B5EF4-FFF2-40B4-BE49-F238E27FC236}">
                  <a16:creationId xmlns:a16="http://schemas.microsoft.com/office/drawing/2014/main" id="{86AAEC8D-AC95-4215-80AB-61B5B47B8691}"/>
                </a:ext>
              </a:extLst>
            </p:cNvPr>
            <p:cNvSpPr/>
            <p:nvPr/>
          </p:nvSpPr>
          <p:spPr>
            <a:xfrm>
              <a:off x="12432704" y="3644581"/>
              <a:ext cx="360000"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811B6F"/>
            </a:solidFill>
            <a:ln w="6695" cap="flat">
              <a:noFill/>
              <a:prstDash val="solid"/>
              <a:miter/>
            </a:ln>
          </p:spPr>
          <p:txBody>
            <a:bodyPr rtlCol="0" anchor="ctr"/>
            <a:lstStyle/>
            <a:p>
              <a:pPr algn="ctr">
                <a:lnSpc>
                  <a:spcPct val="90000"/>
                </a:lnSpc>
                <a:spcAft>
                  <a:spcPts val="0"/>
                </a:spcAft>
              </a:pPr>
              <a:r>
                <a:rPr lang="en-US" sz="700">
                  <a:solidFill>
                    <a:schemeClr val="bg1"/>
                  </a:solidFill>
                  <a:latin typeface="Ubuntu" panose="020B0504030602030204" pitchFamily="34" charset="0"/>
                </a:rPr>
                <a:t>129</a:t>
              </a:r>
            </a:p>
            <a:p>
              <a:pPr algn="ctr">
                <a:lnSpc>
                  <a:spcPct val="90000"/>
                </a:lnSpc>
                <a:spcAft>
                  <a:spcPts val="0"/>
                </a:spcAft>
              </a:pPr>
              <a:r>
                <a:rPr lang="en-US" sz="700">
                  <a:solidFill>
                    <a:schemeClr val="bg1"/>
                  </a:solidFill>
                  <a:latin typeface="Ubuntu" panose="020B0504030602030204" pitchFamily="34" charset="0"/>
                </a:rPr>
                <a:t>27</a:t>
              </a:r>
            </a:p>
            <a:p>
              <a:pPr algn="ctr">
                <a:lnSpc>
                  <a:spcPct val="90000"/>
                </a:lnSpc>
                <a:spcAft>
                  <a:spcPts val="0"/>
                </a:spcAft>
              </a:pPr>
              <a:r>
                <a:rPr lang="en-US" sz="700">
                  <a:solidFill>
                    <a:schemeClr val="bg1"/>
                  </a:solidFill>
                  <a:latin typeface="Ubuntu" panose="020B0504030602030204" pitchFamily="34" charset="0"/>
                </a:rPr>
                <a:t>111</a:t>
              </a:r>
            </a:p>
          </p:txBody>
        </p:sp>
        <p:sp>
          <p:nvSpPr>
            <p:cNvPr id="57" name="Forme libre : forme 56">
              <a:extLst>
                <a:ext uri="{FF2B5EF4-FFF2-40B4-BE49-F238E27FC236}">
                  <a16:creationId xmlns:a16="http://schemas.microsoft.com/office/drawing/2014/main" id="{345AA905-3BBB-4015-9537-2162DD20DA02}"/>
                </a:ext>
              </a:extLst>
            </p:cNvPr>
            <p:cNvSpPr/>
            <p:nvPr/>
          </p:nvSpPr>
          <p:spPr>
            <a:xfrm>
              <a:off x="12432704" y="3231581"/>
              <a:ext cx="360000"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A12980"/>
            </a:solidFill>
            <a:ln w="6695" cap="flat">
              <a:noFill/>
              <a:prstDash val="solid"/>
              <a:miter/>
            </a:ln>
          </p:spPr>
          <p:txBody>
            <a:bodyPr rtlCol="0" anchor="ctr"/>
            <a:lstStyle/>
            <a:p>
              <a:pPr algn="ctr">
                <a:lnSpc>
                  <a:spcPct val="90000"/>
                </a:lnSpc>
                <a:spcAft>
                  <a:spcPts val="0"/>
                </a:spcAft>
              </a:pPr>
              <a:r>
                <a:rPr lang="en-US" sz="700">
                  <a:solidFill>
                    <a:schemeClr val="bg1"/>
                  </a:solidFill>
                  <a:latin typeface="Ubuntu" panose="020B0504030602030204" pitchFamily="34" charset="0"/>
                </a:rPr>
                <a:t>161</a:t>
              </a:r>
            </a:p>
            <a:p>
              <a:pPr algn="ctr">
                <a:lnSpc>
                  <a:spcPct val="90000"/>
                </a:lnSpc>
                <a:spcAft>
                  <a:spcPts val="0"/>
                </a:spcAft>
              </a:pPr>
              <a:r>
                <a:rPr lang="en-US" sz="700">
                  <a:solidFill>
                    <a:schemeClr val="bg1"/>
                  </a:solidFill>
                  <a:latin typeface="Ubuntu" panose="020B0504030602030204" pitchFamily="34" charset="0"/>
                </a:rPr>
                <a:t>41</a:t>
              </a:r>
            </a:p>
            <a:p>
              <a:pPr algn="ctr">
                <a:lnSpc>
                  <a:spcPct val="90000"/>
                </a:lnSpc>
                <a:spcAft>
                  <a:spcPts val="0"/>
                </a:spcAft>
              </a:pPr>
              <a:r>
                <a:rPr lang="en-US" sz="700">
                  <a:solidFill>
                    <a:schemeClr val="bg1"/>
                  </a:solidFill>
                  <a:latin typeface="Ubuntu" panose="020B0504030602030204" pitchFamily="34" charset="0"/>
                </a:rPr>
                <a:t>128</a:t>
              </a:r>
            </a:p>
          </p:txBody>
        </p:sp>
        <p:sp>
          <p:nvSpPr>
            <p:cNvPr id="58" name="Forme libre : forme 57">
              <a:extLst>
                <a:ext uri="{FF2B5EF4-FFF2-40B4-BE49-F238E27FC236}">
                  <a16:creationId xmlns:a16="http://schemas.microsoft.com/office/drawing/2014/main" id="{8E50898F-084D-45EC-9EDA-C64E62F50B6F}"/>
                </a:ext>
              </a:extLst>
            </p:cNvPr>
            <p:cNvSpPr/>
            <p:nvPr/>
          </p:nvSpPr>
          <p:spPr>
            <a:xfrm>
              <a:off x="12432704" y="2818581"/>
              <a:ext cx="360000" cy="406800"/>
            </a:xfrm>
            <a:custGeom>
              <a:avLst/>
              <a:gdLst>
                <a:gd name="connsiteX0" fmla="*/ 0 w 1111406"/>
                <a:gd name="connsiteY0" fmla="*/ 0 h 1111407"/>
                <a:gd name="connsiteX1" fmla="*/ 1111407 w 1111406"/>
                <a:gd name="connsiteY1" fmla="*/ 0 h 1111407"/>
                <a:gd name="connsiteX2" fmla="*/ 1111407 w 1111406"/>
                <a:gd name="connsiteY2" fmla="*/ 1111407 h 1111407"/>
                <a:gd name="connsiteX3" fmla="*/ 0 w 1111406"/>
                <a:gd name="connsiteY3" fmla="*/ 1111407 h 1111407"/>
              </a:gdLst>
              <a:ahLst/>
              <a:cxnLst>
                <a:cxn ang="0">
                  <a:pos x="connsiteX0" y="connsiteY0"/>
                </a:cxn>
                <a:cxn ang="0">
                  <a:pos x="connsiteX1" y="connsiteY1"/>
                </a:cxn>
                <a:cxn ang="0">
                  <a:pos x="connsiteX2" y="connsiteY2"/>
                </a:cxn>
                <a:cxn ang="0">
                  <a:pos x="connsiteX3" y="connsiteY3"/>
                </a:cxn>
              </a:cxnLst>
              <a:rect l="l" t="t" r="r" b="b"/>
              <a:pathLst>
                <a:path w="1111406" h="1111407">
                  <a:moveTo>
                    <a:pt x="0" y="0"/>
                  </a:moveTo>
                  <a:lnTo>
                    <a:pt x="1111407" y="0"/>
                  </a:lnTo>
                  <a:lnTo>
                    <a:pt x="1111407" y="1111407"/>
                  </a:lnTo>
                  <a:lnTo>
                    <a:pt x="0" y="1111407"/>
                  </a:lnTo>
                  <a:close/>
                </a:path>
              </a:pathLst>
            </a:custGeom>
            <a:solidFill>
              <a:srgbClr val="BA2980"/>
            </a:solidFill>
            <a:ln w="6695" cap="flat">
              <a:noFill/>
              <a:prstDash val="solid"/>
              <a:miter/>
            </a:ln>
          </p:spPr>
          <p:txBody>
            <a:bodyPr rtlCol="0" anchor="ctr"/>
            <a:lstStyle/>
            <a:p>
              <a:pPr algn="ctr">
                <a:lnSpc>
                  <a:spcPct val="90000"/>
                </a:lnSpc>
                <a:spcAft>
                  <a:spcPts val="0"/>
                </a:spcAft>
              </a:pPr>
              <a:r>
                <a:rPr lang="en-US" sz="700">
                  <a:solidFill>
                    <a:schemeClr val="bg1"/>
                  </a:solidFill>
                  <a:latin typeface="Ubuntu" panose="020B0504030602030204" pitchFamily="34" charset="0"/>
                </a:rPr>
                <a:t>186</a:t>
              </a:r>
            </a:p>
            <a:p>
              <a:pPr algn="ctr">
                <a:lnSpc>
                  <a:spcPct val="90000"/>
                </a:lnSpc>
                <a:spcAft>
                  <a:spcPts val="0"/>
                </a:spcAft>
              </a:pPr>
              <a:r>
                <a:rPr lang="en-US" sz="700">
                  <a:solidFill>
                    <a:schemeClr val="bg1"/>
                  </a:solidFill>
                  <a:latin typeface="Ubuntu" panose="020B0504030602030204" pitchFamily="34" charset="0"/>
                </a:rPr>
                <a:t>41</a:t>
              </a:r>
            </a:p>
            <a:p>
              <a:pPr algn="ctr">
                <a:lnSpc>
                  <a:spcPct val="90000"/>
                </a:lnSpc>
                <a:spcAft>
                  <a:spcPts val="0"/>
                </a:spcAft>
              </a:pPr>
              <a:r>
                <a:rPr lang="en-US" sz="700">
                  <a:solidFill>
                    <a:schemeClr val="bg1"/>
                  </a:solidFill>
                  <a:latin typeface="Ubuntu" panose="020B0504030602030204" pitchFamily="34" charset="0"/>
                </a:rPr>
                <a:t>128</a:t>
              </a:r>
            </a:p>
          </p:txBody>
        </p:sp>
        <p:sp>
          <p:nvSpPr>
            <p:cNvPr id="59" name="Forme libre : forme 58">
              <a:extLst>
                <a:ext uri="{FF2B5EF4-FFF2-40B4-BE49-F238E27FC236}">
                  <a16:creationId xmlns:a16="http://schemas.microsoft.com/office/drawing/2014/main" id="{850EF37B-321C-4CAE-A8B1-66C0053A83E3}"/>
                </a:ext>
              </a:extLst>
            </p:cNvPr>
            <p:cNvSpPr/>
            <p:nvPr/>
          </p:nvSpPr>
          <p:spPr>
            <a:xfrm>
              <a:off x="12432704" y="2405581"/>
              <a:ext cx="360000"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D13A8C"/>
            </a:solidFill>
            <a:ln w="6695" cap="flat">
              <a:noFill/>
              <a:prstDash val="solid"/>
              <a:miter/>
            </a:ln>
          </p:spPr>
          <p:txBody>
            <a:bodyPr rtlCol="0" anchor="ctr"/>
            <a:lstStyle/>
            <a:p>
              <a:pPr algn="ctr">
                <a:lnSpc>
                  <a:spcPct val="90000"/>
                </a:lnSpc>
                <a:spcAft>
                  <a:spcPts val="0"/>
                </a:spcAft>
              </a:pPr>
              <a:r>
                <a:rPr lang="en-US" sz="700">
                  <a:latin typeface="Ubuntu" panose="020B0504030602030204" pitchFamily="34" charset="0"/>
                </a:rPr>
                <a:t>209</a:t>
              </a:r>
            </a:p>
            <a:p>
              <a:pPr algn="ctr">
                <a:lnSpc>
                  <a:spcPct val="90000"/>
                </a:lnSpc>
                <a:spcAft>
                  <a:spcPts val="0"/>
                </a:spcAft>
              </a:pPr>
              <a:r>
                <a:rPr lang="en-US" sz="700">
                  <a:latin typeface="Ubuntu" panose="020B0504030602030204" pitchFamily="34" charset="0"/>
                </a:rPr>
                <a:t>58</a:t>
              </a:r>
            </a:p>
            <a:p>
              <a:pPr algn="ctr">
                <a:lnSpc>
                  <a:spcPct val="90000"/>
                </a:lnSpc>
                <a:spcAft>
                  <a:spcPts val="0"/>
                </a:spcAft>
              </a:pPr>
              <a:r>
                <a:rPr lang="en-US" sz="700">
                  <a:latin typeface="Ubuntu" panose="020B0504030602030204" pitchFamily="34" charset="0"/>
                </a:rPr>
                <a:t>140</a:t>
              </a:r>
            </a:p>
          </p:txBody>
        </p:sp>
        <p:sp>
          <p:nvSpPr>
            <p:cNvPr id="60" name="Forme libre : forme 59">
              <a:extLst>
                <a:ext uri="{FF2B5EF4-FFF2-40B4-BE49-F238E27FC236}">
                  <a16:creationId xmlns:a16="http://schemas.microsoft.com/office/drawing/2014/main" id="{49EEAAAC-C871-41A3-9B9B-6381B2FD4E28}"/>
                </a:ext>
              </a:extLst>
            </p:cNvPr>
            <p:cNvSpPr/>
            <p:nvPr/>
          </p:nvSpPr>
          <p:spPr>
            <a:xfrm>
              <a:off x="12432704" y="1993636"/>
              <a:ext cx="360000"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E557AD"/>
            </a:solidFill>
            <a:ln w="6695" cap="flat">
              <a:noFill/>
              <a:prstDash val="solid"/>
              <a:miter/>
            </a:ln>
          </p:spPr>
          <p:txBody>
            <a:bodyPr rtlCol="0" anchor="ctr"/>
            <a:lstStyle/>
            <a:p>
              <a:pPr algn="ctr">
                <a:lnSpc>
                  <a:spcPct val="90000"/>
                </a:lnSpc>
                <a:spcAft>
                  <a:spcPts val="0"/>
                </a:spcAft>
              </a:pPr>
              <a:r>
                <a:rPr lang="en-US" sz="700">
                  <a:latin typeface="Ubuntu" panose="020B0504030602030204" pitchFamily="34" charset="0"/>
                </a:rPr>
                <a:t>229</a:t>
              </a:r>
            </a:p>
            <a:p>
              <a:pPr algn="ctr">
                <a:lnSpc>
                  <a:spcPct val="90000"/>
                </a:lnSpc>
                <a:spcAft>
                  <a:spcPts val="0"/>
                </a:spcAft>
              </a:pPr>
              <a:r>
                <a:rPr lang="en-US" sz="700">
                  <a:latin typeface="Ubuntu" panose="020B0504030602030204" pitchFamily="34" charset="0"/>
                </a:rPr>
                <a:t>87</a:t>
              </a:r>
            </a:p>
            <a:p>
              <a:pPr algn="ctr">
                <a:lnSpc>
                  <a:spcPct val="90000"/>
                </a:lnSpc>
                <a:spcAft>
                  <a:spcPts val="0"/>
                </a:spcAft>
              </a:pPr>
              <a:r>
                <a:rPr lang="en-US" sz="700">
                  <a:latin typeface="Ubuntu" panose="020B0504030602030204" pitchFamily="34" charset="0"/>
                </a:rPr>
                <a:t>173</a:t>
              </a:r>
            </a:p>
          </p:txBody>
        </p:sp>
      </p:grpSp>
      <p:sp>
        <p:nvSpPr>
          <p:cNvPr id="61" name="Rectangle 60">
            <a:extLst>
              <a:ext uri="{FF2B5EF4-FFF2-40B4-BE49-F238E27FC236}">
                <a16:creationId xmlns:a16="http://schemas.microsoft.com/office/drawing/2014/main" id="{9D36E5FD-F409-4495-819A-440FA57D9E19}"/>
              </a:ext>
            </a:extLst>
          </p:cNvPr>
          <p:cNvSpPr/>
          <p:nvPr/>
        </p:nvSpPr>
        <p:spPr>
          <a:xfrm>
            <a:off x="12295891" y="6412526"/>
            <a:ext cx="2545089" cy="615553"/>
          </a:xfrm>
          <a:prstGeom prst="rect">
            <a:avLst/>
          </a:prstGeom>
        </p:spPr>
        <p:txBody>
          <a:bodyPr wrap="square" lIns="0" tIns="0" rIns="0" bIns="0">
            <a:spAutoFit/>
          </a:bodyPr>
          <a:lstStyle/>
          <a:p>
            <a:r>
              <a:rPr lang="en-GB" sz="800">
                <a:latin typeface="Ubuntu" panose="020B0504030602030204" pitchFamily="34" charset="0"/>
              </a:rPr>
              <a:t>Security Classification:</a:t>
            </a:r>
          </a:p>
          <a:p>
            <a:r>
              <a:rPr lang="en-GB" sz="800">
                <a:latin typeface="Ubuntu" panose="020B0504030602030204" pitchFamily="34" charset="0"/>
              </a:rPr>
              <a:t>SEC0: Public</a:t>
            </a:r>
          </a:p>
          <a:p>
            <a:r>
              <a:rPr lang="en-GB" sz="800">
                <a:latin typeface="Ubuntu" panose="020B0504030602030204" pitchFamily="34" charset="0"/>
              </a:rPr>
              <a:t>SEC1: Company Confidential</a:t>
            </a:r>
          </a:p>
          <a:p>
            <a:r>
              <a:rPr lang="en-GB" sz="800">
                <a:latin typeface="Ubuntu" panose="020B0504030602030204" pitchFamily="34" charset="0"/>
              </a:rPr>
              <a:t>SEC2: Company Restricted / Customer restricted</a:t>
            </a:r>
          </a:p>
          <a:p>
            <a:r>
              <a:rPr lang="en-GB" sz="800">
                <a:latin typeface="Ubuntu" panose="020B0504030602030204" pitchFamily="34" charset="0"/>
              </a:rPr>
              <a:t>SEC3: Company Sensitive</a:t>
            </a:r>
          </a:p>
        </p:txBody>
      </p:sp>
      <p:grpSp>
        <p:nvGrpSpPr>
          <p:cNvPr id="4097" name="Groupe 4096">
            <a:extLst>
              <a:ext uri="{FF2B5EF4-FFF2-40B4-BE49-F238E27FC236}">
                <a16:creationId xmlns:a16="http://schemas.microsoft.com/office/drawing/2014/main" id="{14207897-E387-4B97-A694-8751D86BCF12}"/>
              </a:ext>
            </a:extLst>
          </p:cNvPr>
          <p:cNvGrpSpPr/>
          <p:nvPr/>
        </p:nvGrpSpPr>
        <p:grpSpPr>
          <a:xfrm>
            <a:off x="12295891" y="2164677"/>
            <a:ext cx="1465123" cy="2058800"/>
            <a:chOff x="14041053" y="1992581"/>
            <a:chExt cx="1465123" cy="2058800"/>
          </a:xfrm>
        </p:grpSpPr>
        <p:sp>
          <p:nvSpPr>
            <p:cNvPr id="66" name="Forme libre : forme 65">
              <a:extLst>
                <a:ext uri="{FF2B5EF4-FFF2-40B4-BE49-F238E27FC236}">
                  <a16:creationId xmlns:a16="http://schemas.microsoft.com/office/drawing/2014/main" id="{94847038-3CB7-4111-AB03-FA1A594002AA}"/>
                </a:ext>
              </a:extLst>
            </p:cNvPr>
            <p:cNvSpPr/>
            <p:nvPr/>
          </p:nvSpPr>
          <p:spPr>
            <a:xfrm>
              <a:off x="14777224" y="3644581"/>
              <a:ext cx="360865"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0F434A"/>
            </a:solidFill>
            <a:ln w="6695" cap="flat">
              <a:noFill/>
              <a:prstDash val="solid"/>
              <a:miter/>
            </a:ln>
          </p:spPr>
          <p:txBody>
            <a:bodyPr rtlCol="0" anchor="ctr"/>
            <a:lstStyle/>
            <a:p>
              <a:pPr algn="ctr">
                <a:lnSpc>
                  <a:spcPct val="90000"/>
                </a:lnSpc>
                <a:spcAft>
                  <a:spcPts val="0"/>
                </a:spcAft>
              </a:pPr>
              <a:r>
                <a:rPr lang="en-US" sz="700" b="0">
                  <a:solidFill>
                    <a:schemeClr val="bg1"/>
                  </a:solidFill>
                  <a:latin typeface="Ubuntu" panose="020B0504030602030204" pitchFamily="34" charset="0"/>
                </a:rPr>
                <a:t>15</a:t>
              </a:r>
            </a:p>
            <a:p>
              <a:pPr algn="ctr">
                <a:lnSpc>
                  <a:spcPct val="90000"/>
                </a:lnSpc>
                <a:spcAft>
                  <a:spcPts val="0"/>
                </a:spcAft>
              </a:pPr>
              <a:r>
                <a:rPr lang="en-US" sz="700" b="0">
                  <a:solidFill>
                    <a:schemeClr val="bg1"/>
                  </a:solidFill>
                  <a:latin typeface="Ubuntu" panose="020B0504030602030204" pitchFamily="34" charset="0"/>
                </a:rPr>
                <a:t>67</a:t>
              </a:r>
            </a:p>
            <a:p>
              <a:pPr algn="ctr">
                <a:lnSpc>
                  <a:spcPct val="90000"/>
                </a:lnSpc>
                <a:spcAft>
                  <a:spcPts val="0"/>
                </a:spcAft>
              </a:pPr>
              <a:r>
                <a:rPr lang="en-US" sz="700" b="0">
                  <a:solidFill>
                    <a:schemeClr val="bg1"/>
                  </a:solidFill>
                  <a:latin typeface="Ubuntu" panose="020B0504030602030204" pitchFamily="34" charset="0"/>
                </a:rPr>
                <a:t>74</a:t>
              </a:r>
            </a:p>
          </p:txBody>
        </p:sp>
        <p:sp>
          <p:nvSpPr>
            <p:cNvPr id="67" name="Forme libre : forme 66">
              <a:extLst>
                <a:ext uri="{FF2B5EF4-FFF2-40B4-BE49-F238E27FC236}">
                  <a16:creationId xmlns:a16="http://schemas.microsoft.com/office/drawing/2014/main" id="{1B50522B-BA67-4790-8697-3AC343D4ACB8}"/>
                </a:ext>
              </a:extLst>
            </p:cNvPr>
            <p:cNvSpPr/>
            <p:nvPr/>
          </p:nvSpPr>
          <p:spPr>
            <a:xfrm>
              <a:off x="14777224" y="3231581"/>
              <a:ext cx="360865"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0F6A73"/>
            </a:solidFill>
            <a:ln w="6695" cap="flat">
              <a:noFill/>
              <a:prstDash val="solid"/>
              <a:miter/>
            </a:ln>
          </p:spPr>
          <p:txBody>
            <a:bodyPr rtlCol="0" anchor="ctr"/>
            <a:lstStyle/>
            <a:p>
              <a:pPr algn="ctr">
                <a:lnSpc>
                  <a:spcPct val="90000"/>
                </a:lnSpc>
                <a:spcAft>
                  <a:spcPts val="0"/>
                </a:spcAft>
              </a:pPr>
              <a:r>
                <a:rPr lang="en-US" sz="700" b="0">
                  <a:solidFill>
                    <a:schemeClr val="bg1"/>
                  </a:solidFill>
                  <a:latin typeface="Ubuntu" panose="020B0504030602030204" pitchFamily="34" charset="0"/>
                </a:rPr>
                <a:t>15</a:t>
              </a:r>
            </a:p>
            <a:p>
              <a:pPr algn="ctr">
                <a:lnSpc>
                  <a:spcPct val="90000"/>
                </a:lnSpc>
                <a:spcAft>
                  <a:spcPts val="0"/>
                </a:spcAft>
              </a:pPr>
              <a:r>
                <a:rPr lang="en-US" sz="700" b="0">
                  <a:solidFill>
                    <a:schemeClr val="bg1"/>
                  </a:solidFill>
                  <a:latin typeface="Ubuntu" panose="020B0504030602030204" pitchFamily="34" charset="0"/>
                </a:rPr>
                <a:t>106</a:t>
              </a:r>
            </a:p>
            <a:p>
              <a:pPr algn="ctr">
                <a:lnSpc>
                  <a:spcPct val="90000"/>
                </a:lnSpc>
                <a:spcAft>
                  <a:spcPts val="0"/>
                </a:spcAft>
              </a:pPr>
              <a:r>
                <a:rPr lang="en-US" sz="700" b="0">
                  <a:solidFill>
                    <a:schemeClr val="bg1"/>
                  </a:solidFill>
                  <a:latin typeface="Ubuntu" panose="020B0504030602030204" pitchFamily="34" charset="0"/>
                </a:rPr>
                <a:t>115</a:t>
              </a:r>
            </a:p>
          </p:txBody>
        </p:sp>
        <p:sp>
          <p:nvSpPr>
            <p:cNvPr id="68" name="Forme libre : forme 67">
              <a:extLst>
                <a:ext uri="{FF2B5EF4-FFF2-40B4-BE49-F238E27FC236}">
                  <a16:creationId xmlns:a16="http://schemas.microsoft.com/office/drawing/2014/main" id="{B90AA6F9-B8A6-4490-A465-CBEFAEA6DFCA}"/>
                </a:ext>
              </a:extLst>
            </p:cNvPr>
            <p:cNvSpPr/>
            <p:nvPr/>
          </p:nvSpPr>
          <p:spPr>
            <a:xfrm>
              <a:off x="14777224" y="2818581"/>
              <a:ext cx="360865" cy="406800"/>
            </a:xfrm>
            <a:custGeom>
              <a:avLst/>
              <a:gdLst>
                <a:gd name="connsiteX0" fmla="*/ 0 w 1111406"/>
                <a:gd name="connsiteY0" fmla="*/ 0 h 1111407"/>
                <a:gd name="connsiteX1" fmla="*/ 1111407 w 1111406"/>
                <a:gd name="connsiteY1" fmla="*/ 0 h 1111407"/>
                <a:gd name="connsiteX2" fmla="*/ 1111407 w 1111406"/>
                <a:gd name="connsiteY2" fmla="*/ 1111407 h 1111407"/>
                <a:gd name="connsiteX3" fmla="*/ 0 w 1111406"/>
                <a:gd name="connsiteY3" fmla="*/ 1111407 h 1111407"/>
              </a:gdLst>
              <a:ahLst/>
              <a:cxnLst>
                <a:cxn ang="0">
                  <a:pos x="connsiteX0" y="connsiteY0"/>
                </a:cxn>
                <a:cxn ang="0">
                  <a:pos x="connsiteX1" y="connsiteY1"/>
                </a:cxn>
                <a:cxn ang="0">
                  <a:pos x="connsiteX2" y="connsiteY2"/>
                </a:cxn>
                <a:cxn ang="0">
                  <a:pos x="connsiteX3" y="connsiteY3"/>
                </a:cxn>
              </a:cxnLst>
              <a:rect l="l" t="t" r="r" b="b"/>
              <a:pathLst>
                <a:path w="1111406" h="1111407">
                  <a:moveTo>
                    <a:pt x="0" y="0"/>
                  </a:moveTo>
                  <a:lnTo>
                    <a:pt x="1111407" y="0"/>
                  </a:lnTo>
                  <a:lnTo>
                    <a:pt x="1111407" y="1111407"/>
                  </a:lnTo>
                  <a:lnTo>
                    <a:pt x="0" y="1111407"/>
                  </a:lnTo>
                  <a:close/>
                </a:path>
              </a:pathLst>
            </a:custGeom>
            <a:solidFill>
              <a:srgbClr val="0F878A"/>
            </a:solidFill>
            <a:ln w="6695" cap="flat">
              <a:noFill/>
              <a:prstDash val="solid"/>
              <a:miter/>
            </a:ln>
          </p:spPr>
          <p:txBody>
            <a:bodyPr rtlCol="0" anchor="ctr"/>
            <a:lstStyle/>
            <a:p>
              <a:pPr algn="ctr">
                <a:lnSpc>
                  <a:spcPct val="90000"/>
                </a:lnSpc>
                <a:spcAft>
                  <a:spcPts val="0"/>
                </a:spcAft>
              </a:pPr>
              <a:r>
                <a:rPr lang="en-US" sz="700" b="0">
                  <a:solidFill>
                    <a:schemeClr val="bg1"/>
                  </a:solidFill>
                  <a:latin typeface="Ubuntu" panose="020B0504030602030204" pitchFamily="34" charset="0"/>
                </a:rPr>
                <a:t>15</a:t>
              </a:r>
            </a:p>
            <a:p>
              <a:pPr algn="ctr">
                <a:lnSpc>
                  <a:spcPct val="90000"/>
                </a:lnSpc>
                <a:spcAft>
                  <a:spcPts val="0"/>
                </a:spcAft>
              </a:pPr>
              <a:r>
                <a:rPr lang="en-US" sz="700" b="0">
                  <a:solidFill>
                    <a:schemeClr val="bg1"/>
                  </a:solidFill>
                  <a:latin typeface="Ubuntu" panose="020B0504030602030204" pitchFamily="34" charset="0"/>
                </a:rPr>
                <a:t>135</a:t>
              </a:r>
            </a:p>
            <a:p>
              <a:pPr algn="ctr">
                <a:lnSpc>
                  <a:spcPct val="90000"/>
                </a:lnSpc>
                <a:spcAft>
                  <a:spcPts val="0"/>
                </a:spcAft>
              </a:pPr>
              <a:r>
                <a:rPr lang="en-US" sz="700" b="0">
                  <a:solidFill>
                    <a:schemeClr val="bg1"/>
                  </a:solidFill>
                  <a:latin typeface="Ubuntu" panose="020B0504030602030204" pitchFamily="34" charset="0"/>
                </a:rPr>
                <a:t>138</a:t>
              </a:r>
            </a:p>
          </p:txBody>
        </p:sp>
        <p:sp>
          <p:nvSpPr>
            <p:cNvPr id="69" name="Forme libre : forme 68">
              <a:extLst>
                <a:ext uri="{FF2B5EF4-FFF2-40B4-BE49-F238E27FC236}">
                  <a16:creationId xmlns:a16="http://schemas.microsoft.com/office/drawing/2014/main" id="{AEDB31E0-288F-492F-BC3E-94F3C3363294}"/>
                </a:ext>
              </a:extLst>
            </p:cNvPr>
            <p:cNvSpPr/>
            <p:nvPr/>
          </p:nvSpPr>
          <p:spPr>
            <a:xfrm>
              <a:off x="14777224" y="2405581"/>
              <a:ext cx="360865"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00B2A2"/>
            </a:solidFill>
            <a:ln w="6695" cap="flat">
              <a:noFill/>
              <a:prstDash val="solid"/>
              <a:miter/>
            </a:ln>
          </p:spPr>
          <p:txBody>
            <a:bodyPr rtlCol="0" anchor="ctr"/>
            <a:lstStyle/>
            <a:p>
              <a:pPr algn="ctr">
                <a:lnSpc>
                  <a:spcPct val="90000"/>
                </a:lnSpc>
                <a:spcAft>
                  <a:spcPts val="0"/>
                </a:spcAft>
              </a:pPr>
              <a:r>
                <a:rPr lang="en-US" sz="700" b="0">
                  <a:latin typeface="Ubuntu" panose="020B0504030602030204" pitchFamily="34" charset="0"/>
                </a:rPr>
                <a:t>0</a:t>
              </a:r>
            </a:p>
            <a:p>
              <a:pPr algn="ctr">
                <a:lnSpc>
                  <a:spcPct val="90000"/>
                </a:lnSpc>
                <a:spcAft>
                  <a:spcPts val="0"/>
                </a:spcAft>
              </a:pPr>
              <a:r>
                <a:rPr lang="en-US" sz="700" b="0">
                  <a:latin typeface="Ubuntu" panose="020B0504030602030204" pitchFamily="34" charset="0"/>
                </a:rPr>
                <a:t>178</a:t>
              </a:r>
            </a:p>
            <a:p>
              <a:pPr algn="ctr">
                <a:lnSpc>
                  <a:spcPct val="90000"/>
                </a:lnSpc>
                <a:spcAft>
                  <a:spcPts val="0"/>
                </a:spcAft>
              </a:pPr>
              <a:r>
                <a:rPr lang="en-US" sz="700" b="0">
                  <a:latin typeface="Ubuntu" panose="020B0504030602030204" pitchFamily="34" charset="0"/>
                </a:rPr>
                <a:t>162</a:t>
              </a:r>
            </a:p>
          </p:txBody>
        </p:sp>
        <p:sp>
          <p:nvSpPr>
            <p:cNvPr id="70" name="Forme libre : forme 69">
              <a:extLst>
                <a:ext uri="{FF2B5EF4-FFF2-40B4-BE49-F238E27FC236}">
                  <a16:creationId xmlns:a16="http://schemas.microsoft.com/office/drawing/2014/main" id="{8F775A35-2F34-403A-95F8-4058F1A09A02}"/>
                </a:ext>
              </a:extLst>
            </p:cNvPr>
            <p:cNvSpPr/>
            <p:nvPr/>
          </p:nvSpPr>
          <p:spPr>
            <a:xfrm>
              <a:off x="14777224" y="1992581"/>
              <a:ext cx="360865"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00E0CB"/>
            </a:solidFill>
            <a:ln w="6695" cap="flat">
              <a:noFill/>
              <a:prstDash val="solid"/>
              <a:miter/>
            </a:ln>
          </p:spPr>
          <p:txBody>
            <a:bodyPr rtlCol="0" anchor="ctr"/>
            <a:lstStyle/>
            <a:p>
              <a:pPr algn="ctr">
                <a:lnSpc>
                  <a:spcPct val="90000"/>
                </a:lnSpc>
                <a:spcAft>
                  <a:spcPts val="0"/>
                </a:spcAft>
              </a:pPr>
              <a:r>
                <a:rPr lang="en-US" sz="700" b="0">
                  <a:latin typeface="Ubuntu" panose="020B0504030602030204" pitchFamily="34" charset="0"/>
                </a:rPr>
                <a:t>0</a:t>
              </a:r>
            </a:p>
            <a:p>
              <a:pPr algn="ctr">
                <a:lnSpc>
                  <a:spcPct val="90000"/>
                </a:lnSpc>
                <a:spcAft>
                  <a:spcPts val="0"/>
                </a:spcAft>
              </a:pPr>
              <a:r>
                <a:rPr lang="en-US" sz="700" b="0">
                  <a:latin typeface="Ubuntu" panose="020B0504030602030204" pitchFamily="34" charset="0"/>
                </a:rPr>
                <a:t>244</a:t>
              </a:r>
            </a:p>
            <a:p>
              <a:pPr algn="ctr">
                <a:lnSpc>
                  <a:spcPct val="90000"/>
                </a:lnSpc>
                <a:spcAft>
                  <a:spcPts val="0"/>
                </a:spcAft>
              </a:pPr>
              <a:r>
                <a:rPr lang="en-US" sz="700" b="0">
                  <a:latin typeface="Ubuntu" panose="020B0504030602030204" pitchFamily="34" charset="0"/>
                </a:rPr>
                <a:t>203</a:t>
              </a:r>
            </a:p>
          </p:txBody>
        </p:sp>
        <p:sp>
          <p:nvSpPr>
            <p:cNvPr id="71" name="Forme libre : forme 70">
              <a:extLst>
                <a:ext uri="{FF2B5EF4-FFF2-40B4-BE49-F238E27FC236}">
                  <a16:creationId xmlns:a16="http://schemas.microsoft.com/office/drawing/2014/main" id="{59DA3B5B-D788-45A0-A698-ABE05A9025B0}"/>
                </a:ext>
              </a:extLst>
            </p:cNvPr>
            <p:cNvSpPr/>
            <p:nvPr/>
          </p:nvSpPr>
          <p:spPr>
            <a:xfrm>
              <a:off x="14041053" y="3644581"/>
              <a:ext cx="360865"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178036"/>
            </a:solidFill>
            <a:ln w="6695" cap="flat">
              <a:noFill/>
              <a:prstDash val="solid"/>
              <a:miter/>
            </a:ln>
          </p:spPr>
          <p:txBody>
            <a:bodyPr rtlCol="0" anchor="ctr"/>
            <a:lstStyle/>
            <a:p>
              <a:pPr algn="ctr">
                <a:lnSpc>
                  <a:spcPct val="90000"/>
                </a:lnSpc>
                <a:spcAft>
                  <a:spcPts val="0"/>
                </a:spcAft>
              </a:pPr>
              <a:r>
                <a:rPr lang="en-US" sz="700" b="0">
                  <a:solidFill>
                    <a:schemeClr val="bg1"/>
                  </a:solidFill>
                  <a:latin typeface="Ubuntu" panose="020B0504030602030204" pitchFamily="34" charset="0"/>
                </a:rPr>
                <a:t>23</a:t>
              </a:r>
            </a:p>
            <a:p>
              <a:pPr algn="ctr">
                <a:lnSpc>
                  <a:spcPct val="90000"/>
                </a:lnSpc>
                <a:spcAft>
                  <a:spcPts val="0"/>
                </a:spcAft>
              </a:pPr>
              <a:r>
                <a:rPr lang="en-US" sz="700" b="0">
                  <a:solidFill>
                    <a:schemeClr val="bg1"/>
                  </a:solidFill>
                  <a:latin typeface="Ubuntu" panose="020B0504030602030204" pitchFamily="34" charset="0"/>
                </a:rPr>
                <a:t>128</a:t>
              </a:r>
            </a:p>
            <a:p>
              <a:pPr algn="ctr">
                <a:lnSpc>
                  <a:spcPct val="90000"/>
                </a:lnSpc>
                <a:spcAft>
                  <a:spcPts val="0"/>
                </a:spcAft>
              </a:pPr>
              <a:r>
                <a:rPr lang="en-US" sz="700" b="0">
                  <a:solidFill>
                    <a:schemeClr val="bg1"/>
                  </a:solidFill>
                  <a:latin typeface="Ubuntu" panose="020B0504030602030204" pitchFamily="34" charset="0"/>
                </a:rPr>
                <a:t>54</a:t>
              </a:r>
            </a:p>
          </p:txBody>
        </p:sp>
        <p:sp>
          <p:nvSpPr>
            <p:cNvPr id="72" name="Forme libre : forme 71">
              <a:extLst>
                <a:ext uri="{FF2B5EF4-FFF2-40B4-BE49-F238E27FC236}">
                  <a16:creationId xmlns:a16="http://schemas.microsoft.com/office/drawing/2014/main" id="{B988192C-3701-4200-ADA5-936C0610D953}"/>
                </a:ext>
              </a:extLst>
            </p:cNvPr>
            <p:cNvSpPr/>
            <p:nvPr/>
          </p:nvSpPr>
          <p:spPr>
            <a:xfrm>
              <a:off x="14041053" y="3231581"/>
              <a:ext cx="360865"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178C3D"/>
            </a:solidFill>
            <a:ln w="6695" cap="flat">
              <a:noFill/>
              <a:prstDash val="solid"/>
              <a:miter/>
            </a:ln>
          </p:spPr>
          <p:txBody>
            <a:bodyPr rtlCol="0" anchor="ctr"/>
            <a:lstStyle/>
            <a:p>
              <a:pPr algn="ctr">
                <a:lnSpc>
                  <a:spcPct val="90000"/>
                </a:lnSpc>
                <a:spcAft>
                  <a:spcPts val="0"/>
                </a:spcAft>
              </a:pPr>
              <a:r>
                <a:rPr lang="en-US" sz="700" b="0">
                  <a:solidFill>
                    <a:schemeClr val="bg1"/>
                  </a:solidFill>
                  <a:latin typeface="Ubuntu" panose="020B0504030602030204" pitchFamily="34" charset="0"/>
                </a:rPr>
                <a:t>23</a:t>
              </a:r>
            </a:p>
            <a:p>
              <a:pPr algn="ctr">
                <a:lnSpc>
                  <a:spcPct val="90000"/>
                </a:lnSpc>
                <a:spcAft>
                  <a:spcPts val="0"/>
                </a:spcAft>
              </a:pPr>
              <a:r>
                <a:rPr lang="en-US" sz="700" b="0">
                  <a:solidFill>
                    <a:schemeClr val="bg1"/>
                  </a:solidFill>
                  <a:latin typeface="Ubuntu" panose="020B0504030602030204" pitchFamily="34" charset="0"/>
                </a:rPr>
                <a:t>140</a:t>
              </a:r>
            </a:p>
            <a:p>
              <a:pPr algn="ctr">
                <a:lnSpc>
                  <a:spcPct val="90000"/>
                </a:lnSpc>
                <a:spcAft>
                  <a:spcPts val="0"/>
                </a:spcAft>
              </a:pPr>
              <a:r>
                <a:rPr lang="en-US" sz="700" b="0">
                  <a:solidFill>
                    <a:schemeClr val="bg1"/>
                  </a:solidFill>
                  <a:latin typeface="Ubuntu" panose="020B0504030602030204" pitchFamily="34" charset="0"/>
                </a:rPr>
                <a:t>61</a:t>
              </a:r>
            </a:p>
          </p:txBody>
        </p:sp>
        <p:sp>
          <p:nvSpPr>
            <p:cNvPr id="73" name="Forme libre : forme 72">
              <a:extLst>
                <a:ext uri="{FF2B5EF4-FFF2-40B4-BE49-F238E27FC236}">
                  <a16:creationId xmlns:a16="http://schemas.microsoft.com/office/drawing/2014/main" id="{FDFAC846-10F6-421E-8B39-673C784E01DE}"/>
                </a:ext>
              </a:extLst>
            </p:cNvPr>
            <p:cNvSpPr/>
            <p:nvPr/>
          </p:nvSpPr>
          <p:spPr>
            <a:xfrm>
              <a:off x="14041053" y="2818581"/>
              <a:ext cx="360865" cy="406800"/>
            </a:xfrm>
            <a:custGeom>
              <a:avLst/>
              <a:gdLst>
                <a:gd name="connsiteX0" fmla="*/ 0 w 1111406"/>
                <a:gd name="connsiteY0" fmla="*/ 0 h 1111407"/>
                <a:gd name="connsiteX1" fmla="*/ 1111407 w 1111406"/>
                <a:gd name="connsiteY1" fmla="*/ 0 h 1111407"/>
                <a:gd name="connsiteX2" fmla="*/ 1111407 w 1111406"/>
                <a:gd name="connsiteY2" fmla="*/ 1111407 h 1111407"/>
                <a:gd name="connsiteX3" fmla="*/ 0 w 1111406"/>
                <a:gd name="connsiteY3" fmla="*/ 1111407 h 1111407"/>
              </a:gdLst>
              <a:ahLst/>
              <a:cxnLst>
                <a:cxn ang="0">
                  <a:pos x="connsiteX0" y="connsiteY0"/>
                </a:cxn>
                <a:cxn ang="0">
                  <a:pos x="connsiteX1" y="connsiteY1"/>
                </a:cxn>
                <a:cxn ang="0">
                  <a:pos x="connsiteX2" y="connsiteY2"/>
                </a:cxn>
                <a:cxn ang="0">
                  <a:pos x="connsiteX3" y="connsiteY3"/>
                </a:cxn>
              </a:cxnLst>
              <a:rect l="l" t="t" r="r" b="b"/>
              <a:pathLst>
                <a:path w="1111406" h="1111407">
                  <a:moveTo>
                    <a:pt x="0" y="0"/>
                  </a:moveTo>
                  <a:lnTo>
                    <a:pt x="1111407" y="0"/>
                  </a:lnTo>
                  <a:lnTo>
                    <a:pt x="1111407" y="1111407"/>
                  </a:lnTo>
                  <a:lnTo>
                    <a:pt x="0" y="1111407"/>
                  </a:lnTo>
                  <a:close/>
                </a:path>
              </a:pathLst>
            </a:custGeom>
            <a:solidFill>
              <a:srgbClr val="2EA657"/>
            </a:solidFill>
            <a:ln w="6695" cap="flat">
              <a:noFill/>
              <a:prstDash val="solid"/>
              <a:miter/>
            </a:ln>
          </p:spPr>
          <p:txBody>
            <a:bodyPr rtlCol="0" anchor="ctr"/>
            <a:lstStyle/>
            <a:p>
              <a:pPr algn="ctr">
                <a:lnSpc>
                  <a:spcPct val="90000"/>
                </a:lnSpc>
                <a:spcAft>
                  <a:spcPts val="0"/>
                </a:spcAft>
              </a:pPr>
              <a:r>
                <a:rPr lang="en-US" sz="700" b="0">
                  <a:latin typeface="Ubuntu" panose="020B0504030602030204" pitchFamily="34" charset="0"/>
                </a:rPr>
                <a:t>46</a:t>
              </a:r>
            </a:p>
            <a:p>
              <a:pPr algn="ctr">
                <a:lnSpc>
                  <a:spcPct val="90000"/>
                </a:lnSpc>
                <a:spcAft>
                  <a:spcPts val="0"/>
                </a:spcAft>
              </a:pPr>
              <a:r>
                <a:rPr lang="en-US" sz="700" b="0">
                  <a:latin typeface="Ubuntu" panose="020B0504030602030204" pitchFamily="34" charset="0"/>
                </a:rPr>
                <a:t>166</a:t>
              </a:r>
            </a:p>
            <a:p>
              <a:pPr algn="ctr">
                <a:lnSpc>
                  <a:spcPct val="90000"/>
                </a:lnSpc>
                <a:spcAft>
                  <a:spcPts val="0"/>
                </a:spcAft>
              </a:pPr>
              <a:r>
                <a:rPr lang="en-US" sz="700" b="0">
                  <a:latin typeface="Ubuntu" panose="020B0504030602030204" pitchFamily="34" charset="0"/>
                </a:rPr>
                <a:t>87</a:t>
              </a:r>
            </a:p>
          </p:txBody>
        </p:sp>
        <p:sp>
          <p:nvSpPr>
            <p:cNvPr id="74" name="Forme libre : forme 73">
              <a:extLst>
                <a:ext uri="{FF2B5EF4-FFF2-40B4-BE49-F238E27FC236}">
                  <a16:creationId xmlns:a16="http://schemas.microsoft.com/office/drawing/2014/main" id="{353643F0-22F7-4B48-AE39-5FC8C334472F}"/>
                </a:ext>
              </a:extLst>
            </p:cNvPr>
            <p:cNvSpPr/>
            <p:nvPr/>
          </p:nvSpPr>
          <p:spPr>
            <a:xfrm>
              <a:off x="14041053" y="2405581"/>
              <a:ext cx="360865"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33B569"/>
            </a:solidFill>
            <a:ln w="6695" cap="flat">
              <a:noFill/>
              <a:prstDash val="solid"/>
              <a:miter/>
            </a:ln>
          </p:spPr>
          <p:txBody>
            <a:bodyPr rtlCol="0" anchor="ctr"/>
            <a:lstStyle/>
            <a:p>
              <a:pPr algn="ctr">
                <a:lnSpc>
                  <a:spcPct val="90000"/>
                </a:lnSpc>
                <a:spcAft>
                  <a:spcPts val="0"/>
                </a:spcAft>
              </a:pPr>
              <a:r>
                <a:rPr lang="en-US" sz="700" b="0">
                  <a:latin typeface="Ubuntu" panose="020B0504030602030204" pitchFamily="34" charset="0"/>
                </a:rPr>
                <a:t>51</a:t>
              </a:r>
            </a:p>
            <a:p>
              <a:pPr algn="ctr">
                <a:lnSpc>
                  <a:spcPct val="90000"/>
                </a:lnSpc>
                <a:spcAft>
                  <a:spcPts val="0"/>
                </a:spcAft>
              </a:pPr>
              <a:r>
                <a:rPr lang="en-US" sz="700" b="0">
                  <a:latin typeface="Ubuntu" panose="020B0504030602030204" pitchFamily="34" charset="0"/>
                </a:rPr>
                <a:t>181</a:t>
              </a:r>
            </a:p>
            <a:p>
              <a:pPr algn="ctr">
                <a:lnSpc>
                  <a:spcPct val="90000"/>
                </a:lnSpc>
                <a:spcAft>
                  <a:spcPts val="0"/>
                </a:spcAft>
              </a:pPr>
              <a:r>
                <a:rPr lang="en-US" sz="700" b="0">
                  <a:latin typeface="Ubuntu" panose="020B0504030602030204" pitchFamily="34" charset="0"/>
                </a:rPr>
                <a:t>105</a:t>
              </a:r>
            </a:p>
          </p:txBody>
        </p:sp>
        <p:sp>
          <p:nvSpPr>
            <p:cNvPr id="75" name="Forme libre : forme 74">
              <a:extLst>
                <a:ext uri="{FF2B5EF4-FFF2-40B4-BE49-F238E27FC236}">
                  <a16:creationId xmlns:a16="http://schemas.microsoft.com/office/drawing/2014/main" id="{33F41D49-321E-46F2-BE66-44E85399808F}"/>
                </a:ext>
              </a:extLst>
            </p:cNvPr>
            <p:cNvSpPr/>
            <p:nvPr/>
          </p:nvSpPr>
          <p:spPr>
            <a:xfrm>
              <a:off x="14041053" y="1992581"/>
              <a:ext cx="360865"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57CF80"/>
            </a:solidFill>
            <a:ln w="6695" cap="flat">
              <a:noFill/>
              <a:prstDash val="solid"/>
              <a:miter/>
            </a:ln>
          </p:spPr>
          <p:txBody>
            <a:bodyPr rtlCol="0" anchor="ctr"/>
            <a:lstStyle/>
            <a:p>
              <a:pPr algn="ctr">
                <a:lnSpc>
                  <a:spcPct val="90000"/>
                </a:lnSpc>
                <a:spcAft>
                  <a:spcPts val="0"/>
                </a:spcAft>
              </a:pPr>
              <a:endParaRPr lang="en-US" sz="700" b="0">
                <a:latin typeface="Ubuntu" panose="020B0504030602030204" pitchFamily="34" charset="0"/>
              </a:endParaRPr>
            </a:p>
            <a:p>
              <a:pPr algn="ctr">
                <a:lnSpc>
                  <a:spcPct val="90000"/>
                </a:lnSpc>
                <a:spcAft>
                  <a:spcPts val="0"/>
                </a:spcAft>
              </a:pPr>
              <a:r>
                <a:rPr lang="en-US" sz="700" b="0">
                  <a:latin typeface="Ubuntu" panose="020B0504030602030204" pitchFamily="34" charset="0"/>
                </a:rPr>
                <a:t>87</a:t>
              </a:r>
            </a:p>
            <a:p>
              <a:pPr algn="ctr">
                <a:lnSpc>
                  <a:spcPct val="90000"/>
                </a:lnSpc>
                <a:spcAft>
                  <a:spcPts val="0"/>
                </a:spcAft>
              </a:pPr>
              <a:r>
                <a:rPr lang="en-US" sz="700" b="0">
                  <a:latin typeface="Ubuntu" panose="020B0504030602030204" pitchFamily="34" charset="0"/>
                </a:rPr>
                <a:t>207</a:t>
              </a:r>
            </a:p>
            <a:p>
              <a:pPr algn="ctr">
                <a:lnSpc>
                  <a:spcPct val="90000"/>
                </a:lnSpc>
                <a:spcAft>
                  <a:spcPts val="0"/>
                </a:spcAft>
              </a:pPr>
              <a:r>
                <a:rPr lang="en-US" sz="700" b="0">
                  <a:latin typeface="Ubuntu" panose="020B0504030602030204" pitchFamily="34" charset="0"/>
                </a:rPr>
                <a:t>128</a:t>
              </a:r>
            </a:p>
            <a:p>
              <a:pPr algn="ctr">
                <a:lnSpc>
                  <a:spcPct val="90000"/>
                </a:lnSpc>
                <a:spcAft>
                  <a:spcPts val="0"/>
                </a:spcAft>
              </a:pPr>
              <a:endParaRPr lang="en-US" sz="700" b="0">
                <a:latin typeface="Ubuntu" panose="020B0504030602030204" pitchFamily="34" charset="0"/>
              </a:endParaRPr>
            </a:p>
          </p:txBody>
        </p:sp>
        <p:sp>
          <p:nvSpPr>
            <p:cNvPr id="76" name="Forme libre : forme 75">
              <a:extLst>
                <a:ext uri="{FF2B5EF4-FFF2-40B4-BE49-F238E27FC236}">
                  <a16:creationId xmlns:a16="http://schemas.microsoft.com/office/drawing/2014/main" id="{99A866AE-65FA-4F9E-98D0-E71681C14AC2}"/>
                </a:ext>
              </a:extLst>
            </p:cNvPr>
            <p:cNvSpPr/>
            <p:nvPr/>
          </p:nvSpPr>
          <p:spPr>
            <a:xfrm>
              <a:off x="15145311" y="3644581"/>
              <a:ext cx="360865"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173340"/>
            </a:solidFill>
            <a:ln w="6695" cap="flat">
              <a:noFill/>
              <a:prstDash val="solid"/>
              <a:miter/>
            </a:ln>
          </p:spPr>
          <p:txBody>
            <a:bodyPr rtlCol="0" anchor="ctr"/>
            <a:lstStyle/>
            <a:p>
              <a:pPr algn="ctr">
                <a:lnSpc>
                  <a:spcPct val="90000"/>
                </a:lnSpc>
                <a:spcAft>
                  <a:spcPts val="0"/>
                </a:spcAft>
              </a:pPr>
              <a:r>
                <a:rPr lang="en-US" sz="700" b="0">
                  <a:solidFill>
                    <a:schemeClr val="bg1"/>
                  </a:solidFill>
                  <a:latin typeface="Ubuntu" panose="020B0504030602030204" pitchFamily="34" charset="0"/>
                </a:rPr>
                <a:t>23</a:t>
              </a:r>
            </a:p>
            <a:p>
              <a:pPr algn="ctr">
                <a:lnSpc>
                  <a:spcPct val="90000"/>
                </a:lnSpc>
                <a:spcAft>
                  <a:spcPts val="0"/>
                </a:spcAft>
              </a:pPr>
              <a:r>
                <a:rPr lang="en-US" sz="700" b="0">
                  <a:solidFill>
                    <a:schemeClr val="bg1"/>
                  </a:solidFill>
                  <a:latin typeface="Ubuntu" panose="020B0504030602030204" pitchFamily="34" charset="0"/>
                </a:rPr>
                <a:t>51</a:t>
              </a:r>
            </a:p>
            <a:p>
              <a:pPr algn="ctr">
                <a:lnSpc>
                  <a:spcPct val="90000"/>
                </a:lnSpc>
                <a:spcAft>
                  <a:spcPts val="0"/>
                </a:spcAft>
              </a:pPr>
              <a:r>
                <a:rPr lang="en-US" sz="700" b="0">
                  <a:solidFill>
                    <a:schemeClr val="bg1"/>
                  </a:solidFill>
                  <a:latin typeface="Ubuntu" panose="020B0504030602030204" pitchFamily="34" charset="0"/>
                </a:rPr>
                <a:t>64</a:t>
              </a:r>
            </a:p>
          </p:txBody>
        </p:sp>
        <p:sp>
          <p:nvSpPr>
            <p:cNvPr id="77" name="Forme libre : forme 76">
              <a:extLst>
                <a:ext uri="{FF2B5EF4-FFF2-40B4-BE49-F238E27FC236}">
                  <a16:creationId xmlns:a16="http://schemas.microsoft.com/office/drawing/2014/main" id="{FF63074E-4AF4-4930-9679-FD2D7A0F2A11}"/>
                </a:ext>
              </a:extLst>
            </p:cNvPr>
            <p:cNvSpPr/>
            <p:nvPr/>
          </p:nvSpPr>
          <p:spPr>
            <a:xfrm>
              <a:off x="15145311" y="3231581"/>
              <a:ext cx="360865"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214554"/>
            </a:solidFill>
            <a:ln w="6695" cap="flat">
              <a:noFill/>
              <a:prstDash val="solid"/>
              <a:miter/>
            </a:ln>
          </p:spPr>
          <p:txBody>
            <a:bodyPr rtlCol="0" anchor="ctr"/>
            <a:lstStyle/>
            <a:p>
              <a:pPr algn="ctr">
                <a:lnSpc>
                  <a:spcPct val="90000"/>
                </a:lnSpc>
                <a:spcAft>
                  <a:spcPts val="0"/>
                </a:spcAft>
              </a:pPr>
              <a:r>
                <a:rPr lang="en-US" sz="700" b="0">
                  <a:solidFill>
                    <a:schemeClr val="bg1"/>
                  </a:solidFill>
                  <a:latin typeface="Ubuntu" panose="020B0504030602030204" pitchFamily="34" charset="0"/>
                </a:rPr>
                <a:t>33</a:t>
              </a:r>
            </a:p>
            <a:p>
              <a:pPr algn="ctr">
                <a:lnSpc>
                  <a:spcPct val="90000"/>
                </a:lnSpc>
                <a:spcAft>
                  <a:spcPts val="0"/>
                </a:spcAft>
              </a:pPr>
              <a:r>
                <a:rPr lang="en-US" sz="700" b="0">
                  <a:solidFill>
                    <a:schemeClr val="bg1"/>
                  </a:solidFill>
                  <a:latin typeface="Ubuntu" panose="020B0504030602030204" pitchFamily="34" charset="0"/>
                </a:rPr>
                <a:t>69</a:t>
              </a:r>
            </a:p>
            <a:p>
              <a:pPr algn="ctr">
                <a:lnSpc>
                  <a:spcPct val="90000"/>
                </a:lnSpc>
                <a:spcAft>
                  <a:spcPts val="0"/>
                </a:spcAft>
              </a:pPr>
              <a:r>
                <a:rPr lang="en-US" sz="700" b="0">
                  <a:solidFill>
                    <a:schemeClr val="bg1"/>
                  </a:solidFill>
                  <a:latin typeface="Ubuntu" panose="020B0504030602030204" pitchFamily="34" charset="0"/>
                </a:rPr>
                <a:t>84</a:t>
              </a:r>
            </a:p>
          </p:txBody>
        </p:sp>
        <p:sp>
          <p:nvSpPr>
            <p:cNvPr id="78" name="Forme libre : forme 77">
              <a:extLst>
                <a:ext uri="{FF2B5EF4-FFF2-40B4-BE49-F238E27FC236}">
                  <a16:creationId xmlns:a16="http://schemas.microsoft.com/office/drawing/2014/main" id="{56DB4C49-7593-476E-9314-2444B469873A}"/>
                </a:ext>
              </a:extLst>
            </p:cNvPr>
            <p:cNvSpPr/>
            <p:nvPr/>
          </p:nvSpPr>
          <p:spPr>
            <a:xfrm>
              <a:off x="15145311" y="2818581"/>
              <a:ext cx="360865" cy="406800"/>
            </a:xfrm>
            <a:custGeom>
              <a:avLst/>
              <a:gdLst>
                <a:gd name="connsiteX0" fmla="*/ 0 w 1111406"/>
                <a:gd name="connsiteY0" fmla="*/ 0 h 1111407"/>
                <a:gd name="connsiteX1" fmla="*/ 1111407 w 1111406"/>
                <a:gd name="connsiteY1" fmla="*/ 0 h 1111407"/>
                <a:gd name="connsiteX2" fmla="*/ 1111407 w 1111406"/>
                <a:gd name="connsiteY2" fmla="*/ 1111407 h 1111407"/>
                <a:gd name="connsiteX3" fmla="*/ 0 w 1111406"/>
                <a:gd name="connsiteY3" fmla="*/ 1111407 h 1111407"/>
              </a:gdLst>
              <a:ahLst/>
              <a:cxnLst>
                <a:cxn ang="0">
                  <a:pos x="connsiteX0" y="connsiteY0"/>
                </a:cxn>
                <a:cxn ang="0">
                  <a:pos x="connsiteX1" y="connsiteY1"/>
                </a:cxn>
                <a:cxn ang="0">
                  <a:pos x="connsiteX2" y="connsiteY2"/>
                </a:cxn>
                <a:cxn ang="0">
                  <a:pos x="connsiteX3" y="connsiteY3"/>
                </a:cxn>
              </a:cxnLst>
              <a:rect l="l" t="t" r="r" b="b"/>
              <a:pathLst>
                <a:path w="1111406" h="1111407">
                  <a:moveTo>
                    <a:pt x="0" y="0"/>
                  </a:moveTo>
                  <a:lnTo>
                    <a:pt x="1111407" y="0"/>
                  </a:lnTo>
                  <a:lnTo>
                    <a:pt x="1111407" y="1111407"/>
                  </a:lnTo>
                  <a:lnTo>
                    <a:pt x="0" y="1111407"/>
                  </a:lnTo>
                  <a:close/>
                </a:path>
              </a:pathLst>
            </a:custGeom>
            <a:solidFill>
              <a:srgbClr val="14596B"/>
            </a:solidFill>
            <a:ln w="6695" cap="flat">
              <a:noFill/>
              <a:prstDash val="solid"/>
              <a:miter/>
            </a:ln>
          </p:spPr>
          <p:txBody>
            <a:bodyPr rtlCol="0" anchor="ctr"/>
            <a:lstStyle/>
            <a:p>
              <a:pPr algn="ctr">
                <a:lnSpc>
                  <a:spcPct val="90000"/>
                </a:lnSpc>
                <a:spcAft>
                  <a:spcPts val="0"/>
                </a:spcAft>
              </a:pPr>
              <a:r>
                <a:rPr lang="en-US" sz="700" b="0">
                  <a:solidFill>
                    <a:schemeClr val="bg1"/>
                  </a:solidFill>
                  <a:latin typeface="Ubuntu" panose="020B0504030602030204" pitchFamily="34" charset="0"/>
                </a:rPr>
                <a:t>20</a:t>
              </a:r>
            </a:p>
            <a:p>
              <a:pPr algn="ctr">
                <a:lnSpc>
                  <a:spcPct val="90000"/>
                </a:lnSpc>
                <a:spcAft>
                  <a:spcPts val="0"/>
                </a:spcAft>
              </a:pPr>
              <a:r>
                <a:rPr lang="en-US" sz="700" b="0">
                  <a:solidFill>
                    <a:schemeClr val="bg1"/>
                  </a:solidFill>
                  <a:latin typeface="Ubuntu" panose="020B0504030602030204" pitchFamily="34" charset="0"/>
                </a:rPr>
                <a:t>89</a:t>
              </a:r>
            </a:p>
            <a:p>
              <a:pPr algn="ctr">
                <a:lnSpc>
                  <a:spcPct val="90000"/>
                </a:lnSpc>
                <a:spcAft>
                  <a:spcPts val="0"/>
                </a:spcAft>
              </a:pPr>
              <a:r>
                <a:rPr lang="en-US" sz="700" b="0">
                  <a:solidFill>
                    <a:schemeClr val="bg1"/>
                  </a:solidFill>
                  <a:latin typeface="Ubuntu" panose="020B0504030602030204" pitchFamily="34" charset="0"/>
                </a:rPr>
                <a:t>107</a:t>
              </a:r>
            </a:p>
          </p:txBody>
        </p:sp>
        <p:sp>
          <p:nvSpPr>
            <p:cNvPr id="79" name="Forme libre : forme 78">
              <a:extLst>
                <a:ext uri="{FF2B5EF4-FFF2-40B4-BE49-F238E27FC236}">
                  <a16:creationId xmlns:a16="http://schemas.microsoft.com/office/drawing/2014/main" id="{82B57E86-9AA1-49BE-93E7-6C1DB4AFDDF9}"/>
                </a:ext>
              </a:extLst>
            </p:cNvPr>
            <p:cNvSpPr/>
            <p:nvPr/>
          </p:nvSpPr>
          <p:spPr>
            <a:xfrm>
              <a:off x="15145311" y="2405581"/>
              <a:ext cx="360865"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336B7D"/>
            </a:solidFill>
            <a:ln w="6695" cap="flat">
              <a:noFill/>
              <a:prstDash val="solid"/>
              <a:miter/>
            </a:ln>
          </p:spPr>
          <p:txBody>
            <a:bodyPr rtlCol="0" anchor="ctr"/>
            <a:lstStyle/>
            <a:p>
              <a:pPr algn="ctr">
                <a:lnSpc>
                  <a:spcPct val="90000"/>
                </a:lnSpc>
                <a:spcAft>
                  <a:spcPts val="0"/>
                </a:spcAft>
              </a:pPr>
              <a:r>
                <a:rPr lang="en-US" sz="700" b="0">
                  <a:solidFill>
                    <a:schemeClr val="bg1"/>
                  </a:solidFill>
                  <a:latin typeface="Ubuntu" panose="020B0504030602030204" pitchFamily="34" charset="0"/>
                </a:rPr>
                <a:t>51</a:t>
              </a:r>
            </a:p>
            <a:p>
              <a:pPr algn="ctr">
                <a:lnSpc>
                  <a:spcPct val="90000"/>
                </a:lnSpc>
                <a:spcAft>
                  <a:spcPts val="0"/>
                </a:spcAft>
              </a:pPr>
              <a:r>
                <a:rPr lang="en-US" sz="700" b="0">
                  <a:solidFill>
                    <a:schemeClr val="bg1"/>
                  </a:solidFill>
                  <a:latin typeface="Ubuntu" panose="020B0504030602030204" pitchFamily="34" charset="0"/>
                </a:rPr>
                <a:t>107</a:t>
              </a:r>
            </a:p>
            <a:p>
              <a:pPr algn="ctr">
                <a:lnSpc>
                  <a:spcPct val="90000"/>
                </a:lnSpc>
                <a:spcAft>
                  <a:spcPts val="0"/>
                </a:spcAft>
              </a:pPr>
              <a:r>
                <a:rPr lang="en-US" sz="700" b="0">
                  <a:solidFill>
                    <a:schemeClr val="bg1"/>
                  </a:solidFill>
                  <a:latin typeface="Ubuntu" panose="020B0504030602030204" pitchFamily="34" charset="0"/>
                </a:rPr>
                <a:t>25</a:t>
              </a:r>
            </a:p>
          </p:txBody>
        </p:sp>
        <p:sp>
          <p:nvSpPr>
            <p:cNvPr id="80" name="Forme libre : forme 79">
              <a:extLst>
                <a:ext uri="{FF2B5EF4-FFF2-40B4-BE49-F238E27FC236}">
                  <a16:creationId xmlns:a16="http://schemas.microsoft.com/office/drawing/2014/main" id="{F58D84FF-3235-47A7-A015-65B66A7E9528}"/>
                </a:ext>
              </a:extLst>
            </p:cNvPr>
            <p:cNvSpPr/>
            <p:nvPr/>
          </p:nvSpPr>
          <p:spPr>
            <a:xfrm>
              <a:off x="15145311" y="1992581"/>
              <a:ext cx="360865"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338091"/>
            </a:solidFill>
            <a:ln w="6695" cap="flat">
              <a:noFill/>
              <a:prstDash val="solid"/>
              <a:miter/>
            </a:ln>
          </p:spPr>
          <p:txBody>
            <a:bodyPr rtlCol="0" anchor="ctr"/>
            <a:lstStyle/>
            <a:p>
              <a:pPr algn="ctr">
                <a:lnSpc>
                  <a:spcPct val="90000"/>
                </a:lnSpc>
                <a:spcAft>
                  <a:spcPts val="0"/>
                </a:spcAft>
              </a:pPr>
              <a:r>
                <a:rPr lang="en-US" sz="700" b="0">
                  <a:solidFill>
                    <a:schemeClr val="bg1"/>
                  </a:solidFill>
                  <a:latin typeface="Ubuntu" panose="020B0504030602030204" pitchFamily="34" charset="0"/>
                </a:rPr>
                <a:t>51</a:t>
              </a:r>
            </a:p>
            <a:p>
              <a:pPr algn="ctr">
                <a:lnSpc>
                  <a:spcPct val="90000"/>
                </a:lnSpc>
                <a:spcAft>
                  <a:spcPts val="0"/>
                </a:spcAft>
              </a:pPr>
              <a:r>
                <a:rPr lang="en-US" sz="700" b="0">
                  <a:solidFill>
                    <a:schemeClr val="bg1"/>
                  </a:solidFill>
                  <a:latin typeface="Ubuntu" panose="020B0504030602030204" pitchFamily="34" charset="0"/>
                </a:rPr>
                <a:t>128</a:t>
              </a:r>
            </a:p>
            <a:p>
              <a:pPr algn="ctr">
                <a:lnSpc>
                  <a:spcPct val="90000"/>
                </a:lnSpc>
                <a:spcAft>
                  <a:spcPts val="0"/>
                </a:spcAft>
              </a:pPr>
              <a:r>
                <a:rPr lang="en-US" sz="700" b="0">
                  <a:solidFill>
                    <a:schemeClr val="bg1"/>
                  </a:solidFill>
                  <a:latin typeface="Ubuntu" panose="020B0504030602030204" pitchFamily="34" charset="0"/>
                </a:rPr>
                <a:t>145</a:t>
              </a:r>
            </a:p>
          </p:txBody>
        </p:sp>
        <p:sp>
          <p:nvSpPr>
            <p:cNvPr id="81" name="Forme libre : forme 80">
              <a:extLst>
                <a:ext uri="{FF2B5EF4-FFF2-40B4-BE49-F238E27FC236}">
                  <a16:creationId xmlns:a16="http://schemas.microsoft.com/office/drawing/2014/main" id="{0C2FDFFD-39D1-4054-899F-2527AF6109D7}"/>
                </a:ext>
              </a:extLst>
            </p:cNvPr>
            <p:cNvSpPr/>
            <p:nvPr/>
          </p:nvSpPr>
          <p:spPr>
            <a:xfrm>
              <a:off x="14408740" y="3644581"/>
              <a:ext cx="360865"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007D74"/>
            </a:solidFill>
            <a:ln w="6695" cap="flat">
              <a:noFill/>
              <a:prstDash val="solid"/>
              <a:miter/>
            </a:ln>
          </p:spPr>
          <p:txBody>
            <a:bodyPr rtlCol="0" anchor="ctr"/>
            <a:lstStyle/>
            <a:p>
              <a:pPr algn="ctr">
                <a:lnSpc>
                  <a:spcPct val="90000"/>
                </a:lnSpc>
                <a:spcAft>
                  <a:spcPts val="0"/>
                </a:spcAft>
              </a:pPr>
              <a:r>
                <a:rPr lang="en-US" sz="700" b="0">
                  <a:solidFill>
                    <a:schemeClr val="bg1"/>
                  </a:solidFill>
                  <a:latin typeface="Ubuntu" panose="020B0504030602030204" pitchFamily="34" charset="0"/>
                </a:rPr>
                <a:t>0</a:t>
              </a:r>
            </a:p>
            <a:p>
              <a:pPr algn="ctr">
                <a:lnSpc>
                  <a:spcPct val="90000"/>
                </a:lnSpc>
                <a:spcAft>
                  <a:spcPts val="0"/>
                </a:spcAft>
              </a:pPr>
              <a:r>
                <a:rPr lang="en-US" sz="700" b="0">
                  <a:solidFill>
                    <a:schemeClr val="bg1"/>
                  </a:solidFill>
                  <a:latin typeface="Ubuntu" panose="020B0504030602030204" pitchFamily="34" charset="0"/>
                </a:rPr>
                <a:t>125</a:t>
              </a:r>
            </a:p>
            <a:p>
              <a:pPr algn="ctr">
                <a:lnSpc>
                  <a:spcPct val="90000"/>
                </a:lnSpc>
                <a:spcAft>
                  <a:spcPts val="0"/>
                </a:spcAft>
              </a:pPr>
              <a:r>
                <a:rPr lang="en-US" sz="700" b="0">
                  <a:solidFill>
                    <a:schemeClr val="bg1"/>
                  </a:solidFill>
                  <a:latin typeface="Ubuntu" panose="020B0504030602030204" pitchFamily="34" charset="0"/>
                </a:rPr>
                <a:t>116</a:t>
              </a:r>
            </a:p>
          </p:txBody>
        </p:sp>
        <p:sp>
          <p:nvSpPr>
            <p:cNvPr id="82" name="Forme libre : forme 81">
              <a:extLst>
                <a:ext uri="{FF2B5EF4-FFF2-40B4-BE49-F238E27FC236}">
                  <a16:creationId xmlns:a16="http://schemas.microsoft.com/office/drawing/2014/main" id="{3B4493E8-9680-4EA3-9A68-6174B5ADF266}"/>
                </a:ext>
              </a:extLst>
            </p:cNvPr>
            <p:cNvSpPr/>
            <p:nvPr/>
          </p:nvSpPr>
          <p:spPr>
            <a:xfrm>
              <a:off x="14408740" y="3231581"/>
              <a:ext cx="360865"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00929B"/>
            </a:solidFill>
            <a:ln w="6695" cap="flat">
              <a:noFill/>
              <a:prstDash val="solid"/>
              <a:miter/>
            </a:ln>
          </p:spPr>
          <p:txBody>
            <a:bodyPr rtlCol="0" anchor="ctr"/>
            <a:lstStyle/>
            <a:p>
              <a:pPr algn="ctr">
                <a:lnSpc>
                  <a:spcPct val="90000"/>
                </a:lnSpc>
                <a:spcAft>
                  <a:spcPts val="0"/>
                </a:spcAft>
              </a:pPr>
              <a:r>
                <a:rPr lang="en-US" sz="700" b="0">
                  <a:solidFill>
                    <a:schemeClr val="bg1"/>
                  </a:solidFill>
                  <a:latin typeface="Ubuntu" panose="020B0504030602030204" pitchFamily="34" charset="0"/>
                </a:rPr>
                <a:t>0</a:t>
              </a:r>
            </a:p>
            <a:p>
              <a:pPr algn="ctr">
                <a:lnSpc>
                  <a:spcPct val="90000"/>
                </a:lnSpc>
                <a:spcAft>
                  <a:spcPts val="0"/>
                </a:spcAft>
              </a:pPr>
              <a:r>
                <a:rPr lang="en-US" sz="700" b="0">
                  <a:solidFill>
                    <a:schemeClr val="bg1"/>
                  </a:solidFill>
                  <a:latin typeface="Ubuntu" panose="020B0504030602030204" pitchFamily="34" charset="0"/>
                </a:rPr>
                <a:t>146</a:t>
              </a:r>
            </a:p>
            <a:p>
              <a:pPr algn="ctr">
                <a:lnSpc>
                  <a:spcPct val="90000"/>
                </a:lnSpc>
                <a:spcAft>
                  <a:spcPts val="0"/>
                </a:spcAft>
              </a:pPr>
              <a:r>
                <a:rPr lang="en-US" sz="700" b="0">
                  <a:solidFill>
                    <a:schemeClr val="bg1"/>
                  </a:solidFill>
                  <a:latin typeface="Ubuntu" panose="020B0504030602030204" pitchFamily="34" charset="0"/>
                </a:rPr>
                <a:t>155</a:t>
              </a:r>
            </a:p>
          </p:txBody>
        </p:sp>
        <p:sp>
          <p:nvSpPr>
            <p:cNvPr id="83" name="Forme libre : forme 82">
              <a:extLst>
                <a:ext uri="{FF2B5EF4-FFF2-40B4-BE49-F238E27FC236}">
                  <a16:creationId xmlns:a16="http://schemas.microsoft.com/office/drawing/2014/main" id="{B4B6B943-D34B-48B2-95E0-76C5F8BA25FA}"/>
                </a:ext>
              </a:extLst>
            </p:cNvPr>
            <p:cNvSpPr/>
            <p:nvPr/>
          </p:nvSpPr>
          <p:spPr>
            <a:xfrm>
              <a:off x="14408740" y="2818581"/>
              <a:ext cx="360865" cy="406800"/>
            </a:xfrm>
            <a:custGeom>
              <a:avLst/>
              <a:gdLst>
                <a:gd name="connsiteX0" fmla="*/ 0 w 1111406"/>
                <a:gd name="connsiteY0" fmla="*/ 0 h 1111407"/>
                <a:gd name="connsiteX1" fmla="*/ 1111407 w 1111406"/>
                <a:gd name="connsiteY1" fmla="*/ 0 h 1111407"/>
                <a:gd name="connsiteX2" fmla="*/ 1111407 w 1111406"/>
                <a:gd name="connsiteY2" fmla="*/ 1111407 h 1111407"/>
                <a:gd name="connsiteX3" fmla="*/ 0 w 1111406"/>
                <a:gd name="connsiteY3" fmla="*/ 1111407 h 1111407"/>
              </a:gdLst>
              <a:ahLst/>
              <a:cxnLst>
                <a:cxn ang="0">
                  <a:pos x="connsiteX0" y="connsiteY0"/>
                </a:cxn>
                <a:cxn ang="0">
                  <a:pos x="connsiteX1" y="connsiteY1"/>
                </a:cxn>
                <a:cxn ang="0">
                  <a:pos x="connsiteX2" y="connsiteY2"/>
                </a:cxn>
                <a:cxn ang="0">
                  <a:pos x="connsiteX3" y="connsiteY3"/>
                </a:cxn>
              </a:cxnLst>
              <a:rect l="l" t="t" r="r" b="b"/>
              <a:pathLst>
                <a:path w="1111406" h="1111407">
                  <a:moveTo>
                    <a:pt x="0" y="0"/>
                  </a:moveTo>
                  <a:lnTo>
                    <a:pt x="1111407" y="0"/>
                  </a:lnTo>
                  <a:lnTo>
                    <a:pt x="1111407" y="1111407"/>
                  </a:lnTo>
                  <a:lnTo>
                    <a:pt x="0" y="1111407"/>
                  </a:lnTo>
                  <a:close/>
                </a:path>
              </a:pathLst>
            </a:custGeom>
            <a:solidFill>
              <a:srgbClr val="00BFBF"/>
            </a:solidFill>
            <a:ln w="6695" cap="flat">
              <a:noFill/>
              <a:prstDash val="solid"/>
              <a:miter/>
            </a:ln>
          </p:spPr>
          <p:txBody>
            <a:bodyPr rtlCol="0" anchor="ctr"/>
            <a:lstStyle/>
            <a:p>
              <a:pPr algn="ctr">
                <a:lnSpc>
                  <a:spcPct val="90000"/>
                </a:lnSpc>
                <a:spcAft>
                  <a:spcPts val="0"/>
                </a:spcAft>
              </a:pPr>
              <a:r>
                <a:rPr lang="en-US" sz="700" b="0">
                  <a:latin typeface="Ubuntu" panose="020B0504030602030204" pitchFamily="34" charset="0"/>
                </a:rPr>
                <a:t>0</a:t>
              </a:r>
            </a:p>
            <a:p>
              <a:pPr algn="ctr">
                <a:lnSpc>
                  <a:spcPct val="90000"/>
                </a:lnSpc>
                <a:spcAft>
                  <a:spcPts val="0"/>
                </a:spcAft>
              </a:pPr>
              <a:r>
                <a:rPr lang="en-US" sz="700" b="0">
                  <a:latin typeface="Ubuntu" panose="020B0504030602030204" pitchFamily="34" charset="0"/>
                </a:rPr>
                <a:t>191</a:t>
              </a:r>
            </a:p>
            <a:p>
              <a:pPr algn="ctr">
                <a:lnSpc>
                  <a:spcPct val="90000"/>
                </a:lnSpc>
                <a:spcAft>
                  <a:spcPts val="0"/>
                </a:spcAft>
              </a:pPr>
              <a:r>
                <a:rPr lang="en-US" sz="700" b="0">
                  <a:latin typeface="Ubuntu" panose="020B0504030602030204" pitchFamily="34" charset="0"/>
                </a:rPr>
                <a:t>191</a:t>
              </a:r>
            </a:p>
          </p:txBody>
        </p:sp>
        <p:sp>
          <p:nvSpPr>
            <p:cNvPr id="84" name="Forme libre : forme 83">
              <a:extLst>
                <a:ext uri="{FF2B5EF4-FFF2-40B4-BE49-F238E27FC236}">
                  <a16:creationId xmlns:a16="http://schemas.microsoft.com/office/drawing/2014/main" id="{B434FFE6-E50A-4EA9-83D4-F9F4917BBCB8}"/>
                </a:ext>
              </a:extLst>
            </p:cNvPr>
            <p:cNvSpPr/>
            <p:nvPr/>
          </p:nvSpPr>
          <p:spPr>
            <a:xfrm>
              <a:off x="14408740" y="2405581"/>
              <a:ext cx="360865"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00D5D0"/>
            </a:solidFill>
            <a:ln w="6695" cap="flat">
              <a:noFill/>
              <a:prstDash val="solid"/>
              <a:miter/>
            </a:ln>
          </p:spPr>
          <p:txBody>
            <a:bodyPr rtlCol="0" anchor="ctr"/>
            <a:lstStyle/>
            <a:p>
              <a:pPr algn="ctr">
                <a:lnSpc>
                  <a:spcPct val="90000"/>
                </a:lnSpc>
                <a:spcAft>
                  <a:spcPts val="0"/>
                </a:spcAft>
              </a:pPr>
              <a:r>
                <a:rPr lang="en-US" sz="700" b="0">
                  <a:latin typeface="Ubuntu" panose="020B0504030602030204" pitchFamily="34" charset="0"/>
                </a:rPr>
                <a:t>0</a:t>
              </a:r>
            </a:p>
            <a:p>
              <a:pPr algn="ctr">
                <a:lnSpc>
                  <a:spcPct val="90000"/>
                </a:lnSpc>
                <a:spcAft>
                  <a:spcPts val="0"/>
                </a:spcAft>
              </a:pPr>
              <a:r>
                <a:rPr lang="en-US" sz="700" b="0">
                  <a:latin typeface="Ubuntu" panose="020B0504030602030204" pitchFamily="34" charset="0"/>
                </a:rPr>
                <a:t>213</a:t>
              </a:r>
            </a:p>
            <a:p>
              <a:pPr algn="ctr">
                <a:lnSpc>
                  <a:spcPct val="90000"/>
                </a:lnSpc>
                <a:spcAft>
                  <a:spcPts val="0"/>
                </a:spcAft>
              </a:pPr>
              <a:r>
                <a:rPr lang="en-US" sz="700" b="0">
                  <a:latin typeface="Ubuntu" panose="020B0504030602030204" pitchFamily="34" charset="0"/>
                </a:rPr>
                <a:t>208</a:t>
              </a:r>
            </a:p>
          </p:txBody>
        </p:sp>
        <p:sp>
          <p:nvSpPr>
            <p:cNvPr id="85" name="Forme libre : forme 84">
              <a:extLst>
                <a:ext uri="{FF2B5EF4-FFF2-40B4-BE49-F238E27FC236}">
                  <a16:creationId xmlns:a16="http://schemas.microsoft.com/office/drawing/2014/main" id="{E0BE1B97-A7F2-4E15-8D45-CD3F50622B5F}"/>
                </a:ext>
              </a:extLst>
            </p:cNvPr>
            <p:cNvSpPr/>
            <p:nvPr/>
          </p:nvSpPr>
          <p:spPr>
            <a:xfrm>
              <a:off x="14408740" y="1992581"/>
              <a:ext cx="360865"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00E6E3"/>
            </a:solidFill>
            <a:ln w="6695" cap="flat">
              <a:noFill/>
              <a:prstDash val="solid"/>
              <a:miter/>
            </a:ln>
          </p:spPr>
          <p:txBody>
            <a:bodyPr rtlCol="0" anchor="ctr"/>
            <a:lstStyle/>
            <a:p>
              <a:pPr algn="ctr">
                <a:lnSpc>
                  <a:spcPct val="90000"/>
                </a:lnSpc>
                <a:spcAft>
                  <a:spcPts val="0"/>
                </a:spcAft>
              </a:pPr>
              <a:r>
                <a:rPr lang="en-US" sz="700" b="0">
                  <a:latin typeface="Ubuntu" panose="020B0504030602030204" pitchFamily="34" charset="0"/>
                </a:rPr>
                <a:t>0</a:t>
              </a:r>
            </a:p>
            <a:p>
              <a:pPr algn="ctr">
                <a:lnSpc>
                  <a:spcPct val="90000"/>
                </a:lnSpc>
                <a:spcAft>
                  <a:spcPts val="0"/>
                </a:spcAft>
              </a:pPr>
              <a:r>
                <a:rPr lang="en-US" sz="700" b="0">
                  <a:latin typeface="Ubuntu" panose="020B0504030602030204" pitchFamily="34" charset="0"/>
                </a:rPr>
                <a:t>230</a:t>
              </a:r>
            </a:p>
            <a:p>
              <a:pPr algn="ctr">
                <a:lnSpc>
                  <a:spcPct val="90000"/>
                </a:lnSpc>
                <a:spcAft>
                  <a:spcPts val="0"/>
                </a:spcAft>
              </a:pPr>
              <a:r>
                <a:rPr lang="en-US" sz="700" b="0">
                  <a:latin typeface="Ubuntu" panose="020B0504030602030204" pitchFamily="34" charset="0"/>
                </a:rPr>
                <a:t>227</a:t>
              </a:r>
            </a:p>
          </p:txBody>
        </p:sp>
      </p:grpSp>
      <p:grpSp>
        <p:nvGrpSpPr>
          <p:cNvPr id="94" name="Groupe 1">
            <a:extLst>
              <a:ext uri="{FF2B5EF4-FFF2-40B4-BE49-F238E27FC236}">
                <a16:creationId xmlns:a16="http://schemas.microsoft.com/office/drawing/2014/main" id="{11A3E882-4152-49CC-A658-0BA2BD4CCF4E}"/>
              </a:ext>
            </a:extLst>
          </p:cNvPr>
          <p:cNvGrpSpPr>
            <a:grpSpLocks noChangeAspect="1"/>
          </p:cNvGrpSpPr>
          <p:nvPr userDrawn="1"/>
        </p:nvGrpSpPr>
        <p:grpSpPr>
          <a:xfrm>
            <a:off x="11562163" y="205059"/>
            <a:ext cx="419436" cy="388988"/>
            <a:chOff x="11501102" y="171573"/>
            <a:chExt cx="419436" cy="388988"/>
          </a:xfrm>
        </p:grpSpPr>
        <p:sp>
          <p:nvSpPr>
            <p:cNvPr id="95" name="Freeform 13">
              <a:extLst>
                <a:ext uri="{FF2B5EF4-FFF2-40B4-BE49-F238E27FC236}">
                  <a16:creationId xmlns:a16="http://schemas.microsoft.com/office/drawing/2014/main" id="{7962C740-AA7F-4225-AF45-30CEC5D85747}"/>
                </a:ext>
              </a:extLst>
            </p:cNvPr>
            <p:cNvSpPr>
              <a:spLocks/>
            </p:cNvSpPr>
            <p:nvPr userDrawn="1"/>
          </p:nvSpPr>
          <p:spPr bwMode="auto">
            <a:xfrm>
              <a:off x="11644642" y="334376"/>
              <a:ext cx="275896" cy="226185"/>
            </a:xfrm>
            <a:custGeom>
              <a:avLst/>
              <a:gdLst/>
              <a:ahLst/>
              <a:cxnLst>
                <a:cxn ang="0">
                  <a:pos x="125" y="107"/>
                </a:cxn>
                <a:cxn ang="0">
                  <a:pos x="188" y="43"/>
                </a:cxn>
                <a:cxn ang="0">
                  <a:pos x="141" y="0"/>
                </a:cxn>
                <a:cxn ang="0">
                  <a:pos x="49" y="99"/>
                </a:cxn>
                <a:cxn ang="0">
                  <a:pos x="0" y="144"/>
                </a:cxn>
                <a:cxn ang="0">
                  <a:pos x="37" y="154"/>
                </a:cxn>
                <a:cxn ang="0">
                  <a:pos x="125" y="125"/>
                </a:cxn>
                <a:cxn ang="0">
                  <a:pos x="81" y="86"/>
                </a:cxn>
                <a:cxn ang="0">
                  <a:pos x="125" y="107"/>
                </a:cxn>
              </a:cxnLst>
              <a:rect l="0" t="0" r="r" b="b"/>
              <a:pathLst>
                <a:path w="188" h="154">
                  <a:moveTo>
                    <a:pt x="125" y="107"/>
                  </a:moveTo>
                  <a:cubicBezTo>
                    <a:pt x="160" y="107"/>
                    <a:pt x="188" y="78"/>
                    <a:pt x="188" y="43"/>
                  </a:cubicBezTo>
                  <a:cubicBezTo>
                    <a:pt x="186" y="28"/>
                    <a:pt x="181" y="0"/>
                    <a:pt x="141" y="0"/>
                  </a:cubicBezTo>
                  <a:cubicBezTo>
                    <a:pt x="99" y="0"/>
                    <a:pt x="84" y="60"/>
                    <a:pt x="49" y="99"/>
                  </a:cubicBezTo>
                  <a:cubicBezTo>
                    <a:pt x="47" y="121"/>
                    <a:pt x="26" y="140"/>
                    <a:pt x="0" y="144"/>
                  </a:cubicBezTo>
                  <a:cubicBezTo>
                    <a:pt x="6" y="150"/>
                    <a:pt x="20" y="154"/>
                    <a:pt x="37" y="154"/>
                  </a:cubicBezTo>
                  <a:cubicBezTo>
                    <a:pt x="68" y="154"/>
                    <a:pt x="106" y="145"/>
                    <a:pt x="125" y="125"/>
                  </a:cubicBezTo>
                  <a:cubicBezTo>
                    <a:pt x="99" y="126"/>
                    <a:pt x="82" y="109"/>
                    <a:pt x="81" y="86"/>
                  </a:cubicBezTo>
                  <a:cubicBezTo>
                    <a:pt x="93" y="101"/>
                    <a:pt x="108" y="107"/>
                    <a:pt x="125" y="107"/>
                  </a:cubicBezTo>
                </a:path>
              </a:pathLst>
            </a:custGeom>
            <a:solidFill>
              <a:srgbClr val="12ABDB"/>
            </a:solidFill>
            <a:ln w="9525">
              <a:noFill/>
              <a:round/>
              <a:headEnd/>
              <a:tailEnd/>
            </a:ln>
          </p:spPr>
          <p:txBody>
            <a:bodyPr vert="horz" wrap="square" lIns="91440" tIns="45720" rIns="91440" bIns="45720" numCol="1" anchor="t" anchorCtr="0" compatLnSpc="1">
              <a:prstTxWarp prst="textNoShape">
                <a:avLst/>
              </a:prstTxWarp>
            </a:bodyPr>
            <a:lstStyle/>
            <a:p>
              <a:endParaRPr lang="en-GB"/>
            </a:p>
          </p:txBody>
        </p:sp>
        <p:sp>
          <p:nvSpPr>
            <p:cNvPr id="96" name="Freeform 14">
              <a:extLst>
                <a:ext uri="{FF2B5EF4-FFF2-40B4-BE49-F238E27FC236}">
                  <a16:creationId xmlns:a16="http://schemas.microsoft.com/office/drawing/2014/main" id="{8B6BE8F3-0248-42CC-8053-5B10FA1A6457}"/>
                </a:ext>
              </a:extLst>
            </p:cNvPr>
            <p:cNvSpPr>
              <a:spLocks/>
            </p:cNvSpPr>
            <p:nvPr userDrawn="1"/>
          </p:nvSpPr>
          <p:spPr bwMode="auto">
            <a:xfrm>
              <a:off x="11501102" y="171573"/>
              <a:ext cx="419436" cy="356676"/>
            </a:xfrm>
            <a:custGeom>
              <a:avLst/>
              <a:gdLst/>
              <a:ahLst/>
              <a:cxnLst>
                <a:cxn ang="0">
                  <a:pos x="286" y="152"/>
                </a:cxn>
                <a:cxn ang="0">
                  <a:pos x="237" y="51"/>
                </a:cxn>
                <a:cxn ang="0">
                  <a:pos x="160" y="3"/>
                </a:cxn>
                <a:cxn ang="0">
                  <a:pos x="153" y="0"/>
                </a:cxn>
                <a:cxn ang="0">
                  <a:pos x="153" y="0"/>
                </a:cxn>
                <a:cxn ang="0">
                  <a:pos x="0" y="158"/>
                </a:cxn>
                <a:cxn ang="0">
                  <a:pos x="53" y="236"/>
                </a:cxn>
                <a:cxn ang="0">
                  <a:pos x="107" y="237"/>
                </a:cxn>
                <a:cxn ang="0">
                  <a:pos x="147" y="210"/>
                </a:cxn>
                <a:cxn ang="0">
                  <a:pos x="239" y="111"/>
                </a:cxn>
                <a:cxn ang="0">
                  <a:pos x="286" y="154"/>
                </a:cxn>
                <a:cxn ang="0">
                  <a:pos x="286" y="152"/>
                </a:cxn>
              </a:cxnLst>
              <a:rect l="0" t="0" r="r" b="b"/>
              <a:pathLst>
                <a:path w="286" h="243">
                  <a:moveTo>
                    <a:pt x="286" y="152"/>
                  </a:moveTo>
                  <a:cubicBezTo>
                    <a:pt x="286" y="112"/>
                    <a:pt x="266" y="78"/>
                    <a:pt x="237" y="51"/>
                  </a:cubicBezTo>
                  <a:cubicBezTo>
                    <a:pt x="215" y="30"/>
                    <a:pt x="188" y="15"/>
                    <a:pt x="160" y="3"/>
                  </a:cubicBezTo>
                  <a:cubicBezTo>
                    <a:pt x="158" y="2"/>
                    <a:pt x="156" y="1"/>
                    <a:pt x="153" y="0"/>
                  </a:cubicBezTo>
                  <a:cubicBezTo>
                    <a:pt x="153" y="0"/>
                    <a:pt x="153" y="0"/>
                    <a:pt x="153" y="0"/>
                  </a:cubicBezTo>
                  <a:cubicBezTo>
                    <a:pt x="119" y="41"/>
                    <a:pt x="0" y="72"/>
                    <a:pt x="0" y="158"/>
                  </a:cubicBezTo>
                  <a:cubicBezTo>
                    <a:pt x="0" y="192"/>
                    <a:pt x="21" y="224"/>
                    <a:pt x="53" y="236"/>
                  </a:cubicBezTo>
                  <a:cubicBezTo>
                    <a:pt x="71" y="243"/>
                    <a:pt x="89" y="243"/>
                    <a:pt x="107" y="237"/>
                  </a:cubicBezTo>
                  <a:cubicBezTo>
                    <a:pt x="123" y="232"/>
                    <a:pt x="136" y="222"/>
                    <a:pt x="147" y="210"/>
                  </a:cubicBezTo>
                  <a:cubicBezTo>
                    <a:pt x="182" y="171"/>
                    <a:pt x="197" y="111"/>
                    <a:pt x="239" y="111"/>
                  </a:cubicBezTo>
                  <a:cubicBezTo>
                    <a:pt x="279" y="111"/>
                    <a:pt x="284" y="139"/>
                    <a:pt x="286" y="154"/>
                  </a:cubicBezTo>
                  <a:cubicBezTo>
                    <a:pt x="286" y="154"/>
                    <a:pt x="286" y="153"/>
                    <a:pt x="286" y="152"/>
                  </a:cubicBezTo>
                </a:path>
              </a:pathLst>
            </a:custGeom>
            <a:solidFill>
              <a:srgbClr val="0070AD"/>
            </a:solidFill>
            <a:ln w="9525">
              <a:noFill/>
              <a:round/>
              <a:headEnd/>
              <a:tailEnd/>
            </a:ln>
          </p:spPr>
          <p:txBody>
            <a:bodyPr vert="horz" wrap="square" lIns="91440" tIns="45720" rIns="91440" bIns="45720" numCol="1" anchor="t" anchorCtr="0" compatLnSpc="1">
              <a:prstTxWarp prst="textNoShape">
                <a:avLst/>
              </a:prstTxWarp>
            </a:bodyPr>
            <a:lstStyle/>
            <a:p>
              <a:endParaRPr lang="en-GB"/>
            </a:p>
          </p:txBody>
        </p:sp>
      </p:grpSp>
      <p:pic>
        <p:nvPicPr>
          <p:cNvPr id="62" name="Picture 61" descr="Logo&#10;&#10;Description automatically generated">
            <a:extLst>
              <a:ext uri="{FF2B5EF4-FFF2-40B4-BE49-F238E27FC236}">
                <a16:creationId xmlns:a16="http://schemas.microsoft.com/office/drawing/2014/main" id="{8CB89078-3FC0-47E4-9CFD-E8EACA96B775}"/>
              </a:ext>
            </a:extLst>
          </p:cNvPr>
          <p:cNvPicPr>
            <a:picLocks noChangeAspect="1"/>
          </p:cNvPicPr>
          <p:nvPr userDrawn="1"/>
        </p:nvPicPr>
        <p:blipFill rotWithShape="1">
          <a:blip r:embed="rId7" cstate="screen">
            <a:alphaModFix/>
            <a:extLst>
              <a:ext uri="{28A0092B-C50C-407E-A947-70E740481C1C}">
                <a14:useLocalDpi xmlns:a14="http://schemas.microsoft.com/office/drawing/2010/main"/>
              </a:ext>
            </a:extLst>
          </a:blip>
          <a:srcRect l="8052" t="16193" r="73530" b="22099"/>
          <a:stretch/>
        </p:blipFill>
        <p:spPr>
          <a:xfrm>
            <a:off x="10794368" y="130356"/>
            <a:ext cx="572608" cy="489611"/>
          </a:xfrm>
          <a:prstGeom prst="rect">
            <a:avLst/>
          </a:prstGeom>
        </p:spPr>
      </p:pic>
      <p:cxnSp>
        <p:nvCxnSpPr>
          <p:cNvPr id="5" name="Straight Connector 4">
            <a:extLst>
              <a:ext uri="{FF2B5EF4-FFF2-40B4-BE49-F238E27FC236}">
                <a16:creationId xmlns:a16="http://schemas.microsoft.com/office/drawing/2014/main" id="{3A74DDC0-BDBF-4E5B-8FD7-4AD1D5150202}"/>
              </a:ext>
            </a:extLst>
          </p:cNvPr>
          <p:cNvCxnSpPr/>
          <p:nvPr userDrawn="1"/>
        </p:nvCxnSpPr>
        <p:spPr>
          <a:xfrm>
            <a:off x="11452642" y="176635"/>
            <a:ext cx="0" cy="417412"/>
          </a:xfrm>
          <a:prstGeom prst="line">
            <a:avLst/>
          </a:prstGeom>
          <a:ln w="12700"/>
        </p:spPr>
        <p:style>
          <a:lnRef idx="1">
            <a:schemeClr val="dk1"/>
          </a:lnRef>
          <a:fillRef idx="0">
            <a:schemeClr val="dk1"/>
          </a:fillRef>
          <a:effectRef idx="0">
            <a:schemeClr val="dk1"/>
          </a:effectRef>
          <a:fontRef idx="minor">
            <a:schemeClr val="tx1"/>
          </a:fontRef>
        </p:style>
      </p:cxnSp>
      <p:sp>
        <p:nvSpPr>
          <p:cNvPr id="64" name="Text Placeholder 7">
            <a:extLst>
              <a:ext uri="{FF2B5EF4-FFF2-40B4-BE49-F238E27FC236}">
                <a16:creationId xmlns:a16="http://schemas.microsoft.com/office/drawing/2014/main" id="{A96A29B1-CE81-47D6-AD2D-E8BC22296DB1}"/>
              </a:ext>
            </a:extLst>
          </p:cNvPr>
          <p:cNvSpPr txBox="1">
            <a:spLocks/>
          </p:cNvSpPr>
          <p:nvPr userDrawn="1"/>
        </p:nvSpPr>
        <p:spPr>
          <a:xfrm>
            <a:off x="9017223" y="6650661"/>
            <a:ext cx="2664297" cy="123111"/>
          </a:xfrm>
          <a:prstGeom prst="rect">
            <a:avLst/>
          </a:prstGeom>
        </p:spPr>
        <p:txBody>
          <a:bodyPr lIns="0" tIns="0" rIns="0" bIns="0" anchor="ctr" anchorCtr="0">
            <a:noAutofit/>
          </a:bodyPr>
          <a:lstStyle>
            <a:lvl1pPr marL="0" indent="0" algn="l" defTabSz="914400" rtl="0" eaLnBrk="1" latinLnBrk="0" hangingPunct="1">
              <a:lnSpc>
                <a:spcPct val="100000"/>
              </a:lnSpc>
              <a:spcBef>
                <a:spcPts val="1000"/>
              </a:spcBef>
              <a:buFont typeface="Arial" panose="020B0604020202020204" pitchFamily="34" charset="0"/>
              <a:buNone/>
              <a:defRPr sz="800" kern="1200">
                <a:solidFill>
                  <a:srgbClr val="7F7F7F"/>
                </a:solidFill>
                <a:latin typeface="+mn-lt"/>
                <a:ea typeface="+mn-ea"/>
                <a:cs typeface="+mn-cs"/>
              </a:defRPr>
            </a:lvl1pPr>
            <a:lvl2pPr marL="685800" indent="-228600" algn="l" defTabSz="914400" rtl="0" eaLnBrk="1" latinLnBrk="0" hangingPunct="1">
              <a:lnSpc>
                <a:spcPct val="100000"/>
              </a:lnSpc>
              <a:spcBef>
                <a:spcPts val="500"/>
              </a:spcBef>
              <a:buFont typeface="Arial" panose="020B0604020202020204" pitchFamily="34" charset="0"/>
              <a:buChar char="•"/>
              <a:defRPr sz="1400" kern="1200">
                <a:solidFill>
                  <a:schemeClr val="tx1"/>
                </a:solidFill>
                <a:latin typeface="+mn-lt"/>
                <a:ea typeface="+mn-ea"/>
                <a:cs typeface="+mn-cs"/>
              </a:defRPr>
            </a:lvl2pPr>
            <a:lvl3pPr marL="1143000" indent="-228600" algn="l" defTabSz="914400" rtl="0" eaLnBrk="1" latinLnBrk="0" hangingPunct="1">
              <a:lnSpc>
                <a:spcPct val="100000"/>
              </a:lnSpc>
              <a:spcBef>
                <a:spcPts val="500"/>
              </a:spcBef>
              <a:buFont typeface="Arial" panose="020B0604020202020204" pitchFamily="34" charset="0"/>
              <a:buChar char="•"/>
              <a:defRPr sz="1400" kern="1200">
                <a:solidFill>
                  <a:schemeClr val="tx1"/>
                </a:solidFill>
                <a:latin typeface="+mn-lt"/>
                <a:ea typeface="+mn-ea"/>
                <a:cs typeface="+mn-cs"/>
              </a:defRPr>
            </a:lvl3pPr>
            <a:lvl4pPr marL="1600200" indent="-228600" algn="l" defTabSz="914400" rtl="0" eaLnBrk="1" latinLnBrk="0" hangingPunct="1">
              <a:lnSpc>
                <a:spcPct val="100000"/>
              </a:lnSpc>
              <a:spcBef>
                <a:spcPts val="500"/>
              </a:spcBef>
              <a:buFont typeface="Arial" panose="020B0604020202020204" pitchFamily="34" charset="0"/>
              <a:buChar char="•"/>
              <a:defRPr sz="1400" kern="1200">
                <a:solidFill>
                  <a:schemeClr val="tx1"/>
                </a:solidFill>
                <a:latin typeface="+mn-lt"/>
                <a:ea typeface="+mn-ea"/>
                <a:cs typeface="+mn-cs"/>
              </a:defRPr>
            </a:lvl4pPr>
            <a:lvl5pPr marL="2057400" indent="-228600" algn="l" defTabSz="914400" rtl="0" eaLnBrk="1" latinLnBrk="0" hangingPunct="1">
              <a:lnSpc>
                <a:spcPct val="100000"/>
              </a:lnSpc>
              <a:spcBef>
                <a:spcPts val="500"/>
              </a:spcBef>
              <a:buFont typeface="Arial" panose="020B0604020202020204" pitchFamily="34" charset="0"/>
              <a:buChar char="•"/>
              <a:defRPr sz="1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indent="0" algn="r" defTabSz="914400" rtl="0" eaLnBrk="1" fontAlgn="auto" latinLnBrk="0" hangingPunct="1">
              <a:lnSpc>
                <a:spcPct val="100000"/>
              </a:lnSpc>
              <a:spcBef>
                <a:spcPts val="1000"/>
              </a:spcBef>
              <a:spcAft>
                <a:spcPts val="0"/>
              </a:spcAft>
              <a:buClrTx/>
              <a:buSzTx/>
              <a:buFont typeface="Arial" panose="020B0604020202020204" pitchFamily="34" charset="0"/>
              <a:buNone/>
              <a:tabLst/>
              <a:defRPr/>
            </a:pPr>
            <a:r>
              <a:rPr lang="en-US">
                <a:solidFill>
                  <a:schemeClr val="bg1">
                    <a:lumMod val="65000"/>
                  </a:schemeClr>
                </a:solidFill>
              </a:rPr>
              <a:t>© Capgemini 2021. All rights reserved  </a:t>
            </a:r>
            <a:r>
              <a:rPr lang="en-US">
                <a:solidFill>
                  <a:schemeClr val="accent2"/>
                </a:solidFill>
              </a:rPr>
              <a:t>|</a:t>
            </a:r>
          </a:p>
        </p:txBody>
      </p:sp>
      <p:sp>
        <p:nvSpPr>
          <p:cNvPr id="88" name="Retângulo 43">
            <a:extLst>
              <a:ext uri="{FF2B5EF4-FFF2-40B4-BE49-F238E27FC236}">
                <a16:creationId xmlns:a16="http://schemas.microsoft.com/office/drawing/2014/main" id="{89F48BF5-9DC1-42EF-93B1-3444423317C1}"/>
              </a:ext>
            </a:extLst>
          </p:cNvPr>
          <p:cNvSpPr/>
          <p:nvPr userDrawn="1"/>
        </p:nvSpPr>
        <p:spPr>
          <a:xfrm>
            <a:off x="11774074" y="6615392"/>
            <a:ext cx="242375" cy="215444"/>
          </a:xfrm>
          <a:prstGeom prst="rect">
            <a:avLst/>
          </a:prstGeom>
        </p:spPr>
        <p:txBody>
          <a:bodyPr wrap="none">
            <a:spAutoFit/>
          </a:bodyPr>
          <a:lstStyle/>
          <a:p>
            <a:pPr algn="r"/>
            <a:fld id="{0502E5A9-B53C-401E-A0E0-4A359BB0A9E5}" type="slidenum">
              <a:rPr lang="en-US" sz="800" smtClean="0">
                <a:solidFill>
                  <a:prstClr val="black">
                    <a:lumMod val="50000"/>
                    <a:lumOff val="50000"/>
                  </a:prstClr>
                </a:solidFill>
                <a:cs typeface="Arial" panose="020B0604020202020204" pitchFamily="34" charset="0"/>
              </a:rPr>
              <a:t>‹#›</a:t>
            </a:fld>
            <a:endParaRPr lang="en-US" sz="800">
              <a:solidFill>
                <a:prstClr val="black">
                  <a:lumMod val="50000"/>
                  <a:lumOff val="50000"/>
                </a:prstClr>
              </a:solidFill>
              <a:cs typeface="Arial" panose="020B0604020202020204" pitchFamily="34" charset="0"/>
            </a:endParaRPr>
          </a:p>
        </p:txBody>
      </p:sp>
      <p:grpSp>
        <p:nvGrpSpPr>
          <p:cNvPr id="90" name="Group 89">
            <a:extLst>
              <a:ext uri="{FF2B5EF4-FFF2-40B4-BE49-F238E27FC236}">
                <a16:creationId xmlns:a16="http://schemas.microsoft.com/office/drawing/2014/main" id="{D92AA247-309C-4140-A62A-A6EE7738CE71}"/>
              </a:ext>
            </a:extLst>
          </p:cNvPr>
          <p:cNvGrpSpPr/>
          <p:nvPr userDrawn="1"/>
        </p:nvGrpSpPr>
        <p:grpSpPr>
          <a:xfrm>
            <a:off x="4943872" y="6536887"/>
            <a:ext cx="2300183" cy="246824"/>
            <a:chOff x="4872000" y="6575068"/>
            <a:chExt cx="2300183" cy="246824"/>
          </a:xfrm>
        </p:grpSpPr>
        <p:pic>
          <p:nvPicPr>
            <p:cNvPr id="91" name="Graphique 15">
              <a:extLst>
                <a:ext uri="{FF2B5EF4-FFF2-40B4-BE49-F238E27FC236}">
                  <a16:creationId xmlns:a16="http://schemas.microsoft.com/office/drawing/2014/main" id="{F1CD8E37-0A65-46E7-B700-F23BA49A5EC2}"/>
                </a:ext>
              </a:extLst>
            </p:cNvPr>
            <p:cNvPicPr>
              <a:picLocks noChangeAspect="1"/>
            </p:cNvPicPr>
            <p:nvPr userDrawn="1"/>
          </p:nvPicPr>
          <p:blipFill>
            <a:blip r:embed="rId8" cstate="screen">
              <a:extLst>
                <a:ext uri="{28A0092B-C50C-407E-A947-70E740481C1C}">
                  <a14:useLocalDpi xmlns:a14="http://schemas.microsoft.com/office/drawing/2010/main"/>
                </a:ext>
                <a:ext uri="{96DAC541-7B7A-43D3-8B79-37D633B846F1}">
                  <asvg:svgBlip xmlns:asvg="http://schemas.microsoft.com/office/drawing/2016/SVG/main" r:embed="rId9"/>
                </a:ext>
              </a:extLst>
            </a:blip>
            <a:stretch>
              <a:fillRect/>
            </a:stretch>
          </p:blipFill>
          <p:spPr>
            <a:xfrm>
              <a:off x="6051567" y="6621869"/>
              <a:ext cx="1120616" cy="173355"/>
            </a:xfrm>
            <a:prstGeom prst="rect">
              <a:avLst/>
            </a:prstGeom>
          </p:spPr>
        </p:pic>
        <p:pic>
          <p:nvPicPr>
            <p:cNvPr id="92" name="Graphique 2">
              <a:extLst>
                <a:ext uri="{FF2B5EF4-FFF2-40B4-BE49-F238E27FC236}">
                  <a16:creationId xmlns:a16="http://schemas.microsoft.com/office/drawing/2014/main" id="{9F6A8CC9-07CC-4309-A930-A25750FAC5E3}"/>
                </a:ext>
              </a:extLst>
            </p:cNvPr>
            <p:cNvPicPr>
              <a:picLocks noChangeAspect="1"/>
            </p:cNvPicPr>
            <p:nvPr userDrawn="1"/>
          </p:nvPicPr>
          <p:blipFill>
            <a:blip r:embed="rId10" cstate="screen">
              <a:extLst>
                <a:ext uri="{28A0092B-C50C-407E-A947-70E740481C1C}">
                  <a14:useLocalDpi xmlns:a14="http://schemas.microsoft.com/office/drawing/2010/main"/>
                </a:ext>
                <a:ext uri="{96DAC541-7B7A-43D3-8B79-37D633B846F1}">
                  <asvg:svgBlip xmlns:asvg="http://schemas.microsoft.com/office/drawing/2016/SVG/main" r:embed="rId11"/>
                </a:ext>
              </a:extLst>
            </a:blip>
            <a:stretch>
              <a:fillRect/>
            </a:stretch>
          </p:blipFill>
          <p:spPr>
            <a:xfrm>
              <a:off x="4872000" y="6632054"/>
              <a:ext cx="867830" cy="189838"/>
            </a:xfrm>
            <a:prstGeom prst="rect">
              <a:avLst/>
            </a:prstGeom>
          </p:spPr>
        </p:pic>
        <p:sp>
          <p:nvSpPr>
            <p:cNvPr id="93" name="ZoneTexte 3">
              <a:extLst>
                <a:ext uri="{FF2B5EF4-FFF2-40B4-BE49-F238E27FC236}">
                  <a16:creationId xmlns:a16="http://schemas.microsoft.com/office/drawing/2014/main" id="{355F629A-43F6-4F13-BAC5-4869D192EC38}"/>
                </a:ext>
              </a:extLst>
            </p:cNvPr>
            <p:cNvSpPr txBox="1"/>
            <p:nvPr userDrawn="1"/>
          </p:nvSpPr>
          <p:spPr>
            <a:xfrm>
              <a:off x="5749239" y="6575068"/>
              <a:ext cx="325372" cy="246221"/>
            </a:xfrm>
            <a:prstGeom prst="rect">
              <a:avLst/>
            </a:prstGeom>
            <a:noFill/>
          </p:spPr>
          <p:txBody>
            <a:bodyPr wrap="square" rtlCol="0">
              <a:spAutoFit/>
            </a:bodyPr>
            <a:lstStyle/>
            <a:p>
              <a:r>
                <a:rPr lang="fr-FR" sz="1000">
                  <a:solidFill>
                    <a:schemeClr val="tx1">
                      <a:lumMod val="50000"/>
                      <a:lumOff val="50000"/>
                    </a:schemeClr>
                  </a:solidFill>
                </a:rPr>
                <a:t>&amp;</a:t>
              </a:r>
            </a:p>
          </p:txBody>
        </p:sp>
      </p:grpSp>
    </p:spTree>
    <p:extLst>
      <p:ext uri="{BB962C8B-B14F-4D97-AF65-F5344CB8AC3E}">
        <p14:creationId xmlns:p14="http://schemas.microsoft.com/office/powerpoint/2010/main" val="1347300735"/>
      </p:ext>
    </p:extLst>
  </p:cSld>
  <p:clrMap bg1="lt1" tx1="dk1" bg2="lt2" tx2="dk2" accent1="accent1" accent2="accent2" accent3="accent3" accent4="accent4" accent5="accent5" accent6="accent6" hlink="hlink" folHlink="folHlink"/>
  <p:sldLayoutIdLst>
    <p:sldLayoutId id="2147484002" r:id="rId1"/>
    <p:sldLayoutId id="2147484004" r:id="rId2"/>
  </p:sldLayoutIdLst>
  <p:hf hdr="0"/>
  <p:txStyles>
    <p:titleStyle>
      <a:lvl1pPr marL="0" marR="0" indent="0" algn="l" defTabSz="914400" rtl="0" eaLnBrk="1" fontAlgn="auto" latinLnBrk="0" hangingPunct="1">
        <a:lnSpc>
          <a:spcPct val="90000"/>
        </a:lnSpc>
        <a:spcBef>
          <a:spcPct val="0"/>
        </a:spcBef>
        <a:spcAft>
          <a:spcPts val="0"/>
        </a:spcAft>
        <a:buClrTx/>
        <a:buSzTx/>
        <a:buFontTx/>
        <a:buNone/>
        <a:tabLst/>
        <a:defRPr kumimoji="0" lang="en-US" sz="2600" b="0" i="0" u="none" strike="noStrike" kern="1200" cap="all" spc="0" normalizeH="0" baseline="0" noProof="0" dirty="0">
          <a:ln>
            <a:noFill/>
          </a:ln>
          <a:solidFill>
            <a:schemeClr val="accent4"/>
          </a:solidFill>
          <a:effectLst/>
          <a:uLnTx/>
          <a:uFillTx/>
          <a:latin typeface="+mj-lt"/>
          <a:ea typeface="+mj-ea"/>
          <a:cs typeface="+mj-cs"/>
        </a:defRPr>
      </a:lvl1pPr>
    </p:titleStyle>
    <p:bodyStyle>
      <a:lvl1pPr marL="0" indent="0" algn="l" defTabSz="914400" rtl="0" eaLnBrk="1" latinLnBrk="0" hangingPunct="1">
        <a:lnSpc>
          <a:spcPct val="100000"/>
        </a:lnSpc>
        <a:spcBef>
          <a:spcPts val="0"/>
        </a:spcBef>
        <a:spcAft>
          <a:spcPts val="600"/>
        </a:spcAft>
        <a:buFont typeface="Arial" panose="020B0604020202020204" pitchFamily="34" charset="0"/>
        <a:buNone/>
        <a:defRPr sz="2000" kern="1200" baseline="0">
          <a:solidFill>
            <a:schemeClr val="tx1"/>
          </a:solidFill>
          <a:latin typeface="Ubuntu" panose="020B0504030602030204" pitchFamily="34" charset="0"/>
          <a:ea typeface="+mn-ea"/>
          <a:cs typeface="+mn-cs"/>
        </a:defRPr>
      </a:lvl1pPr>
      <a:lvl2pPr marL="177800" indent="-177800" algn="l" defTabSz="914400" rtl="0" eaLnBrk="1" latinLnBrk="0" hangingPunct="1">
        <a:lnSpc>
          <a:spcPct val="100000"/>
        </a:lnSpc>
        <a:spcBef>
          <a:spcPts val="0"/>
        </a:spcBef>
        <a:spcAft>
          <a:spcPts val="600"/>
        </a:spcAft>
        <a:buClr>
          <a:schemeClr val="accent1"/>
        </a:buClr>
        <a:buFont typeface="Wingdings" panose="05000000000000000000" pitchFamily="2" charset="2"/>
        <a:buChar char="§"/>
        <a:defRPr sz="1800" kern="1200" baseline="0">
          <a:solidFill>
            <a:schemeClr val="tx1"/>
          </a:solidFill>
          <a:latin typeface="Ubuntu" panose="020B0504030602030204" pitchFamily="34" charset="0"/>
          <a:ea typeface="+mn-ea"/>
          <a:cs typeface="+mn-cs"/>
        </a:defRPr>
      </a:lvl2pPr>
      <a:lvl3pPr marL="361950" indent="-184150" algn="l" defTabSz="914400" rtl="0" eaLnBrk="1" latinLnBrk="0" hangingPunct="1">
        <a:lnSpc>
          <a:spcPct val="100000"/>
        </a:lnSpc>
        <a:spcBef>
          <a:spcPts val="0"/>
        </a:spcBef>
        <a:spcAft>
          <a:spcPts val="600"/>
        </a:spcAft>
        <a:buClr>
          <a:schemeClr val="accent2"/>
        </a:buClr>
        <a:buFont typeface="Arial" panose="020B0604020202020204" pitchFamily="34" charset="0"/>
        <a:buChar char="•"/>
        <a:defRPr sz="1600" kern="1200" baseline="0">
          <a:solidFill>
            <a:schemeClr val="tx1"/>
          </a:solidFill>
          <a:latin typeface="Ubuntu" panose="020B0504030602030204" pitchFamily="34" charset="0"/>
          <a:ea typeface="+mn-ea"/>
          <a:cs typeface="+mn-cs"/>
        </a:defRPr>
      </a:lvl3pPr>
      <a:lvl4pPr marL="539750" indent="-177800" algn="l" defTabSz="914400" rtl="0" eaLnBrk="1" latinLnBrk="0" hangingPunct="1">
        <a:lnSpc>
          <a:spcPct val="100000"/>
        </a:lnSpc>
        <a:spcBef>
          <a:spcPts val="0"/>
        </a:spcBef>
        <a:spcAft>
          <a:spcPts val="600"/>
        </a:spcAft>
        <a:buClr>
          <a:schemeClr val="tx1"/>
        </a:buClr>
        <a:buFont typeface="Ubuntu" panose="020B0504030602030204" pitchFamily="34" charset="0"/>
        <a:buChar char="–"/>
        <a:defRPr sz="1400" kern="1200" baseline="0">
          <a:solidFill>
            <a:schemeClr val="tx1"/>
          </a:solidFill>
          <a:latin typeface="Ubuntu" panose="020B0504030602030204" pitchFamily="34" charset="0"/>
          <a:ea typeface="+mn-ea"/>
          <a:cs typeface="+mn-cs"/>
        </a:defRPr>
      </a:lvl4pPr>
      <a:lvl5pPr marL="717550" indent="-177800" algn="l" defTabSz="914400" rtl="0" eaLnBrk="1" latinLnBrk="0" hangingPunct="1">
        <a:lnSpc>
          <a:spcPct val="100000"/>
        </a:lnSpc>
        <a:spcBef>
          <a:spcPts val="0"/>
        </a:spcBef>
        <a:spcAft>
          <a:spcPts val="600"/>
        </a:spcAft>
        <a:buClr>
          <a:schemeClr val="accent3"/>
        </a:buClr>
        <a:buFont typeface="Arial" panose="020B0604020202020204" pitchFamily="34" charset="0"/>
        <a:buChar char="•"/>
        <a:defRPr sz="1400" kern="1200" baseline="0">
          <a:solidFill>
            <a:schemeClr val="tx1"/>
          </a:solidFill>
          <a:latin typeface="Ubuntu" panose="020B0504030602030204" pitchFamily="34"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pt-PT"/>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709">
          <p15:clr>
            <a:srgbClr val="F26B43"/>
          </p15:clr>
        </p15:guide>
        <p15:guide id="2" pos="7423">
          <p15:clr>
            <a:srgbClr val="F26B43"/>
          </p15:clr>
        </p15:guide>
        <p15:guide id="3" orient="horz" pos="4071">
          <p15:clr>
            <a:srgbClr val="F26B43"/>
          </p15:clr>
        </p15:guide>
        <p15:guide id="4" pos="255">
          <p15:clr>
            <a:srgbClr val="F26B43"/>
          </p15:clr>
        </p15:guide>
        <p15:guide id="5" orient="horz" pos="836">
          <p15:clr>
            <a:srgbClr val="F26B43"/>
          </p15:clr>
        </p15:guide>
        <p15:guide id="6" orient="horz" pos="245">
          <p15:clr>
            <a:srgbClr val="F26B43"/>
          </p15:clr>
        </p15:guide>
        <p15:guide id="7" pos="3840">
          <p15:clr>
            <a:srgbClr val="F26B43"/>
          </p15:clr>
        </p15:guide>
        <p15:guide id="8" pos="3899">
          <p15:clr>
            <a:srgbClr val="F26B43"/>
          </p15:clr>
        </p15:guide>
        <p15:guide id="9" pos="3783">
          <p15:clr>
            <a:srgbClr val="F26B43"/>
          </p15:clr>
        </p15:guide>
      </p15:sldGuideLst>
    </p:ext>
  </p:extLst>
</p:sldMaster>
</file>

<file path=ppt/slideMasters/slideMaster5.xml><?xml version="1.0" encoding="utf-8"?>
<p:sldMaster xmlns:a="http://schemas.openxmlformats.org/drawingml/2006/main" xmlns:r="http://schemas.openxmlformats.org/officeDocument/2006/relationships" xmlns:p="http://schemas.openxmlformats.org/presentationml/2006/main" preserve="1">
  <p:cSld>
    <p:bg>
      <p:bgPr>
        <a:solidFill>
          <a:srgbClr val="1C3141"/>
        </a:solidFill>
        <a:effectLst/>
      </p:bgPr>
    </p:bg>
    <p:spTree>
      <p:nvGrpSpPr>
        <p:cNvPr id="1" name=""/>
        <p:cNvGrpSpPr/>
        <p:nvPr/>
      </p:nvGrpSpPr>
      <p:grpSpPr>
        <a:xfrm>
          <a:off x="0" y="0"/>
          <a:ext cx="0" cy="0"/>
          <a:chOff x="0" y="0"/>
          <a:chExt cx="0" cy="0"/>
        </a:xfrm>
      </p:grpSpPr>
      <p:graphicFrame>
        <p:nvGraphicFramePr>
          <p:cNvPr id="21" name="Object 20" hidden="1"/>
          <p:cNvGraphicFramePr>
            <a:graphicFrameLocks noChangeAspect="1"/>
          </p:cNvGraphicFramePr>
          <p:nvPr>
            <p:custDataLst>
              <p:tags r:id="rId4"/>
            </p:custDataLst>
            <p:extLst>
              <p:ext uri="{D42A27DB-BD31-4B8C-83A1-F6EECF244321}">
                <p14:modId xmlns:p14="http://schemas.microsoft.com/office/powerpoint/2010/main" val="4252775082"/>
              </p:ext>
            </p:extLst>
          </p:nvPr>
        </p:nvGraphicFramePr>
        <p:xfrm>
          <a:off x="1587" y="1588"/>
          <a:ext cx="1587" cy="1587"/>
        </p:xfrm>
        <a:graphic>
          <a:graphicData uri="http://schemas.openxmlformats.org/presentationml/2006/ole">
            <mc:AlternateContent xmlns:mc="http://schemas.openxmlformats.org/markup-compatibility/2006">
              <mc:Choice xmlns:v="urn:schemas-microsoft-com:vml" Requires="v">
                <p:oleObj name="think-cell Slide" r:id="rId5" imgW="270" imgH="270" progId="TCLayout.ActiveDocument.1">
                  <p:embed/>
                </p:oleObj>
              </mc:Choice>
              <mc:Fallback>
                <p:oleObj name="think-cell Slide" r:id="rId5" imgW="270" imgH="270" progId="TCLayout.ActiveDocument.1">
                  <p:embed/>
                  <p:pic>
                    <p:nvPicPr>
                      <p:cNvPr id="21" name="Object 20" hidden="1"/>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587" y="1588"/>
                        <a:ext cx="1587" cy="1587"/>
                      </a:xfrm>
                      <a:prstGeom prst="rect">
                        <a:avLst/>
                      </a:prstGeom>
                      <a:noFill/>
                    </p:spPr>
                  </p:pic>
                </p:oleObj>
              </mc:Fallback>
            </mc:AlternateContent>
          </a:graphicData>
        </a:graphic>
      </p:graphicFrame>
      <p:sp>
        <p:nvSpPr>
          <p:cNvPr id="9" name="Title Placeholder 1"/>
          <p:cNvSpPr>
            <a:spLocks noGrp="1"/>
          </p:cNvSpPr>
          <p:nvPr>
            <p:ph type="title"/>
          </p:nvPr>
        </p:nvSpPr>
        <p:spPr>
          <a:xfrm>
            <a:off x="404813" y="251977"/>
            <a:ext cx="10947772" cy="716711"/>
          </a:xfrm>
          <a:prstGeom prst="rect">
            <a:avLst/>
          </a:prstGeom>
        </p:spPr>
        <p:txBody>
          <a:bodyPr vert="horz" lIns="0" tIns="0" rIns="0" bIns="0" rtlCol="0" anchor="t">
            <a:noAutofit/>
          </a:bodyPr>
          <a:lstStyle/>
          <a:p>
            <a:pPr marL="0" marR="0" lvl="0" indent="0" algn="l" defTabSz="914400" rtl="0" eaLnBrk="1" fontAlgn="auto" latinLnBrk="0" hangingPunct="1">
              <a:lnSpc>
                <a:spcPct val="90000"/>
              </a:lnSpc>
              <a:spcBef>
                <a:spcPct val="0"/>
              </a:spcBef>
              <a:spcAft>
                <a:spcPts val="0"/>
              </a:spcAft>
              <a:buClrTx/>
              <a:buSzTx/>
              <a:buFontTx/>
              <a:buNone/>
              <a:tabLst/>
              <a:defRPr/>
            </a:pPr>
            <a:r>
              <a:rPr lang="fr-FR"/>
              <a:t>Click to insert </a:t>
            </a:r>
            <a:r>
              <a:rPr lang="fr-FR" err="1"/>
              <a:t>title</a:t>
            </a:r>
            <a:endParaRPr lang="en-US"/>
          </a:p>
        </p:txBody>
      </p:sp>
      <p:sp>
        <p:nvSpPr>
          <p:cNvPr id="86" name="Retângulo 43">
            <a:extLst>
              <a:ext uri="{FF2B5EF4-FFF2-40B4-BE49-F238E27FC236}">
                <a16:creationId xmlns:a16="http://schemas.microsoft.com/office/drawing/2014/main" id="{5539996C-DD2A-49D6-AFB0-763FCB2EE440}"/>
              </a:ext>
            </a:extLst>
          </p:cNvPr>
          <p:cNvSpPr/>
          <p:nvPr userDrawn="1"/>
        </p:nvSpPr>
        <p:spPr>
          <a:xfrm>
            <a:off x="11744128" y="6517658"/>
            <a:ext cx="229263" cy="215444"/>
          </a:xfrm>
          <a:prstGeom prst="rect">
            <a:avLst/>
          </a:prstGeom>
        </p:spPr>
        <p:txBody>
          <a:bodyPr wrap="square" lIns="0" rIns="0">
            <a:spAutoFit/>
          </a:bodyPr>
          <a:lstStyle/>
          <a:p>
            <a:pPr algn="r"/>
            <a:fld id="{0502E5A9-B53C-401E-A0E0-4A359BB0A9E5}" type="slidenum">
              <a:rPr lang="en-US" sz="800" smtClean="0">
                <a:solidFill>
                  <a:srgbClr val="A6A6A6"/>
                </a:solidFill>
                <a:latin typeface="Ubuntu" panose="020B0504030602030204" pitchFamily="34" charset="0"/>
                <a:cs typeface="Arial" panose="020B0604020202020204" pitchFamily="34" charset="0"/>
              </a:rPr>
              <a:pPr algn="r"/>
              <a:t>‹#›</a:t>
            </a:fld>
            <a:endParaRPr lang="en-US" sz="800">
              <a:solidFill>
                <a:srgbClr val="A6A6A6"/>
              </a:solidFill>
              <a:latin typeface="Ubuntu" panose="020B0504030602030204" pitchFamily="34" charset="0"/>
              <a:cs typeface="Arial" panose="020B0604020202020204" pitchFamily="34" charset="0"/>
            </a:endParaRPr>
          </a:p>
        </p:txBody>
      </p:sp>
      <p:sp>
        <p:nvSpPr>
          <p:cNvPr id="64" name="Rectangle 63">
            <a:extLst>
              <a:ext uri="{FF2B5EF4-FFF2-40B4-BE49-F238E27FC236}">
                <a16:creationId xmlns:a16="http://schemas.microsoft.com/office/drawing/2014/main" id="{FA30B5DB-3DC5-4488-AAD2-97E53DBB4E06}"/>
              </a:ext>
            </a:extLst>
          </p:cNvPr>
          <p:cNvSpPr/>
          <p:nvPr userDrawn="1"/>
        </p:nvSpPr>
        <p:spPr>
          <a:xfrm>
            <a:off x="12288689" y="0"/>
            <a:ext cx="288032" cy="297517"/>
          </a:xfrm>
          <a:prstGeom prst="rect">
            <a:avLst/>
          </a:prstGeom>
          <a:solidFill>
            <a:srgbClr val="3DE484"/>
          </a:solidFill>
          <a:ln w="3175"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25400" tIns="25400" rIns="25400" bIns="25400" numCol="1" spcCol="38100" rtlCol="0" anchor="ctr">
            <a:spAutoFit/>
          </a:bodyPr>
          <a:lstStyle/>
          <a:p>
            <a:pPr marL="0" marR="0" indent="0" algn="ctr" defTabSz="412750" rtl="0" fontAlgn="auto" latinLnBrk="0" hangingPunct="0">
              <a:lnSpc>
                <a:spcPct val="100000"/>
              </a:lnSpc>
              <a:spcBef>
                <a:spcPts val="0"/>
              </a:spcBef>
              <a:spcAft>
                <a:spcPts val="0"/>
              </a:spcAft>
              <a:buClrTx/>
              <a:buSzTx/>
              <a:buFontTx/>
              <a:buNone/>
              <a:tabLst/>
            </a:pPr>
            <a:endParaRPr kumimoji="0" lang="en-US" sz="1600" b="0" i="0" u="none" strike="noStrike" cap="none" spc="0" normalizeH="0" baseline="0">
              <a:ln>
                <a:noFill/>
              </a:ln>
              <a:solidFill>
                <a:srgbClr val="FFFFFF"/>
              </a:solidFill>
              <a:effectLst/>
              <a:uFillTx/>
              <a:latin typeface="Helvetica Neue Medium"/>
              <a:ea typeface="Helvetica Neue Medium"/>
              <a:cs typeface="Helvetica Neue Medium"/>
              <a:sym typeface="Helvetica Neue Medium"/>
            </a:endParaRPr>
          </a:p>
        </p:txBody>
      </p:sp>
      <p:sp>
        <p:nvSpPr>
          <p:cNvPr id="87" name="Rectangle 86">
            <a:extLst>
              <a:ext uri="{FF2B5EF4-FFF2-40B4-BE49-F238E27FC236}">
                <a16:creationId xmlns:a16="http://schemas.microsoft.com/office/drawing/2014/main" id="{DBF82E96-0CC9-409C-9CC1-413A96123382}"/>
              </a:ext>
            </a:extLst>
          </p:cNvPr>
          <p:cNvSpPr/>
          <p:nvPr userDrawn="1"/>
        </p:nvSpPr>
        <p:spPr>
          <a:xfrm>
            <a:off x="12288689" y="591828"/>
            <a:ext cx="288032" cy="297517"/>
          </a:xfrm>
          <a:prstGeom prst="rect">
            <a:avLst/>
          </a:prstGeom>
          <a:solidFill>
            <a:srgbClr val="2C8A62"/>
          </a:solidFill>
          <a:ln w="3175"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25400" tIns="25400" rIns="25400" bIns="25400" numCol="1" spcCol="38100" rtlCol="0" anchor="ctr">
            <a:spAutoFit/>
          </a:bodyPr>
          <a:lstStyle/>
          <a:p>
            <a:pPr marL="0" marR="0" indent="0" algn="ctr" defTabSz="412750" rtl="0" fontAlgn="auto" latinLnBrk="0" hangingPunct="0">
              <a:lnSpc>
                <a:spcPct val="100000"/>
              </a:lnSpc>
              <a:spcBef>
                <a:spcPts val="0"/>
              </a:spcBef>
              <a:spcAft>
                <a:spcPts val="0"/>
              </a:spcAft>
              <a:buClrTx/>
              <a:buSzTx/>
              <a:buFontTx/>
              <a:buNone/>
              <a:tabLst/>
            </a:pPr>
            <a:endParaRPr kumimoji="0" lang="en-US" sz="1600" b="0" i="0" u="none" strike="noStrike" cap="none" spc="0" normalizeH="0" baseline="0">
              <a:ln>
                <a:noFill/>
              </a:ln>
              <a:solidFill>
                <a:srgbClr val="FFFFFF"/>
              </a:solidFill>
              <a:effectLst/>
              <a:uFillTx/>
              <a:latin typeface="Helvetica Neue Medium"/>
              <a:ea typeface="Helvetica Neue Medium"/>
              <a:cs typeface="Helvetica Neue Medium"/>
              <a:sym typeface="Helvetica Neue Medium"/>
            </a:endParaRPr>
          </a:p>
        </p:txBody>
      </p:sp>
      <p:sp>
        <p:nvSpPr>
          <p:cNvPr id="90" name="Rectangle 89">
            <a:extLst>
              <a:ext uri="{FF2B5EF4-FFF2-40B4-BE49-F238E27FC236}">
                <a16:creationId xmlns:a16="http://schemas.microsoft.com/office/drawing/2014/main" id="{675FE29F-FB2A-4DC5-87E5-54D7C71BD50D}"/>
              </a:ext>
            </a:extLst>
          </p:cNvPr>
          <p:cNvSpPr/>
          <p:nvPr userDrawn="1"/>
        </p:nvSpPr>
        <p:spPr>
          <a:xfrm>
            <a:off x="12288689" y="297517"/>
            <a:ext cx="288032" cy="297517"/>
          </a:xfrm>
          <a:prstGeom prst="rect">
            <a:avLst/>
          </a:prstGeom>
          <a:solidFill>
            <a:srgbClr val="00925C"/>
          </a:solidFill>
          <a:ln w="3175"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25400" tIns="25400" rIns="25400" bIns="25400" numCol="1" spcCol="38100" rtlCol="0" anchor="ctr">
            <a:spAutoFit/>
          </a:bodyPr>
          <a:lstStyle/>
          <a:p>
            <a:pPr marL="0" marR="0" indent="0" algn="ctr" defTabSz="412750" rtl="0" fontAlgn="auto" latinLnBrk="0" hangingPunct="0">
              <a:lnSpc>
                <a:spcPct val="100000"/>
              </a:lnSpc>
              <a:spcBef>
                <a:spcPts val="0"/>
              </a:spcBef>
              <a:spcAft>
                <a:spcPts val="0"/>
              </a:spcAft>
              <a:buClrTx/>
              <a:buSzTx/>
              <a:buFontTx/>
              <a:buNone/>
              <a:tabLst/>
            </a:pPr>
            <a:endParaRPr kumimoji="0" lang="en-US" sz="1600" b="0" i="0" u="none" strike="noStrike" cap="none" spc="0" normalizeH="0" baseline="0">
              <a:ln>
                <a:noFill/>
              </a:ln>
              <a:solidFill>
                <a:srgbClr val="FFFFFF"/>
              </a:solidFill>
              <a:effectLst/>
              <a:uFillTx/>
              <a:latin typeface="Helvetica Neue Medium"/>
              <a:ea typeface="Helvetica Neue Medium"/>
              <a:cs typeface="Helvetica Neue Medium"/>
              <a:sym typeface="Helvetica Neue Medium"/>
            </a:endParaRPr>
          </a:p>
        </p:txBody>
      </p:sp>
      <p:sp>
        <p:nvSpPr>
          <p:cNvPr id="91" name="Rectangle 90">
            <a:extLst>
              <a:ext uri="{FF2B5EF4-FFF2-40B4-BE49-F238E27FC236}">
                <a16:creationId xmlns:a16="http://schemas.microsoft.com/office/drawing/2014/main" id="{E8EC6407-0E86-48EB-B92C-923F531A6722}"/>
              </a:ext>
            </a:extLst>
          </p:cNvPr>
          <p:cNvSpPr/>
          <p:nvPr userDrawn="1"/>
        </p:nvSpPr>
        <p:spPr>
          <a:xfrm>
            <a:off x="12288689" y="889345"/>
            <a:ext cx="288032" cy="297517"/>
          </a:xfrm>
          <a:prstGeom prst="rect">
            <a:avLst/>
          </a:prstGeom>
          <a:solidFill>
            <a:srgbClr val="00613E"/>
          </a:solidFill>
          <a:ln w="3175"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25400" tIns="25400" rIns="25400" bIns="25400" numCol="1" spcCol="38100" rtlCol="0" anchor="ctr">
            <a:spAutoFit/>
          </a:bodyPr>
          <a:lstStyle/>
          <a:p>
            <a:pPr marL="0" marR="0" indent="0" algn="ctr" defTabSz="412750" rtl="0" fontAlgn="auto" latinLnBrk="0" hangingPunct="0">
              <a:lnSpc>
                <a:spcPct val="100000"/>
              </a:lnSpc>
              <a:spcBef>
                <a:spcPts val="0"/>
              </a:spcBef>
              <a:spcAft>
                <a:spcPts val="0"/>
              </a:spcAft>
              <a:buClrTx/>
              <a:buSzTx/>
              <a:buFontTx/>
              <a:buNone/>
              <a:tabLst/>
            </a:pPr>
            <a:endParaRPr kumimoji="0" lang="en-US" sz="1600" b="0" i="0" u="none" strike="noStrike" cap="none" spc="0" normalizeH="0" baseline="0">
              <a:ln>
                <a:noFill/>
              </a:ln>
              <a:solidFill>
                <a:srgbClr val="FFFFFF"/>
              </a:solidFill>
              <a:effectLst/>
              <a:uFillTx/>
              <a:latin typeface="Helvetica Neue Medium"/>
              <a:ea typeface="Helvetica Neue Medium"/>
              <a:cs typeface="Helvetica Neue Medium"/>
              <a:sym typeface="Helvetica Neue Medium"/>
            </a:endParaRPr>
          </a:p>
        </p:txBody>
      </p:sp>
    </p:spTree>
    <p:extLst>
      <p:ext uri="{BB962C8B-B14F-4D97-AF65-F5344CB8AC3E}">
        <p14:creationId xmlns:p14="http://schemas.microsoft.com/office/powerpoint/2010/main" val="2226053439"/>
      </p:ext>
    </p:extLst>
  </p:cSld>
  <p:clrMap bg1="lt1" tx1="dk1" bg2="lt2" tx2="dk2" accent1="accent1" accent2="accent2" accent3="accent3" accent4="accent4" accent5="accent5" accent6="accent6" hlink="hlink" folHlink="folHlink"/>
  <p:sldLayoutIdLst>
    <p:sldLayoutId id="2147484006" r:id="rId1"/>
    <p:sldLayoutId id="2147484007" r:id="rId2"/>
  </p:sldLayoutIdLst>
  <p:hf hdr="0"/>
  <p:txStyles>
    <p:titleStyle>
      <a:lvl1pPr marL="0" marR="0" indent="0" algn="l" defTabSz="914400" rtl="0" eaLnBrk="1" fontAlgn="auto" latinLnBrk="0" hangingPunct="1">
        <a:lnSpc>
          <a:spcPct val="90000"/>
        </a:lnSpc>
        <a:spcBef>
          <a:spcPct val="0"/>
        </a:spcBef>
        <a:spcAft>
          <a:spcPts val="0"/>
        </a:spcAft>
        <a:buClrTx/>
        <a:buSzTx/>
        <a:buFontTx/>
        <a:buNone/>
        <a:tabLst/>
        <a:defRPr kumimoji="0" lang="en-US" sz="2600" b="0" i="0" u="none" strike="noStrike" kern="1200" cap="none" spc="0" normalizeH="0" baseline="0" noProof="0" dirty="0">
          <a:ln>
            <a:noFill/>
          </a:ln>
          <a:solidFill>
            <a:schemeClr val="bg1"/>
          </a:solidFill>
          <a:effectLst/>
          <a:uLnTx/>
          <a:uFillTx/>
          <a:latin typeface="+mj-lt"/>
          <a:ea typeface="+mj-ea"/>
          <a:cs typeface="+mj-cs"/>
        </a:defRPr>
      </a:lvl1pPr>
    </p:titleStyle>
    <p:bodyStyle>
      <a:lvl1pPr marL="0" indent="0" algn="l" defTabSz="914400" rtl="0" eaLnBrk="1" latinLnBrk="0" hangingPunct="1">
        <a:lnSpc>
          <a:spcPct val="100000"/>
        </a:lnSpc>
        <a:spcBef>
          <a:spcPts val="0"/>
        </a:spcBef>
        <a:spcAft>
          <a:spcPts val="600"/>
        </a:spcAft>
        <a:buFont typeface="Arial" panose="020B0604020202020204" pitchFamily="34" charset="0"/>
        <a:buNone/>
        <a:defRPr sz="2000" kern="1200" baseline="0">
          <a:solidFill>
            <a:schemeClr val="tx1"/>
          </a:solidFill>
          <a:latin typeface="Ubuntu" panose="020B0504030602030204" pitchFamily="34" charset="0"/>
          <a:ea typeface="+mn-ea"/>
          <a:cs typeface="+mn-cs"/>
        </a:defRPr>
      </a:lvl1pPr>
      <a:lvl2pPr marL="177800" indent="-177800" algn="l" defTabSz="914400" rtl="0" eaLnBrk="1" latinLnBrk="0" hangingPunct="1">
        <a:lnSpc>
          <a:spcPct val="100000"/>
        </a:lnSpc>
        <a:spcBef>
          <a:spcPts val="0"/>
        </a:spcBef>
        <a:spcAft>
          <a:spcPts val="600"/>
        </a:spcAft>
        <a:buClr>
          <a:schemeClr val="accent1"/>
        </a:buClr>
        <a:buFont typeface="Wingdings" panose="05000000000000000000" pitchFamily="2" charset="2"/>
        <a:buChar char="§"/>
        <a:defRPr sz="1800" kern="1200" baseline="0">
          <a:solidFill>
            <a:schemeClr val="tx1"/>
          </a:solidFill>
          <a:latin typeface="Ubuntu" panose="020B0504030602030204" pitchFamily="34" charset="0"/>
          <a:ea typeface="+mn-ea"/>
          <a:cs typeface="+mn-cs"/>
        </a:defRPr>
      </a:lvl2pPr>
      <a:lvl3pPr marL="361950" indent="-184150" algn="l" defTabSz="914400" rtl="0" eaLnBrk="1" latinLnBrk="0" hangingPunct="1">
        <a:lnSpc>
          <a:spcPct val="100000"/>
        </a:lnSpc>
        <a:spcBef>
          <a:spcPts val="0"/>
        </a:spcBef>
        <a:spcAft>
          <a:spcPts val="600"/>
        </a:spcAft>
        <a:buClr>
          <a:schemeClr val="accent2"/>
        </a:buClr>
        <a:buFont typeface="Arial" panose="020B0604020202020204" pitchFamily="34" charset="0"/>
        <a:buChar char="•"/>
        <a:defRPr sz="1600" kern="1200" baseline="0">
          <a:solidFill>
            <a:schemeClr val="tx1"/>
          </a:solidFill>
          <a:latin typeface="Ubuntu" panose="020B0504030602030204" pitchFamily="34" charset="0"/>
          <a:ea typeface="+mn-ea"/>
          <a:cs typeface="+mn-cs"/>
        </a:defRPr>
      </a:lvl3pPr>
      <a:lvl4pPr marL="539750" indent="-177800" algn="l" defTabSz="914400" rtl="0" eaLnBrk="1" latinLnBrk="0" hangingPunct="1">
        <a:lnSpc>
          <a:spcPct val="100000"/>
        </a:lnSpc>
        <a:spcBef>
          <a:spcPts val="0"/>
        </a:spcBef>
        <a:spcAft>
          <a:spcPts val="600"/>
        </a:spcAft>
        <a:buClr>
          <a:schemeClr val="tx1"/>
        </a:buClr>
        <a:buFont typeface="Ubuntu" panose="020B0504030602030204" pitchFamily="34" charset="0"/>
        <a:buChar char="–"/>
        <a:defRPr sz="1400" kern="1200" baseline="0">
          <a:solidFill>
            <a:schemeClr val="tx1"/>
          </a:solidFill>
          <a:latin typeface="Ubuntu" panose="020B0504030602030204" pitchFamily="34" charset="0"/>
          <a:ea typeface="+mn-ea"/>
          <a:cs typeface="+mn-cs"/>
        </a:defRPr>
      </a:lvl4pPr>
      <a:lvl5pPr marL="717550" indent="-177800" algn="l" defTabSz="914400" rtl="0" eaLnBrk="1" latinLnBrk="0" hangingPunct="1">
        <a:lnSpc>
          <a:spcPct val="100000"/>
        </a:lnSpc>
        <a:spcBef>
          <a:spcPts val="0"/>
        </a:spcBef>
        <a:spcAft>
          <a:spcPts val="600"/>
        </a:spcAft>
        <a:buClr>
          <a:schemeClr val="accent3"/>
        </a:buClr>
        <a:buFont typeface="Arial" panose="020B0604020202020204" pitchFamily="34" charset="0"/>
        <a:buChar char="•"/>
        <a:defRPr sz="1400" kern="1200" baseline="0">
          <a:solidFill>
            <a:schemeClr val="tx1"/>
          </a:solidFill>
          <a:latin typeface="Ubuntu" panose="020B0504030602030204" pitchFamily="34"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pt-PT"/>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709">
          <p15:clr>
            <a:srgbClr val="F26B43"/>
          </p15:clr>
        </p15:guide>
        <p15:guide id="2" pos="7423">
          <p15:clr>
            <a:srgbClr val="F26B43"/>
          </p15:clr>
        </p15:guide>
        <p15:guide id="3" orient="horz" pos="4071">
          <p15:clr>
            <a:srgbClr val="F26B43"/>
          </p15:clr>
        </p15:guide>
        <p15:guide id="4" pos="255">
          <p15:clr>
            <a:srgbClr val="F26B43"/>
          </p15:clr>
        </p15:guide>
        <p15:guide id="5" orient="horz" pos="836">
          <p15:clr>
            <a:srgbClr val="F26B43"/>
          </p15:clr>
        </p15:guide>
        <p15:guide id="6" orient="horz" pos="245">
          <p15:clr>
            <a:srgbClr val="F26B43"/>
          </p15:clr>
        </p15:guide>
        <p15:guide id="7" pos="3840">
          <p15:clr>
            <a:srgbClr val="F26B43"/>
          </p15:clr>
        </p15:guide>
        <p15:guide id="8" pos="3899">
          <p15:clr>
            <a:srgbClr val="F26B43"/>
          </p15:clr>
        </p15:guide>
        <p15:guide id="9" pos="3783">
          <p15:clr>
            <a:srgbClr val="F26B43"/>
          </p15:clr>
        </p15:guide>
      </p15:sldGuideLst>
    </p:ext>
  </p:extLst>
</p:sldMaster>
</file>

<file path=ppt/slideMasters/slideMaster6.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graphicFrame>
        <p:nvGraphicFramePr>
          <p:cNvPr id="21" name="Object 20" hidden="1"/>
          <p:cNvGraphicFramePr>
            <a:graphicFrameLocks noChangeAspect="1"/>
          </p:cNvGraphicFramePr>
          <p:nvPr>
            <p:custDataLst>
              <p:tags r:id="rId28"/>
            </p:custDataLst>
            <p:extLst>
              <p:ext uri="{D42A27DB-BD31-4B8C-83A1-F6EECF244321}">
                <p14:modId xmlns:p14="http://schemas.microsoft.com/office/powerpoint/2010/main" val="2380750272"/>
              </p:ext>
            </p:extLst>
          </p:nvPr>
        </p:nvGraphicFramePr>
        <p:xfrm>
          <a:off x="1587" y="1588"/>
          <a:ext cx="1587" cy="1587"/>
        </p:xfrm>
        <a:graphic>
          <a:graphicData uri="http://schemas.openxmlformats.org/presentationml/2006/ole">
            <mc:AlternateContent xmlns:mc="http://schemas.openxmlformats.org/markup-compatibility/2006">
              <mc:Choice xmlns:v="urn:schemas-microsoft-com:vml" Requires="v">
                <p:oleObj name="think-cell Slide" r:id="rId29" imgW="270" imgH="270" progId="TCLayout.ActiveDocument.1">
                  <p:embed/>
                </p:oleObj>
              </mc:Choice>
              <mc:Fallback>
                <p:oleObj name="think-cell Slide" r:id="rId29" imgW="270" imgH="270" progId="TCLayout.ActiveDocument.1">
                  <p:embed/>
                  <p:pic>
                    <p:nvPicPr>
                      <p:cNvPr id="21" name="Object 20" hidden="1"/>
                      <p:cNvPicPr>
                        <a:picLocks noChangeAspect="1" noChangeArrowheads="1"/>
                      </p:cNvPicPr>
                      <p:nvPr/>
                    </p:nvPicPr>
                    <p:blipFill>
                      <a:blip r:embed="rId30">
                        <a:extLst>
                          <a:ext uri="{28A0092B-C50C-407E-A947-70E740481C1C}">
                            <a14:useLocalDpi xmlns:a14="http://schemas.microsoft.com/office/drawing/2010/main" val="0"/>
                          </a:ext>
                        </a:extLst>
                      </a:blip>
                      <a:srcRect/>
                      <a:stretch>
                        <a:fillRect/>
                      </a:stretch>
                    </p:blipFill>
                    <p:spPr bwMode="auto">
                      <a:xfrm>
                        <a:off x="1587" y="1588"/>
                        <a:ext cx="1587" cy="1587"/>
                      </a:xfrm>
                      <a:prstGeom prst="rect">
                        <a:avLst/>
                      </a:prstGeom>
                      <a:noFill/>
                    </p:spPr>
                  </p:pic>
                </p:oleObj>
              </mc:Fallback>
            </mc:AlternateContent>
          </a:graphicData>
        </a:graphic>
      </p:graphicFrame>
      <p:sp>
        <p:nvSpPr>
          <p:cNvPr id="4" name="Text Placeholder 1"/>
          <p:cNvSpPr>
            <a:spLocks noGrp="1"/>
          </p:cNvSpPr>
          <p:nvPr>
            <p:ph type="body" idx="1"/>
          </p:nvPr>
        </p:nvSpPr>
        <p:spPr>
          <a:xfrm>
            <a:off x="404813" y="1327150"/>
            <a:ext cx="11376880" cy="5135563"/>
          </a:xfrm>
          <a:prstGeom prst="rect">
            <a:avLst/>
          </a:prstGeom>
        </p:spPr>
        <p:txBody>
          <a:bodyPr vert="horz" lIns="0" tIns="0" rIns="0" bIns="0" rtlCol="0">
            <a:normAutofit/>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a:p>
        </p:txBody>
      </p:sp>
      <p:sp>
        <p:nvSpPr>
          <p:cNvPr id="9" name="Title Placeholder 1"/>
          <p:cNvSpPr>
            <a:spLocks noGrp="1"/>
          </p:cNvSpPr>
          <p:nvPr>
            <p:ph type="title"/>
          </p:nvPr>
        </p:nvSpPr>
        <p:spPr>
          <a:xfrm>
            <a:off x="404813" y="388188"/>
            <a:ext cx="10947772" cy="716711"/>
          </a:xfrm>
          <a:prstGeom prst="rect">
            <a:avLst/>
          </a:prstGeom>
        </p:spPr>
        <p:txBody>
          <a:bodyPr vert="horz" lIns="0" tIns="0" rIns="0" bIns="0" rtlCol="0" anchor="b">
            <a:noAutofit/>
          </a:bodyPr>
          <a:lstStyle/>
          <a:p>
            <a:pPr marL="0" marR="0" lvl="0" indent="0" algn="l" defTabSz="914400" rtl="0" eaLnBrk="1" fontAlgn="auto" latinLnBrk="0" hangingPunct="1">
              <a:lnSpc>
                <a:spcPct val="90000"/>
              </a:lnSpc>
              <a:spcBef>
                <a:spcPct val="0"/>
              </a:spcBef>
              <a:spcAft>
                <a:spcPts val="0"/>
              </a:spcAft>
              <a:buClrTx/>
              <a:buSzTx/>
              <a:buFontTx/>
              <a:buNone/>
              <a:tabLst/>
              <a:defRPr/>
            </a:pPr>
            <a:r>
              <a:rPr lang="fr-FR"/>
              <a:t>CLICK TO INSERT TITLE</a:t>
            </a:r>
            <a:endParaRPr lang="en-US"/>
          </a:p>
        </p:txBody>
      </p:sp>
      <p:grpSp>
        <p:nvGrpSpPr>
          <p:cNvPr id="94" name="Groupe 1">
            <a:extLst>
              <a:ext uri="{FF2B5EF4-FFF2-40B4-BE49-F238E27FC236}">
                <a16:creationId xmlns:a16="http://schemas.microsoft.com/office/drawing/2014/main" id="{11A3E882-4152-49CC-A658-0BA2BD4CCF4E}"/>
              </a:ext>
            </a:extLst>
          </p:cNvPr>
          <p:cNvGrpSpPr>
            <a:grpSpLocks noChangeAspect="1"/>
          </p:cNvGrpSpPr>
          <p:nvPr userDrawn="1"/>
        </p:nvGrpSpPr>
        <p:grpSpPr>
          <a:xfrm>
            <a:off x="11562163" y="205059"/>
            <a:ext cx="419436" cy="388988"/>
            <a:chOff x="11501102" y="171573"/>
            <a:chExt cx="419436" cy="388988"/>
          </a:xfrm>
        </p:grpSpPr>
        <p:sp>
          <p:nvSpPr>
            <p:cNvPr id="95" name="Freeform 13">
              <a:extLst>
                <a:ext uri="{FF2B5EF4-FFF2-40B4-BE49-F238E27FC236}">
                  <a16:creationId xmlns:a16="http://schemas.microsoft.com/office/drawing/2014/main" id="{7962C740-AA7F-4225-AF45-30CEC5D85747}"/>
                </a:ext>
              </a:extLst>
            </p:cNvPr>
            <p:cNvSpPr>
              <a:spLocks/>
            </p:cNvSpPr>
            <p:nvPr userDrawn="1"/>
          </p:nvSpPr>
          <p:spPr bwMode="auto">
            <a:xfrm>
              <a:off x="11644642" y="334376"/>
              <a:ext cx="275896" cy="226185"/>
            </a:xfrm>
            <a:custGeom>
              <a:avLst/>
              <a:gdLst/>
              <a:ahLst/>
              <a:cxnLst>
                <a:cxn ang="0">
                  <a:pos x="125" y="107"/>
                </a:cxn>
                <a:cxn ang="0">
                  <a:pos x="188" y="43"/>
                </a:cxn>
                <a:cxn ang="0">
                  <a:pos x="141" y="0"/>
                </a:cxn>
                <a:cxn ang="0">
                  <a:pos x="49" y="99"/>
                </a:cxn>
                <a:cxn ang="0">
                  <a:pos x="0" y="144"/>
                </a:cxn>
                <a:cxn ang="0">
                  <a:pos x="37" y="154"/>
                </a:cxn>
                <a:cxn ang="0">
                  <a:pos x="125" y="125"/>
                </a:cxn>
                <a:cxn ang="0">
                  <a:pos x="81" y="86"/>
                </a:cxn>
                <a:cxn ang="0">
                  <a:pos x="125" y="107"/>
                </a:cxn>
              </a:cxnLst>
              <a:rect l="0" t="0" r="r" b="b"/>
              <a:pathLst>
                <a:path w="188" h="154">
                  <a:moveTo>
                    <a:pt x="125" y="107"/>
                  </a:moveTo>
                  <a:cubicBezTo>
                    <a:pt x="160" y="107"/>
                    <a:pt x="188" y="78"/>
                    <a:pt x="188" y="43"/>
                  </a:cubicBezTo>
                  <a:cubicBezTo>
                    <a:pt x="186" y="28"/>
                    <a:pt x="181" y="0"/>
                    <a:pt x="141" y="0"/>
                  </a:cubicBezTo>
                  <a:cubicBezTo>
                    <a:pt x="99" y="0"/>
                    <a:pt x="84" y="60"/>
                    <a:pt x="49" y="99"/>
                  </a:cubicBezTo>
                  <a:cubicBezTo>
                    <a:pt x="47" y="121"/>
                    <a:pt x="26" y="140"/>
                    <a:pt x="0" y="144"/>
                  </a:cubicBezTo>
                  <a:cubicBezTo>
                    <a:pt x="6" y="150"/>
                    <a:pt x="20" y="154"/>
                    <a:pt x="37" y="154"/>
                  </a:cubicBezTo>
                  <a:cubicBezTo>
                    <a:pt x="68" y="154"/>
                    <a:pt x="106" y="145"/>
                    <a:pt x="125" y="125"/>
                  </a:cubicBezTo>
                  <a:cubicBezTo>
                    <a:pt x="99" y="126"/>
                    <a:pt x="82" y="109"/>
                    <a:pt x="81" y="86"/>
                  </a:cubicBezTo>
                  <a:cubicBezTo>
                    <a:pt x="93" y="101"/>
                    <a:pt x="108" y="107"/>
                    <a:pt x="125" y="107"/>
                  </a:cubicBezTo>
                </a:path>
              </a:pathLst>
            </a:custGeom>
            <a:solidFill>
              <a:srgbClr val="12ABDB"/>
            </a:solidFill>
            <a:ln w="9525">
              <a:noFill/>
              <a:round/>
              <a:headEnd/>
              <a:tailEnd/>
            </a:ln>
          </p:spPr>
          <p:txBody>
            <a:bodyPr vert="horz" wrap="square" lIns="91440" tIns="45720" rIns="91440" bIns="45720" numCol="1" anchor="t" anchorCtr="0" compatLnSpc="1">
              <a:prstTxWarp prst="textNoShape">
                <a:avLst/>
              </a:prstTxWarp>
            </a:bodyPr>
            <a:lstStyle/>
            <a:p>
              <a:endParaRPr lang="en-GB"/>
            </a:p>
          </p:txBody>
        </p:sp>
        <p:sp>
          <p:nvSpPr>
            <p:cNvPr id="96" name="Freeform 14">
              <a:extLst>
                <a:ext uri="{FF2B5EF4-FFF2-40B4-BE49-F238E27FC236}">
                  <a16:creationId xmlns:a16="http://schemas.microsoft.com/office/drawing/2014/main" id="{8B6BE8F3-0248-42CC-8053-5B10FA1A6457}"/>
                </a:ext>
              </a:extLst>
            </p:cNvPr>
            <p:cNvSpPr>
              <a:spLocks/>
            </p:cNvSpPr>
            <p:nvPr userDrawn="1"/>
          </p:nvSpPr>
          <p:spPr bwMode="auto">
            <a:xfrm>
              <a:off x="11501102" y="171573"/>
              <a:ext cx="419436" cy="356676"/>
            </a:xfrm>
            <a:custGeom>
              <a:avLst/>
              <a:gdLst/>
              <a:ahLst/>
              <a:cxnLst>
                <a:cxn ang="0">
                  <a:pos x="286" y="152"/>
                </a:cxn>
                <a:cxn ang="0">
                  <a:pos x="237" y="51"/>
                </a:cxn>
                <a:cxn ang="0">
                  <a:pos x="160" y="3"/>
                </a:cxn>
                <a:cxn ang="0">
                  <a:pos x="153" y="0"/>
                </a:cxn>
                <a:cxn ang="0">
                  <a:pos x="153" y="0"/>
                </a:cxn>
                <a:cxn ang="0">
                  <a:pos x="0" y="158"/>
                </a:cxn>
                <a:cxn ang="0">
                  <a:pos x="53" y="236"/>
                </a:cxn>
                <a:cxn ang="0">
                  <a:pos x="107" y="237"/>
                </a:cxn>
                <a:cxn ang="0">
                  <a:pos x="147" y="210"/>
                </a:cxn>
                <a:cxn ang="0">
                  <a:pos x="239" y="111"/>
                </a:cxn>
                <a:cxn ang="0">
                  <a:pos x="286" y="154"/>
                </a:cxn>
                <a:cxn ang="0">
                  <a:pos x="286" y="152"/>
                </a:cxn>
              </a:cxnLst>
              <a:rect l="0" t="0" r="r" b="b"/>
              <a:pathLst>
                <a:path w="286" h="243">
                  <a:moveTo>
                    <a:pt x="286" y="152"/>
                  </a:moveTo>
                  <a:cubicBezTo>
                    <a:pt x="286" y="112"/>
                    <a:pt x="266" y="78"/>
                    <a:pt x="237" y="51"/>
                  </a:cubicBezTo>
                  <a:cubicBezTo>
                    <a:pt x="215" y="30"/>
                    <a:pt x="188" y="15"/>
                    <a:pt x="160" y="3"/>
                  </a:cubicBezTo>
                  <a:cubicBezTo>
                    <a:pt x="158" y="2"/>
                    <a:pt x="156" y="1"/>
                    <a:pt x="153" y="0"/>
                  </a:cubicBezTo>
                  <a:cubicBezTo>
                    <a:pt x="153" y="0"/>
                    <a:pt x="153" y="0"/>
                    <a:pt x="153" y="0"/>
                  </a:cubicBezTo>
                  <a:cubicBezTo>
                    <a:pt x="119" y="41"/>
                    <a:pt x="0" y="72"/>
                    <a:pt x="0" y="158"/>
                  </a:cubicBezTo>
                  <a:cubicBezTo>
                    <a:pt x="0" y="192"/>
                    <a:pt x="21" y="224"/>
                    <a:pt x="53" y="236"/>
                  </a:cubicBezTo>
                  <a:cubicBezTo>
                    <a:pt x="71" y="243"/>
                    <a:pt x="89" y="243"/>
                    <a:pt x="107" y="237"/>
                  </a:cubicBezTo>
                  <a:cubicBezTo>
                    <a:pt x="123" y="232"/>
                    <a:pt x="136" y="222"/>
                    <a:pt x="147" y="210"/>
                  </a:cubicBezTo>
                  <a:cubicBezTo>
                    <a:pt x="182" y="171"/>
                    <a:pt x="197" y="111"/>
                    <a:pt x="239" y="111"/>
                  </a:cubicBezTo>
                  <a:cubicBezTo>
                    <a:pt x="279" y="111"/>
                    <a:pt x="284" y="139"/>
                    <a:pt x="286" y="154"/>
                  </a:cubicBezTo>
                  <a:cubicBezTo>
                    <a:pt x="286" y="154"/>
                    <a:pt x="286" y="153"/>
                    <a:pt x="286" y="152"/>
                  </a:cubicBezTo>
                </a:path>
              </a:pathLst>
            </a:custGeom>
            <a:solidFill>
              <a:srgbClr val="0070AD"/>
            </a:solidFill>
            <a:ln w="9525">
              <a:noFill/>
              <a:round/>
              <a:headEnd/>
              <a:tailEnd/>
            </a:ln>
          </p:spPr>
          <p:txBody>
            <a:bodyPr vert="horz" wrap="square" lIns="91440" tIns="45720" rIns="91440" bIns="45720" numCol="1" anchor="t" anchorCtr="0" compatLnSpc="1">
              <a:prstTxWarp prst="textNoShape">
                <a:avLst/>
              </a:prstTxWarp>
            </a:bodyPr>
            <a:lstStyle/>
            <a:p>
              <a:endParaRPr lang="en-GB"/>
            </a:p>
          </p:txBody>
        </p:sp>
      </p:grpSp>
      <p:sp>
        <p:nvSpPr>
          <p:cNvPr id="86" name="Retângulo 43">
            <a:extLst>
              <a:ext uri="{FF2B5EF4-FFF2-40B4-BE49-F238E27FC236}">
                <a16:creationId xmlns:a16="http://schemas.microsoft.com/office/drawing/2014/main" id="{5539996C-DD2A-49D6-AFB0-763FCB2EE440}"/>
              </a:ext>
            </a:extLst>
          </p:cNvPr>
          <p:cNvSpPr/>
          <p:nvPr userDrawn="1"/>
        </p:nvSpPr>
        <p:spPr>
          <a:xfrm>
            <a:off x="11744128" y="6517658"/>
            <a:ext cx="229263" cy="215444"/>
          </a:xfrm>
          <a:prstGeom prst="rect">
            <a:avLst/>
          </a:prstGeom>
        </p:spPr>
        <p:txBody>
          <a:bodyPr wrap="square" lIns="0" rIns="0">
            <a:spAutoFit/>
          </a:bodyPr>
          <a:lstStyle/>
          <a:p>
            <a:pPr algn="r"/>
            <a:fld id="{0502E5A9-B53C-401E-A0E0-4A359BB0A9E5}" type="slidenum">
              <a:rPr lang="en-US" sz="800" smtClean="0">
                <a:solidFill>
                  <a:srgbClr val="A6A6A6"/>
                </a:solidFill>
                <a:latin typeface="Ubuntu" panose="020B0504030602030204" pitchFamily="34" charset="0"/>
                <a:cs typeface="Arial" panose="020B0604020202020204" pitchFamily="34" charset="0"/>
              </a:rPr>
              <a:pPr algn="r"/>
              <a:t>‹#›</a:t>
            </a:fld>
            <a:endParaRPr lang="en-US" sz="800">
              <a:solidFill>
                <a:srgbClr val="A6A6A6"/>
              </a:solidFill>
              <a:latin typeface="Ubuntu" panose="020B0504030602030204" pitchFamily="34" charset="0"/>
              <a:cs typeface="Arial" panose="020B0604020202020204" pitchFamily="34" charset="0"/>
            </a:endParaRPr>
          </a:p>
        </p:txBody>
      </p:sp>
      <p:sp>
        <p:nvSpPr>
          <p:cNvPr id="89" name="Rectangle 27">
            <a:extLst>
              <a:ext uri="{FF2B5EF4-FFF2-40B4-BE49-F238E27FC236}">
                <a16:creationId xmlns:a16="http://schemas.microsoft.com/office/drawing/2014/main" id="{01D50803-B26A-4936-A06C-6E086A6DD719}"/>
              </a:ext>
            </a:extLst>
          </p:cNvPr>
          <p:cNvSpPr/>
          <p:nvPr userDrawn="1"/>
        </p:nvSpPr>
        <p:spPr>
          <a:xfrm>
            <a:off x="7227070" y="6517871"/>
            <a:ext cx="4532162" cy="219456"/>
          </a:xfrm>
          <a:prstGeom prst="rect">
            <a:avLst/>
          </a:prstGeom>
        </p:spPr>
        <p:txBody>
          <a:bodyPr wrap="square" lIns="0" tIns="0" rIns="0" bIns="0" anchor="ctr" anchorCtr="0">
            <a:no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GB" sz="700">
                <a:solidFill>
                  <a:srgbClr val="A6A6A6"/>
                </a:solidFill>
                <a:latin typeface="Ubuntu" panose="020B0504030602030204" pitchFamily="34" charset="0"/>
                <a:cs typeface="Arial" panose="020B0604020202020204" pitchFamily="34" charset="0"/>
              </a:rPr>
              <a:t>Company Confidential © Capgemini 2021. All rights reserved  |</a:t>
            </a:r>
          </a:p>
        </p:txBody>
      </p:sp>
    </p:spTree>
    <p:extLst>
      <p:ext uri="{BB962C8B-B14F-4D97-AF65-F5344CB8AC3E}">
        <p14:creationId xmlns:p14="http://schemas.microsoft.com/office/powerpoint/2010/main" val="3120202173"/>
      </p:ext>
    </p:extLst>
  </p:cSld>
  <p:clrMap bg1="lt1" tx1="dk1" bg2="lt2" tx2="dk2" accent1="accent1" accent2="accent2" accent3="accent3" accent4="accent4" accent5="accent5" accent6="accent6" hlink="hlink" folHlink="folHlink"/>
  <p:sldLayoutIdLst>
    <p:sldLayoutId id="2147484010" r:id="rId1"/>
    <p:sldLayoutId id="2147484011" r:id="rId2"/>
    <p:sldLayoutId id="2147484012" r:id="rId3"/>
    <p:sldLayoutId id="2147484013" r:id="rId4"/>
    <p:sldLayoutId id="2147484014" r:id="rId5"/>
    <p:sldLayoutId id="2147484015" r:id="rId6"/>
    <p:sldLayoutId id="2147484016" r:id="rId7"/>
    <p:sldLayoutId id="2147484017" r:id="rId8"/>
    <p:sldLayoutId id="2147484018" r:id="rId9"/>
    <p:sldLayoutId id="2147484019" r:id="rId10"/>
    <p:sldLayoutId id="2147484020" r:id="rId11"/>
    <p:sldLayoutId id="2147484021" r:id="rId12"/>
    <p:sldLayoutId id="2147484022" r:id="rId13"/>
    <p:sldLayoutId id="2147484023" r:id="rId14"/>
    <p:sldLayoutId id="2147484024" r:id="rId15"/>
    <p:sldLayoutId id="2147484025" r:id="rId16"/>
    <p:sldLayoutId id="2147484026" r:id="rId17"/>
    <p:sldLayoutId id="2147484027" r:id="rId18"/>
    <p:sldLayoutId id="2147484028" r:id="rId19"/>
    <p:sldLayoutId id="2147484029" r:id="rId20"/>
    <p:sldLayoutId id="2147484030" r:id="rId21"/>
    <p:sldLayoutId id="2147484031" r:id="rId22"/>
    <p:sldLayoutId id="2147484032" r:id="rId23"/>
    <p:sldLayoutId id="2147484033" r:id="rId24"/>
    <p:sldLayoutId id="2147484034" r:id="rId25"/>
    <p:sldLayoutId id="2147484036" r:id="rId26"/>
  </p:sldLayoutIdLst>
  <p:hf hdr="0"/>
  <p:txStyles>
    <p:titleStyle>
      <a:lvl1pPr marL="0" marR="0" indent="0" algn="l" defTabSz="914400" rtl="0" eaLnBrk="1" fontAlgn="auto" latinLnBrk="0" hangingPunct="1">
        <a:lnSpc>
          <a:spcPct val="90000"/>
        </a:lnSpc>
        <a:spcBef>
          <a:spcPct val="0"/>
        </a:spcBef>
        <a:spcAft>
          <a:spcPts val="0"/>
        </a:spcAft>
        <a:buClrTx/>
        <a:buSzTx/>
        <a:buFontTx/>
        <a:buNone/>
        <a:tabLst/>
        <a:defRPr kumimoji="0" lang="en-US" sz="2600" b="0" i="0" u="none" strike="noStrike" kern="1200" cap="all" spc="0" normalizeH="0" baseline="0" noProof="0" dirty="0">
          <a:ln>
            <a:noFill/>
          </a:ln>
          <a:solidFill>
            <a:schemeClr val="accent4"/>
          </a:solidFill>
          <a:effectLst/>
          <a:uLnTx/>
          <a:uFillTx/>
          <a:latin typeface="+mj-lt"/>
          <a:ea typeface="+mj-ea"/>
          <a:cs typeface="+mj-cs"/>
        </a:defRPr>
      </a:lvl1pPr>
    </p:titleStyle>
    <p:bodyStyle>
      <a:lvl1pPr marL="0" indent="0" algn="l" defTabSz="914400" rtl="0" eaLnBrk="1" latinLnBrk="0" hangingPunct="1">
        <a:lnSpc>
          <a:spcPct val="100000"/>
        </a:lnSpc>
        <a:spcBef>
          <a:spcPts val="0"/>
        </a:spcBef>
        <a:spcAft>
          <a:spcPts val="600"/>
        </a:spcAft>
        <a:buFont typeface="Arial" panose="020B0604020202020204" pitchFamily="34" charset="0"/>
        <a:buNone/>
        <a:defRPr sz="2000" kern="1200" baseline="0">
          <a:solidFill>
            <a:schemeClr val="tx1"/>
          </a:solidFill>
          <a:latin typeface="Ubuntu" panose="020B0504030602030204" pitchFamily="34" charset="0"/>
          <a:ea typeface="+mn-ea"/>
          <a:cs typeface="+mn-cs"/>
        </a:defRPr>
      </a:lvl1pPr>
      <a:lvl2pPr marL="177800" indent="-177800" algn="l" defTabSz="914400" rtl="0" eaLnBrk="1" latinLnBrk="0" hangingPunct="1">
        <a:lnSpc>
          <a:spcPct val="100000"/>
        </a:lnSpc>
        <a:spcBef>
          <a:spcPts val="0"/>
        </a:spcBef>
        <a:spcAft>
          <a:spcPts val="600"/>
        </a:spcAft>
        <a:buClr>
          <a:schemeClr val="accent1"/>
        </a:buClr>
        <a:buFont typeface="Wingdings" panose="05000000000000000000" pitchFamily="2" charset="2"/>
        <a:buChar char="§"/>
        <a:defRPr sz="1800" kern="1200" baseline="0">
          <a:solidFill>
            <a:schemeClr val="tx1"/>
          </a:solidFill>
          <a:latin typeface="Ubuntu" panose="020B0504030602030204" pitchFamily="34" charset="0"/>
          <a:ea typeface="+mn-ea"/>
          <a:cs typeface="+mn-cs"/>
        </a:defRPr>
      </a:lvl2pPr>
      <a:lvl3pPr marL="361950" indent="-184150" algn="l" defTabSz="914400" rtl="0" eaLnBrk="1" latinLnBrk="0" hangingPunct="1">
        <a:lnSpc>
          <a:spcPct val="100000"/>
        </a:lnSpc>
        <a:spcBef>
          <a:spcPts val="0"/>
        </a:spcBef>
        <a:spcAft>
          <a:spcPts val="600"/>
        </a:spcAft>
        <a:buClr>
          <a:schemeClr val="accent2"/>
        </a:buClr>
        <a:buFont typeface="Arial" panose="020B0604020202020204" pitchFamily="34" charset="0"/>
        <a:buChar char="•"/>
        <a:defRPr sz="1600" kern="1200" baseline="0">
          <a:solidFill>
            <a:schemeClr val="tx1"/>
          </a:solidFill>
          <a:latin typeface="Ubuntu" panose="020B0504030602030204" pitchFamily="34" charset="0"/>
          <a:ea typeface="+mn-ea"/>
          <a:cs typeface="+mn-cs"/>
        </a:defRPr>
      </a:lvl3pPr>
      <a:lvl4pPr marL="539750" indent="-177800" algn="l" defTabSz="914400" rtl="0" eaLnBrk="1" latinLnBrk="0" hangingPunct="1">
        <a:lnSpc>
          <a:spcPct val="100000"/>
        </a:lnSpc>
        <a:spcBef>
          <a:spcPts val="0"/>
        </a:spcBef>
        <a:spcAft>
          <a:spcPts val="600"/>
        </a:spcAft>
        <a:buClr>
          <a:schemeClr val="tx1"/>
        </a:buClr>
        <a:buFont typeface="Ubuntu" panose="020B0504030602030204" pitchFamily="34" charset="0"/>
        <a:buChar char="–"/>
        <a:defRPr sz="1400" kern="1200" baseline="0">
          <a:solidFill>
            <a:schemeClr val="tx1"/>
          </a:solidFill>
          <a:latin typeface="Ubuntu" panose="020B0504030602030204" pitchFamily="34" charset="0"/>
          <a:ea typeface="+mn-ea"/>
          <a:cs typeface="+mn-cs"/>
        </a:defRPr>
      </a:lvl4pPr>
      <a:lvl5pPr marL="717550" indent="-177800" algn="l" defTabSz="914400" rtl="0" eaLnBrk="1" latinLnBrk="0" hangingPunct="1">
        <a:lnSpc>
          <a:spcPct val="100000"/>
        </a:lnSpc>
        <a:spcBef>
          <a:spcPts val="0"/>
        </a:spcBef>
        <a:spcAft>
          <a:spcPts val="600"/>
        </a:spcAft>
        <a:buClr>
          <a:schemeClr val="accent3"/>
        </a:buClr>
        <a:buFont typeface="Arial" panose="020B0604020202020204" pitchFamily="34" charset="0"/>
        <a:buChar char="•"/>
        <a:defRPr sz="1400" kern="1200" baseline="0">
          <a:solidFill>
            <a:schemeClr val="tx1"/>
          </a:solidFill>
          <a:latin typeface="Ubuntu" panose="020B0504030602030204" pitchFamily="34"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pt-PT"/>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709">
          <p15:clr>
            <a:srgbClr val="F26B43"/>
          </p15:clr>
        </p15:guide>
        <p15:guide id="2" pos="7423">
          <p15:clr>
            <a:srgbClr val="F26B43"/>
          </p15:clr>
        </p15:guide>
        <p15:guide id="3" orient="horz" pos="4071">
          <p15:clr>
            <a:srgbClr val="F26B43"/>
          </p15:clr>
        </p15:guide>
        <p15:guide id="4" pos="255">
          <p15:clr>
            <a:srgbClr val="F26B43"/>
          </p15:clr>
        </p15:guide>
        <p15:guide id="5" orient="horz" pos="836">
          <p15:clr>
            <a:srgbClr val="F26B43"/>
          </p15:clr>
        </p15:guide>
        <p15:guide id="6" orient="horz" pos="245">
          <p15:clr>
            <a:srgbClr val="F26B43"/>
          </p15:clr>
        </p15:guide>
        <p15:guide id="7" pos="3840">
          <p15:clr>
            <a:srgbClr val="F26B43"/>
          </p15:clr>
        </p15:guide>
        <p15:guide id="8" pos="3899">
          <p15:clr>
            <a:srgbClr val="F26B43"/>
          </p15:clr>
        </p15:guide>
        <p15:guide id="9" pos="3783">
          <p15:clr>
            <a:srgbClr val="F26B43"/>
          </p15:clr>
        </p15:guide>
      </p15:sldGuideLst>
    </p:ext>
  </p:extLst>
</p:sldMaster>
</file>

<file path=ppt/slideMasters/slideMaster7.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graphicFrame>
        <p:nvGraphicFramePr>
          <p:cNvPr id="21" name="Object 20" hidden="1"/>
          <p:cNvGraphicFramePr>
            <a:graphicFrameLocks noChangeAspect="1"/>
          </p:cNvGraphicFramePr>
          <p:nvPr>
            <p:custDataLst>
              <p:tags r:id="rId41"/>
            </p:custDataLst>
            <p:extLst>
              <p:ext uri="{D42A27DB-BD31-4B8C-83A1-F6EECF244321}">
                <p14:modId xmlns:p14="http://schemas.microsoft.com/office/powerpoint/2010/main" val="355090667"/>
              </p:ext>
            </p:extLst>
          </p:nvPr>
        </p:nvGraphicFramePr>
        <p:xfrm>
          <a:off x="1587" y="1588"/>
          <a:ext cx="1587" cy="1587"/>
        </p:xfrm>
        <a:graphic>
          <a:graphicData uri="http://schemas.openxmlformats.org/presentationml/2006/ole">
            <mc:AlternateContent xmlns:mc="http://schemas.openxmlformats.org/markup-compatibility/2006">
              <mc:Choice xmlns:v="urn:schemas-microsoft-com:vml" Requires="v">
                <p:oleObj name="think-cell Slide" r:id="rId42" imgW="270" imgH="270" progId="TCLayout.ActiveDocument.1">
                  <p:embed/>
                </p:oleObj>
              </mc:Choice>
              <mc:Fallback>
                <p:oleObj name="think-cell Slide" r:id="rId42" imgW="270" imgH="270" progId="TCLayout.ActiveDocument.1">
                  <p:embed/>
                  <p:pic>
                    <p:nvPicPr>
                      <p:cNvPr id="21" name="Object 20" hidden="1"/>
                      <p:cNvPicPr>
                        <a:picLocks noChangeAspect="1" noChangeArrowheads="1"/>
                      </p:cNvPicPr>
                      <p:nvPr/>
                    </p:nvPicPr>
                    <p:blipFill>
                      <a:blip r:embed="rId43">
                        <a:extLst>
                          <a:ext uri="{28A0092B-C50C-407E-A947-70E740481C1C}">
                            <a14:useLocalDpi xmlns:a14="http://schemas.microsoft.com/office/drawing/2010/main" val="0"/>
                          </a:ext>
                        </a:extLst>
                      </a:blip>
                      <a:srcRect/>
                      <a:stretch>
                        <a:fillRect/>
                      </a:stretch>
                    </p:blipFill>
                    <p:spPr bwMode="auto">
                      <a:xfrm>
                        <a:off x="1587" y="1588"/>
                        <a:ext cx="1587" cy="1587"/>
                      </a:xfrm>
                      <a:prstGeom prst="rect">
                        <a:avLst/>
                      </a:prstGeom>
                      <a:noFill/>
                    </p:spPr>
                  </p:pic>
                </p:oleObj>
              </mc:Fallback>
            </mc:AlternateContent>
          </a:graphicData>
        </a:graphic>
      </p:graphicFrame>
      <p:sp>
        <p:nvSpPr>
          <p:cNvPr id="4" name="Text Placeholder 1"/>
          <p:cNvSpPr>
            <a:spLocks noGrp="1"/>
          </p:cNvSpPr>
          <p:nvPr>
            <p:ph type="body" idx="1"/>
          </p:nvPr>
        </p:nvSpPr>
        <p:spPr>
          <a:xfrm>
            <a:off x="404813" y="1327150"/>
            <a:ext cx="11376880" cy="5135563"/>
          </a:xfrm>
          <a:prstGeom prst="rect">
            <a:avLst/>
          </a:prstGeom>
        </p:spPr>
        <p:txBody>
          <a:bodyPr vert="horz" lIns="0" tIns="0" rIns="0" bIns="0" rtlCol="0">
            <a:normAutofit/>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a:p>
        </p:txBody>
      </p:sp>
      <p:sp>
        <p:nvSpPr>
          <p:cNvPr id="9" name="Title Placeholder 1"/>
          <p:cNvSpPr>
            <a:spLocks noGrp="1"/>
          </p:cNvSpPr>
          <p:nvPr>
            <p:ph type="title"/>
          </p:nvPr>
        </p:nvSpPr>
        <p:spPr>
          <a:xfrm>
            <a:off x="404813" y="388188"/>
            <a:ext cx="10947772" cy="716711"/>
          </a:xfrm>
          <a:prstGeom prst="rect">
            <a:avLst/>
          </a:prstGeom>
        </p:spPr>
        <p:txBody>
          <a:bodyPr vert="horz" lIns="0" tIns="0" rIns="0" bIns="0" rtlCol="0" anchor="b">
            <a:noAutofit/>
          </a:bodyPr>
          <a:lstStyle/>
          <a:p>
            <a:pPr marL="0" marR="0" lvl="0" indent="0" algn="l" defTabSz="914400" rtl="0" eaLnBrk="1" fontAlgn="auto" latinLnBrk="0" hangingPunct="1">
              <a:lnSpc>
                <a:spcPct val="90000"/>
              </a:lnSpc>
              <a:spcBef>
                <a:spcPct val="0"/>
              </a:spcBef>
              <a:spcAft>
                <a:spcPts val="0"/>
              </a:spcAft>
              <a:buClrTx/>
              <a:buSzTx/>
              <a:buFontTx/>
              <a:buNone/>
              <a:tabLst/>
              <a:defRPr/>
            </a:pPr>
            <a:r>
              <a:rPr lang="fr-FR"/>
              <a:t>CLICK TO INSERT TITLE</a:t>
            </a:r>
            <a:endParaRPr lang="en-US"/>
          </a:p>
        </p:txBody>
      </p:sp>
      <p:grpSp>
        <p:nvGrpSpPr>
          <p:cNvPr id="3" name="Group 2">
            <a:extLst>
              <a:ext uri="{FF2B5EF4-FFF2-40B4-BE49-F238E27FC236}">
                <a16:creationId xmlns:a16="http://schemas.microsoft.com/office/drawing/2014/main" id="{7D254FA0-1CD0-4186-9223-F354145FAE6C}"/>
              </a:ext>
            </a:extLst>
          </p:cNvPr>
          <p:cNvGrpSpPr/>
          <p:nvPr userDrawn="1"/>
        </p:nvGrpSpPr>
        <p:grpSpPr>
          <a:xfrm>
            <a:off x="12295891" y="1659"/>
            <a:ext cx="360000" cy="2069166"/>
            <a:chOff x="12498114" y="115959"/>
            <a:chExt cx="360000" cy="2069166"/>
          </a:xfrm>
        </p:grpSpPr>
        <p:sp>
          <p:nvSpPr>
            <p:cNvPr id="11" name="Rectangle 10">
              <a:extLst>
                <a:ext uri="{FF2B5EF4-FFF2-40B4-BE49-F238E27FC236}">
                  <a16:creationId xmlns:a16="http://schemas.microsoft.com/office/drawing/2014/main" id="{EF1244FD-1856-4971-9A73-AD6DF3F42A90}"/>
                </a:ext>
              </a:extLst>
            </p:cNvPr>
            <p:cNvSpPr/>
            <p:nvPr/>
          </p:nvSpPr>
          <p:spPr>
            <a:xfrm>
              <a:off x="12498114" y="115959"/>
              <a:ext cx="360000" cy="406800"/>
            </a:xfrm>
            <a:prstGeom prst="rect">
              <a:avLst/>
            </a:prstGeom>
            <a:solidFill>
              <a:srgbClr val="0070AD"/>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lstStyle/>
            <a:p>
              <a:pPr algn="ctr">
                <a:lnSpc>
                  <a:spcPct val="90000"/>
                </a:lnSpc>
                <a:spcAft>
                  <a:spcPts val="0"/>
                </a:spcAft>
              </a:pPr>
              <a:r>
                <a:rPr lang="en-GB" sz="700">
                  <a:latin typeface="Ubuntu" panose="020B0504030602030204" pitchFamily="34" charset="0"/>
                </a:rPr>
                <a:t>1</a:t>
              </a:r>
            </a:p>
            <a:p>
              <a:pPr algn="ctr">
                <a:lnSpc>
                  <a:spcPct val="90000"/>
                </a:lnSpc>
                <a:spcAft>
                  <a:spcPts val="0"/>
                </a:spcAft>
              </a:pPr>
              <a:r>
                <a:rPr lang="en-GB" sz="700">
                  <a:latin typeface="Ubuntu" panose="020B0504030602030204" pitchFamily="34" charset="0"/>
                </a:rPr>
                <a:t>112</a:t>
              </a:r>
            </a:p>
            <a:p>
              <a:pPr algn="ctr">
                <a:lnSpc>
                  <a:spcPct val="90000"/>
                </a:lnSpc>
                <a:spcAft>
                  <a:spcPts val="0"/>
                </a:spcAft>
              </a:pPr>
              <a:r>
                <a:rPr lang="en-GB" sz="700">
                  <a:latin typeface="Ubuntu" panose="020B0504030602030204" pitchFamily="34" charset="0"/>
                </a:rPr>
                <a:t>173</a:t>
              </a:r>
            </a:p>
          </p:txBody>
        </p:sp>
        <p:sp>
          <p:nvSpPr>
            <p:cNvPr id="12" name="Rectangle 11">
              <a:extLst>
                <a:ext uri="{FF2B5EF4-FFF2-40B4-BE49-F238E27FC236}">
                  <a16:creationId xmlns:a16="http://schemas.microsoft.com/office/drawing/2014/main" id="{22B40C78-6F20-4C95-AB26-B29FEC0FF747}"/>
                </a:ext>
              </a:extLst>
            </p:cNvPr>
            <p:cNvSpPr/>
            <p:nvPr/>
          </p:nvSpPr>
          <p:spPr>
            <a:xfrm>
              <a:off x="12498114" y="533371"/>
              <a:ext cx="360000" cy="4068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lstStyle/>
            <a:p>
              <a:pPr algn="ctr">
                <a:lnSpc>
                  <a:spcPct val="90000"/>
                </a:lnSpc>
                <a:spcAft>
                  <a:spcPts val="0"/>
                </a:spcAft>
              </a:pPr>
              <a:r>
                <a:rPr lang="en-GB" sz="700">
                  <a:solidFill>
                    <a:schemeClr val="tx1"/>
                  </a:solidFill>
                  <a:latin typeface="Ubuntu" panose="020B0504030602030204" pitchFamily="34" charset="0"/>
                </a:rPr>
                <a:t>18</a:t>
              </a:r>
            </a:p>
            <a:p>
              <a:pPr algn="ctr">
                <a:lnSpc>
                  <a:spcPct val="90000"/>
                </a:lnSpc>
                <a:spcAft>
                  <a:spcPts val="0"/>
                </a:spcAft>
              </a:pPr>
              <a:r>
                <a:rPr lang="en-GB" sz="700">
                  <a:solidFill>
                    <a:schemeClr val="tx1"/>
                  </a:solidFill>
                  <a:latin typeface="Ubuntu" panose="020B0504030602030204" pitchFamily="34" charset="0"/>
                </a:rPr>
                <a:t>171</a:t>
              </a:r>
            </a:p>
            <a:p>
              <a:pPr algn="ctr">
                <a:lnSpc>
                  <a:spcPct val="90000"/>
                </a:lnSpc>
                <a:spcAft>
                  <a:spcPts val="0"/>
                </a:spcAft>
              </a:pPr>
              <a:r>
                <a:rPr lang="en-GB" sz="700">
                  <a:solidFill>
                    <a:schemeClr val="tx1"/>
                  </a:solidFill>
                  <a:latin typeface="Ubuntu" panose="020B0504030602030204" pitchFamily="34" charset="0"/>
                </a:rPr>
                <a:t>219</a:t>
              </a:r>
            </a:p>
          </p:txBody>
        </p:sp>
        <p:sp>
          <p:nvSpPr>
            <p:cNvPr id="13" name="Rectangle 12">
              <a:extLst>
                <a:ext uri="{FF2B5EF4-FFF2-40B4-BE49-F238E27FC236}">
                  <a16:creationId xmlns:a16="http://schemas.microsoft.com/office/drawing/2014/main" id="{1AED4E7D-39CE-49AE-9D4C-16EA940CBE5F}"/>
                </a:ext>
              </a:extLst>
            </p:cNvPr>
            <p:cNvSpPr/>
            <p:nvPr/>
          </p:nvSpPr>
          <p:spPr>
            <a:xfrm>
              <a:off x="12498114" y="950783"/>
              <a:ext cx="360000" cy="406800"/>
            </a:xfrm>
            <a:prstGeom prst="rect">
              <a:avLst/>
            </a:prstGeom>
            <a:solidFill>
              <a:srgbClr val="2B0A3D"/>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lstStyle/>
            <a:p>
              <a:pPr algn="ctr">
                <a:lnSpc>
                  <a:spcPct val="90000"/>
                </a:lnSpc>
                <a:spcAft>
                  <a:spcPts val="0"/>
                </a:spcAft>
              </a:pPr>
              <a:r>
                <a:rPr lang="en-GB" sz="700">
                  <a:latin typeface="Ubuntu" panose="020B0504030602030204" pitchFamily="34" charset="0"/>
                </a:rPr>
                <a:t>43</a:t>
              </a:r>
            </a:p>
            <a:p>
              <a:pPr algn="ctr">
                <a:lnSpc>
                  <a:spcPct val="90000"/>
                </a:lnSpc>
                <a:spcAft>
                  <a:spcPts val="0"/>
                </a:spcAft>
              </a:pPr>
              <a:r>
                <a:rPr lang="en-GB" sz="700">
                  <a:latin typeface="Ubuntu" panose="020B0504030602030204" pitchFamily="34" charset="0"/>
                </a:rPr>
                <a:t>10</a:t>
              </a:r>
            </a:p>
            <a:p>
              <a:pPr algn="ctr">
                <a:lnSpc>
                  <a:spcPct val="90000"/>
                </a:lnSpc>
                <a:spcAft>
                  <a:spcPts val="0"/>
                </a:spcAft>
              </a:pPr>
              <a:r>
                <a:rPr lang="en-GB" sz="700">
                  <a:latin typeface="Ubuntu" panose="020B0504030602030204" pitchFamily="34" charset="0"/>
                </a:rPr>
                <a:t>61</a:t>
              </a:r>
            </a:p>
          </p:txBody>
        </p:sp>
        <p:sp>
          <p:nvSpPr>
            <p:cNvPr id="14" name="Rectangle 13">
              <a:extLst>
                <a:ext uri="{FF2B5EF4-FFF2-40B4-BE49-F238E27FC236}">
                  <a16:creationId xmlns:a16="http://schemas.microsoft.com/office/drawing/2014/main" id="{392DC803-B0F7-4D0E-81CA-9DDCB14FA42C}"/>
                </a:ext>
              </a:extLst>
            </p:cNvPr>
            <p:cNvSpPr/>
            <p:nvPr/>
          </p:nvSpPr>
          <p:spPr>
            <a:xfrm>
              <a:off x="12498114" y="1364202"/>
              <a:ext cx="360000" cy="40680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lstStyle/>
            <a:p>
              <a:pPr algn="ctr">
                <a:lnSpc>
                  <a:spcPct val="90000"/>
                </a:lnSpc>
                <a:spcAft>
                  <a:spcPts val="0"/>
                </a:spcAft>
              </a:pPr>
              <a:r>
                <a:rPr lang="en-GB" sz="700">
                  <a:latin typeface="Ubuntu" panose="020B0504030602030204" pitchFamily="34" charset="0"/>
                </a:rPr>
                <a:t>39</a:t>
              </a:r>
            </a:p>
            <a:p>
              <a:pPr algn="ctr">
                <a:lnSpc>
                  <a:spcPct val="90000"/>
                </a:lnSpc>
                <a:spcAft>
                  <a:spcPts val="0"/>
                </a:spcAft>
              </a:pPr>
              <a:r>
                <a:rPr lang="en-GB" sz="700">
                  <a:latin typeface="Ubuntu" panose="020B0504030602030204" pitchFamily="34" charset="0"/>
                </a:rPr>
                <a:t>41</a:t>
              </a:r>
            </a:p>
            <a:p>
              <a:pPr algn="ctr">
                <a:lnSpc>
                  <a:spcPct val="90000"/>
                </a:lnSpc>
                <a:spcAft>
                  <a:spcPts val="0"/>
                </a:spcAft>
              </a:pPr>
              <a:r>
                <a:rPr lang="en-GB" sz="700">
                  <a:latin typeface="Ubuntu" panose="020B0504030602030204" pitchFamily="34" charset="0"/>
                </a:rPr>
                <a:t>54</a:t>
              </a:r>
            </a:p>
          </p:txBody>
        </p:sp>
        <p:sp>
          <p:nvSpPr>
            <p:cNvPr id="63" name="Rectangle 62">
              <a:extLst>
                <a:ext uri="{FF2B5EF4-FFF2-40B4-BE49-F238E27FC236}">
                  <a16:creationId xmlns:a16="http://schemas.microsoft.com/office/drawing/2014/main" id="{B60470E2-9B98-4C49-AC1B-A56CD2EB54B9}"/>
                </a:ext>
              </a:extLst>
            </p:cNvPr>
            <p:cNvSpPr/>
            <p:nvPr/>
          </p:nvSpPr>
          <p:spPr>
            <a:xfrm>
              <a:off x="12498114" y="1778325"/>
              <a:ext cx="360000" cy="406800"/>
            </a:xfrm>
            <a:prstGeom prst="rect">
              <a:avLst/>
            </a:prstGeom>
            <a:solidFill>
              <a:schemeClr val="bg2"/>
            </a:solidFill>
            <a:ln w="31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lstStyle/>
            <a:p>
              <a:pPr algn="ctr">
                <a:lnSpc>
                  <a:spcPct val="90000"/>
                </a:lnSpc>
                <a:spcAft>
                  <a:spcPts val="0"/>
                </a:spcAft>
              </a:pPr>
              <a:r>
                <a:rPr lang="en-GB" sz="700">
                  <a:solidFill>
                    <a:schemeClr val="tx1"/>
                  </a:solidFill>
                  <a:latin typeface="Ubuntu" panose="020B0504030602030204" pitchFamily="34" charset="0"/>
                </a:rPr>
                <a:t>236</a:t>
              </a:r>
            </a:p>
            <a:p>
              <a:pPr algn="ctr">
                <a:lnSpc>
                  <a:spcPct val="90000"/>
                </a:lnSpc>
                <a:spcAft>
                  <a:spcPts val="0"/>
                </a:spcAft>
              </a:pPr>
              <a:r>
                <a:rPr lang="en-GB" sz="700">
                  <a:solidFill>
                    <a:schemeClr val="tx1"/>
                  </a:solidFill>
                  <a:latin typeface="Ubuntu" panose="020B0504030602030204" pitchFamily="34" charset="0"/>
                </a:rPr>
                <a:t>236</a:t>
              </a:r>
            </a:p>
            <a:p>
              <a:pPr algn="ctr">
                <a:lnSpc>
                  <a:spcPct val="90000"/>
                </a:lnSpc>
                <a:spcAft>
                  <a:spcPts val="0"/>
                </a:spcAft>
              </a:pPr>
              <a:r>
                <a:rPr lang="en-GB" sz="700">
                  <a:solidFill>
                    <a:schemeClr val="tx1"/>
                  </a:solidFill>
                  <a:latin typeface="Ubuntu" panose="020B0504030602030204" pitchFamily="34" charset="0"/>
                </a:rPr>
                <a:t>236</a:t>
              </a:r>
            </a:p>
          </p:txBody>
        </p:sp>
      </p:grpSp>
      <p:grpSp>
        <p:nvGrpSpPr>
          <p:cNvPr id="4096" name="Groupe 4095">
            <a:extLst>
              <a:ext uri="{FF2B5EF4-FFF2-40B4-BE49-F238E27FC236}">
                <a16:creationId xmlns:a16="http://schemas.microsoft.com/office/drawing/2014/main" id="{4ADC82C4-641D-4930-B946-DC8978F5F98C}"/>
              </a:ext>
            </a:extLst>
          </p:cNvPr>
          <p:cNvGrpSpPr/>
          <p:nvPr/>
        </p:nvGrpSpPr>
        <p:grpSpPr>
          <a:xfrm>
            <a:off x="12295891" y="4289244"/>
            <a:ext cx="1462993" cy="2058800"/>
            <a:chOff x="12432704" y="1992581"/>
            <a:chExt cx="1462993" cy="2058800"/>
          </a:xfrm>
        </p:grpSpPr>
        <p:sp>
          <p:nvSpPr>
            <p:cNvPr id="41" name="Forme libre : forme 40">
              <a:extLst>
                <a:ext uri="{FF2B5EF4-FFF2-40B4-BE49-F238E27FC236}">
                  <a16:creationId xmlns:a16="http://schemas.microsoft.com/office/drawing/2014/main" id="{EC826880-5A3C-4E1C-81B2-A1CB9E331DC3}"/>
                </a:ext>
              </a:extLst>
            </p:cNvPr>
            <p:cNvSpPr/>
            <p:nvPr/>
          </p:nvSpPr>
          <p:spPr>
            <a:xfrm>
              <a:off x="12800391" y="3644581"/>
              <a:ext cx="360000"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FF8E12"/>
            </a:solidFill>
            <a:ln w="6695" cap="flat">
              <a:noFill/>
              <a:prstDash val="solid"/>
              <a:miter/>
            </a:ln>
          </p:spPr>
          <p:txBody>
            <a:bodyPr rtlCol="0" anchor="ctr"/>
            <a:lstStyle/>
            <a:p>
              <a:pPr algn="ctr">
                <a:lnSpc>
                  <a:spcPct val="90000"/>
                </a:lnSpc>
                <a:spcAft>
                  <a:spcPts val="0"/>
                </a:spcAft>
              </a:pPr>
              <a:r>
                <a:rPr lang="en-US" sz="700">
                  <a:latin typeface="Ubuntu" panose="020B0504030602030204" pitchFamily="34" charset="0"/>
                </a:rPr>
                <a:t>255</a:t>
              </a:r>
            </a:p>
            <a:p>
              <a:pPr algn="ctr">
                <a:lnSpc>
                  <a:spcPct val="90000"/>
                </a:lnSpc>
                <a:spcAft>
                  <a:spcPts val="0"/>
                </a:spcAft>
              </a:pPr>
              <a:r>
                <a:rPr lang="en-US" sz="700">
                  <a:latin typeface="Ubuntu" panose="020B0504030602030204" pitchFamily="34" charset="0"/>
                </a:rPr>
                <a:t>142</a:t>
              </a:r>
            </a:p>
            <a:p>
              <a:pPr algn="ctr">
                <a:lnSpc>
                  <a:spcPct val="90000"/>
                </a:lnSpc>
                <a:spcAft>
                  <a:spcPts val="0"/>
                </a:spcAft>
              </a:pPr>
              <a:r>
                <a:rPr lang="en-US" sz="700">
                  <a:latin typeface="Ubuntu" panose="020B0504030602030204" pitchFamily="34" charset="0"/>
                </a:rPr>
                <a:t>18</a:t>
              </a:r>
            </a:p>
          </p:txBody>
        </p:sp>
        <p:sp>
          <p:nvSpPr>
            <p:cNvPr id="42" name="Forme libre : forme 41">
              <a:extLst>
                <a:ext uri="{FF2B5EF4-FFF2-40B4-BE49-F238E27FC236}">
                  <a16:creationId xmlns:a16="http://schemas.microsoft.com/office/drawing/2014/main" id="{44796AC3-FBF9-498C-9326-20ACFCF63EE6}"/>
                </a:ext>
              </a:extLst>
            </p:cNvPr>
            <p:cNvSpPr/>
            <p:nvPr/>
          </p:nvSpPr>
          <p:spPr>
            <a:xfrm>
              <a:off x="12800391" y="3231581"/>
              <a:ext cx="360000"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FF9C29"/>
            </a:solidFill>
            <a:ln w="6695" cap="flat">
              <a:noFill/>
              <a:prstDash val="solid"/>
              <a:miter/>
            </a:ln>
          </p:spPr>
          <p:txBody>
            <a:bodyPr rtlCol="0" anchor="ctr"/>
            <a:lstStyle/>
            <a:p>
              <a:pPr algn="ctr">
                <a:lnSpc>
                  <a:spcPct val="90000"/>
                </a:lnSpc>
                <a:spcAft>
                  <a:spcPts val="0"/>
                </a:spcAft>
              </a:pPr>
              <a:r>
                <a:rPr lang="en-US" sz="700">
                  <a:latin typeface="Ubuntu" panose="020B0504030602030204" pitchFamily="34" charset="0"/>
                </a:rPr>
                <a:t>255</a:t>
              </a:r>
            </a:p>
            <a:p>
              <a:pPr algn="ctr">
                <a:lnSpc>
                  <a:spcPct val="90000"/>
                </a:lnSpc>
                <a:spcAft>
                  <a:spcPts val="0"/>
                </a:spcAft>
              </a:pPr>
              <a:r>
                <a:rPr lang="en-US" sz="700">
                  <a:latin typeface="Ubuntu" panose="020B0504030602030204" pitchFamily="34" charset="0"/>
                </a:rPr>
                <a:t>156</a:t>
              </a:r>
            </a:p>
            <a:p>
              <a:pPr algn="ctr">
                <a:lnSpc>
                  <a:spcPct val="90000"/>
                </a:lnSpc>
                <a:spcAft>
                  <a:spcPts val="0"/>
                </a:spcAft>
              </a:pPr>
              <a:r>
                <a:rPr lang="en-US" sz="700">
                  <a:latin typeface="Ubuntu" panose="020B0504030602030204" pitchFamily="34" charset="0"/>
                </a:rPr>
                <a:t>41</a:t>
              </a:r>
            </a:p>
          </p:txBody>
        </p:sp>
        <p:sp>
          <p:nvSpPr>
            <p:cNvPr id="43" name="Forme libre : forme 42">
              <a:extLst>
                <a:ext uri="{FF2B5EF4-FFF2-40B4-BE49-F238E27FC236}">
                  <a16:creationId xmlns:a16="http://schemas.microsoft.com/office/drawing/2014/main" id="{2D1DB5D7-2017-4A8F-80D6-C8641C9CE84C}"/>
                </a:ext>
              </a:extLst>
            </p:cNvPr>
            <p:cNvSpPr/>
            <p:nvPr/>
          </p:nvSpPr>
          <p:spPr>
            <a:xfrm>
              <a:off x="12800391" y="2818581"/>
              <a:ext cx="360000" cy="406800"/>
            </a:xfrm>
            <a:custGeom>
              <a:avLst/>
              <a:gdLst>
                <a:gd name="connsiteX0" fmla="*/ 0 w 1111406"/>
                <a:gd name="connsiteY0" fmla="*/ 0 h 1111407"/>
                <a:gd name="connsiteX1" fmla="*/ 1111407 w 1111406"/>
                <a:gd name="connsiteY1" fmla="*/ 0 h 1111407"/>
                <a:gd name="connsiteX2" fmla="*/ 1111407 w 1111406"/>
                <a:gd name="connsiteY2" fmla="*/ 1111407 h 1111407"/>
                <a:gd name="connsiteX3" fmla="*/ 0 w 1111406"/>
                <a:gd name="connsiteY3" fmla="*/ 1111407 h 1111407"/>
              </a:gdLst>
              <a:ahLst/>
              <a:cxnLst>
                <a:cxn ang="0">
                  <a:pos x="connsiteX0" y="connsiteY0"/>
                </a:cxn>
                <a:cxn ang="0">
                  <a:pos x="connsiteX1" y="connsiteY1"/>
                </a:cxn>
                <a:cxn ang="0">
                  <a:pos x="connsiteX2" y="connsiteY2"/>
                </a:cxn>
                <a:cxn ang="0">
                  <a:pos x="connsiteX3" y="connsiteY3"/>
                </a:cxn>
              </a:cxnLst>
              <a:rect l="l" t="t" r="r" b="b"/>
              <a:pathLst>
                <a:path w="1111406" h="1111407">
                  <a:moveTo>
                    <a:pt x="0" y="0"/>
                  </a:moveTo>
                  <a:lnTo>
                    <a:pt x="1111407" y="0"/>
                  </a:lnTo>
                  <a:lnTo>
                    <a:pt x="1111407" y="1111407"/>
                  </a:lnTo>
                  <a:lnTo>
                    <a:pt x="0" y="1111407"/>
                  </a:lnTo>
                  <a:close/>
                </a:path>
              </a:pathLst>
            </a:custGeom>
            <a:solidFill>
              <a:srgbClr val="FFB24A"/>
            </a:solidFill>
            <a:ln w="6695" cap="flat">
              <a:noFill/>
              <a:prstDash val="solid"/>
              <a:miter/>
            </a:ln>
          </p:spPr>
          <p:txBody>
            <a:bodyPr rtlCol="0" anchor="ctr"/>
            <a:lstStyle/>
            <a:p>
              <a:pPr algn="ctr">
                <a:lnSpc>
                  <a:spcPct val="90000"/>
                </a:lnSpc>
                <a:spcAft>
                  <a:spcPts val="0"/>
                </a:spcAft>
              </a:pPr>
              <a:r>
                <a:rPr lang="en-US" sz="700">
                  <a:latin typeface="Ubuntu" panose="020B0504030602030204" pitchFamily="34" charset="0"/>
                </a:rPr>
                <a:t>255</a:t>
              </a:r>
            </a:p>
            <a:p>
              <a:pPr algn="ctr">
                <a:lnSpc>
                  <a:spcPct val="90000"/>
                </a:lnSpc>
                <a:spcAft>
                  <a:spcPts val="0"/>
                </a:spcAft>
              </a:pPr>
              <a:r>
                <a:rPr lang="en-US" sz="700">
                  <a:latin typeface="Ubuntu" panose="020B0504030602030204" pitchFamily="34" charset="0"/>
                </a:rPr>
                <a:t>178</a:t>
              </a:r>
            </a:p>
            <a:p>
              <a:pPr algn="ctr">
                <a:lnSpc>
                  <a:spcPct val="90000"/>
                </a:lnSpc>
                <a:spcAft>
                  <a:spcPts val="0"/>
                </a:spcAft>
              </a:pPr>
              <a:r>
                <a:rPr lang="en-US" sz="700">
                  <a:latin typeface="Ubuntu" panose="020B0504030602030204" pitchFamily="34" charset="0"/>
                </a:rPr>
                <a:t>74</a:t>
              </a:r>
            </a:p>
          </p:txBody>
        </p:sp>
        <p:sp>
          <p:nvSpPr>
            <p:cNvPr id="44" name="Forme libre : forme 43">
              <a:extLst>
                <a:ext uri="{FF2B5EF4-FFF2-40B4-BE49-F238E27FC236}">
                  <a16:creationId xmlns:a16="http://schemas.microsoft.com/office/drawing/2014/main" id="{92191BDF-6BAB-45F9-9FA1-89C34179FD61}"/>
                </a:ext>
              </a:extLst>
            </p:cNvPr>
            <p:cNvSpPr/>
            <p:nvPr/>
          </p:nvSpPr>
          <p:spPr>
            <a:xfrm>
              <a:off x="12800391" y="2405581"/>
              <a:ext cx="360000"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FFD068"/>
            </a:solidFill>
            <a:ln w="6695" cap="flat">
              <a:noFill/>
              <a:prstDash val="solid"/>
              <a:miter/>
            </a:ln>
          </p:spPr>
          <p:txBody>
            <a:bodyPr rtlCol="0" anchor="ctr"/>
            <a:lstStyle/>
            <a:p>
              <a:pPr algn="ctr">
                <a:lnSpc>
                  <a:spcPct val="90000"/>
                </a:lnSpc>
                <a:spcAft>
                  <a:spcPts val="0"/>
                </a:spcAft>
              </a:pPr>
              <a:r>
                <a:rPr lang="en-US" sz="700">
                  <a:latin typeface="Ubuntu" panose="020B0504030602030204" pitchFamily="34" charset="0"/>
                </a:rPr>
                <a:t>255</a:t>
              </a:r>
            </a:p>
            <a:p>
              <a:pPr algn="ctr">
                <a:lnSpc>
                  <a:spcPct val="90000"/>
                </a:lnSpc>
                <a:spcAft>
                  <a:spcPts val="0"/>
                </a:spcAft>
              </a:pPr>
              <a:r>
                <a:rPr lang="en-US" sz="700">
                  <a:latin typeface="Ubuntu" panose="020B0504030602030204" pitchFamily="34" charset="0"/>
                </a:rPr>
                <a:t>208</a:t>
              </a:r>
            </a:p>
            <a:p>
              <a:pPr algn="ctr">
                <a:lnSpc>
                  <a:spcPct val="90000"/>
                </a:lnSpc>
                <a:spcAft>
                  <a:spcPts val="0"/>
                </a:spcAft>
              </a:pPr>
              <a:r>
                <a:rPr lang="en-US" sz="700">
                  <a:latin typeface="Ubuntu" panose="020B0504030602030204" pitchFamily="34" charset="0"/>
                </a:rPr>
                <a:t>104</a:t>
              </a:r>
            </a:p>
          </p:txBody>
        </p:sp>
        <p:sp>
          <p:nvSpPr>
            <p:cNvPr id="45" name="Forme libre : forme 44">
              <a:extLst>
                <a:ext uri="{FF2B5EF4-FFF2-40B4-BE49-F238E27FC236}">
                  <a16:creationId xmlns:a16="http://schemas.microsoft.com/office/drawing/2014/main" id="{EF971F25-4035-43BA-BC8C-22E9B837A713}"/>
                </a:ext>
              </a:extLst>
            </p:cNvPr>
            <p:cNvSpPr/>
            <p:nvPr/>
          </p:nvSpPr>
          <p:spPr>
            <a:xfrm>
              <a:off x="12800391" y="1992581"/>
              <a:ext cx="360000"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FFDA80"/>
            </a:solidFill>
            <a:ln w="6695" cap="flat">
              <a:noFill/>
              <a:prstDash val="solid"/>
              <a:miter/>
            </a:ln>
          </p:spPr>
          <p:txBody>
            <a:bodyPr rtlCol="0" anchor="ctr"/>
            <a:lstStyle/>
            <a:p>
              <a:pPr algn="ctr">
                <a:lnSpc>
                  <a:spcPct val="90000"/>
                </a:lnSpc>
                <a:spcAft>
                  <a:spcPts val="0"/>
                </a:spcAft>
              </a:pPr>
              <a:r>
                <a:rPr lang="en-US" sz="700">
                  <a:latin typeface="Ubuntu" panose="020B0504030602030204" pitchFamily="34" charset="0"/>
                </a:rPr>
                <a:t>255</a:t>
              </a:r>
            </a:p>
            <a:p>
              <a:pPr algn="ctr">
                <a:lnSpc>
                  <a:spcPct val="90000"/>
                </a:lnSpc>
                <a:spcAft>
                  <a:spcPts val="0"/>
                </a:spcAft>
              </a:pPr>
              <a:r>
                <a:rPr lang="en-US" sz="700">
                  <a:latin typeface="Ubuntu" panose="020B0504030602030204" pitchFamily="34" charset="0"/>
                </a:rPr>
                <a:t>218</a:t>
              </a:r>
            </a:p>
            <a:p>
              <a:pPr algn="ctr">
                <a:lnSpc>
                  <a:spcPct val="90000"/>
                </a:lnSpc>
                <a:spcAft>
                  <a:spcPts val="0"/>
                </a:spcAft>
              </a:pPr>
              <a:r>
                <a:rPr lang="en-US" sz="700">
                  <a:latin typeface="Ubuntu" panose="020B0504030602030204" pitchFamily="34" charset="0"/>
                </a:rPr>
                <a:t>128</a:t>
              </a:r>
            </a:p>
          </p:txBody>
        </p:sp>
        <p:sp>
          <p:nvSpPr>
            <p:cNvPr id="46" name="Forme libre : forme 45">
              <a:extLst>
                <a:ext uri="{FF2B5EF4-FFF2-40B4-BE49-F238E27FC236}">
                  <a16:creationId xmlns:a16="http://schemas.microsoft.com/office/drawing/2014/main" id="{F5691FCB-A410-4C6B-963D-15CCFA8EB678}"/>
                </a:ext>
              </a:extLst>
            </p:cNvPr>
            <p:cNvSpPr/>
            <p:nvPr/>
          </p:nvSpPr>
          <p:spPr>
            <a:xfrm>
              <a:off x="13168875" y="3644581"/>
              <a:ext cx="360000"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42142E"/>
            </a:solidFill>
            <a:ln w="6695" cap="flat">
              <a:noFill/>
              <a:prstDash val="solid"/>
              <a:miter/>
            </a:ln>
          </p:spPr>
          <p:txBody>
            <a:bodyPr rtlCol="0" anchor="ctr"/>
            <a:lstStyle/>
            <a:p>
              <a:pPr algn="ctr">
                <a:lnSpc>
                  <a:spcPct val="90000"/>
                </a:lnSpc>
                <a:spcAft>
                  <a:spcPts val="0"/>
                </a:spcAft>
              </a:pPr>
              <a:r>
                <a:rPr lang="en-US" sz="700">
                  <a:solidFill>
                    <a:schemeClr val="bg1"/>
                  </a:solidFill>
                  <a:latin typeface="Ubuntu" panose="020B0504030602030204" pitchFamily="34" charset="0"/>
                </a:rPr>
                <a:t>66</a:t>
              </a:r>
            </a:p>
            <a:p>
              <a:pPr algn="ctr">
                <a:lnSpc>
                  <a:spcPct val="90000"/>
                </a:lnSpc>
                <a:spcAft>
                  <a:spcPts val="0"/>
                </a:spcAft>
              </a:pPr>
              <a:r>
                <a:rPr lang="en-US" sz="700">
                  <a:solidFill>
                    <a:schemeClr val="bg1"/>
                  </a:solidFill>
                  <a:latin typeface="Ubuntu" panose="020B0504030602030204" pitchFamily="34" charset="0"/>
                </a:rPr>
                <a:t>20</a:t>
              </a:r>
            </a:p>
            <a:p>
              <a:pPr algn="ctr">
                <a:lnSpc>
                  <a:spcPct val="90000"/>
                </a:lnSpc>
                <a:spcAft>
                  <a:spcPts val="0"/>
                </a:spcAft>
              </a:pPr>
              <a:r>
                <a:rPr lang="en-US" sz="700">
                  <a:solidFill>
                    <a:schemeClr val="bg1"/>
                  </a:solidFill>
                  <a:latin typeface="Ubuntu" panose="020B0504030602030204" pitchFamily="34" charset="0"/>
                </a:rPr>
                <a:t>46</a:t>
              </a:r>
            </a:p>
          </p:txBody>
        </p:sp>
        <p:sp>
          <p:nvSpPr>
            <p:cNvPr id="47" name="Forme libre : forme 46">
              <a:extLst>
                <a:ext uri="{FF2B5EF4-FFF2-40B4-BE49-F238E27FC236}">
                  <a16:creationId xmlns:a16="http://schemas.microsoft.com/office/drawing/2014/main" id="{D0F79893-1FFE-4F7F-B020-867CE988C67E}"/>
                </a:ext>
              </a:extLst>
            </p:cNvPr>
            <p:cNvSpPr/>
            <p:nvPr/>
          </p:nvSpPr>
          <p:spPr>
            <a:xfrm>
              <a:off x="13168875" y="3231581"/>
              <a:ext cx="360000"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590A42"/>
            </a:solidFill>
            <a:ln w="6695" cap="flat">
              <a:noFill/>
              <a:prstDash val="solid"/>
              <a:miter/>
            </a:ln>
          </p:spPr>
          <p:txBody>
            <a:bodyPr rtlCol="0" anchor="ctr"/>
            <a:lstStyle/>
            <a:p>
              <a:pPr algn="ctr">
                <a:lnSpc>
                  <a:spcPct val="90000"/>
                </a:lnSpc>
                <a:spcAft>
                  <a:spcPts val="0"/>
                </a:spcAft>
              </a:pPr>
              <a:r>
                <a:rPr lang="en-US" sz="700">
                  <a:solidFill>
                    <a:schemeClr val="bg1"/>
                  </a:solidFill>
                  <a:latin typeface="Ubuntu" panose="020B0504030602030204" pitchFamily="34" charset="0"/>
                </a:rPr>
                <a:t>89</a:t>
              </a:r>
            </a:p>
            <a:p>
              <a:pPr algn="ctr">
                <a:lnSpc>
                  <a:spcPct val="90000"/>
                </a:lnSpc>
                <a:spcAft>
                  <a:spcPts val="0"/>
                </a:spcAft>
              </a:pPr>
              <a:r>
                <a:rPr lang="en-US" sz="700">
                  <a:solidFill>
                    <a:schemeClr val="bg1"/>
                  </a:solidFill>
                  <a:latin typeface="Ubuntu" panose="020B0504030602030204" pitchFamily="34" charset="0"/>
                </a:rPr>
                <a:t>10</a:t>
              </a:r>
            </a:p>
            <a:p>
              <a:pPr algn="ctr">
                <a:lnSpc>
                  <a:spcPct val="90000"/>
                </a:lnSpc>
                <a:spcAft>
                  <a:spcPts val="0"/>
                </a:spcAft>
              </a:pPr>
              <a:r>
                <a:rPr lang="en-US" sz="700">
                  <a:solidFill>
                    <a:schemeClr val="bg1"/>
                  </a:solidFill>
                  <a:latin typeface="Ubuntu" panose="020B0504030602030204" pitchFamily="34" charset="0"/>
                </a:rPr>
                <a:t>66</a:t>
              </a:r>
            </a:p>
          </p:txBody>
        </p:sp>
        <p:sp>
          <p:nvSpPr>
            <p:cNvPr id="48" name="Forme libre : forme 47">
              <a:extLst>
                <a:ext uri="{FF2B5EF4-FFF2-40B4-BE49-F238E27FC236}">
                  <a16:creationId xmlns:a16="http://schemas.microsoft.com/office/drawing/2014/main" id="{4BC28B06-4332-436B-9E8F-27299D73CB0F}"/>
                </a:ext>
              </a:extLst>
            </p:cNvPr>
            <p:cNvSpPr/>
            <p:nvPr/>
          </p:nvSpPr>
          <p:spPr>
            <a:xfrm>
              <a:off x="13168875" y="2818581"/>
              <a:ext cx="360000" cy="406800"/>
            </a:xfrm>
            <a:custGeom>
              <a:avLst/>
              <a:gdLst>
                <a:gd name="connsiteX0" fmla="*/ 0 w 1111406"/>
                <a:gd name="connsiteY0" fmla="*/ 0 h 1111407"/>
                <a:gd name="connsiteX1" fmla="*/ 1111407 w 1111406"/>
                <a:gd name="connsiteY1" fmla="*/ 0 h 1111407"/>
                <a:gd name="connsiteX2" fmla="*/ 1111407 w 1111406"/>
                <a:gd name="connsiteY2" fmla="*/ 1111407 h 1111407"/>
                <a:gd name="connsiteX3" fmla="*/ 0 w 1111406"/>
                <a:gd name="connsiteY3" fmla="*/ 1111407 h 1111407"/>
              </a:gdLst>
              <a:ahLst/>
              <a:cxnLst>
                <a:cxn ang="0">
                  <a:pos x="connsiteX0" y="connsiteY0"/>
                </a:cxn>
                <a:cxn ang="0">
                  <a:pos x="connsiteX1" y="connsiteY1"/>
                </a:cxn>
                <a:cxn ang="0">
                  <a:pos x="connsiteX2" y="connsiteY2"/>
                </a:cxn>
                <a:cxn ang="0">
                  <a:pos x="connsiteX3" y="connsiteY3"/>
                </a:cxn>
              </a:cxnLst>
              <a:rect l="l" t="t" r="r" b="b"/>
              <a:pathLst>
                <a:path w="1111406" h="1111407">
                  <a:moveTo>
                    <a:pt x="0" y="0"/>
                  </a:moveTo>
                  <a:lnTo>
                    <a:pt x="1111407" y="0"/>
                  </a:lnTo>
                  <a:lnTo>
                    <a:pt x="1111407" y="1111407"/>
                  </a:lnTo>
                  <a:lnTo>
                    <a:pt x="0" y="1111407"/>
                  </a:lnTo>
                  <a:close/>
                </a:path>
              </a:pathLst>
            </a:custGeom>
            <a:solidFill>
              <a:srgbClr val="750D5C"/>
            </a:solidFill>
            <a:ln w="6695" cap="flat">
              <a:noFill/>
              <a:prstDash val="solid"/>
              <a:miter/>
            </a:ln>
          </p:spPr>
          <p:txBody>
            <a:bodyPr rtlCol="0" anchor="ctr"/>
            <a:lstStyle/>
            <a:p>
              <a:pPr algn="ctr">
                <a:lnSpc>
                  <a:spcPct val="90000"/>
                </a:lnSpc>
                <a:spcAft>
                  <a:spcPts val="0"/>
                </a:spcAft>
              </a:pPr>
              <a:r>
                <a:rPr lang="en-US" sz="700">
                  <a:solidFill>
                    <a:schemeClr val="bg1"/>
                  </a:solidFill>
                  <a:latin typeface="Ubuntu" panose="020B0504030602030204" pitchFamily="34" charset="0"/>
                </a:rPr>
                <a:t>117</a:t>
              </a:r>
            </a:p>
            <a:p>
              <a:pPr algn="ctr">
                <a:lnSpc>
                  <a:spcPct val="90000"/>
                </a:lnSpc>
                <a:spcAft>
                  <a:spcPts val="0"/>
                </a:spcAft>
              </a:pPr>
              <a:r>
                <a:rPr lang="en-US" sz="700">
                  <a:solidFill>
                    <a:schemeClr val="bg1"/>
                  </a:solidFill>
                  <a:latin typeface="Ubuntu" panose="020B0504030602030204" pitchFamily="34" charset="0"/>
                </a:rPr>
                <a:t>13</a:t>
              </a:r>
            </a:p>
            <a:p>
              <a:pPr algn="ctr">
                <a:lnSpc>
                  <a:spcPct val="90000"/>
                </a:lnSpc>
                <a:spcAft>
                  <a:spcPts val="0"/>
                </a:spcAft>
              </a:pPr>
              <a:r>
                <a:rPr lang="en-US" sz="700">
                  <a:solidFill>
                    <a:schemeClr val="bg1"/>
                  </a:solidFill>
                  <a:latin typeface="Ubuntu" panose="020B0504030602030204" pitchFamily="34" charset="0"/>
                </a:rPr>
                <a:t>92</a:t>
              </a:r>
            </a:p>
          </p:txBody>
        </p:sp>
        <p:sp>
          <p:nvSpPr>
            <p:cNvPr id="49" name="Forme libre : forme 48">
              <a:extLst>
                <a:ext uri="{FF2B5EF4-FFF2-40B4-BE49-F238E27FC236}">
                  <a16:creationId xmlns:a16="http://schemas.microsoft.com/office/drawing/2014/main" id="{90419B70-8C46-4DE8-9DD4-F2A6106ED6F5}"/>
                </a:ext>
              </a:extLst>
            </p:cNvPr>
            <p:cNvSpPr/>
            <p:nvPr/>
          </p:nvSpPr>
          <p:spPr>
            <a:xfrm>
              <a:off x="13168875" y="2405581"/>
              <a:ext cx="360000"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802B73"/>
            </a:solidFill>
            <a:ln w="6695" cap="flat">
              <a:noFill/>
              <a:prstDash val="solid"/>
              <a:miter/>
            </a:ln>
          </p:spPr>
          <p:txBody>
            <a:bodyPr rtlCol="0" anchor="ctr"/>
            <a:lstStyle/>
            <a:p>
              <a:pPr algn="ctr">
                <a:lnSpc>
                  <a:spcPct val="90000"/>
                </a:lnSpc>
                <a:spcAft>
                  <a:spcPts val="0"/>
                </a:spcAft>
              </a:pPr>
              <a:r>
                <a:rPr lang="en-US" sz="700">
                  <a:solidFill>
                    <a:schemeClr val="bg1"/>
                  </a:solidFill>
                  <a:latin typeface="Ubuntu" panose="020B0504030602030204" pitchFamily="34" charset="0"/>
                </a:rPr>
                <a:t>128</a:t>
              </a:r>
            </a:p>
            <a:p>
              <a:pPr algn="ctr">
                <a:lnSpc>
                  <a:spcPct val="90000"/>
                </a:lnSpc>
                <a:spcAft>
                  <a:spcPts val="0"/>
                </a:spcAft>
              </a:pPr>
              <a:r>
                <a:rPr lang="en-US" sz="700">
                  <a:solidFill>
                    <a:schemeClr val="bg1"/>
                  </a:solidFill>
                  <a:latin typeface="Ubuntu" panose="020B0504030602030204" pitchFamily="34" charset="0"/>
                </a:rPr>
                <a:t>43</a:t>
              </a:r>
            </a:p>
            <a:p>
              <a:pPr algn="ctr">
                <a:lnSpc>
                  <a:spcPct val="90000"/>
                </a:lnSpc>
                <a:spcAft>
                  <a:spcPts val="0"/>
                </a:spcAft>
              </a:pPr>
              <a:r>
                <a:rPr lang="en-US" sz="700">
                  <a:solidFill>
                    <a:schemeClr val="bg1"/>
                  </a:solidFill>
                  <a:latin typeface="Ubuntu" panose="020B0504030602030204" pitchFamily="34" charset="0"/>
                </a:rPr>
                <a:t>115</a:t>
              </a:r>
            </a:p>
          </p:txBody>
        </p:sp>
        <p:sp>
          <p:nvSpPr>
            <p:cNvPr id="50" name="Forme libre : forme 49">
              <a:extLst>
                <a:ext uri="{FF2B5EF4-FFF2-40B4-BE49-F238E27FC236}">
                  <a16:creationId xmlns:a16="http://schemas.microsoft.com/office/drawing/2014/main" id="{0A0CFFBA-E8FE-434D-9D74-BB9F352B4723}"/>
                </a:ext>
              </a:extLst>
            </p:cNvPr>
            <p:cNvSpPr/>
            <p:nvPr/>
          </p:nvSpPr>
          <p:spPr>
            <a:xfrm>
              <a:off x="13168875" y="1992581"/>
              <a:ext cx="360000"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9E4780"/>
            </a:solidFill>
            <a:ln w="6695" cap="flat">
              <a:noFill/>
              <a:prstDash val="solid"/>
              <a:miter/>
            </a:ln>
          </p:spPr>
          <p:txBody>
            <a:bodyPr rtlCol="0" anchor="ctr"/>
            <a:lstStyle/>
            <a:p>
              <a:pPr algn="ctr">
                <a:lnSpc>
                  <a:spcPct val="90000"/>
                </a:lnSpc>
                <a:spcAft>
                  <a:spcPts val="0"/>
                </a:spcAft>
              </a:pPr>
              <a:r>
                <a:rPr lang="en-US" sz="700">
                  <a:solidFill>
                    <a:schemeClr val="bg1"/>
                  </a:solidFill>
                  <a:latin typeface="Ubuntu" panose="020B0504030602030204" pitchFamily="34" charset="0"/>
                </a:rPr>
                <a:t>158</a:t>
              </a:r>
            </a:p>
            <a:p>
              <a:pPr algn="ctr">
                <a:lnSpc>
                  <a:spcPct val="90000"/>
                </a:lnSpc>
                <a:spcAft>
                  <a:spcPts val="0"/>
                </a:spcAft>
              </a:pPr>
              <a:r>
                <a:rPr lang="en-US" sz="700">
                  <a:solidFill>
                    <a:schemeClr val="bg1"/>
                  </a:solidFill>
                  <a:latin typeface="Ubuntu" panose="020B0504030602030204" pitchFamily="34" charset="0"/>
                </a:rPr>
                <a:t>71</a:t>
              </a:r>
            </a:p>
            <a:p>
              <a:pPr algn="ctr">
                <a:lnSpc>
                  <a:spcPct val="90000"/>
                </a:lnSpc>
                <a:spcAft>
                  <a:spcPts val="0"/>
                </a:spcAft>
              </a:pPr>
              <a:r>
                <a:rPr lang="en-US" sz="700">
                  <a:solidFill>
                    <a:schemeClr val="bg1"/>
                  </a:solidFill>
                  <a:latin typeface="Ubuntu" panose="020B0504030602030204" pitchFamily="34" charset="0"/>
                </a:rPr>
                <a:t>128</a:t>
              </a:r>
            </a:p>
          </p:txBody>
        </p:sp>
        <p:sp>
          <p:nvSpPr>
            <p:cNvPr id="51" name="Forme libre : forme 50">
              <a:extLst>
                <a:ext uri="{FF2B5EF4-FFF2-40B4-BE49-F238E27FC236}">
                  <a16:creationId xmlns:a16="http://schemas.microsoft.com/office/drawing/2014/main" id="{D041A42A-2FF1-4516-85CE-87051937629F}"/>
                </a:ext>
              </a:extLst>
            </p:cNvPr>
            <p:cNvSpPr/>
            <p:nvPr/>
          </p:nvSpPr>
          <p:spPr>
            <a:xfrm>
              <a:off x="13535697" y="3644581"/>
              <a:ext cx="360000"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A6001A"/>
            </a:solidFill>
            <a:ln w="6695" cap="flat">
              <a:noFill/>
              <a:prstDash val="solid"/>
              <a:miter/>
            </a:ln>
          </p:spPr>
          <p:txBody>
            <a:bodyPr rtlCol="0" anchor="ctr"/>
            <a:lstStyle/>
            <a:p>
              <a:pPr algn="ctr">
                <a:lnSpc>
                  <a:spcPct val="90000"/>
                </a:lnSpc>
                <a:spcAft>
                  <a:spcPts val="0"/>
                </a:spcAft>
              </a:pPr>
              <a:r>
                <a:rPr lang="en-US" sz="700">
                  <a:solidFill>
                    <a:schemeClr val="bg1"/>
                  </a:solidFill>
                  <a:latin typeface="Ubuntu" panose="020B0504030602030204" pitchFamily="34" charset="0"/>
                </a:rPr>
                <a:t>166</a:t>
              </a:r>
            </a:p>
            <a:p>
              <a:pPr algn="ctr">
                <a:lnSpc>
                  <a:spcPct val="90000"/>
                </a:lnSpc>
                <a:spcAft>
                  <a:spcPts val="0"/>
                </a:spcAft>
              </a:pPr>
              <a:r>
                <a:rPr lang="en-US" sz="700">
                  <a:solidFill>
                    <a:schemeClr val="bg1"/>
                  </a:solidFill>
                  <a:latin typeface="Ubuntu" panose="020B0504030602030204" pitchFamily="34" charset="0"/>
                </a:rPr>
                <a:t>0</a:t>
              </a:r>
            </a:p>
            <a:p>
              <a:pPr algn="ctr">
                <a:lnSpc>
                  <a:spcPct val="90000"/>
                </a:lnSpc>
                <a:spcAft>
                  <a:spcPts val="0"/>
                </a:spcAft>
              </a:pPr>
              <a:r>
                <a:rPr lang="en-US" sz="700">
                  <a:solidFill>
                    <a:schemeClr val="bg1"/>
                  </a:solidFill>
                  <a:latin typeface="Ubuntu" panose="020B0504030602030204" pitchFamily="34" charset="0"/>
                </a:rPr>
                <a:t>26</a:t>
              </a:r>
            </a:p>
          </p:txBody>
        </p:sp>
        <p:sp>
          <p:nvSpPr>
            <p:cNvPr id="52" name="Forme libre : forme 51">
              <a:extLst>
                <a:ext uri="{FF2B5EF4-FFF2-40B4-BE49-F238E27FC236}">
                  <a16:creationId xmlns:a16="http://schemas.microsoft.com/office/drawing/2014/main" id="{02084D3E-01E3-4506-9076-881D83455262}"/>
                </a:ext>
              </a:extLst>
            </p:cNvPr>
            <p:cNvSpPr/>
            <p:nvPr/>
          </p:nvSpPr>
          <p:spPr>
            <a:xfrm>
              <a:off x="13535697" y="3231581"/>
              <a:ext cx="360000"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E30021"/>
            </a:solidFill>
            <a:ln w="6695" cap="flat">
              <a:noFill/>
              <a:prstDash val="solid"/>
              <a:miter/>
            </a:ln>
          </p:spPr>
          <p:txBody>
            <a:bodyPr rtlCol="0" anchor="ctr"/>
            <a:lstStyle/>
            <a:p>
              <a:pPr algn="ctr">
                <a:lnSpc>
                  <a:spcPct val="90000"/>
                </a:lnSpc>
                <a:spcAft>
                  <a:spcPts val="0"/>
                </a:spcAft>
              </a:pPr>
              <a:r>
                <a:rPr lang="en-US" sz="700">
                  <a:solidFill>
                    <a:schemeClr val="bg1"/>
                  </a:solidFill>
                  <a:latin typeface="Ubuntu" panose="020B0504030602030204" pitchFamily="34" charset="0"/>
                </a:rPr>
                <a:t>227</a:t>
              </a:r>
            </a:p>
            <a:p>
              <a:pPr algn="ctr">
                <a:lnSpc>
                  <a:spcPct val="90000"/>
                </a:lnSpc>
                <a:spcAft>
                  <a:spcPts val="0"/>
                </a:spcAft>
              </a:pPr>
              <a:r>
                <a:rPr lang="en-US" sz="700">
                  <a:solidFill>
                    <a:schemeClr val="bg1"/>
                  </a:solidFill>
                  <a:latin typeface="Ubuntu" panose="020B0504030602030204" pitchFamily="34" charset="0"/>
                </a:rPr>
                <a:t>03</a:t>
              </a:r>
            </a:p>
            <a:p>
              <a:pPr algn="ctr">
                <a:lnSpc>
                  <a:spcPct val="90000"/>
                </a:lnSpc>
                <a:spcAft>
                  <a:spcPts val="0"/>
                </a:spcAft>
              </a:pPr>
              <a:r>
                <a:rPr lang="en-US" sz="700">
                  <a:solidFill>
                    <a:schemeClr val="bg1"/>
                  </a:solidFill>
                  <a:latin typeface="Ubuntu" panose="020B0504030602030204" pitchFamily="34" charset="0"/>
                </a:rPr>
                <a:t>33</a:t>
              </a:r>
            </a:p>
          </p:txBody>
        </p:sp>
        <p:sp>
          <p:nvSpPr>
            <p:cNvPr id="53" name="Forme libre : forme 52">
              <a:extLst>
                <a:ext uri="{FF2B5EF4-FFF2-40B4-BE49-F238E27FC236}">
                  <a16:creationId xmlns:a16="http://schemas.microsoft.com/office/drawing/2014/main" id="{96939CDC-56D5-42B9-843A-231E1C541E5D}"/>
                </a:ext>
              </a:extLst>
            </p:cNvPr>
            <p:cNvSpPr/>
            <p:nvPr/>
          </p:nvSpPr>
          <p:spPr>
            <a:xfrm>
              <a:off x="13535697" y="2818581"/>
              <a:ext cx="360000" cy="406800"/>
            </a:xfrm>
            <a:custGeom>
              <a:avLst/>
              <a:gdLst>
                <a:gd name="connsiteX0" fmla="*/ 0 w 1111406"/>
                <a:gd name="connsiteY0" fmla="*/ 0 h 1111407"/>
                <a:gd name="connsiteX1" fmla="*/ 1111407 w 1111406"/>
                <a:gd name="connsiteY1" fmla="*/ 0 h 1111407"/>
                <a:gd name="connsiteX2" fmla="*/ 1111407 w 1111406"/>
                <a:gd name="connsiteY2" fmla="*/ 1111407 h 1111407"/>
                <a:gd name="connsiteX3" fmla="*/ 0 w 1111406"/>
                <a:gd name="connsiteY3" fmla="*/ 1111407 h 1111407"/>
              </a:gdLst>
              <a:ahLst/>
              <a:cxnLst>
                <a:cxn ang="0">
                  <a:pos x="connsiteX0" y="connsiteY0"/>
                </a:cxn>
                <a:cxn ang="0">
                  <a:pos x="connsiteX1" y="connsiteY1"/>
                </a:cxn>
                <a:cxn ang="0">
                  <a:pos x="connsiteX2" y="connsiteY2"/>
                </a:cxn>
                <a:cxn ang="0">
                  <a:pos x="connsiteX3" y="connsiteY3"/>
                </a:cxn>
              </a:cxnLst>
              <a:rect l="l" t="t" r="r" b="b"/>
              <a:pathLst>
                <a:path w="1111406" h="1111407">
                  <a:moveTo>
                    <a:pt x="0" y="0"/>
                  </a:moveTo>
                  <a:lnTo>
                    <a:pt x="1111407" y="0"/>
                  </a:lnTo>
                  <a:lnTo>
                    <a:pt x="1111407" y="1111407"/>
                  </a:lnTo>
                  <a:lnTo>
                    <a:pt x="0" y="1111407"/>
                  </a:lnTo>
                  <a:close/>
                </a:path>
              </a:pathLst>
            </a:custGeom>
            <a:solidFill>
              <a:srgbClr val="FF304D"/>
            </a:solidFill>
            <a:ln w="6695" cap="flat">
              <a:noFill/>
              <a:prstDash val="solid"/>
              <a:miter/>
            </a:ln>
          </p:spPr>
          <p:txBody>
            <a:bodyPr rtlCol="0" anchor="ctr"/>
            <a:lstStyle/>
            <a:p>
              <a:pPr algn="ctr">
                <a:lnSpc>
                  <a:spcPct val="90000"/>
                </a:lnSpc>
                <a:spcAft>
                  <a:spcPts val="0"/>
                </a:spcAft>
              </a:pPr>
              <a:r>
                <a:rPr lang="en-US" sz="700">
                  <a:latin typeface="Ubuntu" panose="020B0504030602030204" pitchFamily="34" charset="0"/>
                </a:rPr>
                <a:t>255</a:t>
              </a:r>
            </a:p>
            <a:p>
              <a:pPr algn="ctr">
                <a:lnSpc>
                  <a:spcPct val="90000"/>
                </a:lnSpc>
                <a:spcAft>
                  <a:spcPts val="0"/>
                </a:spcAft>
              </a:pPr>
              <a:r>
                <a:rPr lang="en-US" sz="700">
                  <a:latin typeface="Ubuntu" panose="020B0504030602030204" pitchFamily="34" charset="0"/>
                </a:rPr>
                <a:t>48</a:t>
              </a:r>
            </a:p>
            <a:p>
              <a:pPr algn="ctr">
                <a:lnSpc>
                  <a:spcPct val="90000"/>
                </a:lnSpc>
                <a:spcAft>
                  <a:spcPts val="0"/>
                </a:spcAft>
              </a:pPr>
              <a:r>
                <a:rPr lang="en-US" sz="700">
                  <a:latin typeface="Ubuntu" panose="020B0504030602030204" pitchFamily="34" charset="0"/>
                </a:rPr>
                <a:t>77</a:t>
              </a:r>
            </a:p>
          </p:txBody>
        </p:sp>
        <p:sp>
          <p:nvSpPr>
            <p:cNvPr id="54" name="Forme libre : forme 53">
              <a:extLst>
                <a:ext uri="{FF2B5EF4-FFF2-40B4-BE49-F238E27FC236}">
                  <a16:creationId xmlns:a16="http://schemas.microsoft.com/office/drawing/2014/main" id="{66B49780-B844-4D04-8283-E12AAC6933AF}"/>
                </a:ext>
              </a:extLst>
            </p:cNvPr>
            <p:cNvSpPr/>
            <p:nvPr/>
          </p:nvSpPr>
          <p:spPr>
            <a:xfrm>
              <a:off x="13535697" y="2405581"/>
              <a:ext cx="360000"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FF455E"/>
            </a:solidFill>
            <a:ln w="6695" cap="flat">
              <a:noFill/>
              <a:prstDash val="solid"/>
              <a:miter/>
            </a:ln>
          </p:spPr>
          <p:txBody>
            <a:bodyPr rtlCol="0" anchor="ctr"/>
            <a:lstStyle/>
            <a:p>
              <a:pPr algn="ctr">
                <a:lnSpc>
                  <a:spcPct val="90000"/>
                </a:lnSpc>
                <a:spcAft>
                  <a:spcPts val="0"/>
                </a:spcAft>
              </a:pPr>
              <a:r>
                <a:rPr lang="en-US" sz="700">
                  <a:latin typeface="Ubuntu" panose="020B0504030602030204" pitchFamily="34" charset="0"/>
                </a:rPr>
                <a:t>255</a:t>
              </a:r>
            </a:p>
            <a:p>
              <a:pPr algn="ctr">
                <a:lnSpc>
                  <a:spcPct val="90000"/>
                </a:lnSpc>
                <a:spcAft>
                  <a:spcPts val="0"/>
                </a:spcAft>
              </a:pPr>
              <a:r>
                <a:rPr lang="en-US" sz="700">
                  <a:latin typeface="Ubuntu" panose="020B0504030602030204" pitchFamily="34" charset="0"/>
                </a:rPr>
                <a:t>69</a:t>
              </a:r>
            </a:p>
            <a:p>
              <a:pPr algn="ctr">
                <a:lnSpc>
                  <a:spcPct val="90000"/>
                </a:lnSpc>
                <a:spcAft>
                  <a:spcPts val="0"/>
                </a:spcAft>
              </a:pPr>
              <a:r>
                <a:rPr lang="en-US" sz="700">
                  <a:latin typeface="Ubuntu" panose="020B0504030602030204" pitchFamily="34" charset="0"/>
                </a:rPr>
                <a:t>94</a:t>
              </a:r>
            </a:p>
          </p:txBody>
        </p:sp>
        <p:sp>
          <p:nvSpPr>
            <p:cNvPr id="55" name="Forme libre : forme 54">
              <a:extLst>
                <a:ext uri="{FF2B5EF4-FFF2-40B4-BE49-F238E27FC236}">
                  <a16:creationId xmlns:a16="http://schemas.microsoft.com/office/drawing/2014/main" id="{FF82BEF1-5FD1-4558-9313-1606ABF3D69C}"/>
                </a:ext>
              </a:extLst>
            </p:cNvPr>
            <p:cNvSpPr/>
            <p:nvPr/>
          </p:nvSpPr>
          <p:spPr>
            <a:xfrm>
              <a:off x="13535697" y="1992581"/>
              <a:ext cx="360000"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FF5770"/>
            </a:solidFill>
            <a:ln w="6695" cap="flat">
              <a:noFill/>
              <a:prstDash val="solid"/>
              <a:miter/>
            </a:ln>
          </p:spPr>
          <p:txBody>
            <a:bodyPr rtlCol="0" anchor="ctr"/>
            <a:lstStyle/>
            <a:p>
              <a:pPr algn="ctr">
                <a:lnSpc>
                  <a:spcPct val="90000"/>
                </a:lnSpc>
                <a:spcAft>
                  <a:spcPts val="0"/>
                </a:spcAft>
              </a:pPr>
              <a:r>
                <a:rPr lang="en-US" sz="700">
                  <a:latin typeface="Ubuntu" panose="020B0504030602030204" pitchFamily="34" charset="0"/>
                </a:rPr>
                <a:t>255</a:t>
              </a:r>
            </a:p>
            <a:p>
              <a:pPr algn="ctr">
                <a:lnSpc>
                  <a:spcPct val="90000"/>
                </a:lnSpc>
                <a:spcAft>
                  <a:spcPts val="0"/>
                </a:spcAft>
              </a:pPr>
              <a:r>
                <a:rPr lang="en-US" sz="700">
                  <a:latin typeface="Ubuntu" panose="020B0504030602030204" pitchFamily="34" charset="0"/>
                </a:rPr>
                <a:t>87</a:t>
              </a:r>
            </a:p>
            <a:p>
              <a:pPr algn="ctr">
                <a:lnSpc>
                  <a:spcPct val="90000"/>
                </a:lnSpc>
                <a:spcAft>
                  <a:spcPts val="0"/>
                </a:spcAft>
              </a:pPr>
              <a:r>
                <a:rPr lang="en-US" sz="700">
                  <a:latin typeface="Ubuntu" panose="020B0504030602030204" pitchFamily="34" charset="0"/>
                </a:rPr>
                <a:t>112</a:t>
              </a:r>
            </a:p>
          </p:txBody>
        </p:sp>
        <p:sp>
          <p:nvSpPr>
            <p:cNvPr id="56" name="Forme libre : forme 55">
              <a:extLst>
                <a:ext uri="{FF2B5EF4-FFF2-40B4-BE49-F238E27FC236}">
                  <a16:creationId xmlns:a16="http://schemas.microsoft.com/office/drawing/2014/main" id="{86AAEC8D-AC95-4215-80AB-61B5B47B8691}"/>
                </a:ext>
              </a:extLst>
            </p:cNvPr>
            <p:cNvSpPr/>
            <p:nvPr/>
          </p:nvSpPr>
          <p:spPr>
            <a:xfrm>
              <a:off x="12432704" y="3644581"/>
              <a:ext cx="360000"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811B6F"/>
            </a:solidFill>
            <a:ln w="6695" cap="flat">
              <a:noFill/>
              <a:prstDash val="solid"/>
              <a:miter/>
            </a:ln>
          </p:spPr>
          <p:txBody>
            <a:bodyPr rtlCol="0" anchor="ctr"/>
            <a:lstStyle/>
            <a:p>
              <a:pPr algn="ctr">
                <a:lnSpc>
                  <a:spcPct val="90000"/>
                </a:lnSpc>
                <a:spcAft>
                  <a:spcPts val="0"/>
                </a:spcAft>
              </a:pPr>
              <a:r>
                <a:rPr lang="en-US" sz="700">
                  <a:solidFill>
                    <a:schemeClr val="bg1"/>
                  </a:solidFill>
                  <a:latin typeface="Ubuntu" panose="020B0504030602030204" pitchFamily="34" charset="0"/>
                </a:rPr>
                <a:t>129</a:t>
              </a:r>
            </a:p>
            <a:p>
              <a:pPr algn="ctr">
                <a:lnSpc>
                  <a:spcPct val="90000"/>
                </a:lnSpc>
                <a:spcAft>
                  <a:spcPts val="0"/>
                </a:spcAft>
              </a:pPr>
              <a:r>
                <a:rPr lang="en-US" sz="700">
                  <a:solidFill>
                    <a:schemeClr val="bg1"/>
                  </a:solidFill>
                  <a:latin typeface="Ubuntu" panose="020B0504030602030204" pitchFamily="34" charset="0"/>
                </a:rPr>
                <a:t>27</a:t>
              </a:r>
            </a:p>
            <a:p>
              <a:pPr algn="ctr">
                <a:lnSpc>
                  <a:spcPct val="90000"/>
                </a:lnSpc>
                <a:spcAft>
                  <a:spcPts val="0"/>
                </a:spcAft>
              </a:pPr>
              <a:r>
                <a:rPr lang="en-US" sz="700">
                  <a:solidFill>
                    <a:schemeClr val="bg1"/>
                  </a:solidFill>
                  <a:latin typeface="Ubuntu" panose="020B0504030602030204" pitchFamily="34" charset="0"/>
                </a:rPr>
                <a:t>111</a:t>
              </a:r>
            </a:p>
          </p:txBody>
        </p:sp>
        <p:sp>
          <p:nvSpPr>
            <p:cNvPr id="57" name="Forme libre : forme 56">
              <a:extLst>
                <a:ext uri="{FF2B5EF4-FFF2-40B4-BE49-F238E27FC236}">
                  <a16:creationId xmlns:a16="http://schemas.microsoft.com/office/drawing/2014/main" id="{345AA905-3BBB-4015-9537-2162DD20DA02}"/>
                </a:ext>
              </a:extLst>
            </p:cNvPr>
            <p:cNvSpPr/>
            <p:nvPr/>
          </p:nvSpPr>
          <p:spPr>
            <a:xfrm>
              <a:off x="12432704" y="3231581"/>
              <a:ext cx="360000"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A12980"/>
            </a:solidFill>
            <a:ln w="6695" cap="flat">
              <a:noFill/>
              <a:prstDash val="solid"/>
              <a:miter/>
            </a:ln>
          </p:spPr>
          <p:txBody>
            <a:bodyPr rtlCol="0" anchor="ctr"/>
            <a:lstStyle/>
            <a:p>
              <a:pPr algn="ctr">
                <a:lnSpc>
                  <a:spcPct val="90000"/>
                </a:lnSpc>
                <a:spcAft>
                  <a:spcPts val="0"/>
                </a:spcAft>
              </a:pPr>
              <a:r>
                <a:rPr lang="en-US" sz="700">
                  <a:solidFill>
                    <a:schemeClr val="bg1"/>
                  </a:solidFill>
                  <a:latin typeface="Ubuntu" panose="020B0504030602030204" pitchFamily="34" charset="0"/>
                </a:rPr>
                <a:t>161</a:t>
              </a:r>
            </a:p>
            <a:p>
              <a:pPr algn="ctr">
                <a:lnSpc>
                  <a:spcPct val="90000"/>
                </a:lnSpc>
                <a:spcAft>
                  <a:spcPts val="0"/>
                </a:spcAft>
              </a:pPr>
              <a:r>
                <a:rPr lang="en-US" sz="700">
                  <a:solidFill>
                    <a:schemeClr val="bg1"/>
                  </a:solidFill>
                  <a:latin typeface="Ubuntu" panose="020B0504030602030204" pitchFamily="34" charset="0"/>
                </a:rPr>
                <a:t>41</a:t>
              </a:r>
            </a:p>
            <a:p>
              <a:pPr algn="ctr">
                <a:lnSpc>
                  <a:spcPct val="90000"/>
                </a:lnSpc>
                <a:spcAft>
                  <a:spcPts val="0"/>
                </a:spcAft>
              </a:pPr>
              <a:r>
                <a:rPr lang="en-US" sz="700">
                  <a:solidFill>
                    <a:schemeClr val="bg1"/>
                  </a:solidFill>
                  <a:latin typeface="Ubuntu" panose="020B0504030602030204" pitchFamily="34" charset="0"/>
                </a:rPr>
                <a:t>128</a:t>
              </a:r>
            </a:p>
          </p:txBody>
        </p:sp>
        <p:sp>
          <p:nvSpPr>
            <p:cNvPr id="58" name="Forme libre : forme 57">
              <a:extLst>
                <a:ext uri="{FF2B5EF4-FFF2-40B4-BE49-F238E27FC236}">
                  <a16:creationId xmlns:a16="http://schemas.microsoft.com/office/drawing/2014/main" id="{8E50898F-084D-45EC-9EDA-C64E62F50B6F}"/>
                </a:ext>
              </a:extLst>
            </p:cNvPr>
            <p:cNvSpPr/>
            <p:nvPr/>
          </p:nvSpPr>
          <p:spPr>
            <a:xfrm>
              <a:off x="12432704" y="2818581"/>
              <a:ext cx="360000" cy="406800"/>
            </a:xfrm>
            <a:custGeom>
              <a:avLst/>
              <a:gdLst>
                <a:gd name="connsiteX0" fmla="*/ 0 w 1111406"/>
                <a:gd name="connsiteY0" fmla="*/ 0 h 1111407"/>
                <a:gd name="connsiteX1" fmla="*/ 1111407 w 1111406"/>
                <a:gd name="connsiteY1" fmla="*/ 0 h 1111407"/>
                <a:gd name="connsiteX2" fmla="*/ 1111407 w 1111406"/>
                <a:gd name="connsiteY2" fmla="*/ 1111407 h 1111407"/>
                <a:gd name="connsiteX3" fmla="*/ 0 w 1111406"/>
                <a:gd name="connsiteY3" fmla="*/ 1111407 h 1111407"/>
              </a:gdLst>
              <a:ahLst/>
              <a:cxnLst>
                <a:cxn ang="0">
                  <a:pos x="connsiteX0" y="connsiteY0"/>
                </a:cxn>
                <a:cxn ang="0">
                  <a:pos x="connsiteX1" y="connsiteY1"/>
                </a:cxn>
                <a:cxn ang="0">
                  <a:pos x="connsiteX2" y="connsiteY2"/>
                </a:cxn>
                <a:cxn ang="0">
                  <a:pos x="connsiteX3" y="connsiteY3"/>
                </a:cxn>
              </a:cxnLst>
              <a:rect l="l" t="t" r="r" b="b"/>
              <a:pathLst>
                <a:path w="1111406" h="1111407">
                  <a:moveTo>
                    <a:pt x="0" y="0"/>
                  </a:moveTo>
                  <a:lnTo>
                    <a:pt x="1111407" y="0"/>
                  </a:lnTo>
                  <a:lnTo>
                    <a:pt x="1111407" y="1111407"/>
                  </a:lnTo>
                  <a:lnTo>
                    <a:pt x="0" y="1111407"/>
                  </a:lnTo>
                  <a:close/>
                </a:path>
              </a:pathLst>
            </a:custGeom>
            <a:solidFill>
              <a:srgbClr val="BA2980"/>
            </a:solidFill>
            <a:ln w="6695" cap="flat">
              <a:noFill/>
              <a:prstDash val="solid"/>
              <a:miter/>
            </a:ln>
          </p:spPr>
          <p:txBody>
            <a:bodyPr rtlCol="0" anchor="ctr"/>
            <a:lstStyle/>
            <a:p>
              <a:pPr algn="ctr">
                <a:lnSpc>
                  <a:spcPct val="90000"/>
                </a:lnSpc>
                <a:spcAft>
                  <a:spcPts val="0"/>
                </a:spcAft>
              </a:pPr>
              <a:r>
                <a:rPr lang="en-US" sz="700">
                  <a:solidFill>
                    <a:schemeClr val="bg1"/>
                  </a:solidFill>
                  <a:latin typeface="Ubuntu" panose="020B0504030602030204" pitchFamily="34" charset="0"/>
                </a:rPr>
                <a:t>186</a:t>
              </a:r>
            </a:p>
            <a:p>
              <a:pPr algn="ctr">
                <a:lnSpc>
                  <a:spcPct val="90000"/>
                </a:lnSpc>
                <a:spcAft>
                  <a:spcPts val="0"/>
                </a:spcAft>
              </a:pPr>
              <a:r>
                <a:rPr lang="en-US" sz="700">
                  <a:solidFill>
                    <a:schemeClr val="bg1"/>
                  </a:solidFill>
                  <a:latin typeface="Ubuntu" panose="020B0504030602030204" pitchFamily="34" charset="0"/>
                </a:rPr>
                <a:t>41</a:t>
              </a:r>
            </a:p>
            <a:p>
              <a:pPr algn="ctr">
                <a:lnSpc>
                  <a:spcPct val="90000"/>
                </a:lnSpc>
                <a:spcAft>
                  <a:spcPts val="0"/>
                </a:spcAft>
              </a:pPr>
              <a:r>
                <a:rPr lang="en-US" sz="700">
                  <a:solidFill>
                    <a:schemeClr val="bg1"/>
                  </a:solidFill>
                  <a:latin typeface="Ubuntu" panose="020B0504030602030204" pitchFamily="34" charset="0"/>
                </a:rPr>
                <a:t>128</a:t>
              </a:r>
            </a:p>
          </p:txBody>
        </p:sp>
        <p:sp>
          <p:nvSpPr>
            <p:cNvPr id="59" name="Forme libre : forme 58">
              <a:extLst>
                <a:ext uri="{FF2B5EF4-FFF2-40B4-BE49-F238E27FC236}">
                  <a16:creationId xmlns:a16="http://schemas.microsoft.com/office/drawing/2014/main" id="{850EF37B-321C-4CAE-A8B1-66C0053A83E3}"/>
                </a:ext>
              </a:extLst>
            </p:cNvPr>
            <p:cNvSpPr/>
            <p:nvPr/>
          </p:nvSpPr>
          <p:spPr>
            <a:xfrm>
              <a:off x="12432704" y="2405581"/>
              <a:ext cx="360000"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D13A8C"/>
            </a:solidFill>
            <a:ln w="6695" cap="flat">
              <a:noFill/>
              <a:prstDash val="solid"/>
              <a:miter/>
            </a:ln>
          </p:spPr>
          <p:txBody>
            <a:bodyPr rtlCol="0" anchor="ctr"/>
            <a:lstStyle/>
            <a:p>
              <a:pPr algn="ctr">
                <a:lnSpc>
                  <a:spcPct val="90000"/>
                </a:lnSpc>
                <a:spcAft>
                  <a:spcPts val="0"/>
                </a:spcAft>
              </a:pPr>
              <a:r>
                <a:rPr lang="en-US" sz="700">
                  <a:latin typeface="Ubuntu" panose="020B0504030602030204" pitchFamily="34" charset="0"/>
                </a:rPr>
                <a:t>209</a:t>
              </a:r>
            </a:p>
            <a:p>
              <a:pPr algn="ctr">
                <a:lnSpc>
                  <a:spcPct val="90000"/>
                </a:lnSpc>
                <a:spcAft>
                  <a:spcPts val="0"/>
                </a:spcAft>
              </a:pPr>
              <a:r>
                <a:rPr lang="en-US" sz="700">
                  <a:latin typeface="Ubuntu" panose="020B0504030602030204" pitchFamily="34" charset="0"/>
                </a:rPr>
                <a:t>58</a:t>
              </a:r>
            </a:p>
            <a:p>
              <a:pPr algn="ctr">
                <a:lnSpc>
                  <a:spcPct val="90000"/>
                </a:lnSpc>
                <a:spcAft>
                  <a:spcPts val="0"/>
                </a:spcAft>
              </a:pPr>
              <a:r>
                <a:rPr lang="en-US" sz="700">
                  <a:latin typeface="Ubuntu" panose="020B0504030602030204" pitchFamily="34" charset="0"/>
                </a:rPr>
                <a:t>140</a:t>
              </a:r>
            </a:p>
          </p:txBody>
        </p:sp>
        <p:sp>
          <p:nvSpPr>
            <p:cNvPr id="60" name="Forme libre : forme 59">
              <a:extLst>
                <a:ext uri="{FF2B5EF4-FFF2-40B4-BE49-F238E27FC236}">
                  <a16:creationId xmlns:a16="http://schemas.microsoft.com/office/drawing/2014/main" id="{49EEAAAC-C871-41A3-9B9B-6381B2FD4E28}"/>
                </a:ext>
              </a:extLst>
            </p:cNvPr>
            <p:cNvSpPr/>
            <p:nvPr/>
          </p:nvSpPr>
          <p:spPr>
            <a:xfrm>
              <a:off x="12432704" y="1993636"/>
              <a:ext cx="360000"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E557AD"/>
            </a:solidFill>
            <a:ln w="6695" cap="flat">
              <a:noFill/>
              <a:prstDash val="solid"/>
              <a:miter/>
            </a:ln>
          </p:spPr>
          <p:txBody>
            <a:bodyPr rtlCol="0" anchor="ctr"/>
            <a:lstStyle/>
            <a:p>
              <a:pPr algn="ctr">
                <a:lnSpc>
                  <a:spcPct val="90000"/>
                </a:lnSpc>
                <a:spcAft>
                  <a:spcPts val="0"/>
                </a:spcAft>
              </a:pPr>
              <a:r>
                <a:rPr lang="en-US" sz="700">
                  <a:latin typeface="Ubuntu" panose="020B0504030602030204" pitchFamily="34" charset="0"/>
                </a:rPr>
                <a:t>229</a:t>
              </a:r>
            </a:p>
            <a:p>
              <a:pPr algn="ctr">
                <a:lnSpc>
                  <a:spcPct val="90000"/>
                </a:lnSpc>
                <a:spcAft>
                  <a:spcPts val="0"/>
                </a:spcAft>
              </a:pPr>
              <a:r>
                <a:rPr lang="en-US" sz="700">
                  <a:latin typeface="Ubuntu" panose="020B0504030602030204" pitchFamily="34" charset="0"/>
                </a:rPr>
                <a:t>87</a:t>
              </a:r>
            </a:p>
            <a:p>
              <a:pPr algn="ctr">
                <a:lnSpc>
                  <a:spcPct val="90000"/>
                </a:lnSpc>
                <a:spcAft>
                  <a:spcPts val="0"/>
                </a:spcAft>
              </a:pPr>
              <a:r>
                <a:rPr lang="en-US" sz="700">
                  <a:latin typeface="Ubuntu" panose="020B0504030602030204" pitchFamily="34" charset="0"/>
                </a:rPr>
                <a:t>173</a:t>
              </a:r>
            </a:p>
          </p:txBody>
        </p:sp>
      </p:grpSp>
      <p:sp>
        <p:nvSpPr>
          <p:cNvPr id="61" name="Rectangle 60">
            <a:extLst>
              <a:ext uri="{FF2B5EF4-FFF2-40B4-BE49-F238E27FC236}">
                <a16:creationId xmlns:a16="http://schemas.microsoft.com/office/drawing/2014/main" id="{9D36E5FD-F409-4495-819A-440FA57D9E19}"/>
              </a:ext>
            </a:extLst>
          </p:cNvPr>
          <p:cNvSpPr/>
          <p:nvPr/>
        </p:nvSpPr>
        <p:spPr>
          <a:xfrm>
            <a:off x="12295891" y="6412526"/>
            <a:ext cx="2545089" cy="615553"/>
          </a:xfrm>
          <a:prstGeom prst="rect">
            <a:avLst/>
          </a:prstGeom>
        </p:spPr>
        <p:txBody>
          <a:bodyPr wrap="square" lIns="0" tIns="0" rIns="0" bIns="0">
            <a:spAutoFit/>
          </a:bodyPr>
          <a:lstStyle/>
          <a:p>
            <a:r>
              <a:rPr lang="en-GB" sz="800">
                <a:latin typeface="Ubuntu" panose="020B0504030602030204" pitchFamily="34" charset="0"/>
              </a:rPr>
              <a:t>Security Classification:</a:t>
            </a:r>
          </a:p>
          <a:p>
            <a:r>
              <a:rPr lang="en-GB" sz="800">
                <a:latin typeface="Ubuntu" panose="020B0504030602030204" pitchFamily="34" charset="0"/>
              </a:rPr>
              <a:t>SEC0: Public</a:t>
            </a:r>
          </a:p>
          <a:p>
            <a:r>
              <a:rPr lang="en-GB" sz="800">
                <a:latin typeface="Ubuntu" panose="020B0504030602030204" pitchFamily="34" charset="0"/>
              </a:rPr>
              <a:t>SEC1: Company Confidential</a:t>
            </a:r>
          </a:p>
          <a:p>
            <a:r>
              <a:rPr lang="en-GB" sz="800">
                <a:latin typeface="Ubuntu" panose="020B0504030602030204" pitchFamily="34" charset="0"/>
              </a:rPr>
              <a:t>SEC2: Company Restricted / Customer restricted</a:t>
            </a:r>
          </a:p>
          <a:p>
            <a:r>
              <a:rPr lang="en-GB" sz="800">
                <a:latin typeface="Ubuntu" panose="020B0504030602030204" pitchFamily="34" charset="0"/>
              </a:rPr>
              <a:t>SEC3: Company Sensitive</a:t>
            </a:r>
          </a:p>
        </p:txBody>
      </p:sp>
      <p:grpSp>
        <p:nvGrpSpPr>
          <p:cNvPr id="4097" name="Groupe 4096">
            <a:extLst>
              <a:ext uri="{FF2B5EF4-FFF2-40B4-BE49-F238E27FC236}">
                <a16:creationId xmlns:a16="http://schemas.microsoft.com/office/drawing/2014/main" id="{14207897-E387-4B97-A694-8751D86BCF12}"/>
              </a:ext>
            </a:extLst>
          </p:cNvPr>
          <p:cNvGrpSpPr/>
          <p:nvPr/>
        </p:nvGrpSpPr>
        <p:grpSpPr>
          <a:xfrm>
            <a:off x="12295891" y="2164677"/>
            <a:ext cx="1465123" cy="2058800"/>
            <a:chOff x="14041053" y="1992581"/>
            <a:chExt cx="1465123" cy="2058800"/>
          </a:xfrm>
        </p:grpSpPr>
        <p:sp>
          <p:nvSpPr>
            <p:cNvPr id="66" name="Forme libre : forme 65">
              <a:extLst>
                <a:ext uri="{FF2B5EF4-FFF2-40B4-BE49-F238E27FC236}">
                  <a16:creationId xmlns:a16="http://schemas.microsoft.com/office/drawing/2014/main" id="{94847038-3CB7-4111-AB03-FA1A594002AA}"/>
                </a:ext>
              </a:extLst>
            </p:cNvPr>
            <p:cNvSpPr/>
            <p:nvPr/>
          </p:nvSpPr>
          <p:spPr>
            <a:xfrm>
              <a:off x="14777224" y="3644581"/>
              <a:ext cx="360865"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0F434A"/>
            </a:solidFill>
            <a:ln w="6695" cap="flat">
              <a:noFill/>
              <a:prstDash val="solid"/>
              <a:miter/>
            </a:ln>
          </p:spPr>
          <p:txBody>
            <a:bodyPr rtlCol="0" anchor="ctr"/>
            <a:lstStyle/>
            <a:p>
              <a:pPr algn="ctr">
                <a:lnSpc>
                  <a:spcPct val="90000"/>
                </a:lnSpc>
                <a:spcAft>
                  <a:spcPts val="0"/>
                </a:spcAft>
              </a:pPr>
              <a:r>
                <a:rPr lang="en-US" sz="700" b="0">
                  <a:solidFill>
                    <a:schemeClr val="bg1"/>
                  </a:solidFill>
                  <a:latin typeface="Ubuntu" panose="020B0504030602030204" pitchFamily="34" charset="0"/>
                </a:rPr>
                <a:t>15</a:t>
              </a:r>
            </a:p>
            <a:p>
              <a:pPr algn="ctr">
                <a:lnSpc>
                  <a:spcPct val="90000"/>
                </a:lnSpc>
                <a:spcAft>
                  <a:spcPts val="0"/>
                </a:spcAft>
              </a:pPr>
              <a:r>
                <a:rPr lang="en-US" sz="700" b="0">
                  <a:solidFill>
                    <a:schemeClr val="bg1"/>
                  </a:solidFill>
                  <a:latin typeface="Ubuntu" panose="020B0504030602030204" pitchFamily="34" charset="0"/>
                </a:rPr>
                <a:t>67</a:t>
              </a:r>
            </a:p>
            <a:p>
              <a:pPr algn="ctr">
                <a:lnSpc>
                  <a:spcPct val="90000"/>
                </a:lnSpc>
                <a:spcAft>
                  <a:spcPts val="0"/>
                </a:spcAft>
              </a:pPr>
              <a:r>
                <a:rPr lang="en-US" sz="700" b="0">
                  <a:solidFill>
                    <a:schemeClr val="bg1"/>
                  </a:solidFill>
                  <a:latin typeface="Ubuntu" panose="020B0504030602030204" pitchFamily="34" charset="0"/>
                </a:rPr>
                <a:t>74</a:t>
              </a:r>
            </a:p>
          </p:txBody>
        </p:sp>
        <p:sp>
          <p:nvSpPr>
            <p:cNvPr id="67" name="Forme libre : forme 66">
              <a:extLst>
                <a:ext uri="{FF2B5EF4-FFF2-40B4-BE49-F238E27FC236}">
                  <a16:creationId xmlns:a16="http://schemas.microsoft.com/office/drawing/2014/main" id="{1B50522B-BA67-4790-8697-3AC343D4ACB8}"/>
                </a:ext>
              </a:extLst>
            </p:cNvPr>
            <p:cNvSpPr/>
            <p:nvPr/>
          </p:nvSpPr>
          <p:spPr>
            <a:xfrm>
              <a:off x="14777224" y="3231581"/>
              <a:ext cx="360865"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0F6A73"/>
            </a:solidFill>
            <a:ln w="6695" cap="flat">
              <a:noFill/>
              <a:prstDash val="solid"/>
              <a:miter/>
            </a:ln>
          </p:spPr>
          <p:txBody>
            <a:bodyPr rtlCol="0" anchor="ctr"/>
            <a:lstStyle/>
            <a:p>
              <a:pPr algn="ctr">
                <a:lnSpc>
                  <a:spcPct val="90000"/>
                </a:lnSpc>
                <a:spcAft>
                  <a:spcPts val="0"/>
                </a:spcAft>
              </a:pPr>
              <a:r>
                <a:rPr lang="en-US" sz="700" b="0">
                  <a:solidFill>
                    <a:schemeClr val="bg1"/>
                  </a:solidFill>
                  <a:latin typeface="Ubuntu" panose="020B0504030602030204" pitchFamily="34" charset="0"/>
                </a:rPr>
                <a:t>15</a:t>
              </a:r>
            </a:p>
            <a:p>
              <a:pPr algn="ctr">
                <a:lnSpc>
                  <a:spcPct val="90000"/>
                </a:lnSpc>
                <a:spcAft>
                  <a:spcPts val="0"/>
                </a:spcAft>
              </a:pPr>
              <a:r>
                <a:rPr lang="en-US" sz="700" b="0">
                  <a:solidFill>
                    <a:schemeClr val="bg1"/>
                  </a:solidFill>
                  <a:latin typeface="Ubuntu" panose="020B0504030602030204" pitchFamily="34" charset="0"/>
                </a:rPr>
                <a:t>106</a:t>
              </a:r>
            </a:p>
            <a:p>
              <a:pPr algn="ctr">
                <a:lnSpc>
                  <a:spcPct val="90000"/>
                </a:lnSpc>
                <a:spcAft>
                  <a:spcPts val="0"/>
                </a:spcAft>
              </a:pPr>
              <a:r>
                <a:rPr lang="en-US" sz="700" b="0">
                  <a:solidFill>
                    <a:schemeClr val="bg1"/>
                  </a:solidFill>
                  <a:latin typeface="Ubuntu" panose="020B0504030602030204" pitchFamily="34" charset="0"/>
                </a:rPr>
                <a:t>115</a:t>
              </a:r>
            </a:p>
          </p:txBody>
        </p:sp>
        <p:sp>
          <p:nvSpPr>
            <p:cNvPr id="68" name="Forme libre : forme 67">
              <a:extLst>
                <a:ext uri="{FF2B5EF4-FFF2-40B4-BE49-F238E27FC236}">
                  <a16:creationId xmlns:a16="http://schemas.microsoft.com/office/drawing/2014/main" id="{B90AA6F9-B8A6-4490-A465-CBEFAEA6DFCA}"/>
                </a:ext>
              </a:extLst>
            </p:cNvPr>
            <p:cNvSpPr/>
            <p:nvPr/>
          </p:nvSpPr>
          <p:spPr>
            <a:xfrm>
              <a:off x="14777224" y="2818581"/>
              <a:ext cx="360865" cy="406800"/>
            </a:xfrm>
            <a:custGeom>
              <a:avLst/>
              <a:gdLst>
                <a:gd name="connsiteX0" fmla="*/ 0 w 1111406"/>
                <a:gd name="connsiteY0" fmla="*/ 0 h 1111407"/>
                <a:gd name="connsiteX1" fmla="*/ 1111407 w 1111406"/>
                <a:gd name="connsiteY1" fmla="*/ 0 h 1111407"/>
                <a:gd name="connsiteX2" fmla="*/ 1111407 w 1111406"/>
                <a:gd name="connsiteY2" fmla="*/ 1111407 h 1111407"/>
                <a:gd name="connsiteX3" fmla="*/ 0 w 1111406"/>
                <a:gd name="connsiteY3" fmla="*/ 1111407 h 1111407"/>
              </a:gdLst>
              <a:ahLst/>
              <a:cxnLst>
                <a:cxn ang="0">
                  <a:pos x="connsiteX0" y="connsiteY0"/>
                </a:cxn>
                <a:cxn ang="0">
                  <a:pos x="connsiteX1" y="connsiteY1"/>
                </a:cxn>
                <a:cxn ang="0">
                  <a:pos x="connsiteX2" y="connsiteY2"/>
                </a:cxn>
                <a:cxn ang="0">
                  <a:pos x="connsiteX3" y="connsiteY3"/>
                </a:cxn>
              </a:cxnLst>
              <a:rect l="l" t="t" r="r" b="b"/>
              <a:pathLst>
                <a:path w="1111406" h="1111407">
                  <a:moveTo>
                    <a:pt x="0" y="0"/>
                  </a:moveTo>
                  <a:lnTo>
                    <a:pt x="1111407" y="0"/>
                  </a:lnTo>
                  <a:lnTo>
                    <a:pt x="1111407" y="1111407"/>
                  </a:lnTo>
                  <a:lnTo>
                    <a:pt x="0" y="1111407"/>
                  </a:lnTo>
                  <a:close/>
                </a:path>
              </a:pathLst>
            </a:custGeom>
            <a:solidFill>
              <a:srgbClr val="0F878A"/>
            </a:solidFill>
            <a:ln w="6695" cap="flat">
              <a:noFill/>
              <a:prstDash val="solid"/>
              <a:miter/>
            </a:ln>
          </p:spPr>
          <p:txBody>
            <a:bodyPr rtlCol="0" anchor="ctr"/>
            <a:lstStyle/>
            <a:p>
              <a:pPr algn="ctr">
                <a:lnSpc>
                  <a:spcPct val="90000"/>
                </a:lnSpc>
                <a:spcAft>
                  <a:spcPts val="0"/>
                </a:spcAft>
              </a:pPr>
              <a:r>
                <a:rPr lang="en-US" sz="700" b="0">
                  <a:solidFill>
                    <a:schemeClr val="bg1"/>
                  </a:solidFill>
                  <a:latin typeface="Ubuntu" panose="020B0504030602030204" pitchFamily="34" charset="0"/>
                </a:rPr>
                <a:t>15</a:t>
              </a:r>
            </a:p>
            <a:p>
              <a:pPr algn="ctr">
                <a:lnSpc>
                  <a:spcPct val="90000"/>
                </a:lnSpc>
                <a:spcAft>
                  <a:spcPts val="0"/>
                </a:spcAft>
              </a:pPr>
              <a:r>
                <a:rPr lang="en-US" sz="700" b="0">
                  <a:solidFill>
                    <a:schemeClr val="bg1"/>
                  </a:solidFill>
                  <a:latin typeface="Ubuntu" panose="020B0504030602030204" pitchFamily="34" charset="0"/>
                </a:rPr>
                <a:t>135</a:t>
              </a:r>
            </a:p>
            <a:p>
              <a:pPr algn="ctr">
                <a:lnSpc>
                  <a:spcPct val="90000"/>
                </a:lnSpc>
                <a:spcAft>
                  <a:spcPts val="0"/>
                </a:spcAft>
              </a:pPr>
              <a:r>
                <a:rPr lang="en-US" sz="700" b="0">
                  <a:solidFill>
                    <a:schemeClr val="bg1"/>
                  </a:solidFill>
                  <a:latin typeface="Ubuntu" panose="020B0504030602030204" pitchFamily="34" charset="0"/>
                </a:rPr>
                <a:t>138</a:t>
              </a:r>
            </a:p>
          </p:txBody>
        </p:sp>
        <p:sp>
          <p:nvSpPr>
            <p:cNvPr id="69" name="Forme libre : forme 68">
              <a:extLst>
                <a:ext uri="{FF2B5EF4-FFF2-40B4-BE49-F238E27FC236}">
                  <a16:creationId xmlns:a16="http://schemas.microsoft.com/office/drawing/2014/main" id="{AEDB31E0-288F-492F-BC3E-94F3C3363294}"/>
                </a:ext>
              </a:extLst>
            </p:cNvPr>
            <p:cNvSpPr/>
            <p:nvPr/>
          </p:nvSpPr>
          <p:spPr>
            <a:xfrm>
              <a:off x="14777224" y="2405581"/>
              <a:ext cx="360865"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00B2A2"/>
            </a:solidFill>
            <a:ln w="6695" cap="flat">
              <a:noFill/>
              <a:prstDash val="solid"/>
              <a:miter/>
            </a:ln>
          </p:spPr>
          <p:txBody>
            <a:bodyPr rtlCol="0" anchor="ctr"/>
            <a:lstStyle/>
            <a:p>
              <a:pPr algn="ctr">
                <a:lnSpc>
                  <a:spcPct val="90000"/>
                </a:lnSpc>
                <a:spcAft>
                  <a:spcPts val="0"/>
                </a:spcAft>
              </a:pPr>
              <a:r>
                <a:rPr lang="en-US" sz="700" b="0">
                  <a:latin typeface="Ubuntu" panose="020B0504030602030204" pitchFamily="34" charset="0"/>
                </a:rPr>
                <a:t>0</a:t>
              </a:r>
            </a:p>
            <a:p>
              <a:pPr algn="ctr">
                <a:lnSpc>
                  <a:spcPct val="90000"/>
                </a:lnSpc>
                <a:spcAft>
                  <a:spcPts val="0"/>
                </a:spcAft>
              </a:pPr>
              <a:r>
                <a:rPr lang="en-US" sz="700" b="0">
                  <a:latin typeface="Ubuntu" panose="020B0504030602030204" pitchFamily="34" charset="0"/>
                </a:rPr>
                <a:t>178</a:t>
              </a:r>
            </a:p>
            <a:p>
              <a:pPr algn="ctr">
                <a:lnSpc>
                  <a:spcPct val="90000"/>
                </a:lnSpc>
                <a:spcAft>
                  <a:spcPts val="0"/>
                </a:spcAft>
              </a:pPr>
              <a:r>
                <a:rPr lang="en-US" sz="700" b="0">
                  <a:latin typeface="Ubuntu" panose="020B0504030602030204" pitchFamily="34" charset="0"/>
                </a:rPr>
                <a:t>162</a:t>
              </a:r>
            </a:p>
          </p:txBody>
        </p:sp>
        <p:sp>
          <p:nvSpPr>
            <p:cNvPr id="70" name="Forme libre : forme 69">
              <a:extLst>
                <a:ext uri="{FF2B5EF4-FFF2-40B4-BE49-F238E27FC236}">
                  <a16:creationId xmlns:a16="http://schemas.microsoft.com/office/drawing/2014/main" id="{8F775A35-2F34-403A-95F8-4058F1A09A02}"/>
                </a:ext>
              </a:extLst>
            </p:cNvPr>
            <p:cNvSpPr/>
            <p:nvPr/>
          </p:nvSpPr>
          <p:spPr>
            <a:xfrm>
              <a:off x="14777224" y="1992581"/>
              <a:ext cx="360865"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00E0CB"/>
            </a:solidFill>
            <a:ln w="6695" cap="flat">
              <a:noFill/>
              <a:prstDash val="solid"/>
              <a:miter/>
            </a:ln>
          </p:spPr>
          <p:txBody>
            <a:bodyPr rtlCol="0" anchor="ctr"/>
            <a:lstStyle/>
            <a:p>
              <a:pPr algn="ctr">
                <a:lnSpc>
                  <a:spcPct val="90000"/>
                </a:lnSpc>
                <a:spcAft>
                  <a:spcPts val="0"/>
                </a:spcAft>
              </a:pPr>
              <a:r>
                <a:rPr lang="en-US" sz="700" b="0">
                  <a:latin typeface="Ubuntu" panose="020B0504030602030204" pitchFamily="34" charset="0"/>
                </a:rPr>
                <a:t>0</a:t>
              </a:r>
            </a:p>
            <a:p>
              <a:pPr algn="ctr">
                <a:lnSpc>
                  <a:spcPct val="90000"/>
                </a:lnSpc>
                <a:spcAft>
                  <a:spcPts val="0"/>
                </a:spcAft>
              </a:pPr>
              <a:r>
                <a:rPr lang="en-US" sz="700" b="0">
                  <a:latin typeface="Ubuntu" panose="020B0504030602030204" pitchFamily="34" charset="0"/>
                </a:rPr>
                <a:t>244</a:t>
              </a:r>
            </a:p>
            <a:p>
              <a:pPr algn="ctr">
                <a:lnSpc>
                  <a:spcPct val="90000"/>
                </a:lnSpc>
                <a:spcAft>
                  <a:spcPts val="0"/>
                </a:spcAft>
              </a:pPr>
              <a:r>
                <a:rPr lang="en-US" sz="700" b="0">
                  <a:latin typeface="Ubuntu" panose="020B0504030602030204" pitchFamily="34" charset="0"/>
                </a:rPr>
                <a:t>203</a:t>
              </a:r>
            </a:p>
          </p:txBody>
        </p:sp>
        <p:sp>
          <p:nvSpPr>
            <p:cNvPr id="71" name="Forme libre : forme 70">
              <a:extLst>
                <a:ext uri="{FF2B5EF4-FFF2-40B4-BE49-F238E27FC236}">
                  <a16:creationId xmlns:a16="http://schemas.microsoft.com/office/drawing/2014/main" id="{59DA3B5B-D788-45A0-A698-ABE05A9025B0}"/>
                </a:ext>
              </a:extLst>
            </p:cNvPr>
            <p:cNvSpPr/>
            <p:nvPr/>
          </p:nvSpPr>
          <p:spPr>
            <a:xfrm>
              <a:off x="14041053" y="3644581"/>
              <a:ext cx="360865"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178036"/>
            </a:solidFill>
            <a:ln w="6695" cap="flat">
              <a:noFill/>
              <a:prstDash val="solid"/>
              <a:miter/>
            </a:ln>
          </p:spPr>
          <p:txBody>
            <a:bodyPr rtlCol="0" anchor="ctr"/>
            <a:lstStyle/>
            <a:p>
              <a:pPr algn="ctr">
                <a:lnSpc>
                  <a:spcPct val="90000"/>
                </a:lnSpc>
                <a:spcAft>
                  <a:spcPts val="0"/>
                </a:spcAft>
              </a:pPr>
              <a:r>
                <a:rPr lang="en-US" sz="700" b="0">
                  <a:solidFill>
                    <a:schemeClr val="bg1"/>
                  </a:solidFill>
                  <a:latin typeface="Ubuntu" panose="020B0504030602030204" pitchFamily="34" charset="0"/>
                </a:rPr>
                <a:t>23</a:t>
              </a:r>
            </a:p>
            <a:p>
              <a:pPr algn="ctr">
                <a:lnSpc>
                  <a:spcPct val="90000"/>
                </a:lnSpc>
                <a:spcAft>
                  <a:spcPts val="0"/>
                </a:spcAft>
              </a:pPr>
              <a:r>
                <a:rPr lang="en-US" sz="700" b="0">
                  <a:solidFill>
                    <a:schemeClr val="bg1"/>
                  </a:solidFill>
                  <a:latin typeface="Ubuntu" panose="020B0504030602030204" pitchFamily="34" charset="0"/>
                </a:rPr>
                <a:t>128</a:t>
              </a:r>
            </a:p>
            <a:p>
              <a:pPr algn="ctr">
                <a:lnSpc>
                  <a:spcPct val="90000"/>
                </a:lnSpc>
                <a:spcAft>
                  <a:spcPts val="0"/>
                </a:spcAft>
              </a:pPr>
              <a:r>
                <a:rPr lang="en-US" sz="700" b="0">
                  <a:solidFill>
                    <a:schemeClr val="bg1"/>
                  </a:solidFill>
                  <a:latin typeface="Ubuntu" panose="020B0504030602030204" pitchFamily="34" charset="0"/>
                </a:rPr>
                <a:t>54</a:t>
              </a:r>
            </a:p>
          </p:txBody>
        </p:sp>
        <p:sp>
          <p:nvSpPr>
            <p:cNvPr id="72" name="Forme libre : forme 71">
              <a:extLst>
                <a:ext uri="{FF2B5EF4-FFF2-40B4-BE49-F238E27FC236}">
                  <a16:creationId xmlns:a16="http://schemas.microsoft.com/office/drawing/2014/main" id="{B988192C-3701-4200-ADA5-936C0610D953}"/>
                </a:ext>
              </a:extLst>
            </p:cNvPr>
            <p:cNvSpPr/>
            <p:nvPr/>
          </p:nvSpPr>
          <p:spPr>
            <a:xfrm>
              <a:off x="14041053" y="3231581"/>
              <a:ext cx="360865"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178C3D"/>
            </a:solidFill>
            <a:ln w="6695" cap="flat">
              <a:noFill/>
              <a:prstDash val="solid"/>
              <a:miter/>
            </a:ln>
          </p:spPr>
          <p:txBody>
            <a:bodyPr rtlCol="0" anchor="ctr"/>
            <a:lstStyle/>
            <a:p>
              <a:pPr algn="ctr">
                <a:lnSpc>
                  <a:spcPct val="90000"/>
                </a:lnSpc>
                <a:spcAft>
                  <a:spcPts val="0"/>
                </a:spcAft>
              </a:pPr>
              <a:r>
                <a:rPr lang="en-US" sz="700" b="0">
                  <a:solidFill>
                    <a:schemeClr val="bg1"/>
                  </a:solidFill>
                  <a:latin typeface="Ubuntu" panose="020B0504030602030204" pitchFamily="34" charset="0"/>
                </a:rPr>
                <a:t>23</a:t>
              </a:r>
            </a:p>
            <a:p>
              <a:pPr algn="ctr">
                <a:lnSpc>
                  <a:spcPct val="90000"/>
                </a:lnSpc>
                <a:spcAft>
                  <a:spcPts val="0"/>
                </a:spcAft>
              </a:pPr>
              <a:r>
                <a:rPr lang="en-US" sz="700" b="0">
                  <a:solidFill>
                    <a:schemeClr val="bg1"/>
                  </a:solidFill>
                  <a:latin typeface="Ubuntu" panose="020B0504030602030204" pitchFamily="34" charset="0"/>
                </a:rPr>
                <a:t>140</a:t>
              </a:r>
            </a:p>
            <a:p>
              <a:pPr algn="ctr">
                <a:lnSpc>
                  <a:spcPct val="90000"/>
                </a:lnSpc>
                <a:spcAft>
                  <a:spcPts val="0"/>
                </a:spcAft>
              </a:pPr>
              <a:r>
                <a:rPr lang="en-US" sz="700" b="0">
                  <a:solidFill>
                    <a:schemeClr val="bg1"/>
                  </a:solidFill>
                  <a:latin typeface="Ubuntu" panose="020B0504030602030204" pitchFamily="34" charset="0"/>
                </a:rPr>
                <a:t>61</a:t>
              </a:r>
            </a:p>
          </p:txBody>
        </p:sp>
        <p:sp>
          <p:nvSpPr>
            <p:cNvPr id="73" name="Forme libre : forme 72">
              <a:extLst>
                <a:ext uri="{FF2B5EF4-FFF2-40B4-BE49-F238E27FC236}">
                  <a16:creationId xmlns:a16="http://schemas.microsoft.com/office/drawing/2014/main" id="{FDFAC846-10F6-421E-8B39-673C784E01DE}"/>
                </a:ext>
              </a:extLst>
            </p:cNvPr>
            <p:cNvSpPr/>
            <p:nvPr/>
          </p:nvSpPr>
          <p:spPr>
            <a:xfrm>
              <a:off x="14041053" y="2818581"/>
              <a:ext cx="360865" cy="406800"/>
            </a:xfrm>
            <a:custGeom>
              <a:avLst/>
              <a:gdLst>
                <a:gd name="connsiteX0" fmla="*/ 0 w 1111406"/>
                <a:gd name="connsiteY0" fmla="*/ 0 h 1111407"/>
                <a:gd name="connsiteX1" fmla="*/ 1111407 w 1111406"/>
                <a:gd name="connsiteY1" fmla="*/ 0 h 1111407"/>
                <a:gd name="connsiteX2" fmla="*/ 1111407 w 1111406"/>
                <a:gd name="connsiteY2" fmla="*/ 1111407 h 1111407"/>
                <a:gd name="connsiteX3" fmla="*/ 0 w 1111406"/>
                <a:gd name="connsiteY3" fmla="*/ 1111407 h 1111407"/>
              </a:gdLst>
              <a:ahLst/>
              <a:cxnLst>
                <a:cxn ang="0">
                  <a:pos x="connsiteX0" y="connsiteY0"/>
                </a:cxn>
                <a:cxn ang="0">
                  <a:pos x="connsiteX1" y="connsiteY1"/>
                </a:cxn>
                <a:cxn ang="0">
                  <a:pos x="connsiteX2" y="connsiteY2"/>
                </a:cxn>
                <a:cxn ang="0">
                  <a:pos x="connsiteX3" y="connsiteY3"/>
                </a:cxn>
              </a:cxnLst>
              <a:rect l="l" t="t" r="r" b="b"/>
              <a:pathLst>
                <a:path w="1111406" h="1111407">
                  <a:moveTo>
                    <a:pt x="0" y="0"/>
                  </a:moveTo>
                  <a:lnTo>
                    <a:pt x="1111407" y="0"/>
                  </a:lnTo>
                  <a:lnTo>
                    <a:pt x="1111407" y="1111407"/>
                  </a:lnTo>
                  <a:lnTo>
                    <a:pt x="0" y="1111407"/>
                  </a:lnTo>
                  <a:close/>
                </a:path>
              </a:pathLst>
            </a:custGeom>
            <a:solidFill>
              <a:srgbClr val="2EA657"/>
            </a:solidFill>
            <a:ln w="6695" cap="flat">
              <a:noFill/>
              <a:prstDash val="solid"/>
              <a:miter/>
            </a:ln>
          </p:spPr>
          <p:txBody>
            <a:bodyPr rtlCol="0" anchor="ctr"/>
            <a:lstStyle/>
            <a:p>
              <a:pPr algn="ctr">
                <a:lnSpc>
                  <a:spcPct val="90000"/>
                </a:lnSpc>
                <a:spcAft>
                  <a:spcPts val="0"/>
                </a:spcAft>
              </a:pPr>
              <a:r>
                <a:rPr lang="en-US" sz="700" b="0">
                  <a:latin typeface="Ubuntu" panose="020B0504030602030204" pitchFamily="34" charset="0"/>
                </a:rPr>
                <a:t>46</a:t>
              </a:r>
            </a:p>
            <a:p>
              <a:pPr algn="ctr">
                <a:lnSpc>
                  <a:spcPct val="90000"/>
                </a:lnSpc>
                <a:spcAft>
                  <a:spcPts val="0"/>
                </a:spcAft>
              </a:pPr>
              <a:r>
                <a:rPr lang="en-US" sz="700" b="0">
                  <a:latin typeface="Ubuntu" panose="020B0504030602030204" pitchFamily="34" charset="0"/>
                </a:rPr>
                <a:t>166</a:t>
              </a:r>
            </a:p>
            <a:p>
              <a:pPr algn="ctr">
                <a:lnSpc>
                  <a:spcPct val="90000"/>
                </a:lnSpc>
                <a:spcAft>
                  <a:spcPts val="0"/>
                </a:spcAft>
              </a:pPr>
              <a:r>
                <a:rPr lang="en-US" sz="700" b="0">
                  <a:latin typeface="Ubuntu" panose="020B0504030602030204" pitchFamily="34" charset="0"/>
                </a:rPr>
                <a:t>87</a:t>
              </a:r>
            </a:p>
          </p:txBody>
        </p:sp>
        <p:sp>
          <p:nvSpPr>
            <p:cNvPr id="74" name="Forme libre : forme 73">
              <a:extLst>
                <a:ext uri="{FF2B5EF4-FFF2-40B4-BE49-F238E27FC236}">
                  <a16:creationId xmlns:a16="http://schemas.microsoft.com/office/drawing/2014/main" id="{353643F0-22F7-4B48-AE39-5FC8C334472F}"/>
                </a:ext>
              </a:extLst>
            </p:cNvPr>
            <p:cNvSpPr/>
            <p:nvPr/>
          </p:nvSpPr>
          <p:spPr>
            <a:xfrm>
              <a:off x="14041053" y="2405581"/>
              <a:ext cx="360865"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33B569"/>
            </a:solidFill>
            <a:ln w="6695" cap="flat">
              <a:noFill/>
              <a:prstDash val="solid"/>
              <a:miter/>
            </a:ln>
          </p:spPr>
          <p:txBody>
            <a:bodyPr rtlCol="0" anchor="ctr"/>
            <a:lstStyle/>
            <a:p>
              <a:pPr algn="ctr">
                <a:lnSpc>
                  <a:spcPct val="90000"/>
                </a:lnSpc>
                <a:spcAft>
                  <a:spcPts val="0"/>
                </a:spcAft>
              </a:pPr>
              <a:r>
                <a:rPr lang="en-US" sz="700" b="0">
                  <a:latin typeface="Ubuntu" panose="020B0504030602030204" pitchFamily="34" charset="0"/>
                </a:rPr>
                <a:t>51</a:t>
              </a:r>
            </a:p>
            <a:p>
              <a:pPr algn="ctr">
                <a:lnSpc>
                  <a:spcPct val="90000"/>
                </a:lnSpc>
                <a:spcAft>
                  <a:spcPts val="0"/>
                </a:spcAft>
              </a:pPr>
              <a:r>
                <a:rPr lang="en-US" sz="700" b="0">
                  <a:latin typeface="Ubuntu" panose="020B0504030602030204" pitchFamily="34" charset="0"/>
                </a:rPr>
                <a:t>181</a:t>
              </a:r>
            </a:p>
            <a:p>
              <a:pPr algn="ctr">
                <a:lnSpc>
                  <a:spcPct val="90000"/>
                </a:lnSpc>
                <a:spcAft>
                  <a:spcPts val="0"/>
                </a:spcAft>
              </a:pPr>
              <a:r>
                <a:rPr lang="en-US" sz="700" b="0">
                  <a:latin typeface="Ubuntu" panose="020B0504030602030204" pitchFamily="34" charset="0"/>
                </a:rPr>
                <a:t>105</a:t>
              </a:r>
            </a:p>
          </p:txBody>
        </p:sp>
        <p:sp>
          <p:nvSpPr>
            <p:cNvPr id="75" name="Forme libre : forme 74">
              <a:extLst>
                <a:ext uri="{FF2B5EF4-FFF2-40B4-BE49-F238E27FC236}">
                  <a16:creationId xmlns:a16="http://schemas.microsoft.com/office/drawing/2014/main" id="{33F41D49-321E-46F2-BE66-44E85399808F}"/>
                </a:ext>
              </a:extLst>
            </p:cNvPr>
            <p:cNvSpPr/>
            <p:nvPr/>
          </p:nvSpPr>
          <p:spPr>
            <a:xfrm>
              <a:off x="14041053" y="1992581"/>
              <a:ext cx="360865"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57CF80"/>
            </a:solidFill>
            <a:ln w="6695" cap="flat">
              <a:noFill/>
              <a:prstDash val="solid"/>
              <a:miter/>
            </a:ln>
          </p:spPr>
          <p:txBody>
            <a:bodyPr rtlCol="0" anchor="ctr"/>
            <a:lstStyle/>
            <a:p>
              <a:pPr algn="ctr">
                <a:lnSpc>
                  <a:spcPct val="90000"/>
                </a:lnSpc>
                <a:spcAft>
                  <a:spcPts val="0"/>
                </a:spcAft>
              </a:pPr>
              <a:endParaRPr lang="en-US" sz="700" b="0">
                <a:latin typeface="Ubuntu" panose="020B0504030602030204" pitchFamily="34" charset="0"/>
              </a:endParaRPr>
            </a:p>
            <a:p>
              <a:pPr algn="ctr">
                <a:lnSpc>
                  <a:spcPct val="90000"/>
                </a:lnSpc>
                <a:spcAft>
                  <a:spcPts val="0"/>
                </a:spcAft>
              </a:pPr>
              <a:r>
                <a:rPr lang="en-US" sz="700" b="0">
                  <a:latin typeface="Ubuntu" panose="020B0504030602030204" pitchFamily="34" charset="0"/>
                </a:rPr>
                <a:t>87</a:t>
              </a:r>
            </a:p>
            <a:p>
              <a:pPr algn="ctr">
                <a:lnSpc>
                  <a:spcPct val="90000"/>
                </a:lnSpc>
                <a:spcAft>
                  <a:spcPts val="0"/>
                </a:spcAft>
              </a:pPr>
              <a:r>
                <a:rPr lang="en-US" sz="700" b="0">
                  <a:latin typeface="Ubuntu" panose="020B0504030602030204" pitchFamily="34" charset="0"/>
                </a:rPr>
                <a:t>207</a:t>
              </a:r>
            </a:p>
            <a:p>
              <a:pPr algn="ctr">
                <a:lnSpc>
                  <a:spcPct val="90000"/>
                </a:lnSpc>
                <a:spcAft>
                  <a:spcPts val="0"/>
                </a:spcAft>
              </a:pPr>
              <a:r>
                <a:rPr lang="en-US" sz="700" b="0">
                  <a:latin typeface="Ubuntu" panose="020B0504030602030204" pitchFamily="34" charset="0"/>
                </a:rPr>
                <a:t>128</a:t>
              </a:r>
            </a:p>
            <a:p>
              <a:pPr algn="ctr">
                <a:lnSpc>
                  <a:spcPct val="90000"/>
                </a:lnSpc>
                <a:spcAft>
                  <a:spcPts val="0"/>
                </a:spcAft>
              </a:pPr>
              <a:endParaRPr lang="en-US" sz="700" b="0">
                <a:latin typeface="Ubuntu" panose="020B0504030602030204" pitchFamily="34" charset="0"/>
              </a:endParaRPr>
            </a:p>
          </p:txBody>
        </p:sp>
        <p:sp>
          <p:nvSpPr>
            <p:cNvPr id="76" name="Forme libre : forme 75">
              <a:extLst>
                <a:ext uri="{FF2B5EF4-FFF2-40B4-BE49-F238E27FC236}">
                  <a16:creationId xmlns:a16="http://schemas.microsoft.com/office/drawing/2014/main" id="{99A866AE-65FA-4F9E-98D0-E71681C14AC2}"/>
                </a:ext>
              </a:extLst>
            </p:cNvPr>
            <p:cNvSpPr/>
            <p:nvPr/>
          </p:nvSpPr>
          <p:spPr>
            <a:xfrm>
              <a:off x="15145311" y="3644581"/>
              <a:ext cx="360865"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173340"/>
            </a:solidFill>
            <a:ln w="6695" cap="flat">
              <a:noFill/>
              <a:prstDash val="solid"/>
              <a:miter/>
            </a:ln>
          </p:spPr>
          <p:txBody>
            <a:bodyPr rtlCol="0" anchor="ctr"/>
            <a:lstStyle/>
            <a:p>
              <a:pPr algn="ctr">
                <a:lnSpc>
                  <a:spcPct val="90000"/>
                </a:lnSpc>
                <a:spcAft>
                  <a:spcPts val="0"/>
                </a:spcAft>
              </a:pPr>
              <a:r>
                <a:rPr lang="en-US" sz="700" b="0">
                  <a:solidFill>
                    <a:schemeClr val="bg1"/>
                  </a:solidFill>
                  <a:latin typeface="Ubuntu" panose="020B0504030602030204" pitchFamily="34" charset="0"/>
                </a:rPr>
                <a:t>23</a:t>
              </a:r>
            </a:p>
            <a:p>
              <a:pPr algn="ctr">
                <a:lnSpc>
                  <a:spcPct val="90000"/>
                </a:lnSpc>
                <a:spcAft>
                  <a:spcPts val="0"/>
                </a:spcAft>
              </a:pPr>
              <a:r>
                <a:rPr lang="en-US" sz="700" b="0">
                  <a:solidFill>
                    <a:schemeClr val="bg1"/>
                  </a:solidFill>
                  <a:latin typeface="Ubuntu" panose="020B0504030602030204" pitchFamily="34" charset="0"/>
                </a:rPr>
                <a:t>51</a:t>
              </a:r>
            </a:p>
            <a:p>
              <a:pPr algn="ctr">
                <a:lnSpc>
                  <a:spcPct val="90000"/>
                </a:lnSpc>
                <a:spcAft>
                  <a:spcPts val="0"/>
                </a:spcAft>
              </a:pPr>
              <a:r>
                <a:rPr lang="en-US" sz="700" b="0">
                  <a:solidFill>
                    <a:schemeClr val="bg1"/>
                  </a:solidFill>
                  <a:latin typeface="Ubuntu" panose="020B0504030602030204" pitchFamily="34" charset="0"/>
                </a:rPr>
                <a:t>64</a:t>
              </a:r>
            </a:p>
          </p:txBody>
        </p:sp>
        <p:sp>
          <p:nvSpPr>
            <p:cNvPr id="77" name="Forme libre : forme 76">
              <a:extLst>
                <a:ext uri="{FF2B5EF4-FFF2-40B4-BE49-F238E27FC236}">
                  <a16:creationId xmlns:a16="http://schemas.microsoft.com/office/drawing/2014/main" id="{FF63074E-4AF4-4930-9679-FD2D7A0F2A11}"/>
                </a:ext>
              </a:extLst>
            </p:cNvPr>
            <p:cNvSpPr/>
            <p:nvPr/>
          </p:nvSpPr>
          <p:spPr>
            <a:xfrm>
              <a:off x="15145311" y="3231581"/>
              <a:ext cx="360865"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214554"/>
            </a:solidFill>
            <a:ln w="6695" cap="flat">
              <a:noFill/>
              <a:prstDash val="solid"/>
              <a:miter/>
            </a:ln>
          </p:spPr>
          <p:txBody>
            <a:bodyPr rtlCol="0" anchor="ctr"/>
            <a:lstStyle/>
            <a:p>
              <a:pPr algn="ctr">
                <a:lnSpc>
                  <a:spcPct val="90000"/>
                </a:lnSpc>
                <a:spcAft>
                  <a:spcPts val="0"/>
                </a:spcAft>
              </a:pPr>
              <a:r>
                <a:rPr lang="en-US" sz="700" b="0">
                  <a:solidFill>
                    <a:schemeClr val="bg1"/>
                  </a:solidFill>
                  <a:latin typeface="Ubuntu" panose="020B0504030602030204" pitchFamily="34" charset="0"/>
                </a:rPr>
                <a:t>33</a:t>
              </a:r>
            </a:p>
            <a:p>
              <a:pPr algn="ctr">
                <a:lnSpc>
                  <a:spcPct val="90000"/>
                </a:lnSpc>
                <a:spcAft>
                  <a:spcPts val="0"/>
                </a:spcAft>
              </a:pPr>
              <a:r>
                <a:rPr lang="en-US" sz="700" b="0">
                  <a:solidFill>
                    <a:schemeClr val="bg1"/>
                  </a:solidFill>
                  <a:latin typeface="Ubuntu" panose="020B0504030602030204" pitchFamily="34" charset="0"/>
                </a:rPr>
                <a:t>69</a:t>
              </a:r>
            </a:p>
            <a:p>
              <a:pPr algn="ctr">
                <a:lnSpc>
                  <a:spcPct val="90000"/>
                </a:lnSpc>
                <a:spcAft>
                  <a:spcPts val="0"/>
                </a:spcAft>
              </a:pPr>
              <a:r>
                <a:rPr lang="en-US" sz="700" b="0">
                  <a:solidFill>
                    <a:schemeClr val="bg1"/>
                  </a:solidFill>
                  <a:latin typeface="Ubuntu" panose="020B0504030602030204" pitchFamily="34" charset="0"/>
                </a:rPr>
                <a:t>84</a:t>
              </a:r>
            </a:p>
          </p:txBody>
        </p:sp>
        <p:sp>
          <p:nvSpPr>
            <p:cNvPr id="78" name="Forme libre : forme 77">
              <a:extLst>
                <a:ext uri="{FF2B5EF4-FFF2-40B4-BE49-F238E27FC236}">
                  <a16:creationId xmlns:a16="http://schemas.microsoft.com/office/drawing/2014/main" id="{56DB4C49-7593-476E-9314-2444B469873A}"/>
                </a:ext>
              </a:extLst>
            </p:cNvPr>
            <p:cNvSpPr/>
            <p:nvPr/>
          </p:nvSpPr>
          <p:spPr>
            <a:xfrm>
              <a:off x="15145311" y="2818581"/>
              <a:ext cx="360865" cy="406800"/>
            </a:xfrm>
            <a:custGeom>
              <a:avLst/>
              <a:gdLst>
                <a:gd name="connsiteX0" fmla="*/ 0 w 1111406"/>
                <a:gd name="connsiteY0" fmla="*/ 0 h 1111407"/>
                <a:gd name="connsiteX1" fmla="*/ 1111407 w 1111406"/>
                <a:gd name="connsiteY1" fmla="*/ 0 h 1111407"/>
                <a:gd name="connsiteX2" fmla="*/ 1111407 w 1111406"/>
                <a:gd name="connsiteY2" fmla="*/ 1111407 h 1111407"/>
                <a:gd name="connsiteX3" fmla="*/ 0 w 1111406"/>
                <a:gd name="connsiteY3" fmla="*/ 1111407 h 1111407"/>
              </a:gdLst>
              <a:ahLst/>
              <a:cxnLst>
                <a:cxn ang="0">
                  <a:pos x="connsiteX0" y="connsiteY0"/>
                </a:cxn>
                <a:cxn ang="0">
                  <a:pos x="connsiteX1" y="connsiteY1"/>
                </a:cxn>
                <a:cxn ang="0">
                  <a:pos x="connsiteX2" y="connsiteY2"/>
                </a:cxn>
                <a:cxn ang="0">
                  <a:pos x="connsiteX3" y="connsiteY3"/>
                </a:cxn>
              </a:cxnLst>
              <a:rect l="l" t="t" r="r" b="b"/>
              <a:pathLst>
                <a:path w="1111406" h="1111407">
                  <a:moveTo>
                    <a:pt x="0" y="0"/>
                  </a:moveTo>
                  <a:lnTo>
                    <a:pt x="1111407" y="0"/>
                  </a:lnTo>
                  <a:lnTo>
                    <a:pt x="1111407" y="1111407"/>
                  </a:lnTo>
                  <a:lnTo>
                    <a:pt x="0" y="1111407"/>
                  </a:lnTo>
                  <a:close/>
                </a:path>
              </a:pathLst>
            </a:custGeom>
            <a:solidFill>
              <a:srgbClr val="14596B"/>
            </a:solidFill>
            <a:ln w="6695" cap="flat">
              <a:noFill/>
              <a:prstDash val="solid"/>
              <a:miter/>
            </a:ln>
          </p:spPr>
          <p:txBody>
            <a:bodyPr rtlCol="0" anchor="ctr"/>
            <a:lstStyle/>
            <a:p>
              <a:pPr algn="ctr">
                <a:lnSpc>
                  <a:spcPct val="90000"/>
                </a:lnSpc>
                <a:spcAft>
                  <a:spcPts val="0"/>
                </a:spcAft>
              </a:pPr>
              <a:r>
                <a:rPr lang="en-US" sz="700" b="0">
                  <a:solidFill>
                    <a:schemeClr val="bg1"/>
                  </a:solidFill>
                  <a:latin typeface="Ubuntu" panose="020B0504030602030204" pitchFamily="34" charset="0"/>
                </a:rPr>
                <a:t>20</a:t>
              </a:r>
            </a:p>
            <a:p>
              <a:pPr algn="ctr">
                <a:lnSpc>
                  <a:spcPct val="90000"/>
                </a:lnSpc>
                <a:spcAft>
                  <a:spcPts val="0"/>
                </a:spcAft>
              </a:pPr>
              <a:r>
                <a:rPr lang="en-US" sz="700" b="0">
                  <a:solidFill>
                    <a:schemeClr val="bg1"/>
                  </a:solidFill>
                  <a:latin typeface="Ubuntu" panose="020B0504030602030204" pitchFamily="34" charset="0"/>
                </a:rPr>
                <a:t>89</a:t>
              </a:r>
            </a:p>
            <a:p>
              <a:pPr algn="ctr">
                <a:lnSpc>
                  <a:spcPct val="90000"/>
                </a:lnSpc>
                <a:spcAft>
                  <a:spcPts val="0"/>
                </a:spcAft>
              </a:pPr>
              <a:r>
                <a:rPr lang="en-US" sz="700" b="0">
                  <a:solidFill>
                    <a:schemeClr val="bg1"/>
                  </a:solidFill>
                  <a:latin typeface="Ubuntu" panose="020B0504030602030204" pitchFamily="34" charset="0"/>
                </a:rPr>
                <a:t>107</a:t>
              </a:r>
            </a:p>
          </p:txBody>
        </p:sp>
        <p:sp>
          <p:nvSpPr>
            <p:cNvPr id="79" name="Forme libre : forme 78">
              <a:extLst>
                <a:ext uri="{FF2B5EF4-FFF2-40B4-BE49-F238E27FC236}">
                  <a16:creationId xmlns:a16="http://schemas.microsoft.com/office/drawing/2014/main" id="{82B57E86-9AA1-49BE-93E7-6C1DB4AFDDF9}"/>
                </a:ext>
              </a:extLst>
            </p:cNvPr>
            <p:cNvSpPr/>
            <p:nvPr/>
          </p:nvSpPr>
          <p:spPr>
            <a:xfrm>
              <a:off x="15145311" y="2405581"/>
              <a:ext cx="360865"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336B7D"/>
            </a:solidFill>
            <a:ln w="6695" cap="flat">
              <a:noFill/>
              <a:prstDash val="solid"/>
              <a:miter/>
            </a:ln>
          </p:spPr>
          <p:txBody>
            <a:bodyPr rtlCol="0" anchor="ctr"/>
            <a:lstStyle/>
            <a:p>
              <a:pPr algn="ctr">
                <a:lnSpc>
                  <a:spcPct val="90000"/>
                </a:lnSpc>
                <a:spcAft>
                  <a:spcPts val="0"/>
                </a:spcAft>
              </a:pPr>
              <a:r>
                <a:rPr lang="en-US" sz="700" b="0">
                  <a:solidFill>
                    <a:schemeClr val="bg1"/>
                  </a:solidFill>
                  <a:latin typeface="Ubuntu" panose="020B0504030602030204" pitchFamily="34" charset="0"/>
                </a:rPr>
                <a:t>51</a:t>
              </a:r>
            </a:p>
            <a:p>
              <a:pPr algn="ctr">
                <a:lnSpc>
                  <a:spcPct val="90000"/>
                </a:lnSpc>
                <a:spcAft>
                  <a:spcPts val="0"/>
                </a:spcAft>
              </a:pPr>
              <a:r>
                <a:rPr lang="en-US" sz="700" b="0">
                  <a:solidFill>
                    <a:schemeClr val="bg1"/>
                  </a:solidFill>
                  <a:latin typeface="Ubuntu" panose="020B0504030602030204" pitchFamily="34" charset="0"/>
                </a:rPr>
                <a:t>107</a:t>
              </a:r>
            </a:p>
            <a:p>
              <a:pPr algn="ctr">
                <a:lnSpc>
                  <a:spcPct val="90000"/>
                </a:lnSpc>
                <a:spcAft>
                  <a:spcPts val="0"/>
                </a:spcAft>
              </a:pPr>
              <a:r>
                <a:rPr lang="en-US" sz="700" b="0">
                  <a:solidFill>
                    <a:schemeClr val="bg1"/>
                  </a:solidFill>
                  <a:latin typeface="Ubuntu" panose="020B0504030602030204" pitchFamily="34" charset="0"/>
                </a:rPr>
                <a:t>25</a:t>
              </a:r>
            </a:p>
          </p:txBody>
        </p:sp>
        <p:sp>
          <p:nvSpPr>
            <p:cNvPr id="80" name="Forme libre : forme 79">
              <a:extLst>
                <a:ext uri="{FF2B5EF4-FFF2-40B4-BE49-F238E27FC236}">
                  <a16:creationId xmlns:a16="http://schemas.microsoft.com/office/drawing/2014/main" id="{F58D84FF-3235-47A7-A015-65B66A7E9528}"/>
                </a:ext>
              </a:extLst>
            </p:cNvPr>
            <p:cNvSpPr/>
            <p:nvPr/>
          </p:nvSpPr>
          <p:spPr>
            <a:xfrm>
              <a:off x="15145311" y="1992581"/>
              <a:ext cx="360865"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338091"/>
            </a:solidFill>
            <a:ln w="6695" cap="flat">
              <a:noFill/>
              <a:prstDash val="solid"/>
              <a:miter/>
            </a:ln>
          </p:spPr>
          <p:txBody>
            <a:bodyPr rtlCol="0" anchor="ctr"/>
            <a:lstStyle/>
            <a:p>
              <a:pPr algn="ctr">
                <a:lnSpc>
                  <a:spcPct val="90000"/>
                </a:lnSpc>
                <a:spcAft>
                  <a:spcPts val="0"/>
                </a:spcAft>
              </a:pPr>
              <a:r>
                <a:rPr lang="en-US" sz="700" b="0">
                  <a:solidFill>
                    <a:schemeClr val="bg1"/>
                  </a:solidFill>
                  <a:latin typeface="Ubuntu" panose="020B0504030602030204" pitchFamily="34" charset="0"/>
                </a:rPr>
                <a:t>51</a:t>
              </a:r>
            </a:p>
            <a:p>
              <a:pPr algn="ctr">
                <a:lnSpc>
                  <a:spcPct val="90000"/>
                </a:lnSpc>
                <a:spcAft>
                  <a:spcPts val="0"/>
                </a:spcAft>
              </a:pPr>
              <a:r>
                <a:rPr lang="en-US" sz="700" b="0">
                  <a:solidFill>
                    <a:schemeClr val="bg1"/>
                  </a:solidFill>
                  <a:latin typeface="Ubuntu" panose="020B0504030602030204" pitchFamily="34" charset="0"/>
                </a:rPr>
                <a:t>128</a:t>
              </a:r>
            </a:p>
            <a:p>
              <a:pPr algn="ctr">
                <a:lnSpc>
                  <a:spcPct val="90000"/>
                </a:lnSpc>
                <a:spcAft>
                  <a:spcPts val="0"/>
                </a:spcAft>
              </a:pPr>
              <a:r>
                <a:rPr lang="en-US" sz="700" b="0">
                  <a:solidFill>
                    <a:schemeClr val="bg1"/>
                  </a:solidFill>
                  <a:latin typeface="Ubuntu" panose="020B0504030602030204" pitchFamily="34" charset="0"/>
                </a:rPr>
                <a:t>145</a:t>
              </a:r>
            </a:p>
          </p:txBody>
        </p:sp>
        <p:sp>
          <p:nvSpPr>
            <p:cNvPr id="81" name="Forme libre : forme 80">
              <a:extLst>
                <a:ext uri="{FF2B5EF4-FFF2-40B4-BE49-F238E27FC236}">
                  <a16:creationId xmlns:a16="http://schemas.microsoft.com/office/drawing/2014/main" id="{0C2FDFFD-39D1-4054-899F-2527AF6109D7}"/>
                </a:ext>
              </a:extLst>
            </p:cNvPr>
            <p:cNvSpPr/>
            <p:nvPr/>
          </p:nvSpPr>
          <p:spPr>
            <a:xfrm>
              <a:off x="14408740" y="3644581"/>
              <a:ext cx="360865"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007D74"/>
            </a:solidFill>
            <a:ln w="6695" cap="flat">
              <a:noFill/>
              <a:prstDash val="solid"/>
              <a:miter/>
            </a:ln>
          </p:spPr>
          <p:txBody>
            <a:bodyPr rtlCol="0" anchor="ctr"/>
            <a:lstStyle/>
            <a:p>
              <a:pPr algn="ctr">
                <a:lnSpc>
                  <a:spcPct val="90000"/>
                </a:lnSpc>
                <a:spcAft>
                  <a:spcPts val="0"/>
                </a:spcAft>
              </a:pPr>
              <a:r>
                <a:rPr lang="en-US" sz="700" b="0">
                  <a:solidFill>
                    <a:schemeClr val="bg1"/>
                  </a:solidFill>
                  <a:latin typeface="Ubuntu" panose="020B0504030602030204" pitchFamily="34" charset="0"/>
                </a:rPr>
                <a:t>0</a:t>
              </a:r>
            </a:p>
            <a:p>
              <a:pPr algn="ctr">
                <a:lnSpc>
                  <a:spcPct val="90000"/>
                </a:lnSpc>
                <a:spcAft>
                  <a:spcPts val="0"/>
                </a:spcAft>
              </a:pPr>
              <a:r>
                <a:rPr lang="en-US" sz="700" b="0">
                  <a:solidFill>
                    <a:schemeClr val="bg1"/>
                  </a:solidFill>
                  <a:latin typeface="Ubuntu" panose="020B0504030602030204" pitchFamily="34" charset="0"/>
                </a:rPr>
                <a:t>125</a:t>
              </a:r>
            </a:p>
            <a:p>
              <a:pPr algn="ctr">
                <a:lnSpc>
                  <a:spcPct val="90000"/>
                </a:lnSpc>
                <a:spcAft>
                  <a:spcPts val="0"/>
                </a:spcAft>
              </a:pPr>
              <a:r>
                <a:rPr lang="en-US" sz="700" b="0">
                  <a:solidFill>
                    <a:schemeClr val="bg1"/>
                  </a:solidFill>
                  <a:latin typeface="Ubuntu" panose="020B0504030602030204" pitchFamily="34" charset="0"/>
                </a:rPr>
                <a:t>116</a:t>
              </a:r>
            </a:p>
          </p:txBody>
        </p:sp>
        <p:sp>
          <p:nvSpPr>
            <p:cNvPr id="82" name="Forme libre : forme 81">
              <a:extLst>
                <a:ext uri="{FF2B5EF4-FFF2-40B4-BE49-F238E27FC236}">
                  <a16:creationId xmlns:a16="http://schemas.microsoft.com/office/drawing/2014/main" id="{3B4493E8-9680-4EA3-9A68-6174B5ADF266}"/>
                </a:ext>
              </a:extLst>
            </p:cNvPr>
            <p:cNvSpPr/>
            <p:nvPr/>
          </p:nvSpPr>
          <p:spPr>
            <a:xfrm>
              <a:off x="14408740" y="3231581"/>
              <a:ext cx="360865"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00929B"/>
            </a:solidFill>
            <a:ln w="6695" cap="flat">
              <a:noFill/>
              <a:prstDash val="solid"/>
              <a:miter/>
            </a:ln>
          </p:spPr>
          <p:txBody>
            <a:bodyPr rtlCol="0" anchor="ctr"/>
            <a:lstStyle/>
            <a:p>
              <a:pPr algn="ctr">
                <a:lnSpc>
                  <a:spcPct val="90000"/>
                </a:lnSpc>
                <a:spcAft>
                  <a:spcPts val="0"/>
                </a:spcAft>
              </a:pPr>
              <a:r>
                <a:rPr lang="en-US" sz="700" b="0">
                  <a:solidFill>
                    <a:schemeClr val="bg1"/>
                  </a:solidFill>
                  <a:latin typeface="Ubuntu" panose="020B0504030602030204" pitchFamily="34" charset="0"/>
                </a:rPr>
                <a:t>0</a:t>
              </a:r>
            </a:p>
            <a:p>
              <a:pPr algn="ctr">
                <a:lnSpc>
                  <a:spcPct val="90000"/>
                </a:lnSpc>
                <a:spcAft>
                  <a:spcPts val="0"/>
                </a:spcAft>
              </a:pPr>
              <a:r>
                <a:rPr lang="en-US" sz="700" b="0">
                  <a:solidFill>
                    <a:schemeClr val="bg1"/>
                  </a:solidFill>
                  <a:latin typeface="Ubuntu" panose="020B0504030602030204" pitchFamily="34" charset="0"/>
                </a:rPr>
                <a:t>146</a:t>
              </a:r>
            </a:p>
            <a:p>
              <a:pPr algn="ctr">
                <a:lnSpc>
                  <a:spcPct val="90000"/>
                </a:lnSpc>
                <a:spcAft>
                  <a:spcPts val="0"/>
                </a:spcAft>
              </a:pPr>
              <a:r>
                <a:rPr lang="en-US" sz="700" b="0">
                  <a:solidFill>
                    <a:schemeClr val="bg1"/>
                  </a:solidFill>
                  <a:latin typeface="Ubuntu" panose="020B0504030602030204" pitchFamily="34" charset="0"/>
                </a:rPr>
                <a:t>155</a:t>
              </a:r>
            </a:p>
          </p:txBody>
        </p:sp>
        <p:sp>
          <p:nvSpPr>
            <p:cNvPr id="83" name="Forme libre : forme 82">
              <a:extLst>
                <a:ext uri="{FF2B5EF4-FFF2-40B4-BE49-F238E27FC236}">
                  <a16:creationId xmlns:a16="http://schemas.microsoft.com/office/drawing/2014/main" id="{B4B6B943-D34B-48B2-95E0-76C5F8BA25FA}"/>
                </a:ext>
              </a:extLst>
            </p:cNvPr>
            <p:cNvSpPr/>
            <p:nvPr/>
          </p:nvSpPr>
          <p:spPr>
            <a:xfrm>
              <a:off x="14408740" y="2818581"/>
              <a:ext cx="360865" cy="406800"/>
            </a:xfrm>
            <a:custGeom>
              <a:avLst/>
              <a:gdLst>
                <a:gd name="connsiteX0" fmla="*/ 0 w 1111406"/>
                <a:gd name="connsiteY0" fmla="*/ 0 h 1111407"/>
                <a:gd name="connsiteX1" fmla="*/ 1111407 w 1111406"/>
                <a:gd name="connsiteY1" fmla="*/ 0 h 1111407"/>
                <a:gd name="connsiteX2" fmla="*/ 1111407 w 1111406"/>
                <a:gd name="connsiteY2" fmla="*/ 1111407 h 1111407"/>
                <a:gd name="connsiteX3" fmla="*/ 0 w 1111406"/>
                <a:gd name="connsiteY3" fmla="*/ 1111407 h 1111407"/>
              </a:gdLst>
              <a:ahLst/>
              <a:cxnLst>
                <a:cxn ang="0">
                  <a:pos x="connsiteX0" y="connsiteY0"/>
                </a:cxn>
                <a:cxn ang="0">
                  <a:pos x="connsiteX1" y="connsiteY1"/>
                </a:cxn>
                <a:cxn ang="0">
                  <a:pos x="connsiteX2" y="connsiteY2"/>
                </a:cxn>
                <a:cxn ang="0">
                  <a:pos x="connsiteX3" y="connsiteY3"/>
                </a:cxn>
              </a:cxnLst>
              <a:rect l="l" t="t" r="r" b="b"/>
              <a:pathLst>
                <a:path w="1111406" h="1111407">
                  <a:moveTo>
                    <a:pt x="0" y="0"/>
                  </a:moveTo>
                  <a:lnTo>
                    <a:pt x="1111407" y="0"/>
                  </a:lnTo>
                  <a:lnTo>
                    <a:pt x="1111407" y="1111407"/>
                  </a:lnTo>
                  <a:lnTo>
                    <a:pt x="0" y="1111407"/>
                  </a:lnTo>
                  <a:close/>
                </a:path>
              </a:pathLst>
            </a:custGeom>
            <a:solidFill>
              <a:srgbClr val="00BFBF"/>
            </a:solidFill>
            <a:ln w="6695" cap="flat">
              <a:noFill/>
              <a:prstDash val="solid"/>
              <a:miter/>
            </a:ln>
          </p:spPr>
          <p:txBody>
            <a:bodyPr rtlCol="0" anchor="ctr"/>
            <a:lstStyle/>
            <a:p>
              <a:pPr algn="ctr">
                <a:lnSpc>
                  <a:spcPct val="90000"/>
                </a:lnSpc>
                <a:spcAft>
                  <a:spcPts val="0"/>
                </a:spcAft>
              </a:pPr>
              <a:r>
                <a:rPr lang="en-US" sz="700" b="0">
                  <a:latin typeface="Ubuntu" panose="020B0504030602030204" pitchFamily="34" charset="0"/>
                </a:rPr>
                <a:t>0</a:t>
              </a:r>
            </a:p>
            <a:p>
              <a:pPr algn="ctr">
                <a:lnSpc>
                  <a:spcPct val="90000"/>
                </a:lnSpc>
                <a:spcAft>
                  <a:spcPts val="0"/>
                </a:spcAft>
              </a:pPr>
              <a:r>
                <a:rPr lang="en-US" sz="700" b="0">
                  <a:latin typeface="Ubuntu" panose="020B0504030602030204" pitchFamily="34" charset="0"/>
                </a:rPr>
                <a:t>191</a:t>
              </a:r>
            </a:p>
            <a:p>
              <a:pPr algn="ctr">
                <a:lnSpc>
                  <a:spcPct val="90000"/>
                </a:lnSpc>
                <a:spcAft>
                  <a:spcPts val="0"/>
                </a:spcAft>
              </a:pPr>
              <a:r>
                <a:rPr lang="en-US" sz="700" b="0">
                  <a:latin typeface="Ubuntu" panose="020B0504030602030204" pitchFamily="34" charset="0"/>
                </a:rPr>
                <a:t>191</a:t>
              </a:r>
            </a:p>
          </p:txBody>
        </p:sp>
        <p:sp>
          <p:nvSpPr>
            <p:cNvPr id="84" name="Forme libre : forme 83">
              <a:extLst>
                <a:ext uri="{FF2B5EF4-FFF2-40B4-BE49-F238E27FC236}">
                  <a16:creationId xmlns:a16="http://schemas.microsoft.com/office/drawing/2014/main" id="{B434FFE6-E50A-4EA9-83D4-F9F4917BBCB8}"/>
                </a:ext>
              </a:extLst>
            </p:cNvPr>
            <p:cNvSpPr/>
            <p:nvPr/>
          </p:nvSpPr>
          <p:spPr>
            <a:xfrm>
              <a:off x="14408740" y="2405581"/>
              <a:ext cx="360865"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00D5D0"/>
            </a:solidFill>
            <a:ln w="6695" cap="flat">
              <a:noFill/>
              <a:prstDash val="solid"/>
              <a:miter/>
            </a:ln>
          </p:spPr>
          <p:txBody>
            <a:bodyPr rtlCol="0" anchor="ctr"/>
            <a:lstStyle/>
            <a:p>
              <a:pPr algn="ctr">
                <a:lnSpc>
                  <a:spcPct val="90000"/>
                </a:lnSpc>
                <a:spcAft>
                  <a:spcPts val="0"/>
                </a:spcAft>
              </a:pPr>
              <a:r>
                <a:rPr lang="en-US" sz="700" b="0">
                  <a:latin typeface="Ubuntu" panose="020B0504030602030204" pitchFamily="34" charset="0"/>
                </a:rPr>
                <a:t>0</a:t>
              </a:r>
            </a:p>
            <a:p>
              <a:pPr algn="ctr">
                <a:lnSpc>
                  <a:spcPct val="90000"/>
                </a:lnSpc>
                <a:spcAft>
                  <a:spcPts val="0"/>
                </a:spcAft>
              </a:pPr>
              <a:r>
                <a:rPr lang="en-US" sz="700" b="0">
                  <a:latin typeface="Ubuntu" panose="020B0504030602030204" pitchFamily="34" charset="0"/>
                </a:rPr>
                <a:t>213</a:t>
              </a:r>
            </a:p>
            <a:p>
              <a:pPr algn="ctr">
                <a:lnSpc>
                  <a:spcPct val="90000"/>
                </a:lnSpc>
                <a:spcAft>
                  <a:spcPts val="0"/>
                </a:spcAft>
              </a:pPr>
              <a:r>
                <a:rPr lang="en-US" sz="700" b="0">
                  <a:latin typeface="Ubuntu" panose="020B0504030602030204" pitchFamily="34" charset="0"/>
                </a:rPr>
                <a:t>208</a:t>
              </a:r>
            </a:p>
          </p:txBody>
        </p:sp>
        <p:sp>
          <p:nvSpPr>
            <p:cNvPr id="85" name="Forme libre : forme 84">
              <a:extLst>
                <a:ext uri="{FF2B5EF4-FFF2-40B4-BE49-F238E27FC236}">
                  <a16:creationId xmlns:a16="http://schemas.microsoft.com/office/drawing/2014/main" id="{E0BE1B97-A7F2-4E15-8D45-CD3F50622B5F}"/>
                </a:ext>
              </a:extLst>
            </p:cNvPr>
            <p:cNvSpPr/>
            <p:nvPr/>
          </p:nvSpPr>
          <p:spPr>
            <a:xfrm>
              <a:off x="14408740" y="1992581"/>
              <a:ext cx="360865"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00E6E3"/>
            </a:solidFill>
            <a:ln w="6695" cap="flat">
              <a:noFill/>
              <a:prstDash val="solid"/>
              <a:miter/>
            </a:ln>
          </p:spPr>
          <p:txBody>
            <a:bodyPr rtlCol="0" anchor="ctr"/>
            <a:lstStyle/>
            <a:p>
              <a:pPr algn="ctr">
                <a:lnSpc>
                  <a:spcPct val="90000"/>
                </a:lnSpc>
                <a:spcAft>
                  <a:spcPts val="0"/>
                </a:spcAft>
              </a:pPr>
              <a:r>
                <a:rPr lang="en-US" sz="700" b="0">
                  <a:latin typeface="Ubuntu" panose="020B0504030602030204" pitchFamily="34" charset="0"/>
                </a:rPr>
                <a:t>0</a:t>
              </a:r>
            </a:p>
            <a:p>
              <a:pPr algn="ctr">
                <a:lnSpc>
                  <a:spcPct val="90000"/>
                </a:lnSpc>
                <a:spcAft>
                  <a:spcPts val="0"/>
                </a:spcAft>
              </a:pPr>
              <a:r>
                <a:rPr lang="en-US" sz="700" b="0">
                  <a:latin typeface="Ubuntu" panose="020B0504030602030204" pitchFamily="34" charset="0"/>
                </a:rPr>
                <a:t>230</a:t>
              </a:r>
            </a:p>
            <a:p>
              <a:pPr algn="ctr">
                <a:lnSpc>
                  <a:spcPct val="90000"/>
                </a:lnSpc>
                <a:spcAft>
                  <a:spcPts val="0"/>
                </a:spcAft>
              </a:pPr>
              <a:r>
                <a:rPr lang="en-US" sz="700" b="0">
                  <a:latin typeface="Ubuntu" panose="020B0504030602030204" pitchFamily="34" charset="0"/>
                </a:rPr>
                <a:t>227</a:t>
              </a:r>
            </a:p>
          </p:txBody>
        </p:sp>
      </p:grpSp>
      <p:grpSp>
        <p:nvGrpSpPr>
          <p:cNvPr id="94" name="Groupe 1">
            <a:extLst>
              <a:ext uri="{FF2B5EF4-FFF2-40B4-BE49-F238E27FC236}">
                <a16:creationId xmlns:a16="http://schemas.microsoft.com/office/drawing/2014/main" id="{11A3E882-4152-49CC-A658-0BA2BD4CCF4E}"/>
              </a:ext>
            </a:extLst>
          </p:cNvPr>
          <p:cNvGrpSpPr>
            <a:grpSpLocks noChangeAspect="1"/>
          </p:cNvGrpSpPr>
          <p:nvPr userDrawn="1"/>
        </p:nvGrpSpPr>
        <p:grpSpPr>
          <a:xfrm>
            <a:off x="11562163" y="205059"/>
            <a:ext cx="419436" cy="388988"/>
            <a:chOff x="11501102" y="171573"/>
            <a:chExt cx="419436" cy="388988"/>
          </a:xfrm>
        </p:grpSpPr>
        <p:sp>
          <p:nvSpPr>
            <p:cNvPr id="95" name="Freeform 13">
              <a:extLst>
                <a:ext uri="{FF2B5EF4-FFF2-40B4-BE49-F238E27FC236}">
                  <a16:creationId xmlns:a16="http://schemas.microsoft.com/office/drawing/2014/main" id="{7962C740-AA7F-4225-AF45-30CEC5D85747}"/>
                </a:ext>
              </a:extLst>
            </p:cNvPr>
            <p:cNvSpPr>
              <a:spLocks/>
            </p:cNvSpPr>
            <p:nvPr userDrawn="1"/>
          </p:nvSpPr>
          <p:spPr bwMode="auto">
            <a:xfrm>
              <a:off x="11644642" y="334376"/>
              <a:ext cx="275896" cy="226185"/>
            </a:xfrm>
            <a:custGeom>
              <a:avLst/>
              <a:gdLst/>
              <a:ahLst/>
              <a:cxnLst>
                <a:cxn ang="0">
                  <a:pos x="125" y="107"/>
                </a:cxn>
                <a:cxn ang="0">
                  <a:pos x="188" y="43"/>
                </a:cxn>
                <a:cxn ang="0">
                  <a:pos x="141" y="0"/>
                </a:cxn>
                <a:cxn ang="0">
                  <a:pos x="49" y="99"/>
                </a:cxn>
                <a:cxn ang="0">
                  <a:pos x="0" y="144"/>
                </a:cxn>
                <a:cxn ang="0">
                  <a:pos x="37" y="154"/>
                </a:cxn>
                <a:cxn ang="0">
                  <a:pos x="125" y="125"/>
                </a:cxn>
                <a:cxn ang="0">
                  <a:pos x="81" y="86"/>
                </a:cxn>
                <a:cxn ang="0">
                  <a:pos x="125" y="107"/>
                </a:cxn>
              </a:cxnLst>
              <a:rect l="0" t="0" r="r" b="b"/>
              <a:pathLst>
                <a:path w="188" h="154">
                  <a:moveTo>
                    <a:pt x="125" y="107"/>
                  </a:moveTo>
                  <a:cubicBezTo>
                    <a:pt x="160" y="107"/>
                    <a:pt x="188" y="78"/>
                    <a:pt x="188" y="43"/>
                  </a:cubicBezTo>
                  <a:cubicBezTo>
                    <a:pt x="186" y="28"/>
                    <a:pt x="181" y="0"/>
                    <a:pt x="141" y="0"/>
                  </a:cubicBezTo>
                  <a:cubicBezTo>
                    <a:pt x="99" y="0"/>
                    <a:pt x="84" y="60"/>
                    <a:pt x="49" y="99"/>
                  </a:cubicBezTo>
                  <a:cubicBezTo>
                    <a:pt x="47" y="121"/>
                    <a:pt x="26" y="140"/>
                    <a:pt x="0" y="144"/>
                  </a:cubicBezTo>
                  <a:cubicBezTo>
                    <a:pt x="6" y="150"/>
                    <a:pt x="20" y="154"/>
                    <a:pt x="37" y="154"/>
                  </a:cubicBezTo>
                  <a:cubicBezTo>
                    <a:pt x="68" y="154"/>
                    <a:pt x="106" y="145"/>
                    <a:pt x="125" y="125"/>
                  </a:cubicBezTo>
                  <a:cubicBezTo>
                    <a:pt x="99" y="126"/>
                    <a:pt x="82" y="109"/>
                    <a:pt x="81" y="86"/>
                  </a:cubicBezTo>
                  <a:cubicBezTo>
                    <a:pt x="93" y="101"/>
                    <a:pt x="108" y="107"/>
                    <a:pt x="125" y="107"/>
                  </a:cubicBezTo>
                </a:path>
              </a:pathLst>
            </a:custGeom>
            <a:solidFill>
              <a:srgbClr val="12ABDB"/>
            </a:solidFill>
            <a:ln w="9525">
              <a:noFill/>
              <a:round/>
              <a:headEnd/>
              <a:tailEnd/>
            </a:ln>
          </p:spPr>
          <p:txBody>
            <a:bodyPr vert="horz" wrap="square" lIns="91440" tIns="45720" rIns="91440" bIns="45720" numCol="1" anchor="t" anchorCtr="0" compatLnSpc="1">
              <a:prstTxWarp prst="textNoShape">
                <a:avLst/>
              </a:prstTxWarp>
            </a:bodyPr>
            <a:lstStyle/>
            <a:p>
              <a:endParaRPr lang="en-GB"/>
            </a:p>
          </p:txBody>
        </p:sp>
        <p:sp>
          <p:nvSpPr>
            <p:cNvPr id="96" name="Freeform 14">
              <a:extLst>
                <a:ext uri="{FF2B5EF4-FFF2-40B4-BE49-F238E27FC236}">
                  <a16:creationId xmlns:a16="http://schemas.microsoft.com/office/drawing/2014/main" id="{8B6BE8F3-0248-42CC-8053-5B10FA1A6457}"/>
                </a:ext>
              </a:extLst>
            </p:cNvPr>
            <p:cNvSpPr>
              <a:spLocks/>
            </p:cNvSpPr>
            <p:nvPr userDrawn="1"/>
          </p:nvSpPr>
          <p:spPr bwMode="auto">
            <a:xfrm>
              <a:off x="11501102" y="171573"/>
              <a:ext cx="419436" cy="356676"/>
            </a:xfrm>
            <a:custGeom>
              <a:avLst/>
              <a:gdLst/>
              <a:ahLst/>
              <a:cxnLst>
                <a:cxn ang="0">
                  <a:pos x="286" y="152"/>
                </a:cxn>
                <a:cxn ang="0">
                  <a:pos x="237" y="51"/>
                </a:cxn>
                <a:cxn ang="0">
                  <a:pos x="160" y="3"/>
                </a:cxn>
                <a:cxn ang="0">
                  <a:pos x="153" y="0"/>
                </a:cxn>
                <a:cxn ang="0">
                  <a:pos x="153" y="0"/>
                </a:cxn>
                <a:cxn ang="0">
                  <a:pos x="0" y="158"/>
                </a:cxn>
                <a:cxn ang="0">
                  <a:pos x="53" y="236"/>
                </a:cxn>
                <a:cxn ang="0">
                  <a:pos x="107" y="237"/>
                </a:cxn>
                <a:cxn ang="0">
                  <a:pos x="147" y="210"/>
                </a:cxn>
                <a:cxn ang="0">
                  <a:pos x="239" y="111"/>
                </a:cxn>
                <a:cxn ang="0">
                  <a:pos x="286" y="154"/>
                </a:cxn>
                <a:cxn ang="0">
                  <a:pos x="286" y="152"/>
                </a:cxn>
              </a:cxnLst>
              <a:rect l="0" t="0" r="r" b="b"/>
              <a:pathLst>
                <a:path w="286" h="243">
                  <a:moveTo>
                    <a:pt x="286" y="152"/>
                  </a:moveTo>
                  <a:cubicBezTo>
                    <a:pt x="286" y="112"/>
                    <a:pt x="266" y="78"/>
                    <a:pt x="237" y="51"/>
                  </a:cubicBezTo>
                  <a:cubicBezTo>
                    <a:pt x="215" y="30"/>
                    <a:pt x="188" y="15"/>
                    <a:pt x="160" y="3"/>
                  </a:cubicBezTo>
                  <a:cubicBezTo>
                    <a:pt x="158" y="2"/>
                    <a:pt x="156" y="1"/>
                    <a:pt x="153" y="0"/>
                  </a:cubicBezTo>
                  <a:cubicBezTo>
                    <a:pt x="153" y="0"/>
                    <a:pt x="153" y="0"/>
                    <a:pt x="153" y="0"/>
                  </a:cubicBezTo>
                  <a:cubicBezTo>
                    <a:pt x="119" y="41"/>
                    <a:pt x="0" y="72"/>
                    <a:pt x="0" y="158"/>
                  </a:cubicBezTo>
                  <a:cubicBezTo>
                    <a:pt x="0" y="192"/>
                    <a:pt x="21" y="224"/>
                    <a:pt x="53" y="236"/>
                  </a:cubicBezTo>
                  <a:cubicBezTo>
                    <a:pt x="71" y="243"/>
                    <a:pt x="89" y="243"/>
                    <a:pt x="107" y="237"/>
                  </a:cubicBezTo>
                  <a:cubicBezTo>
                    <a:pt x="123" y="232"/>
                    <a:pt x="136" y="222"/>
                    <a:pt x="147" y="210"/>
                  </a:cubicBezTo>
                  <a:cubicBezTo>
                    <a:pt x="182" y="171"/>
                    <a:pt x="197" y="111"/>
                    <a:pt x="239" y="111"/>
                  </a:cubicBezTo>
                  <a:cubicBezTo>
                    <a:pt x="279" y="111"/>
                    <a:pt x="284" y="139"/>
                    <a:pt x="286" y="154"/>
                  </a:cubicBezTo>
                  <a:cubicBezTo>
                    <a:pt x="286" y="154"/>
                    <a:pt x="286" y="153"/>
                    <a:pt x="286" y="152"/>
                  </a:cubicBezTo>
                </a:path>
              </a:pathLst>
            </a:custGeom>
            <a:solidFill>
              <a:srgbClr val="0070AD"/>
            </a:solidFill>
            <a:ln w="9525">
              <a:noFill/>
              <a:round/>
              <a:headEnd/>
              <a:tailEnd/>
            </a:ln>
          </p:spPr>
          <p:txBody>
            <a:bodyPr vert="horz" wrap="square" lIns="91440" tIns="45720" rIns="91440" bIns="45720" numCol="1" anchor="t" anchorCtr="0" compatLnSpc="1">
              <a:prstTxWarp prst="textNoShape">
                <a:avLst/>
              </a:prstTxWarp>
            </a:bodyPr>
            <a:lstStyle/>
            <a:p>
              <a:endParaRPr lang="en-GB"/>
            </a:p>
          </p:txBody>
        </p:sp>
      </p:grpSp>
      <p:sp>
        <p:nvSpPr>
          <p:cNvPr id="86" name="Retângulo 43">
            <a:extLst>
              <a:ext uri="{FF2B5EF4-FFF2-40B4-BE49-F238E27FC236}">
                <a16:creationId xmlns:a16="http://schemas.microsoft.com/office/drawing/2014/main" id="{5539996C-DD2A-49D6-AFB0-763FCB2EE440}"/>
              </a:ext>
            </a:extLst>
          </p:cNvPr>
          <p:cNvSpPr/>
          <p:nvPr userDrawn="1"/>
        </p:nvSpPr>
        <p:spPr>
          <a:xfrm>
            <a:off x="11744128" y="6517658"/>
            <a:ext cx="229263" cy="215444"/>
          </a:xfrm>
          <a:prstGeom prst="rect">
            <a:avLst/>
          </a:prstGeom>
        </p:spPr>
        <p:txBody>
          <a:bodyPr wrap="square" lIns="0" rIns="0">
            <a:spAutoFit/>
          </a:bodyPr>
          <a:lstStyle/>
          <a:p>
            <a:pPr algn="r"/>
            <a:fld id="{0502E5A9-B53C-401E-A0E0-4A359BB0A9E5}" type="slidenum">
              <a:rPr lang="en-US" sz="800" smtClean="0">
                <a:solidFill>
                  <a:srgbClr val="A6A6A6"/>
                </a:solidFill>
                <a:latin typeface="Ubuntu" panose="020B0504030602030204" pitchFamily="34" charset="0"/>
                <a:cs typeface="Arial" panose="020B0604020202020204" pitchFamily="34" charset="0"/>
              </a:rPr>
              <a:pPr algn="r"/>
              <a:t>‹#›</a:t>
            </a:fld>
            <a:endParaRPr lang="en-US" sz="800">
              <a:solidFill>
                <a:srgbClr val="A6A6A6"/>
              </a:solidFill>
              <a:latin typeface="Ubuntu" panose="020B0504030602030204" pitchFamily="34" charset="0"/>
              <a:cs typeface="Arial" panose="020B0604020202020204" pitchFamily="34" charset="0"/>
            </a:endParaRPr>
          </a:p>
        </p:txBody>
      </p:sp>
      <p:sp>
        <p:nvSpPr>
          <p:cNvPr id="2" name="TextBox 1">
            <a:extLst>
              <a:ext uri="{FF2B5EF4-FFF2-40B4-BE49-F238E27FC236}">
                <a16:creationId xmlns:a16="http://schemas.microsoft.com/office/drawing/2014/main" id="{216CB308-9382-BAD9-8A7C-ADBE6E241111}"/>
              </a:ext>
            </a:extLst>
          </p:cNvPr>
          <p:cNvSpPr txBox="1"/>
          <p:nvPr userDrawn="1"/>
        </p:nvSpPr>
        <p:spPr>
          <a:xfrm>
            <a:off x="7967134" y="6560966"/>
            <a:ext cx="3589865" cy="184666"/>
          </a:xfrm>
          <a:prstGeom prst="rect">
            <a:avLst/>
          </a:prstGeom>
          <a:noFill/>
        </p:spPr>
        <p:txBody>
          <a:bodyPr wrap="square">
            <a:spAutoFit/>
          </a:bodyPr>
          <a:lstStyle/>
          <a:p>
            <a:pPr algn="r"/>
            <a:r>
              <a:rPr lang="en-IN" sz="600">
                <a:solidFill>
                  <a:schemeClr val="bg2">
                    <a:lumMod val="90000"/>
                  </a:schemeClr>
                </a:solidFill>
              </a:rPr>
              <a:t>Company Confidential © Capgemini 2025. All rights reserved</a:t>
            </a:r>
          </a:p>
        </p:txBody>
      </p:sp>
    </p:spTree>
    <p:extLst>
      <p:ext uri="{BB962C8B-B14F-4D97-AF65-F5344CB8AC3E}">
        <p14:creationId xmlns:p14="http://schemas.microsoft.com/office/powerpoint/2010/main" val="1275593046"/>
      </p:ext>
    </p:extLst>
  </p:cSld>
  <p:clrMap bg1="lt1" tx1="dk1" bg2="lt2" tx2="dk2" accent1="accent1" accent2="accent2" accent3="accent3" accent4="accent4" accent5="accent5" accent6="accent6" hlink="hlink" folHlink="folHlink"/>
  <p:sldLayoutIdLst>
    <p:sldLayoutId id="2147484042" r:id="rId1"/>
    <p:sldLayoutId id="2147484043" r:id="rId2"/>
    <p:sldLayoutId id="2147484044" r:id="rId3"/>
    <p:sldLayoutId id="2147484045" r:id="rId4"/>
    <p:sldLayoutId id="2147484046" r:id="rId5"/>
    <p:sldLayoutId id="2147484047" r:id="rId6"/>
    <p:sldLayoutId id="2147484048" r:id="rId7"/>
    <p:sldLayoutId id="2147484049" r:id="rId8"/>
    <p:sldLayoutId id="2147484050" r:id="rId9"/>
    <p:sldLayoutId id="2147484051" r:id="rId10"/>
    <p:sldLayoutId id="2147484052" r:id="rId11"/>
    <p:sldLayoutId id="2147484053" r:id="rId12"/>
    <p:sldLayoutId id="2147484054" r:id="rId13"/>
    <p:sldLayoutId id="2147484055" r:id="rId14"/>
    <p:sldLayoutId id="2147484057" r:id="rId15"/>
    <p:sldLayoutId id="2147484058" r:id="rId16"/>
    <p:sldLayoutId id="2147484059" r:id="rId17"/>
    <p:sldLayoutId id="2147484060" r:id="rId18"/>
    <p:sldLayoutId id="2147484061" r:id="rId19"/>
    <p:sldLayoutId id="2147484062" r:id="rId20"/>
    <p:sldLayoutId id="2147484063" r:id="rId21"/>
    <p:sldLayoutId id="2147484064" r:id="rId22"/>
    <p:sldLayoutId id="2147484065" r:id="rId23"/>
    <p:sldLayoutId id="2147484066" r:id="rId24"/>
    <p:sldLayoutId id="2147484067" r:id="rId25"/>
    <p:sldLayoutId id="2147484068" r:id="rId26"/>
    <p:sldLayoutId id="2147484069" r:id="rId27"/>
    <p:sldLayoutId id="2147484070" r:id="rId28"/>
    <p:sldLayoutId id="2147484071" r:id="rId29"/>
    <p:sldLayoutId id="2147484072" r:id="rId30"/>
    <p:sldLayoutId id="2147484073" r:id="rId31"/>
    <p:sldLayoutId id="2147484074" r:id="rId32"/>
    <p:sldLayoutId id="2147484075" r:id="rId33"/>
    <p:sldLayoutId id="2147484077" r:id="rId34"/>
    <p:sldLayoutId id="2147484078" r:id="rId35"/>
    <p:sldLayoutId id="2147484079" r:id="rId36"/>
    <p:sldLayoutId id="2147484080" r:id="rId37"/>
    <p:sldLayoutId id="2147484325" r:id="rId38"/>
    <p:sldLayoutId id="2147484324" r:id="rId39"/>
  </p:sldLayoutIdLst>
  <p:hf hdr="0"/>
  <p:txStyles>
    <p:titleStyle>
      <a:lvl1pPr marL="0" marR="0" indent="0" algn="l" defTabSz="914400" rtl="0" eaLnBrk="1" fontAlgn="auto" latinLnBrk="0" hangingPunct="1">
        <a:lnSpc>
          <a:spcPct val="90000"/>
        </a:lnSpc>
        <a:spcBef>
          <a:spcPct val="0"/>
        </a:spcBef>
        <a:spcAft>
          <a:spcPts val="0"/>
        </a:spcAft>
        <a:buClrTx/>
        <a:buSzTx/>
        <a:buFontTx/>
        <a:buNone/>
        <a:tabLst/>
        <a:defRPr kumimoji="0" lang="en-US" sz="2600" b="0" i="0" u="none" strike="noStrike" kern="1200" cap="all" spc="0" normalizeH="0" baseline="0" noProof="0" dirty="0">
          <a:ln>
            <a:noFill/>
          </a:ln>
          <a:solidFill>
            <a:schemeClr val="accent4"/>
          </a:solidFill>
          <a:effectLst/>
          <a:uLnTx/>
          <a:uFillTx/>
          <a:latin typeface="+mj-lt"/>
          <a:ea typeface="+mj-ea"/>
          <a:cs typeface="+mj-cs"/>
        </a:defRPr>
      </a:lvl1pPr>
    </p:titleStyle>
    <p:bodyStyle>
      <a:lvl1pPr marL="0" indent="0" algn="l" defTabSz="914400" rtl="0" eaLnBrk="1" latinLnBrk="0" hangingPunct="1">
        <a:lnSpc>
          <a:spcPct val="100000"/>
        </a:lnSpc>
        <a:spcBef>
          <a:spcPts val="0"/>
        </a:spcBef>
        <a:spcAft>
          <a:spcPts val="600"/>
        </a:spcAft>
        <a:buFont typeface="Arial" panose="020B0604020202020204" pitchFamily="34" charset="0"/>
        <a:buNone/>
        <a:defRPr sz="2000" kern="1200" baseline="0">
          <a:solidFill>
            <a:schemeClr val="tx1"/>
          </a:solidFill>
          <a:latin typeface="Ubuntu" panose="020B0504030602030204" pitchFamily="34" charset="0"/>
          <a:ea typeface="+mn-ea"/>
          <a:cs typeface="+mn-cs"/>
        </a:defRPr>
      </a:lvl1pPr>
      <a:lvl2pPr marL="177800" indent="-177800" algn="l" defTabSz="914400" rtl="0" eaLnBrk="1" latinLnBrk="0" hangingPunct="1">
        <a:lnSpc>
          <a:spcPct val="100000"/>
        </a:lnSpc>
        <a:spcBef>
          <a:spcPts val="0"/>
        </a:spcBef>
        <a:spcAft>
          <a:spcPts val="600"/>
        </a:spcAft>
        <a:buClr>
          <a:schemeClr val="accent1"/>
        </a:buClr>
        <a:buFont typeface="Wingdings" panose="05000000000000000000" pitchFamily="2" charset="2"/>
        <a:buChar char="§"/>
        <a:defRPr sz="1800" kern="1200" baseline="0">
          <a:solidFill>
            <a:schemeClr val="tx1"/>
          </a:solidFill>
          <a:latin typeface="Ubuntu" panose="020B0504030602030204" pitchFamily="34" charset="0"/>
          <a:ea typeface="+mn-ea"/>
          <a:cs typeface="+mn-cs"/>
        </a:defRPr>
      </a:lvl2pPr>
      <a:lvl3pPr marL="361950" indent="-184150" algn="l" defTabSz="914400" rtl="0" eaLnBrk="1" latinLnBrk="0" hangingPunct="1">
        <a:lnSpc>
          <a:spcPct val="100000"/>
        </a:lnSpc>
        <a:spcBef>
          <a:spcPts val="0"/>
        </a:spcBef>
        <a:spcAft>
          <a:spcPts val="600"/>
        </a:spcAft>
        <a:buClr>
          <a:schemeClr val="accent2"/>
        </a:buClr>
        <a:buFont typeface="Arial" panose="020B0604020202020204" pitchFamily="34" charset="0"/>
        <a:buChar char="•"/>
        <a:defRPr sz="1600" kern="1200" baseline="0">
          <a:solidFill>
            <a:schemeClr val="tx1"/>
          </a:solidFill>
          <a:latin typeface="Ubuntu" panose="020B0504030602030204" pitchFamily="34" charset="0"/>
          <a:ea typeface="+mn-ea"/>
          <a:cs typeface="+mn-cs"/>
        </a:defRPr>
      </a:lvl3pPr>
      <a:lvl4pPr marL="539750" indent="-177800" algn="l" defTabSz="914400" rtl="0" eaLnBrk="1" latinLnBrk="0" hangingPunct="1">
        <a:lnSpc>
          <a:spcPct val="100000"/>
        </a:lnSpc>
        <a:spcBef>
          <a:spcPts val="0"/>
        </a:spcBef>
        <a:spcAft>
          <a:spcPts val="600"/>
        </a:spcAft>
        <a:buClr>
          <a:schemeClr val="tx1"/>
        </a:buClr>
        <a:buFont typeface="Ubuntu" panose="020B0504030602030204" pitchFamily="34" charset="0"/>
        <a:buChar char="–"/>
        <a:defRPr sz="1400" kern="1200" baseline="0">
          <a:solidFill>
            <a:schemeClr val="tx1"/>
          </a:solidFill>
          <a:latin typeface="Ubuntu" panose="020B0504030602030204" pitchFamily="34" charset="0"/>
          <a:ea typeface="+mn-ea"/>
          <a:cs typeface="+mn-cs"/>
        </a:defRPr>
      </a:lvl4pPr>
      <a:lvl5pPr marL="717550" indent="-177800" algn="l" defTabSz="914400" rtl="0" eaLnBrk="1" latinLnBrk="0" hangingPunct="1">
        <a:lnSpc>
          <a:spcPct val="100000"/>
        </a:lnSpc>
        <a:spcBef>
          <a:spcPts val="0"/>
        </a:spcBef>
        <a:spcAft>
          <a:spcPts val="600"/>
        </a:spcAft>
        <a:buClr>
          <a:schemeClr val="accent3"/>
        </a:buClr>
        <a:buFont typeface="Arial" panose="020B0604020202020204" pitchFamily="34" charset="0"/>
        <a:buChar char="•"/>
        <a:defRPr sz="1400" kern="1200" baseline="0">
          <a:solidFill>
            <a:schemeClr val="tx1"/>
          </a:solidFill>
          <a:latin typeface="Ubuntu" panose="020B0504030602030204" pitchFamily="34"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pt-PT"/>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709">
          <p15:clr>
            <a:srgbClr val="F26B43"/>
          </p15:clr>
        </p15:guide>
        <p15:guide id="2" pos="7423">
          <p15:clr>
            <a:srgbClr val="F26B43"/>
          </p15:clr>
        </p15:guide>
        <p15:guide id="3" orient="horz" pos="4071">
          <p15:clr>
            <a:srgbClr val="F26B43"/>
          </p15:clr>
        </p15:guide>
        <p15:guide id="4" pos="255">
          <p15:clr>
            <a:srgbClr val="F26B43"/>
          </p15:clr>
        </p15:guide>
        <p15:guide id="5" orient="horz" pos="836">
          <p15:clr>
            <a:srgbClr val="F26B43"/>
          </p15:clr>
        </p15:guide>
        <p15:guide id="6" orient="horz" pos="245">
          <p15:clr>
            <a:srgbClr val="F26B43"/>
          </p15:clr>
        </p15:guide>
        <p15:guide id="7" pos="3840">
          <p15:clr>
            <a:srgbClr val="F26B43"/>
          </p15:clr>
        </p15:guide>
        <p15:guide id="8" pos="3899">
          <p15:clr>
            <a:srgbClr val="F26B43"/>
          </p15:clr>
        </p15:guide>
        <p15:guide id="9" pos="3783">
          <p15:clr>
            <a:srgbClr val="F26B43"/>
          </p15:clr>
        </p15:guide>
      </p15:sldGuideLst>
    </p:ext>
  </p:extLst>
</p:sldMaster>
</file>

<file path=ppt/slideMasters/slideMaster8.xml><?xml version="1.0" encoding="utf-8"?>
<p:sldMaster xmlns:a="http://schemas.openxmlformats.org/drawingml/2006/main" xmlns:r="http://schemas.openxmlformats.org/officeDocument/2006/relationships" xmlns:p="http://schemas.openxmlformats.org/presentationml/2006/main" preserve="1">
  <p:cSld>
    <p:bg>
      <p:bgPr>
        <a:solidFill>
          <a:schemeClr val="tx1"/>
        </a:solidFill>
        <a:effectLst/>
      </p:bgPr>
    </p:bg>
    <p:spTree>
      <p:nvGrpSpPr>
        <p:cNvPr id="1" name=""/>
        <p:cNvGrpSpPr/>
        <p:nvPr/>
      </p:nvGrpSpPr>
      <p:grpSpPr>
        <a:xfrm>
          <a:off x="0" y="0"/>
          <a:ext cx="0" cy="0"/>
          <a:chOff x="0" y="0"/>
          <a:chExt cx="0" cy="0"/>
        </a:xfrm>
      </p:grpSpPr>
      <p:graphicFrame>
        <p:nvGraphicFramePr>
          <p:cNvPr id="21" name="Object 20" hidden="1"/>
          <p:cNvGraphicFramePr>
            <a:graphicFrameLocks noChangeAspect="1"/>
          </p:cNvGraphicFramePr>
          <p:nvPr>
            <p:custDataLst>
              <p:tags r:id="rId44"/>
            </p:custDataLst>
            <p:extLst>
              <p:ext uri="{D42A27DB-BD31-4B8C-83A1-F6EECF244321}">
                <p14:modId xmlns:p14="http://schemas.microsoft.com/office/powerpoint/2010/main" val="758991922"/>
              </p:ext>
            </p:extLst>
          </p:nvPr>
        </p:nvGraphicFramePr>
        <p:xfrm>
          <a:off x="1587" y="1588"/>
          <a:ext cx="1587" cy="1587"/>
        </p:xfrm>
        <a:graphic>
          <a:graphicData uri="http://schemas.openxmlformats.org/presentationml/2006/ole">
            <mc:AlternateContent xmlns:mc="http://schemas.openxmlformats.org/markup-compatibility/2006">
              <mc:Choice xmlns:v="urn:schemas-microsoft-com:vml" Requires="v">
                <p:oleObj name="think-cell Slide" r:id="rId45" imgW="270" imgH="270" progId="TCLayout.ActiveDocument.1">
                  <p:embed/>
                </p:oleObj>
              </mc:Choice>
              <mc:Fallback>
                <p:oleObj name="think-cell Slide" r:id="rId45" imgW="270" imgH="270" progId="TCLayout.ActiveDocument.1">
                  <p:embed/>
                  <p:pic>
                    <p:nvPicPr>
                      <p:cNvPr id="21" name="Object 20" hidden="1"/>
                      <p:cNvPicPr>
                        <a:picLocks noChangeAspect="1" noChangeArrowheads="1"/>
                      </p:cNvPicPr>
                      <p:nvPr/>
                    </p:nvPicPr>
                    <p:blipFill>
                      <a:blip r:embed="rId46">
                        <a:extLst>
                          <a:ext uri="{28A0092B-C50C-407E-A947-70E740481C1C}">
                            <a14:useLocalDpi xmlns:a14="http://schemas.microsoft.com/office/drawing/2010/main" val="0"/>
                          </a:ext>
                        </a:extLst>
                      </a:blip>
                      <a:srcRect/>
                      <a:stretch>
                        <a:fillRect/>
                      </a:stretch>
                    </p:blipFill>
                    <p:spPr bwMode="auto">
                      <a:xfrm>
                        <a:off x="1587" y="1588"/>
                        <a:ext cx="1587" cy="1587"/>
                      </a:xfrm>
                      <a:prstGeom prst="rect">
                        <a:avLst/>
                      </a:prstGeom>
                      <a:noFill/>
                    </p:spPr>
                  </p:pic>
                </p:oleObj>
              </mc:Fallback>
            </mc:AlternateContent>
          </a:graphicData>
        </a:graphic>
      </p:graphicFrame>
      <p:sp>
        <p:nvSpPr>
          <p:cNvPr id="4" name="Text Placeholder 1"/>
          <p:cNvSpPr>
            <a:spLocks noGrp="1"/>
          </p:cNvSpPr>
          <p:nvPr>
            <p:ph type="body" idx="1"/>
          </p:nvPr>
        </p:nvSpPr>
        <p:spPr>
          <a:xfrm>
            <a:off x="404813" y="1327150"/>
            <a:ext cx="11376880" cy="5135563"/>
          </a:xfrm>
          <a:prstGeom prst="rect">
            <a:avLst/>
          </a:prstGeom>
        </p:spPr>
        <p:txBody>
          <a:bodyPr vert="horz" lIns="0" tIns="0" rIns="0" bIns="0" rtlCol="0">
            <a:normAutofit/>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a:p>
        </p:txBody>
      </p:sp>
      <p:sp>
        <p:nvSpPr>
          <p:cNvPr id="9" name="Title Placeholder 1"/>
          <p:cNvSpPr>
            <a:spLocks noGrp="1"/>
          </p:cNvSpPr>
          <p:nvPr>
            <p:ph type="title"/>
          </p:nvPr>
        </p:nvSpPr>
        <p:spPr>
          <a:xfrm>
            <a:off x="404813" y="388188"/>
            <a:ext cx="10947772" cy="716711"/>
          </a:xfrm>
          <a:prstGeom prst="rect">
            <a:avLst/>
          </a:prstGeom>
        </p:spPr>
        <p:txBody>
          <a:bodyPr vert="horz" lIns="0" tIns="0" rIns="0" bIns="0" rtlCol="0" anchor="b">
            <a:noAutofit/>
          </a:bodyPr>
          <a:lstStyle/>
          <a:p>
            <a:pPr marL="0" marR="0" lvl="0" indent="0" algn="l" defTabSz="914400" rtl="0" eaLnBrk="1" fontAlgn="auto" latinLnBrk="0" hangingPunct="1">
              <a:lnSpc>
                <a:spcPct val="90000"/>
              </a:lnSpc>
              <a:spcBef>
                <a:spcPct val="0"/>
              </a:spcBef>
              <a:spcAft>
                <a:spcPts val="0"/>
              </a:spcAft>
              <a:buClrTx/>
              <a:buSzTx/>
              <a:buFontTx/>
              <a:buNone/>
              <a:tabLst/>
              <a:defRPr/>
            </a:pPr>
            <a:r>
              <a:rPr lang="fr-FR"/>
              <a:t>CLICK TO INSERT TITLE</a:t>
            </a:r>
            <a:endParaRPr lang="en-US"/>
          </a:p>
        </p:txBody>
      </p:sp>
      <p:grpSp>
        <p:nvGrpSpPr>
          <p:cNvPr id="3" name="Group 2">
            <a:extLst>
              <a:ext uri="{FF2B5EF4-FFF2-40B4-BE49-F238E27FC236}">
                <a16:creationId xmlns:a16="http://schemas.microsoft.com/office/drawing/2014/main" id="{7D254FA0-1CD0-4186-9223-F354145FAE6C}"/>
              </a:ext>
            </a:extLst>
          </p:cNvPr>
          <p:cNvGrpSpPr/>
          <p:nvPr userDrawn="1"/>
        </p:nvGrpSpPr>
        <p:grpSpPr>
          <a:xfrm>
            <a:off x="12295891" y="1659"/>
            <a:ext cx="360000" cy="2069166"/>
            <a:chOff x="12498114" y="115959"/>
            <a:chExt cx="360000" cy="2069166"/>
          </a:xfrm>
        </p:grpSpPr>
        <p:sp>
          <p:nvSpPr>
            <p:cNvPr id="11" name="Rectangle 10">
              <a:extLst>
                <a:ext uri="{FF2B5EF4-FFF2-40B4-BE49-F238E27FC236}">
                  <a16:creationId xmlns:a16="http://schemas.microsoft.com/office/drawing/2014/main" id="{EF1244FD-1856-4971-9A73-AD6DF3F42A90}"/>
                </a:ext>
              </a:extLst>
            </p:cNvPr>
            <p:cNvSpPr/>
            <p:nvPr/>
          </p:nvSpPr>
          <p:spPr>
            <a:xfrm>
              <a:off x="12498114" y="115959"/>
              <a:ext cx="360000" cy="406800"/>
            </a:xfrm>
            <a:prstGeom prst="rect">
              <a:avLst/>
            </a:prstGeom>
            <a:solidFill>
              <a:srgbClr val="0070AD"/>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lstStyle/>
            <a:p>
              <a:pPr algn="ctr">
                <a:lnSpc>
                  <a:spcPct val="90000"/>
                </a:lnSpc>
                <a:spcAft>
                  <a:spcPts val="0"/>
                </a:spcAft>
              </a:pPr>
              <a:r>
                <a:rPr lang="en-GB" sz="700">
                  <a:latin typeface="Ubuntu" panose="020B0504030602030204" pitchFamily="34" charset="0"/>
                </a:rPr>
                <a:t>1</a:t>
              </a:r>
            </a:p>
            <a:p>
              <a:pPr algn="ctr">
                <a:lnSpc>
                  <a:spcPct val="90000"/>
                </a:lnSpc>
                <a:spcAft>
                  <a:spcPts val="0"/>
                </a:spcAft>
              </a:pPr>
              <a:r>
                <a:rPr lang="en-GB" sz="700">
                  <a:latin typeface="Ubuntu" panose="020B0504030602030204" pitchFamily="34" charset="0"/>
                </a:rPr>
                <a:t>112</a:t>
              </a:r>
            </a:p>
            <a:p>
              <a:pPr algn="ctr">
                <a:lnSpc>
                  <a:spcPct val="90000"/>
                </a:lnSpc>
                <a:spcAft>
                  <a:spcPts val="0"/>
                </a:spcAft>
              </a:pPr>
              <a:r>
                <a:rPr lang="en-GB" sz="700">
                  <a:latin typeface="Ubuntu" panose="020B0504030602030204" pitchFamily="34" charset="0"/>
                </a:rPr>
                <a:t>173</a:t>
              </a:r>
            </a:p>
          </p:txBody>
        </p:sp>
        <p:sp>
          <p:nvSpPr>
            <p:cNvPr id="12" name="Rectangle 11">
              <a:extLst>
                <a:ext uri="{FF2B5EF4-FFF2-40B4-BE49-F238E27FC236}">
                  <a16:creationId xmlns:a16="http://schemas.microsoft.com/office/drawing/2014/main" id="{22B40C78-6F20-4C95-AB26-B29FEC0FF747}"/>
                </a:ext>
              </a:extLst>
            </p:cNvPr>
            <p:cNvSpPr/>
            <p:nvPr/>
          </p:nvSpPr>
          <p:spPr>
            <a:xfrm>
              <a:off x="12498114" y="533371"/>
              <a:ext cx="360000" cy="4068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lstStyle/>
            <a:p>
              <a:pPr algn="ctr">
                <a:lnSpc>
                  <a:spcPct val="90000"/>
                </a:lnSpc>
                <a:spcAft>
                  <a:spcPts val="0"/>
                </a:spcAft>
              </a:pPr>
              <a:r>
                <a:rPr lang="en-GB" sz="700">
                  <a:solidFill>
                    <a:schemeClr val="tx1"/>
                  </a:solidFill>
                  <a:latin typeface="Ubuntu" panose="020B0504030602030204" pitchFamily="34" charset="0"/>
                </a:rPr>
                <a:t>18</a:t>
              </a:r>
            </a:p>
            <a:p>
              <a:pPr algn="ctr">
                <a:lnSpc>
                  <a:spcPct val="90000"/>
                </a:lnSpc>
                <a:spcAft>
                  <a:spcPts val="0"/>
                </a:spcAft>
              </a:pPr>
              <a:r>
                <a:rPr lang="en-GB" sz="700">
                  <a:solidFill>
                    <a:schemeClr val="tx1"/>
                  </a:solidFill>
                  <a:latin typeface="Ubuntu" panose="020B0504030602030204" pitchFamily="34" charset="0"/>
                </a:rPr>
                <a:t>171</a:t>
              </a:r>
            </a:p>
            <a:p>
              <a:pPr algn="ctr">
                <a:lnSpc>
                  <a:spcPct val="90000"/>
                </a:lnSpc>
                <a:spcAft>
                  <a:spcPts val="0"/>
                </a:spcAft>
              </a:pPr>
              <a:r>
                <a:rPr lang="en-GB" sz="700">
                  <a:solidFill>
                    <a:schemeClr val="tx1"/>
                  </a:solidFill>
                  <a:latin typeface="Ubuntu" panose="020B0504030602030204" pitchFamily="34" charset="0"/>
                </a:rPr>
                <a:t>219</a:t>
              </a:r>
            </a:p>
          </p:txBody>
        </p:sp>
        <p:sp>
          <p:nvSpPr>
            <p:cNvPr id="13" name="Rectangle 12">
              <a:extLst>
                <a:ext uri="{FF2B5EF4-FFF2-40B4-BE49-F238E27FC236}">
                  <a16:creationId xmlns:a16="http://schemas.microsoft.com/office/drawing/2014/main" id="{1AED4E7D-39CE-49AE-9D4C-16EA940CBE5F}"/>
                </a:ext>
              </a:extLst>
            </p:cNvPr>
            <p:cNvSpPr/>
            <p:nvPr/>
          </p:nvSpPr>
          <p:spPr>
            <a:xfrm>
              <a:off x="12498114" y="950783"/>
              <a:ext cx="360000" cy="406800"/>
            </a:xfrm>
            <a:prstGeom prst="rect">
              <a:avLst/>
            </a:prstGeom>
            <a:solidFill>
              <a:srgbClr val="2B0A3D"/>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lstStyle/>
            <a:p>
              <a:pPr algn="ctr">
                <a:lnSpc>
                  <a:spcPct val="90000"/>
                </a:lnSpc>
                <a:spcAft>
                  <a:spcPts val="0"/>
                </a:spcAft>
              </a:pPr>
              <a:r>
                <a:rPr lang="en-GB" sz="700">
                  <a:latin typeface="Ubuntu" panose="020B0504030602030204" pitchFamily="34" charset="0"/>
                </a:rPr>
                <a:t>43</a:t>
              </a:r>
            </a:p>
            <a:p>
              <a:pPr algn="ctr">
                <a:lnSpc>
                  <a:spcPct val="90000"/>
                </a:lnSpc>
                <a:spcAft>
                  <a:spcPts val="0"/>
                </a:spcAft>
              </a:pPr>
              <a:r>
                <a:rPr lang="en-GB" sz="700">
                  <a:latin typeface="Ubuntu" panose="020B0504030602030204" pitchFamily="34" charset="0"/>
                </a:rPr>
                <a:t>10</a:t>
              </a:r>
            </a:p>
            <a:p>
              <a:pPr algn="ctr">
                <a:lnSpc>
                  <a:spcPct val="90000"/>
                </a:lnSpc>
                <a:spcAft>
                  <a:spcPts val="0"/>
                </a:spcAft>
              </a:pPr>
              <a:r>
                <a:rPr lang="en-GB" sz="700">
                  <a:latin typeface="Ubuntu" panose="020B0504030602030204" pitchFamily="34" charset="0"/>
                </a:rPr>
                <a:t>61</a:t>
              </a:r>
            </a:p>
          </p:txBody>
        </p:sp>
        <p:sp>
          <p:nvSpPr>
            <p:cNvPr id="14" name="Rectangle 13">
              <a:extLst>
                <a:ext uri="{FF2B5EF4-FFF2-40B4-BE49-F238E27FC236}">
                  <a16:creationId xmlns:a16="http://schemas.microsoft.com/office/drawing/2014/main" id="{392DC803-B0F7-4D0E-81CA-9DDCB14FA42C}"/>
                </a:ext>
              </a:extLst>
            </p:cNvPr>
            <p:cNvSpPr/>
            <p:nvPr/>
          </p:nvSpPr>
          <p:spPr>
            <a:xfrm>
              <a:off x="12498114" y="1364202"/>
              <a:ext cx="360000" cy="40680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lstStyle/>
            <a:p>
              <a:pPr algn="ctr">
                <a:lnSpc>
                  <a:spcPct val="90000"/>
                </a:lnSpc>
                <a:spcAft>
                  <a:spcPts val="0"/>
                </a:spcAft>
              </a:pPr>
              <a:r>
                <a:rPr lang="en-GB" sz="700">
                  <a:latin typeface="Ubuntu" panose="020B0504030602030204" pitchFamily="34" charset="0"/>
                </a:rPr>
                <a:t>39</a:t>
              </a:r>
            </a:p>
            <a:p>
              <a:pPr algn="ctr">
                <a:lnSpc>
                  <a:spcPct val="90000"/>
                </a:lnSpc>
                <a:spcAft>
                  <a:spcPts val="0"/>
                </a:spcAft>
              </a:pPr>
              <a:r>
                <a:rPr lang="en-GB" sz="700">
                  <a:latin typeface="Ubuntu" panose="020B0504030602030204" pitchFamily="34" charset="0"/>
                </a:rPr>
                <a:t>41</a:t>
              </a:r>
            </a:p>
            <a:p>
              <a:pPr algn="ctr">
                <a:lnSpc>
                  <a:spcPct val="90000"/>
                </a:lnSpc>
                <a:spcAft>
                  <a:spcPts val="0"/>
                </a:spcAft>
              </a:pPr>
              <a:r>
                <a:rPr lang="en-GB" sz="700">
                  <a:latin typeface="Ubuntu" panose="020B0504030602030204" pitchFamily="34" charset="0"/>
                </a:rPr>
                <a:t>54</a:t>
              </a:r>
            </a:p>
          </p:txBody>
        </p:sp>
        <p:sp>
          <p:nvSpPr>
            <p:cNvPr id="63" name="Rectangle 62">
              <a:extLst>
                <a:ext uri="{FF2B5EF4-FFF2-40B4-BE49-F238E27FC236}">
                  <a16:creationId xmlns:a16="http://schemas.microsoft.com/office/drawing/2014/main" id="{B60470E2-9B98-4C49-AC1B-A56CD2EB54B9}"/>
                </a:ext>
              </a:extLst>
            </p:cNvPr>
            <p:cNvSpPr/>
            <p:nvPr/>
          </p:nvSpPr>
          <p:spPr>
            <a:xfrm>
              <a:off x="12498114" y="1778325"/>
              <a:ext cx="360000" cy="406800"/>
            </a:xfrm>
            <a:prstGeom prst="rect">
              <a:avLst/>
            </a:prstGeom>
            <a:solidFill>
              <a:schemeClr val="bg2"/>
            </a:solidFill>
            <a:ln w="31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lstStyle/>
            <a:p>
              <a:pPr algn="ctr">
                <a:lnSpc>
                  <a:spcPct val="90000"/>
                </a:lnSpc>
                <a:spcAft>
                  <a:spcPts val="0"/>
                </a:spcAft>
              </a:pPr>
              <a:r>
                <a:rPr lang="en-GB" sz="700">
                  <a:solidFill>
                    <a:schemeClr val="tx1"/>
                  </a:solidFill>
                  <a:latin typeface="Ubuntu" panose="020B0504030602030204" pitchFamily="34" charset="0"/>
                </a:rPr>
                <a:t>236</a:t>
              </a:r>
            </a:p>
            <a:p>
              <a:pPr algn="ctr">
                <a:lnSpc>
                  <a:spcPct val="90000"/>
                </a:lnSpc>
                <a:spcAft>
                  <a:spcPts val="0"/>
                </a:spcAft>
              </a:pPr>
              <a:r>
                <a:rPr lang="en-GB" sz="700">
                  <a:solidFill>
                    <a:schemeClr val="tx1"/>
                  </a:solidFill>
                  <a:latin typeface="Ubuntu" panose="020B0504030602030204" pitchFamily="34" charset="0"/>
                </a:rPr>
                <a:t>236</a:t>
              </a:r>
            </a:p>
            <a:p>
              <a:pPr algn="ctr">
                <a:lnSpc>
                  <a:spcPct val="90000"/>
                </a:lnSpc>
                <a:spcAft>
                  <a:spcPts val="0"/>
                </a:spcAft>
              </a:pPr>
              <a:r>
                <a:rPr lang="en-GB" sz="700">
                  <a:solidFill>
                    <a:schemeClr val="tx1"/>
                  </a:solidFill>
                  <a:latin typeface="Ubuntu" panose="020B0504030602030204" pitchFamily="34" charset="0"/>
                </a:rPr>
                <a:t>236</a:t>
              </a:r>
            </a:p>
          </p:txBody>
        </p:sp>
      </p:grpSp>
      <p:grpSp>
        <p:nvGrpSpPr>
          <p:cNvPr id="4096" name="Groupe 4095">
            <a:extLst>
              <a:ext uri="{FF2B5EF4-FFF2-40B4-BE49-F238E27FC236}">
                <a16:creationId xmlns:a16="http://schemas.microsoft.com/office/drawing/2014/main" id="{4ADC82C4-641D-4930-B946-DC8978F5F98C}"/>
              </a:ext>
            </a:extLst>
          </p:cNvPr>
          <p:cNvGrpSpPr/>
          <p:nvPr/>
        </p:nvGrpSpPr>
        <p:grpSpPr>
          <a:xfrm>
            <a:off x="12295891" y="4289244"/>
            <a:ext cx="1462993" cy="2058800"/>
            <a:chOff x="12432704" y="1992581"/>
            <a:chExt cx="1462993" cy="2058800"/>
          </a:xfrm>
        </p:grpSpPr>
        <p:sp>
          <p:nvSpPr>
            <p:cNvPr id="41" name="Forme libre : forme 40">
              <a:extLst>
                <a:ext uri="{FF2B5EF4-FFF2-40B4-BE49-F238E27FC236}">
                  <a16:creationId xmlns:a16="http://schemas.microsoft.com/office/drawing/2014/main" id="{EC826880-5A3C-4E1C-81B2-A1CB9E331DC3}"/>
                </a:ext>
              </a:extLst>
            </p:cNvPr>
            <p:cNvSpPr/>
            <p:nvPr/>
          </p:nvSpPr>
          <p:spPr>
            <a:xfrm>
              <a:off x="12800391" y="3644581"/>
              <a:ext cx="360000"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FF8E12"/>
            </a:solidFill>
            <a:ln w="6695" cap="flat">
              <a:noFill/>
              <a:prstDash val="solid"/>
              <a:miter/>
            </a:ln>
          </p:spPr>
          <p:txBody>
            <a:bodyPr rtlCol="0" anchor="ctr"/>
            <a:lstStyle/>
            <a:p>
              <a:pPr algn="ctr">
                <a:lnSpc>
                  <a:spcPct val="90000"/>
                </a:lnSpc>
                <a:spcAft>
                  <a:spcPts val="0"/>
                </a:spcAft>
              </a:pPr>
              <a:r>
                <a:rPr lang="en-US" sz="700">
                  <a:latin typeface="Ubuntu" panose="020B0504030602030204" pitchFamily="34" charset="0"/>
                </a:rPr>
                <a:t>255</a:t>
              </a:r>
            </a:p>
            <a:p>
              <a:pPr algn="ctr">
                <a:lnSpc>
                  <a:spcPct val="90000"/>
                </a:lnSpc>
                <a:spcAft>
                  <a:spcPts val="0"/>
                </a:spcAft>
              </a:pPr>
              <a:r>
                <a:rPr lang="en-US" sz="700">
                  <a:latin typeface="Ubuntu" panose="020B0504030602030204" pitchFamily="34" charset="0"/>
                </a:rPr>
                <a:t>142</a:t>
              </a:r>
            </a:p>
            <a:p>
              <a:pPr algn="ctr">
                <a:lnSpc>
                  <a:spcPct val="90000"/>
                </a:lnSpc>
                <a:spcAft>
                  <a:spcPts val="0"/>
                </a:spcAft>
              </a:pPr>
              <a:r>
                <a:rPr lang="en-US" sz="700">
                  <a:latin typeface="Ubuntu" panose="020B0504030602030204" pitchFamily="34" charset="0"/>
                </a:rPr>
                <a:t>18</a:t>
              </a:r>
            </a:p>
          </p:txBody>
        </p:sp>
        <p:sp>
          <p:nvSpPr>
            <p:cNvPr id="42" name="Forme libre : forme 41">
              <a:extLst>
                <a:ext uri="{FF2B5EF4-FFF2-40B4-BE49-F238E27FC236}">
                  <a16:creationId xmlns:a16="http://schemas.microsoft.com/office/drawing/2014/main" id="{44796AC3-FBF9-498C-9326-20ACFCF63EE6}"/>
                </a:ext>
              </a:extLst>
            </p:cNvPr>
            <p:cNvSpPr/>
            <p:nvPr/>
          </p:nvSpPr>
          <p:spPr>
            <a:xfrm>
              <a:off x="12800391" y="3231581"/>
              <a:ext cx="360000"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FF9C29"/>
            </a:solidFill>
            <a:ln w="6695" cap="flat">
              <a:noFill/>
              <a:prstDash val="solid"/>
              <a:miter/>
            </a:ln>
          </p:spPr>
          <p:txBody>
            <a:bodyPr rtlCol="0" anchor="ctr"/>
            <a:lstStyle/>
            <a:p>
              <a:pPr algn="ctr">
                <a:lnSpc>
                  <a:spcPct val="90000"/>
                </a:lnSpc>
                <a:spcAft>
                  <a:spcPts val="0"/>
                </a:spcAft>
              </a:pPr>
              <a:r>
                <a:rPr lang="en-US" sz="700">
                  <a:latin typeface="Ubuntu" panose="020B0504030602030204" pitchFamily="34" charset="0"/>
                </a:rPr>
                <a:t>255</a:t>
              </a:r>
            </a:p>
            <a:p>
              <a:pPr algn="ctr">
                <a:lnSpc>
                  <a:spcPct val="90000"/>
                </a:lnSpc>
                <a:spcAft>
                  <a:spcPts val="0"/>
                </a:spcAft>
              </a:pPr>
              <a:r>
                <a:rPr lang="en-US" sz="700">
                  <a:latin typeface="Ubuntu" panose="020B0504030602030204" pitchFamily="34" charset="0"/>
                </a:rPr>
                <a:t>156</a:t>
              </a:r>
            </a:p>
            <a:p>
              <a:pPr algn="ctr">
                <a:lnSpc>
                  <a:spcPct val="90000"/>
                </a:lnSpc>
                <a:spcAft>
                  <a:spcPts val="0"/>
                </a:spcAft>
              </a:pPr>
              <a:r>
                <a:rPr lang="en-US" sz="700">
                  <a:latin typeface="Ubuntu" panose="020B0504030602030204" pitchFamily="34" charset="0"/>
                </a:rPr>
                <a:t>41</a:t>
              </a:r>
            </a:p>
          </p:txBody>
        </p:sp>
        <p:sp>
          <p:nvSpPr>
            <p:cNvPr id="43" name="Forme libre : forme 42">
              <a:extLst>
                <a:ext uri="{FF2B5EF4-FFF2-40B4-BE49-F238E27FC236}">
                  <a16:creationId xmlns:a16="http://schemas.microsoft.com/office/drawing/2014/main" id="{2D1DB5D7-2017-4A8F-80D6-C8641C9CE84C}"/>
                </a:ext>
              </a:extLst>
            </p:cNvPr>
            <p:cNvSpPr/>
            <p:nvPr/>
          </p:nvSpPr>
          <p:spPr>
            <a:xfrm>
              <a:off x="12800391" y="2818581"/>
              <a:ext cx="360000" cy="406800"/>
            </a:xfrm>
            <a:custGeom>
              <a:avLst/>
              <a:gdLst>
                <a:gd name="connsiteX0" fmla="*/ 0 w 1111406"/>
                <a:gd name="connsiteY0" fmla="*/ 0 h 1111407"/>
                <a:gd name="connsiteX1" fmla="*/ 1111407 w 1111406"/>
                <a:gd name="connsiteY1" fmla="*/ 0 h 1111407"/>
                <a:gd name="connsiteX2" fmla="*/ 1111407 w 1111406"/>
                <a:gd name="connsiteY2" fmla="*/ 1111407 h 1111407"/>
                <a:gd name="connsiteX3" fmla="*/ 0 w 1111406"/>
                <a:gd name="connsiteY3" fmla="*/ 1111407 h 1111407"/>
              </a:gdLst>
              <a:ahLst/>
              <a:cxnLst>
                <a:cxn ang="0">
                  <a:pos x="connsiteX0" y="connsiteY0"/>
                </a:cxn>
                <a:cxn ang="0">
                  <a:pos x="connsiteX1" y="connsiteY1"/>
                </a:cxn>
                <a:cxn ang="0">
                  <a:pos x="connsiteX2" y="connsiteY2"/>
                </a:cxn>
                <a:cxn ang="0">
                  <a:pos x="connsiteX3" y="connsiteY3"/>
                </a:cxn>
              </a:cxnLst>
              <a:rect l="l" t="t" r="r" b="b"/>
              <a:pathLst>
                <a:path w="1111406" h="1111407">
                  <a:moveTo>
                    <a:pt x="0" y="0"/>
                  </a:moveTo>
                  <a:lnTo>
                    <a:pt x="1111407" y="0"/>
                  </a:lnTo>
                  <a:lnTo>
                    <a:pt x="1111407" y="1111407"/>
                  </a:lnTo>
                  <a:lnTo>
                    <a:pt x="0" y="1111407"/>
                  </a:lnTo>
                  <a:close/>
                </a:path>
              </a:pathLst>
            </a:custGeom>
            <a:solidFill>
              <a:srgbClr val="FFB24A"/>
            </a:solidFill>
            <a:ln w="6695" cap="flat">
              <a:noFill/>
              <a:prstDash val="solid"/>
              <a:miter/>
            </a:ln>
          </p:spPr>
          <p:txBody>
            <a:bodyPr rtlCol="0" anchor="ctr"/>
            <a:lstStyle/>
            <a:p>
              <a:pPr algn="ctr">
                <a:lnSpc>
                  <a:spcPct val="90000"/>
                </a:lnSpc>
                <a:spcAft>
                  <a:spcPts val="0"/>
                </a:spcAft>
              </a:pPr>
              <a:r>
                <a:rPr lang="en-US" sz="700">
                  <a:latin typeface="Ubuntu" panose="020B0504030602030204" pitchFamily="34" charset="0"/>
                </a:rPr>
                <a:t>255</a:t>
              </a:r>
            </a:p>
            <a:p>
              <a:pPr algn="ctr">
                <a:lnSpc>
                  <a:spcPct val="90000"/>
                </a:lnSpc>
                <a:spcAft>
                  <a:spcPts val="0"/>
                </a:spcAft>
              </a:pPr>
              <a:r>
                <a:rPr lang="en-US" sz="700">
                  <a:latin typeface="Ubuntu" panose="020B0504030602030204" pitchFamily="34" charset="0"/>
                </a:rPr>
                <a:t>178</a:t>
              </a:r>
            </a:p>
            <a:p>
              <a:pPr algn="ctr">
                <a:lnSpc>
                  <a:spcPct val="90000"/>
                </a:lnSpc>
                <a:spcAft>
                  <a:spcPts val="0"/>
                </a:spcAft>
              </a:pPr>
              <a:r>
                <a:rPr lang="en-US" sz="700">
                  <a:latin typeface="Ubuntu" panose="020B0504030602030204" pitchFamily="34" charset="0"/>
                </a:rPr>
                <a:t>74</a:t>
              </a:r>
            </a:p>
          </p:txBody>
        </p:sp>
        <p:sp>
          <p:nvSpPr>
            <p:cNvPr id="44" name="Forme libre : forme 43">
              <a:extLst>
                <a:ext uri="{FF2B5EF4-FFF2-40B4-BE49-F238E27FC236}">
                  <a16:creationId xmlns:a16="http://schemas.microsoft.com/office/drawing/2014/main" id="{92191BDF-6BAB-45F9-9FA1-89C34179FD61}"/>
                </a:ext>
              </a:extLst>
            </p:cNvPr>
            <p:cNvSpPr/>
            <p:nvPr/>
          </p:nvSpPr>
          <p:spPr>
            <a:xfrm>
              <a:off x="12800391" y="2405581"/>
              <a:ext cx="360000"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FFD068"/>
            </a:solidFill>
            <a:ln w="6695" cap="flat">
              <a:noFill/>
              <a:prstDash val="solid"/>
              <a:miter/>
            </a:ln>
          </p:spPr>
          <p:txBody>
            <a:bodyPr rtlCol="0" anchor="ctr"/>
            <a:lstStyle/>
            <a:p>
              <a:pPr algn="ctr">
                <a:lnSpc>
                  <a:spcPct val="90000"/>
                </a:lnSpc>
                <a:spcAft>
                  <a:spcPts val="0"/>
                </a:spcAft>
              </a:pPr>
              <a:r>
                <a:rPr lang="en-US" sz="700">
                  <a:latin typeface="Ubuntu" panose="020B0504030602030204" pitchFamily="34" charset="0"/>
                </a:rPr>
                <a:t>255</a:t>
              </a:r>
            </a:p>
            <a:p>
              <a:pPr algn="ctr">
                <a:lnSpc>
                  <a:spcPct val="90000"/>
                </a:lnSpc>
                <a:spcAft>
                  <a:spcPts val="0"/>
                </a:spcAft>
              </a:pPr>
              <a:r>
                <a:rPr lang="en-US" sz="700">
                  <a:latin typeface="Ubuntu" panose="020B0504030602030204" pitchFamily="34" charset="0"/>
                </a:rPr>
                <a:t>208</a:t>
              </a:r>
            </a:p>
            <a:p>
              <a:pPr algn="ctr">
                <a:lnSpc>
                  <a:spcPct val="90000"/>
                </a:lnSpc>
                <a:spcAft>
                  <a:spcPts val="0"/>
                </a:spcAft>
              </a:pPr>
              <a:r>
                <a:rPr lang="en-US" sz="700">
                  <a:latin typeface="Ubuntu" panose="020B0504030602030204" pitchFamily="34" charset="0"/>
                </a:rPr>
                <a:t>104</a:t>
              </a:r>
            </a:p>
          </p:txBody>
        </p:sp>
        <p:sp>
          <p:nvSpPr>
            <p:cNvPr id="45" name="Forme libre : forme 44">
              <a:extLst>
                <a:ext uri="{FF2B5EF4-FFF2-40B4-BE49-F238E27FC236}">
                  <a16:creationId xmlns:a16="http://schemas.microsoft.com/office/drawing/2014/main" id="{EF971F25-4035-43BA-BC8C-22E9B837A713}"/>
                </a:ext>
              </a:extLst>
            </p:cNvPr>
            <p:cNvSpPr/>
            <p:nvPr/>
          </p:nvSpPr>
          <p:spPr>
            <a:xfrm>
              <a:off x="12800391" y="1992581"/>
              <a:ext cx="360000"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FFDA80"/>
            </a:solidFill>
            <a:ln w="6695" cap="flat">
              <a:noFill/>
              <a:prstDash val="solid"/>
              <a:miter/>
            </a:ln>
          </p:spPr>
          <p:txBody>
            <a:bodyPr rtlCol="0" anchor="ctr"/>
            <a:lstStyle/>
            <a:p>
              <a:pPr algn="ctr">
                <a:lnSpc>
                  <a:spcPct val="90000"/>
                </a:lnSpc>
                <a:spcAft>
                  <a:spcPts val="0"/>
                </a:spcAft>
              </a:pPr>
              <a:r>
                <a:rPr lang="en-US" sz="700">
                  <a:latin typeface="Ubuntu" panose="020B0504030602030204" pitchFamily="34" charset="0"/>
                </a:rPr>
                <a:t>255</a:t>
              </a:r>
            </a:p>
            <a:p>
              <a:pPr algn="ctr">
                <a:lnSpc>
                  <a:spcPct val="90000"/>
                </a:lnSpc>
                <a:spcAft>
                  <a:spcPts val="0"/>
                </a:spcAft>
              </a:pPr>
              <a:r>
                <a:rPr lang="en-US" sz="700">
                  <a:latin typeface="Ubuntu" panose="020B0504030602030204" pitchFamily="34" charset="0"/>
                </a:rPr>
                <a:t>218</a:t>
              </a:r>
            </a:p>
            <a:p>
              <a:pPr algn="ctr">
                <a:lnSpc>
                  <a:spcPct val="90000"/>
                </a:lnSpc>
                <a:spcAft>
                  <a:spcPts val="0"/>
                </a:spcAft>
              </a:pPr>
              <a:r>
                <a:rPr lang="en-US" sz="700">
                  <a:latin typeface="Ubuntu" panose="020B0504030602030204" pitchFamily="34" charset="0"/>
                </a:rPr>
                <a:t>128</a:t>
              </a:r>
            </a:p>
          </p:txBody>
        </p:sp>
        <p:sp>
          <p:nvSpPr>
            <p:cNvPr id="46" name="Forme libre : forme 45">
              <a:extLst>
                <a:ext uri="{FF2B5EF4-FFF2-40B4-BE49-F238E27FC236}">
                  <a16:creationId xmlns:a16="http://schemas.microsoft.com/office/drawing/2014/main" id="{F5691FCB-A410-4C6B-963D-15CCFA8EB678}"/>
                </a:ext>
              </a:extLst>
            </p:cNvPr>
            <p:cNvSpPr/>
            <p:nvPr/>
          </p:nvSpPr>
          <p:spPr>
            <a:xfrm>
              <a:off x="13168875" y="3644581"/>
              <a:ext cx="360000"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42142E"/>
            </a:solidFill>
            <a:ln w="6695" cap="flat">
              <a:noFill/>
              <a:prstDash val="solid"/>
              <a:miter/>
            </a:ln>
          </p:spPr>
          <p:txBody>
            <a:bodyPr rtlCol="0" anchor="ctr"/>
            <a:lstStyle/>
            <a:p>
              <a:pPr algn="ctr">
                <a:lnSpc>
                  <a:spcPct val="90000"/>
                </a:lnSpc>
                <a:spcAft>
                  <a:spcPts val="0"/>
                </a:spcAft>
              </a:pPr>
              <a:r>
                <a:rPr lang="en-US" sz="700">
                  <a:solidFill>
                    <a:schemeClr val="bg1"/>
                  </a:solidFill>
                  <a:latin typeface="Ubuntu" panose="020B0504030602030204" pitchFamily="34" charset="0"/>
                </a:rPr>
                <a:t>66</a:t>
              </a:r>
            </a:p>
            <a:p>
              <a:pPr algn="ctr">
                <a:lnSpc>
                  <a:spcPct val="90000"/>
                </a:lnSpc>
                <a:spcAft>
                  <a:spcPts val="0"/>
                </a:spcAft>
              </a:pPr>
              <a:r>
                <a:rPr lang="en-US" sz="700">
                  <a:solidFill>
                    <a:schemeClr val="bg1"/>
                  </a:solidFill>
                  <a:latin typeface="Ubuntu" panose="020B0504030602030204" pitchFamily="34" charset="0"/>
                </a:rPr>
                <a:t>20</a:t>
              </a:r>
            </a:p>
            <a:p>
              <a:pPr algn="ctr">
                <a:lnSpc>
                  <a:spcPct val="90000"/>
                </a:lnSpc>
                <a:spcAft>
                  <a:spcPts val="0"/>
                </a:spcAft>
              </a:pPr>
              <a:r>
                <a:rPr lang="en-US" sz="700">
                  <a:solidFill>
                    <a:schemeClr val="bg1"/>
                  </a:solidFill>
                  <a:latin typeface="Ubuntu" panose="020B0504030602030204" pitchFamily="34" charset="0"/>
                </a:rPr>
                <a:t>46</a:t>
              </a:r>
            </a:p>
          </p:txBody>
        </p:sp>
        <p:sp>
          <p:nvSpPr>
            <p:cNvPr id="47" name="Forme libre : forme 46">
              <a:extLst>
                <a:ext uri="{FF2B5EF4-FFF2-40B4-BE49-F238E27FC236}">
                  <a16:creationId xmlns:a16="http://schemas.microsoft.com/office/drawing/2014/main" id="{D0F79893-1FFE-4F7F-B020-867CE988C67E}"/>
                </a:ext>
              </a:extLst>
            </p:cNvPr>
            <p:cNvSpPr/>
            <p:nvPr/>
          </p:nvSpPr>
          <p:spPr>
            <a:xfrm>
              <a:off x="13168875" y="3231581"/>
              <a:ext cx="360000"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590A42"/>
            </a:solidFill>
            <a:ln w="6695" cap="flat">
              <a:noFill/>
              <a:prstDash val="solid"/>
              <a:miter/>
            </a:ln>
          </p:spPr>
          <p:txBody>
            <a:bodyPr rtlCol="0" anchor="ctr"/>
            <a:lstStyle/>
            <a:p>
              <a:pPr algn="ctr">
                <a:lnSpc>
                  <a:spcPct val="90000"/>
                </a:lnSpc>
                <a:spcAft>
                  <a:spcPts val="0"/>
                </a:spcAft>
              </a:pPr>
              <a:r>
                <a:rPr lang="en-US" sz="700">
                  <a:solidFill>
                    <a:schemeClr val="bg1"/>
                  </a:solidFill>
                  <a:latin typeface="Ubuntu" panose="020B0504030602030204" pitchFamily="34" charset="0"/>
                </a:rPr>
                <a:t>89</a:t>
              </a:r>
            </a:p>
            <a:p>
              <a:pPr algn="ctr">
                <a:lnSpc>
                  <a:spcPct val="90000"/>
                </a:lnSpc>
                <a:spcAft>
                  <a:spcPts val="0"/>
                </a:spcAft>
              </a:pPr>
              <a:r>
                <a:rPr lang="en-US" sz="700">
                  <a:solidFill>
                    <a:schemeClr val="bg1"/>
                  </a:solidFill>
                  <a:latin typeface="Ubuntu" panose="020B0504030602030204" pitchFamily="34" charset="0"/>
                </a:rPr>
                <a:t>10</a:t>
              </a:r>
            </a:p>
            <a:p>
              <a:pPr algn="ctr">
                <a:lnSpc>
                  <a:spcPct val="90000"/>
                </a:lnSpc>
                <a:spcAft>
                  <a:spcPts val="0"/>
                </a:spcAft>
              </a:pPr>
              <a:r>
                <a:rPr lang="en-US" sz="700">
                  <a:solidFill>
                    <a:schemeClr val="bg1"/>
                  </a:solidFill>
                  <a:latin typeface="Ubuntu" panose="020B0504030602030204" pitchFamily="34" charset="0"/>
                </a:rPr>
                <a:t>66</a:t>
              </a:r>
            </a:p>
          </p:txBody>
        </p:sp>
        <p:sp>
          <p:nvSpPr>
            <p:cNvPr id="48" name="Forme libre : forme 47">
              <a:extLst>
                <a:ext uri="{FF2B5EF4-FFF2-40B4-BE49-F238E27FC236}">
                  <a16:creationId xmlns:a16="http://schemas.microsoft.com/office/drawing/2014/main" id="{4BC28B06-4332-436B-9E8F-27299D73CB0F}"/>
                </a:ext>
              </a:extLst>
            </p:cNvPr>
            <p:cNvSpPr/>
            <p:nvPr/>
          </p:nvSpPr>
          <p:spPr>
            <a:xfrm>
              <a:off x="13168875" y="2818581"/>
              <a:ext cx="360000" cy="406800"/>
            </a:xfrm>
            <a:custGeom>
              <a:avLst/>
              <a:gdLst>
                <a:gd name="connsiteX0" fmla="*/ 0 w 1111406"/>
                <a:gd name="connsiteY0" fmla="*/ 0 h 1111407"/>
                <a:gd name="connsiteX1" fmla="*/ 1111407 w 1111406"/>
                <a:gd name="connsiteY1" fmla="*/ 0 h 1111407"/>
                <a:gd name="connsiteX2" fmla="*/ 1111407 w 1111406"/>
                <a:gd name="connsiteY2" fmla="*/ 1111407 h 1111407"/>
                <a:gd name="connsiteX3" fmla="*/ 0 w 1111406"/>
                <a:gd name="connsiteY3" fmla="*/ 1111407 h 1111407"/>
              </a:gdLst>
              <a:ahLst/>
              <a:cxnLst>
                <a:cxn ang="0">
                  <a:pos x="connsiteX0" y="connsiteY0"/>
                </a:cxn>
                <a:cxn ang="0">
                  <a:pos x="connsiteX1" y="connsiteY1"/>
                </a:cxn>
                <a:cxn ang="0">
                  <a:pos x="connsiteX2" y="connsiteY2"/>
                </a:cxn>
                <a:cxn ang="0">
                  <a:pos x="connsiteX3" y="connsiteY3"/>
                </a:cxn>
              </a:cxnLst>
              <a:rect l="l" t="t" r="r" b="b"/>
              <a:pathLst>
                <a:path w="1111406" h="1111407">
                  <a:moveTo>
                    <a:pt x="0" y="0"/>
                  </a:moveTo>
                  <a:lnTo>
                    <a:pt x="1111407" y="0"/>
                  </a:lnTo>
                  <a:lnTo>
                    <a:pt x="1111407" y="1111407"/>
                  </a:lnTo>
                  <a:lnTo>
                    <a:pt x="0" y="1111407"/>
                  </a:lnTo>
                  <a:close/>
                </a:path>
              </a:pathLst>
            </a:custGeom>
            <a:solidFill>
              <a:srgbClr val="750D5C"/>
            </a:solidFill>
            <a:ln w="6695" cap="flat">
              <a:noFill/>
              <a:prstDash val="solid"/>
              <a:miter/>
            </a:ln>
          </p:spPr>
          <p:txBody>
            <a:bodyPr rtlCol="0" anchor="ctr"/>
            <a:lstStyle/>
            <a:p>
              <a:pPr algn="ctr">
                <a:lnSpc>
                  <a:spcPct val="90000"/>
                </a:lnSpc>
                <a:spcAft>
                  <a:spcPts val="0"/>
                </a:spcAft>
              </a:pPr>
              <a:r>
                <a:rPr lang="en-US" sz="700">
                  <a:solidFill>
                    <a:schemeClr val="bg1"/>
                  </a:solidFill>
                  <a:latin typeface="Ubuntu" panose="020B0504030602030204" pitchFamily="34" charset="0"/>
                </a:rPr>
                <a:t>117</a:t>
              </a:r>
            </a:p>
            <a:p>
              <a:pPr algn="ctr">
                <a:lnSpc>
                  <a:spcPct val="90000"/>
                </a:lnSpc>
                <a:spcAft>
                  <a:spcPts val="0"/>
                </a:spcAft>
              </a:pPr>
              <a:r>
                <a:rPr lang="en-US" sz="700">
                  <a:solidFill>
                    <a:schemeClr val="bg1"/>
                  </a:solidFill>
                  <a:latin typeface="Ubuntu" panose="020B0504030602030204" pitchFamily="34" charset="0"/>
                </a:rPr>
                <a:t>13</a:t>
              </a:r>
            </a:p>
            <a:p>
              <a:pPr algn="ctr">
                <a:lnSpc>
                  <a:spcPct val="90000"/>
                </a:lnSpc>
                <a:spcAft>
                  <a:spcPts val="0"/>
                </a:spcAft>
              </a:pPr>
              <a:r>
                <a:rPr lang="en-US" sz="700">
                  <a:solidFill>
                    <a:schemeClr val="bg1"/>
                  </a:solidFill>
                  <a:latin typeface="Ubuntu" panose="020B0504030602030204" pitchFamily="34" charset="0"/>
                </a:rPr>
                <a:t>92</a:t>
              </a:r>
            </a:p>
          </p:txBody>
        </p:sp>
        <p:sp>
          <p:nvSpPr>
            <p:cNvPr id="49" name="Forme libre : forme 48">
              <a:extLst>
                <a:ext uri="{FF2B5EF4-FFF2-40B4-BE49-F238E27FC236}">
                  <a16:creationId xmlns:a16="http://schemas.microsoft.com/office/drawing/2014/main" id="{90419B70-8C46-4DE8-9DD4-F2A6106ED6F5}"/>
                </a:ext>
              </a:extLst>
            </p:cNvPr>
            <p:cNvSpPr/>
            <p:nvPr/>
          </p:nvSpPr>
          <p:spPr>
            <a:xfrm>
              <a:off x="13168875" y="2405581"/>
              <a:ext cx="360000"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802B73"/>
            </a:solidFill>
            <a:ln w="6695" cap="flat">
              <a:noFill/>
              <a:prstDash val="solid"/>
              <a:miter/>
            </a:ln>
          </p:spPr>
          <p:txBody>
            <a:bodyPr rtlCol="0" anchor="ctr"/>
            <a:lstStyle/>
            <a:p>
              <a:pPr algn="ctr">
                <a:lnSpc>
                  <a:spcPct val="90000"/>
                </a:lnSpc>
                <a:spcAft>
                  <a:spcPts val="0"/>
                </a:spcAft>
              </a:pPr>
              <a:r>
                <a:rPr lang="en-US" sz="700">
                  <a:solidFill>
                    <a:schemeClr val="bg1"/>
                  </a:solidFill>
                  <a:latin typeface="Ubuntu" panose="020B0504030602030204" pitchFamily="34" charset="0"/>
                </a:rPr>
                <a:t>128</a:t>
              </a:r>
            </a:p>
            <a:p>
              <a:pPr algn="ctr">
                <a:lnSpc>
                  <a:spcPct val="90000"/>
                </a:lnSpc>
                <a:spcAft>
                  <a:spcPts val="0"/>
                </a:spcAft>
              </a:pPr>
              <a:r>
                <a:rPr lang="en-US" sz="700">
                  <a:solidFill>
                    <a:schemeClr val="bg1"/>
                  </a:solidFill>
                  <a:latin typeface="Ubuntu" panose="020B0504030602030204" pitchFamily="34" charset="0"/>
                </a:rPr>
                <a:t>43</a:t>
              </a:r>
            </a:p>
            <a:p>
              <a:pPr algn="ctr">
                <a:lnSpc>
                  <a:spcPct val="90000"/>
                </a:lnSpc>
                <a:spcAft>
                  <a:spcPts val="0"/>
                </a:spcAft>
              </a:pPr>
              <a:r>
                <a:rPr lang="en-US" sz="700">
                  <a:solidFill>
                    <a:schemeClr val="bg1"/>
                  </a:solidFill>
                  <a:latin typeface="Ubuntu" panose="020B0504030602030204" pitchFamily="34" charset="0"/>
                </a:rPr>
                <a:t>115</a:t>
              </a:r>
            </a:p>
          </p:txBody>
        </p:sp>
        <p:sp>
          <p:nvSpPr>
            <p:cNvPr id="50" name="Forme libre : forme 49">
              <a:extLst>
                <a:ext uri="{FF2B5EF4-FFF2-40B4-BE49-F238E27FC236}">
                  <a16:creationId xmlns:a16="http://schemas.microsoft.com/office/drawing/2014/main" id="{0A0CFFBA-E8FE-434D-9D74-BB9F352B4723}"/>
                </a:ext>
              </a:extLst>
            </p:cNvPr>
            <p:cNvSpPr/>
            <p:nvPr/>
          </p:nvSpPr>
          <p:spPr>
            <a:xfrm>
              <a:off x="13168875" y="1992581"/>
              <a:ext cx="360000"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9E4780"/>
            </a:solidFill>
            <a:ln w="6695" cap="flat">
              <a:noFill/>
              <a:prstDash val="solid"/>
              <a:miter/>
            </a:ln>
          </p:spPr>
          <p:txBody>
            <a:bodyPr rtlCol="0" anchor="ctr"/>
            <a:lstStyle/>
            <a:p>
              <a:pPr algn="ctr">
                <a:lnSpc>
                  <a:spcPct val="90000"/>
                </a:lnSpc>
                <a:spcAft>
                  <a:spcPts val="0"/>
                </a:spcAft>
              </a:pPr>
              <a:r>
                <a:rPr lang="en-US" sz="700">
                  <a:solidFill>
                    <a:schemeClr val="bg1"/>
                  </a:solidFill>
                  <a:latin typeface="Ubuntu" panose="020B0504030602030204" pitchFamily="34" charset="0"/>
                </a:rPr>
                <a:t>158</a:t>
              </a:r>
            </a:p>
            <a:p>
              <a:pPr algn="ctr">
                <a:lnSpc>
                  <a:spcPct val="90000"/>
                </a:lnSpc>
                <a:spcAft>
                  <a:spcPts val="0"/>
                </a:spcAft>
              </a:pPr>
              <a:r>
                <a:rPr lang="en-US" sz="700">
                  <a:solidFill>
                    <a:schemeClr val="bg1"/>
                  </a:solidFill>
                  <a:latin typeface="Ubuntu" panose="020B0504030602030204" pitchFamily="34" charset="0"/>
                </a:rPr>
                <a:t>71</a:t>
              </a:r>
            </a:p>
            <a:p>
              <a:pPr algn="ctr">
                <a:lnSpc>
                  <a:spcPct val="90000"/>
                </a:lnSpc>
                <a:spcAft>
                  <a:spcPts val="0"/>
                </a:spcAft>
              </a:pPr>
              <a:r>
                <a:rPr lang="en-US" sz="700">
                  <a:solidFill>
                    <a:schemeClr val="bg1"/>
                  </a:solidFill>
                  <a:latin typeface="Ubuntu" panose="020B0504030602030204" pitchFamily="34" charset="0"/>
                </a:rPr>
                <a:t>128</a:t>
              </a:r>
            </a:p>
          </p:txBody>
        </p:sp>
        <p:sp>
          <p:nvSpPr>
            <p:cNvPr id="51" name="Forme libre : forme 50">
              <a:extLst>
                <a:ext uri="{FF2B5EF4-FFF2-40B4-BE49-F238E27FC236}">
                  <a16:creationId xmlns:a16="http://schemas.microsoft.com/office/drawing/2014/main" id="{D041A42A-2FF1-4516-85CE-87051937629F}"/>
                </a:ext>
              </a:extLst>
            </p:cNvPr>
            <p:cNvSpPr/>
            <p:nvPr/>
          </p:nvSpPr>
          <p:spPr>
            <a:xfrm>
              <a:off x="13535697" y="3644581"/>
              <a:ext cx="360000"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A6001A"/>
            </a:solidFill>
            <a:ln w="6695" cap="flat">
              <a:noFill/>
              <a:prstDash val="solid"/>
              <a:miter/>
            </a:ln>
          </p:spPr>
          <p:txBody>
            <a:bodyPr rtlCol="0" anchor="ctr"/>
            <a:lstStyle/>
            <a:p>
              <a:pPr algn="ctr">
                <a:lnSpc>
                  <a:spcPct val="90000"/>
                </a:lnSpc>
                <a:spcAft>
                  <a:spcPts val="0"/>
                </a:spcAft>
              </a:pPr>
              <a:r>
                <a:rPr lang="en-US" sz="700">
                  <a:solidFill>
                    <a:schemeClr val="bg1"/>
                  </a:solidFill>
                  <a:latin typeface="Ubuntu" panose="020B0504030602030204" pitchFamily="34" charset="0"/>
                </a:rPr>
                <a:t>166</a:t>
              </a:r>
            </a:p>
            <a:p>
              <a:pPr algn="ctr">
                <a:lnSpc>
                  <a:spcPct val="90000"/>
                </a:lnSpc>
                <a:spcAft>
                  <a:spcPts val="0"/>
                </a:spcAft>
              </a:pPr>
              <a:r>
                <a:rPr lang="en-US" sz="700">
                  <a:solidFill>
                    <a:schemeClr val="bg1"/>
                  </a:solidFill>
                  <a:latin typeface="Ubuntu" panose="020B0504030602030204" pitchFamily="34" charset="0"/>
                </a:rPr>
                <a:t>0</a:t>
              </a:r>
            </a:p>
            <a:p>
              <a:pPr algn="ctr">
                <a:lnSpc>
                  <a:spcPct val="90000"/>
                </a:lnSpc>
                <a:spcAft>
                  <a:spcPts val="0"/>
                </a:spcAft>
              </a:pPr>
              <a:r>
                <a:rPr lang="en-US" sz="700">
                  <a:solidFill>
                    <a:schemeClr val="bg1"/>
                  </a:solidFill>
                  <a:latin typeface="Ubuntu" panose="020B0504030602030204" pitchFamily="34" charset="0"/>
                </a:rPr>
                <a:t>26</a:t>
              </a:r>
            </a:p>
          </p:txBody>
        </p:sp>
        <p:sp>
          <p:nvSpPr>
            <p:cNvPr id="52" name="Forme libre : forme 51">
              <a:extLst>
                <a:ext uri="{FF2B5EF4-FFF2-40B4-BE49-F238E27FC236}">
                  <a16:creationId xmlns:a16="http://schemas.microsoft.com/office/drawing/2014/main" id="{02084D3E-01E3-4506-9076-881D83455262}"/>
                </a:ext>
              </a:extLst>
            </p:cNvPr>
            <p:cNvSpPr/>
            <p:nvPr/>
          </p:nvSpPr>
          <p:spPr>
            <a:xfrm>
              <a:off x="13535697" y="3231581"/>
              <a:ext cx="360000"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E30021"/>
            </a:solidFill>
            <a:ln w="6695" cap="flat">
              <a:noFill/>
              <a:prstDash val="solid"/>
              <a:miter/>
            </a:ln>
          </p:spPr>
          <p:txBody>
            <a:bodyPr rtlCol="0" anchor="ctr"/>
            <a:lstStyle/>
            <a:p>
              <a:pPr algn="ctr">
                <a:lnSpc>
                  <a:spcPct val="90000"/>
                </a:lnSpc>
                <a:spcAft>
                  <a:spcPts val="0"/>
                </a:spcAft>
              </a:pPr>
              <a:r>
                <a:rPr lang="en-US" sz="700">
                  <a:solidFill>
                    <a:schemeClr val="bg1"/>
                  </a:solidFill>
                  <a:latin typeface="Ubuntu" panose="020B0504030602030204" pitchFamily="34" charset="0"/>
                </a:rPr>
                <a:t>227</a:t>
              </a:r>
            </a:p>
            <a:p>
              <a:pPr algn="ctr">
                <a:lnSpc>
                  <a:spcPct val="90000"/>
                </a:lnSpc>
                <a:spcAft>
                  <a:spcPts val="0"/>
                </a:spcAft>
              </a:pPr>
              <a:r>
                <a:rPr lang="en-US" sz="700">
                  <a:solidFill>
                    <a:schemeClr val="bg1"/>
                  </a:solidFill>
                  <a:latin typeface="Ubuntu" panose="020B0504030602030204" pitchFamily="34" charset="0"/>
                </a:rPr>
                <a:t>03</a:t>
              </a:r>
            </a:p>
            <a:p>
              <a:pPr algn="ctr">
                <a:lnSpc>
                  <a:spcPct val="90000"/>
                </a:lnSpc>
                <a:spcAft>
                  <a:spcPts val="0"/>
                </a:spcAft>
              </a:pPr>
              <a:r>
                <a:rPr lang="en-US" sz="700">
                  <a:solidFill>
                    <a:schemeClr val="bg1"/>
                  </a:solidFill>
                  <a:latin typeface="Ubuntu" panose="020B0504030602030204" pitchFamily="34" charset="0"/>
                </a:rPr>
                <a:t>33</a:t>
              </a:r>
            </a:p>
          </p:txBody>
        </p:sp>
        <p:sp>
          <p:nvSpPr>
            <p:cNvPr id="53" name="Forme libre : forme 52">
              <a:extLst>
                <a:ext uri="{FF2B5EF4-FFF2-40B4-BE49-F238E27FC236}">
                  <a16:creationId xmlns:a16="http://schemas.microsoft.com/office/drawing/2014/main" id="{96939CDC-56D5-42B9-843A-231E1C541E5D}"/>
                </a:ext>
              </a:extLst>
            </p:cNvPr>
            <p:cNvSpPr/>
            <p:nvPr/>
          </p:nvSpPr>
          <p:spPr>
            <a:xfrm>
              <a:off x="13535697" y="2818581"/>
              <a:ext cx="360000" cy="406800"/>
            </a:xfrm>
            <a:custGeom>
              <a:avLst/>
              <a:gdLst>
                <a:gd name="connsiteX0" fmla="*/ 0 w 1111406"/>
                <a:gd name="connsiteY0" fmla="*/ 0 h 1111407"/>
                <a:gd name="connsiteX1" fmla="*/ 1111407 w 1111406"/>
                <a:gd name="connsiteY1" fmla="*/ 0 h 1111407"/>
                <a:gd name="connsiteX2" fmla="*/ 1111407 w 1111406"/>
                <a:gd name="connsiteY2" fmla="*/ 1111407 h 1111407"/>
                <a:gd name="connsiteX3" fmla="*/ 0 w 1111406"/>
                <a:gd name="connsiteY3" fmla="*/ 1111407 h 1111407"/>
              </a:gdLst>
              <a:ahLst/>
              <a:cxnLst>
                <a:cxn ang="0">
                  <a:pos x="connsiteX0" y="connsiteY0"/>
                </a:cxn>
                <a:cxn ang="0">
                  <a:pos x="connsiteX1" y="connsiteY1"/>
                </a:cxn>
                <a:cxn ang="0">
                  <a:pos x="connsiteX2" y="connsiteY2"/>
                </a:cxn>
                <a:cxn ang="0">
                  <a:pos x="connsiteX3" y="connsiteY3"/>
                </a:cxn>
              </a:cxnLst>
              <a:rect l="l" t="t" r="r" b="b"/>
              <a:pathLst>
                <a:path w="1111406" h="1111407">
                  <a:moveTo>
                    <a:pt x="0" y="0"/>
                  </a:moveTo>
                  <a:lnTo>
                    <a:pt x="1111407" y="0"/>
                  </a:lnTo>
                  <a:lnTo>
                    <a:pt x="1111407" y="1111407"/>
                  </a:lnTo>
                  <a:lnTo>
                    <a:pt x="0" y="1111407"/>
                  </a:lnTo>
                  <a:close/>
                </a:path>
              </a:pathLst>
            </a:custGeom>
            <a:solidFill>
              <a:srgbClr val="FF304D"/>
            </a:solidFill>
            <a:ln w="6695" cap="flat">
              <a:noFill/>
              <a:prstDash val="solid"/>
              <a:miter/>
            </a:ln>
          </p:spPr>
          <p:txBody>
            <a:bodyPr rtlCol="0" anchor="ctr"/>
            <a:lstStyle/>
            <a:p>
              <a:pPr algn="ctr">
                <a:lnSpc>
                  <a:spcPct val="90000"/>
                </a:lnSpc>
                <a:spcAft>
                  <a:spcPts val="0"/>
                </a:spcAft>
              </a:pPr>
              <a:r>
                <a:rPr lang="en-US" sz="700">
                  <a:latin typeface="Ubuntu" panose="020B0504030602030204" pitchFamily="34" charset="0"/>
                </a:rPr>
                <a:t>255</a:t>
              </a:r>
            </a:p>
            <a:p>
              <a:pPr algn="ctr">
                <a:lnSpc>
                  <a:spcPct val="90000"/>
                </a:lnSpc>
                <a:spcAft>
                  <a:spcPts val="0"/>
                </a:spcAft>
              </a:pPr>
              <a:r>
                <a:rPr lang="en-US" sz="700">
                  <a:latin typeface="Ubuntu" panose="020B0504030602030204" pitchFamily="34" charset="0"/>
                </a:rPr>
                <a:t>48</a:t>
              </a:r>
            </a:p>
            <a:p>
              <a:pPr algn="ctr">
                <a:lnSpc>
                  <a:spcPct val="90000"/>
                </a:lnSpc>
                <a:spcAft>
                  <a:spcPts val="0"/>
                </a:spcAft>
              </a:pPr>
              <a:r>
                <a:rPr lang="en-US" sz="700">
                  <a:latin typeface="Ubuntu" panose="020B0504030602030204" pitchFamily="34" charset="0"/>
                </a:rPr>
                <a:t>77</a:t>
              </a:r>
            </a:p>
          </p:txBody>
        </p:sp>
        <p:sp>
          <p:nvSpPr>
            <p:cNvPr id="54" name="Forme libre : forme 53">
              <a:extLst>
                <a:ext uri="{FF2B5EF4-FFF2-40B4-BE49-F238E27FC236}">
                  <a16:creationId xmlns:a16="http://schemas.microsoft.com/office/drawing/2014/main" id="{66B49780-B844-4D04-8283-E12AAC6933AF}"/>
                </a:ext>
              </a:extLst>
            </p:cNvPr>
            <p:cNvSpPr/>
            <p:nvPr/>
          </p:nvSpPr>
          <p:spPr>
            <a:xfrm>
              <a:off x="13535697" y="2405581"/>
              <a:ext cx="360000"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FF455E"/>
            </a:solidFill>
            <a:ln w="6695" cap="flat">
              <a:noFill/>
              <a:prstDash val="solid"/>
              <a:miter/>
            </a:ln>
          </p:spPr>
          <p:txBody>
            <a:bodyPr rtlCol="0" anchor="ctr"/>
            <a:lstStyle/>
            <a:p>
              <a:pPr algn="ctr">
                <a:lnSpc>
                  <a:spcPct val="90000"/>
                </a:lnSpc>
                <a:spcAft>
                  <a:spcPts val="0"/>
                </a:spcAft>
              </a:pPr>
              <a:r>
                <a:rPr lang="en-US" sz="700">
                  <a:latin typeface="Ubuntu" panose="020B0504030602030204" pitchFamily="34" charset="0"/>
                </a:rPr>
                <a:t>255</a:t>
              </a:r>
            </a:p>
            <a:p>
              <a:pPr algn="ctr">
                <a:lnSpc>
                  <a:spcPct val="90000"/>
                </a:lnSpc>
                <a:spcAft>
                  <a:spcPts val="0"/>
                </a:spcAft>
              </a:pPr>
              <a:r>
                <a:rPr lang="en-US" sz="700">
                  <a:latin typeface="Ubuntu" panose="020B0504030602030204" pitchFamily="34" charset="0"/>
                </a:rPr>
                <a:t>69</a:t>
              </a:r>
            </a:p>
            <a:p>
              <a:pPr algn="ctr">
                <a:lnSpc>
                  <a:spcPct val="90000"/>
                </a:lnSpc>
                <a:spcAft>
                  <a:spcPts val="0"/>
                </a:spcAft>
              </a:pPr>
              <a:r>
                <a:rPr lang="en-US" sz="700">
                  <a:latin typeface="Ubuntu" panose="020B0504030602030204" pitchFamily="34" charset="0"/>
                </a:rPr>
                <a:t>94</a:t>
              </a:r>
            </a:p>
          </p:txBody>
        </p:sp>
        <p:sp>
          <p:nvSpPr>
            <p:cNvPr id="55" name="Forme libre : forme 54">
              <a:extLst>
                <a:ext uri="{FF2B5EF4-FFF2-40B4-BE49-F238E27FC236}">
                  <a16:creationId xmlns:a16="http://schemas.microsoft.com/office/drawing/2014/main" id="{FF82BEF1-5FD1-4558-9313-1606ABF3D69C}"/>
                </a:ext>
              </a:extLst>
            </p:cNvPr>
            <p:cNvSpPr/>
            <p:nvPr/>
          </p:nvSpPr>
          <p:spPr>
            <a:xfrm>
              <a:off x="13535697" y="1992581"/>
              <a:ext cx="360000"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FF5770"/>
            </a:solidFill>
            <a:ln w="6695" cap="flat">
              <a:noFill/>
              <a:prstDash val="solid"/>
              <a:miter/>
            </a:ln>
          </p:spPr>
          <p:txBody>
            <a:bodyPr rtlCol="0" anchor="ctr"/>
            <a:lstStyle/>
            <a:p>
              <a:pPr algn="ctr">
                <a:lnSpc>
                  <a:spcPct val="90000"/>
                </a:lnSpc>
                <a:spcAft>
                  <a:spcPts val="0"/>
                </a:spcAft>
              </a:pPr>
              <a:r>
                <a:rPr lang="en-US" sz="700">
                  <a:latin typeface="Ubuntu" panose="020B0504030602030204" pitchFamily="34" charset="0"/>
                </a:rPr>
                <a:t>255</a:t>
              </a:r>
            </a:p>
            <a:p>
              <a:pPr algn="ctr">
                <a:lnSpc>
                  <a:spcPct val="90000"/>
                </a:lnSpc>
                <a:spcAft>
                  <a:spcPts val="0"/>
                </a:spcAft>
              </a:pPr>
              <a:r>
                <a:rPr lang="en-US" sz="700">
                  <a:latin typeface="Ubuntu" panose="020B0504030602030204" pitchFamily="34" charset="0"/>
                </a:rPr>
                <a:t>87</a:t>
              </a:r>
            </a:p>
            <a:p>
              <a:pPr algn="ctr">
                <a:lnSpc>
                  <a:spcPct val="90000"/>
                </a:lnSpc>
                <a:spcAft>
                  <a:spcPts val="0"/>
                </a:spcAft>
              </a:pPr>
              <a:r>
                <a:rPr lang="en-US" sz="700">
                  <a:latin typeface="Ubuntu" panose="020B0504030602030204" pitchFamily="34" charset="0"/>
                </a:rPr>
                <a:t>112</a:t>
              </a:r>
            </a:p>
          </p:txBody>
        </p:sp>
        <p:sp>
          <p:nvSpPr>
            <p:cNvPr id="56" name="Forme libre : forme 55">
              <a:extLst>
                <a:ext uri="{FF2B5EF4-FFF2-40B4-BE49-F238E27FC236}">
                  <a16:creationId xmlns:a16="http://schemas.microsoft.com/office/drawing/2014/main" id="{86AAEC8D-AC95-4215-80AB-61B5B47B8691}"/>
                </a:ext>
              </a:extLst>
            </p:cNvPr>
            <p:cNvSpPr/>
            <p:nvPr/>
          </p:nvSpPr>
          <p:spPr>
            <a:xfrm>
              <a:off x="12432704" y="3644581"/>
              <a:ext cx="360000"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811B6F"/>
            </a:solidFill>
            <a:ln w="6695" cap="flat">
              <a:noFill/>
              <a:prstDash val="solid"/>
              <a:miter/>
            </a:ln>
          </p:spPr>
          <p:txBody>
            <a:bodyPr rtlCol="0" anchor="ctr"/>
            <a:lstStyle/>
            <a:p>
              <a:pPr algn="ctr">
                <a:lnSpc>
                  <a:spcPct val="90000"/>
                </a:lnSpc>
                <a:spcAft>
                  <a:spcPts val="0"/>
                </a:spcAft>
              </a:pPr>
              <a:r>
                <a:rPr lang="en-US" sz="700">
                  <a:solidFill>
                    <a:schemeClr val="bg1"/>
                  </a:solidFill>
                  <a:latin typeface="Ubuntu" panose="020B0504030602030204" pitchFamily="34" charset="0"/>
                </a:rPr>
                <a:t>129</a:t>
              </a:r>
            </a:p>
            <a:p>
              <a:pPr algn="ctr">
                <a:lnSpc>
                  <a:spcPct val="90000"/>
                </a:lnSpc>
                <a:spcAft>
                  <a:spcPts val="0"/>
                </a:spcAft>
              </a:pPr>
              <a:r>
                <a:rPr lang="en-US" sz="700">
                  <a:solidFill>
                    <a:schemeClr val="bg1"/>
                  </a:solidFill>
                  <a:latin typeface="Ubuntu" panose="020B0504030602030204" pitchFamily="34" charset="0"/>
                </a:rPr>
                <a:t>27</a:t>
              </a:r>
            </a:p>
            <a:p>
              <a:pPr algn="ctr">
                <a:lnSpc>
                  <a:spcPct val="90000"/>
                </a:lnSpc>
                <a:spcAft>
                  <a:spcPts val="0"/>
                </a:spcAft>
              </a:pPr>
              <a:r>
                <a:rPr lang="en-US" sz="700">
                  <a:solidFill>
                    <a:schemeClr val="bg1"/>
                  </a:solidFill>
                  <a:latin typeface="Ubuntu" panose="020B0504030602030204" pitchFamily="34" charset="0"/>
                </a:rPr>
                <a:t>111</a:t>
              </a:r>
            </a:p>
          </p:txBody>
        </p:sp>
        <p:sp>
          <p:nvSpPr>
            <p:cNvPr id="57" name="Forme libre : forme 56">
              <a:extLst>
                <a:ext uri="{FF2B5EF4-FFF2-40B4-BE49-F238E27FC236}">
                  <a16:creationId xmlns:a16="http://schemas.microsoft.com/office/drawing/2014/main" id="{345AA905-3BBB-4015-9537-2162DD20DA02}"/>
                </a:ext>
              </a:extLst>
            </p:cNvPr>
            <p:cNvSpPr/>
            <p:nvPr/>
          </p:nvSpPr>
          <p:spPr>
            <a:xfrm>
              <a:off x="12432704" y="3231581"/>
              <a:ext cx="360000"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A12980"/>
            </a:solidFill>
            <a:ln w="6695" cap="flat">
              <a:noFill/>
              <a:prstDash val="solid"/>
              <a:miter/>
            </a:ln>
          </p:spPr>
          <p:txBody>
            <a:bodyPr rtlCol="0" anchor="ctr"/>
            <a:lstStyle/>
            <a:p>
              <a:pPr algn="ctr">
                <a:lnSpc>
                  <a:spcPct val="90000"/>
                </a:lnSpc>
                <a:spcAft>
                  <a:spcPts val="0"/>
                </a:spcAft>
              </a:pPr>
              <a:r>
                <a:rPr lang="en-US" sz="700">
                  <a:solidFill>
                    <a:schemeClr val="bg1"/>
                  </a:solidFill>
                  <a:latin typeface="Ubuntu" panose="020B0504030602030204" pitchFamily="34" charset="0"/>
                </a:rPr>
                <a:t>161</a:t>
              </a:r>
            </a:p>
            <a:p>
              <a:pPr algn="ctr">
                <a:lnSpc>
                  <a:spcPct val="90000"/>
                </a:lnSpc>
                <a:spcAft>
                  <a:spcPts val="0"/>
                </a:spcAft>
              </a:pPr>
              <a:r>
                <a:rPr lang="en-US" sz="700">
                  <a:solidFill>
                    <a:schemeClr val="bg1"/>
                  </a:solidFill>
                  <a:latin typeface="Ubuntu" panose="020B0504030602030204" pitchFamily="34" charset="0"/>
                </a:rPr>
                <a:t>41</a:t>
              </a:r>
            </a:p>
            <a:p>
              <a:pPr algn="ctr">
                <a:lnSpc>
                  <a:spcPct val="90000"/>
                </a:lnSpc>
                <a:spcAft>
                  <a:spcPts val="0"/>
                </a:spcAft>
              </a:pPr>
              <a:r>
                <a:rPr lang="en-US" sz="700">
                  <a:solidFill>
                    <a:schemeClr val="bg1"/>
                  </a:solidFill>
                  <a:latin typeface="Ubuntu" panose="020B0504030602030204" pitchFamily="34" charset="0"/>
                </a:rPr>
                <a:t>128</a:t>
              </a:r>
            </a:p>
          </p:txBody>
        </p:sp>
        <p:sp>
          <p:nvSpPr>
            <p:cNvPr id="58" name="Forme libre : forme 57">
              <a:extLst>
                <a:ext uri="{FF2B5EF4-FFF2-40B4-BE49-F238E27FC236}">
                  <a16:creationId xmlns:a16="http://schemas.microsoft.com/office/drawing/2014/main" id="{8E50898F-084D-45EC-9EDA-C64E62F50B6F}"/>
                </a:ext>
              </a:extLst>
            </p:cNvPr>
            <p:cNvSpPr/>
            <p:nvPr/>
          </p:nvSpPr>
          <p:spPr>
            <a:xfrm>
              <a:off x="12432704" y="2818581"/>
              <a:ext cx="360000" cy="406800"/>
            </a:xfrm>
            <a:custGeom>
              <a:avLst/>
              <a:gdLst>
                <a:gd name="connsiteX0" fmla="*/ 0 w 1111406"/>
                <a:gd name="connsiteY0" fmla="*/ 0 h 1111407"/>
                <a:gd name="connsiteX1" fmla="*/ 1111407 w 1111406"/>
                <a:gd name="connsiteY1" fmla="*/ 0 h 1111407"/>
                <a:gd name="connsiteX2" fmla="*/ 1111407 w 1111406"/>
                <a:gd name="connsiteY2" fmla="*/ 1111407 h 1111407"/>
                <a:gd name="connsiteX3" fmla="*/ 0 w 1111406"/>
                <a:gd name="connsiteY3" fmla="*/ 1111407 h 1111407"/>
              </a:gdLst>
              <a:ahLst/>
              <a:cxnLst>
                <a:cxn ang="0">
                  <a:pos x="connsiteX0" y="connsiteY0"/>
                </a:cxn>
                <a:cxn ang="0">
                  <a:pos x="connsiteX1" y="connsiteY1"/>
                </a:cxn>
                <a:cxn ang="0">
                  <a:pos x="connsiteX2" y="connsiteY2"/>
                </a:cxn>
                <a:cxn ang="0">
                  <a:pos x="connsiteX3" y="connsiteY3"/>
                </a:cxn>
              </a:cxnLst>
              <a:rect l="l" t="t" r="r" b="b"/>
              <a:pathLst>
                <a:path w="1111406" h="1111407">
                  <a:moveTo>
                    <a:pt x="0" y="0"/>
                  </a:moveTo>
                  <a:lnTo>
                    <a:pt x="1111407" y="0"/>
                  </a:lnTo>
                  <a:lnTo>
                    <a:pt x="1111407" y="1111407"/>
                  </a:lnTo>
                  <a:lnTo>
                    <a:pt x="0" y="1111407"/>
                  </a:lnTo>
                  <a:close/>
                </a:path>
              </a:pathLst>
            </a:custGeom>
            <a:solidFill>
              <a:srgbClr val="BA2980"/>
            </a:solidFill>
            <a:ln w="6695" cap="flat">
              <a:noFill/>
              <a:prstDash val="solid"/>
              <a:miter/>
            </a:ln>
          </p:spPr>
          <p:txBody>
            <a:bodyPr rtlCol="0" anchor="ctr"/>
            <a:lstStyle/>
            <a:p>
              <a:pPr algn="ctr">
                <a:lnSpc>
                  <a:spcPct val="90000"/>
                </a:lnSpc>
                <a:spcAft>
                  <a:spcPts val="0"/>
                </a:spcAft>
              </a:pPr>
              <a:r>
                <a:rPr lang="en-US" sz="700">
                  <a:solidFill>
                    <a:schemeClr val="bg1"/>
                  </a:solidFill>
                  <a:latin typeface="Ubuntu" panose="020B0504030602030204" pitchFamily="34" charset="0"/>
                </a:rPr>
                <a:t>186</a:t>
              </a:r>
            </a:p>
            <a:p>
              <a:pPr algn="ctr">
                <a:lnSpc>
                  <a:spcPct val="90000"/>
                </a:lnSpc>
                <a:spcAft>
                  <a:spcPts val="0"/>
                </a:spcAft>
              </a:pPr>
              <a:r>
                <a:rPr lang="en-US" sz="700">
                  <a:solidFill>
                    <a:schemeClr val="bg1"/>
                  </a:solidFill>
                  <a:latin typeface="Ubuntu" panose="020B0504030602030204" pitchFamily="34" charset="0"/>
                </a:rPr>
                <a:t>41</a:t>
              </a:r>
            </a:p>
            <a:p>
              <a:pPr algn="ctr">
                <a:lnSpc>
                  <a:spcPct val="90000"/>
                </a:lnSpc>
                <a:spcAft>
                  <a:spcPts val="0"/>
                </a:spcAft>
              </a:pPr>
              <a:r>
                <a:rPr lang="en-US" sz="700">
                  <a:solidFill>
                    <a:schemeClr val="bg1"/>
                  </a:solidFill>
                  <a:latin typeface="Ubuntu" panose="020B0504030602030204" pitchFamily="34" charset="0"/>
                </a:rPr>
                <a:t>128</a:t>
              </a:r>
            </a:p>
          </p:txBody>
        </p:sp>
        <p:sp>
          <p:nvSpPr>
            <p:cNvPr id="59" name="Forme libre : forme 58">
              <a:extLst>
                <a:ext uri="{FF2B5EF4-FFF2-40B4-BE49-F238E27FC236}">
                  <a16:creationId xmlns:a16="http://schemas.microsoft.com/office/drawing/2014/main" id="{850EF37B-321C-4CAE-A8B1-66C0053A83E3}"/>
                </a:ext>
              </a:extLst>
            </p:cNvPr>
            <p:cNvSpPr/>
            <p:nvPr/>
          </p:nvSpPr>
          <p:spPr>
            <a:xfrm>
              <a:off x="12432704" y="2405581"/>
              <a:ext cx="360000"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D13A8C"/>
            </a:solidFill>
            <a:ln w="6695" cap="flat">
              <a:noFill/>
              <a:prstDash val="solid"/>
              <a:miter/>
            </a:ln>
          </p:spPr>
          <p:txBody>
            <a:bodyPr rtlCol="0" anchor="ctr"/>
            <a:lstStyle/>
            <a:p>
              <a:pPr algn="ctr">
                <a:lnSpc>
                  <a:spcPct val="90000"/>
                </a:lnSpc>
                <a:spcAft>
                  <a:spcPts val="0"/>
                </a:spcAft>
              </a:pPr>
              <a:r>
                <a:rPr lang="en-US" sz="700">
                  <a:latin typeface="Ubuntu" panose="020B0504030602030204" pitchFamily="34" charset="0"/>
                </a:rPr>
                <a:t>209</a:t>
              </a:r>
            </a:p>
            <a:p>
              <a:pPr algn="ctr">
                <a:lnSpc>
                  <a:spcPct val="90000"/>
                </a:lnSpc>
                <a:spcAft>
                  <a:spcPts val="0"/>
                </a:spcAft>
              </a:pPr>
              <a:r>
                <a:rPr lang="en-US" sz="700">
                  <a:latin typeface="Ubuntu" panose="020B0504030602030204" pitchFamily="34" charset="0"/>
                </a:rPr>
                <a:t>58</a:t>
              </a:r>
            </a:p>
            <a:p>
              <a:pPr algn="ctr">
                <a:lnSpc>
                  <a:spcPct val="90000"/>
                </a:lnSpc>
                <a:spcAft>
                  <a:spcPts val="0"/>
                </a:spcAft>
              </a:pPr>
              <a:r>
                <a:rPr lang="en-US" sz="700">
                  <a:latin typeface="Ubuntu" panose="020B0504030602030204" pitchFamily="34" charset="0"/>
                </a:rPr>
                <a:t>140</a:t>
              </a:r>
            </a:p>
          </p:txBody>
        </p:sp>
        <p:sp>
          <p:nvSpPr>
            <p:cNvPr id="60" name="Forme libre : forme 59">
              <a:extLst>
                <a:ext uri="{FF2B5EF4-FFF2-40B4-BE49-F238E27FC236}">
                  <a16:creationId xmlns:a16="http://schemas.microsoft.com/office/drawing/2014/main" id="{49EEAAAC-C871-41A3-9B9B-6381B2FD4E28}"/>
                </a:ext>
              </a:extLst>
            </p:cNvPr>
            <p:cNvSpPr/>
            <p:nvPr/>
          </p:nvSpPr>
          <p:spPr>
            <a:xfrm>
              <a:off x="12432704" y="1993636"/>
              <a:ext cx="360000"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E557AD"/>
            </a:solidFill>
            <a:ln w="6695" cap="flat">
              <a:noFill/>
              <a:prstDash val="solid"/>
              <a:miter/>
            </a:ln>
          </p:spPr>
          <p:txBody>
            <a:bodyPr rtlCol="0" anchor="ctr"/>
            <a:lstStyle/>
            <a:p>
              <a:pPr algn="ctr">
                <a:lnSpc>
                  <a:spcPct val="90000"/>
                </a:lnSpc>
                <a:spcAft>
                  <a:spcPts val="0"/>
                </a:spcAft>
              </a:pPr>
              <a:r>
                <a:rPr lang="en-US" sz="700">
                  <a:latin typeface="Ubuntu" panose="020B0504030602030204" pitchFamily="34" charset="0"/>
                </a:rPr>
                <a:t>229</a:t>
              </a:r>
            </a:p>
            <a:p>
              <a:pPr algn="ctr">
                <a:lnSpc>
                  <a:spcPct val="90000"/>
                </a:lnSpc>
                <a:spcAft>
                  <a:spcPts val="0"/>
                </a:spcAft>
              </a:pPr>
              <a:r>
                <a:rPr lang="en-US" sz="700">
                  <a:latin typeface="Ubuntu" panose="020B0504030602030204" pitchFamily="34" charset="0"/>
                </a:rPr>
                <a:t>87</a:t>
              </a:r>
            </a:p>
            <a:p>
              <a:pPr algn="ctr">
                <a:lnSpc>
                  <a:spcPct val="90000"/>
                </a:lnSpc>
                <a:spcAft>
                  <a:spcPts val="0"/>
                </a:spcAft>
              </a:pPr>
              <a:r>
                <a:rPr lang="en-US" sz="700">
                  <a:latin typeface="Ubuntu" panose="020B0504030602030204" pitchFamily="34" charset="0"/>
                </a:rPr>
                <a:t>173</a:t>
              </a:r>
            </a:p>
          </p:txBody>
        </p:sp>
      </p:grpSp>
      <p:sp>
        <p:nvSpPr>
          <p:cNvPr id="61" name="Rectangle 60">
            <a:extLst>
              <a:ext uri="{FF2B5EF4-FFF2-40B4-BE49-F238E27FC236}">
                <a16:creationId xmlns:a16="http://schemas.microsoft.com/office/drawing/2014/main" id="{9D36E5FD-F409-4495-819A-440FA57D9E19}"/>
              </a:ext>
            </a:extLst>
          </p:cNvPr>
          <p:cNvSpPr/>
          <p:nvPr/>
        </p:nvSpPr>
        <p:spPr>
          <a:xfrm>
            <a:off x="12295891" y="6412526"/>
            <a:ext cx="2545089" cy="615553"/>
          </a:xfrm>
          <a:prstGeom prst="rect">
            <a:avLst/>
          </a:prstGeom>
        </p:spPr>
        <p:txBody>
          <a:bodyPr wrap="square" lIns="0" tIns="0" rIns="0" bIns="0">
            <a:spAutoFit/>
          </a:bodyPr>
          <a:lstStyle/>
          <a:p>
            <a:r>
              <a:rPr lang="en-GB" sz="800">
                <a:latin typeface="Ubuntu" panose="020B0504030602030204" pitchFamily="34" charset="0"/>
              </a:rPr>
              <a:t>Security Classification:</a:t>
            </a:r>
          </a:p>
          <a:p>
            <a:r>
              <a:rPr lang="en-GB" sz="800">
                <a:latin typeface="Ubuntu" panose="020B0504030602030204" pitchFamily="34" charset="0"/>
              </a:rPr>
              <a:t>SEC0: Public</a:t>
            </a:r>
          </a:p>
          <a:p>
            <a:r>
              <a:rPr lang="en-GB" sz="800">
                <a:latin typeface="Ubuntu" panose="020B0504030602030204" pitchFamily="34" charset="0"/>
              </a:rPr>
              <a:t>SEC1: Company Confidential</a:t>
            </a:r>
          </a:p>
          <a:p>
            <a:r>
              <a:rPr lang="en-GB" sz="800">
                <a:latin typeface="Ubuntu" panose="020B0504030602030204" pitchFamily="34" charset="0"/>
              </a:rPr>
              <a:t>SEC2: Company Restricted / Customer restricted</a:t>
            </a:r>
          </a:p>
          <a:p>
            <a:r>
              <a:rPr lang="en-GB" sz="800">
                <a:latin typeface="Ubuntu" panose="020B0504030602030204" pitchFamily="34" charset="0"/>
              </a:rPr>
              <a:t>SEC3: Company Sensitive</a:t>
            </a:r>
          </a:p>
        </p:txBody>
      </p:sp>
      <p:grpSp>
        <p:nvGrpSpPr>
          <p:cNvPr id="4097" name="Groupe 4096">
            <a:extLst>
              <a:ext uri="{FF2B5EF4-FFF2-40B4-BE49-F238E27FC236}">
                <a16:creationId xmlns:a16="http://schemas.microsoft.com/office/drawing/2014/main" id="{14207897-E387-4B97-A694-8751D86BCF12}"/>
              </a:ext>
            </a:extLst>
          </p:cNvPr>
          <p:cNvGrpSpPr/>
          <p:nvPr/>
        </p:nvGrpSpPr>
        <p:grpSpPr>
          <a:xfrm>
            <a:off x="12295891" y="2164677"/>
            <a:ext cx="1465123" cy="2058800"/>
            <a:chOff x="14041053" y="1992581"/>
            <a:chExt cx="1465123" cy="2058800"/>
          </a:xfrm>
        </p:grpSpPr>
        <p:sp>
          <p:nvSpPr>
            <p:cNvPr id="66" name="Forme libre : forme 65">
              <a:extLst>
                <a:ext uri="{FF2B5EF4-FFF2-40B4-BE49-F238E27FC236}">
                  <a16:creationId xmlns:a16="http://schemas.microsoft.com/office/drawing/2014/main" id="{94847038-3CB7-4111-AB03-FA1A594002AA}"/>
                </a:ext>
              </a:extLst>
            </p:cNvPr>
            <p:cNvSpPr/>
            <p:nvPr/>
          </p:nvSpPr>
          <p:spPr>
            <a:xfrm>
              <a:off x="14777224" y="3644581"/>
              <a:ext cx="360865"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0F434A"/>
            </a:solidFill>
            <a:ln w="6695" cap="flat">
              <a:noFill/>
              <a:prstDash val="solid"/>
              <a:miter/>
            </a:ln>
          </p:spPr>
          <p:txBody>
            <a:bodyPr rtlCol="0" anchor="ctr"/>
            <a:lstStyle/>
            <a:p>
              <a:pPr algn="ctr">
                <a:lnSpc>
                  <a:spcPct val="90000"/>
                </a:lnSpc>
                <a:spcAft>
                  <a:spcPts val="0"/>
                </a:spcAft>
              </a:pPr>
              <a:r>
                <a:rPr lang="en-US" sz="700" b="0">
                  <a:solidFill>
                    <a:schemeClr val="bg1"/>
                  </a:solidFill>
                  <a:latin typeface="Ubuntu" panose="020B0504030602030204" pitchFamily="34" charset="0"/>
                </a:rPr>
                <a:t>15</a:t>
              </a:r>
            </a:p>
            <a:p>
              <a:pPr algn="ctr">
                <a:lnSpc>
                  <a:spcPct val="90000"/>
                </a:lnSpc>
                <a:spcAft>
                  <a:spcPts val="0"/>
                </a:spcAft>
              </a:pPr>
              <a:r>
                <a:rPr lang="en-US" sz="700" b="0">
                  <a:solidFill>
                    <a:schemeClr val="bg1"/>
                  </a:solidFill>
                  <a:latin typeface="Ubuntu" panose="020B0504030602030204" pitchFamily="34" charset="0"/>
                </a:rPr>
                <a:t>67</a:t>
              </a:r>
            </a:p>
            <a:p>
              <a:pPr algn="ctr">
                <a:lnSpc>
                  <a:spcPct val="90000"/>
                </a:lnSpc>
                <a:spcAft>
                  <a:spcPts val="0"/>
                </a:spcAft>
              </a:pPr>
              <a:r>
                <a:rPr lang="en-US" sz="700" b="0">
                  <a:solidFill>
                    <a:schemeClr val="bg1"/>
                  </a:solidFill>
                  <a:latin typeface="Ubuntu" panose="020B0504030602030204" pitchFamily="34" charset="0"/>
                </a:rPr>
                <a:t>74</a:t>
              </a:r>
            </a:p>
          </p:txBody>
        </p:sp>
        <p:sp>
          <p:nvSpPr>
            <p:cNvPr id="67" name="Forme libre : forme 66">
              <a:extLst>
                <a:ext uri="{FF2B5EF4-FFF2-40B4-BE49-F238E27FC236}">
                  <a16:creationId xmlns:a16="http://schemas.microsoft.com/office/drawing/2014/main" id="{1B50522B-BA67-4790-8697-3AC343D4ACB8}"/>
                </a:ext>
              </a:extLst>
            </p:cNvPr>
            <p:cNvSpPr/>
            <p:nvPr/>
          </p:nvSpPr>
          <p:spPr>
            <a:xfrm>
              <a:off x="14777224" y="3231581"/>
              <a:ext cx="360865"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0F6A73"/>
            </a:solidFill>
            <a:ln w="6695" cap="flat">
              <a:noFill/>
              <a:prstDash val="solid"/>
              <a:miter/>
            </a:ln>
          </p:spPr>
          <p:txBody>
            <a:bodyPr rtlCol="0" anchor="ctr"/>
            <a:lstStyle/>
            <a:p>
              <a:pPr algn="ctr">
                <a:lnSpc>
                  <a:spcPct val="90000"/>
                </a:lnSpc>
                <a:spcAft>
                  <a:spcPts val="0"/>
                </a:spcAft>
              </a:pPr>
              <a:r>
                <a:rPr lang="en-US" sz="700" b="0">
                  <a:solidFill>
                    <a:schemeClr val="bg1"/>
                  </a:solidFill>
                  <a:latin typeface="Ubuntu" panose="020B0504030602030204" pitchFamily="34" charset="0"/>
                </a:rPr>
                <a:t>15</a:t>
              </a:r>
            </a:p>
            <a:p>
              <a:pPr algn="ctr">
                <a:lnSpc>
                  <a:spcPct val="90000"/>
                </a:lnSpc>
                <a:spcAft>
                  <a:spcPts val="0"/>
                </a:spcAft>
              </a:pPr>
              <a:r>
                <a:rPr lang="en-US" sz="700" b="0">
                  <a:solidFill>
                    <a:schemeClr val="bg1"/>
                  </a:solidFill>
                  <a:latin typeface="Ubuntu" panose="020B0504030602030204" pitchFamily="34" charset="0"/>
                </a:rPr>
                <a:t>106</a:t>
              </a:r>
            </a:p>
            <a:p>
              <a:pPr algn="ctr">
                <a:lnSpc>
                  <a:spcPct val="90000"/>
                </a:lnSpc>
                <a:spcAft>
                  <a:spcPts val="0"/>
                </a:spcAft>
              </a:pPr>
              <a:r>
                <a:rPr lang="en-US" sz="700" b="0">
                  <a:solidFill>
                    <a:schemeClr val="bg1"/>
                  </a:solidFill>
                  <a:latin typeface="Ubuntu" panose="020B0504030602030204" pitchFamily="34" charset="0"/>
                </a:rPr>
                <a:t>115</a:t>
              </a:r>
            </a:p>
          </p:txBody>
        </p:sp>
        <p:sp>
          <p:nvSpPr>
            <p:cNvPr id="68" name="Forme libre : forme 67">
              <a:extLst>
                <a:ext uri="{FF2B5EF4-FFF2-40B4-BE49-F238E27FC236}">
                  <a16:creationId xmlns:a16="http://schemas.microsoft.com/office/drawing/2014/main" id="{B90AA6F9-B8A6-4490-A465-CBEFAEA6DFCA}"/>
                </a:ext>
              </a:extLst>
            </p:cNvPr>
            <p:cNvSpPr/>
            <p:nvPr/>
          </p:nvSpPr>
          <p:spPr>
            <a:xfrm>
              <a:off x="14777224" y="2818581"/>
              <a:ext cx="360865" cy="406800"/>
            </a:xfrm>
            <a:custGeom>
              <a:avLst/>
              <a:gdLst>
                <a:gd name="connsiteX0" fmla="*/ 0 w 1111406"/>
                <a:gd name="connsiteY0" fmla="*/ 0 h 1111407"/>
                <a:gd name="connsiteX1" fmla="*/ 1111407 w 1111406"/>
                <a:gd name="connsiteY1" fmla="*/ 0 h 1111407"/>
                <a:gd name="connsiteX2" fmla="*/ 1111407 w 1111406"/>
                <a:gd name="connsiteY2" fmla="*/ 1111407 h 1111407"/>
                <a:gd name="connsiteX3" fmla="*/ 0 w 1111406"/>
                <a:gd name="connsiteY3" fmla="*/ 1111407 h 1111407"/>
              </a:gdLst>
              <a:ahLst/>
              <a:cxnLst>
                <a:cxn ang="0">
                  <a:pos x="connsiteX0" y="connsiteY0"/>
                </a:cxn>
                <a:cxn ang="0">
                  <a:pos x="connsiteX1" y="connsiteY1"/>
                </a:cxn>
                <a:cxn ang="0">
                  <a:pos x="connsiteX2" y="connsiteY2"/>
                </a:cxn>
                <a:cxn ang="0">
                  <a:pos x="connsiteX3" y="connsiteY3"/>
                </a:cxn>
              </a:cxnLst>
              <a:rect l="l" t="t" r="r" b="b"/>
              <a:pathLst>
                <a:path w="1111406" h="1111407">
                  <a:moveTo>
                    <a:pt x="0" y="0"/>
                  </a:moveTo>
                  <a:lnTo>
                    <a:pt x="1111407" y="0"/>
                  </a:lnTo>
                  <a:lnTo>
                    <a:pt x="1111407" y="1111407"/>
                  </a:lnTo>
                  <a:lnTo>
                    <a:pt x="0" y="1111407"/>
                  </a:lnTo>
                  <a:close/>
                </a:path>
              </a:pathLst>
            </a:custGeom>
            <a:solidFill>
              <a:srgbClr val="0F878A"/>
            </a:solidFill>
            <a:ln w="6695" cap="flat">
              <a:noFill/>
              <a:prstDash val="solid"/>
              <a:miter/>
            </a:ln>
          </p:spPr>
          <p:txBody>
            <a:bodyPr rtlCol="0" anchor="ctr"/>
            <a:lstStyle/>
            <a:p>
              <a:pPr algn="ctr">
                <a:lnSpc>
                  <a:spcPct val="90000"/>
                </a:lnSpc>
                <a:spcAft>
                  <a:spcPts val="0"/>
                </a:spcAft>
              </a:pPr>
              <a:r>
                <a:rPr lang="en-US" sz="700" b="0">
                  <a:solidFill>
                    <a:schemeClr val="bg1"/>
                  </a:solidFill>
                  <a:latin typeface="Ubuntu" panose="020B0504030602030204" pitchFamily="34" charset="0"/>
                </a:rPr>
                <a:t>15</a:t>
              </a:r>
            </a:p>
            <a:p>
              <a:pPr algn="ctr">
                <a:lnSpc>
                  <a:spcPct val="90000"/>
                </a:lnSpc>
                <a:spcAft>
                  <a:spcPts val="0"/>
                </a:spcAft>
              </a:pPr>
              <a:r>
                <a:rPr lang="en-US" sz="700" b="0">
                  <a:solidFill>
                    <a:schemeClr val="bg1"/>
                  </a:solidFill>
                  <a:latin typeface="Ubuntu" panose="020B0504030602030204" pitchFamily="34" charset="0"/>
                </a:rPr>
                <a:t>135</a:t>
              </a:r>
            </a:p>
            <a:p>
              <a:pPr algn="ctr">
                <a:lnSpc>
                  <a:spcPct val="90000"/>
                </a:lnSpc>
                <a:spcAft>
                  <a:spcPts val="0"/>
                </a:spcAft>
              </a:pPr>
              <a:r>
                <a:rPr lang="en-US" sz="700" b="0">
                  <a:solidFill>
                    <a:schemeClr val="bg1"/>
                  </a:solidFill>
                  <a:latin typeface="Ubuntu" panose="020B0504030602030204" pitchFamily="34" charset="0"/>
                </a:rPr>
                <a:t>138</a:t>
              </a:r>
            </a:p>
          </p:txBody>
        </p:sp>
        <p:sp>
          <p:nvSpPr>
            <p:cNvPr id="69" name="Forme libre : forme 68">
              <a:extLst>
                <a:ext uri="{FF2B5EF4-FFF2-40B4-BE49-F238E27FC236}">
                  <a16:creationId xmlns:a16="http://schemas.microsoft.com/office/drawing/2014/main" id="{AEDB31E0-288F-492F-BC3E-94F3C3363294}"/>
                </a:ext>
              </a:extLst>
            </p:cNvPr>
            <p:cNvSpPr/>
            <p:nvPr/>
          </p:nvSpPr>
          <p:spPr>
            <a:xfrm>
              <a:off x="14777224" y="2405581"/>
              <a:ext cx="360865"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00B2A2"/>
            </a:solidFill>
            <a:ln w="6695" cap="flat">
              <a:noFill/>
              <a:prstDash val="solid"/>
              <a:miter/>
            </a:ln>
          </p:spPr>
          <p:txBody>
            <a:bodyPr rtlCol="0" anchor="ctr"/>
            <a:lstStyle/>
            <a:p>
              <a:pPr algn="ctr">
                <a:lnSpc>
                  <a:spcPct val="90000"/>
                </a:lnSpc>
                <a:spcAft>
                  <a:spcPts val="0"/>
                </a:spcAft>
              </a:pPr>
              <a:r>
                <a:rPr lang="en-US" sz="700" b="0">
                  <a:latin typeface="Ubuntu" panose="020B0504030602030204" pitchFamily="34" charset="0"/>
                </a:rPr>
                <a:t>0</a:t>
              </a:r>
            </a:p>
            <a:p>
              <a:pPr algn="ctr">
                <a:lnSpc>
                  <a:spcPct val="90000"/>
                </a:lnSpc>
                <a:spcAft>
                  <a:spcPts val="0"/>
                </a:spcAft>
              </a:pPr>
              <a:r>
                <a:rPr lang="en-US" sz="700" b="0">
                  <a:latin typeface="Ubuntu" panose="020B0504030602030204" pitchFamily="34" charset="0"/>
                </a:rPr>
                <a:t>178</a:t>
              </a:r>
            </a:p>
            <a:p>
              <a:pPr algn="ctr">
                <a:lnSpc>
                  <a:spcPct val="90000"/>
                </a:lnSpc>
                <a:spcAft>
                  <a:spcPts val="0"/>
                </a:spcAft>
              </a:pPr>
              <a:r>
                <a:rPr lang="en-US" sz="700" b="0">
                  <a:latin typeface="Ubuntu" panose="020B0504030602030204" pitchFamily="34" charset="0"/>
                </a:rPr>
                <a:t>162</a:t>
              </a:r>
            </a:p>
          </p:txBody>
        </p:sp>
        <p:sp>
          <p:nvSpPr>
            <p:cNvPr id="70" name="Forme libre : forme 69">
              <a:extLst>
                <a:ext uri="{FF2B5EF4-FFF2-40B4-BE49-F238E27FC236}">
                  <a16:creationId xmlns:a16="http://schemas.microsoft.com/office/drawing/2014/main" id="{8F775A35-2F34-403A-95F8-4058F1A09A02}"/>
                </a:ext>
              </a:extLst>
            </p:cNvPr>
            <p:cNvSpPr/>
            <p:nvPr/>
          </p:nvSpPr>
          <p:spPr>
            <a:xfrm>
              <a:off x="14777224" y="1992581"/>
              <a:ext cx="360865"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00E0CB"/>
            </a:solidFill>
            <a:ln w="6695" cap="flat">
              <a:noFill/>
              <a:prstDash val="solid"/>
              <a:miter/>
            </a:ln>
          </p:spPr>
          <p:txBody>
            <a:bodyPr rtlCol="0" anchor="ctr"/>
            <a:lstStyle/>
            <a:p>
              <a:pPr algn="ctr">
                <a:lnSpc>
                  <a:spcPct val="90000"/>
                </a:lnSpc>
                <a:spcAft>
                  <a:spcPts val="0"/>
                </a:spcAft>
              </a:pPr>
              <a:r>
                <a:rPr lang="en-US" sz="700" b="0">
                  <a:latin typeface="Ubuntu" panose="020B0504030602030204" pitchFamily="34" charset="0"/>
                </a:rPr>
                <a:t>0</a:t>
              </a:r>
            </a:p>
            <a:p>
              <a:pPr algn="ctr">
                <a:lnSpc>
                  <a:spcPct val="90000"/>
                </a:lnSpc>
                <a:spcAft>
                  <a:spcPts val="0"/>
                </a:spcAft>
              </a:pPr>
              <a:r>
                <a:rPr lang="en-US" sz="700" b="0">
                  <a:latin typeface="Ubuntu" panose="020B0504030602030204" pitchFamily="34" charset="0"/>
                </a:rPr>
                <a:t>244</a:t>
              </a:r>
            </a:p>
            <a:p>
              <a:pPr algn="ctr">
                <a:lnSpc>
                  <a:spcPct val="90000"/>
                </a:lnSpc>
                <a:spcAft>
                  <a:spcPts val="0"/>
                </a:spcAft>
              </a:pPr>
              <a:r>
                <a:rPr lang="en-US" sz="700" b="0">
                  <a:latin typeface="Ubuntu" panose="020B0504030602030204" pitchFamily="34" charset="0"/>
                </a:rPr>
                <a:t>203</a:t>
              </a:r>
            </a:p>
          </p:txBody>
        </p:sp>
        <p:sp>
          <p:nvSpPr>
            <p:cNvPr id="71" name="Forme libre : forme 70">
              <a:extLst>
                <a:ext uri="{FF2B5EF4-FFF2-40B4-BE49-F238E27FC236}">
                  <a16:creationId xmlns:a16="http://schemas.microsoft.com/office/drawing/2014/main" id="{59DA3B5B-D788-45A0-A698-ABE05A9025B0}"/>
                </a:ext>
              </a:extLst>
            </p:cNvPr>
            <p:cNvSpPr/>
            <p:nvPr/>
          </p:nvSpPr>
          <p:spPr>
            <a:xfrm>
              <a:off x="14041053" y="3644581"/>
              <a:ext cx="360865"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178036"/>
            </a:solidFill>
            <a:ln w="6695" cap="flat">
              <a:noFill/>
              <a:prstDash val="solid"/>
              <a:miter/>
            </a:ln>
          </p:spPr>
          <p:txBody>
            <a:bodyPr rtlCol="0" anchor="ctr"/>
            <a:lstStyle/>
            <a:p>
              <a:pPr algn="ctr">
                <a:lnSpc>
                  <a:spcPct val="90000"/>
                </a:lnSpc>
                <a:spcAft>
                  <a:spcPts val="0"/>
                </a:spcAft>
              </a:pPr>
              <a:r>
                <a:rPr lang="en-US" sz="700" b="0">
                  <a:solidFill>
                    <a:schemeClr val="bg1"/>
                  </a:solidFill>
                  <a:latin typeface="Ubuntu" panose="020B0504030602030204" pitchFamily="34" charset="0"/>
                </a:rPr>
                <a:t>23</a:t>
              </a:r>
            </a:p>
            <a:p>
              <a:pPr algn="ctr">
                <a:lnSpc>
                  <a:spcPct val="90000"/>
                </a:lnSpc>
                <a:spcAft>
                  <a:spcPts val="0"/>
                </a:spcAft>
              </a:pPr>
              <a:r>
                <a:rPr lang="en-US" sz="700" b="0">
                  <a:solidFill>
                    <a:schemeClr val="bg1"/>
                  </a:solidFill>
                  <a:latin typeface="Ubuntu" panose="020B0504030602030204" pitchFamily="34" charset="0"/>
                </a:rPr>
                <a:t>128</a:t>
              </a:r>
            </a:p>
            <a:p>
              <a:pPr algn="ctr">
                <a:lnSpc>
                  <a:spcPct val="90000"/>
                </a:lnSpc>
                <a:spcAft>
                  <a:spcPts val="0"/>
                </a:spcAft>
              </a:pPr>
              <a:r>
                <a:rPr lang="en-US" sz="700" b="0">
                  <a:solidFill>
                    <a:schemeClr val="bg1"/>
                  </a:solidFill>
                  <a:latin typeface="Ubuntu" panose="020B0504030602030204" pitchFamily="34" charset="0"/>
                </a:rPr>
                <a:t>54</a:t>
              </a:r>
            </a:p>
          </p:txBody>
        </p:sp>
        <p:sp>
          <p:nvSpPr>
            <p:cNvPr id="72" name="Forme libre : forme 71">
              <a:extLst>
                <a:ext uri="{FF2B5EF4-FFF2-40B4-BE49-F238E27FC236}">
                  <a16:creationId xmlns:a16="http://schemas.microsoft.com/office/drawing/2014/main" id="{B988192C-3701-4200-ADA5-936C0610D953}"/>
                </a:ext>
              </a:extLst>
            </p:cNvPr>
            <p:cNvSpPr/>
            <p:nvPr/>
          </p:nvSpPr>
          <p:spPr>
            <a:xfrm>
              <a:off x="14041053" y="3231581"/>
              <a:ext cx="360865"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178C3D"/>
            </a:solidFill>
            <a:ln w="6695" cap="flat">
              <a:noFill/>
              <a:prstDash val="solid"/>
              <a:miter/>
            </a:ln>
          </p:spPr>
          <p:txBody>
            <a:bodyPr rtlCol="0" anchor="ctr"/>
            <a:lstStyle/>
            <a:p>
              <a:pPr algn="ctr">
                <a:lnSpc>
                  <a:spcPct val="90000"/>
                </a:lnSpc>
                <a:spcAft>
                  <a:spcPts val="0"/>
                </a:spcAft>
              </a:pPr>
              <a:r>
                <a:rPr lang="en-US" sz="700" b="0">
                  <a:solidFill>
                    <a:schemeClr val="bg1"/>
                  </a:solidFill>
                  <a:latin typeface="Ubuntu" panose="020B0504030602030204" pitchFamily="34" charset="0"/>
                </a:rPr>
                <a:t>23</a:t>
              </a:r>
            </a:p>
            <a:p>
              <a:pPr algn="ctr">
                <a:lnSpc>
                  <a:spcPct val="90000"/>
                </a:lnSpc>
                <a:spcAft>
                  <a:spcPts val="0"/>
                </a:spcAft>
              </a:pPr>
              <a:r>
                <a:rPr lang="en-US" sz="700" b="0">
                  <a:solidFill>
                    <a:schemeClr val="bg1"/>
                  </a:solidFill>
                  <a:latin typeface="Ubuntu" panose="020B0504030602030204" pitchFamily="34" charset="0"/>
                </a:rPr>
                <a:t>140</a:t>
              </a:r>
            </a:p>
            <a:p>
              <a:pPr algn="ctr">
                <a:lnSpc>
                  <a:spcPct val="90000"/>
                </a:lnSpc>
                <a:spcAft>
                  <a:spcPts val="0"/>
                </a:spcAft>
              </a:pPr>
              <a:r>
                <a:rPr lang="en-US" sz="700" b="0">
                  <a:solidFill>
                    <a:schemeClr val="bg1"/>
                  </a:solidFill>
                  <a:latin typeface="Ubuntu" panose="020B0504030602030204" pitchFamily="34" charset="0"/>
                </a:rPr>
                <a:t>61</a:t>
              </a:r>
            </a:p>
          </p:txBody>
        </p:sp>
        <p:sp>
          <p:nvSpPr>
            <p:cNvPr id="73" name="Forme libre : forme 72">
              <a:extLst>
                <a:ext uri="{FF2B5EF4-FFF2-40B4-BE49-F238E27FC236}">
                  <a16:creationId xmlns:a16="http://schemas.microsoft.com/office/drawing/2014/main" id="{FDFAC846-10F6-421E-8B39-673C784E01DE}"/>
                </a:ext>
              </a:extLst>
            </p:cNvPr>
            <p:cNvSpPr/>
            <p:nvPr/>
          </p:nvSpPr>
          <p:spPr>
            <a:xfrm>
              <a:off x="14041053" y="2818581"/>
              <a:ext cx="360865" cy="406800"/>
            </a:xfrm>
            <a:custGeom>
              <a:avLst/>
              <a:gdLst>
                <a:gd name="connsiteX0" fmla="*/ 0 w 1111406"/>
                <a:gd name="connsiteY0" fmla="*/ 0 h 1111407"/>
                <a:gd name="connsiteX1" fmla="*/ 1111407 w 1111406"/>
                <a:gd name="connsiteY1" fmla="*/ 0 h 1111407"/>
                <a:gd name="connsiteX2" fmla="*/ 1111407 w 1111406"/>
                <a:gd name="connsiteY2" fmla="*/ 1111407 h 1111407"/>
                <a:gd name="connsiteX3" fmla="*/ 0 w 1111406"/>
                <a:gd name="connsiteY3" fmla="*/ 1111407 h 1111407"/>
              </a:gdLst>
              <a:ahLst/>
              <a:cxnLst>
                <a:cxn ang="0">
                  <a:pos x="connsiteX0" y="connsiteY0"/>
                </a:cxn>
                <a:cxn ang="0">
                  <a:pos x="connsiteX1" y="connsiteY1"/>
                </a:cxn>
                <a:cxn ang="0">
                  <a:pos x="connsiteX2" y="connsiteY2"/>
                </a:cxn>
                <a:cxn ang="0">
                  <a:pos x="connsiteX3" y="connsiteY3"/>
                </a:cxn>
              </a:cxnLst>
              <a:rect l="l" t="t" r="r" b="b"/>
              <a:pathLst>
                <a:path w="1111406" h="1111407">
                  <a:moveTo>
                    <a:pt x="0" y="0"/>
                  </a:moveTo>
                  <a:lnTo>
                    <a:pt x="1111407" y="0"/>
                  </a:lnTo>
                  <a:lnTo>
                    <a:pt x="1111407" y="1111407"/>
                  </a:lnTo>
                  <a:lnTo>
                    <a:pt x="0" y="1111407"/>
                  </a:lnTo>
                  <a:close/>
                </a:path>
              </a:pathLst>
            </a:custGeom>
            <a:solidFill>
              <a:srgbClr val="2EA657"/>
            </a:solidFill>
            <a:ln w="6695" cap="flat">
              <a:noFill/>
              <a:prstDash val="solid"/>
              <a:miter/>
            </a:ln>
          </p:spPr>
          <p:txBody>
            <a:bodyPr rtlCol="0" anchor="ctr"/>
            <a:lstStyle/>
            <a:p>
              <a:pPr algn="ctr">
                <a:lnSpc>
                  <a:spcPct val="90000"/>
                </a:lnSpc>
                <a:spcAft>
                  <a:spcPts val="0"/>
                </a:spcAft>
              </a:pPr>
              <a:r>
                <a:rPr lang="en-US" sz="700" b="0">
                  <a:latin typeface="Ubuntu" panose="020B0504030602030204" pitchFamily="34" charset="0"/>
                </a:rPr>
                <a:t>46</a:t>
              </a:r>
            </a:p>
            <a:p>
              <a:pPr algn="ctr">
                <a:lnSpc>
                  <a:spcPct val="90000"/>
                </a:lnSpc>
                <a:spcAft>
                  <a:spcPts val="0"/>
                </a:spcAft>
              </a:pPr>
              <a:r>
                <a:rPr lang="en-US" sz="700" b="0">
                  <a:latin typeface="Ubuntu" panose="020B0504030602030204" pitchFamily="34" charset="0"/>
                </a:rPr>
                <a:t>166</a:t>
              </a:r>
            </a:p>
            <a:p>
              <a:pPr algn="ctr">
                <a:lnSpc>
                  <a:spcPct val="90000"/>
                </a:lnSpc>
                <a:spcAft>
                  <a:spcPts val="0"/>
                </a:spcAft>
              </a:pPr>
              <a:r>
                <a:rPr lang="en-US" sz="700" b="0">
                  <a:latin typeface="Ubuntu" panose="020B0504030602030204" pitchFamily="34" charset="0"/>
                </a:rPr>
                <a:t>87</a:t>
              </a:r>
            </a:p>
          </p:txBody>
        </p:sp>
        <p:sp>
          <p:nvSpPr>
            <p:cNvPr id="74" name="Forme libre : forme 73">
              <a:extLst>
                <a:ext uri="{FF2B5EF4-FFF2-40B4-BE49-F238E27FC236}">
                  <a16:creationId xmlns:a16="http://schemas.microsoft.com/office/drawing/2014/main" id="{353643F0-22F7-4B48-AE39-5FC8C334472F}"/>
                </a:ext>
              </a:extLst>
            </p:cNvPr>
            <p:cNvSpPr/>
            <p:nvPr/>
          </p:nvSpPr>
          <p:spPr>
            <a:xfrm>
              <a:off x="14041053" y="2405581"/>
              <a:ext cx="360865"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33B569"/>
            </a:solidFill>
            <a:ln w="6695" cap="flat">
              <a:noFill/>
              <a:prstDash val="solid"/>
              <a:miter/>
            </a:ln>
          </p:spPr>
          <p:txBody>
            <a:bodyPr rtlCol="0" anchor="ctr"/>
            <a:lstStyle/>
            <a:p>
              <a:pPr algn="ctr">
                <a:lnSpc>
                  <a:spcPct val="90000"/>
                </a:lnSpc>
                <a:spcAft>
                  <a:spcPts val="0"/>
                </a:spcAft>
              </a:pPr>
              <a:r>
                <a:rPr lang="en-US" sz="700" b="0">
                  <a:latin typeface="Ubuntu" panose="020B0504030602030204" pitchFamily="34" charset="0"/>
                </a:rPr>
                <a:t>51</a:t>
              </a:r>
            </a:p>
            <a:p>
              <a:pPr algn="ctr">
                <a:lnSpc>
                  <a:spcPct val="90000"/>
                </a:lnSpc>
                <a:spcAft>
                  <a:spcPts val="0"/>
                </a:spcAft>
              </a:pPr>
              <a:r>
                <a:rPr lang="en-US" sz="700" b="0">
                  <a:latin typeface="Ubuntu" panose="020B0504030602030204" pitchFamily="34" charset="0"/>
                </a:rPr>
                <a:t>181</a:t>
              </a:r>
            </a:p>
            <a:p>
              <a:pPr algn="ctr">
                <a:lnSpc>
                  <a:spcPct val="90000"/>
                </a:lnSpc>
                <a:spcAft>
                  <a:spcPts val="0"/>
                </a:spcAft>
              </a:pPr>
              <a:r>
                <a:rPr lang="en-US" sz="700" b="0">
                  <a:latin typeface="Ubuntu" panose="020B0504030602030204" pitchFamily="34" charset="0"/>
                </a:rPr>
                <a:t>105</a:t>
              </a:r>
            </a:p>
          </p:txBody>
        </p:sp>
        <p:sp>
          <p:nvSpPr>
            <p:cNvPr id="75" name="Forme libre : forme 74">
              <a:extLst>
                <a:ext uri="{FF2B5EF4-FFF2-40B4-BE49-F238E27FC236}">
                  <a16:creationId xmlns:a16="http://schemas.microsoft.com/office/drawing/2014/main" id="{33F41D49-321E-46F2-BE66-44E85399808F}"/>
                </a:ext>
              </a:extLst>
            </p:cNvPr>
            <p:cNvSpPr/>
            <p:nvPr/>
          </p:nvSpPr>
          <p:spPr>
            <a:xfrm>
              <a:off x="14041053" y="1992581"/>
              <a:ext cx="360865"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57CF80"/>
            </a:solidFill>
            <a:ln w="6695" cap="flat">
              <a:noFill/>
              <a:prstDash val="solid"/>
              <a:miter/>
            </a:ln>
          </p:spPr>
          <p:txBody>
            <a:bodyPr rtlCol="0" anchor="ctr"/>
            <a:lstStyle/>
            <a:p>
              <a:pPr algn="ctr">
                <a:lnSpc>
                  <a:spcPct val="90000"/>
                </a:lnSpc>
                <a:spcAft>
                  <a:spcPts val="0"/>
                </a:spcAft>
              </a:pPr>
              <a:endParaRPr lang="en-US" sz="700" b="0">
                <a:latin typeface="Ubuntu" panose="020B0504030602030204" pitchFamily="34" charset="0"/>
              </a:endParaRPr>
            </a:p>
            <a:p>
              <a:pPr algn="ctr">
                <a:lnSpc>
                  <a:spcPct val="90000"/>
                </a:lnSpc>
                <a:spcAft>
                  <a:spcPts val="0"/>
                </a:spcAft>
              </a:pPr>
              <a:r>
                <a:rPr lang="en-US" sz="700" b="0">
                  <a:latin typeface="Ubuntu" panose="020B0504030602030204" pitchFamily="34" charset="0"/>
                </a:rPr>
                <a:t>87</a:t>
              </a:r>
            </a:p>
            <a:p>
              <a:pPr algn="ctr">
                <a:lnSpc>
                  <a:spcPct val="90000"/>
                </a:lnSpc>
                <a:spcAft>
                  <a:spcPts val="0"/>
                </a:spcAft>
              </a:pPr>
              <a:r>
                <a:rPr lang="en-US" sz="700" b="0">
                  <a:latin typeface="Ubuntu" panose="020B0504030602030204" pitchFamily="34" charset="0"/>
                </a:rPr>
                <a:t>207</a:t>
              </a:r>
            </a:p>
            <a:p>
              <a:pPr algn="ctr">
                <a:lnSpc>
                  <a:spcPct val="90000"/>
                </a:lnSpc>
                <a:spcAft>
                  <a:spcPts val="0"/>
                </a:spcAft>
              </a:pPr>
              <a:r>
                <a:rPr lang="en-US" sz="700" b="0">
                  <a:latin typeface="Ubuntu" panose="020B0504030602030204" pitchFamily="34" charset="0"/>
                </a:rPr>
                <a:t>128</a:t>
              </a:r>
            </a:p>
            <a:p>
              <a:pPr algn="ctr">
                <a:lnSpc>
                  <a:spcPct val="90000"/>
                </a:lnSpc>
                <a:spcAft>
                  <a:spcPts val="0"/>
                </a:spcAft>
              </a:pPr>
              <a:endParaRPr lang="en-US" sz="700" b="0">
                <a:latin typeface="Ubuntu" panose="020B0504030602030204" pitchFamily="34" charset="0"/>
              </a:endParaRPr>
            </a:p>
          </p:txBody>
        </p:sp>
        <p:sp>
          <p:nvSpPr>
            <p:cNvPr id="76" name="Forme libre : forme 75">
              <a:extLst>
                <a:ext uri="{FF2B5EF4-FFF2-40B4-BE49-F238E27FC236}">
                  <a16:creationId xmlns:a16="http://schemas.microsoft.com/office/drawing/2014/main" id="{99A866AE-65FA-4F9E-98D0-E71681C14AC2}"/>
                </a:ext>
              </a:extLst>
            </p:cNvPr>
            <p:cNvSpPr/>
            <p:nvPr/>
          </p:nvSpPr>
          <p:spPr>
            <a:xfrm>
              <a:off x="15145311" y="3644581"/>
              <a:ext cx="360865"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173340"/>
            </a:solidFill>
            <a:ln w="6695" cap="flat">
              <a:noFill/>
              <a:prstDash val="solid"/>
              <a:miter/>
            </a:ln>
          </p:spPr>
          <p:txBody>
            <a:bodyPr rtlCol="0" anchor="ctr"/>
            <a:lstStyle/>
            <a:p>
              <a:pPr algn="ctr">
                <a:lnSpc>
                  <a:spcPct val="90000"/>
                </a:lnSpc>
                <a:spcAft>
                  <a:spcPts val="0"/>
                </a:spcAft>
              </a:pPr>
              <a:r>
                <a:rPr lang="en-US" sz="700" b="0">
                  <a:solidFill>
                    <a:schemeClr val="bg1"/>
                  </a:solidFill>
                  <a:latin typeface="Ubuntu" panose="020B0504030602030204" pitchFamily="34" charset="0"/>
                </a:rPr>
                <a:t>23</a:t>
              </a:r>
            </a:p>
            <a:p>
              <a:pPr algn="ctr">
                <a:lnSpc>
                  <a:spcPct val="90000"/>
                </a:lnSpc>
                <a:spcAft>
                  <a:spcPts val="0"/>
                </a:spcAft>
              </a:pPr>
              <a:r>
                <a:rPr lang="en-US" sz="700" b="0">
                  <a:solidFill>
                    <a:schemeClr val="bg1"/>
                  </a:solidFill>
                  <a:latin typeface="Ubuntu" panose="020B0504030602030204" pitchFamily="34" charset="0"/>
                </a:rPr>
                <a:t>51</a:t>
              </a:r>
            </a:p>
            <a:p>
              <a:pPr algn="ctr">
                <a:lnSpc>
                  <a:spcPct val="90000"/>
                </a:lnSpc>
                <a:spcAft>
                  <a:spcPts val="0"/>
                </a:spcAft>
              </a:pPr>
              <a:r>
                <a:rPr lang="en-US" sz="700" b="0">
                  <a:solidFill>
                    <a:schemeClr val="bg1"/>
                  </a:solidFill>
                  <a:latin typeface="Ubuntu" panose="020B0504030602030204" pitchFamily="34" charset="0"/>
                </a:rPr>
                <a:t>64</a:t>
              </a:r>
            </a:p>
          </p:txBody>
        </p:sp>
        <p:sp>
          <p:nvSpPr>
            <p:cNvPr id="77" name="Forme libre : forme 76">
              <a:extLst>
                <a:ext uri="{FF2B5EF4-FFF2-40B4-BE49-F238E27FC236}">
                  <a16:creationId xmlns:a16="http://schemas.microsoft.com/office/drawing/2014/main" id="{FF63074E-4AF4-4930-9679-FD2D7A0F2A11}"/>
                </a:ext>
              </a:extLst>
            </p:cNvPr>
            <p:cNvSpPr/>
            <p:nvPr/>
          </p:nvSpPr>
          <p:spPr>
            <a:xfrm>
              <a:off x="15145311" y="3231581"/>
              <a:ext cx="360865"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214554"/>
            </a:solidFill>
            <a:ln w="6695" cap="flat">
              <a:noFill/>
              <a:prstDash val="solid"/>
              <a:miter/>
            </a:ln>
          </p:spPr>
          <p:txBody>
            <a:bodyPr rtlCol="0" anchor="ctr"/>
            <a:lstStyle/>
            <a:p>
              <a:pPr algn="ctr">
                <a:lnSpc>
                  <a:spcPct val="90000"/>
                </a:lnSpc>
                <a:spcAft>
                  <a:spcPts val="0"/>
                </a:spcAft>
              </a:pPr>
              <a:r>
                <a:rPr lang="en-US" sz="700" b="0">
                  <a:solidFill>
                    <a:schemeClr val="bg1"/>
                  </a:solidFill>
                  <a:latin typeface="Ubuntu" panose="020B0504030602030204" pitchFamily="34" charset="0"/>
                </a:rPr>
                <a:t>33</a:t>
              </a:r>
            </a:p>
            <a:p>
              <a:pPr algn="ctr">
                <a:lnSpc>
                  <a:spcPct val="90000"/>
                </a:lnSpc>
                <a:spcAft>
                  <a:spcPts val="0"/>
                </a:spcAft>
              </a:pPr>
              <a:r>
                <a:rPr lang="en-US" sz="700" b="0">
                  <a:solidFill>
                    <a:schemeClr val="bg1"/>
                  </a:solidFill>
                  <a:latin typeface="Ubuntu" panose="020B0504030602030204" pitchFamily="34" charset="0"/>
                </a:rPr>
                <a:t>69</a:t>
              </a:r>
            </a:p>
            <a:p>
              <a:pPr algn="ctr">
                <a:lnSpc>
                  <a:spcPct val="90000"/>
                </a:lnSpc>
                <a:spcAft>
                  <a:spcPts val="0"/>
                </a:spcAft>
              </a:pPr>
              <a:r>
                <a:rPr lang="en-US" sz="700" b="0">
                  <a:solidFill>
                    <a:schemeClr val="bg1"/>
                  </a:solidFill>
                  <a:latin typeface="Ubuntu" panose="020B0504030602030204" pitchFamily="34" charset="0"/>
                </a:rPr>
                <a:t>84</a:t>
              </a:r>
            </a:p>
          </p:txBody>
        </p:sp>
        <p:sp>
          <p:nvSpPr>
            <p:cNvPr id="78" name="Forme libre : forme 77">
              <a:extLst>
                <a:ext uri="{FF2B5EF4-FFF2-40B4-BE49-F238E27FC236}">
                  <a16:creationId xmlns:a16="http://schemas.microsoft.com/office/drawing/2014/main" id="{56DB4C49-7593-476E-9314-2444B469873A}"/>
                </a:ext>
              </a:extLst>
            </p:cNvPr>
            <p:cNvSpPr/>
            <p:nvPr/>
          </p:nvSpPr>
          <p:spPr>
            <a:xfrm>
              <a:off x="15145311" y="2818581"/>
              <a:ext cx="360865" cy="406800"/>
            </a:xfrm>
            <a:custGeom>
              <a:avLst/>
              <a:gdLst>
                <a:gd name="connsiteX0" fmla="*/ 0 w 1111406"/>
                <a:gd name="connsiteY0" fmla="*/ 0 h 1111407"/>
                <a:gd name="connsiteX1" fmla="*/ 1111407 w 1111406"/>
                <a:gd name="connsiteY1" fmla="*/ 0 h 1111407"/>
                <a:gd name="connsiteX2" fmla="*/ 1111407 w 1111406"/>
                <a:gd name="connsiteY2" fmla="*/ 1111407 h 1111407"/>
                <a:gd name="connsiteX3" fmla="*/ 0 w 1111406"/>
                <a:gd name="connsiteY3" fmla="*/ 1111407 h 1111407"/>
              </a:gdLst>
              <a:ahLst/>
              <a:cxnLst>
                <a:cxn ang="0">
                  <a:pos x="connsiteX0" y="connsiteY0"/>
                </a:cxn>
                <a:cxn ang="0">
                  <a:pos x="connsiteX1" y="connsiteY1"/>
                </a:cxn>
                <a:cxn ang="0">
                  <a:pos x="connsiteX2" y="connsiteY2"/>
                </a:cxn>
                <a:cxn ang="0">
                  <a:pos x="connsiteX3" y="connsiteY3"/>
                </a:cxn>
              </a:cxnLst>
              <a:rect l="l" t="t" r="r" b="b"/>
              <a:pathLst>
                <a:path w="1111406" h="1111407">
                  <a:moveTo>
                    <a:pt x="0" y="0"/>
                  </a:moveTo>
                  <a:lnTo>
                    <a:pt x="1111407" y="0"/>
                  </a:lnTo>
                  <a:lnTo>
                    <a:pt x="1111407" y="1111407"/>
                  </a:lnTo>
                  <a:lnTo>
                    <a:pt x="0" y="1111407"/>
                  </a:lnTo>
                  <a:close/>
                </a:path>
              </a:pathLst>
            </a:custGeom>
            <a:solidFill>
              <a:srgbClr val="14596B"/>
            </a:solidFill>
            <a:ln w="6695" cap="flat">
              <a:noFill/>
              <a:prstDash val="solid"/>
              <a:miter/>
            </a:ln>
          </p:spPr>
          <p:txBody>
            <a:bodyPr rtlCol="0" anchor="ctr"/>
            <a:lstStyle/>
            <a:p>
              <a:pPr algn="ctr">
                <a:lnSpc>
                  <a:spcPct val="90000"/>
                </a:lnSpc>
                <a:spcAft>
                  <a:spcPts val="0"/>
                </a:spcAft>
              </a:pPr>
              <a:r>
                <a:rPr lang="en-US" sz="700" b="0">
                  <a:solidFill>
                    <a:schemeClr val="bg1"/>
                  </a:solidFill>
                  <a:latin typeface="Ubuntu" panose="020B0504030602030204" pitchFamily="34" charset="0"/>
                </a:rPr>
                <a:t>20</a:t>
              </a:r>
            </a:p>
            <a:p>
              <a:pPr algn="ctr">
                <a:lnSpc>
                  <a:spcPct val="90000"/>
                </a:lnSpc>
                <a:spcAft>
                  <a:spcPts val="0"/>
                </a:spcAft>
              </a:pPr>
              <a:r>
                <a:rPr lang="en-US" sz="700" b="0">
                  <a:solidFill>
                    <a:schemeClr val="bg1"/>
                  </a:solidFill>
                  <a:latin typeface="Ubuntu" panose="020B0504030602030204" pitchFamily="34" charset="0"/>
                </a:rPr>
                <a:t>89</a:t>
              </a:r>
            </a:p>
            <a:p>
              <a:pPr algn="ctr">
                <a:lnSpc>
                  <a:spcPct val="90000"/>
                </a:lnSpc>
                <a:spcAft>
                  <a:spcPts val="0"/>
                </a:spcAft>
              </a:pPr>
              <a:r>
                <a:rPr lang="en-US" sz="700" b="0">
                  <a:solidFill>
                    <a:schemeClr val="bg1"/>
                  </a:solidFill>
                  <a:latin typeface="Ubuntu" panose="020B0504030602030204" pitchFamily="34" charset="0"/>
                </a:rPr>
                <a:t>107</a:t>
              </a:r>
            </a:p>
          </p:txBody>
        </p:sp>
        <p:sp>
          <p:nvSpPr>
            <p:cNvPr id="79" name="Forme libre : forme 78">
              <a:extLst>
                <a:ext uri="{FF2B5EF4-FFF2-40B4-BE49-F238E27FC236}">
                  <a16:creationId xmlns:a16="http://schemas.microsoft.com/office/drawing/2014/main" id="{82B57E86-9AA1-49BE-93E7-6C1DB4AFDDF9}"/>
                </a:ext>
              </a:extLst>
            </p:cNvPr>
            <p:cNvSpPr/>
            <p:nvPr/>
          </p:nvSpPr>
          <p:spPr>
            <a:xfrm>
              <a:off x="15145311" y="2405581"/>
              <a:ext cx="360865"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336B7D"/>
            </a:solidFill>
            <a:ln w="6695" cap="flat">
              <a:noFill/>
              <a:prstDash val="solid"/>
              <a:miter/>
            </a:ln>
          </p:spPr>
          <p:txBody>
            <a:bodyPr rtlCol="0" anchor="ctr"/>
            <a:lstStyle/>
            <a:p>
              <a:pPr algn="ctr">
                <a:lnSpc>
                  <a:spcPct val="90000"/>
                </a:lnSpc>
                <a:spcAft>
                  <a:spcPts val="0"/>
                </a:spcAft>
              </a:pPr>
              <a:r>
                <a:rPr lang="en-US" sz="700" b="0">
                  <a:solidFill>
                    <a:schemeClr val="bg1"/>
                  </a:solidFill>
                  <a:latin typeface="Ubuntu" panose="020B0504030602030204" pitchFamily="34" charset="0"/>
                </a:rPr>
                <a:t>51</a:t>
              </a:r>
            </a:p>
            <a:p>
              <a:pPr algn="ctr">
                <a:lnSpc>
                  <a:spcPct val="90000"/>
                </a:lnSpc>
                <a:spcAft>
                  <a:spcPts val="0"/>
                </a:spcAft>
              </a:pPr>
              <a:r>
                <a:rPr lang="en-US" sz="700" b="0">
                  <a:solidFill>
                    <a:schemeClr val="bg1"/>
                  </a:solidFill>
                  <a:latin typeface="Ubuntu" panose="020B0504030602030204" pitchFamily="34" charset="0"/>
                </a:rPr>
                <a:t>107</a:t>
              </a:r>
            </a:p>
            <a:p>
              <a:pPr algn="ctr">
                <a:lnSpc>
                  <a:spcPct val="90000"/>
                </a:lnSpc>
                <a:spcAft>
                  <a:spcPts val="0"/>
                </a:spcAft>
              </a:pPr>
              <a:r>
                <a:rPr lang="en-US" sz="700" b="0">
                  <a:solidFill>
                    <a:schemeClr val="bg1"/>
                  </a:solidFill>
                  <a:latin typeface="Ubuntu" panose="020B0504030602030204" pitchFamily="34" charset="0"/>
                </a:rPr>
                <a:t>25</a:t>
              </a:r>
            </a:p>
          </p:txBody>
        </p:sp>
        <p:sp>
          <p:nvSpPr>
            <p:cNvPr id="80" name="Forme libre : forme 79">
              <a:extLst>
                <a:ext uri="{FF2B5EF4-FFF2-40B4-BE49-F238E27FC236}">
                  <a16:creationId xmlns:a16="http://schemas.microsoft.com/office/drawing/2014/main" id="{F58D84FF-3235-47A7-A015-65B66A7E9528}"/>
                </a:ext>
              </a:extLst>
            </p:cNvPr>
            <p:cNvSpPr/>
            <p:nvPr/>
          </p:nvSpPr>
          <p:spPr>
            <a:xfrm>
              <a:off x="15145311" y="1992581"/>
              <a:ext cx="360865"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338091"/>
            </a:solidFill>
            <a:ln w="6695" cap="flat">
              <a:noFill/>
              <a:prstDash val="solid"/>
              <a:miter/>
            </a:ln>
          </p:spPr>
          <p:txBody>
            <a:bodyPr rtlCol="0" anchor="ctr"/>
            <a:lstStyle/>
            <a:p>
              <a:pPr algn="ctr">
                <a:lnSpc>
                  <a:spcPct val="90000"/>
                </a:lnSpc>
                <a:spcAft>
                  <a:spcPts val="0"/>
                </a:spcAft>
              </a:pPr>
              <a:r>
                <a:rPr lang="en-US" sz="700" b="0">
                  <a:solidFill>
                    <a:schemeClr val="bg1"/>
                  </a:solidFill>
                  <a:latin typeface="Ubuntu" panose="020B0504030602030204" pitchFamily="34" charset="0"/>
                </a:rPr>
                <a:t>51</a:t>
              </a:r>
            </a:p>
            <a:p>
              <a:pPr algn="ctr">
                <a:lnSpc>
                  <a:spcPct val="90000"/>
                </a:lnSpc>
                <a:spcAft>
                  <a:spcPts val="0"/>
                </a:spcAft>
              </a:pPr>
              <a:r>
                <a:rPr lang="en-US" sz="700" b="0">
                  <a:solidFill>
                    <a:schemeClr val="bg1"/>
                  </a:solidFill>
                  <a:latin typeface="Ubuntu" panose="020B0504030602030204" pitchFamily="34" charset="0"/>
                </a:rPr>
                <a:t>128</a:t>
              </a:r>
            </a:p>
            <a:p>
              <a:pPr algn="ctr">
                <a:lnSpc>
                  <a:spcPct val="90000"/>
                </a:lnSpc>
                <a:spcAft>
                  <a:spcPts val="0"/>
                </a:spcAft>
              </a:pPr>
              <a:r>
                <a:rPr lang="en-US" sz="700" b="0">
                  <a:solidFill>
                    <a:schemeClr val="bg1"/>
                  </a:solidFill>
                  <a:latin typeface="Ubuntu" panose="020B0504030602030204" pitchFamily="34" charset="0"/>
                </a:rPr>
                <a:t>145</a:t>
              </a:r>
            </a:p>
          </p:txBody>
        </p:sp>
        <p:sp>
          <p:nvSpPr>
            <p:cNvPr id="81" name="Forme libre : forme 80">
              <a:extLst>
                <a:ext uri="{FF2B5EF4-FFF2-40B4-BE49-F238E27FC236}">
                  <a16:creationId xmlns:a16="http://schemas.microsoft.com/office/drawing/2014/main" id="{0C2FDFFD-39D1-4054-899F-2527AF6109D7}"/>
                </a:ext>
              </a:extLst>
            </p:cNvPr>
            <p:cNvSpPr/>
            <p:nvPr/>
          </p:nvSpPr>
          <p:spPr>
            <a:xfrm>
              <a:off x="14408740" y="3644581"/>
              <a:ext cx="360865"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007D74"/>
            </a:solidFill>
            <a:ln w="6695" cap="flat">
              <a:noFill/>
              <a:prstDash val="solid"/>
              <a:miter/>
            </a:ln>
          </p:spPr>
          <p:txBody>
            <a:bodyPr rtlCol="0" anchor="ctr"/>
            <a:lstStyle/>
            <a:p>
              <a:pPr algn="ctr">
                <a:lnSpc>
                  <a:spcPct val="90000"/>
                </a:lnSpc>
                <a:spcAft>
                  <a:spcPts val="0"/>
                </a:spcAft>
              </a:pPr>
              <a:r>
                <a:rPr lang="en-US" sz="700" b="0">
                  <a:solidFill>
                    <a:schemeClr val="bg1"/>
                  </a:solidFill>
                  <a:latin typeface="Ubuntu" panose="020B0504030602030204" pitchFamily="34" charset="0"/>
                </a:rPr>
                <a:t>0</a:t>
              </a:r>
            </a:p>
            <a:p>
              <a:pPr algn="ctr">
                <a:lnSpc>
                  <a:spcPct val="90000"/>
                </a:lnSpc>
                <a:spcAft>
                  <a:spcPts val="0"/>
                </a:spcAft>
              </a:pPr>
              <a:r>
                <a:rPr lang="en-US" sz="700" b="0">
                  <a:solidFill>
                    <a:schemeClr val="bg1"/>
                  </a:solidFill>
                  <a:latin typeface="Ubuntu" panose="020B0504030602030204" pitchFamily="34" charset="0"/>
                </a:rPr>
                <a:t>125</a:t>
              </a:r>
            </a:p>
            <a:p>
              <a:pPr algn="ctr">
                <a:lnSpc>
                  <a:spcPct val="90000"/>
                </a:lnSpc>
                <a:spcAft>
                  <a:spcPts val="0"/>
                </a:spcAft>
              </a:pPr>
              <a:r>
                <a:rPr lang="en-US" sz="700" b="0">
                  <a:solidFill>
                    <a:schemeClr val="bg1"/>
                  </a:solidFill>
                  <a:latin typeface="Ubuntu" panose="020B0504030602030204" pitchFamily="34" charset="0"/>
                </a:rPr>
                <a:t>116</a:t>
              </a:r>
            </a:p>
          </p:txBody>
        </p:sp>
        <p:sp>
          <p:nvSpPr>
            <p:cNvPr id="82" name="Forme libre : forme 81">
              <a:extLst>
                <a:ext uri="{FF2B5EF4-FFF2-40B4-BE49-F238E27FC236}">
                  <a16:creationId xmlns:a16="http://schemas.microsoft.com/office/drawing/2014/main" id="{3B4493E8-9680-4EA3-9A68-6174B5ADF266}"/>
                </a:ext>
              </a:extLst>
            </p:cNvPr>
            <p:cNvSpPr/>
            <p:nvPr/>
          </p:nvSpPr>
          <p:spPr>
            <a:xfrm>
              <a:off x="14408740" y="3231581"/>
              <a:ext cx="360865"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00929B"/>
            </a:solidFill>
            <a:ln w="6695" cap="flat">
              <a:noFill/>
              <a:prstDash val="solid"/>
              <a:miter/>
            </a:ln>
          </p:spPr>
          <p:txBody>
            <a:bodyPr rtlCol="0" anchor="ctr"/>
            <a:lstStyle/>
            <a:p>
              <a:pPr algn="ctr">
                <a:lnSpc>
                  <a:spcPct val="90000"/>
                </a:lnSpc>
                <a:spcAft>
                  <a:spcPts val="0"/>
                </a:spcAft>
              </a:pPr>
              <a:r>
                <a:rPr lang="en-US" sz="700" b="0">
                  <a:solidFill>
                    <a:schemeClr val="bg1"/>
                  </a:solidFill>
                  <a:latin typeface="Ubuntu" panose="020B0504030602030204" pitchFamily="34" charset="0"/>
                </a:rPr>
                <a:t>0</a:t>
              </a:r>
            </a:p>
            <a:p>
              <a:pPr algn="ctr">
                <a:lnSpc>
                  <a:spcPct val="90000"/>
                </a:lnSpc>
                <a:spcAft>
                  <a:spcPts val="0"/>
                </a:spcAft>
              </a:pPr>
              <a:r>
                <a:rPr lang="en-US" sz="700" b="0">
                  <a:solidFill>
                    <a:schemeClr val="bg1"/>
                  </a:solidFill>
                  <a:latin typeface="Ubuntu" panose="020B0504030602030204" pitchFamily="34" charset="0"/>
                </a:rPr>
                <a:t>146</a:t>
              </a:r>
            </a:p>
            <a:p>
              <a:pPr algn="ctr">
                <a:lnSpc>
                  <a:spcPct val="90000"/>
                </a:lnSpc>
                <a:spcAft>
                  <a:spcPts val="0"/>
                </a:spcAft>
              </a:pPr>
              <a:r>
                <a:rPr lang="en-US" sz="700" b="0">
                  <a:solidFill>
                    <a:schemeClr val="bg1"/>
                  </a:solidFill>
                  <a:latin typeface="Ubuntu" panose="020B0504030602030204" pitchFamily="34" charset="0"/>
                </a:rPr>
                <a:t>155</a:t>
              </a:r>
            </a:p>
          </p:txBody>
        </p:sp>
        <p:sp>
          <p:nvSpPr>
            <p:cNvPr id="83" name="Forme libre : forme 82">
              <a:extLst>
                <a:ext uri="{FF2B5EF4-FFF2-40B4-BE49-F238E27FC236}">
                  <a16:creationId xmlns:a16="http://schemas.microsoft.com/office/drawing/2014/main" id="{B4B6B943-D34B-48B2-95E0-76C5F8BA25FA}"/>
                </a:ext>
              </a:extLst>
            </p:cNvPr>
            <p:cNvSpPr/>
            <p:nvPr/>
          </p:nvSpPr>
          <p:spPr>
            <a:xfrm>
              <a:off x="14408740" y="2818581"/>
              <a:ext cx="360865" cy="406800"/>
            </a:xfrm>
            <a:custGeom>
              <a:avLst/>
              <a:gdLst>
                <a:gd name="connsiteX0" fmla="*/ 0 w 1111406"/>
                <a:gd name="connsiteY0" fmla="*/ 0 h 1111407"/>
                <a:gd name="connsiteX1" fmla="*/ 1111407 w 1111406"/>
                <a:gd name="connsiteY1" fmla="*/ 0 h 1111407"/>
                <a:gd name="connsiteX2" fmla="*/ 1111407 w 1111406"/>
                <a:gd name="connsiteY2" fmla="*/ 1111407 h 1111407"/>
                <a:gd name="connsiteX3" fmla="*/ 0 w 1111406"/>
                <a:gd name="connsiteY3" fmla="*/ 1111407 h 1111407"/>
              </a:gdLst>
              <a:ahLst/>
              <a:cxnLst>
                <a:cxn ang="0">
                  <a:pos x="connsiteX0" y="connsiteY0"/>
                </a:cxn>
                <a:cxn ang="0">
                  <a:pos x="connsiteX1" y="connsiteY1"/>
                </a:cxn>
                <a:cxn ang="0">
                  <a:pos x="connsiteX2" y="connsiteY2"/>
                </a:cxn>
                <a:cxn ang="0">
                  <a:pos x="connsiteX3" y="connsiteY3"/>
                </a:cxn>
              </a:cxnLst>
              <a:rect l="l" t="t" r="r" b="b"/>
              <a:pathLst>
                <a:path w="1111406" h="1111407">
                  <a:moveTo>
                    <a:pt x="0" y="0"/>
                  </a:moveTo>
                  <a:lnTo>
                    <a:pt x="1111407" y="0"/>
                  </a:lnTo>
                  <a:lnTo>
                    <a:pt x="1111407" y="1111407"/>
                  </a:lnTo>
                  <a:lnTo>
                    <a:pt x="0" y="1111407"/>
                  </a:lnTo>
                  <a:close/>
                </a:path>
              </a:pathLst>
            </a:custGeom>
            <a:solidFill>
              <a:srgbClr val="00BFBF"/>
            </a:solidFill>
            <a:ln w="6695" cap="flat">
              <a:noFill/>
              <a:prstDash val="solid"/>
              <a:miter/>
            </a:ln>
          </p:spPr>
          <p:txBody>
            <a:bodyPr rtlCol="0" anchor="ctr"/>
            <a:lstStyle/>
            <a:p>
              <a:pPr algn="ctr">
                <a:lnSpc>
                  <a:spcPct val="90000"/>
                </a:lnSpc>
                <a:spcAft>
                  <a:spcPts val="0"/>
                </a:spcAft>
              </a:pPr>
              <a:r>
                <a:rPr lang="en-US" sz="700" b="0">
                  <a:latin typeface="Ubuntu" panose="020B0504030602030204" pitchFamily="34" charset="0"/>
                </a:rPr>
                <a:t>0</a:t>
              </a:r>
            </a:p>
            <a:p>
              <a:pPr algn="ctr">
                <a:lnSpc>
                  <a:spcPct val="90000"/>
                </a:lnSpc>
                <a:spcAft>
                  <a:spcPts val="0"/>
                </a:spcAft>
              </a:pPr>
              <a:r>
                <a:rPr lang="en-US" sz="700" b="0">
                  <a:latin typeface="Ubuntu" panose="020B0504030602030204" pitchFamily="34" charset="0"/>
                </a:rPr>
                <a:t>191</a:t>
              </a:r>
            </a:p>
            <a:p>
              <a:pPr algn="ctr">
                <a:lnSpc>
                  <a:spcPct val="90000"/>
                </a:lnSpc>
                <a:spcAft>
                  <a:spcPts val="0"/>
                </a:spcAft>
              </a:pPr>
              <a:r>
                <a:rPr lang="en-US" sz="700" b="0">
                  <a:latin typeface="Ubuntu" panose="020B0504030602030204" pitchFamily="34" charset="0"/>
                </a:rPr>
                <a:t>191</a:t>
              </a:r>
            </a:p>
          </p:txBody>
        </p:sp>
        <p:sp>
          <p:nvSpPr>
            <p:cNvPr id="84" name="Forme libre : forme 83">
              <a:extLst>
                <a:ext uri="{FF2B5EF4-FFF2-40B4-BE49-F238E27FC236}">
                  <a16:creationId xmlns:a16="http://schemas.microsoft.com/office/drawing/2014/main" id="{B434FFE6-E50A-4EA9-83D4-F9F4917BBCB8}"/>
                </a:ext>
              </a:extLst>
            </p:cNvPr>
            <p:cNvSpPr/>
            <p:nvPr/>
          </p:nvSpPr>
          <p:spPr>
            <a:xfrm>
              <a:off x="14408740" y="2405581"/>
              <a:ext cx="360865"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00D5D0"/>
            </a:solidFill>
            <a:ln w="6695" cap="flat">
              <a:noFill/>
              <a:prstDash val="solid"/>
              <a:miter/>
            </a:ln>
          </p:spPr>
          <p:txBody>
            <a:bodyPr rtlCol="0" anchor="ctr"/>
            <a:lstStyle/>
            <a:p>
              <a:pPr algn="ctr">
                <a:lnSpc>
                  <a:spcPct val="90000"/>
                </a:lnSpc>
                <a:spcAft>
                  <a:spcPts val="0"/>
                </a:spcAft>
              </a:pPr>
              <a:r>
                <a:rPr lang="en-US" sz="700" b="0">
                  <a:latin typeface="Ubuntu" panose="020B0504030602030204" pitchFamily="34" charset="0"/>
                </a:rPr>
                <a:t>0</a:t>
              </a:r>
            </a:p>
            <a:p>
              <a:pPr algn="ctr">
                <a:lnSpc>
                  <a:spcPct val="90000"/>
                </a:lnSpc>
                <a:spcAft>
                  <a:spcPts val="0"/>
                </a:spcAft>
              </a:pPr>
              <a:r>
                <a:rPr lang="en-US" sz="700" b="0">
                  <a:latin typeface="Ubuntu" panose="020B0504030602030204" pitchFamily="34" charset="0"/>
                </a:rPr>
                <a:t>213</a:t>
              </a:r>
            </a:p>
            <a:p>
              <a:pPr algn="ctr">
                <a:lnSpc>
                  <a:spcPct val="90000"/>
                </a:lnSpc>
                <a:spcAft>
                  <a:spcPts val="0"/>
                </a:spcAft>
              </a:pPr>
              <a:r>
                <a:rPr lang="en-US" sz="700" b="0">
                  <a:latin typeface="Ubuntu" panose="020B0504030602030204" pitchFamily="34" charset="0"/>
                </a:rPr>
                <a:t>208</a:t>
              </a:r>
            </a:p>
          </p:txBody>
        </p:sp>
        <p:sp>
          <p:nvSpPr>
            <p:cNvPr id="85" name="Forme libre : forme 84">
              <a:extLst>
                <a:ext uri="{FF2B5EF4-FFF2-40B4-BE49-F238E27FC236}">
                  <a16:creationId xmlns:a16="http://schemas.microsoft.com/office/drawing/2014/main" id="{E0BE1B97-A7F2-4E15-8D45-CD3F50622B5F}"/>
                </a:ext>
              </a:extLst>
            </p:cNvPr>
            <p:cNvSpPr/>
            <p:nvPr/>
          </p:nvSpPr>
          <p:spPr>
            <a:xfrm>
              <a:off x="14408740" y="1992581"/>
              <a:ext cx="360865"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00E6E3"/>
            </a:solidFill>
            <a:ln w="6695" cap="flat">
              <a:noFill/>
              <a:prstDash val="solid"/>
              <a:miter/>
            </a:ln>
          </p:spPr>
          <p:txBody>
            <a:bodyPr rtlCol="0" anchor="ctr"/>
            <a:lstStyle/>
            <a:p>
              <a:pPr algn="ctr">
                <a:lnSpc>
                  <a:spcPct val="90000"/>
                </a:lnSpc>
                <a:spcAft>
                  <a:spcPts val="0"/>
                </a:spcAft>
              </a:pPr>
              <a:r>
                <a:rPr lang="en-US" sz="700" b="0">
                  <a:latin typeface="Ubuntu" panose="020B0504030602030204" pitchFamily="34" charset="0"/>
                </a:rPr>
                <a:t>0</a:t>
              </a:r>
            </a:p>
            <a:p>
              <a:pPr algn="ctr">
                <a:lnSpc>
                  <a:spcPct val="90000"/>
                </a:lnSpc>
                <a:spcAft>
                  <a:spcPts val="0"/>
                </a:spcAft>
              </a:pPr>
              <a:r>
                <a:rPr lang="en-US" sz="700" b="0">
                  <a:latin typeface="Ubuntu" panose="020B0504030602030204" pitchFamily="34" charset="0"/>
                </a:rPr>
                <a:t>230</a:t>
              </a:r>
            </a:p>
            <a:p>
              <a:pPr algn="ctr">
                <a:lnSpc>
                  <a:spcPct val="90000"/>
                </a:lnSpc>
                <a:spcAft>
                  <a:spcPts val="0"/>
                </a:spcAft>
              </a:pPr>
              <a:r>
                <a:rPr lang="en-US" sz="700" b="0">
                  <a:latin typeface="Ubuntu" panose="020B0504030602030204" pitchFamily="34" charset="0"/>
                </a:rPr>
                <a:t>227</a:t>
              </a:r>
            </a:p>
          </p:txBody>
        </p:sp>
      </p:grpSp>
      <p:grpSp>
        <p:nvGrpSpPr>
          <p:cNvPr id="94" name="Groupe 1">
            <a:extLst>
              <a:ext uri="{FF2B5EF4-FFF2-40B4-BE49-F238E27FC236}">
                <a16:creationId xmlns:a16="http://schemas.microsoft.com/office/drawing/2014/main" id="{11A3E882-4152-49CC-A658-0BA2BD4CCF4E}"/>
              </a:ext>
            </a:extLst>
          </p:cNvPr>
          <p:cNvGrpSpPr>
            <a:grpSpLocks noChangeAspect="1"/>
          </p:cNvGrpSpPr>
          <p:nvPr userDrawn="1"/>
        </p:nvGrpSpPr>
        <p:grpSpPr>
          <a:xfrm>
            <a:off x="11562163" y="205059"/>
            <a:ext cx="419436" cy="388988"/>
            <a:chOff x="11501102" y="171573"/>
            <a:chExt cx="419436" cy="388988"/>
          </a:xfrm>
        </p:grpSpPr>
        <p:sp>
          <p:nvSpPr>
            <p:cNvPr id="95" name="Freeform 13">
              <a:extLst>
                <a:ext uri="{FF2B5EF4-FFF2-40B4-BE49-F238E27FC236}">
                  <a16:creationId xmlns:a16="http://schemas.microsoft.com/office/drawing/2014/main" id="{7962C740-AA7F-4225-AF45-30CEC5D85747}"/>
                </a:ext>
              </a:extLst>
            </p:cNvPr>
            <p:cNvSpPr>
              <a:spLocks/>
            </p:cNvSpPr>
            <p:nvPr userDrawn="1"/>
          </p:nvSpPr>
          <p:spPr bwMode="auto">
            <a:xfrm>
              <a:off x="11644642" y="334376"/>
              <a:ext cx="275896" cy="226185"/>
            </a:xfrm>
            <a:custGeom>
              <a:avLst/>
              <a:gdLst/>
              <a:ahLst/>
              <a:cxnLst>
                <a:cxn ang="0">
                  <a:pos x="125" y="107"/>
                </a:cxn>
                <a:cxn ang="0">
                  <a:pos x="188" y="43"/>
                </a:cxn>
                <a:cxn ang="0">
                  <a:pos x="141" y="0"/>
                </a:cxn>
                <a:cxn ang="0">
                  <a:pos x="49" y="99"/>
                </a:cxn>
                <a:cxn ang="0">
                  <a:pos x="0" y="144"/>
                </a:cxn>
                <a:cxn ang="0">
                  <a:pos x="37" y="154"/>
                </a:cxn>
                <a:cxn ang="0">
                  <a:pos x="125" y="125"/>
                </a:cxn>
                <a:cxn ang="0">
                  <a:pos x="81" y="86"/>
                </a:cxn>
                <a:cxn ang="0">
                  <a:pos x="125" y="107"/>
                </a:cxn>
              </a:cxnLst>
              <a:rect l="0" t="0" r="r" b="b"/>
              <a:pathLst>
                <a:path w="188" h="154">
                  <a:moveTo>
                    <a:pt x="125" y="107"/>
                  </a:moveTo>
                  <a:cubicBezTo>
                    <a:pt x="160" y="107"/>
                    <a:pt x="188" y="78"/>
                    <a:pt x="188" y="43"/>
                  </a:cubicBezTo>
                  <a:cubicBezTo>
                    <a:pt x="186" y="28"/>
                    <a:pt x="181" y="0"/>
                    <a:pt x="141" y="0"/>
                  </a:cubicBezTo>
                  <a:cubicBezTo>
                    <a:pt x="99" y="0"/>
                    <a:pt x="84" y="60"/>
                    <a:pt x="49" y="99"/>
                  </a:cubicBezTo>
                  <a:cubicBezTo>
                    <a:pt x="47" y="121"/>
                    <a:pt x="26" y="140"/>
                    <a:pt x="0" y="144"/>
                  </a:cubicBezTo>
                  <a:cubicBezTo>
                    <a:pt x="6" y="150"/>
                    <a:pt x="20" y="154"/>
                    <a:pt x="37" y="154"/>
                  </a:cubicBezTo>
                  <a:cubicBezTo>
                    <a:pt x="68" y="154"/>
                    <a:pt x="106" y="145"/>
                    <a:pt x="125" y="125"/>
                  </a:cubicBezTo>
                  <a:cubicBezTo>
                    <a:pt x="99" y="126"/>
                    <a:pt x="82" y="109"/>
                    <a:pt x="81" y="86"/>
                  </a:cubicBezTo>
                  <a:cubicBezTo>
                    <a:pt x="93" y="101"/>
                    <a:pt x="108" y="107"/>
                    <a:pt x="125" y="107"/>
                  </a:cubicBezTo>
                </a:path>
              </a:pathLst>
            </a:custGeom>
            <a:solidFill>
              <a:srgbClr val="12ABDB"/>
            </a:solidFill>
            <a:ln w="9525">
              <a:noFill/>
              <a:round/>
              <a:headEnd/>
              <a:tailEnd/>
            </a:ln>
          </p:spPr>
          <p:txBody>
            <a:bodyPr vert="horz" wrap="square" lIns="91440" tIns="45720" rIns="91440" bIns="45720" numCol="1" anchor="t" anchorCtr="0" compatLnSpc="1">
              <a:prstTxWarp prst="textNoShape">
                <a:avLst/>
              </a:prstTxWarp>
            </a:bodyPr>
            <a:lstStyle/>
            <a:p>
              <a:endParaRPr lang="en-GB"/>
            </a:p>
          </p:txBody>
        </p:sp>
        <p:sp>
          <p:nvSpPr>
            <p:cNvPr id="96" name="Freeform 14">
              <a:extLst>
                <a:ext uri="{FF2B5EF4-FFF2-40B4-BE49-F238E27FC236}">
                  <a16:creationId xmlns:a16="http://schemas.microsoft.com/office/drawing/2014/main" id="{8B6BE8F3-0248-42CC-8053-5B10FA1A6457}"/>
                </a:ext>
              </a:extLst>
            </p:cNvPr>
            <p:cNvSpPr>
              <a:spLocks/>
            </p:cNvSpPr>
            <p:nvPr userDrawn="1"/>
          </p:nvSpPr>
          <p:spPr bwMode="auto">
            <a:xfrm>
              <a:off x="11501102" y="171573"/>
              <a:ext cx="419436" cy="356676"/>
            </a:xfrm>
            <a:custGeom>
              <a:avLst/>
              <a:gdLst/>
              <a:ahLst/>
              <a:cxnLst>
                <a:cxn ang="0">
                  <a:pos x="286" y="152"/>
                </a:cxn>
                <a:cxn ang="0">
                  <a:pos x="237" y="51"/>
                </a:cxn>
                <a:cxn ang="0">
                  <a:pos x="160" y="3"/>
                </a:cxn>
                <a:cxn ang="0">
                  <a:pos x="153" y="0"/>
                </a:cxn>
                <a:cxn ang="0">
                  <a:pos x="153" y="0"/>
                </a:cxn>
                <a:cxn ang="0">
                  <a:pos x="0" y="158"/>
                </a:cxn>
                <a:cxn ang="0">
                  <a:pos x="53" y="236"/>
                </a:cxn>
                <a:cxn ang="0">
                  <a:pos x="107" y="237"/>
                </a:cxn>
                <a:cxn ang="0">
                  <a:pos x="147" y="210"/>
                </a:cxn>
                <a:cxn ang="0">
                  <a:pos x="239" y="111"/>
                </a:cxn>
                <a:cxn ang="0">
                  <a:pos x="286" y="154"/>
                </a:cxn>
                <a:cxn ang="0">
                  <a:pos x="286" y="152"/>
                </a:cxn>
              </a:cxnLst>
              <a:rect l="0" t="0" r="r" b="b"/>
              <a:pathLst>
                <a:path w="286" h="243">
                  <a:moveTo>
                    <a:pt x="286" y="152"/>
                  </a:moveTo>
                  <a:cubicBezTo>
                    <a:pt x="286" y="112"/>
                    <a:pt x="266" y="78"/>
                    <a:pt x="237" y="51"/>
                  </a:cubicBezTo>
                  <a:cubicBezTo>
                    <a:pt x="215" y="30"/>
                    <a:pt x="188" y="15"/>
                    <a:pt x="160" y="3"/>
                  </a:cubicBezTo>
                  <a:cubicBezTo>
                    <a:pt x="158" y="2"/>
                    <a:pt x="156" y="1"/>
                    <a:pt x="153" y="0"/>
                  </a:cubicBezTo>
                  <a:cubicBezTo>
                    <a:pt x="153" y="0"/>
                    <a:pt x="153" y="0"/>
                    <a:pt x="153" y="0"/>
                  </a:cubicBezTo>
                  <a:cubicBezTo>
                    <a:pt x="119" y="41"/>
                    <a:pt x="0" y="72"/>
                    <a:pt x="0" y="158"/>
                  </a:cubicBezTo>
                  <a:cubicBezTo>
                    <a:pt x="0" y="192"/>
                    <a:pt x="21" y="224"/>
                    <a:pt x="53" y="236"/>
                  </a:cubicBezTo>
                  <a:cubicBezTo>
                    <a:pt x="71" y="243"/>
                    <a:pt x="89" y="243"/>
                    <a:pt x="107" y="237"/>
                  </a:cubicBezTo>
                  <a:cubicBezTo>
                    <a:pt x="123" y="232"/>
                    <a:pt x="136" y="222"/>
                    <a:pt x="147" y="210"/>
                  </a:cubicBezTo>
                  <a:cubicBezTo>
                    <a:pt x="182" y="171"/>
                    <a:pt x="197" y="111"/>
                    <a:pt x="239" y="111"/>
                  </a:cubicBezTo>
                  <a:cubicBezTo>
                    <a:pt x="279" y="111"/>
                    <a:pt x="284" y="139"/>
                    <a:pt x="286" y="154"/>
                  </a:cubicBezTo>
                  <a:cubicBezTo>
                    <a:pt x="286" y="154"/>
                    <a:pt x="286" y="153"/>
                    <a:pt x="286" y="152"/>
                  </a:cubicBezTo>
                </a:path>
              </a:pathLst>
            </a:custGeom>
            <a:solidFill>
              <a:srgbClr val="0070AD"/>
            </a:solidFill>
            <a:ln w="9525">
              <a:noFill/>
              <a:round/>
              <a:headEnd/>
              <a:tailEnd/>
            </a:ln>
          </p:spPr>
          <p:txBody>
            <a:bodyPr vert="horz" wrap="square" lIns="91440" tIns="45720" rIns="91440" bIns="45720" numCol="1" anchor="t" anchorCtr="0" compatLnSpc="1">
              <a:prstTxWarp prst="textNoShape">
                <a:avLst/>
              </a:prstTxWarp>
            </a:bodyPr>
            <a:lstStyle/>
            <a:p>
              <a:endParaRPr lang="en-GB"/>
            </a:p>
          </p:txBody>
        </p:sp>
      </p:grpSp>
      <p:sp>
        <p:nvSpPr>
          <p:cNvPr id="64" name="Retângulo 43">
            <a:extLst>
              <a:ext uri="{FF2B5EF4-FFF2-40B4-BE49-F238E27FC236}">
                <a16:creationId xmlns:a16="http://schemas.microsoft.com/office/drawing/2014/main" id="{155AE262-1C9A-42B7-989B-59E542631E68}"/>
              </a:ext>
            </a:extLst>
          </p:cNvPr>
          <p:cNvSpPr/>
          <p:nvPr userDrawn="1"/>
        </p:nvSpPr>
        <p:spPr>
          <a:xfrm>
            <a:off x="11744128" y="6517658"/>
            <a:ext cx="229263" cy="215444"/>
          </a:xfrm>
          <a:prstGeom prst="rect">
            <a:avLst/>
          </a:prstGeom>
        </p:spPr>
        <p:txBody>
          <a:bodyPr wrap="square" lIns="0" rIns="0">
            <a:spAutoFit/>
          </a:bodyPr>
          <a:lstStyle/>
          <a:p>
            <a:pPr algn="r"/>
            <a:fld id="{0502E5A9-B53C-401E-A0E0-4A359BB0A9E5}" type="slidenum">
              <a:rPr lang="en-US" sz="800" smtClean="0">
                <a:solidFill>
                  <a:srgbClr val="A6A6A6"/>
                </a:solidFill>
                <a:latin typeface="Ubuntu" panose="020B0504030602030204" pitchFamily="34" charset="0"/>
                <a:cs typeface="Arial" panose="020B0604020202020204" pitchFamily="34" charset="0"/>
              </a:rPr>
              <a:pPr algn="r"/>
              <a:t>‹#›</a:t>
            </a:fld>
            <a:endParaRPr lang="en-US" sz="800">
              <a:solidFill>
                <a:srgbClr val="A6A6A6"/>
              </a:solidFill>
              <a:latin typeface="Ubuntu" panose="020B0504030602030204" pitchFamily="34" charset="0"/>
              <a:cs typeface="Arial" panose="020B0604020202020204" pitchFamily="34" charset="0"/>
            </a:endParaRPr>
          </a:p>
        </p:txBody>
      </p:sp>
      <p:sp>
        <p:nvSpPr>
          <p:cNvPr id="87" name="Rectangle 27">
            <a:extLst>
              <a:ext uri="{FF2B5EF4-FFF2-40B4-BE49-F238E27FC236}">
                <a16:creationId xmlns:a16="http://schemas.microsoft.com/office/drawing/2014/main" id="{EF5552D4-FDBB-424B-9D9C-B27746AC7AB5}"/>
              </a:ext>
            </a:extLst>
          </p:cNvPr>
          <p:cNvSpPr/>
          <p:nvPr userDrawn="1"/>
        </p:nvSpPr>
        <p:spPr>
          <a:xfrm>
            <a:off x="7227070" y="6517871"/>
            <a:ext cx="4532162" cy="219456"/>
          </a:xfrm>
          <a:prstGeom prst="rect">
            <a:avLst/>
          </a:prstGeom>
        </p:spPr>
        <p:txBody>
          <a:bodyPr wrap="square" lIns="0" tIns="0" rIns="0" bIns="0" anchor="ctr" anchorCtr="0">
            <a:no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GB" sz="700">
                <a:solidFill>
                  <a:srgbClr val="A6A6A6"/>
                </a:solidFill>
                <a:latin typeface="Ubuntu" panose="020B0504030602030204" pitchFamily="34" charset="0"/>
                <a:cs typeface="Arial" panose="020B0604020202020204" pitchFamily="34" charset="0"/>
              </a:rPr>
              <a:t>Company Confidential © Capgemini Invent 2025. All rights reserved  |</a:t>
            </a:r>
          </a:p>
        </p:txBody>
      </p:sp>
    </p:spTree>
    <p:extLst>
      <p:ext uri="{BB962C8B-B14F-4D97-AF65-F5344CB8AC3E}">
        <p14:creationId xmlns:p14="http://schemas.microsoft.com/office/powerpoint/2010/main" val="3802211607"/>
      </p:ext>
    </p:extLst>
  </p:cSld>
  <p:clrMap bg1="lt1" tx1="dk1" bg2="lt2" tx2="dk2" accent1="accent1" accent2="accent2" accent3="accent3" accent4="accent4" accent5="accent5" accent6="accent6" hlink="hlink" folHlink="folHlink"/>
  <p:sldLayoutIdLst>
    <p:sldLayoutId id="2147484083" r:id="rId1"/>
    <p:sldLayoutId id="2147484084" r:id="rId2"/>
    <p:sldLayoutId id="2147484085" r:id="rId3"/>
    <p:sldLayoutId id="2147484086" r:id="rId4"/>
    <p:sldLayoutId id="2147484087" r:id="rId5"/>
    <p:sldLayoutId id="2147484088" r:id="rId6"/>
    <p:sldLayoutId id="2147484089" r:id="rId7"/>
    <p:sldLayoutId id="2147484090" r:id="rId8"/>
    <p:sldLayoutId id="2147484091" r:id="rId9"/>
    <p:sldLayoutId id="2147484092" r:id="rId10"/>
    <p:sldLayoutId id="2147484093" r:id="rId11"/>
    <p:sldLayoutId id="2147484094" r:id="rId12"/>
    <p:sldLayoutId id="2147484095" r:id="rId13"/>
    <p:sldLayoutId id="2147484096" r:id="rId14"/>
    <p:sldLayoutId id="2147484097" r:id="rId15"/>
    <p:sldLayoutId id="2147484098" r:id="rId16"/>
    <p:sldLayoutId id="2147484099" r:id="rId17"/>
    <p:sldLayoutId id="2147484100" r:id="rId18"/>
    <p:sldLayoutId id="2147484101" r:id="rId19"/>
    <p:sldLayoutId id="2147484102" r:id="rId20"/>
    <p:sldLayoutId id="2147484103" r:id="rId21"/>
    <p:sldLayoutId id="2147484104" r:id="rId22"/>
    <p:sldLayoutId id="2147484105" r:id="rId23"/>
    <p:sldLayoutId id="2147484106" r:id="rId24"/>
    <p:sldLayoutId id="2147484107" r:id="rId25"/>
    <p:sldLayoutId id="2147484108" r:id="rId26"/>
    <p:sldLayoutId id="2147484109" r:id="rId27"/>
    <p:sldLayoutId id="2147484110" r:id="rId28"/>
    <p:sldLayoutId id="2147484111" r:id="rId29"/>
    <p:sldLayoutId id="2147484112" r:id="rId30"/>
    <p:sldLayoutId id="2147484113" r:id="rId31"/>
    <p:sldLayoutId id="2147484114" r:id="rId32"/>
    <p:sldLayoutId id="2147484115" r:id="rId33"/>
    <p:sldLayoutId id="2147484116" r:id="rId34"/>
    <p:sldLayoutId id="2147484117" r:id="rId35"/>
    <p:sldLayoutId id="2147484118" r:id="rId36"/>
    <p:sldLayoutId id="2147484119" r:id="rId37"/>
    <p:sldLayoutId id="2147484120" r:id="rId38"/>
    <p:sldLayoutId id="2147484121" r:id="rId39"/>
    <p:sldLayoutId id="2147484122" r:id="rId40"/>
    <p:sldLayoutId id="2147484123" r:id="rId41"/>
    <p:sldLayoutId id="2147484124" r:id="rId42"/>
  </p:sldLayoutIdLst>
  <p:hf sldNum="0" hdr="0"/>
  <p:txStyles>
    <p:titleStyle>
      <a:lvl1pPr marL="0" marR="0" indent="0" algn="l" defTabSz="914400" rtl="0" eaLnBrk="1" fontAlgn="auto" latinLnBrk="0" hangingPunct="1">
        <a:lnSpc>
          <a:spcPct val="90000"/>
        </a:lnSpc>
        <a:spcBef>
          <a:spcPct val="0"/>
        </a:spcBef>
        <a:spcAft>
          <a:spcPts val="0"/>
        </a:spcAft>
        <a:buClrTx/>
        <a:buSzTx/>
        <a:buFontTx/>
        <a:buNone/>
        <a:tabLst/>
        <a:defRPr kumimoji="0" lang="en-US" sz="2600" b="0" i="0" u="none" strike="noStrike" kern="1200" cap="all" spc="0" normalizeH="0" baseline="0" noProof="0" dirty="0">
          <a:ln>
            <a:noFill/>
          </a:ln>
          <a:solidFill>
            <a:schemeClr val="accent4"/>
          </a:solidFill>
          <a:effectLst/>
          <a:uLnTx/>
          <a:uFillTx/>
          <a:latin typeface="+mj-lt"/>
          <a:ea typeface="+mj-ea"/>
          <a:cs typeface="+mj-cs"/>
        </a:defRPr>
      </a:lvl1pPr>
    </p:titleStyle>
    <p:bodyStyle>
      <a:lvl1pPr marL="0" indent="0" algn="l" defTabSz="914400" rtl="0" eaLnBrk="1" latinLnBrk="0" hangingPunct="1">
        <a:lnSpc>
          <a:spcPct val="100000"/>
        </a:lnSpc>
        <a:spcBef>
          <a:spcPts val="0"/>
        </a:spcBef>
        <a:spcAft>
          <a:spcPts val="600"/>
        </a:spcAft>
        <a:buFont typeface="Arial" panose="020B0604020202020204" pitchFamily="34" charset="0"/>
        <a:buNone/>
        <a:defRPr sz="2000" kern="1200" baseline="0">
          <a:solidFill>
            <a:schemeClr val="tx1"/>
          </a:solidFill>
          <a:latin typeface="Ubuntu" panose="020B0504030602030204" pitchFamily="34" charset="0"/>
          <a:ea typeface="+mn-ea"/>
          <a:cs typeface="+mn-cs"/>
        </a:defRPr>
      </a:lvl1pPr>
      <a:lvl2pPr marL="177800" indent="-177800" algn="l" defTabSz="914400" rtl="0" eaLnBrk="1" latinLnBrk="0" hangingPunct="1">
        <a:lnSpc>
          <a:spcPct val="100000"/>
        </a:lnSpc>
        <a:spcBef>
          <a:spcPts val="0"/>
        </a:spcBef>
        <a:spcAft>
          <a:spcPts val="600"/>
        </a:spcAft>
        <a:buClr>
          <a:schemeClr val="accent1"/>
        </a:buClr>
        <a:buFont typeface="Wingdings" panose="05000000000000000000" pitchFamily="2" charset="2"/>
        <a:buChar char="§"/>
        <a:defRPr sz="1800" kern="1200" baseline="0">
          <a:solidFill>
            <a:schemeClr val="tx1"/>
          </a:solidFill>
          <a:latin typeface="Ubuntu" panose="020B0504030602030204" pitchFamily="34" charset="0"/>
          <a:ea typeface="+mn-ea"/>
          <a:cs typeface="+mn-cs"/>
        </a:defRPr>
      </a:lvl2pPr>
      <a:lvl3pPr marL="361950" indent="-184150" algn="l" defTabSz="914400" rtl="0" eaLnBrk="1" latinLnBrk="0" hangingPunct="1">
        <a:lnSpc>
          <a:spcPct val="100000"/>
        </a:lnSpc>
        <a:spcBef>
          <a:spcPts val="0"/>
        </a:spcBef>
        <a:spcAft>
          <a:spcPts val="600"/>
        </a:spcAft>
        <a:buClr>
          <a:schemeClr val="accent2"/>
        </a:buClr>
        <a:buFont typeface="Arial" panose="020B0604020202020204" pitchFamily="34" charset="0"/>
        <a:buChar char="•"/>
        <a:defRPr sz="1600" kern="1200" baseline="0">
          <a:solidFill>
            <a:schemeClr val="tx1"/>
          </a:solidFill>
          <a:latin typeface="Ubuntu" panose="020B0504030602030204" pitchFamily="34" charset="0"/>
          <a:ea typeface="+mn-ea"/>
          <a:cs typeface="+mn-cs"/>
        </a:defRPr>
      </a:lvl3pPr>
      <a:lvl4pPr marL="539750" indent="-177800" algn="l" defTabSz="914400" rtl="0" eaLnBrk="1" latinLnBrk="0" hangingPunct="1">
        <a:lnSpc>
          <a:spcPct val="100000"/>
        </a:lnSpc>
        <a:spcBef>
          <a:spcPts val="0"/>
        </a:spcBef>
        <a:spcAft>
          <a:spcPts val="600"/>
        </a:spcAft>
        <a:buClr>
          <a:schemeClr val="tx1"/>
        </a:buClr>
        <a:buFont typeface="Ubuntu" panose="020B0504030602030204" pitchFamily="34" charset="0"/>
        <a:buChar char="–"/>
        <a:defRPr sz="1400" kern="1200" baseline="0">
          <a:solidFill>
            <a:schemeClr val="tx1"/>
          </a:solidFill>
          <a:latin typeface="Ubuntu" panose="020B0504030602030204" pitchFamily="34" charset="0"/>
          <a:ea typeface="+mn-ea"/>
          <a:cs typeface="+mn-cs"/>
        </a:defRPr>
      </a:lvl4pPr>
      <a:lvl5pPr marL="717550" indent="-177800" algn="l" defTabSz="914400" rtl="0" eaLnBrk="1" latinLnBrk="0" hangingPunct="1">
        <a:lnSpc>
          <a:spcPct val="100000"/>
        </a:lnSpc>
        <a:spcBef>
          <a:spcPts val="0"/>
        </a:spcBef>
        <a:spcAft>
          <a:spcPts val="600"/>
        </a:spcAft>
        <a:buClr>
          <a:schemeClr val="accent3"/>
        </a:buClr>
        <a:buFont typeface="Arial" panose="020B0604020202020204" pitchFamily="34" charset="0"/>
        <a:buChar char="•"/>
        <a:defRPr sz="1400" kern="1200" baseline="0">
          <a:solidFill>
            <a:schemeClr val="tx1"/>
          </a:solidFill>
          <a:latin typeface="Ubuntu" panose="020B0504030602030204" pitchFamily="34"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pt-PT"/>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709">
          <p15:clr>
            <a:srgbClr val="F26B43"/>
          </p15:clr>
        </p15:guide>
        <p15:guide id="2" pos="7423">
          <p15:clr>
            <a:srgbClr val="F26B43"/>
          </p15:clr>
        </p15:guide>
        <p15:guide id="3" orient="horz" pos="4071">
          <p15:clr>
            <a:srgbClr val="F26B43"/>
          </p15:clr>
        </p15:guide>
        <p15:guide id="4" pos="255">
          <p15:clr>
            <a:srgbClr val="F26B43"/>
          </p15:clr>
        </p15:guide>
        <p15:guide id="5" orient="horz" pos="836">
          <p15:clr>
            <a:srgbClr val="F26B43"/>
          </p15:clr>
        </p15:guide>
        <p15:guide id="6" orient="horz" pos="245">
          <p15:clr>
            <a:srgbClr val="F26B43"/>
          </p15:clr>
        </p15:guide>
        <p15:guide id="7" pos="3840">
          <p15:clr>
            <a:srgbClr val="F26B43"/>
          </p15:clr>
        </p15:guide>
        <p15:guide id="8" pos="3899">
          <p15:clr>
            <a:srgbClr val="F26B43"/>
          </p15:clr>
        </p15:guide>
        <p15:guide id="9" pos="3783">
          <p15:clr>
            <a:srgbClr val="F26B43"/>
          </p15:clr>
        </p15:guide>
      </p15:sldGuideLst>
    </p:ext>
  </p:extLst>
</p:sldMaster>
</file>

<file path=ppt/slideMasters/slideMaster9.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graphicFrame>
        <p:nvGraphicFramePr>
          <p:cNvPr id="21" name="Object 20" hidden="1"/>
          <p:cNvGraphicFramePr>
            <a:graphicFrameLocks noChangeAspect="1"/>
          </p:cNvGraphicFramePr>
          <p:nvPr>
            <p:custDataLst>
              <p:tags r:id="rId40"/>
            </p:custDataLst>
            <p:extLst>
              <p:ext uri="{D42A27DB-BD31-4B8C-83A1-F6EECF244321}">
                <p14:modId xmlns:p14="http://schemas.microsoft.com/office/powerpoint/2010/main" val="355090667"/>
              </p:ext>
            </p:extLst>
          </p:nvPr>
        </p:nvGraphicFramePr>
        <p:xfrm>
          <a:off x="1587" y="1588"/>
          <a:ext cx="1587" cy="1587"/>
        </p:xfrm>
        <a:graphic>
          <a:graphicData uri="http://schemas.openxmlformats.org/presentationml/2006/ole">
            <mc:AlternateContent xmlns:mc="http://schemas.openxmlformats.org/markup-compatibility/2006">
              <mc:Choice xmlns:v="urn:schemas-microsoft-com:vml" Requires="v">
                <p:oleObj name="think-cell Slide" r:id="rId41" imgW="270" imgH="270" progId="TCLayout.ActiveDocument.1">
                  <p:embed/>
                </p:oleObj>
              </mc:Choice>
              <mc:Fallback>
                <p:oleObj name="think-cell Slide" r:id="rId41" imgW="270" imgH="270" progId="TCLayout.ActiveDocument.1">
                  <p:embed/>
                  <p:pic>
                    <p:nvPicPr>
                      <p:cNvPr id="21" name="Object 20" hidden="1"/>
                      <p:cNvPicPr>
                        <a:picLocks noChangeAspect="1" noChangeArrowheads="1"/>
                      </p:cNvPicPr>
                      <p:nvPr/>
                    </p:nvPicPr>
                    <p:blipFill>
                      <a:blip r:embed="rId42">
                        <a:extLst>
                          <a:ext uri="{28A0092B-C50C-407E-A947-70E740481C1C}">
                            <a14:useLocalDpi xmlns:a14="http://schemas.microsoft.com/office/drawing/2010/main" val="0"/>
                          </a:ext>
                        </a:extLst>
                      </a:blip>
                      <a:srcRect/>
                      <a:stretch>
                        <a:fillRect/>
                      </a:stretch>
                    </p:blipFill>
                    <p:spPr bwMode="auto">
                      <a:xfrm>
                        <a:off x="1587" y="1588"/>
                        <a:ext cx="1587" cy="1587"/>
                      </a:xfrm>
                      <a:prstGeom prst="rect">
                        <a:avLst/>
                      </a:prstGeom>
                      <a:noFill/>
                    </p:spPr>
                  </p:pic>
                </p:oleObj>
              </mc:Fallback>
            </mc:AlternateContent>
          </a:graphicData>
        </a:graphic>
      </p:graphicFrame>
      <p:sp>
        <p:nvSpPr>
          <p:cNvPr id="4" name="Text Placeholder 1"/>
          <p:cNvSpPr>
            <a:spLocks noGrp="1"/>
          </p:cNvSpPr>
          <p:nvPr>
            <p:ph type="body" idx="1"/>
          </p:nvPr>
        </p:nvSpPr>
        <p:spPr>
          <a:xfrm>
            <a:off x="404813" y="1327150"/>
            <a:ext cx="11376880" cy="5135563"/>
          </a:xfrm>
          <a:prstGeom prst="rect">
            <a:avLst/>
          </a:prstGeom>
        </p:spPr>
        <p:txBody>
          <a:bodyPr vert="horz" lIns="0" tIns="0" rIns="0" bIns="0" rtlCol="0">
            <a:normAutofit/>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a:p>
        </p:txBody>
      </p:sp>
      <p:sp>
        <p:nvSpPr>
          <p:cNvPr id="9" name="Title Placeholder 1"/>
          <p:cNvSpPr>
            <a:spLocks noGrp="1"/>
          </p:cNvSpPr>
          <p:nvPr>
            <p:ph type="title"/>
          </p:nvPr>
        </p:nvSpPr>
        <p:spPr>
          <a:xfrm>
            <a:off x="404813" y="388188"/>
            <a:ext cx="10947772" cy="716711"/>
          </a:xfrm>
          <a:prstGeom prst="rect">
            <a:avLst/>
          </a:prstGeom>
        </p:spPr>
        <p:txBody>
          <a:bodyPr vert="horz" lIns="0" tIns="0" rIns="0" bIns="0" rtlCol="0" anchor="b">
            <a:noAutofit/>
          </a:bodyPr>
          <a:lstStyle/>
          <a:p>
            <a:pPr marL="0" marR="0" lvl="0" indent="0" algn="l" defTabSz="914400" rtl="0" eaLnBrk="1" fontAlgn="auto" latinLnBrk="0" hangingPunct="1">
              <a:lnSpc>
                <a:spcPct val="90000"/>
              </a:lnSpc>
              <a:spcBef>
                <a:spcPct val="0"/>
              </a:spcBef>
              <a:spcAft>
                <a:spcPts val="0"/>
              </a:spcAft>
              <a:buClrTx/>
              <a:buSzTx/>
              <a:buFontTx/>
              <a:buNone/>
              <a:tabLst/>
              <a:defRPr/>
            </a:pPr>
            <a:r>
              <a:rPr lang="fr-FR"/>
              <a:t>CLICK TO INSERT TITLE</a:t>
            </a:r>
            <a:endParaRPr lang="en-US"/>
          </a:p>
        </p:txBody>
      </p:sp>
      <p:grpSp>
        <p:nvGrpSpPr>
          <p:cNvPr id="3" name="Group 2">
            <a:extLst>
              <a:ext uri="{FF2B5EF4-FFF2-40B4-BE49-F238E27FC236}">
                <a16:creationId xmlns:a16="http://schemas.microsoft.com/office/drawing/2014/main" id="{7D254FA0-1CD0-4186-9223-F354145FAE6C}"/>
              </a:ext>
            </a:extLst>
          </p:cNvPr>
          <p:cNvGrpSpPr/>
          <p:nvPr userDrawn="1"/>
        </p:nvGrpSpPr>
        <p:grpSpPr>
          <a:xfrm>
            <a:off x="12295891" y="1659"/>
            <a:ext cx="360000" cy="2069166"/>
            <a:chOff x="12498114" y="115959"/>
            <a:chExt cx="360000" cy="2069166"/>
          </a:xfrm>
        </p:grpSpPr>
        <p:sp>
          <p:nvSpPr>
            <p:cNvPr id="11" name="Rectangle 10">
              <a:extLst>
                <a:ext uri="{FF2B5EF4-FFF2-40B4-BE49-F238E27FC236}">
                  <a16:creationId xmlns:a16="http://schemas.microsoft.com/office/drawing/2014/main" id="{EF1244FD-1856-4971-9A73-AD6DF3F42A90}"/>
                </a:ext>
              </a:extLst>
            </p:cNvPr>
            <p:cNvSpPr/>
            <p:nvPr/>
          </p:nvSpPr>
          <p:spPr>
            <a:xfrm>
              <a:off x="12498114" y="115959"/>
              <a:ext cx="360000" cy="406800"/>
            </a:xfrm>
            <a:prstGeom prst="rect">
              <a:avLst/>
            </a:prstGeom>
            <a:solidFill>
              <a:srgbClr val="0070AD"/>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lstStyle/>
            <a:p>
              <a:pPr algn="ctr">
                <a:lnSpc>
                  <a:spcPct val="90000"/>
                </a:lnSpc>
                <a:spcAft>
                  <a:spcPts val="0"/>
                </a:spcAft>
              </a:pPr>
              <a:r>
                <a:rPr lang="en-GB" sz="700">
                  <a:latin typeface="Ubuntu" panose="020B0504030602030204" pitchFamily="34" charset="0"/>
                </a:rPr>
                <a:t>1</a:t>
              </a:r>
            </a:p>
            <a:p>
              <a:pPr algn="ctr">
                <a:lnSpc>
                  <a:spcPct val="90000"/>
                </a:lnSpc>
                <a:spcAft>
                  <a:spcPts val="0"/>
                </a:spcAft>
              </a:pPr>
              <a:r>
                <a:rPr lang="en-GB" sz="700">
                  <a:latin typeface="Ubuntu" panose="020B0504030602030204" pitchFamily="34" charset="0"/>
                </a:rPr>
                <a:t>112</a:t>
              </a:r>
            </a:p>
            <a:p>
              <a:pPr algn="ctr">
                <a:lnSpc>
                  <a:spcPct val="90000"/>
                </a:lnSpc>
                <a:spcAft>
                  <a:spcPts val="0"/>
                </a:spcAft>
              </a:pPr>
              <a:r>
                <a:rPr lang="en-GB" sz="700">
                  <a:latin typeface="Ubuntu" panose="020B0504030602030204" pitchFamily="34" charset="0"/>
                </a:rPr>
                <a:t>173</a:t>
              </a:r>
            </a:p>
          </p:txBody>
        </p:sp>
        <p:sp>
          <p:nvSpPr>
            <p:cNvPr id="12" name="Rectangle 11">
              <a:extLst>
                <a:ext uri="{FF2B5EF4-FFF2-40B4-BE49-F238E27FC236}">
                  <a16:creationId xmlns:a16="http://schemas.microsoft.com/office/drawing/2014/main" id="{22B40C78-6F20-4C95-AB26-B29FEC0FF747}"/>
                </a:ext>
              </a:extLst>
            </p:cNvPr>
            <p:cNvSpPr/>
            <p:nvPr/>
          </p:nvSpPr>
          <p:spPr>
            <a:xfrm>
              <a:off x="12498114" y="533371"/>
              <a:ext cx="360000" cy="4068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lstStyle/>
            <a:p>
              <a:pPr algn="ctr">
                <a:lnSpc>
                  <a:spcPct val="90000"/>
                </a:lnSpc>
                <a:spcAft>
                  <a:spcPts val="0"/>
                </a:spcAft>
              </a:pPr>
              <a:r>
                <a:rPr lang="en-GB" sz="700">
                  <a:solidFill>
                    <a:schemeClr val="tx1"/>
                  </a:solidFill>
                  <a:latin typeface="Ubuntu" panose="020B0504030602030204" pitchFamily="34" charset="0"/>
                </a:rPr>
                <a:t>18</a:t>
              </a:r>
            </a:p>
            <a:p>
              <a:pPr algn="ctr">
                <a:lnSpc>
                  <a:spcPct val="90000"/>
                </a:lnSpc>
                <a:spcAft>
                  <a:spcPts val="0"/>
                </a:spcAft>
              </a:pPr>
              <a:r>
                <a:rPr lang="en-GB" sz="700">
                  <a:solidFill>
                    <a:schemeClr val="tx1"/>
                  </a:solidFill>
                  <a:latin typeface="Ubuntu" panose="020B0504030602030204" pitchFamily="34" charset="0"/>
                </a:rPr>
                <a:t>171</a:t>
              </a:r>
            </a:p>
            <a:p>
              <a:pPr algn="ctr">
                <a:lnSpc>
                  <a:spcPct val="90000"/>
                </a:lnSpc>
                <a:spcAft>
                  <a:spcPts val="0"/>
                </a:spcAft>
              </a:pPr>
              <a:r>
                <a:rPr lang="en-GB" sz="700">
                  <a:solidFill>
                    <a:schemeClr val="tx1"/>
                  </a:solidFill>
                  <a:latin typeface="Ubuntu" panose="020B0504030602030204" pitchFamily="34" charset="0"/>
                </a:rPr>
                <a:t>219</a:t>
              </a:r>
            </a:p>
          </p:txBody>
        </p:sp>
        <p:sp>
          <p:nvSpPr>
            <p:cNvPr id="13" name="Rectangle 12">
              <a:extLst>
                <a:ext uri="{FF2B5EF4-FFF2-40B4-BE49-F238E27FC236}">
                  <a16:creationId xmlns:a16="http://schemas.microsoft.com/office/drawing/2014/main" id="{1AED4E7D-39CE-49AE-9D4C-16EA940CBE5F}"/>
                </a:ext>
              </a:extLst>
            </p:cNvPr>
            <p:cNvSpPr/>
            <p:nvPr/>
          </p:nvSpPr>
          <p:spPr>
            <a:xfrm>
              <a:off x="12498114" y="950783"/>
              <a:ext cx="360000" cy="406800"/>
            </a:xfrm>
            <a:prstGeom prst="rect">
              <a:avLst/>
            </a:prstGeom>
            <a:solidFill>
              <a:srgbClr val="2B0A3D"/>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lstStyle/>
            <a:p>
              <a:pPr algn="ctr">
                <a:lnSpc>
                  <a:spcPct val="90000"/>
                </a:lnSpc>
                <a:spcAft>
                  <a:spcPts val="0"/>
                </a:spcAft>
              </a:pPr>
              <a:r>
                <a:rPr lang="en-GB" sz="700">
                  <a:latin typeface="Ubuntu" panose="020B0504030602030204" pitchFamily="34" charset="0"/>
                </a:rPr>
                <a:t>43</a:t>
              </a:r>
            </a:p>
            <a:p>
              <a:pPr algn="ctr">
                <a:lnSpc>
                  <a:spcPct val="90000"/>
                </a:lnSpc>
                <a:spcAft>
                  <a:spcPts val="0"/>
                </a:spcAft>
              </a:pPr>
              <a:r>
                <a:rPr lang="en-GB" sz="700">
                  <a:latin typeface="Ubuntu" panose="020B0504030602030204" pitchFamily="34" charset="0"/>
                </a:rPr>
                <a:t>10</a:t>
              </a:r>
            </a:p>
            <a:p>
              <a:pPr algn="ctr">
                <a:lnSpc>
                  <a:spcPct val="90000"/>
                </a:lnSpc>
                <a:spcAft>
                  <a:spcPts val="0"/>
                </a:spcAft>
              </a:pPr>
              <a:r>
                <a:rPr lang="en-GB" sz="700">
                  <a:latin typeface="Ubuntu" panose="020B0504030602030204" pitchFamily="34" charset="0"/>
                </a:rPr>
                <a:t>61</a:t>
              </a:r>
            </a:p>
          </p:txBody>
        </p:sp>
        <p:sp>
          <p:nvSpPr>
            <p:cNvPr id="14" name="Rectangle 13">
              <a:extLst>
                <a:ext uri="{FF2B5EF4-FFF2-40B4-BE49-F238E27FC236}">
                  <a16:creationId xmlns:a16="http://schemas.microsoft.com/office/drawing/2014/main" id="{392DC803-B0F7-4D0E-81CA-9DDCB14FA42C}"/>
                </a:ext>
              </a:extLst>
            </p:cNvPr>
            <p:cNvSpPr/>
            <p:nvPr/>
          </p:nvSpPr>
          <p:spPr>
            <a:xfrm>
              <a:off x="12498114" y="1364202"/>
              <a:ext cx="360000" cy="40680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lstStyle/>
            <a:p>
              <a:pPr algn="ctr">
                <a:lnSpc>
                  <a:spcPct val="90000"/>
                </a:lnSpc>
                <a:spcAft>
                  <a:spcPts val="0"/>
                </a:spcAft>
              </a:pPr>
              <a:r>
                <a:rPr lang="en-GB" sz="700">
                  <a:latin typeface="Ubuntu" panose="020B0504030602030204" pitchFamily="34" charset="0"/>
                </a:rPr>
                <a:t>39</a:t>
              </a:r>
            </a:p>
            <a:p>
              <a:pPr algn="ctr">
                <a:lnSpc>
                  <a:spcPct val="90000"/>
                </a:lnSpc>
                <a:spcAft>
                  <a:spcPts val="0"/>
                </a:spcAft>
              </a:pPr>
              <a:r>
                <a:rPr lang="en-GB" sz="700">
                  <a:latin typeface="Ubuntu" panose="020B0504030602030204" pitchFamily="34" charset="0"/>
                </a:rPr>
                <a:t>41</a:t>
              </a:r>
            </a:p>
            <a:p>
              <a:pPr algn="ctr">
                <a:lnSpc>
                  <a:spcPct val="90000"/>
                </a:lnSpc>
                <a:spcAft>
                  <a:spcPts val="0"/>
                </a:spcAft>
              </a:pPr>
              <a:r>
                <a:rPr lang="en-GB" sz="700">
                  <a:latin typeface="Ubuntu" panose="020B0504030602030204" pitchFamily="34" charset="0"/>
                </a:rPr>
                <a:t>54</a:t>
              </a:r>
            </a:p>
          </p:txBody>
        </p:sp>
        <p:sp>
          <p:nvSpPr>
            <p:cNvPr id="63" name="Rectangle 62">
              <a:extLst>
                <a:ext uri="{FF2B5EF4-FFF2-40B4-BE49-F238E27FC236}">
                  <a16:creationId xmlns:a16="http://schemas.microsoft.com/office/drawing/2014/main" id="{B60470E2-9B98-4C49-AC1B-A56CD2EB54B9}"/>
                </a:ext>
              </a:extLst>
            </p:cNvPr>
            <p:cNvSpPr/>
            <p:nvPr/>
          </p:nvSpPr>
          <p:spPr>
            <a:xfrm>
              <a:off x="12498114" y="1778325"/>
              <a:ext cx="360000" cy="406800"/>
            </a:xfrm>
            <a:prstGeom prst="rect">
              <a:avLst/>
            </a:prstGeom>
            <a:solidFill>
              <a:schemeClr val="bg2"/>
            </a:solidFill>
            <a:ln w="31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lstStyle/>
            <a:p>
              <a:pPr algn="ctr">
                <a:lnSpc>
                  <a:spcPct val="90000"/>
                </a:lnSpc>
                <a:spcAft>
                  <a:spcPts val="0"/>
                </a:spcAft>
              </a:pPr>
              <a:r>
                <a:rPr lang="en-GB" sz="700">
                  <a:solidFill>
                    <a:schemeClr val="tx1"/>
                  </a:solidFill>
                  <a:latin typeface="Ubuntu" panose="020B0504030602030204" pitchFamily="34" charset="0"/>
                </a:rPr>
                <a:t>236</a:t>
              </a:r>
            </a:p>
            <a:p>
              <a:pPr algn="ctr">
                <a:lnSpc>
                  <a:spcPct val="90000"/>
                </a:lnSpc>
                <a:spcAft>
                  <a:spcPts val="0"/>
                </a:spcAft>
              </a:pPr>
              <a:r>
                <a:rPr lang="en-GB" sz="700">
                  <a:solidFill>
                    <a:schemeClr val="tx1"/>
                  </a:solidFill>
                  <a:latin typeface="Ubuntu" panose="020B0504030602030204" pitchFamily="34" charset="0"/>
                </a:rPr>
                <a:t>236</a:t>
              </a:r>
            </a:p>
            <a:p>
              <a:pPr algn="ctr">
                <a:lnSpc>
                  <a:spcPct val="90000"/>
                </a:lnSpc>
                <a:spcAft>
                  <a:spcPts val="0"/>
                </a:spcAft>
              </a:pPr>
              <a:r>
                <a:rPr lang="en-GB" sz="700">
                  <a:solidFill>
                    <a:schemeClr val="tx1"/>
                  </a:solidFill>
                  <a:latin typeface="Ubuntu" panose="020B0504030602030204" pitchFamily="34" charset="0"/>
                </a:rPr>
                <a:t>236</a:t>
              </a:r>
            </a:p>
          </p:txBody>
        </p:sp>
      </p:grpSp>
      <p:grpSp>
        <p:nvGrpSpPr>
          <p:cNvPr id="4096" name="Groupe 4095">
            <a:extLst>
              <a:ext uri="{FF2B5EF4-FFF2-40B4-BE49-F238E27FC236}">
                <a16:creationId xmlns:a16="http://schemas.microsoft.com/office/drawing/2014/main" id="{4ADC82C4-641D-4930-B946-DC8978F5F98C}"/>
              </a:ext>
            </a:extLst>
          </p:cNvPr>
          <p:cNvGrpSpPr/>
          <p:nvPr/>
        </p:nvGrpSpPr>
        <p:grpSpPr>
          <a:xfrm>
            <a:off x="12295891" y="4289244"/>
            <a:ext cx="1462993" cy="2058800"/>
            <a:chOff x="12432704" y="1992581"/>
            <a:chExt cx="1462993" cy="2058800"/>
          </a:xfrm>
        </p:grpSpPr>
        <p:sp>
          <p:nvSpPr>
            <p:cNvPr id="41" name="Forme libre : forme 40">
              <a:extLst>
                <a:ext uri="{FF2B5EF4-FFF2-40B4-BE49-F238E27FC236}">
                  <a16:creationId xmlns:a16="http://schemas.microsoft.com/office/drawing/2014/main" id="{EC826880-5A3C-4E1C-81B2-A1CB9E331DC3}"/>
                </a:ext>
              </a:extLst>
            </p:cNvPr>
            <p:cNvSpPr/>
            <p:nvPr/>
          </p:nvSpPr>
          <p:spPr>
            <a:xfrm>
              <a:off x="12800391" y="3644581"/>
              <a:ext cx="360000"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FF8E12"/>
            </a:solidFill>
            <a:ln w="6695" cap="flat">
              <a:noFill/>
              <a:prstDash val="solid"/>
              <a:miter/>
            </a:ln>
          </p:spPr>
          <p:txBody>
            <a:bodyPr rtlCol="0" anchor="ctr"/>
            <a:lstStyle/>
            <a:p>
              <a:pPr algn="ctr">
                <a:lnSpc>
                  <a:spcPct val="90000"/>
                </a:lnSpc>
                <a:spcAft>
                  <a:spcPts val="0"/>
                </a:spcAft>
              </a:pPr>
              <a:r>
                <a:rPr lang="en-US" sz="700">
                  <a:latin typeface="Ubuntu" panose="020B0504030602030204" pitchFamily="34" charset="0"/>
                </a:rPr>
                <a:t>255</a:t>
              </a:r>
            </a:p>
            <a:p>
              <a:pPr algn="ctr">
                <a:lnSpc>
                  <a:spcPct val="90000"/>
                </a:lnSpc>
                <a:spcAft>
                  <a:spcPts val="0"/>
                </a:spcAft>
              </a:pPr>
              <a:r>
                <a:rPr lang="en-US" sz="700">
                  <a:latin typeface="Ubuntu" panose="020B0504030602030204" pitchFamily="34" charset="0"/>
                </a:rPr>
                <a:t>142</a:t>
              </a:r>
            </a:p>
            <a:p>
              <a:pPr algn="ctr">
                <a:lnSpc>
                  <a:spcPct val="90000"/>
                </a:lnSpc>
                <a:spcAft>
                  <a:spcPts val="0"/>
                </a:spcAft>
              </a:pPr>
              <a:r>
                <a:rPr lang="en-US" sz="700">
                  <a:latin typeface="Ubuntu" panose="020B0504030602030204" pitchFamily="34" charset="0"/>
                </a:rPr>
                <a:t>18</a:t>
              </a:r>
            </a:p>
          </p:txBody>
        </p:sp>
        <p:sp>
          <p:nvSpPr>
            <p:cNvPr id="42" name="Forme libre : forme 41">
              <a:extLst>
                <a:ext uri="{FF2B5EF4-FFF2-40B4-BE49-F238E27FC236}">
                  <a16:creationId xmlns:a16="http://schemas.microsoft.com/office/drawing/2014/main" id="{44796AC3-FBF9-498C-9326-20ACFCF63EE6}"/>
                </a:ext>
              </a:extLst>
            </p:cNvPr>
            <p:cNvSpPr/>
            <p:nvPr/>
          </p:nvSpPr>
          <p:spPr>
            <a:xfrm>
              <a:off x="12800391" y="3231581"/>
              <a:ext cx="360000"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FF9C29"/>
            </a:solidFill>
            <a:ln w="6695" cap="flat">
              <a:noFill/>
              <a:prstDash val="solid"/>
              <a:miter/>
            </a:ln>
          </p:spPr>
          <p:txBody>
            <a:bodyPr rtlCol="0" anchor="ctr"/>
            <a:lstStyle/>
            <a:p>
              <a:pPr algn="ctr">
                <a:lnSpc>
                  <a:spcPct val="90000"/>
                </a:lnSpc>
                <a:spcAft>
                  <a:spcPts val="0"/>
                </a:spcAft>
              </a:pPr>
              <a:r>
                <a:rPr lang="en-US" sz="700">
                  <a:latin typeface="Ubuntu" panose="020B0504030602030204" pitchFamily="34" charset="0"/>
                </a:rPr>
                <a:t>255</a:t>
              </a:r>
            </a:p>
            <a:p>
              <a:pPr algn="ctr">
                <a:lnSpc>
                  <a:spcPct val="90000"/>
                </a:lnSpc>
                <a:spcAft>
                  <a:spcPts val="0"/>
                </a:spcAft>
              </a:pPr>
              <a:r>
                <a:rPr lang="en-US" sz="700">
                  <a:latin typeface="Ubuntu" panose="020B0504030602030204" pitchFamily="34" charset="0"/>
                </a:rPr>
                <a:t>156</a:t>
              </a:r>
            </a:p>
            <a:p>
              <a:pPr algn="ctr">
                <a:lnSpc>
                  <a:spcPct val="90000"/>
                </a:lnSpc>
                <a:spcAft>
                  <a:spcPts val="0"/>
                </a:spcAft>
              </a:pPr>
              <a:r>
                <a:rPr lang="en-US" sz="700">
                  <a:latin typeface="Ubuntu" panose="020B0504030602030204" pitchFamily="34" charset="0"/>
                </a:rPr>
                <a:t>41</a:t>
              </a:r>
            </a:p>
          </p:txBody>
        </p:sp>
        <p:sp>
          <p:nvSpPr>
            <p:cNvPr id="43" name="Forme libre : forme 42">
              <a:extLst>
                <a:ext uri="{FF2B5EF4-FFF2-40B4-BE49-F238E27FC236}">
                  <a16:creationId xmlns:a16="http://schemas.microsoft.com/office/drawing/2014/main" id="{2D1DB5D7-2017-4A8F-80D6-C8641C9CE84C}"/>
                </a:ext>
              </a:extLst>
            </p:cNvPr>
            <p:cNvSpPr/>
            <p:nvPr/>
          </p:nvSpPr>
          <p:spPr>
            <a:xfrm>
              <a:off x="12800391" y="2818581"/>
              <a:ext cx="360000" cy="406800"/>
            </a:xfrm>
            <a:custGeom>
              <a:avLst/>
              <a:gdLst>
                <a:gd name="connsiteX0" fmla="*/ 0 w 1111406"/>
                <a:gd name="connsiteY0" fmla="*/ 0 h 1111407"/>
                <a:gd name="connsiteX1" fmla="*/ 1111407 w 1111406"/>
                <a:gd name="connsiteY1" fmla="*/ 0 h 1111407"/>
                <a:gd name="connsiteX2" fmla="*/ 1111407 w 1111406"/>
                <a:gd name="connsiteY2" fmla="*/ 1111407 h 1111407"/>
                <a:gd name="connsiteX3" fmla="*/ 0 w 1111406"/>
                <a:gd name="connsiteY3" fmla="*/ 1111407 h 1111407"/>
              </a:gdLst>
              <a:ahLst/>
              <a:cxnLst>
                <a:cxn ang="0">
                  <a:pos x="connsiteX0" y="connsiteY0"/>
                </a:cxn>
                <a:cxn ang="0">
                  <a:pos x="connsiteX1" y="connsiteY1"/>
                </a:cxn>
                <a:cxn ang="0">
                  <a:pos x="connsiteX2" y="connsiteY2"/>
                </a:cxn>
                <a:cxn ang="0">
                  <a:pos x="connsiteX3" y="connsiteY3"/>
                </a:cxn>
              </a:cxnLst>
              <a:rect l="l" t="t" r="r" b="b"/>
              <a:pathLst>
                <a:path w="1111406" h="1111407">
                  <a:moveTo>
                    <a:pt x="0" y="0"/>
                  </a:moveTo>
                  <a:lnTo>
                    <a:pt x="1111407" y="0"/>
                  </a:lnTo>
                  <a:lnTo>
                    <a:pt x="1111407" y="1111407"/>
                  </a:lnTo>
                  <a:lnTo>
                    <a:pt x="0" y="1111407"/>
                  </a:lnTo>
                  <a:close/>
                </a:path>
              </a:pathLst>
            </a:custGeom>
            <a:solidFill>
              <a:srgbClr val="FFB24A"/>
            </a:solidFill>
            <a:ln w="6695" cap="flat">
              <a:noFill/>
              <a:prstDash val="solid"/>
              <a:miter/>
            </a:ln>
          </p:spPr>
          <p:txBody>
            <a:bodyPr rtlCol="0" anchor="ctr"/>
            <a:lstStyle/>
            <a:p>
              <a:pPr algn="ctr">
                <a:lnSpc>
                  <a:spcPct val="90000"/>
                </a:lnSpc>
                <a:spcAft>
                  <a:spcPts val="0"/>
                </a:spcAft>
              </a:pPr>
              <a:r>
                <a:rPr lang="en-US" sz="700">
                  <a:latin typeface="Ubuntu" panose="020B0504030602030204" pitchFamily="34" charset="0"/>
                </a:rPr>
                <a:t>255</a:t>
              </a:r>
            </a:p>
            <a:p>
              <a:pPr algn="ctr">
                <a:lnSpc>
                  <a:spcPct val="90000"/>
                </a:lnSpc>
                <a:spcAft>
                  <a:spcPts val="0"/>
                </a:spcAft>
              </a:pPr>
              <a:r>
                <a:rPr lang="en-US" sz="700">
                  <a:latin typeface="Ubuntu" panose="020B0504030602030204" pitchFamily="34" charset="0"/>
                </a:rPr>
                <a:t>178</a:t>
              </a:r>
            </a:p>
            <a:p>
              <a:pPr algn="ctr">
                <a:lnSpc>
                  <a:spcPct val="90000"/>
                </a:lnSpc>
                <a:spcAft>
                  <a:spcPts val="0"/>
                </a:spcAft>
              </a:pPr>
              <a:r>
                <a:rPr lang="en-US" sz="700">
                  <a:latin typeface="Ubuntu" panose="020B0504030602030204" pitchFamily="34" charset="0"/>
                </a:rPr>
                <a:t>74</a:t>
              </a:r>
            </a:p>
          </p:txBody>
        </p:sp>
        <p:sp>
          <p:nvSpPr>
            <p:cNvPr id="44" name="Forme libre : forme 43">
              <a:extLst>
                <a:ext uri="{FF2B5EF4-FFF2-40B4-BE49-F238E27FC236}">
                  <a16:creationId xmlns:a16="http://schemas.microsoft.com/office/drawing/2014/main" id="{92191BDF-6BAB-45F9-9FA1-89C34179FD61}"/>
                </a:ext>
              </a:extLst>
            </p:cNvPr>
            <p:cNvSpPr/>
            <p:nvPr/>
          </p:nvSpPr>
          <p:spPr>
            <a:xfrm>
              <a:off x="12800391" y="2405581"/>
              <a:ext cx="360000"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FFD068"/>
            </a:solidFill>
            <a:ln w="6695" cap="flat">
              <a:noFill/>
              <a:prstDash val="solid"/>
              <a:miter/>
            </a:ln>
          </p:spPr>
          <p:txBody>
            <a:bodyPr rtlCol="0" anchor="ctr"/>
            <a:lstStyle/>
            <a:p>
              <a:pPr algn="ctr">
                <a:lnSpc>
                  <a:spcPct val="90000"/>
                </a:lnSpc>
                <a:spcAft>
                  <a:spcPts val="0"/>
                </a:spcAft>
              </a:pPr>
              <a:r>
                <a:rPr lang="en-US" sz="700">
                  <a:latin typeface="Ubuntu" panose="020B0504030602030204" pitchFamily="34" charset="0"/>
                </a:rPr>
                <a:t>255</a:t>
              </a:r>
            </a:p>
            <a:p>
              <a:pPr algn="ctr">
                <a:lnSpc>
                  <a:spcPct val="90000"/>
                </a:lnSpc>
                <a:spcAft>
                  <a:spcPts val="0"/>
                </a:spcAft>
              </a:pPr>
              <a:r>
                <a:rPr lang="en-US" sz="700">
                  <a:latin typeface="Ubuntu" panose="020B0504030602030204" pitchFamily="34" charset="0"/>
                </a:rPr>
                <a:t>208</a:t>
              </a:r>
            </a:p>
            <a:p>
              <a:pPr algn="ctr">
                <a:lnSpc>
                  <a:spcPct val="90000"/>
                </a:lnSpc>
                <a:spcAft>
                  <a:spcPts val="0"/>
                </a:spcAft>
              </a:pPr>
              <a:r>
                <a:rPr lang="en-US" sz="700">
                  <a:latin typeface="Ubuntu" panose="020B0504030602030204" pitchFamily="34" charset="0"/>
                </a:rPr>
                <a:t>104</a:t>
              </a:r>
            </a:p>
          </p:txBody>
        </p:sp>
        <p:sp>
          <p:nvSpPr>
            <p:cNvPr id="45" name="Forme libre : forme 44">
              <a:extLst>
                <a:ext uri="{FF2B5EF4-FFF2-40B4-BE49-F238E27FC236}">
                  <a16:creationId xmlns:a16="http://schemas.microsoft.com/office/drawing/2014/main" id="{EF971F25-4035-43BA-BC8C-22E9B837A713}"/>
                </a:ext>
              </a:extLst>
            </p:cNvPr>
            <p:cNvSpPr/>
            <p:nvPr/>
          </p:nvSpPr>
          <p:spPr>
            <a:xfrm>
              <a:off x="12800391" y="1992581"/>
              <a:ext cx="360000"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FFDA80"/>
            </a:solidFill>
            <a:ln w="6695" cap="flat">
              <a:noFill/>
              <a:prstDash val="solid"/>
              <a:miter/>
            </a:ln>
          </p:spPr>
          <p:txBody>
            <a:bodyPr rtlCol="0" anchor="ctr"/>
            <a:lstStyle/>
            <a:p>
              <a:pPr algn="ctr">
                <a:lnSpc>
                  <a:spcPct val="90000"/>
                </a:lnSpc>
                <a:spcAft>
                  <a:spcPts val="0"/>
                </a:spcAft>
              </a:pPr>
              <a:r>
                <a:rPr lang="en-US" sz="700">
                  <a:latin typeface="Ubuntu" panose="020B0504030602030204" pitchFamily="34" charset="0"/>
                </a:rPr>
                <a:t>255</a:t>
              </a:r>
            </a:p>
            <a:p>
              <a:pPr algn="ctr">
                <a:lnSpc>
                  <a:spcPct val="90000"/>
                </a:lnSpc>
                <a:spcAft>
                  <a:spcPts val="0"/>
                </a:spcAft>
              </a:pPr>
              <a:r>
                <a:rPr lang="en-US" sz="700">
                  <a:latin typeface="Ubuntu" panose="020B0504030602030204" pitchFamily="34" charset="0"/>
                </a:rPr>
                <a:t>218</a:t>
              </a:r>
            </a:p>
            <a:p>
              <a:pPr algn="ctr">
                <a:lnSpc>
                  <a:spcPct val="90000"/>
                </a:lnSpc>
                <a:spcAft>
                  <a:spcPts val="0"/>
                </a:spcAft>
              </a:pPr>
              <a:r>
                <a:rPr lang="en-US" sz="700">
                  <a:latin typeface="Ubuntu" panose="020B0504030602030204" pitchFamily="34" charset="0"/>
                </a:rPr>
                <a:t>128</a:t>
              </a:r>
            </a:p>
          </p:txBody>
        </p:sp>
        <p:sp>
          <p:nvSpPr>
            <p:cNvPr id="46" name="Forme libre : forme 45">
              <a:extLst>
                <a:ext uri="{FF2B5EF4-FFF2-40B4-BE49-F238E27FC236}">
                  <a16:creationId xmlns:a16="http://schemas.microsoft.com/office/drawing/2014/main" id="{F5691FCB-A410-4C6B-963D-15CCFA8EB678}"/>
                </a:ext>
              </a:extLst>
            </p:cNvPr>
            <p:cNvSpPr/>
            <p:nvPr/>
          </p:nvSpPr>
          <p:spPr>
            <a:xfrm>
              <a:off x="13168875" y="3644581"/>
              <a:ext cx="360000"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42142E"/>
            </a:solidFill>
            <a:ln w="6695" cap="flat">
              <a:noFill/>
              <a:prstDash val="solid"/>
              <a:miter/>
            </a:ln>
          </p:spPr>
          <p:txBody>
            <a:bodyPr rtlCol="0" anchor="ctr"/>
            <a:lstStyle/>
            <a:p>
              <a:pPr algn="ctr">
                <a:lnSpc>
                  <a:spcPct val="90000"/>
                </a:lnSpc>
                <a:spcAft>
                  <a:spcPts val="0"/>
                </a:spcAft>
              </a:pPr>
              <a:r>
                <a:rPr lang="en-US" sz="700">
                  <a:solidFill>
                    <a:schemeClr val="bg1"/>
                  </a:solidFill>
                  <a:latin typeface="Ubuntu" panose="020B0504030602030204" pitchFamily="34" charset="0"/>
                </a:rPr>
                <a:t>66</a:t>
              </a:r>
            </a:p>
            <a:p>
              <a:pPr algn="ctr">
                <a:lnSpc>
                  <a:spcPct val="90000"/>
                </a:lnSpc>
                <a:spcAft>
                  <a:spcPts val="0"/>
                </a:spcAft>
              </a:pPr>
              <a:r>
                <a:rPr lang="en-US" sz="700">
                  <a:solidFill>
                    <a:schemeClr val="bg1"/>
                  </a:solidFill>
                  <a:latin typeface="Ubuntu" panose="020B0504030602030204" pitchFamily="34" charset="0"/>
                </a:rPr>
                <a:t>20</a:t>
              </a:r>
            </a:p>
            <a:p>
              <a:pPr algn="ctr">
                <a:lnSpc>
                  <a:spcPct val="90000"/>
                </a:lnSpc>
                <a:spcAft>
                  <a:spcPts val="0"/>
                </a:spcAft>
              </a:pPr>
              <a:r>
                <a:rPr lang="en-US" sz="700">
                  <a:solidFill>
                    <a:schemeClr val="bg1"/>
                  </a:solidFill>
                  <a:latin typeface="Ubuntu" panose="020B0504030602030204" pitchFamily="34" charset="0"/>
                </a:rPr>
                <a:t>46</a:t>
              </a:r>
            </a:p>
          </p:txBody>
        </p:sp>
        <p:sp>
          <p:nvSpPr>
            <p:cNvPr id="47" name="Forme libre : forme 46">
              <a:extLst>
                <a:ext uri="{FF2B5EF4-FFF2-40B4-BE49-F238E27FC236}">
                  <a16:creationId xmlns:a16="http://schemas.microsoft.com/office/drawing/2014/main" id="{D0F79893-1FFE-4F7F-B020-867CE988C67E}"/>
                </a:ext>
              </a:extLst>
            </p:cNvPr>
            <p:cNvSpPr/>
            <p:nvPr/>
          </p:nvSpPr>
          <p:spPr>
            <a:xfrm>
              <a:off x="13168875" y="3231581"/>
              <a:ext cx="360000"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590A42"/>
            </a:solidFill>
            <a:ln w="6695" cap="flat">
              <a:noFill/>
              <a:prstDash val="solid"/>
              <a:miter/>
            </a:ln>
          </p:spPr>
          <p:txBody>
            <a:bodyPr rtlCol="0" anchor="ctr"/>
            <a:lstStyle/>
            <a:p>
              <a:pPr algn="ctr">
                <a:lnSpc>
                  <a:spcPct val="90000"/>
                </a:lnSpc>
                <a:spcAft>
                  <a:spcPts val="0"/>
                </a:spcAft>
              </a:pPr>
              <a:r>
                <a:rPr lang="en-US" sz="700">
                  <a:solidFill>
                    <a:schemeClr val="bg1"/>
                  </a:solidFill>
                  <a:latin typeface="Ubuntu" panose="020B0504030602030204" pitchFamily="34" charset="0"/>
                </a:rPr>
                <a:t>89</a:t>
              </a:r>
            </a:p>
            <a:p>
              <a:pPr algn="ctr">
                <a:lnSpc>
                  <a:spcPct val="90000"/>
                </a:lnSpc>
                <a:spcAft>
                  <a:spcPts val="0"/>
                </a:spcAft>
              </a:pPr>
              <a:r>
                <a:rPr lang="en-US" sz="700">
                  <a:solidFill>
                    <a:schemeClr val="bg1"/>
                  </a:solidFill>
                  <a:latin typeface="Ubuntu" panose="020B0504030602030204" pitchFamily="34" charset="0"/>
                </a:rPr>
                <a:t>10</a:t>
              </a:r>
            </a:p>
            <a:p>
              <a:pPr algn="ctr">
                <a:lnSpc>
                  <a:spcPct val="90000"/>
                </a:lnSpc>
                <a:spcAft>
                  <a:spcPts val="0"/>
                </a:spcAft>
              </a:pPr>
              <a:r>
                <a:rPr lang="en-US" sz="700">
                  <a:solidFill>
                    <a:schemeClr val="bg1"/>
                  </a:solidFill>
                  <a:latin typeface="Ubuntu" panose="020B0504030602030204" pitchFamily="34" charset="0"/>
                </a:rPr>
                <a:t>66</a:t>
              </a:r>
            </a:p>
          </p:txBody>
        </p:sp>
        <p:sp>
          <p:nvSpPr>
            <p:cNvPr id="48" name="Forme libre : forme 47">
              <a:extLst>
                <a:ext uri="{FF2B5EF4-FFF2-40B4-BE49-F238E27FC236}">
                  <a16:creationId xmlns:a16="http://schemas.microsoft.com/office/drawing/2014/main" id="{4BC28B06-4332-436B-9E8F-27299D73CB0F}"/>
                </a:ext>
              </a:extLst>
            </p:cNvPr>
            <p:cNvSpPr/>
            <p:nvPr/>
          </p:nvSpPr>
          <p:spPr>
            <a:xfrm>
              <a:off x="13168875" y="2818581"/>
              <a:ext cx="360000" cy="406800"/>
            </a:xfrm>
            <a:custGeom>
              <a:avLst/>
              <a:gdLst>
                <a:gd name="connsiteX0" fmla="*/ 0 w 1111406"/>
                <a:gd name="connsiteY0" fmla="*/ 0 h 1111407"/>
                <a:gd name="connsiteX1" fmla="*/ 1111407 w 1111406"/>
                <a:gd name="connsiteY1" fmla="*/ 0 h 1111407"/>
                <a:gd name="connsiteX2" fmla="*/ 1111407 w 1111406"/>
                <a:gd name="connsiteY2" fmla="*/ 1111407 h 1111407"/>
                <a:gd name="connsiteX3" fmla="*/ 0 w 1111406"/>
                <a:gd name="connsiteY3" fmla="*/ 1111407 h 1111407"/>
              </a:gdLst>
              <a:ahLst/>
              <a:cxnLst>
                <a:cxn ang="0">
                  <a:pos x="connsiteX0" y="connsiteY0"/>
                </a:cxn>
                <a:cxn ang="0">
                  <a:pos x="connsiteX1" y="connsiteY1"/>
                </a:cxn>
                <a:cxn ang="0">
                  <a:pos x="connsiteX2" y="connsiteY2"/>
                </a:cxn>
                <a:cxn ang="0">
                  <a:pos x="connsiteX3" y="connsiteY3"/>
                </a:cxn>
              </a:cxnLst>
              <a:rect l="l" t="t" r="r" b="b"/>
              <a:pathLst>
                <a:path w="1111406" h="1111407">
                  <a:moveTo>
                    <a:pt x="0" y="0"/>
                  </a:moveTo>
                  <a:lnTo>
                    <a:pt x="1111407" y="0"/>
                  </a:lnTo>
                  <a:lnTo>
                    <a:pt x="1111407" y="1111407"/>
                  </a:lnTo>
                  <a:lnTo>
                    <a:pt x="0" y="1111407"/>
                  </a:lnTo>
                  <a:close/>
                </a:path>
              </a:pathLst>
            </a:custGeom>
            <a:solidFill>
              <a:srgbClr val="750D5C"/>
            </a:solidFill>
            <a:ln w="6695" cap="flat">
              <a:noFill/>
              <a:prstDash val="solid"/>
              <a:miter/>
            </a:ln>
          </p:spPr>
          <p:txBody>
            <a:bodyPr rtlCol="0" anchor="ctr"/>
            <a:lstStyle/>
            <a:p>
              <a:pPr algn="ctr">
                <a:lnSpc>
                  <a:spcPct val="90000"/>
                </a:lnSpc>
                <a:spcAft>
                  <a:spcPts val="0"/>
                </a:spcAft>
              </a:pPr>
              <a:r>
                <a:rPr lang="en-US" sz="700">
                  <a:solidFill>
                    <a:schemeClr val="bg1"/>
                  </a:solidFill>
                  <a:latin typeface="Ubuntu" panose="020B0504030602030204" pitchFamily="34" charset="0"/>
                </a:rPr>
                <a:t>117</a:t>
              </a:r>
            </a:p>
            <a:p>
              <a:pPr algn="ctr">
                <a:lnSpc>
                  <a:spcPct val="90000"/>
                </a:lnSpc>
                <a:spcAft>
                  <a:spcPts val="0"/>
                </a:spcAft>
              </a:pPr>
              <a:r>
                <a:rPr lang="en-US" sz="700">
                  <a:solidFill>
                    <a:schemeClr val="bg1"/>
                  </a:solidFill>
                  <a:latin typeface="Ubuntu" panose="020B0504030602030204" pitchFamily="34" charset="0"/>
                </a:rPr>
                <a:t>13</a:t>
              </a:r>
            </a:p>
            <a:p>
              <a:pPr algn="ctr">
                <a:lnSpc>
                  <a:spcPct val="90000"/>
                </a:lnSpc>
                <a:spcAft>
                  <a:spcPts val="0"/>
                </a:spcAft>
              </a:pPr>
              <a:r>
                <a:rPr lang="en-US" sz="700">
                  <a:solidFill>
                    <a:schemeClr val="bg1"/>
                  </a:solidFill>
                  <a:latin typeface="Ubuntu" panose="020B0504030602030204" pitchFamily="34" charset="0"/>
                </a:rPr>
                <a:t>92</a:t>
              </a:r>
            </a:p>
          </p:txBody>
        </p:sp>
        <p:sp>
          <p:nvSpPr>
            <p:cNvPr id="49" name="Forme libre : forme 48">
              <a:extLst>
                <a:ext uri="{FF2B5EF4-FFF2-40B4-BE49-F238E27FC236}">
                  <a16:creationId xmlns:a16="http://schemas.microsoft.com/office/drawing/2014/main" id="{90419B70-8C46-4DE8-9DD4-F2A6106ED6F5}"/>
                </a:ext>
              </a:extLst>
            </p:cNvPr>
            <p:cNvSpPr/>
            <p:nvPr/>
          </p:nvSpPr>
          <p:spPr>
            <a:xfrm>
              <a:off x="13168875" y="2405581"/>
              <a:ext cx="360000"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802B73"/>
            </a:solidFill>
            <a:ln w="6695" cap="flat">
              <a:noFill/>
              <a:prstDash val="solid"/>
              <a:miter/>
            </a:ln>
          </p:spPr>
          <p:txBody>
            <a:bodyPr rtlCol="0" anchor="ctr"/>
            <a:lstStyle/>
            <a:p>
              <a:pPr algn="ctr">
                <a:lnSpc>
                  <a:spcPct val="90000"/>
                </a:lnSpc>
                <a:spcAft>
                  <a:spcPts val="0"/>
                </a:spcAft>
              </a:pPr>
              <a:r>
                <a:rPr lang="en-US" sz="700">
                  <a:solidFill>
                    <a:schemeClr val="bg1"/>
                  </a:solidFill>
                  <a:latin typeface="Ubuntu" panose="020B0504030602030204" pitchFamily="34" charset="0"/>
                </a:rPr>
                <a:t>128</a:t>
              </a:r>
            </a:p>
            <a:p>
              <a:pPr algn="ctr">
                <a:lnSpc>
                  <a:spcPct val="90000"/>
                </a:lnSpc>
                <a:spcAft>
                  <a:spcPts val="0"/>
                </a:spcAft>
              </a:pPr>
              <a:r>
                <a:rPr lang="en-US" sz="700">
                  <a:solidFill>
                    <a:schemeClr val="bg1"/>
                  </a:solidFill>
                  <a:latin typeface="Ubuntu" panose="020B0504030602030204" pitchFamily="34" charset="0"/>
                </a:rPr>
                <a:t>43</a:t>
              </a:r>
            </a:p>
            <a:p>
              <a:pPr algn="ctr">
                <a:lnSpc>
                  <a:spcPct val="90000"/>
                </a:lnSpc>
                <a:spcAft>
                  <a:spcPts val="0"/>
                </a:spcAft>
              </a:pPr>
              <a:r>
                <a:rPr lang="en-US" sz="700">
                  <a:solidFill>
                    <a:schemeClr val="bg1"/>
                  </a:solidFill>
                  <a:latin typeface="Ubuntu" panose="020B0504030602030204" pitchFamily="34" charset="0"/>
                </a:rPr>
                <a:t>115</a:t>
              </a:r>
            </a:p>
          </p:txBody>
        </p:sp>
        <p:sp>
          <p:nvSpPr>
            <p:cNvPr id="50" name="Forme libre : forme 49">
              <a:extLst>
                <a:ext uri="{FF2B5EF4-FFF2-40B4-BE49-F238E27FC236}">
                  <a16:creationId xmlns:a16="http://schemas.microsoft.com/office/drawing/2014/main" id="{0A0CFFBA-E8FE-434D-9D74-BB9F352B4723}"/>
                </a:ext>
              </a:extLst>
            </p:cNvPr>
            <p:cNvSpPr/>
            <p:nvPr/>
          </p:nvSpPr>
          <p:spPr>
            <a:xfrm>
              <a:off x="13168875" y="1992581"/>
              <a:ext cx="360000"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9E4780"/>
            </a:solidFill>
            <a:ln w="6695" cap="flat">
              <a:noFill/>
              <a:prstDash val="solid"/>
              <a:miter/>
            </a:ln>
          </p:spPr>
          <p:txBody>
            <a:bodyPr rtlCol="0" anchor="ctr"/>
            <a:lstStyle/>
            <a:p>
              <a:pPr algn="ctr">
                <a:lnSpc>
                  <a:spcPct val="90000"/>
                </a:lnSpc>
                <a:spcAft>
                  <a:spcPts val="0"/>
                </a:spcAft>
              </a:pPr>
              <a:r>
                <a:rPr lang="en-US" sz="700">
                  <a:solidFill>
                    <a:schemeClr val="bg1"/>
                  </a:solidFill>
                  <a:latin typeface="Ubuntu" panose="020B0504030602030204" pitchFamily="34" charset="0"/>
                </a:rPr>
                <a:t>158</a:t>
              </a:r>
            </a:p>
            <a:p>
              <a:pPr algn="ctr">
                <a:lnSpc>
                  <a:spcPct val="90000"/>
                </a:lnSpc>
                <a:spcAft>
                  <a:spcPts val="0"/>
                </a:spcAft>
              </a:pPr>
              <a:r>
                <a:rPr lang="en-US" sz="700">
                  <a:solidFill>
                    <a:schemeClr val="bg1"/>
                  </a:solidFill>
                  <a:latin typeface="Ubuntu" panose="020B0504030602030204" pitchFamily="34" charset="0"/>
                </a:rPr>
                <a:t>71</a:t>
              </a:r>
            </a:p>
            <a:p>
              <a:pPr algn="ctr">
                <a:lnSpc>
                  <a:spcPct val="90000"/>
                </a:lnSpc>
                <a:spcAft>
                  <a:spcPts val="0"/>
                </a:spcAft>
              </a:pPr>
              <a:r>
                <a:rPr lang="en-US" sz="700">
                  <a:solidFill>
                    <a:schemeClr val="bg1"/>
                  </a:solidFill>
                  <a:latin typeface="Ubuntu" panose="020B0504030602030204" pitchFamily="34" charset="0"/>
                </a:rPr>
                <a:t>128</a:t>
              </a:r>
            </a:p>
          </p:txBody>
        </p:sp>
        <p:sp>
          <p:nvSpPr>
            <p:cNvPr id="51" name="Forme libre : forme 50">
              <a:extLst>
                <a:ext uri="{FF2B5EF4-FFF2-40B4-BE49-F238E27FC236}">
                  <a16:creationId xmlns:a16="http://schemas.microsoft.com/office/drawing/2014/main" id="{D041A42A-2FF1-4516-85CE-87051937629F}"/>
                </a:ext>
              </a:extLst>
            </p:cNvPr>
            <p:cNvSpPr/>
            <p:nvPr/>
          </p:nvSpPr>
          <p:spPr>
            <a:xfrm>
              <a:off x="13535697" y="3644581"/>
              <a:ext cx="360000"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A6001A"/>
            </a:solidFill>
            <a:ln w="6695" cap="flat">
              <a:noFill/>
              <a:prstDash val="solid"/>
              <a:miter/>
            </a:ln>
          </p:spPr>
          <p:txBody>
            <a:bodyPr rtlCol="0" anchor="ctr"/>
            <a:lstStyle/>
            <a:p>
              <a:pPr algn="ctr">
                <a:lnSpc>
                  <a:spcPct val="90000"/>
                </a:lnSpc>
                <a:spcAft>
                  <a:spcPts val="0"/>
                </a:spcAft>
              </a:pPr>
              <a:r>
                <a:rPr lang="en-US" sz="700">
                  <a:solidFill>
                    <a:schemeClr val="bg1"/>
                  </a:solidFill>
                  <a:latin typeface="Ubuntu" panose="020B0504030602030204" pitchFamily="34" charset="0"/>
                </a:rPr>
                <a:t>166</a:t>
              </a:r>
            </a:p>
            <a:p>
              <a:pPr algn="ctr">
                <a:lnSpc>
                  <a:spcPct val="90000"/>
                </a:lnSpc>
                <a:spcAft>
                  <a:spcPts val="0"/>
                </a:spcAft>
              </a:pPr>
              <a:r>
                <a:rPr lang="en-US" sz="700">
                  <a:solidFill>
                    <a:schemeClr val="bg1"/>
                  </a:solidFill>
                  <a:latin typeface="Ubuntu" panose="020B0504030602030204" pitchFamily="34" charset="0"/>
                </a:rPr>
                <a:t>0</a:t>
              </a:r>
            </a:p>
            <a:p>
              <a:pPr algn="ctr">
                <a:lnSpc>
                  <a:spcPct val="90000"/>
                </a:lnSpc>
                <a:spcAft>
                  <a:spcPts val="0"/>
                </a:spcAft>
              </a:pPr>
              <a:r>
                <a:rPr lang="en-US" sz="700">
                  <a:solidFill>
                    <a:schemeClr val="bg1"/>
                  </a:solidFill>
                  <a:latin typeface="Ubuntu" panose="020B0504030602030204" pitchFamily="34" charset="0"/>
                </a:rPr>
                <a:t>26</a:t>
              </a:r>
            </a:p>
          </p:txBody>
        </p:sp>
        <p:sp>
          <p:nvSpPr>
            <p:cNvPr id="52" name="Forme libre : forme 51">
              <a:extLst>
                <a:ext uri="{FF2B5EF4-FFF2-40B4-BE49-F238E27FC236}">
                  <a16:creationId xmlns:a16="http://schemas.microsoft.com/office/drawing/2014/main" id="{02084D3E-01E3-4506-9076-881D83455262}"/>
                </a:ext>
              </a:extLst>
            </p:cNvPr>
            <p:cNvSpPr/>
            <p:nvPr/>
          </p:nvSpPr>
          <p:spPr>
            <a:xfrm>
              <a:off x="13535697" y="3231581"/>
              <a:ext cx="360000"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E30021"/>
            </a:solidFill>
            <a:ln w="6695" cap="flat">
              <a:noFill/>
              <a:prstDash val="solid"/>
              <a:miter/>
            </a:ln>
          </p:spPr>
          <p:txBody>
            <a:bodyPr rtlCol="0" anchor="ctr"/>
            <a:lstStyle/>
            <a:p>
              <a:pPr algn="ctr">
                <a:lnSpc>
                  <a:spcPct val="90000"/>
                </a:lnSpc>
                <a:spcAft>
                  <a:spcPts val="0"/>
                </a:spcAft>
              </a:pPr>
              <a:r>
                <a:rPr lang="en-US" sz="700">
                  <a:solidFill>
                    <a:schemeClr val="bg1"/>
                  </a:solidFill>
                  <a:latin typeface="Ubuntu" panose="020B0504030602030204" pitchFamily="34" charset="0"/>
                </a:rPr>
                <a:t>227</a:t>
              </a:r>
            </a:p>
            <a:p>
              <a:pPr algn="ctr">
                <a:lnSpc>
                  <a:spcPct val="90000"/>
                </a:lnSpc>
                <a:spcAft>
                  <a:spcPts val="0"/>
                </a:spcAft>
              </a:pPr>
              <a:r>
                <a:rPr lang="en-US" sz="700">
                  <a:solidFill>
                    <a:schemeClr val="bg1"/>
                  </a:solidFill>
                  <a:latin typeface="Ubuntu" panose="020B0504030602030204" pitchFamily="34" charset="0"/>
                </a:rPr>
                <a:t>03</a:t>
              </a:r>
            </a:p>
            <a:p>
              <a:pPr algn="ctr">
                <a:lnSpc>
                  <a:spcPct val="90000"/>
                </a:lnSpc>
                <a:spcAft>
                  <a:spcPts val="0"/>
                </a:spcAft>
              </a:pPr>
              <a:r>
                <a:rPr lang="en-US" sz="700">
                  <a:solidFill>
                    <a:schemeClr val="bg1"/>
                  </a:solidFill>
                  <a:latin typeface="Ubuntu" panose="020B0504030602030204" pitchFamily="34" charset="0"/>
                </a:rPr>
                <a:t>33</a:t>
              </a:r>
            </a:p>
          </p:txBody>
        </p:sp>
        <p:sp>
          <p:nvSpPr>
            <p:cNvPr id="53" name="Forme libre : forme 52">
              <a:extLst>
                <a:ext uri="{FF2B5EF4-FFF2-40B4-BE49-F238E27FC236}">
                  <a16:creationId xmlns:a16="http://schemas.microsoft.com/office/drawing/2014/main" id="{96939CDC-56D5-42B9-843A-231E1C541E5D}"/>
                </a:ext>
              </a:extLst>
            </p:cNvPr>
            <p:cNvSpPr/>
            <p:nvPr/>
          </p:nvSpPr>
          <p:spPr>
            <a:xfrm>
              <a:off x="13535697" y="2818581"/>
              <a:ext cx="360000" cy="406800"/>
            </a:xfrm>
            <a:custGeom>
              <a:avLst/>
              <a:gdLst>
                <a:gd name="connsiteX0" fmla="*/ 0 w 1111406"/>
                <a:gd name="connsiteY0" fmla="*/ 0 h 1111407"/>
                <a:gd name="connsiteX1" fmla="*/ 1111407 w 1111406"/>
                <a:gd name="connsiteY1" fmla="*/ 0 h 1111407"/>
                <a:gd name="connsiteX2" fmla="*/ 1111407 w 1111406"/>
                <a:gd name="connsiteY2" fmla="*/ 1111407 h 1111407"/>
                <a:gd name="connsiteX3" fmla="*/ 0 w 1111406"/>
                <a:gd name="connsiteY3" fmla="*/ 1111407 h 1111407"/>
              </a:gdLst>
              <a:ahLst/>
              <a:cxnLst>
                <a:cxn ang="0">
                  <a:pos x="connsiteX0" y="connsiteY0"/>
                </a:cxn>
                <a:cxn ang="0">
                  <a:pos x="connsiteX1" y="connsiteY1"/>
                </a:cxn>
                <a:cxn ang="0">
                  <a:pos x="connsiteX2" y="connsiteY2"/>
                </a:cxn>
                <a:cxn ang="0">
                  <a:pos x="connsiteX3" y="connsiteY3"/>
                </a:cxn>
              </a:cxnLst>
              <a:rect l="l" t="t" r="r" b="b"/>
              <a:pathLst>
                <a:path w="1111406" h="1111407">
                  <a:moveTo>
                    <a:pt x="0" y="0"/>
                  </a:moveTo>
                  <a:lnTo>
                    <a:pt x="1111407" y="0"/>
                  </a:lnTo>
                  <a:lnTo>
                    <a:pt x="1111407" y="1111407"/>
                  </a:lnTo>
                  <a:lnTo>
                    <a:pt x="0" y="1111407"/>
                  </a:lnTo>
                  <a:close/>
                </a:path>
              </a:pathLst>
            </a:custGeom>
            <a:solidFill>
              <a:srgbClr val="FF304D"/>
            </a:solidFill>
            <a:ln w="6695" cap="flat">
              <a:noFill/>
              <a:prstDash val="solid"/>
              <a:miter/>
            </a:ln>
          </p:spPr>
          <p:txBody>
            <a:bodyPr rtlCol="0" anchor="ctr"/>
            <a:lstStyle/>
            <a:p>
              <a:pPr algn="ctr">
                <a:lnSpc>
                  <a:spcPct val="90000"/>
                </a:lnSpc>
                <a:spcAft>
                  <a:spcPts val="0"/>
                </a:spcAft>
              </a:pPr>
              <a:r>
                <a:rPr lang="en-US" sz="700">
                  <a:latin typeface="Ubuntu" panose="020B0504030602030204" pitchFamily="34" charset="0"/>
                </a:rPr>
                <a:t>255</a:t>
              </a:r>
            </a:p>
            <a:p>
              <a:pPr algn="ctr">
                <a:lnSpc>
                  <a:spcPct val="90000"/>
                </a:lnSpc>
                <a:spcAft>
                  <a:spcPts val="0"/>
                </a:spcAft>
              </a:pPr>
              <a:r>
                <a:rPr lang="en-US" sz="700">
                  <a:latin typeface="Ubuntu" panose="020B0504030602030204" pitchFamily="34" charset="0"/>
                </a:rPr>
                <a:t>48</a:t>
              </a:r>
            </a:p>
            <a:p>
              <a:pPr algn="ctr">
                <a:lnSpc>
                  <a:spcPct val="90000"/>
                </a:lnSpc>
                <a:spcAft>
                  <a:spcPts val="0"/>
                </a:spcAft>
              </a:pPr>
              <a:r>
                <a:rPr lang="en-US" sz="700">
                  <a:latin typeface="Ubuntu" panose="020B0504030602030204" pitchFamily="34" charset="0"/>
                </a:rPr>
                <a:t>77</a:t>
              </a:r>
            </a:p>
          </p:txBody>
        </p:sp>
        <p:sp>
          <p:nvSpPr>
            <p:cNvPr id="54" name="Forme libre : forme 53">
              <a:extLst>
                <a:ext uri="{FF2B5EF4-FFF2-40B4-BE49-F238E27FC236}">
                  <a16:creationId xmlns:a16="http://schemas.microsoft.com/office/drawing/2014/main" id="{66B49780-B844-4D04-8283-E12AAC6933AF}"/>
                </a:ext>
              </a:extLst>
            </p:cNvPr>
            <p:cNvSpPr/>
            <p:nvPr/>
          </p:nvSpPr>
          <p:spPr>
            <a:xfrm>
              <a:off x="13535697" y="2405581"/>
              <a:ext cx="360000"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FF455E"/>
            </a:solidFill>
            <a:ln w="6695" cap="flat">
              <a:noFill/>
              <a:prstDash val="solid"/>
              <a:miter/>
            </a:ln>
          </p:spPr>
          <p:txBody>
            <a:bodyPr rtlCol="0" anchor="ctr"/>
            <a:lstStyle/>
            <a:p>
              <a:pPr algn="ctr">
                <a:lnSpc>
                  <a:spcPct val="90000"/>
                </a:lnSpc>
                <a:spcAft>
                  <a:spcPts val="0"/>
                </a:spcAft>
              </a:pPr>
              <a:r>
                <a:rPr lang="en-US" sz="700">
                  <a:latin typeface="Ubuntu" panose="020B0504030602030204" pitchFamily="34" charset="0"/>
                </a:rPr>
                <a:t>255</a:t>
              </a:r>
            </a:p>
            <a:p>
              <a:pPr algn="ctr">
                <a:lnSpc>
                  <a:spcPct val="90000"/>
                </a:lnSpc>
                <a:spcAft>
                  <a:spcPts val="0"/>
                </a:spcAft>
              </a:pPr>
              <a:r>
                <a:rPr lang="en-US" sz="700">
                  <a:latin typeface="Ubuntu" panose="020B0504030602030204" pitchFamily="34" charset="0"/>
                </a:rPr>
                <a:t>69</a:t>
              </a:r>
            </a:p>
            <a:p>
              <a:pPr algn="ctr">
                <a:lnSpc>
                  <a:spcPct val="90000"/>
                </a:lnSpc>
                <a:spcAft>
                  <a:spcPts val="0"/>
                </a:spcAft>
              </a:pPr>
              <a:r>
                <a:rPr lang="en-US" sz="700">
                  <a:latin typeface="Ubuntu" panose="020B0504030602030204" pitchFamily="34" charset="0"/>
                </a:rPr>
                <a:t>94</a:t>
              </a:r>
            </a:p>
          </p:txBody>
        </p:sp>
        <p:sp>
          <p:nvSpPr>
            <p:cNvPr id="55" name="Forme libre : forme 54">
              <a:extLst>
                <a:ext uri="{FF2B5EF4-FFF2-40B4-BE49-F238E27FC236}">
                  <a16:creationId xmlns:a16="http://schemas.microsoft.com/office/drawing/2014/main" id="{FF82BEF1-5FD1-4558-9313-1606ABF3D69C}"/>
                </a:ext>
              </a:extLst>
            </p:cNvPr>
            <p:cNvSpPr/>
            <p:nvPr/>
          </p:nvSpPr>
          <p:spPr>
            <a:xfrm>
              <a:off x="13535697" y="1992581"/>
              <a:ext cx="360000"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FF5770"/>
            </a:solidFill>
            <a:ln w="6695" cap="flat">
              <a:noFill/>
              <a:prstDash val="solid"/>
              <a:miter/>
            </a:ln>
          </p:spPr>
          <p:txBody>
            <a:bodyPr rtlCol="0" anchor="ctr"/>
            <a:lstStyle/>
            <a:p>
              <a:pPr algn="ctr">
                <a:lnSpc>
                  <a:spcPct val="90000"/>
                </a:lnSpc>
                <a:spcAft>
                  <a:spcPts val="0"/>
                </a:spcAft>
              </a:pPr>
              <a:r>
                <a:rPr lang="en-US" sz="700">
                  <a:latin typeface="Ubuntu" panose="020B0504030602030204" pitchFamily="34" charset="0"/>
                </a:rPr>
                <a:t>255</a:t>
              </a:r>
            </a:p>
            <a:p>
              <a:pPr algn="ctr">
                <a:lnSpc>
                  <a:spcPct val="90000"/>
                </a:lnSpc>
                <a:spcAft>
                  <a:spcPts val="0"/>
                </a:spcAft>
              </a:pPr>
              <a:r>
                <a:rPr lang="en-US" sz="700">
                  <a:latin typeface="Ubuntu" panose="020B0504030602030204" pitchFamily="34" charset="0"/>
                </a:rPr>
                <a:t>87</a:t>
              </a:r>
            </a:p>
            <a:p>
              <a:pPr algn="ctr">
                <a:lnSpc>
                  <a:spcPct val="90000"/>
                </a:lnSpc>
                <a:spcAft>
                  <a:spcPts val="0"/>
                </a:spcAft>
              </a:pPr>
              <a:r>
                <a:rPr lang="en-US" sz="700">
                  <a:latin typeface="Ubuntu" panose="020B0504030602030204" pitchFamily="34" charset="0"/>
                </a:rPr>
                <a:t>112</a:t>
              </a:r>
            </a:p>
          </p:txBody>
        </p:sp>
        <p:sp>
          <p:nvSpPr>
            <p:cNvPr id="56" name="Forme libre : forme 55">
              <a:extLst>
                <a:ext uri="{FF2B5EF4-FFF2-40B4-BE49-F238E27FC236}">
                  <a16:creationId xmlns:a16="http://schemas.microsoft.com/office/drawing/2014/main" id="{86AAEC8D-AC95-4215-80AB-61B5B47B8691}"/>
                </a:ext>
              </a:extLst>
            </p:cNvPr>
            <p:cNvSpPr/>
            <p:nvPr/>
          </p:nvSpPr>
          <p:spPr>
            <a:xfrm>
              <a:off x="12432704" y="3644581"/>
              <a:ext cx="360000"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811B6F"/>
            </a:solidFill>
            <a:ln w="6695" cap="flat">
              <a:noFill/>
              <a:prstDash val="solid"/>
              <a:miter/>
            </a:ln>
          </p:spPr>
          <p:txBody>
            <a:bodyPr rtlCol="0" anchor="ctr"/>
            <a:lstStyle/>
            <a:p>
              <a:pPr algn="ctr">
                <a:lnSpc>
                  <a:spcPct val="90000"/>
                </a:lnSpc>
                <a:spcAft>
                  <a:spcPts val="0"/>
                </a:spcAft>
              </a:pPr>
              <a:r>
                <a:rPr lang="en-US" sz="700">
                  <a:solidFill>
                    <a:schemeClr val="bg1"/>
                  </a:solidFill>
                  <a:latin typeface="Ubuntu" panose="020B0504030602030204" pitchFamily="34" charset="0"/>
                </a:rPr>
                <a:t>129</a:t>
              </a:r>
            </a:p>
            <a:p>
              <a:pPr algn="ctr">
                <a:lnSpc>
                  <a:spcPct val="90000"/>
                </a:lnSpc>
                <a:spcAft>
                  <a:spcPts val="0"/>
                </a:spcAft>
              </a:pPr>
              <a:r>
                <a:rPr lang="en-US" sz="700">
                  <a:solidFill>
                    <a:schemeClr val="bg1"/>
                  </a:solidFill>
                  <a:latin typeface="Ubuntu" panose="020B0504030602030204" pitchFamily="34" charset="0"/>
                </a:rPr>
                <a:t>27</a:t>
              </a:r>
            </a:p>
            <a:p>
              <a:pPr algn="ctr">
                <a:lnSpc>
                  <a:spcPct val="90000"/>
                </a:lnSpc>
                <a:spcAft>
                  <a:spcPts val="0"/>
                </a:spcAft>
              </a:pPr>
              <a:r>
                <a:rPr lang="en-US" sz="700">
                  <a:solidFill>
                    <a:schemeClr val="bg1"/>
                  </a:solidFill>
                  <a:latin typeface="Ubuntu" panose="020B0504030602030204" pitchFamily="34" charset="0"/>
                </a:rPr>
                <a:t>111</a:t>
              </a:r>
            </a:p>
          </p:txBody>
        </p:sp>
        <p:sp>
          <p:nvSpPr>
            <p:cNvPr id="57" name="Forme libre : forme 56">
              <a:extLst>
                <a:ext uri="{FF2B5EF4-FFF2-40B4-BE49-F238E27FC236}">
                  <a16:creationId xmlns:a16="http://schemas.microsoft.com/office/drawing/2014/main" id="{345AA905-3BBB-4015-9537-2162DD20DA02}"/>
                </a:ext>
              </a:extLst>
            </p:cNvPr>
            <p:cNvSpPr/>
            <p:nvPr/>
          </p:nvSpPr>
          <p:spPr>
            <a:xfrm>
              <a:off x="12432704" y="3231581"/>
              <a:ext cx="360000"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A12980"/>
            </a:solidFill>
            <a:ln w="6695" cap="flat">
              <a:noFill/>
              <a:prstDash val="solid"/>
              <a:miter/>
            </a:ln>
          </p:spPr>
          <p:txBody>
            <a:bodyPr rtlCol="0" anchor="ctr"/>
            <a:lstStyle/>
            <a:p>
              <a:pPr algn="ctr">
                <a:lnSpc>
                  <a:spcPct val="90000"/>
                </a:lnSpc>
                <a:spcAft>
                  <a:spcPts val="0"/>
                </a:spcAft>
              </a:pPr>
              <a:r>
                <a:rPr lang="en-US" sz="700">
                  <a:solidFill>
                    <a:schemeClr val="bg1"/>
                  </a:solidFill>
                  <a:latin typeface="Ubuntu" panose="020B0504030602030204" pitchFamily="34" charset="0"/>
                </a:rPr>
                <a:t>161</a:t>
              </a:r>
            </a:p>
            <a:p>
              <a:pPr algn="ctr">
                <a:lnSpc>
                  <a:spcPct val="90000"/>
                </a:lnSpc>
                <a:spcAft>
                  <a:spcPts val="0"/>
                </a:spcAft>
              </a:pPr>
              <a:r>
                <a:rPr lang="en-US" sz="700">
                  <a:solidFill>
                    <a:schemeClr val="bg1"/>
                  </a:solidFill>
                  <a:latin typeface="Ubuntu" panose="020B0504030602030204" pitchFamily="34" charset="0"/>
                </a:rPr>
                <a:t>41</a:t>
              </a:r>
            </a:p>
            <a:p>
              <a:pPr algn="ctr">
                <a:lnSpc>
                  <a:spcPct val="90000"/>
                </a:lnSpc>
                <a:spcAft>
                  <a:spcPts val="0"/>
                </a:spcAft>
              </a:pPr>
              <a:r>
                <a:rPr lang="en-US" sz="700">
                  <a:solidFill>
                    <a:schemeClr val="bg1"/>
                  </a:solidFill>
                  <a:latin typeface="Ubuntu" panose="020B0504030602030204" pitchFamily="34" charset="0"/>
                </a:rPr>
                <a:t>128</a:t>
              </a:r>
            </a:p>
          </p:txBody>
        </p:sp>
        <p:sp>
          <p:nvSpPr>
            <p:cNvPr id="58" name="Forme libre : forme 57">
              <a:extLst>
                <a:ext uri="{FF2B5EF4-FFF2-40B4-BE49-F238E27FC236}">
                  <a16:creationId xmlns:a16="http://schemas.microsoft.com/office/drawing/2014/main" id="{8E50898F-084D-45EC-9EDA-C64E62F50B6F}"/>
                </a:ext>
              </a:extLst>
            </p:cNvPr>
            <p:cNvSpPr/>
            <p:nvPr/>
          </p:nvSpPr>
          <p:spPr>
            <a:xfrm>
              <a:off x="12432704" y="2818581"/>
              <a:ext cx="360000" cy="406800"/>
            </a:xfrm>
            <a:custGeom>
              <a:avLst/>
              <a:gdLst>
                <a:gd name="connsiteX0" fmla="*/ 0 w 1111406"/>
                <a:gd name="connsiteY0" fmla="*/ 0 h 1111407"/>
                <a:gd name="connsiteX1" fmla="*/ 1111407 w 1111406"/>
                <a:gd name="connsiteY1" fmla="*/ 0 h 1111407"/>
                <a:gd name="connsiteX2" fmla="*/ 1111407 w 1111406"/>
                <a:gd name="connsiteY2" fmla="*/ 1111407 h 1111407"/>
                <a:gd name="connsiteX3" fmla="*/ 0 w 1111406"/>
                <a:gd name="connsiteY3" fmla="*/ 1111407 h 1111407"/>
              </a:gdLst>
              <a:ahLst/>
              <a:cxnLst>
                <a:cxn ang="0">
                  <a:pos x="connsiteX0" y="connsiteY0"/>
                </a:cxn>
                <a:cxn ang="0">
                  <a:pos x="connsiteX1" y="connsiteY1"/>
                </a:cxn>
                <a:cxn ang="0">
                  <a:pos x="connsiteX2" y="connsiteY2"/>
                </a:cxn>
                <a:cxn ang="0">
                  <a:pos x="connsiteX3" y="connsiteY3"/>
                </a:cxn>
              </a:cxnLst>
              <a:rect l="l" t="t" r="r" b="b"/>
              <a:pathLst>
                <a:path w="1111406" h="1111407">
                  <a:moveTo>
                    <a:pt x="0" y="0"/>
                  </a:moveTo>
                  <a:lnTo>
                    <a:pt x="1111407" y="0"/>
                  </a:lnTo>
                  <a:lnTo>
                    <a:pt x="1111407" y="1111407"/>
                  </a:lnTo>
                  <a:lnTo>
                    <a:pt x="0" y="1111407"/>
                  </a:lnTo>
                  <a:close/>
                </a:path>
              </a:pathLst>
            </a:custGeom>
            <a:solidFill>
              <a:srgbClr val="BA2980"/>
            </a:solidFill>
            <a:ln w="6695" cap="flat">
              <a:noFill/>
              <a:prstDash val="solid"/>
              <a:miter/>
            </a:ln>
          </p:spPr>
          <p:txBody>
            <a:bodyPr rtlCol="0" anchor="ctr"/>
            <a:lstStyle/>
            <a:p>
              <a:pPr algn="ctr">
                <a:lnSpc>
                  <a:spcPct val="90000"/>
                </a:lnSpc>
                <a:spcAft>
                  <a:spcPts val="0"/>
                </a:spcAft>
              </a:pPr>
              <a:r>
                <a:rPr lang="en-US" sz="700">
                  <a:solidFill>
                    <a:schemeClr val="bg1"/>
                  </a:solidFill>
                  <a:latin typeface="Ubuntu" panose="020B0504030602030204" pitchFamily="34" charset="0"/>
                </a:rPr>
                <a:t>186</a:t>
              </a:r>
            </a:p>
            <a:p>
              <a:pPr algn="ctr">
                <a:lnSpc>
                  <a:spcPct val="90000"/>
                </a:lnSpc>
                <a:spcAft>
                  <a:spcPts val="0"/>
                </a:spcAft>
              </a:pPr>
              <a:r>
                <a:rPr lang="en-US" sz="700">
                  <a:solidFill>
                    <a:schemeClr val="bg1"/>
                  </a:solidFill>
                  <a:latin typeface="Ubuntu" panose="020B0504030602030204" pitchFamily="34" charset="0"/>
                </a:rPr>
                <a:t>41</a:t>
              </a:r>
            </a:p>
            <a:p>
              <a:pPr algn="ctr">
                <a:lnSpc>
                  <a:spcPct val="90000"/>
                </a:lnSpc>
                <a:spcAft>
                  <a:spcPts val="0"/>
                </a:spcAft>
              </a:pPr>
              <a:r>
                <a:rPr lang="en-US" sz="700">
                  <a:solidFill>
                    <a:schemeClr val="bg1"/>
                  </a:solidFill>
                  <a:latin typeface="Ubuntu" panose="020B0504030602030204" pitchFamily="34" charset="0"/>
                </a:rPr>
                <a:t>128</a:t>
              </a:r>
            </a:p>
          </p:txBody>
        </p:sp>
        <p:sp>
          <p:nvSpPr>
            <p:cNvPr id="59" name="Forme libre : forme 58">
              <a:extLst>
                <a:ext uri="{FF2B5EF4-FFF2-40B4-BE49-F238E27FC236}">
                  <a16:creationId xmlns:a16="http://schemas.microsoft.com/office/drawing/2014/main" id="{850EF37B-321C-4CAE-A8B1-66C0053A83E3}"/>
                </a:ext>
              </a:extLst>
            </p:cNvPr>
            <p:cNvSpPr/>
            <p:nvPr/>
          </p:nvSpPr>
          <p:spPr>
            <a:xfrm>
              <a:off x="12432704" y="2405581"/>
              <a:ext cx="360000"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D13A8C"/>
            </a:solidFill>
            <a:ln w="6695" cap="flat">
              <a:noFill/>
              <a:prstDash val="solid"/>
              <a:miter/>
            </a:ln>
          </p:spPr>
          <p:txBody>
            <a:bodyPr rtlCol="0" anchor="ctr"/>
            <a:lstStyle/>
            <a:p>
              <a:pPr algn="ctr">
                <a:lnSpc>
                  <a:spcPct val="90000"/>
                </a:lnSpc>
                <a:spcAft>
                  <a:spcPts val="0"/>
                </a:spcAft>
              </a:pPr>
              <a:r>
                <a:rPr lang="en-US" sz="700">
                  <a:latin typeface="Ubuntu" panose="020B0504030602030204" pitchFamily="34" charset="0"/>
                </a:rPr>
                <a:t>209</a:t>
              </a:r>
            </a:p>
            <a:p>
              <a:pPr algn="ctr">
                <a:lnSpc>
                  <a:spcPct val="90000"/>
                </a:lnSpc>
                <a:spcAft>
                  <a:spcPts val="0"/>
                </a:spcAft>
              </a:pPr>
              <a:r>
                <a:rPr lang="en-US" sz="700">
                  <a:latin typeface="Ubuntu" panose="020B0504030602030204" pitchFamily="34" charset="0"/>
                </a:rPr>
                <a:t>58</a:t>
              </a:r>
            </a:p>
            <a:p>
              <a:pPr algn="ctr">
                <a:lnSpc>
                  <a:spcPct val="90000"/>
                </a:lnSpc>
                <a:spcAft>
                  <a:spcPts val="0"/>
                </a:spcAft>
              </a:pPr>
              <a:r>
                <a:rPr lang="en-US" sz="700">
                  <a:latin typeface="Ubuntu" panose="020B0504030602030204" pitchFamily="34" charset="0"/>
                </a:rPr>
                <a:t>140</a:t>
              </a:r>
            </a:p>
          </p:txBody>
        </p:sp>
        <p:sp>
          <p:nvSpPr>
            <p:cNvPr id="60" name="Forme libre : forme 59">
              <a:extLst>
                <a:ext uri="{FF2B5EF4-FFF2-40B4-BE49-F238E27FC236}">
                  <a16:creationId xmlns:a16="http://schemas.microsoft.com/office/drawing/2014/main" id="{49EEAAAC-C871-41A3-9B9B-6381B2FD4E28}"/>
                </a:ext>
              </a:extLst>
            </p:cNvPr>
            <p:cNvSpPr/>
            <p:nvPr/>
          </p:nvSpPr>
          <p:spPr>
            <a:xfrm>
              <a:off x="12432704" y="1993636"/>
              <a:ext cx="360000"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E557AD"/>
            </a:solidFill>
            <a:ln w="6695" cap="flat">
              <a:noFill/>
              <a:prstDash val="solid"/>
              <a:miter/>
            </a:ln>
          </p:spPr>
          <p:txBody>
            <a:bodyPr rtlCol="0" anchor="ctr"/>
            <a:lstStyle/>
            <a:p>
              <a:pPr algn="ctr">
                <a:lnSpc>
                  <a:spcPct val="90000"/>
                </a:lnSpc>
                <a:spcAft>
                  <a:spcPts val="0"/>
                </a:spcAft>
              </a:pPr>
              <a:r>
                <a:rPr lang="en-US" sz="700">
                  <a:latin typeface="Ubuntu" panose="020B0504030602030204" pitchFamily="34" charset="0"/>
                </a:rPr>
                <a:t>229</a:t>
              </a:r>
            </a:p>
            <a:p>
              <a:pPr algn="ctr">
                <a:lnSpc>
                  <a:spcPct val="90000"/>
                </a:lnSpc>
                <a:spcAft>
                  <a:spcPts val="0"/>
                </a:spcAft>
              </a:pPr>
              <a:r>
                <a:rPr lang="en-US" sz="700">
                  <a:latin typeface="Ubuntu" panose="020B0504030602030204" pitchFamily="34" charset="0"/>
                </a:rPr>
                <a:t>87</a:t>
              </a:r>
            </a:p>
            <a:p>
              <a:pPr algn="ctr">
                <a:lnSpc>
                  <a:spcPct val="90000"/>
                </a:lnSpc>
                <a:spcAft>
                  <a:spcPts val="0"/>
                </a:spcAft>
              </a:pPr>
              <a:r>
                <a:rPr lang="en-US" sz="700">
                  <a:latin typeface="Ubuntu" panose="020B0504030602030204" pitchFamily="34" charset="0"/>
                </a:rPr>
                <a:t>173</a:t>
              </a:r>
            </a:p>
          </p:txBody>
        </p:sp>
      </p:grpSp>
      <p:sp>
        <p:nvSpPr>
          <p:cNvPr id="61" name="Rectangle 60">
            <a:extLst>
              <a:ext uri="{FF2B5EF4-FFF2-40B4-BE49-F238E27FC236}">
                <a16:creationId xmlns:a16="http://schemas.microsoft.com/office/drawing/2014/main" id="{9D36E5FD-F409-4495-819A-440FA57D9E19}"/>
              </a:ext>
            </a:extLst>
          </p:cNvPr>
          <p:cNvSpPr/>
          <p:nvPr/>
        </p:nvSpPr>
        <p:spPr>
          <a:xfrm>
            <a:off x="12295891" y="6412526"/>
            <a:ext cx="2545089" cy="615553"/>
          </a:xfrm>
          <a:prstGeom prst="rect">
            <a:avLst/>
          </a:prstGeom>
        </p:spPr>
        <p:txBody>
          <a:bodyPr wrap="square" lIns="0" tIns="0" rIns="0" bIns="0">
            <a:spAutoFit/>
          </a:bodyPr>
          <a:lstStyle/>
          <a:p>
            <a:r>
              <a:rPr lang="en-GB" sz="800">
                <a:latin typeface="Ubuntu" panose="020B0504030602030204" pitchFamily="34" charset="0"/>
              </a:rPr>
              <a:t>Security Classification:</a:t>
            </a:r>
          </a:p>
          <a:p>
            <a:r>
              <a:rPr lang="en-GB" sz="800">
                <a:latin typeface="Ubuntu" panose="020B0504030602030204" pitchFamily="34" charset="0"/>
              </a:rPr>
              <a:t>SEC0: Public</a:t>
            </a:r>
          </a:p>
          <a:p>
            <a:r>
              <a:rPr lang="en-GB" sz="800">
                <a:latin typeface="Ubuntu" panose="020B0504030602030204" pitchFamily="34" charset="0"/>
              </a:rPr>
              <a:t>SEC1: Company Confidential</a:t>
            </a:r>
          </a:p>
          <a:p>
            <a:r>
              <a:rPr lang="en-GB" sz="800">
                <a:latin typeface="Ubuntu" panose="020B0504030602030204" pitchFamily="34" charset="0"/>
              </a:rPr>
              <a:t>SEC2: Company Restricted / Customer restricted</a:t>
            </a:r>
          </a:p>
          <a:p>
            <a:r>
              <a:rPr lang="en-GB" sz="800">
                <a:latin typeface="Ubuntu" panose="020B0504030602030204" pitchFamily="34" charset="0"/>
              </a:rPr>
              <a:t>SEC3: Company Sensitive</a:t>
            </a:r>
          </a:p>
        </p:txBody>
      </p:sp>
      <p:grpSp>
        <p:nvGrpSpPr>
          <p:cNvPr id="4097" name="Groupe 4096">
            <a:extLst>
              <a:ext uri="{FF2B5EF4-FFF2-40B4-BE49-F238E27FC236}">
                <a16:creationId xmlns:a16="http://schemas.microsoft.com/office/drawing/2014/main" id="{14207897-E387-4B97-A694-8751D86BCF12}"/>
              </a:ext>
            </a:extLst>
          </p:cNvPr>
          <p:cNvGrpSpPr/>
          <p:nvPr/>
        </p:nvGrpSpPr>
        <p:grpSpPr>
          <a:xfrm>
            <a:off x="12295891" y="2164677"/>
            <a:ext cx="1465123" cy="2058800"/>
            <a:chOff x="14041053" y="1992581"/>
            <a:chExt cx="1465123" cy="2058800"/>
          </a:xfrm>
        </p:grpSpPr>
        <p:sp>
          <p:nvSpPr>
            <p:cNvPr id="66" name="Forme libre : forme 65">
              <a:extLst>
                <a:ext uri="{FF2B5EF4-FFF2-40B4-BE49-F238E27FC236}">
                  <a16:creationId xmlns:a16="http://schemas.microsoft.com/office/drawing/2014/main" id="{94847038-3CB7-4111-AB03-FA1A594002AA}"/>
                </a:ext>
              </a:extLst>
            </p:cNvPr>
            <p:cNvSpPr/>
            <p:nvPr/>
          </p:nvSpPr>
          <p:spPr>
            <a:xfrm>
              <a:off x="14777224" y="3644581"/>
              <a:ext cx="360865"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0F434A"/>
            </a:solidFill>
            <a:ln w="6695" cap="flat">
              <a:noFill/>
              <a:prstDash val="solid"/>
              <a:miter/>
            </a:ln>
          </p:spPr>
          <p:txBody>
            <a:bodyPr rtlCol="0" anchor="ctr"/>
            <a:lstStyle/>
            <a:p>
              <a:pPr algn="ctr">
                <a:lnSpc>
                  <a:spcPct val="90000"/>
                </a:lnSpc>
                <a:spcAft>
                  <a:spcPts val="0"/>
                </a:spcAft>
              </a:pPr>
              <a:r>
                <a:rPr lang="en-US" sz="700" b="0">
                  <a:solidFill>
                    <a:schemeClr val="bg1"/>
                  </a:solidFill>
                  <a:latin typeface="Ubuntu" panose="020B0504030602030204" pitchFamily="34" charset="0"/>
                </a:rPr>
                <a:t>15</a:t>
              </a:r>
            </a:p>
            <a:p>
              <a:pPr algn="ctr">
                <a:lnSpc>
                  <a:spcPct val="90000"/>
                </a:lnSpc>
                <a:spcAft>
                  <a:spcPts val="0"/>
                </a:spcAft>
              </a:pPr>
              <a:r>
                <a:rPr lang="en-US" sz="700" b="0">
                  <a:solidFill>
                    <a:schemeClr val="bg1"/>
                  </a:solidFill>
                  <a:latin typeface="Ubuntu" panose="020B0504030602030204" pitchFamily="34" charset="0"/>
                </a:rPr>
                <a:t>67</a:t>
              </a:r>
            </a:p>
            <a:p>
              <a:pPr algn="ctr">
                <a:lnSpc>
                  <a:spcPct val="90000"/>
                </a:lnSpc>
                <a:spcAft>
                  <a:spcPts val="0"/>
                </a:spcAft>
              </a:pPr>
              <a:r>
                <a:rPr lang="en-US" sz="700" b="0">
                  <a:solidFill>
                    <a:schemeClr val="bg1"/>
                  </a:solidFill>
                  <a:latin typeface="Ubuntu" panose="020B0504030602030204" pitchFamily="34" charset="0"/>
                </a:rPr>
                <a:t>74</a:t>
              </a:r>
            </a:p>
          </p:txBody>
        </p:sp>
        <p:sp>
          <p:nvSpPr>
            <p:cNvPr id="67" name="Forme libre : forme 66">
              <a:extLst>
                <a:ext uri="{FF2B5EF4-FFF2-40B4-BE49-F238E27FC236}">
                  <a16:creationId xmlns:a16="http://schemas.microsoft.com/office/drawing/2014/main" id="{1B50522B-BA67-4790-8697-3AC343D4ACB8}"/>
                </a:ext>
              </a:extLst>
            </p:cNvPr>
            <p:cNvSpPr/>
            <p:nvPr/>
          </p:nvSpPr>
          <p:spPr>
            <a:xfrm>
              <a:off x="14777224" y="3231581"/>
              <a:ext cx="360865"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0F6A73"/>
            </a:solidFill>
            <a:ln w="6695" cap="flat">
              <a:noFill/>
              <a:prstDash val="solid"/>
              <a:miter/>
            </a:ln>
          </p:spPr>
          <p:txBody>
            <a:bodyPr rtlCol="0" anchor="ctr"/>
            <a:lstStyle/>
            <a:p>
              <a:pPr algn="ctr">
                <a:lnSpc>
                  <a:spcPct val="90000"/>
                </a:lnSpc>
                <a:spcAft>
                  <a:spcPts val="0"/>
                </a:spcAft>
              </a:pPr>
              <a:r>
                <a:rPr lang="en-US" sz="700" b="0">
                  <a:solidFill>
                    <a:schemeClr val="bg1"/>
                  </a:solidFill>
                  <a:latin typeface="Ubuntu" panose="020B0504030602030204" pitchFamily="34" charset="0"/>
                </a:rPr>
                <a:t>15</a:t>
              </a:r>
            </a:p>
            <a:p>
              <a:pPr algn="ctr">
                <a:lnSpc>
                  <a:spcPct val="90000"/>
                </a:lnSpc>
                <a:spcAft>
                  <a:spcPts val="0"/>
                </a:spcAft>
              </a:pPr>
              <a:r>
                <a:rPr lang="en-US" sz="700" b="0">
                  <a:solidFill>
                    <a:schemeClr val="bg1"/>
                  </a:solidFill>
                  <a:latin typeface="Ubuntu" panose="020B0504030602030204" pitchFamily="34" charset="0"/>
                </a:rPr>
                <a:t>106</a:t>
              </a:r>
            </a:p>
            <a:p>
              <a:pPr algn="ctr">
                <a:lnSpc>
                  <a:spcPct val="90000"/>
                </a:lnSpc>
                <a:spcAft>
                  <a:spcPts val="0"/>
                </a:spcAft>
              </a:pPr>
              <a:r>
                <a:rPr lang="en-US" sz="700" b="0">
                  <a:solidFill>
                    <a:schemeClr val="bg1"/>
                  </a:solidFill>
                  <a:latin typeface="Ubuntu" panose="020B0504030602030204" pitchFamily="34" charset="0"/>
                </a:rPr>
                <a:t>115</a:t>
              </a:r>
            </a:p>
          </p:txBody>
        </p:sp>
        <p:sp>
          <p:nvSpPr>
            <p:cNvPr id="68" name="Forme libre : forme 67">
              <a:extLst>
                <a:ext uri="{FF2B5EF4-FFF2-40B4-BE49-F238E27FC236}">
                  <a16:creationId xmlns:a16="http://schemas.microsoft.com/office/drawing/2014/main" id="{B90AA6F9-B8A6-4490-A465-CBEFAEA6DFCA}"/>
                </a:ext>
              </a:extLst>
            </p:cNvPr>
            <p:cNvSpPr/>
            <p:nvPr/>
          </p:nvSpPr>
          <p:spPr>
            <a:xfrm>
              <a:off x="14777224" y="2818581"/>
              <a:ext cx="360865" cy="406800"/>
            </a:xfrm>
            <a:custGeom>
              <a:avLst/>
              <a:gdLst>
                <a:gd name="connsiteX0" fmla="*/ 0 w 1111406"/>
                <a:gd name="connsiteY0" fmla="*/ 0 h 1111407"/>
                <a:gd name="connsiteX1" fmla="*/ 1111407 w 1111406"/>
                <a:gd name="connsiteY1" fmla="*/ 0 h 1111407"/>
                <a:gd name="connsiteX2" fmla="*/ 1111407 w 1111406"/>
                <a:gd name="connsiteY2" fmla="*/ 1111407 h 1111407"/>
                <a:gd name="connsiteX3" fmla="*/ 0 w 1111406"/>
                <a:gd name="connsiteY3" fmla="*/ 1111407 h 1111407"/>
              </a:gdLst>
              <a:ahLst/>
              <a:cxnLst>
                <a:cxn ang="0">
                  <a:pos x="connsiteX0" y="connsiteY0"/>
                </a:cxn>
                <a:cxn ang="0">
                  <a:pos x="connsiteX1" y="connsiteY1"/>
                </a:cxn>
                <a:cxn ang="0">
                  <a:pos x="connsiteX2" y="connsiteY2"/>
                </a:cxn>
                <a:cxn ang="0">
                  <a:pos x="connsiteX3" y="connsiteY3"/>
                </a:cxn>
              </a:cxnLst>
              <a:rect l="l" t="t" r="r" b="b"/>
              <a:pathLst>
                <a:path w="1111406" h="1111407">
                  <a:moveTo>
                    <a:pt x="0" y="0"/>
                  </a:moveTo>
                  <a:lnTo>
                    <a:pt x="1111407" y="0"/>
                  </a:lnTo>
                  <a:lnTo>
                    <a:pt x="1111407" y="1111407"/>
                  </a:lnTo>
                  <a:lnTo>
                    <a:pt x="0" y="1111407"/>
                  </a:lnTo>
                  <a:close/>
                </a:path>
              </a:pathLst>
            </a:custGeom>
            <a:solidFill>
              <a:srgbClr val="0F878A"/>
            </a:solidFill>
            <a:ln w="6695" cap="flat">
              <a:noFill/>
              <a:prstDash val="solid"/>
              <a:miter/>
            </a:ln>
          </p:spPr>
          <p:txBody>
            <a:bodyPr rtlCol="0" anchor="ctr"/>
            <a:lstStyle/>
            <a:p>
              <a:pPr algn="ctr">
                <a:lnSpc>
                  <a:spcPct val="90000"/>
                </a:lnSpc>
                <a:spcAft>
                  <a:spcPts val="0"/>
                </a:spcAft>
              </a:pPr>
              <a:r>
                <a:rPr lang="en-US" sz="700" b="0">
                  <a:solidFill>
                    <a:schemeClr val="bg1"/>
                  </a:solidFill>
                  <a:latin typeface="Ubuntu" panose="020B0504030602030204" pitchFamily="34" charset="0"/>
                </a:rPr>
                <a:t>15</a:t>
              </a:r>
            </a:p>
            <a:p>
              <a:pPr algn="ctr">
                <a:lnSpc>
                  <a:spcPct val="90000"/>
                </a:lnSpc>
                <a:spcAft>
                  <a:spcPts val="0"/>
                </a:spcAft>
              </a:pPr>
              <a:r>
                <a:rPr lang="en-US" sz="700" b="0">
                  <a:solidFill>
                    <a:schemeClr val="bg1"/>
                  </a:solidFill>
                  <a:latin typeface="Ubuntu" panose="020B0504030602030204" pitchFamily="34" charset="0"/>
                </a:rPr>
                <a:t>135</a:t>
              </a:r>
            </a:p>
            <a:p>
              <a:pPr algn="ctr">
                <a:lnSpc>
                  <a:spcPct val="90000"/>
                </a:lnSpc>
                <a:spcAft>
                  <a:spcPts val="0"/>
                </a:spcAft>
              </a:pPr>
              <a:r>
                <a:rPr lang="en-US" sz="700" b="0">
                  <a:solidFill>
                    <a:schemeClr val="bg1"/>
                  </a:solidFill>
                  <a:latin typeface="Ubuntu" panose="020B0504030602030204" pitchFamily="34" charset="0"/>
                </a:rPr>
                <a:t>138</a:t>
              </a:r>
            </a:p>
          </p:txBody>
        </p:sp>
        <p:sp>
          <p:nvSpPr>
            <p:cNvPr id="69" name="Forme libre : forme 68">
              <a:extLst>
                <a:ext uri="{FF2B5EF4-FFF2-40B4-BE49-F238E27FC236}">
                  <a16:creationId xmlns:a16="http://schemas.microsoft.com/office/drawing/2014/main" id="{AEDB31E0-288F-492F-BC3E-94F3C3363294}"/>
                </a:ext>
              </a:extLst>
            </p:cNvPr>
            <p:cNvSpPr/>
            <p:nvPr/>
          </p:nvSpPr>
          <p:spPr>
            <a:xfrm>
              <a:off x="14777224" y="2405581"/>
              <a:ext cx="360865"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00B2A2"/>
            </a:solidFill>
            <a:ln w="6695" cap="flat">
              <a:noFill/>
              <a:prstDash val="solid"/>
              <a:miter/>
            </a:ln>
          </p:spPr>
          <p:txBody>
            <a:bodyPr rtlCol="0" anchor="ctr"/>
            <a:lstStyle/>
            <a:p>
              <a:pPr algn="ctr">
                <a:lnSpc>
                  <a:spcPct val="90000"/>
                </a:lnSpc>
                <a:spcAft>
                  <a:spcPts val="0"/>
                </a:spcAft>
              </a:pPr>
              <a:r>
                <a:rPr lang="en-US" sz="700" b="0">
                  <a:latin typeface="Ubuntu" panose="020B0504030602030204" pitchFamily="34" charset="0"/>
                </a:rPr>
                <a:t>0</a:t>
              </a:r>
            </a:p>
            <a:p>
              <a:pPr algn="ctr">
                <a:lnSpc>
                  <a:spcPct val="90000"/>
                </a:lnSpc>
                <a:spcAft>
                  <a:spcPts val="0"/>
                </a:spcAft>
              </a:pPr>
              <a:r>
                <a:rPr lang="en-US" sz="700" b="0">
                  <a:latin typeface="Ubuntu" panose="020B0504030602030204" pitchFamily="34" charset="0"/>
                </a:rPr>
                <a:t>178</a:t>
              </a:r>
            </a:p>
            <a:p>
              <a:pPr algn="ctr">
                <a:lnSpc>
                  <a:spcPct val="90000"/>
                </a:lnSpc>
                <a:spcAft>
                  <a:spcPts val="0"/>
                </a:spcAft>
              </a:pPr>
              <a:r>
                <a:rPr lang="en-US" sz="700" b="0">
                  <a:latin typeface="Ubuntu" panose="020B0504030602030204" pitchFamily="34" charset="0"/>
                </a:rPr>
                <a:t>162</a:t>
              </a:r>
            </a:p>
          </p:txBody>
        </p:sp>
        <p:sp>
          <p:nvSpPr>
            <p:cNvPr id="70" name="Forme libre : forme 69">
              <a:extLst>
                <a:ext uri="{FF2B5EF4-FFF2-40B4-BE49-F238E27FC236}">
                  <a16:creationId xmlns:a16="http://schemas.microsoft.com/office/drawing/2014/main" id="{8F775A35-2F34-403A-95F8-4058F1A09A02}"/>
                </a:ext>
              </a:extLst>
            </p:cNvPr>
            <p:cNvSpPr/>
            <p:nvPr/>
          </p:nvSpPr>
          <p:spPr>
            <a:xfrm>
              <a:off x="14777224" y="1992581"/>
              <a:ext cx="360865"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00E0CB"/>
            </a:solidFill>
            <a:ln w="6695" cap="flat">
              <a:noFill/>
              <a:prstDash val="solid"/>
              <a:miter/>
            </a:ln>
          </p:spPr>
          <p:txBody>
            <a:bodyPr rtlCol="0" anchor="ctr"/>
            <a:lstStyle/>
            <a:p>
              <a:pPr algn="ctr">
                <a:lnSpc>
                  <a:spcPct val="90000"/>
                </a:lnSpc>
                <a:spcAft>
                  <a:spcPts val="0"/>
                </a:spcAft>
              </a:pPr>
              <a:r>
                <a:rPr lang="en-US" sz="700" b="0">
                  <a:latin typeface="Ubuntu" panose="020B0504030602030204" pitchFamily="34" charset="0"/>
                </a:rPr>
                <a:t>0</a:t>
              </a:r>
            </a:p>
            <a:p>
              <a:pPr algn="ctr">
                <a:lnSpc>
                  <a:spcPct val="90000"/>
                </a:lnSpc>
                <a:spcAft>
                  <a:spcPts val="0"/>
                </a:spcAft>
              </a:pPr>
              <a:r>
                <a:rPr lang="en-US" sz="700" b="0">
                  <a:latin typeface="Ubuntu" panose="020B0504030602030204" pitchFamily="34" charset="0"/>
                </a:rPr>
                <a:t>244</a:t>
              </a:r>
            </a:p>
            <a:p>
              <a:pPr algn="ctr">
                <a:lnSpc>
                  <a:spcPct val="90000"/>
                </a:lnSpc>
                <a:spcAft>
                  <a:spcPts val="0"/>
                </a:spcAft>
              </a:pPr>
              <a:r>
                <a:rPr lang="en-US" sz="700" b="0">
                  <a:latin typeface="Ubuntu" panose="020B0504030602030204" pitchFamily="34" charset="0"/>
                </a:rPr>
                <a:t>203</a:t>
              </a:r>
            </a:p>
          </p:txBody>
        </p:sp>
        <p:sp>
          <p:nvSpPr>
            <p:cNvPr id="71" name="Forme libre : forme 70">
              <a:extLst>
                <a:ext uri="{FF2B5EF4-FFF2-40B4-BE49-F238E27FC236}">
                  <a16:creationId xmlns:a16="http://schemas.microsoft.com/office/drawing/2014/main" id="{59DA3B5B-D788-45A0-A698-ABE05A9025B0}"/>
                </a:ext>
              </a:extLst>
            </p:cNvPr>
            <p:cNvSpPr/>
            <p:nvPr/>
          </p:nvSpPr>
          <p:spPr>
            <a:xfrm>
              <a:off x="14041053" y="3644581"/>
              <a:ext cx="360865"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178036"/>
            </a:solidFill>
            <a:ln w="6695" cap="flat">
              <a:noFill/>
              <a:prstDash val="solid"/>
              <a:miter/>
            </a:ln>
          </p:spPr>
          <p:txBody>
            <a:bodyPr rtlCol="0" anchor="ctr"/>
            <a:lstStyle/>
            <a:p>
              <a:pPr algn="ctr">
                <a:lnSpc>
                  <a:spcPct val="90000"/>
                </a:lnSpc>
                <a:spcAft>
                  <a:spcPts val="0"/>
                </a:spcAft>
              </a:pPr>
              <a:r>
                <a:rPr lang="en-US" sz="700" b="0">
                  <a:solidFill>
                    <a:schemeClr val="bg1"/>
                  </a:solidFill>
                  <a:latin typeface="Ubuntu" panose="020B0504030602030204" pitchFamily="34" charset="0"/>
                </a:rPr>
                <a:t>23</a:t>
              </a:r>
            </a:p>
            <a:p>
              <a:pPr algn="ctr">
                <a:lnSpc>
                  <a:spcPct val="90000"/>
                </a:lnSpc>
                <a:spcAft>
                  <a:spcPts val="0"/>
                </a:spcAft>
              </a:pPr>
              <a:r>
                <a:rPr lang="en-US" sz="700" b="0">
                  <a:solidFill>
                    <a:schemeClr val="bg1"/>
                  </a:solidFill>
                  <a:latin typeface="Ubuntu" panose="020B0504030602030204" pitchFamily="34" charset="0"/>
                </a:rPr>
                <a:t>128</a:t>
              </a:r>
            </a:p>
            <a:p>
              <a:pPr algn="ctr">
                <a:lnSpc>
                  <a:spcPct val="90000"/>
                </a:lnSpc>
                <a:spcAft>
                  <a:spcPts val="0"/>
                </a:spcAft>
              </a:pPr>
              <a:r>
                <a:rPr lang="en-US" sz="700" b="0">
                  <a:solidFill>
                    <a:schemeClr val="bg1"/>
                  </a:solidFill>
                  <a:latin typeface="Ubuntu" panose="020B0504030602030204" pitchFamily="34" charset="0"/>
                </a:rPr>
                <a:t>54</a:t>
              </a:r>
            </a:p>
          </p:txBody>
        </p:sp>
        <p:sp>
          <p:nvSpPr>
            <p:cNvPr id="72" name="Forme libre : forme 71">
              <a:extLst>
                <a:ext uri="{FF2B5EF4-FFF2-40B4-BE49-F238E27FC236}">
                  <a16:creationId xmlns:a16="http://schemas.microsoft.com/office/drawing/2014/main" id="{B988192C-3701-4200-ADA5-936C0610D953}"/>
                </a:ext>
              </a:extLst>
            </p:cNvPr>
            <p:cNvSpPr/>
            <p:nvPr/>
          </p:nvSpPr>
          <p:spPr>
            <a:xfrm>
              <a:off x="14041053" y="3231581"/>
              <a:ext cx="360865"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178C3D"/>
            </a:solidFill>
            <a:ln w="6695" cap="flat">
              <a:noFill/>
              <a:prstDash val="solid"/>
              <a:miter/>
            </a:ln>
          </p:spPr>
          <p:txBody>
            <a:bodyPr rtlCol="0" anchor="ctr"/>
            <a:lstStyle/>
            <a:p>
              <a:pPr algn="ctr">
                <a:lnSpc>
                  <a:spcPct val="90000"/>
                </a:lnSpc>
                <a:spcAft>
                  <a:spcPts val="0"/>
                </a:spcAft>
              </a:pPr>
              <a:r>
                <a:rPr lang="en-US" sz="700" b="0">
                  <a:solidFill>
                    <a:schemeClr val="bg1"/>
                  </a:solidFill>
                  <a:latin typeface="Ubuntu" panose="020B0504030602030204" pitchFamily="34" charset="0"/>
                </a:rPr>
                <a:t>23</a:t>
              </a:r>
            </a:p>
            <a:p>
              <a:pPr algn="ctr">
                <a:lnSpc>
                  <a:spcPct val="90000"/>
                </a:lnSpc>
                <a:spcAft>
                  <a:spcPts val="0"/>
                </a:spcAft>
              </a:pPr>
              <a:r>
                <a:rPr lang="en-US" sz="700" b="0">
                  <a:solidFill>
                    <a:schemeClr val="bg1"/>
                  </a:solidFill>
                  <a:latin typeface="Ubuntu" panose="020B0504030602030204" pitchFamily="34" charset="0"/>
                </a:rPr>
                <a:t>140</a:t>
              </a:r>
            </a:p>
            <a:p>
              <a:pPr algn="ctr">
                <a:lnSpc>
                  <a:spcPct val="90000"/>
                </a:lnSpc>
                <a:spcAft>
                  <a:spcPts val="0"/>
                </a:spcAft>
              </a:pPr>
              <a:r>
                <a:rPr lang="en-US" sz="700" b="0">
                  <a:solidFill>
                    <a:schemeClr val="bg1"/>
                  </a:solidFill>
                  <a:latin typeface="Ubuntu" panose="020B0504030602030204" pitchFamily="34" charset="0"/>
                </a:rPr>
                <a:t>61</a:t>
              </a:r>
            </a:p>
          </p:txBody>
        </p:sp>
        <p:sp>
          <p:nvSpPr>
            <p:cNvPr id="73" name="Forme libre : forme 72">
              <a:extLst>
                <a:ext uri="{FF2B5EF4-FFF2-40B4-BE49-F238E27FC236}">
                  <a16:creationId xmlns:a16="http://schemas.microsoft.com/office/drawing/2014/main" id="{FDFAC846-10F6-421E-8B39-673C784E01DE}"/>
                </a:ext>
              </a:extLst>
            </p:cNvPr>
            <p:cNvSpPr/>
            <p:nvPr/>
          </p:nvSpPr>
          <p:spPr>
            <a:xfrm>
              <a:off x="14041053" y="2818581"/>
              <a:ext cx="360865" cy="406800"/>
            </a:xfrm>
            <a:custGeom>
              <a:avLst/>
              <a:gdLst>
                <a:gd name="connsiteX0" fmla="*/ 0 w 1111406"/>
                <a:gd name="connsiteY0" fmla="*/ 0 h 1111407"/>
                <a:gd name="connsiteX1" fmla="*/ 1111407 w 1111406"/>
                <a:gd name="connsiteY1" fmla="*/ 0 h 1111407"/>
                <a:gd name="connsiteX2" fmla="*/ 1111407 w 1111406"/>
                <a:gd name="connsiteY2" fmla="*/ 1111407 h 1111407"/>
                <a:gd name="connsiteX3" fmla="*/ 0 w 1111406"/>
                <a:gd name="connsiteY3" fmla="*/ 1111407 h 1111407"/>
              </a:gdLst>
              <a:ahLst/>
              <a:cxnLst>
                <a:cxn ang="0">
                  <a:pos x="connsiteX0" y="connsiteY0"/>
                </a:cxn>
                <a:cxn ang="0">
                  <a:pos x="connsiteX1" y="connsiteY1"/>
                </a:cxn>
                <a:cxn ang="0">
                  <a:pos x="connsiteX2" y="connsiteY2"/>
                </a:cxn>
                <a:cxn ang="0">
                  <a:pos x="connsiteX3" y="connsiteY3"/>
                </a:cxn>
              </a:cxnLst>
              <a:rect l="l" t="t" r="r" b="b"/>
              <a:pathLst>
                <a:path w="1111406" h="1111407">
                  <a:moveTo>
                    <a:pt x="0" y="0"/>
                  </a:moveTo>
                  <a:lnTo>
                    <a:pt x="1111407" y="0"/>
                  </a:lnTo>
                  <a:lnTo>
                    <a:pt x="1111407" y="1111407"/>
                  </a:lnTo>
                  <a:lnTo>
                    <a:pt x="0" y="1111407"/>
                  </a:lnTo>
                  <a:close/>
                </a:path>
              </a:pathLst>
            </a:custGeom>
            <a:solidFill>
              <a:srgbClr val="2EA657"/>
            </a:solidFill>
            <a:ln w="6695" cap="flat">
              <a:noFill/>
              <a:prstDash val="solid"/>
              <a:miter/>
            </a:ln>
          </p:spPr>
          <p:txBody>
            <a:bodyPr rtlCol="0" anchor="ctr"/>
            <a:lstStyle/>
            <a:p>
              <a:pPr algn="ctr">
                <a:lnSpc>
                  <a:spcPct val="90000"/>
                </a:lnSpc>
                <a:spcAft>
                  <a:spcPts val="0"/>
                </a:spcAft>
              </a:pPr>
              <a:r>
                <a:rPr lang="en-US" sz="700" b="0">
                  <a:latin typeface="Ubuntu" panose="020B0504030602030204" pitchFamily="34" charset="0"/>
                </a:rPr>
                <a:t>46</a:t>
              </a:r>
            </a:p>
            <a:p>
              <a:pPr algn="ctr">
                <a:lnSpc>
                  <a:spcPct val="90000"/>
                </a:lnSpc>
                <a:spcAft>
                  <a:spcPts val="0"/>
                </a:spcAft>
              </a:pPr>
              <a:r>
                <a:rPr lang="en-US" sz="700" b="0">
                  <a:latin typeface="Ubuntu" panose="020B0504030602030204" pitchFamily="34" charset="0"/>
                </a:rPr>
                <a:t>166</a:t>
              </a:r>
            </a:p>
            <a:p>
              <a:pPr algn="ctr">
                <a:lnSpc>
                  <a:spcPct val="90000"/>
                </a:lnSpc>
                <a:spcAft>
                  <a:spcPts val="0"/>
                </a:spcAft>
              </a:pPr>
              <a:r>
                <a:rPr lang="en-US" sz="700" b="0">
                  <a:latin typeface="Ubuntu" panose="020B0504030602030204" pitchFamily="34" charset="0"/>
                </a:rPr>
                <a:t>87</a:t>
              </a:r>
            </a:p>
          </p:txBody>
        </p:sp>
        <p:sp>
          <p:nvSpPr>
            <p:cNvPr id="74" name="Forme libre : forme 73">
              <a:extLst>
                <a:ext uri="{FF2B5EF4-FFF2-40B4-BE49-F238E27FC236}">
                  <a16:creationId xmlns:a16="http://schemas.microsoft.com/office/drawing/2014/main" id="{353643F0-22F7-4B48-AE39-5FC8C334472F}"/>
                </a:ext>
              </a:extLst>
            </p:cNvPr>
            <p:cNvSpPr/>
            <p:nvPr/>
          </p:nvSpPr>
          <p:spPr>
            <a:xfrm>
              <a:off x="14041053" y="2405581"/>
              <a:ext cx="360865"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33B569"/>
            </a:solidFill>
            <a:ln w="6695" cap="flat">
              <a:noFill/>
              <a:prstDash val="solid"/>
              <a:miter/>
            </a:ln>
          </p:spPr>
          <p:txBody>
            <a:bodyPr rtlCol="0" anchor="ctr"/>
            <a:lstStyle/>
            <a:p>
              <a:pPr algn="ctr">
                <a:lnSpc>
                  <a:spcPct val="90000"/>
                </a:lnSpc>
                <a:spcAft>
                  <a:spcPts val="0"/>
                </a:spcAft>
              </a:pPr>
              <a:r>
                <a:rPr lang="en-US" sz="700" b="0">
                  <a:latin typeface="Ubuntu" panose="020B0504030602030204" pitchFamily="34" charset="0"/>
                </a:rPr>
                <a:t>51</a:t>
              </a:r>
            </a:p>
            <a:p>
              <a:pPr algn="ctr">
                <a:lnSpc>
                  <a:spcPct val="90000"/>
                </a:lnSpc>
                <a:spcAft>
                  <a:spcPts val="0"/>
                </a:spcAft>
              </a:pPr>
              <a:r>
                <a:rPr lang="en-US" sz="700" b="0">
                  <a:latin typeface="Ubuntu" panose="020B0504030602030204" pitchFamily="34" charset="0"/>
                </a:rPr>
                <a:t>181</a:t>
              </a:r>
            </a:p>
            <a:p>
              <a:pPr algn="ctr">
                <a:lnSpc>
                  <a:spcPct val="90000"/>
                </a:lnSpc>
                <a:spcAft>
                  <a:spcPts val="0"/>
                </a:spcAft>
              </a:pPr>
              <a:r>
                <a:rPr lang="en-US" sz="700" b="0">
                  <a:latin typeface="Ubuntu" panose="020B0504030602030204" pitchFamily="34" charset="0"/>
                </a:rPr>
                <a:t>105</a:t>
              </a:r>
            </a:p>
          </p:txBody>
        </p:sp>
        <p:sp>
          <p:nvSpPr>
            <p:cNvPr id="75" name="Forme libre : forme 74">
              <a:extLst>
                <a:ext uri="{FF2B5EF4-FFF2-40B4-BE49-F238E27FC236}">
                  <a16:creationId xmlns:a16="http://schemas.microsoft.com/office/drawing/2014/main" id="{33F41D49-321E-46F2-BE66-44E85399808F}"/>
                </a:ext>
              </a:extLst>
            </p:cNvPr>
            <p:cNvSpPr/>
            <p:nvPr/>
          </p:nvSpPr>
          <p:spPr>
            <a:xfrm>
              <a:off x="14041053" y="1992581"/>
              <a:ext cx="360865"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57CF80"/>
            </a:solidFill>
            <a:ln w="6695" cap="flat">
              <a:noFill/>
              <a:prstDash val="solid"/>
              <a:miter/>
            </a:ln>
          </p:spPr>
          <p:txBody>
            <a:bodyPr rtlCol="0" anchor="ctr"/>
            <a:lstStyle/>
            <a:p>
              <a:pPr algn="ctr">
                <a:lnSpc>
                  <a:spcPct val="90000"/>
                </a:lnSpc>
                <a:spcAft>
                  <a:spcPts val="0"/>
                </a:spcAft>
              </a:pPr>
              <a:endParaRPr lang="en-US" sz="700" b="0">
                <a:latin typeface="Ubuntu" panose="020B0504030602030204" pitchFamily="34" charset="0"/>
              </a:endParaRPr>
            </a:p>
            <a:p>
              <a:pPr algn="ctr">
                <a:lnSpc>
                  <a:spcPct val="90000"/>
                </a:lnSpc>
                <a:spcAft>
                  <a:spcPts val="0"/>
                </a:spcAft>
              </a:pPr>
              <a:r>
                <a:rPr lang="en-US" sz="700" b="0">
                  <a:latin typeface="Ubuntu" panose="020B0504030602030204" pitchFamily="34" charset="0"/>
                </a:rPr>
                <a:t>87</a:t>
              </a:r>
            </a:p>
            <a:p>
              <a:pPr algn="ctr">
                <a:lnSpc>
                  <a:spcPct val="90000"/>
                </a:lnSpc>
                <a:spcAft>
                  <a:spcPts val="0"/>
                </a:spcAft>
              </a:pPr>
              <a:r>
                <a:rPr lang="en-US" sz="700" b="0">
                  <a:latin typeface="Ubuntu" panose="020B0504030602030204" pitchFamily="34" charset="0"/>
                </a:rPr>
                <a:t>207</a:t>
              </a:r>
            </a:p>
            <a:p>
              <a:pPr algn="ctr">
                <a:lnSpc>
                  <a:spcPct val="90000"/>
                </a:lnSpc>
                <a:spcAft>
                  <a:spcPts val="0"/>
                </a:spcAft>
              </a:pPr>
              <a:r>
                <a:rPr lang="en-US" sz="700" b="0">
                  <a:latin typeface="Ubuntu" panose="020B0504030602030204" pitchFamily="34" charset="0"/>
                </a:rPr>
                <a:t>128</a:t>
              </a:r>
            </a:p>
            <a:p>
              <a:pPr algn="ctr">
                <a:lnSpc>
                  <a:spcPct val="90000"/>
                </a:lnSpc>
                <a:spcAft>
                  <a:spcPts val="0"/>
                </a:spcAft>
              </a:pPr>
              <a:endParaRPr lang="en-US" sz="700" b="0">
                <a:latin typeface="Ubuntu" panose="020B0504030602030204" pitchFamily="34" charset="0"/>
              </a:endParaRPr>
            </a:p>
          </p:txBody>
        </p:sp>
        <p:sp>
          <p:nvSpPr>
            <p:cNvPr id="76" name="Forme libre : forme 75">
              <a:extLst>
                <a:ext uri="{FF2B5EF4-FFF2-40B4-BE49-F238E27FC236}">
                  <a16:creationId xmlns:a16="http://schemas.microsoft.com/office/drawing/2014/main" id="{99A866AE-65FA-4F9E-98D0-E71681C14AC2}"/>
                </a:ext>
              </a:extLst>
            </p:cNvPr>
            <p:cNvSpPr/>
            <p:nvPr/>
          </p:nvSpPr>
          <p:spPr>
            <a:xfrm>
              <a:off x="15145311" y="3644581"/>
              <a:ext cx="360865"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173340"/>
            </a:solidFill>
            <a:ln w="6695" cap="flat">
              <a:noFill/>
              <a:prstDash val="solid"/>
              <a:miter/>
            </a:ln>
          </p:spPr>
          <p:txBody>
            <a:bodyPr rtlCol="0" anchor="ctr"/>
            <a:lstStyle/>
            <a:p>
              <a:pPr algn="ctr">
                <a:lnSpc>
                  <a:spcPct val="90000"/>
                </a:lnSpc>
                <a:spcAft>
                  <a:spcPts val="0"/>
                </a:spcAft>
              </a:pPr>
              <a:r>
                <a:rPr lang="en-US" sz="700" b="0">
                  <a:solidFill>
                    <a:schemeClr val="bg1"/>
                  </a:solidFill>
                  <a:latin typeface="Ubuntu" panose="020B0504030602030204" pitchFamily="34" charset="0"/>
                </a:rPr>
                <a:t>23</a:t>
              </a:r>
            </a:p>
            <a:p>
              <a:pPr algn="ctr">
                <a:lnSpc>
                  <a:spcPct val="90000"/>
                </a:lnSpc>
                <a:spcAft>
                  <a:spcPts val="0"/>
                </a:spcAft>
              </a:pPr>
              <a:r>
                <a:rPr lang="en-US" sz="700" b="0">
                  <a:solidFill>
                    <a:schemeClr val="bg1"/>
                  </a:solidFill>
                  <a:latin typeface="Ubuntu" panose="020B0504030602030204" pitchFamily="34" charset="0"/>
                </a:rPr>
                <a:t>51</a:t>
              </a:r>
            </a:p>
            <a:p>
              <a:pPr algn="ctr">
                <a:lnSpc>
                  <a:spcPct val="90000"/>
                </a:lnSpc>
                <a:spcAft>
                  <a:spcPts val="0"/>
                </a:spcAft>
              </a:pPr>
              <a:r>
                <a:rPr lang="en-US" sz="700" b="0">
                  <a:solidFill>
                    <a:schemeClr val="bg1"/>
                  </a:solidFill>
                  <a:latin typeface="Ubuntu" panose="020B0504030602030204" pitchFamily="34" charset="0"/>
                </a:rPr>
                <a:t>64</a:t>
              </a:r>
            </a:p>
          </p:txBody>
        </p:sp>
        <p:sp>
          <p:nvSpPr>
            <p:cNvPr id="77" name="Forme libre : forme 76">
              <a:extLst>
                <a:ext uri="{FF2B5EF4-FFF2-40B4-BE49-F238E27FC236}">
                  <a16:creationId xmlns:a16="http://schemas.microsoft.com/office/drawing/2014/main" id="{FF63074E-4AF4-4930-9679-FD2D7A0F2A11}"/>
                </a:ext>
              </a:extLst>
            </p:cNvPr>
            <p:cNvSpPr/>
            <p:nvPr/>
          </p:nvSpPr>
          <p:spPr>
            <a:xfrm>
              <a:off x="15145311" y="3231581"/>
              <a:ext cx="360865"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214554"/>
            </a:solidFill>
            <a:ln w="6695" cap="flat">
              <a:noFill/>
              <a:prstDash val="solid"/>
              <a:miter/>
            </a:ln>
          </p:spPr>
          <p:txBody>
            <a:bodyPr rtlCol="0" anchor="ctr"/>
            <a:lstStyle/>
            <a:p>
              <a:pPr algn="ctr">
                <a:lnSpc>
                  <a:spcPct val="90000"/>
                </a:lnSpc>
                <a:spcAft>
                  <a:spcPts val="0"/>
                </a:spcAft>
              </a:pPr>
              <a:r>
                <a:rPr lang="en-US" sz="700" b="0">
                  <a:solidFill>
                    <a:schemeClr val="bg1"/>
                  </a:solidFill>
                  <a:latin typeface="Ubuntu" panose="020B0504030602030204" pitchFamily="34" charset="0"/>
                </a:rPr>
                <a:t>33</a:t>
              </a:r>
            </a:p>
            <a:p>
              <a:pPr algn="ctr">
                <a:lnSpc>
                  <a:spcPct val="90000"/>
                </a:lnSpc>
                <a:spcAft>
                  <a:spcPts val="0"/>
                </a:spcAft>
              </a:pPr>
              <a:r>
                <a:rPr lang="en-US" sz="700" b="0">
                  <a:solidFill>
                    <a:schemeClr val="bg1"/>
                  </a:solidFill>
                  <a:latin typeface="Ubuntu" panose="020B0504030602030204" pitchFamily="34" charset="0"/>
                </a:rPr>
                <a:t>69</a:t>
              </a:r>
            </a:p>
            <a:p>
              <a:pPr algn="ctr">
                <a:lnSpc>
                  <a:spcPct val="90000"/>
                </a:lnSpc>
                <a:spcAft>
                  <a:spcPts val="0"/>
                </a:spcAft>
              </a:pPr>
              <a:r>
                <a:rPr lang="en-US" sz="700" b="0">
                  <a:solidFill>
                    <a:schemeClr val="bg1"/>
                  </a:solidFill>
                  <a:latin typeface="Ubuntu" panose="020B0504030602030204" pitchFamily="34" charset="0"/>
                </a:rPr>
                <a:t>84</a:t>
              </a:r>
            </a:p>
          </p:txBody>
        </p:sp>
        <p:sp>
          <p:nvSpPr>
            <p:cNvPr id="78" name="Forme libre : forme 77">
              <a:extLst>
                <a:ext uri="{FF2B5EF4-FFF2-40B4-BE49-F238E27FC236}">
                  <a16:creationId xmlns:a16="http://schemas.microsoft.com/office/drawing/2014/main" id="{56DB4C49-7593-476E-9314-2444B469873A}"/>
                </a:ext>
              </a:extLst>
            </p:cNvPr>
            <p:cNvSpPr/>
            <p:nvPr/>
          </p:nvSpPr>
          <p:spPr>
            <a:xfrm>
              <a:off x="15145311" y="2818581"/>
              <a:ext cx="360865" cy="406800"/>
            </a:xfrm>
            <a:custGeom>
              <a:avLst/>
              <a:gdLst>
                <a:gd name="connsiteX0" fmla="*/ 0 w 1111406"/>
                <a:gd name="connsiteY0" fmla="*/ 0 h 1111407"/>
                <a:gd name="connsiteX1" fmla="*/ 1111407 w 1111406"/>
                <a:gd name="connsiteY1" fmla="*/ 0 h 1111407"/>
                <a:gd name="connsiteX2" fmla="*/ 1111407 w 1111406"/>
                <a:gd name="connsiteY2" fmla="*/ 1111407 h 1111407"/>
                <a:gd name="connsiteX3" fmla="*/ 0 w 1111406"/>
                <a:gd name="connsiteY3" fmla="*/ 1111407 h 1111407"/>
              </a:gdLst>
              <a:ahLst/>
              <a:cxnLst>
                <a:cxn ang="0">
                  <a:pos x="connsiteX0" y="connsiteY0"/>
                </a:cxn>
                <a:cxn ang="0">
                  <a:pos x="connsiteX1" y="connsiteY1"/>
                </a:cxn>
                <a:cxn ang="0">
                  <a:pos x="connsiteX2" y="connsiteY2"/>
                </a:cxn>
                <a:cxn ang="0">
                  <a:pos x="connsiteX3" y="connsiteY3"/>
                </a:cxn>
              </a:cxnLst>
              <a:rect l="l" t="t" r="r" b="b"/>
              <a:pathLst>
                <a:path w="1111406" h="1111407">
                  <a:moveTo>
                    <a:pt x="0" y="0"/>
                  </a:moveTo>
                  <a:lnTo>
                    <a:pt x="1111407" y="0"/>
                  </a:lnTo>
                  <a:lnTo>
                    <a:pt x="1111407" y="1111407"/>
                  </a:lnTo>
                  <a:lnTo>
                    <a:pt x="0" y="1111407"/>
                  </a:lnTo>
                  <a:close/>
                </a:path>
              </a:pathLst>
            </a:custGeom>
            <a:solidFill>
              <a:srgbClr val="14596B"/>
            </a:solidFill>
            <a:ln w="6695" cap="flat">
              <a:noFill/>
              <a:prstDash val="solid"/>
              <a:miter/>
            </a:ln>
          </p:spPr>
          <p:txBody>
            <a:bodyPr rtlCol="0" anchor="ctr"/>
            <a:lstStyle/>
            <a:p>
              <a:pPr algn="ctr">
                <a:lnSpc>
                  <a:spcPct val="90000"/>
                </a:lnSpc>
                <a:spcAft>
                  <a:spcPts val="0"/>
                </a:spcAft>
              </a:pPr>
              <a:r>
                <a:rPr lang="en-US" sz="700" b="0">
                  <a:solidFill>
                    <a:schemeClr val="bg1"/>
                  </a:solidFill>
                  <a:latin typeface="Ubuntu" panose="020B0504030602030204" pitchFamily="34" charset="0"/>
                </a:rPr>
                <a:t>20</a:t>
              </a:r>
            </a:p>
            <a:p>
              <a:pPr algn="ctr">
                <a:lnSpc>
                  <a:spcPct val="90000"/>
                </a:lnSpc>
                <a:spcAft>
                  <a:spcPts val="0"/>
                </a:spcAft>
              </a:pPr>
              <a:r>
                <a:rPr lang="en-US" sz="700" b="0">
                  <a:solidFill>
                    <a:schemeClr val="bg1"/>
                  </a:solidFill>
                  <a:latin typeface="Ubuntu" panose="020B0504030602030204" pitchFamily="34" charset="0"/>
                </a:rPr>
                <a:t>89</a:t>
              </a:r>
            </a:p>
            <a:p>
              <a:pPr algn="ctr">
                <a:lnSpc>
                  <a:spcPct val="90000"/>
                </a:lnSpc>
                <a:spcAft>
                  <a:spcPts val="0"/>
                </a:spcAft>
              </a:pPr>
              <a:r>
                <a:rPr lang="en-US" sz="700" b="0">
                  <a:solidFill>
                    <a:schemeClr val="bg1"/>
                  </a:solidFill>
                  <a:latin typeface="Ubuntu" panose="020B0504030602030204" pitchFamily="34" charset="0"/>
                </a:rPr>
                <a:t>107</a:t>
              </a:r>
            </a:p>
          </p:txBody>
        </p:sp>
        <p:sp>
          <p:nvSpPr>
            <p:cNvPr id="79" name="Forme libre : forme 78">
              <a:extLst>
                <a:ext uri="{FF2B5EF4-FFF2-40B4-BE49-F238E27FC236}">
                  <a16:creationId xmlns:a16="http://schemas.microsoft.com/office/drawing/2014/main" id="{82B57E86-9AA1-49BE-93E7-6C1DB4AFDDF9}"/>
                </a:ext>
              </a:extLst>
            </p:cNvPr>
            <p:cNvSpPr/>
            <p:nvPr/>
          </p:nvSpPr>
          <p:spPr>
            <a:xfrm>
              <a:off x="15145311" y="2405581"/>
              <a:ext cx="360865"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336B7D"/>
            </a:solidFill>
            <a:ln w="6695" cap="flat">
              <a:noFill/>
              <a:prstDash val="solid"/>
              <a:miter/>
            </a:ln>
          </p:spPr>
          <p:txBody>
            <a:bodyPr rtlCol="0" anchor="ctr"/>
            <a:lstStyle/>
            <a:p>
              <a:pPr algn="ctr">
                <a:lnSpc>
                  <a:spcPct val="90000"/>
                </a:lnSpc>
                <a:spcAft>
                  <a:spcPts val="0"/>
                </a:spcAft>
              </a:pPr>
              <a:r>
                <a:rPr lang="en-US" sz="700" b="0">
                  <a:solidFill>
                    <a:schemeClr val="bg1"/>
                  </a:solidFill>
                  <a:latin typeface="Ubuntu" panose="020B0504030602030204" pitchFamily="34" charset="0"/>
                </a:rPr>
                <a:t>51</a:t>
              </a:r>
            </a:p>
            <a:p>
              <a:pPr algn="ctr">
                <a:lnSpc>
                  <a:spcPct val="90000"/>
                </a:lnSpc>
                <a:spcAft>
                  <a:spcPts val="0"/>
                </a:spcAft>
              </a:pPr>
              <a:r>
                <a:rPr lang="en-US" sz="700" b="0">
                  <a:solidFill>
                    <a:schemeClr val="bg1"/>
                  </a:solidFill>
                  <a:latin typeface="Ubuntu" panose="020B0504030602030204" pitchFamily="34" charset="0"/>
                </a:rPr>
                <a:t>107</a:t>
              </a:r>
            </a:p>
            <a:p>
              <a:pPr algn="ctr">
                <a:lnSpc>
                  <a:spcPct val="90000"/>
                </a:lnSpc>
                <a:spcAft>
                  <a:spcPts val="0"/>
                </a:spcAft>
              </a:pPr>
              <a:r>
                <a:rPr lang="en-US" sz="700" b="0">
                  <a:solidFill>
                    <a:schemeClr val="bg1"/>
                  </a:solidFill>
                  <a:latin typeface="Ubuntu" panose="020B0504030602030204" pitchFamily="34" charset="0"/>
                </a:rPr>
                <a:t>25</a:t>
              </a:r>
            </a:p>
          </p:txBody>
        </p:sp>
        <p:sp>
          <p:nvSpPr>
            <p:cNvPr id="80" name="Forme libre : forme 79">
              <a:extLst>
                <a:ext uri="{FF2B5EF4-FFF2-40B4-BE49-F238E27FC236}">
                  <a16:creationId xmlns:a16="http://schemas.microsoft.com/office/drawing/2014/main" id="{F58D84FF-3235-47A7-A015-65B66A7E9528}"/>
                </a:ext>
              </a:extLst>
            </p:cNvPr>
            <p:cNvSpPr/>
            <p:nvPr/>
          </p:nvSpPr>
          <p:spPr>
            <a:xfrm>
              <a:off x="15145311" y="1992581"/>
              <a:ext cx="360865"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338091"/>
            </a:solidFill>
            <a:ln w="6695" cap="flat">
              <a:noFill/>
              <a:prstDash val="solid"/>
              <a:miter/>
            </a:ln>
          </p:spPr>
          <p:txBody>
            <a:bodyPr rtlCol="0" anchor="ctr"/>
            <a:lstStyle/>
            <a:p>
              <a:pPr algn="ctr">
                <a:lnSpc>
                  <a:spcPct val="90000"/>
                </a:lnSpc>
                <a:spcAft>
                  <a:spcPts val="0"/>
                </a:spcAft>
              </a:pPr>
              <a:r>
                <a:rPr lang="en-US" sz="700" b="0">
                  <a:solidFill>
                    <a:schemeClr val="bg1"/>
                  </a:solidFill>
                  <a:latin typeface="Ubuntu" panose="020B0504030602030204" pitchFamily="34" charset="0"/>
                </a:rPr>
                <a:t>51</a:t>
              </a:r>
            </a:p>
            <a:p>
              <a:pPr algn="ctr">
                <a:lnSpc>
                  <a:spcPct val="90000"/>
                </a:lnSpc>
                <a:spcAft>
                  <a:spcPts val="0"/>
                </a:spcAft>
              </a:pPr>
              <a:r>
                <a:rPr lang="en-US" sz="700" b="0">
                  <a:solidFill>
                    <a:schemeClr val="bg1"/>
                  </a:solidFill>
                  <a:latin typeface="Ubuntu" panose="020B0504030602030204" pitchFamily="34" charset="0"/>
                </a:rPr>
                <a:t>128</a:t>
              </a:r>
            </a:p>
            <a:p>
              <a:pPr algn="ctr">
                <a:lnSpc>
                  <a:spcPct val="90000"/>
                </a:lnSpc>
                <a:spcAft>
                  <a:spcPts val="0"/>
                </a:spcAft>
              </a:pPr>
              <a:r>
                <a:rPr lang="en-US" sz="700" b="0">
                  <a:solidFill>
                    <a:schemeClr val="bg1"/>
                  </a:solidFill>
                  <a:latin typeface="Ubuntu" panose="020B0504030602030204" pitchFamily="34" charset="0"/>
                </a:rPr>
                <a:t>145</a:t>
              </a:r>
            </a:p>
          </p:txBody>
        </p:sp>
        <p:sp>
          <p:nvSpPr>
            <p:cNvPr id="81" name="Forme libre : forme 80">
              <a:extLst>
                <a:ext uri="{FF2B5EF4-FFF2-40B4-BE49-F238E27FC236}">
                  <a16:creationId xmlns:a16="http://schemas.microsoft.com/office/drawing/2014/main" id="{0C2FDFFD-39D1-4054-899F-2527AF6109D7}"/>
                </a:ext>
              </a:extLst>
            </p:cNvPr>
            <p:cNvSpPr/>
            <p:nvPr/>
          </p:nvSpPr>
          <p:spPr>
            <a:xfrm>
              <a:off x="14408740" y="3644581"/>
              <a:ext cx="360865"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007D74"/>
            </a:solidFill>
            <a:ln w="6695" cap="flat">
              <a:noFill/>
              <a:prstDash val="solid"/>
              <a:miter/>
            </a:ln>
          </p:spPr>
          <p:txBody>
            <a:bodyPr rtlCol="0" anchor="ctr"/>
            <a:lstStyle/>
            <a:p>
              <a:pPr algn="ctr">
                <a:lnSpc>
                  <a:spcPct val="90000"/>
                </a:lnSpc>
                <a:spcAft>
                  <a:spcPts val="0"/>
                </a:spcAft>
              </a:pPr>
              <a:r>
                <a:rPr lang="en-US" sz="700" b="0">
                  <a:solidFill>
                    <a:schemeClr val="bg1"/>
                  </a:solidFill>
                  <a:latin typeface="Ubuntu" panose="020B0504030602030204" pitchFamily="34" charset="0"/>
                </a:rPr>
                <a:t>0</a:t>
              </a:r>
            </a:p>
            <a:p>
              <a:pPr algn="ctr">
                <a:lnSpc>
                  <a:spcPct val="90000"/>
                </a:lnSpc>
                <a:spcAft>
                  <a:spcPts val="0"/>
                </a:spcAft>
              </a:pPr>
              <a:r>
                <a:rPr lang="en-US" sz="700" b="0">
                  <a:solidFill>
                    <a:schemeClr val="bg1"/>
                  </a:solidFill>
                  <a:latin typeface="Ubuntu" panose="020B0504030602030204" pitchFamily="34" charset="0"/>
                </a:rPr>
                <a:t>125</a:t>
              </a:r>
            </a:p>
            <a:p>
              <a:pPr algn="ctr">
                <a:lnSpc>
                  <a:spcPct val="90000"/>
                </a:lnSpc>
                <a:spcAft>
                  <a:spcPts val="0"/>
                </a:spcAft>
              </a:pPr>
              <a:r>
                <a:rPr lang="en-US" sz="700" b="0">
                  <a:solidFill>
                    <a:schemeClr val="bg1"/>
                  </a:solidFill>
                  <a:latin typeface="Ubuntu" panose="020B0504030602030204" pitchFamily="34" charset="0"/>
                </a:rPr>
                <a:t>116</a:t>
              </a:r>
            </a:p>
          </p:txBody>
        </p:sp>
        <p:sp>
          <p:nvSpPr>
            <p:cNvPr id="82" name="Forme libre : forme 81">
              <a:extLst>
                <a:ext uri="{FF2B5EF4-FFF2-40B4-BE49-F238E27FC236}">
                  <a16:creationId xmlns:a16="http://schemas.microsoft.com/office/drawing/2014/main" id="{3B4493E8-9680-4EA3-9A68-6174B5ADF266}"/>
                </a:ext>
              </a:extLst>
            </p:cNvPr>
            <p:cNvSpPr/>
            <p:nvPr/>
          </p:nvSpPr>
          <p:spPr>
            <a:xfrm>
              <a:off x="14408740" y="3231581"/>
              <a:ext cx="360865"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00929B"/>
            </a:solidFill>
            <a:ln w="6695" cap="flat">
              <a:noFill/>
              <a:prstDash val="solid"/>
              <a:miter/>
            </a:ln>
          </p:spPr>
          <p:txBody>
            <a:bodyPr rtlCol="0" anchor="ctr"/>
            <a:lstStyle/>
            <a:p>
              <a:pPr algn="ctr">
                <a:lnSpc>
                  <a:spcPct val="90000"/>
                </a:lnSpc>
                <a:spcAft>
                  <a:spcPts val="0"/>
                </a:spcAft>
              </a:pPr>
              <a:r>
                <a:rPr lang="en-US" sz="700" b="0">
                  <a:solidFill>
                    <a:schemeClr val="bg1"/>
                  </a:solidFill>
                  <a:latin typeface="Ubuntu" panose="020B0504030602030204" pitchFamily="34" charset="0"/>
                </a:rPr>
                <a:t>0</a:t>
              </a:r>
            </a:p>
            <a:p>
              <a:pPr algn="ctr">
                <a:lnSpc>
                  <a:spcPct val="90000"/>
                </a:lnSpc>
                <a:spcAft>
                  <a:spcPts val="0"/>
                </a:spcAft>
              </a:pPr>
              <a:r>
                <a:rPr lang="en-US" sz="700" b="0">
                  <a:solidFill>
                    <a:schemeClr val="bg1"/>
                  </a:solidFill>
                  <a:latin typeface="Ubuntu" panose="020B0504030602030204" pitchFamily="34" charset="0"/>
                </a:rPr>
                <a:t>146</a:t>
              </a:r>
            </a:p>
            <a:p>
              <a:pPr algn="ctr">
                <a:lnSpc>
                  <a:spcPct val="90000"/>
                </a:lnSpc>
                <a:spcAft>
                  <a:spcPts val="0"/>
                </a:spcAft>
              </a:pPr>
              <a:r>
                <a:rPr lang="en-US" sz="700" b="0">
                  <a:solidFill>
                    <a:schemeClr val="bg1"/>
                  </a:solidFill>
                  <a:latin typeface="Ubuntu" panose="020B0504030602030204" pitchFamily="34" charset="0"/>
                </a:rPr>
                <a:t>155</a:t>
              </a:r>
            </a:p>
          </p:txBody>
        </p:sp>
        <p:sp>
          <p:nvSpPr>
            <p:cNvPr id="83" name="Forme libre : forme 82">
              <a:extLst>
                <a:ext uri="{FF2B5EF4-FFF2-40B4-BE49-F238E27FC236}">
                  <a16:creationId xmlns:a16="http://schemas.microsoft.com/office/drawing/2014/main" id="{B4B6B943-D34B-48B2-95E0-76C5F8BA25FA}"/>
                </a:ext>
              </a:extLst>
            </p:cNvPr>
            <p:cNvSpPr/>
            <p:nvPr/>
          </p:nvSpPr>
          <p:spPr>
            <a:xfrm>
              <a:off x="14408740" y="2818581"/>
              <a:ext cx="360865" cy="406800"/>
            </a:xfrm>
            <a:custGeom>
              <a:avLst/>
              <a:gdLst>
                <a:gd name="connsiteX0" fmla="*/ 0 w 1111406"/>
                <a:gd name="connsiteY0" fmla="*/ 0 h 1111407"/>
                <a:gd name="connsiteX1" fmla="*/ 1111407 w 1111406"/>
                <a:gd name="connsiteY1" fmla="*/ 0 h 1111407"/>
                <a:gd name="connsiteX2" fmla="*/ 1111407 w 1111406"/>
                <a:gd name="connsiteY2" fmla="*/ 1111407 h 1111407"/>
                <a:gd name="connsiteX3" fmla="*/ 0 w 1111406"/>
                <a:gd name="connsiteY3" fmla="*/ 1111407 h 1111407"/>
              </a:gdLst>
              <a:ahLst/>
              <a:cxnLst>
                <a:cxn ang="0">
                  <a:pos x="connsiteX0" y="connsiteY0"/>
                </a:cxn>
                <a:cxn ang="0">
                  <a:pos x="connsiteX1" y="connsiteY1"/>
                </a:cxn>
                <a:cxn ang="0">
                  <a:pos x="connsiteX2" y="connsiteY2"/>
                </a:cxn>
                <a:cxn ang="0">
                  <a:pos x="connsiteX3" y="connsiteY3"/>
                </a:cxn>
              </a:cxnLst>
              <a:rect l="l" t="t" r="r" b="b"/>
              <a:pathLst>
                <a:path w="1111406" h="1111407">
                  <a:moveTo>
                    <a:pt x="0" y="0"/>
                  </a:moveTo>
                  <a:lnTo>
                    <a:pt x="1111407" y="0"/>
                  </a:lnTo>
                  <a:lnTo>
                    <a:pt x="1111407" y="1111407"/>
                  </a:lnTo>
                  <a:lnTo>
                    <a:pt x="0" y="1111407"/>
                  </a:lnTo>
                  <a:close/>
                </a:path>
              </a:pathLst>
            </a:custGeom>
            <a:solidFill>
              <a:srgbClr val="00BFBF"/>
            </a:solidFill>
            <a:ln w="6695" cap="flat">
              <a:noFill/>
              <a:prstDash val="solid"/>
              <a:miter/>
            </a:ln>
          </p:spPr>
          <p:txBody>
            <a:bodyPr rtlCol="0" anchor="ctr"/>
            <a:lstStyle/>
            <a:p>
              <a:pPr algn="ctr">
                <a:lnSpc>
                  <a:spcPct val="90000"/>
                </a:lnSpc>
                <a:spcAft>
                  <a:spcPts val="0"/>
                </a:spcAft>
              </a:pPr>
              <a:r>
                <a:rPr lang="en-US" sz="700" b="0">
                  <a:latin typeface="Ubuntu" panose="020B0504030602030204" pitchFamily="34" charset="0"/>
                </a:rPr>
                <a:t>0</a:t>
              </a:r>
            </a:p>
            <a:p>
              <a:pPr algn="ctr">
                <a:lnSpc>
                  <a:spcPct val="90000"/>
                </a:lnSpc>
                <a:spcAft>
                  <a:spcPts val="0"/>
                </a:spcAft>
              </a:pPr>
              <a:r>
                <a:rPr lang="en-US" sz="700" b="0">
                  <a:latin typeface="Ubuntu" panose="020B0504030602030204" pitchFamily="34" charset="0"/>
                </a:rPr>
                <a:t>191</a:t>
              </a:r>
            </a:p>
            <a:p>
              <a:pPr algn="ctr">
                <a:lnSpc>
                  <a:spcPct val="90000"/>
                </a:lnSpc>
                <a:spcAft>
                  <a:spcPts val="0"/>
                </a:spcAft>
              </a:pPr>
              <a:r>
                <a:rPr lang="en-US" sz="700" b="0">
                  <a:latin typeface="Ubuntu" panose="020B0504030602030204" pitchFamily="34" charset="0"/>
                </a:rPr>
                <a:t>191</a:t>
              </a:r>
            </a:p>
          </p:txBody>
        </p:sp>
        <p:sp>
          <p:nvSpPr>
            <p:cNvPr id="84" name="Forme libre : forme 83">
              <a:extLst>
                <a:ext uri="{FF2B5EF4-FFF2-40B4-BE49-F238E27FC236}">
                  <a16:creationId xmlns:a16="http://schemas.microsoft.com/office/drawing/2014/main" id="{B434FFE6-E50A-4EA9-83D4-F9F4917BBCB8}"/>
                </a:ext>
              </a:extLst>
            </p:cNvPr>
            <p:cNvSpPr/>
            <p:nvPr/>
          </p:nvSpPr>
          <p:spPr>
            <a:xfrm>
              <a:off x="14408740" y="2405581"/>
              <a:ext cx="360865"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00D5D0"/>
            </a:solidFill>
            <a:ln w="6695" cap="flat">
              <a:noFill/>
              <a:prstDash val="solid"/>
              <a:miter/>
            </a:ln>
          </p:spPr>
          <p:txBody>
            <a:bodyPr rtlCol="0" anchor="ctr"/>
            <a:lstStyle/>
            <a:p>
              <a:pPr algn="ctr">
                <a:lnSpc>
                  <a:spcPct val="90000"/>
                </a:lnSpc>
                <a:spcAft>
                  <a:spcPts val="0"/>
                </a:spcAft>
              </a:pPr>
              <a:r>
                <a:rPr lang="en-US" sz="700" b="0">
                  <a:latin typeface="Ubuntu" panose="020B0504030602030204" pitchFamily="34" charset="0"/>
                </a:rPr>
                <a:t>0</a:t>
              </a:r>
            </a:p>
            <a:p>
              <a:pPr algn="ctr">
                <a:lnSpc>
                  <a:spcPct val="90000"/>
                </a:lnSpc>
                <a:spcAft>
                  <a:spcPts val="0"/>
                </a:spcAft>
              </a:pPr>
              <a:r>
                <a:rPr lang="en-US" sz="700" b="0">
                  <a:latin typeface="Ubuntu" panose="020B0504030602030204" pitchFamily="34" charset="0"/>
                </a:rPr>
                <a:t>213</a:t>
              </a:r>
            </a:p>
            <a:p>
              <a:pPr algn="ctr">
                <a:lnSpc>
                  <a:spcPct val="90000"/>
                </a:lnSpc>
                <a:spcAft>
                  <a:spcPts val="0"/>
                </a:spcAft>
              </a:pPr>
              <a:r>
                <a:rPr lang="en-US" sz="700" b="0">
                  <a:latin typeface="Ubuntu" panose="020B0504030602030204" pitchFamily="34" charset="0"/>
                </a:rPr>
                <a:t>208</a:t>
              </a:r>
            </a:p>
          </p:txBody>
        </p:sp>
        <p:sp>
          <p:nvSpPr>
            <p:cNvPr id="85" name="Forme libre : forme 84">
              <a:extLst>
                <a:ext uri="{FF2B5EF4-FFF2-40B4-BE49-F238E27FC236}">
                  <a16:creationId xmlns:a16="http://schemas.microsoft.com/office/drawing/2014/main" id="{E0BE1B97-A7F2-4E15-8D45-CD3F50622B5F}"/>
                </a:ext>
              </a:extLst>
            </p:cNvPr>
            <p:cNvSpPr/>
            <p:nvPr/>
          </p:nvSpPr>
          <p:spPr>
            <a:xfrm>
              <a:off x="14408740" y="1992581"/>
              <a:ext cx="360865"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00E6E3"/>
            </a:solidFill>
            <a:ln w="6695" cap="flat">
              <a:noFill/>
              <a:prstDash val="solid"/>
              <a:miter/>
            </a:ln>
          </p:spPr>
          <p:txBody>
            <a:bodyPr rtlCol="0" anchor="ctr"/>
            <a:lstStyle/>
            <a:p>
              <a:pPr algn="ctr">
                <a:lnSpc>
                  <a:spcPct val="90000"/>
                </a:lnSpc>
                <a:spcAft>
                  <a:spcPts val="0"/>
                </a:spcAft>
              </a:pPr>
              <a:r>
                <a:rPr lang="en-US" sz="700" b="0">
                  <a:latin typeface="Ubuntu" panose="020B0504030602030204" pitchFamily="34" charset="0"/>
                </a:rPr>
                <a:t>0</a:t>
              </a:r>
            </a:p>
            <a:p>
              <a:pPr algn="ctr">
                <a:lnSpc>
                  <a:spcPct val="90000"/>
                </a:lnSpc>
                <a:spcAft>
                  <a:spcPts val="0"/>
                </a:spcAft>
              </a:pPr>
              <a:r>
                <a:rPr lang="en-US" sz="700" b="0">
                  <a:latin typeface="Ubuntu" panose="020B0504030602030204" pitchFamily="34" charset="0"/>
                </a:rPr>
                <a:t>230</a:t>
              </a:r>
            </a:p>
            <a:p>
              <a:pPr algn="ctr">
                <a:lnSpc>
                  <a:spcPct val="90000"/>
                </a:lnSpc>
                <a:spcAft>
                  <a:spcPts val="0"/>
                </a:spcAft>
              </a:pPr>
              <a:r>
                <a:rPr lang="en-US" sz="700" b="0">
                  <a:latin typeface="Ubuntu" panose="020B0504030602030204" pitchFamily="34" charset="0"/>
                </a:rPr>
                <a:t>227</a:t>
              </a:r>
            </a:p>
          </p:txBody>
        </p:sp>
      </p:grpSp>
      <p:grpSp>
        <p:nvGrpSpPr>
          <p:cNvPr id="94" name="Groupe 1">
            <a:extLst>
              <a:ext uri="{FF2B5EF4-FFF2-40B4-BE49-F238E27FC236}">
                <a16:creationId xmlns:a16="http://schemas.microsoft.com/office/drawing/2014/main" id="{11A3E882-4152-49CC-A658-0BA2BD4CCF4E}"/>
              </a:ext>
            </a:extLst>
          </p:cNvPr>
          <p:cNvGrpSpPr>
            <a:grpSpLocks noChangeAspect="1"/>
          </p:cNvGrpSpPr>
          <p:nvPr userDrawn="1"/>
        </p:nvGrpSpPr>
        <p:grpSpPr>
          <a:xfrm>
            <a:off x="11562163" y="205059"/>
            <a:ext cx="419436" cy="388988"/>
            <a:chOff x="11501102" y="171573"/>
            <a:chExt cx="419436" cy="388988"/>
          </a:xfrm>
        </p:grpSpPr>
        <p:sp>
          <p:nvSpPr>
            <p:cNvPr id="95" name="Freeform 13">
              <a:extLst>
                <a:ext uri="{FF2B5EF4-FFF2-40B4-BE49-F238E27FC236}">
                  <a16:creationId xmlns:a16="http://schemas.microsoft.com/office/drawing/2014/main" id="{7962C740-AA7F-4225-AF45-30CEC5D85747}"/>
                </a:ext>
              </a:extLst>
            </p:cNvPr>
            <p:cNvSpPr>
              <a:spLocks/>
            </p:cNvSpPr>
            <p:nvPr userDrawn="1"/>
          </p:nvSpPr>
          <p:spPr bwMode="auto">
            <a:xfrm>
              <a:off x="11644642" y="334376"/>
              <a:ext cx="275896" cy="226185"/>
            </a:xfrm>
            <a:custGeom>
              <a:avLst/>
              <a:gdLst/>
              <a:ahLst/>
              <a:cxnLst>
                <a:cxn ang="0">
                  <a:pos x="125" y="107"/>
                </a:cxn>
                <a:cxn ang="0">
                  <a:pos x="188" y="43"/>
                </a:cxn>
                <a:cxn ang="0">
                  <a:pos x="141" y="0"/>
                </a:cxn>
                <a:cxn ang="0">
                  <a:pos x="49" y="99"/>
                </a:cxn>
                <a:cxn ang="0">
                  <a:pos x="0" y="144"/>
                </a:cxn>
                <a:cxn ang="0">
                  <a:pos x="37" y="154"/>
                </a:cxn>
                <a:cxn ang="0">
                  <a:pos x="125" y="125"/>
                </a:cxn>
                <a:cxn ang="0">
                  <a:pos x="81" y="86"/>
                </a:cxn>
                <a:cxn ang="0">
                  <a:pos x="125" y="107"/>
                </a:cxn>
              </a:cxnLst>
              <a:rect l="0" t="0" r="r" b="b"/>
              <a:pathLst>
                <a:path w="188" h="154">
                  <a:moveTo>
                    <a:pt x="125" y="107"/>
                  </a:moveTo>
                  <a:cubicBezTo>
                    <a:pt x="160" y="107"/>
                    <a:pt x="188" y="78"/>
                    <a:pt x="188" y="43"/>
                  </a:cubicBezTo>
                  <a:cubicBezTo>
                    <a:pt x="186" y="28"/>
                    <a:pt x="181" y="0"/>
                    <a:pt x="141" y="0"/>
                  </a:cubicBezTo>
                  <a:cubicBezTo>
                    <a:pt x="99" y="0"/>
                    <a:pt x="84" y="60"/>
                    <a:pt x="49" y="99"/>
                  </a:cubicBezTo>
                  <a:cubicBezTo>
                    <a:pt x="47" y="121"/>
                    <a:pt x="26" y="140"/>
                    <a:pt x="0" y="144"/>
                  </a:cubicBezTo>
                  <a:cubicBezTo>
                    <a:pt x="6" y="150"/>
                    <a:pt x="20" y="154"/>
                    <a:pt x="37" y="154"/>
                  </a:cubicBezTo>
                  <a:cubicBezTo>
                    <a:pt x="68" y="154"/>
                    <a:pt x="106" y="145"/>
                    <a:pt x="125" y="125"/>
                  </a:cubicBezTo>
                  <a:cubicBezTo>
                    <a:pt x="99" y="126"/>
                    <a:pt x="82" y="109"/>
                    <a:pt x="81" y="86"/>
                  </a:cubicBezTo>
                  <a:cubicBezTo>
                    <a:pt x="93" y="101"/>
                    <a:pt x="108" y="107"/>
                    <a:pt x="125" y="107"/>
                  </a:cubicBezTo>
                </a:path>
              </a:pathLst>
            </a:custGeom>
            <a:solidFill>
              <a:srgbClr val="12ABDB"/>
            </a:solidFill>
            <a:ln w="9525">
              <a:noFill/>
              <a:round/>
              <a:headEnd/>
              <a:tailEnd/>
            </a:ln>
          </p:spPr>
          <p:txBody>
            <a:bodyPr vert="horz" wrap="square" lIns="91440" tIns="45720" rIns="91440" bIns="45720" numCol="1" anchor="t" anchorCtr="0" compatLnSpc="1">
              <a:prstTxWarp prst="textNoShape">
                <a:avLst/>
              </a:prstTxWarp>
            </a:bodyPr>
            <a:lstStyle/>
            <a:p>
              <a:endParaRPr lang="en-GB"/>
            </a:p>
          </p:txBody>
        </p:sp>
        <p:sp>
          <p:nvSpPr>
            <p:cNvPr id="96" name="Freeform 14">
              <a:extLst>
                <a:ext uri="{FF2B5EF4-FFF2-40B4-BE49-F238E27FC236}">
                  <a16:creationId xmlns:a16="http://schemas.microsoft.com/office/drawing/2014/main" id="{8B6BE8F3-0248-42CC-8053-5B10FA1A6457}"/>
                </a:ext>
              </a:extLst>
            </p:cNvPr>
            <p:cNvSpPr>
              <a:spLocks/>
            </p:cNvSpPr>
            <p:nvPr userDrawn="1"/>
          </p:nvSpPr>
          <p:spPr bwMode="auto">
            <a:xfrm>
              <a:off x="11501102" y="171573"/>
              <a:ext cx="419436" cy="356676"/>
            </a:xfrm>
            <a:custGeom>
              <a:avLst/>
              <a:gdLst/>
              <a:ahLst/>
              <a:cxnLst>
                <a:cxn ang="0">
                  <a:pos x="286" y="152"/>
                </a:cxn>
                <a:cxn ang="0">
                  <a:pos x="237" y="51"/>
                </a:cxn>
                <a:cxn ang="0">
                  <a:pos x="160" y="3"/>
                </a:cxn>
                <a:cxn ang="0">
                  <a:pos x="153" y="0"/>
                </a:cxn>
                <a:cxn ang="0">
                  <a:pos x="153" y="0"/>
                </a:cxn>
                <a:cxn ang="0">
                  <a:pos x="0" y="158"/>
                </a:cxn>
                <a:cxn ang="0">
                  <a:pos x="53" y="236"/>
                </a:cxn>
                <a:cxn ang="0">
                  <a:pos x="107" y="237"/>
                </a:cxn>
                <a:cxn ang="0">
                  <a:pos x="147" y="210"/>
                </a:cxn>
                <a:cxn ang="0">
                  <a:pos x="239" y="111"/>
                </a:cxn>
                <a:cxn ang="0">
                  <a:pos x="286" y="154"/>
                </a:cxn>
                <a:cxn ang="0">
                  <a:pos x="286" y="152"/>
                </a:cxn>
              </a:cxnLst>
              <a:rect l="0" t="0" r="r" b="b"/>
              <a:pathLst>
                <a:path w="286" h="243">
                  <a:moveTo>
                    <a:pt x="286" y="152"/>
                  </a:moveTo>
                  <a:cubicBezTo>
                    <a:pt x="286" y="112"/>
                    <a:pt x="266" y="78"/>
                    <a:pt x="237" y="51"/>
                  </a:cubicBezTo>
                  <a:cubicBezTo>
                    <a:pt x="215" y="30"/>
                    <a:pt x="188" y="15"/>
                    <a:pt x="160" y="3"/>
                  </a:cubicBezTo>
                  <a:cubicBezTo>
                    <a:pt x="158" y="2"/>
                    <a:pt x="156" y="1"/>
                    <a:pt x="153" y="0"/>
                  </a:cubicBezTo>
                  <a:cubicBezTo>
                    <a:pt x="153" y="0"/>
                    <a:pt x="153" y="0"/>
                    <a:pt x="153" y="0"/>
                  </a:cubicBezTo>
                  <a:cubicBezTo>
                    <a:pt x="119" y="41"/>
                    <a:pt x="0" y="72"/>
                    <a:pt x="0" y="158"/>
                  </a:cubicBezTo>
                  <a:cubicBezTo>
                    <a:pt x="0" y="192"/>
                    <a:pt x="21" y="224"/>
                    <a:pt x="53" y="236"/>
                  </a:cubicBezTo>
                  <a:cubicBezTo>
                    <a:pt x="71" y="243"/>
                    <a:pt x="89" y="243"/>
                    <a:pt x="107" y="237"/>
                  </a:cubicBezTo>
                  <a:cubicBezTo>
                    <a:pt x="123" y="232"/>
                    <a:pt x="136" y="222"/>
                    <a:pt x="147" y="210"/>
                  </a:cubicBezTo>
                  <a:cubicBezTo>
                    <a:pt x="182" y="171"/>
                    <a:pt x="197" y="111"/>
                    <a:pt x="239" y="111"/>
                  </a:cubicBezTo>
                  <a:cubicBezTo>
                    <a:pt x="279" y="111"/>
                    <a:pt x="284" y="139"/>
                    <a:pt x="286" y="154"/>
                  </a:cubicBezTo>
                  <a:cubicBezTo>
                    <a:pt x="286" y="154"/>
                    <a:pt x="286" y="153"/>
                    <a:pt x="286" y="152"/>
                  </a:cubicBezTo>
                </a:path>
              </a:pathLst>
            </a:custGeom>
            <a:solidFill>
              <a:srgbClr val="0070AD"/>
            </a:solidFill>
            <a:ln w="9525">
              <a:noFill/>
              <a:round/>
              <a:headEnd/>
              <a:tailEnd/>
            </a:ln>
          </p:spPr>
          <p:txBody>
            <a:bodyPr vert="horz" wrap="square" lIns="91440" tIns="45720" rIns="91440" bIns="45720" numCol="1" anchor="t" anchorCtr="0" compatLnSpc="1">
              <a:prstTxWarp prst="textNoShape">
                <a:avLst/>
              </a:prstTxWarp>
            </a:bodyPr>
            <a:lstStyle/>
            <a:p>
              <a:endParaRPr lang="en-GB"/>
            </a:p>
          </p:txBody>
        </p:sp>
      </p:grpSp>
      <p:sp>
        <p:nvSpPr>
          <p:cNvPr id="86" name="Retângulo 43">
            <a:extLst>
              <a:ext uri="{FF2B5EF4-FFF2-40B4-BE49-F238E27FC236}">
                <a16:creationId xmlns:a16="http://schemas.microsoft.com/office/drawing/2014/main" id="{5539996C-DD2A-49D6-AFB0-763FCB2EE440}"/>
              </a:ext>
            </a:extLst>
          </p:cNvPr>
          <p:cNvSpPr/>
          <p:nvPr userDrawn="1"/>
        </p:nvSpPr>
        <p:spPr>
          <a:xfrm>
            <a:off x="11744128" y="6517658"/>
            <a:ext cx="229263" cy="215444"/>
          </a:xfrm>
          <a:prstGeom prst="rect">
            <a:avLst/>
          </a:prstGeom>
        </p:spPr>
        <p:txBody>
          <a:bodyPr wrap="square" lIns="0" rIns="0">
            <a:spAutoFit/>
          </a:bodyPr>
          <a:lstStyle/>
          <a:p>
            <a:pPr algn="r"/>
            <a:fld id="{0502E5A9-B53C-401E-A0E0-4A359BB0A9E5}" type="slidenum">
              <a:rPr lang="en-US" sz="800" smtClean="0">
                <a:solidFill>
                  <a:srgbClr val="A6A6A6"/>
                </a:solidFill>
                <a:latin typeface="Ubuntu" panose="020B0504030602030204" pitchFamily="34" charset="0"/>
                <a:cs typeface="Arial" panose="020B0604020202020204" pitchFamily="34" charset="0"/>
              </a:rPr>
              <a:pPr algn="r"/>
              <a:t>‹#›</a:t>
            </a:fld>
            <a:endParaRPr lang="en-US" sz="800">
              <a:solidFill>
                <a:srgbClr val="A6A6A6"/>
              </a:solidFill>
              <a:latin typeface="Ubuntu" panose="020B0504030602030204" pitchFamily="34" charset="0"/>
              <a:cs typeface="Arial" panose="020B0604020202020204" pitchFamily="34" charset="0"/>
            </a:endParaRPr>
          </a:p>
        </p:txBody>
      </p:sp>
    </p:spTree>
    <p:extLst>
      <p:ext uri="{BB962C8B-B14F-4D97-AF65-F5344CB8AC3E}">
        <p14:creationId xmlns:p14="http://schemas.microsoft.com/office/powerpoint/2010/main" val="1941750644"/>
      </p:ext>
    </p:extLst>
  </p:cSld>
  <p:clrMap bg1="lt1" tx1="dk1" bg2="lt2" tx2="dk2" accent1="accent1" accent2="accent2" accent3="accent3" accent4="accent4" accent5="accent5" accent6="accent6" hlink="hlink" folHlink="folHlink"/>
  <p:sldLayoutIdLst>
    <p:sldLayoutId id="2147484226" r:id="rId1"/>
    <p:sldLayoutId id="2147484227" r:id="rId2"/>
    <p:sldLayoutId id="2147484228" r:id="rId3"/>
    <p:sldLayoutId id="2147484229" r:id="rId4"/>
    <p:sldLayoutId id="2147484230" r:id="rId5"/>
    <p:sldLayoutId id="2147484231" r:id="rId6"/>
    <p:sldLayoutId id="2147484232" r:id="rId7"/>
    <p:sldLayoutId id="2147484233" r:id="rId8"/>
    <p:sldLayoutId id="2147484234" r:id="rId9"/>
    <p:sldLayoutId id="2147484235" r:id="rId10"/>
    <p:sldLayoutId id="2147484236" r:id="rId11"/>
    <p:sldLayoutId id="2147484237" r:id="rId12"/>
    <p:sldLayoutId id="2147484238" r:id="rId13"/>
    <p:sldLayoutId id="2147484239" r:id="rId14"/>
    <p:sldLayoutId id="2147484240" r:id="rId15"/>
    <p:sldLayoutId id="2147484241" r:id="rId16"/>
    <p:sldLayoutId id="2147484242" r:id="rId17"/>
    <p:sldLayoutId id="2147484243" r:id="rId18"/>
    <p:sldLayoutId id="2147484244" r:id="rId19"/>
    <p:sldLayoutId id="2147484245" r:id="rId20"/>
    <p:sldLayoutId id="2147484246" r:id="rId21"/>
    <p:sldLayoutId id="2147484247" r:id="rId22"/>
    <p:sldLayoutId id="2147484248" r:id="rId23"/>
    <p:sldLayoutId id="2147484249" r:id="rId24"/>
    <p:sldLayoutId id="2147484250" r:id="rId25"/>
    <p:sldLayoutId id="2147484252" r:id="rId26"/>
    <p:sldLayoutId id="2147484253" r:id="rId27"/>
    <p:sldLayoutId id="2147484254" r:id="rId28"/>
    <p:sldLayoutId id="2147484255" r:id="rId29"/>
    <p:sldLayoutId id="2147484256" r:id="rId30"/>
    <p:sldLayoutId id="2147484257" r:id="rId31"/>
    <p:sldLayoutId id="2147484258" r:id="rId32"/>
    <p:sldLayoutId id="2147484259" r:id="rId33"/>
    <p:sldLayoutId id="2147484260" r:id="rId34"/>
    <p:sldLayoutId id="2147484261" r:id="rId35"/>
    <p:sldLayoutId id="2147484262" r:id="rId36"/>
    <p:sldLayoutId id="2147484263" r:id="rId37"/>
    <p:sldLayoutId id="2147484264" r:id="rId38"/>
  </p:sldLayoutIdLst>
  <p:hf hdr="0"/>
  <p:txStyles>
    <p:titleStyle>
      <a:lvl1pPr marL="0" marR="0" indent="0" algn="l" defTabSz="914400" rtl="0" eaLnBrk="1" fontAlgn="auto" latinLnBrk="0" hangingPunct="1">
        <a:lnSpc>
          <a:spcPct val="90000"/>
        </a:lnSpc>
        <a:spcBef>
          <a:spcPct val="0"/>
        </a:spcBef>
        <a:spcAft>
          <a:spcPts val="0"/>
        </a:spcAft>
        <a:buClrTx/>
        <a:buSzTx/>
        <a:buFontTx/>
        <a:buNone/>
        <a:tabLst/>
        <a:defRPr kumimoji="0" lang="en-US" sz="2600" b="0" i="0" u="none" strike="noStrike" kern="1200" cap="all" spc="0" normalizeH="0" baseline="0" noProof="0" dirty="0">
          <a:ln>
            <a:noFill/>
          </a:ln>
          <a:solidFill>
            <a:schemeClr val="accent4"/>
          </a:solidFill>
          <a:effectLst/>
          <a:uLnTx/>
          <a:uFillTx/>
          <a:latin typeface="+mj-lt"/>
          <a:ea typeface="+mj-ea"/>
          <a:cs typeface="+mj-cs"/>
        </a:defRPr>
      </a:lvl1pPr>
    </p:titleStyle>
    <p:bodyStyle>
      <a:lvl1pPr marL="0" indent="0" algn="l" defTabSz="914400" rtl="0" eaLnBrk="1" latinLnBrk="0" hangingPunct="1">
        <a:lnSpc>
          <a:spcPct val="100000"/>
        </a:lnSpc>
        <a:spcBef>
          <a:spcPts val="0"/>
        </a:spcBef>
        <a:spcAft>
          <a:spcPts val="600"/>
        </a:spcAft>
        <a:buFont typeface="Arial" panose="020B0604020202020204" pitchFamily="34" charset="0"/>
        <a:buNone/>
        <a:defRPr sz="2000" kern="1200" baseline="0">
          <a:solidFill>
            <a:schemeClr val="tx1"/>
          </a:solidFill>
          <a:latin typeface="Ubuntu" panose="020B0504030602030204" pitchFamily="34" charset="0"/>
          <a:ea typeface="+mn-ea"/>
          <a:cs typeface="+mn-cs"/>
        </a:defRPr>
      </a:lvl1pPr>
      <a:lvl2pPr marL="177800" indent="-177800" algn="l" defTabSz="914400" rtl="0" eaLnBrk="1" latinLnBrk="0" hangingPunct="1">
        <a:lnSpc>
          <a:spcPct val="100000"/>
        </a:lnSpc>
        <a:spcBef>
          <a:spcPts val="0"/>
        </a:spcBef>
        <a:spcAft>
          <a:spcPts val="600"/>
        </a:spcAft>
        <a:buClr>
          <a:schemeClr val="accent1"/>
        </a:buClr>
        <a:buFont typeface="Wingdings" panose="05000000000000000000" pitchFamily="2" charset="2"/>
        <a:buChar char="§"/>
        <a:defRPr sz="1800" kern="1200" baseline="0">
          <a:solidFill>
            <a:schemeClr val="tx1"/>
          </a:solidFill>
          <a:latin typeface="Ubuntu" panose="020B0504030602030204" pitchFamily="34" charset="0"/>
          <a:ea typeface="+mn-ea"/>
          <a:cs typeface="+mn-cs"/>
        </a:defRPr>
      </a:lvl2pPr>
      <a:lvl3pPr marL="361950" indent="-184150" algn="l" defTabSz="914400" rtl="0" eaLnBrk="1" latinLnBrk="0" hangingPunct="1">
        <a:lnSpc>
          <a:spcPct val="100000"/>
        </a:lnSpc>
        <a:spcBef>
          <a:spcPts val="0"/>
        </a:spcBef>
        <a:spcAft>
          <a:spcPts val="600"/>
        </a:spcAft>
        <a:buClr>
          <a:schemeClr val="accent2"/>
        </a:buClr>
        <a:buFont typeface="Arial" panose="020B0604020202020204" pitchFamily="34" charset="0"/>
        <a:buChar char="•"/>
        <a:defRPr sz="1600" kern="1200" baseline="0">
          <a:solidFill>
            <a:schemeClr val="tx1"/>
          </a:solidFill>
          <a:latin typeface="Ubuntu" panose="020B0504030602030204" pitchFamily="34" charset="0"/>
          <a:ea typeface="+mn-ea"/>
          <a:cs typeface="+mn-cs"/>
        </a:defRPr>
      </a:lvl3pPr>
      <a:lvl4pPr marL="539750" indent="-177800" algn="l" defTabSz="914400" rtl="0" eaLnBrk="1" latinLnBrk="0" hangingPunct="1">
        <a:lnSpc>
          <a:spcPct val="100000"/>
        </a:lnSpc>
        <a:spcBef>
          <a:spcPts val="0"/>
        </a:spcBef>
        <a:spcAft>
          <a:spcPts val="600"/>
        </a:spcAft>
        <a:buClr>
          <a:schemeClr val="tx1"/>
        </a:buClr>
        <a:buFont typeface="Ubuntu" panose="020B0504030602030204" pitchFamily="34" charset="0"/>
        <a:buChar char="–"/>
        <a:defRPr sz="1400" kern="1200" baseline="0">
          <a:solidFill>
            <a:schemeClr val="tx1"/>
          </a:solidFill>
          <a:latin typeface="Ubuntu" panose="020B0504030602030204" pitchFamily="34" charset="0"/>
          <a:ea typeface="+mn-ea"/>
          <a:cs typeface="+mn-cs"/>
        </a:defRPr>
      </a:lvl4pPr>
      <a:lvl5pPr marL="717550" indent="-177800" algn="l" defTabSz="914400" rtl="0" eaLnBrk="1" latinLnBrk="0" hangingPunct="1">
        <a:lnSpc>
          <a:spcPct val="100000"/>
        </a:lnSpc>
        <a:spcBef>
          <a:spcPts val="0"/>
        </a:spcBef>
        <a:spcAft>
          <a:spcPts val="600"/>
        </a:spcAft>
        <a:buClr>
          <a:schemeClr val="accent3"/>
        </a:buClr>
        <a:buFont typeface="Arial" panose="020B0604020202020204" pitchFamily="34" charset="0"/>
        <a:buChar char="•"/>
        <a:defRPr sz="1400" kern="1200" baseline="0">
          <a:solidFill>
            <a:schemeClr val="tx1"/>
          </a:solidFill>
          <a:latin typeface="Ubuntu" panose="020B0504030602030204" pitchFamily="34"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pt-PT"/>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709">
          <p15:clr>
            <a:srgbClr val="F26B43"/>
          </p15:clr>
        </p15:guide>
        <p15:guide id="2" pos="7423">
          <p15:clr>
            <a:srgbClr val="F26B43"/>
          </p15:clr>
        </p15:guide>
        <p15:guide id="3" orient="horz" pos="4071">
          <p15:clr>
            <a:srgbClr val="F26B43"/>
          </p15:clr>
        </p15:guide>
        <p15:guide id="4" pos="255">
          <p15:clr>
            <a:srgbClr val="F26B43"/>
          </p15:clr>
        </p15:guide>
        <p15:guide id="5" orient="horz" pos="836">
          <p15:clr>
            <a:srgbClr val="F26B43"/>
          </p15:clr>
        </p15:guide>
        <p15:guide id="6" orient="horz" pos="245">
          <p15:clr>
            <a:srgbClr val="F26B43"/>
          </p15:clr>
        </p15:guide>
        <p15:guide id="7" pos="3840">
          <p15:clr>
            <a:srgbClr val="F26B43"/>
          </p15:clr>
        </p15:guide>
        <p15:guide id="8" pos="3899">
          <p15:clr>
            <a:srgbClr val="F26B43"/>
          </p15:clr>
        </p15:guide>
        <p15:guide id="9" pos="3783">
          <p15:clr>
            <a:srgbClr val="F26B43"/>
          </p15:clr>
        </p15:guide>
      </p15:sldGuideLst>
    </p:ext>
  </p:extLst>
</p:sldMaster>
</file>

<file path=ppt/slideMasters/slideMaster10.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graphicFrame>
        <p:nvGraphicFramePr>
          <p:cNvPr id="3" name="Object 2" hidden="1">
            <a:extLst>
              <a:ext uri="{FF2B5EF4-FFF2-40B4-BE49-F238E27FC236}">
                <a16:creationId xmlns:a16="http://schemas.microsoft.com/office/drawing/2014/main" id="{B34D1011-F283-64AE-6CCF-7630CC3B3C19}"/>
              </a:ext>
            </a:extLst>
          </p:cNvPr>
          <p:cNvGraphicFramePr>
            <a:graphicFrameLocks noChangeAspect="1"/>
          </p:cNvGraphicFramePr>
          <p:nvPr userDrawn="1">
            <p:custDataLst>
              <p:tags r:id="rId57"/>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58" imgW="473" imgH="473" progId="TCLayout.ActiveDocument.1">
                  <p:embed/>
                </p:oleObj>
              </mc:Choice>
              <mc:Fallback>
                <p:oleObj name="think-cell Slide" r:id="rId58" imgW="473" imgH="473" progId="TCLayout.ActiveDocument.1">
                  <p:embed/>
                  <p:pic>
                    <p:nvPicPr>
                      <p:cNvPr id="3" name="Object 2" hidden="1">
                        <a:extLst>
                          <a:ext uri="{FF2B5EF4-FFF2-40B4-BE49-F238E27FC236}">
                            <a16:creationId xmlns:a16="http://schemas.microsoft.com/office/drawing/2014/main" id="{B34D1011-F283-64AE-6CCF-7630CC3B3C19}"/>
                          </a:ext>
                        </a:extLst>
                      </p:cNvPr>
                      <p:cNvPicPr/>
                      <p:nvPr/>
                    </p:nvPicPr>
                    <p:blipFill>
                      <a:blip r:embed="rId59"/>
                      <a:stretch>
                        <a:fillRect/>
                      </a:stretch>
                    </p:blipFill>
                    <p:spPr>
                      <a:xfrm>
                        <a:off x="1588" y="1588"/>
                        <a:ext cx="1588" cy="1588"/>
                      </a:xfrm>
                      <a:prstGeom prst="rect">
                        <a:avLst/>
                      </a:prstGeom>
                    </p:spPr>
                  </p:pic>
                </p:oleObj>
              </mc:Fallback>
            </mc:AlternateContent>
          </a:graphicData>
        </a:graphic>
      </p:graphicFrame>
      <p:sp>
        <p:nvSpPr>
          <p:cNvPr id="4" name="Text Placeholder 1"/>
          <p:cNvSpPr>
            <a:spLocks noGrp="1"/>
          </p:cNvSpPr>
          <p:nvPr>
            <p:ph type="body" idx="1"/>
          </p:nvPr>
        </p:nvSpPr>
        <p:spPr>
          <a:xfrm>
            <a:off x="551384" y="1628800"/>
            <a:ext cx="11090938" cy="4829080"/>
          </a:xfrm>
          <a:prstGeom prst="rect">
            <a:avLst/>
          </a:prstGeom>
        </p:spPr>
        <p:txBody>
          <a:bodyPr vert="horz" lIns="0" tIns="0" rIns="18000" bIns="0" rtlCol="0">
            <a:noAutofit/>
          </a:bodyPr>
          <a:lstStyle/>
          <a:p>
            <a:pPr lvl="0"/>
            <a:r>
              <a:rPr lang="fr-FR"/>
              <a:t>Enter </a:t>
            </a:r>
            <a:r>
              <a:rPr lang="fr-FR" err="1"/>
              <a:t>your</a:t>
            </a:r>
            <a:r>
              <a:rPr lang="fr-FR"/>
              <a:t> contents</a:t>
            </a:r>
          </a:p>
          <a:p>
            <a:pPr lvl="1"/>
            <a:r>
              <a:rPr lang="fr-FR"/>
              <a:t>Second </a:t>
            </a:r>
            <a:r>
              <a:rPr lang="fr-FR" err="1"/>
              <a:t>level</a:t>
            </a:r>
            <a:endParaRPr lang="fr-FR"/>
          </a:p>
          <a:p>
            <a:pPr lvl="2"/>
            <a:r>
              <a:rPr lang="fr-FR" err="1"/>
              <a:t>Thirdlevel</a:t>
            </a:r>
            <a:endParaRPr lang="fr-FR"/>
          </a:p>
          <a:p>
            <a:pPr lvl="3"/>
            <a:r>
              <a:rPr lang="fr-FR" err="1"/>
              <a:t>Fourthlevel</a:t>
            </a:r>
            <a:endParaRPr lang="fr-FR"/>
          </a:p>
          <a:p>
            <a:pPr lvl="4"/>
            <a:r>
              <a:rPr lang="fr-FR" err="1"/>
              <a:t>Fifthlevel</a:t>
            </a:r>
            <a:endParaRPr lang="en-US"/>
          </a:p>
        </p:txBody>
      </p:sp>
      <p:grpSp>
        <p:nvGrpSpPr>
          <p:cNvPr id="31" name="Groupe 1">
            <a:extLst>
              <a:ext uri="{FF2B5EF4-FFF2-40B4-BE49-F238E27FC236}">
                <a16:creationId xmlns:a16="http://schemas.microsoft.com/office/drawing/2014/main" id="{F31688C0-3AAB-457C-86FA-4177A059CF79}"/>
              </a:ext>
            </a:extLst>
          </p:cNvPr>
          <p:cNvGrpSpPr/>
          <p:nvPr userDrawn="1"/>
        </p:nvGrpSpPr>
        <p:grpSpPr>
          <a:xfrm>
            <a:off x="11501102" y="171573"/>
            <a:ext cx="419436" cy="388988"/>
            <a:chOff x="11501102" y="171573"/>
            <a:chExt cx="419436" cy="388988"/>
          </a:xfrm>
        </p:grpSpPr>
        <p:sp>
          <p:nvSpPr>
            <p:cNvPr id="33" name="Freeform 13">
              <a:extLst>
                <a:ext uri="{FF2B5EF4-FFF2-40B4-BE49-F238E27FC236}">
                  <a16:creationId xmlns:a16="http://schemas.microsoft.com/office/drawing/2014/main" id="{0DF4B7FE-AA65-4E55-B964-75A3DEE12DA3}"/>
                </a:ext>
              </a:extLst>
            </p:cNvPr>
            <p:cNvSpPr>
              <a:spLocks/>
            </p:cNvSpPr>
            <p:nvPr/>
          </p:nvSpPr>
          <p:spPr bwMode="auto">
            <a:xfrm>
              <a:off x="11644642" y="334376"/>
              <a:ext cx="275896" cy="226185"/>
            </a:xfrm>
            <a:custGeom>
              <a:avLst/>
              <a:gdLst/>
              <a:ahLst/>
              <a:cxnLst>
                <a:cxn ang="0">
                  <a:pos x="125" y="107"/>
                </a:cxn>
                <a:cxn ang="0">
                  <a:pos x="188" y="43"/>
                </a:cxn>
                <a:cxn ang="0">
                  <a:pos x="141" y="0"/>
                </a:cxn>
                <a:cxn ang="0">
                  <a:pos x="49" y="99"/>
                </a:cxn>
                <a:cxn ang="0">
                  <a:pos x="0" y="144"/>
                </a:cxn>
                <a:cxn ang="0">
                  <a:pos x="37" y="154"/>
                </a:cxn>
                <a:cxn ang="0">
                  <a:pos x="125" y="125"/>
                </a:cxn>
                <a:cxn ang="0">
                  <a:pos x="81" y="86"/>
                </a:cxn>
                <a:cxn ang="0">
                  <a:pos x="125" y="107"/>
                </a:cxn>
              </a:cxnLst>
              <a:rect l="0" t="0" r="r" b="b"/>
              <a:pathLst>
                <a:path w="188" h="154">
                  <a:moveTo>
                    <a:pt x="125" y="107"/>
                  </a:moveTo>
                  <a:cubicBezTo>
                    <a:pt x="160" y="107"/>
                    <a:pt x="188" y="78"/>
                    <a:pt x="188" y="43"/>
                  </a:cubicBezTo>
                  <a:cubicBezTo>
                    <a:pt x="186" y="28"/>
                    <a:pt x="181" y="0"/>
                    <a:pt x="141" y="0"/>
                  </a:cubicBezTo>
                  <a:cubicBezTo>
                    <a:pt x="99" y="0"/>
                    <a:pt x="84" y="60"/>
                    <a:pt x="49" y="99"/>
                  </a:cubicBezTo>
                  <a:cubicBezTo>
                    <a:pt x="47" y="121"/>
                    <a:pt x="26" y="140"/>
                    <a:pt x="0" y="144"/>
                  </a:cubicBezTo>
                  <a:cubicBezTo>
                    <a:pt x="6" y="150"/>
                    <a:pt x="20" y="154"/>
                    <a:pt x="37" y="154"/>
                  </a:cubicBezTo>
                  <a:cubicBezTo>
                    <a:pt x="68" y="154"/>
                    <a:pt x="106" y="145"/>
                    <a:pt x="125" y="125"/>
                  </a:cubicBezTo>
                  <a:cubicBezTo>
                    <a:pt x="99" y="126"/>
                    <a:pt x="82" y="109"/>
                    <a:pt x="81" y="86"/>
                  </a:cubicBezTo>
                  <a:cubicBezTo>
                    <a:pt x="93" y="101"/>
                    <a:pt x="108" y="107"/>
                    <a:pt x="125" y="107"/>
                  </a:cubicBezTo>
                </a:path>
              </a:pathLst>
            </a:custGeom>
            <a:solidFill>
              <a:srgbClr val="12ABDB"/>
            </a:solidFill>
            <a:ln w="9525">
              <a:noFill/>
              <a:round/>
              <a:headEnd/>
              <a:tailEnd/>
            </a:ln>
          </p:spPr>
          <p:txBody>
            <a:bodyPr vert="horz" wrap="square" lIns="91440" tIns="45720" rIns="91440" bIns="45720" numCol="1" anchor="t" anchorCtr="0" compatLnSpc="1">
              <a:prstTxWarp prst="textNoShape">
                <a:avLst/>
              </a:prstTxWarp>
            </a:bodyPr>
            <a:lstStyle/>
            <a:p>
              <a:endParaRPr lang="en-GB"/>
            </a:p>
          </p:txBody>
        </p:sp>
        <p:sp>
          <p:nvSpPr>
            <p:cNvPr id="34" name="Freeform 14">
              <a:extLst>
                <a:ext uri="{FF2B5EF4-FFF2-40B4-BE49-F238E27FC236}">
                  <a16:creationId xmlns:a16="http://schemas.microsoft.com/office/drawing/2014/main" id="{08DB13D7-F3B3-4CCC-9572-7C835EA669A8}"/>
                </a:ext>
              </a:extLst>
            </p:cNvPr>
            <p:cNvSpPr>
              <a:spLocks/>
            </p:cNvSpPr>
            <p:nvPr/>
          </p:nvSpPr>
          <p:spPr bwMode="auto">
            <a:xfrm>
              <a:off x="11501102" y="171573"/>
              <a:ext cx="419436" cy="356676"/>
            </a:xfrm>
            <a:custGeom>
              <a:avLst/>
              <a:gdLst/>
              <a:ahLst/>
              <a:cxnLst>
                <a:cxn ang="0">
                  <a:pos x="286" y="152"/>
                </a:cxn>
                <a:cxn ang="0">
                  <a:pos x="237" y="51"/>
                </a:cxn>
                <a:cxn ang="0">
                  <a:pos x="160" y="3"/>
                </a:cxn>
                <a:cxn ang="0">
                  <a:pos x="153" y="0"/>
                </a:cxn>
                <a:cxn ang="0">
                  <a:pos x="153" y="0"/>
                </a:cxn>
                <a:cxn ang="0">
                  <a:pos x="0" y="158"/>
                </a:cxn>
                <a:cxn ang="0">
                  <a:pos x="53" y="236"/>
                </a:cxn>
                <a:cxn ang="0">
                  <a:pos x="107" y="237"/>
                </a:cxn>
                <a:cxn ang="0">
                  <a:pos x="147" y="210"/>
                </a:cxn>
                <a:cxn ang="0">
                  <a:pos x="239" y="111"/>
                </a:cxn>
                <a:cxn ang="0">
                  <a:pos x="286" y="154"/>
                </a:cxn>
                <a:cxn ang="0">
                  <a:pos x="286" y="152"/>
                </a:cxn>
              </a:cxnLst>
              <a:rect l="0" t="0" r="r" b="b"/>
              <a:pathLst>
                <a:path w="286" h="243">
                  <a:moveTo>
                    <a:pt x="286" y="152"/>
                  </a:moveTo>
                  <a:cubicBezTo>
                    <a:pt x="286" y="112"/>
                    <a:pt x="266" y="78"/>
                    <a:pt x="237" y="51"/>
                  </a:cubicBezTo>
                  <a:cubicBezTo>
                    <a:pt x="215" y="30"/>
                    <a:pt x="188" y="15"/>
                    <a:pt x="160" y="3"/>
                  </a:cubicBezTo>
                  <a:cubicBezTo>
                    <a:pt x="158" y="2"/>
                    <a:pt x="156" y="1"/>
                    <a:pt x="153" y="0"/>
                  </a:cubicBezTo>
                  <a:cubicBezTo>
                    <a:pt x="153" y="0"/>
                    <a:pt x="153" y="0"/>
                    <a:pt x="153" y="0"/>
                  </a:cubicBezTo>
                  <a:cubicBezTo>
                    <a:pt x="119" y="41"/>
                    <a:pt x="0" y="72"/>
                    <a:pt x="0" y="158"/>
                  </a:cubicBezTo>
                  <a:cubicBezTo>
                    <a:pt x="0" y="192"/>
                    <a:pt x="21" y="224"/>
                    <a:pt x="53" y="236"/>
                  </a:cubicBezTo>
                  <a:cubicBezTo>
                    <a:pt x="71" y="243"/>
                    <a:pt x="89" y="243"/>
                    <a:pt x="107" y="237"/>
                  </a:cubicBezTo>
                  <a:cubicBezTo>
                    <a:pt x="123" y="232"/>
                    <a:pt x="136" y="222"/>
                    <a:pt x="147" y="210"/>
                  </a:cubicBezTo>
                  <a:cubicBezTo>
                    <a:pt x="182" y="171"/>
                    <a:pt x="197" y="111"/>
                    <a:pt x="239" y="111"/>
                  </a:cubicBezTo>
                  <a:cubicBezTo>
                    <a:pt x="279" y="111"/>
                    <a:pt x="284" y="139"/>
                    <a:pt x="286" y="154"/>
                  </a:cubicBezTo>
                  <a:cubicBezTo>
                    <a:pt x="286" y="154"/>
                    <a:pt x="286" y="153"/>
                    <a:pt x="286" y="152"/>
                  </a:cubicBezTo>
                </a:path>
              </a:pathLst>
            </a:custGeom>
            <a:solidFill>
              <a:srgbClr val="0070AD"/>
            </a:solidFill>
            <a:ln w="9525">
              <a:noFill/>
              <a:round/>
              <a:headEnd/>
              <a:tailEnd/>
            </a:ln>
          </p:spPr>
          <p:txBody>
            <a:bodyPr vert="horz" wrap="square" lIns="91440" tIns="45720" rIns="91440" bIns="45720" numCol="1" anchor="t" anchorCtr="0" compatLnSpc="1">
              <a:prstTxWarp prst="textNoShape">
                <a:avLst/>
              </a:prstTxWarp>
            </a:bodyPr>
            <a:lstStyle/>
            <a:p>
              <a:endParaRPr lang="en-GB"/>
            </a:p>
          </p:txBody>
        </p:sp>
      </p:grpSp>
      <p:sp>
        <p:nvSpPr>
          <p:cNvPr id="38" name="Slide Number Placeholder 37">
            <a:extLst>
              <a:ext uri="{FF2B5EF4-FFF2-40B4-BE49-F238E27FC236}">
                <a16:creationId xmlns:a16="http://schemas.microsoft.com/office/drawing/2014/main" id="{7AB8C2A9-4C2D-43C3-9F07-0C825FF51364}"/>
              </a:ext>
            </a:extLst>
          </p:cNvPr>
          <p:cNvSpPr>
            <a:spLocks noGrp="1"/>
          </p:cNvSpPr>
          <p:nvPr>
            <p:ph type="sldNum" sz="quarter" idx="4"/>
          </p:nvPr>
        </p:nvSpPr>
        <p:spPr>
          <a:xfrm>
            <a:off x="11407951" y="6650661"/>
            <a:ext cx="232665" cy="123111"/>
          </a:xfrm>
          <a:prstGeom prst="rect">
            <a:avLst/>
          </a:prstGeom>
        </p:spPr>
        <p:txBody>
          <a:bodyPr wrap="square" lIns="0" tIns="0" rIns="0" bIns="0" anchor="ctr" anchorCtr="0">
            <a:spAutoFit/>
          </a:bodyPr>
          <a:lstStyle>
            <a:lvl1pPr>
              <a:defRPr lang="de-DE" sz="800" smtClean="0">
                <a:solidFill>
                  <a:schemeClr val="bg1">
                    <a:lumMod val="65000"/>
                  </a:schemeClr>
                </a:solidFill>
                <a:latin typeface="+mn-lt"/>
                <a:cs typeface="Arial" panose="020B0604020202020204" pitchFamily="34" charset="0"/>
              </a:defRPr>
            </a:lvl1pPr>
          </a:lstStyle>
          <a:p>
            <a:pPr algn="r"/>
            <a:fld id="{5D9A5160-6218-4E5A-B9E6-B93E3DAE377C}" type="slidenum">
              <a:rPr lang="en-US" smtClean="0"/>
              <a:pPr algn="r"/>
              <a:t>‹#›</a:t>
            </a:fld>
            <a:endParaRPr lang="en-US"/>
          </a:p>
        </p:txBody>
      </p:sp>
      <p:sp>
        <p:nvSpPr>
          <p:cNvPr id="5" name="Title Placeholder 4">
            <a:extLst>
              <a:ext uri="{FF2B5EF4-FFF2-40B4-BE49-F238E27FC236}">
                <a16:creationId xmlns:a16="http://schemas.microsoft.com/office/drawing/2014/main" id="{D28F27D4-FFE2-4FAB-BA1B-9D013846C4B7}"/>
              </a:ext>
            </a:extLst>
          </p:cNvPr>
          <p:cNvSpPr>
            <a:spLocks noGrp="1"/>
          </p:cNvSpPr>
          <p:nvPr>
            <p:ph type="title"/>
          </p:nvPr>
        </p:nvSpPr>
        <p:spPr>
          <a:xfrm>
            <a:off x="551384" y="8744"/>
            <a:ext cx="10872000" cy="1116000"/>
          </a:xfrm>
          <a:prstGeom prst="rect">
            <a:avLst/>
          </a:prstGeom>
        </p:spPr>
        <p:txBody>
          <a:bodyPr vert="horz" lIns="0" tIns="180000" rIns="0" bIns="0" rtlCol="0" anchor="t" anchorCtr="0">
            <a:noAutofit/>
          </a:bodyPr>
          <a:lstStyle/>
          <a:p>
            <a:r>
              <a:rPr lang="en-US"/>
              <a:t>Click to edit Master title style</a:t>
            </a:r>
            <a:endParaRPr lang="de-DE"/>
          </a:p>
        </p:txBody>
      </p:sp>
      <p:sp>
        <p:nvSpPr>
          <p:cNvPr id="20" name="Stickerbox" hidden="1">
            <a:extLst>
              <a:ext uri="{FF2B5EF4-FFF2-40B4-BE49-F238E27FC236}">
                <a16:creationId xmlns:a16="http://schemas.microsoft.com/office/drawing/2014/main" id="{D03A9799-ACDC-4925-8EE1-5C65CCCBD0FA}"/>
              </a:ext>
            </a:extLst>
          </p:cNvPr>
          <p:cNvSpPr>
            <a:spLocks noChangeArrowheads="1"/>
          </p:cNvSpPr>
          <p:nvPr userDrawn="1"/>
        </p:nvSpPr>
        <p:spPr bwMode="gray">
          <a:xfrm>
            <a:off x="11114363" y="1124744"/>
            <a:ext cx="804808" cy="402775"/>
          </a:xfrm>
          <a:prstGeom prst="rect">
            <a:avLst/>
          </a:prstGeom>
          <a:solidFill>
            <a:schemeClr val="accent2"/>
          </a:solidFill>
          <a:ln w="10795">
            <a:noFill/>
            <a:round/>
            <a:headEnd/>
            <a:tailEnd/>
          </a:ln>
          <a:effectLst/>
        </p:spPr>
        <p:txBody>
          <a:bodyPr vert="horz" wrap="none" lIns="108000" tIns="108000" rIns="108000" bIns="108000" anchor="ctr" anchorCtr="0">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all" spc="0" normalizeH="0" baseline="0" noProof="0">
                <a:ln>
                  <a:noFill/>
                </a:ln>
                <a:solidFill>
                  <a:srgbClr val="FFFFFF">
                    <a:lumMod val="100000"/>
                  </a:srgbClr>
                </a:solidFill>
                <a:effectLst/>
                <a:uLnTx/>
                <a:uFillTx/>
                <a:latin typeface="Ubuntu"/>
                <a:ea typeface="+mn-ea"/>
                <a:cs typeface="+mn-cs"/>
              </a:rPr>
              <a:t>Sticker</a:t>
            </a:r>
          </a:p>
        </p:txBody>
      </p:sp>
      <p:sp>
        <p:nvSpPr>
          <p:cNvPr id="22" name="CapgeminiBox" hidden="1">
            <a:extLst>
              <a:ext uri="{FF2B5EF4-FFF2-40B4-BE49-F238E27FC236}">
                <a16:creationId xmlns:a16="http://schemas.microsoft.com/office/drawing/2014/main" id="{7C293A1E-B461-4AFE-976D-6EE38B2AFEB4}"/>
              </a:ext>
            </a:extLst>
          </p:cNvPr>
          <p:cNvSpPr txBox="1">
            <a:spLocks/>
          </p:cNvSpPr>
          <p:nvPr userDrawn="1"/>
        </p:nvSpPr>
        <p:spPr>
          <a:xfrm>
            <a:off x="9592" y="0"/>
            <a:ext cx="1837661" cy="260350"/>
          </a:xfrm>
          <a:prstGeom prst="rect">
            <a:avLst/>
          </a:prstGeom>
        </p:spPr>
        <p:txBody>
          <a:bodyPr vert="horz" lIns="0" tIns="0" rIns="18000" bIns="0" rtlCol="0">
            <a:normAutofit fontScale="92500"/>
          </a:bodyPr>
          <a:lstStyle>
            <a:lvl1pPr marL="0" indent="0" algn="l" defTabSz="914400" rtl="0" eaLnBrk="1" latinLnBrk="0" hangingPunct="1">
              <a:lnSpc>
                <a:spcPct val="100000"/>
              </a:lnSpc>
              <a:spcBef>
                <a:spcPts val="600"/>
              </a:spcBef>
              <a:buFont typeface="Arial" panose="020B0604020202020204" pitchFamily="34" charset="0"/>
              <a:buNone/>
              <a:defRPr sz="1400" kern="1200">
                <a:solidFill>
                  <a:schemeClr val="tx1"/>
                </a:solidFill>
                <a:latin typeface="+mn-lt"/>
                <a:ea typeface="+mn-ea"/>
                <a:cs typeface="+mn-cs"/>
              </a:defRPr>
            </a:lvl1pPr>
            <a:lvl2pPr marL="180975" indent="-180975" algn="l" defTabSz="914400" rtl="0" eaLnBrk="1" latinLnBrk="0" hangingPunct="1">
              <a:lnSpc>
                <a:spcPct val="100000"/>
              </a:lnSpc>
              <a:spcBef>
                <a:spcPts val="600"/>
              </a:spcBef>
              <a:buClr>
                <a:schemeClr val="tx1"/>
              </a:buClr>
              <a:buFont typeface="Wingdings" panose="05000000000000000000" pitchFamily="2" charset="2"/>
              <a:buChar char="§"/>
              <a:defRPr sz="1400" kern="1200">
                <a:solidFill>
                  <a:schemeClr val="tx1"/>
                </a:solidFill>
                <a:latin typeface="+mn-lt"/>
                <a:ea typeface="+mn-ea"/>
                <a:cs typeface="+mn-cs"/>
              </a:defRPr>
            </a:lvl2pPr>
            <a:lvl3pPr marL="360000" indent="-180000" algn="l" defTabSz="914400" rtl="0" eaLnBrk="1" latinLnBrk="0" hangingPunct="1">
              <a:lnSpc>
                <a:spcPct val="100000"/>
              </a:lnSpc>
              <a:spcBef>
                <a:spcPts val="600"/>
              </a:spcBef>
              <a:buClr>
                <a:schemeClr val="tx1"/>
              </a:buClr>
              <a:buFont typeface="Arial" panose="020B0604020202020204" pitchFamily="34" charset="0"/>
              <a:buChar char="•"/>
              <a:defRPr sz="1400" kern="1200">
                <a:solidFill>
                  <a:schemeClr val="tx1"/>
                </a:solidFill>
                <a:latin typeface="+mn-lt"/>
                <a:ea typeface="+mn-ea"/>
                <a:cs typeface="+mn-cs"/>
              </a:defRPr>
            </a:lvl3pPr>
            <a:lvl4pPr marL="539750" indent="-180000" algn="l" defTabSz="914400" rtl="0" eaLnBrk="1" latinLnBrk="0" hangingPunct="1">
              <a:lnSpc>
                <a:spcPct val="100000"/>
              </a:lnSpc>
              <a:spcBef>
                <a:spcPts val="600"/>
              </a:spcBef>
              <a:buClr>
                <a:schemeClr val="tx1"/>
              </a:buClr>
              <a:buFont typeface="Verdana" panose="020B0604030504040204" pitchFamily="34" charset="0"/>
              <a:buChar char="‒"/>
              <a:tabLst/>
              <a:defRPr sz="1200" kern="1200">
                <a:solidFill>
                  <a:schemeClr val="tx1"/>
                </a:solidFill>
                <a:latin typeface="+mn-lt"/>
                <a:ea typeface="+mn-ea"/>
                <a:cs typeface="+mn-cs"/>
              </a:defRPr>
            </a:lvl4pPr>
            <a:lvl5pPr marL="719138" indent="-180975" algn="l" defTabSz="914400" rtl="0" eaLnBrk="1" latinLnBrk="0" hangingPunct="1">
              <a:lnSpc>
                <a:spcPct val="100000"/>
              </a:lnSpc>
              <a:spcBef>
                <a:spcPts val="600"/>
              </a:spcBef>
              <a:buClr>
                <a:schemeClr val="tx1"/>
              </a:buClr>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fr-FR"/>
              <a:t>Capgemini </a:t>
            </a:r>
            <a:r>
              <a:rPr lang="fr-FR" err="1"/>
              <a:t>Invent</a:t>
            </a:r>
            <a:r>
              <a:rPr lang="fr-FR"/>
              <a:t> v10.0</a:t>
            </a:r>
          </a:p>
        </p:txBody>
      </p:sp>
      <p:sp>
        <p:nvSpPr>
          <p:cNvPr id="29" name="FootnoteAndSource" hidden="1">
            <a:extLst>
              <a:ext uri="{FF2B5EF4-FFF2-40B4-BE49-F238E27FC236}">
                <a16:creationId xmlns:a16="http://schemas.microsoft.com/office/drawing/2014/main" id="{96E9BC24-418C-4CE4-8E81-3AF9AB04DEAA}"/>
              </a:ext>
            </a:extLst>
          </p:cNvPr>
          <p:cNvSpPr txBox="1"/>
          <p:nvPr userDrawn="1"/>
        </p:nvSpPr>
        <p:spPr>
          <a:xfrm>
            <a:off x="545323" y="6304130"/>
            <a:ext cx="11340000" cy="162096"/>
          </a:xfrm>
          <a:prstGeom prst="rect">
            <a:avLst/>
          </a:prstGeom>
          <a:noFill/>
        </p:spPr>
        <p:txBody>
          <a:bodyPr vert="horz" wrap="square" lIns="0" tIns="25400" rIns="0" bIns="25400" rtlCol="0" anchor="b" anchorCtr="0">
            <a:spAutoFit/>
          </a:bodyPr>
          <a:lstStyle>
            <a:defPPr>
              <a:defRPr lang="pt-PT"/>
            </a:defPPr>
            <a:lvl1pPr marL="429768" indent="-429768">
              <a:lnSpc>
                <a:spcPct val="90000"/>
              </a:lnSpc>
              <a:tabLst>
                <a:tab pos="347472" algn="r"/>
              </a:tabLst>
              <a:defRPr sz="800"/>
            </a:lvl1pPr>
          </a:lstStyle>
          <a:p>
            <a:pPr marL="429768" indent="-429768" defTabSz="914400">
              <a:lnSpc>
                <a:spcPct val="90000"/>
              </a:lnSpc>
              <a:tabLst>
                <a:tab pos="347472" algn="r"/>
              </a:tabLst>
            </a:pPr>
            <a:r>
              <a:rPr lang="de-DE" sz="800"/>
              <a:t>	Source:	Source Text</a:t>
            </a:r>
          </a:p>
        </p:txBody>
      </p:sp>
      <p:sp>
        <p:nvSpPr>
          <p:cNvPr id="2" name="TextBox 1">
            <a:extLst>
              <a:ext uri="{FF2B5EF4-FFF2-40B4-BE49-F238E27FC236}">
                <a16:creationId xmlns:a16="http://schemas.microsoft.com/office/drawing/2014/main" id="{24920C87-BD15-199F-BA59-376738A87A62}"/>
              </a:ext>
            </a:extLst>
          </p:cNvPr>
          <p:cNvSpPr txBox="1"/>
          <p:nvPr userDrawn="1"/>
        </p:nvSpPr>
        <p:spPr>
          <a:xfrm>
            <a:off x="7967134" y="6560966"/>
            <a:ext cx="3589865" cy="184666"/>
          </a:xfrm>
          <a:prstGeom prst="rect">
            <a:avLst/>
          </a:prstGeom>
          <a:noFill/>
        </p:spPr>
        <p:txBody>
          <a:bodyPr wrap="square">
            <a:spAutoFit/>
          </a:bodyPr>
          <a:lstStyle/>
          <a:p>
            <a:pPr algn="r"/>
            <a:r>
              <a:rPr lang="en-IN" sz="600">
                <a:solidFill>
                  <a:schemeClr val="bg2">
                    <a:lumMod val="90000"/>
                  </a:schemeClr>
                </a:solidFill>
              </a:rPr>
              <a:t>Company Confidential © Capgemini 2025. All rights reserved</a:t>
            </a:r>
          </a:p>
        </p:txBody>
      </p:sp>
    </p:spTree>
    <p:extLst>
      <p:ext uri="{BB962C8B-B14F-4D97-AF65-F5344CB8AC3E}">
        <p14:creationId xmlns:p14="http://schemas.microsoft.com/office/powerpoint/2010/main" val="1118447190"/>
      </p:ext>
    </p:extLst>
  </p:cSld>
  <p:clrMap bg1="lt1" tx1="dk1" bg2="lt2" tx2="dk2" accent1="accent1" accent2="accent2" accent3="accent3" accent4="accent4" accent5="accent5" accent6="accent6" hlink="hlink" folHlink="folHlink"/>
  <p:sldLayoutIdLst>
    <p:sldLayoutId id="2147484266" r:id="rId1"/>
    <p:sldLayoutId id="2147484267" r:id="rId2"/>
    <p:sldLayoutId id="2147484268" r:id="rId3"/>
    <p:sldLayoutId id="2147484269" r:id="rId4"/>
    <p:sldLayoutId id="2147484270" r:id="rId5"/>
    <p:sldLayoutId id="2147484271" r:id="rId6"/>
    <p:sldLayoutId id="2147484272" r:id="rId7"/>
    <p:sldLayoutId id="2147484273" r:id="rId8"/>
    <p:sldLayoutId id="2147484274" r:id="rId9"/>
    <p:sldLayoutId id="2147484275" r:id="rId10"/>
    <p:sldLayoutId id="2147484276" r:id="rId11"/>
    <p:sldLayoutId id="2147484277" r:id="rId12"/>
    <p:sldLayoutId id="2147484278" r:id="rId13"/>
    <p:sldLayoutId id="2147484279" r:id="rId14"/>
    <p:sldLayoutId id="2147484280" r:id="rId15"/>
    <p:sldLayoutId id="2147484281" r:id="rId16"/>
    <p:sldLayoutId id="2147484282" r:id="rId17"/>
    <p:sldLayoutId id="2147484283" r:id="rId18"/>
    <p:sldLayoutId id="2147484284" r:id="rId19"/>
    <p:sldLayoutId id="2147484285" r:id="rId20"/>
    <p:sldLayoutId id="2147484286" r:id="rId21"/>
    <p:sldLayoutId id="2147484287" r:id="rId22"/>
    <p:sldLayoutId id="2147484288" r:id="rId23"/>
    <p:sldLayoutId id="2147484289" r:id="rId24"/>
    <p:sldLayoutId id="2147484290" r:id="rId25"/>
    <p:sldLayoutId id="2147484291" r:id="rId26"/>
    <p:sldLayoutId id="2147484292" r:id="rId27"/>
    <p:sldLayoutId id="2147484293" r:id="rId28"/>
    <p:sldLayoutId id="2147484294" r:id="rId29"/>
    <p:sldLayoutId id="2147484295" r:id="rId30"/>
    <p:sldLayoutId id="2147484296" r:id="rId31"/>
    <p:sldLayoutId id="2147484297" r:id="rId32"/>
    <p:sldLayoutId id="2147484298" r:id="rId33"/>
    <p:sldLayoutId id="2147484299" r:id="rId34"/>
    <p:sldLayoutId id="2147484300" r:id="rId35"/>
    <p:sldLayoutId id="2147484301" r:id="rId36"/>
    <p:sldLayoutId id="2147484302" r:id="rId37"/>
    <p:sldLayoutId id="2147484303" r:id="rId38"/>
    <p:sldLayoutId id="2147484304" r:id="rId39"/>
    <p:sldLayoutId id="2147484305" r:id="rId40"/>
    <p:sldLayoutId id="2147484306" r:id="rId41"/>
    <p:sldLayoutId id="2147484307" r:id="rId42"/>
    <p:sldLayoutId id="2147484308" r:id="rId43"/>
    <p:sldLayoutId id="2147484309" r:id="rId44"/>
    <p:sldLayoutId id="2147484310" r:id="rId45"/>
    <p:sldLayoutId id="2147484311" r:id="rId46"/>
    <p:sldLayoutId id="2147484312" r:id="rId47"/>
    <p:sldLayoutId id="2147484313" r:id="rId48"/>
    <p:sldLayoutId id="2147484314" r:id="rId49"/>
    <p:sldLayoutId id="2147484315" r:id="rId50"/>
    <p:sldLayoutId id="2147484316" r:id="rId51"/>
    <p:sldLayoutId id="2147484317" r:id="rId52"/>
    <p:sldLayoutId id="2147484318" r:id="rId53"/>
    <p:sldLayoutId id="2147484320" r:id="rId54"/>
    <p:sldLayoutId id="2147484323" r:id="rId55"/>
  </p:sldLayoutIdLst>
  <p:hf hdr="0" ftr="0"/>
  <p:txStyles>
    <p:titleStyle>
      <a:lvl1pPr marL="0" marR="0" indent="0" algn="l" defTabSz="914400" rtl="0" eaLnBrk="1" fontAlgn="auto" latinLnBrk="0" hangingPunct="1">
        <a:lnSpc>
          <a:spcPct val="100000"/>
        </a:lnSpc>
        <a:spcBef>
          <a:spcPct val="0"/>
        </a:spcBef>
        <a:spcAft>
          <a:spcPts val="0"/>
        </a:spcAft>
        <a:buClrTx/>
        <a:buSzTx/>
        <a:buFontTx/>
        <a:buNone/>
        <a:tabLst/>
        <a:defRPr kumimoji="0" lang="en-US" sz="2800" b="0" i="0" u="none" strike="noStrike" kern="1200" cap="none" spc="0" normalizeH="0" baseline="0" noProof="0" dirty="0">
          <a:ln>
            <a:noFill/>
          </a:ln>
          <a:solidFill>
            <a:schemeClr val="tx1"/>
          </a:solidFill>
          <a:effectLst/>
          <a:uLnTx/>
          <a:uFillTx/>
          <a:latin typeface="+mj-lt"/>
          <a:ea typeface="+mj-ea"/>
          <a:cs typeface="+mj-cs"/>
        </a:defRPr>
      </a:lvl1pPr>
    </p:titleStyle>
    <p:bodyStyle>
      <a:lvl1pPr marL="0" indent="0" algn="l" defTabSz="914400" rtl="0" eaLnBrk="1" latinLnBrk="0" hangingPunct="1">
        <a:lnSpc>
          <a:spcPct val="100000"/>
        </a:lnSpc>
        <a:spcBef>
          <a:spcPts val="600"/>
        </a:spcBef>
        <a:buFont typeface="Arial" panose="020B0604020202020204" pitchFamily="34" charset="0"/>
        <a:buNone/>
        <a:defRPr sz="1400" kern="1200">
          <a:solidFill>
            <a:schemeClr val="tx1"/>
          </a:solidFill>
          <a:latin typeface="+mn-lt"/>
          <a:ea typeface="+mn-ea"/>
          <a:cs typeface="+mn-cs"/>
        </a:defRPr>
      </a:lvl1pPr>
      <a:lvl2pPr marL="180975" indent="-180975" algn="l" defTabSz="914400" rtl="0" eaLnBrk="1" latinLnBrk="0" hangingPunct="1">
        <a:lnSpc>
          <a:spcPct val="100000"/>
        </a:lnSpc>
        <a:spcBef>
          <a:spcPts val="600"/>
        </a:spcBef>
        <a:buClr>
          <a:schemeClr val="tx1"/>
        </a:buClr>
        <a:buFont typeface="Wingdings" panose="05000000000000000000" pitchFamily="2" charset="2"/>
        <a:buChar char="§"/>
        <a:defRPr sz="1400" kern="1200">
          <a:solidFill>
            <a:schemeClr val="tx1"/>
          </a:solidFill>
          <a:latin typeface="+mn-lt"/>
          <a:ea typeface="+mn-ea"/>
          <a:cs typeface="+mn-cs"/>
        </a:defRPr>
      </a:lvl2pPr>
      <a:lvl3pPr marL="360000" indent="-180000" algn="l" defTabSz="914400" rtl="0" eaLnBrk="1" latinLnBrk="0" hangingPunct="1">
        <a:lnSpc>
          <a:spcPct val="100000"/>
        </a:lnSpc>
        <a:spcBef>
          <a:spcPts val="600"/>
        </a:spcBef>
        <a:buClr>
          <a:schemeClr val="tx1"/>
        </a:buClr>
        <a:buFont typeface="Arial" panose="020B0604020202020204" pitchFamily="34" charset="0"/>
        <a:buChar char="•"/>
        <a:defRPr sz="1400" kern="1200">
          <a:solidFill>
            <a:schemeClr val="tx1"/>
          </a:solidFill>
          <a:latin typeface="+mn-lt"/>
          <a:ea typeface="+mn-ea"/>
          <a:cs typeface="+mn-cs"/>
        </a:defRPr>
      </a:lvl3pPr>
      <a:lvl4pPr marL="539750" indent="-180000" algn="l" defTabSz="914400" rtl="0" eaLnBrk="1" latinLnBrk="0" hangingPunct="1">
        <a:lnSpc>
          <a:spcPct val="100000"/>
        </a:lnSpc>
        <a:spcBef>
          <a:spcPts val="600"/>
        </a:spcBef>
        <a:buClr>
          <a:schemeClr val="tx1"/>
        </a:buClr>
        <a:buFont typeface="Verdana" panose="020B0604030504040204" pitchFamily="34" charset="0"/>
        <a:buChar char="‒"/>
        <a:tabLst/>
        <a:defRPr sz="1200" kern="1200">
          <a:solidFill>
            <a:schemeClr val="tx1"/>
          </a:solidFill>
          <a:latin typeface="+mn-lt"/>
          <a:ea typeface="+mn-ea"/>
          <a:cs typeface="+mn-cs"/>
        </a:defRPr>
      </a:lvl4pPr>
      <a:lvl5pPr marL="719138" indent="-180975" algn="l" defTabSz="914400" rtl="0" eaLnBrk="1" latinLnBrk="0" hangingPunct="1">
        <a:lnSpc>
          <a:spcPct val="100000"/>
        </a:lnSpc>
        <a:spcBef>
          <a:spcPts val="600"/>
        </a:spcBef>
        <a:buClr>
          <a:schemeClr val="tx1"/>
        </a:buClr>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pt-PT"/>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8" orient="horz" pos="709">
          <p15:clr>
            <a:srgbClr val="F26B43"/>
          </p15:clr>
        </p15:guide>
        <p15:guide id="19" orient="horz" pos="4065">
          <p15:clr>
            <a:srgbClr val="F26B43"/>
          </p15:clr>
        </p15:guide>
        <p15:guide id="20" pos="347">
          <p15:clr>
            <a:srgbClr val="F26B43"/>
          </p15:clr>
        </p15:guide>
        <p15:guide id="21" pos="3840">
          <p15:clr>
            <a:srgbClr val="F26B43"/>
          </p15:clr>
        </p15:guide>
        <p15:guide id="22" pos="7333">
          <p15:clr>
            <a:srgbClr val="F26B43"/>
          </p15:clr>
        </p15:guide>
        <p15:guide id="23" orient="horz" pos="164">
          <p15:clr>
            <a:srgbClr val="F26B43"/>
          </p15:clr>
        </p15:guide>
        <p15:guide id="24" orient="horz" pos="1026">
          <p15:clr>
            <a:srgbClr val="F26B43"/>
          </p15:clr>
        </p15:guide>
      </p15:sldGuideLst>
    </p:ext>
  </p:extLst>
</p:sldMaster>
</file>

<file path=ppt/slides/_rels/slide1.xml.rels><?xml version="1.0" encoding="UTF-8" standalone="yes"?>
<Relationships xmlns="http://schemas.openxmlformats.org/package/2006/relationships"><Relationship Id="rId2" Type="http://schemas.openxmlformats.org/officeDocument/2006/relationships/image" Target="../media/image81.jpeg"/><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image" Target="../media/image82.jpeg"/><Relationship Id="rId1" Type="http://schemas.openxmlformats.org/officeDocument/2006/relationships/slideLayout" Target="../slideLayouts/slideLayout21.xml"/></Relationships>
</file>

<file path=ppt/slides/_rels/slide3.xml.rels><?xml version="1.0" encoding="UTF-8" standalone="yes"?>
<Relationships xmlns="http://schemas.openxmlformats.org/package/2006/relationships"><Relationship Id="rId3" Type="http://schemas.openxmlformats.org/officeDocument/2006/relationships/image" Target="../media/image84.png"/><Relationship Id="rId2" Type="http://schemas.openxmlformats.org/officeDocument/2006/relationships/image" Target="../media/image83.jpeg"/><Relationship Id="rId1" Type="http://schemas.openxmlformats.org/officeDocument/2006/relationships/slideLayout" Target="../slideLayouts/slideLayout11.xml"/><Relationship Id="rId4" Type="http://schemas.openxmlformats.org/officeDocument/2006/relationships/image" Target="../media/image85.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01.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01.xml"/></Relationships>
</file>

<file path=ppt/slides/_rels/slide6.xml.rels><?xml version="1.0" encoding="UTF-8" standalone="yes"?>
<Relationships xmlns="http://schemas.openxmlformats.org/package/2006/relationships"><Relationship Id="rId3" Type="http://schemas.openxmlformats.org/officeDocument/2006/relationships/image" Target="../media/image87.jpeg"/><Relationship Id="rId2" Type="http://schemas.openxmlformats.org/officeDocument/2006/relationships/image" Target="../media/image86.png"/><Relationship Id="rId1" Type="http://schemas.openxmlformats.org/officeDocument/2006/relationships/slideLayout" Target="../slideLayouts/slideLayout99.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01.xml"/></Relationships>
</file>

<file path=ppt/slides/_rels/slide8.xml.rels><?xml version="1.0" encoding="UTF-8" standalone="yes"?>
<Relationships xmlns="http://schemas.openxmlformats.org/package/2006/relationships"><Relationship Id="rId8" Type="http://schemas.openxmlformats.org/officeDocument/2006/relationships/diagramColors" Target="../diagrams/colors1.xml"/><Relationship Id="rId3" Type="http://schemas.openxmlformats.org/officeDocument/2006/relationships/image" Target="../media/image89.png"/><Relationship Id="rId7" Type="http://schemas.openxmlformats.org/officeDocument/2006/relationships/diagramQuickStyle" Target="../diagrams/quickStyle1.xml"/><Relationship Id="rId2" Type="http://schemas.openxmlformats.org/officeDocument/2006/relationships/image" Target="../media/image88.png"/><Relationship Id="rId1" Type="http://schemas.openxmlformats.org/officeDocument/2006/relationships/slideLayout" Target="../slideLayouts/slideLayout101.xml"/><Relationship Id="rId6" Type="http://schemas.openxmlformats.org/officeDocument/2006/relationships/diagramLayout" Target="../diagrams/layout1.xml"/><Relationship Id="rId5" Type="http://schemas.openxmlformats.org/officeDocument/2006/relationships/diagramData" Target="../diagrams/data1.xml"/><Relationship Id="rId4" Type="http://schemas.openxmlformats.org/officeDocument/2006/relationships/image" Target="../media/image90.png"/><Relationship Id="rId9" Type="http://schemas.microsoft.com/office/2007/relationships/diagramDrawing" Target="../diagrams/drawing1.xml"/></Relationships>
</file>

<file path=ppt/slides/_rels/slide9.xml.rels><?xml version="1.0" encoding="UTF-8" standalone="yes"?>
<Relationships xmlns="http://schemas.openxmlformats.org/package/2006/relationships"><Relationship Id="rId8" Type="http://schemas.openxmlformats.org/officeDocument/2006/relationships/image" Target="../media/image94.png"/><Relationship Id="rId3" Type="http://schemas.openxmlformats.org/officeDocument/2006/relationships/notesSlide" Target="../notesSlides/notesSlide1.xml"/><Relationship Id="rId7" Type="http://schemas.openxmlformats.org/officeDocument/2006/relationships/image" Target="../media/image93.svg"/><Relationship Id="rId2" Type="http://schemas.openxmlformats.org/officeDocument/2006/relationships/slideLayout" Target="../slideLayouts/slideLayout99.xml"/><Relationship Id="rId1" Type="http://schemas.openxmlformats.org/officeDocument/2006/relationships/tags" Target="../tags/tag70.xml"/><Relationship Id="rId6" Type="http://schemas.openxmlformats.org/officeDocument/2006/relationships/image" Target="../media/image92.png"/><Relationship Id="rId5" Type="http://schemas.openxmlformats.org/officeDocument/2006/relationships/image" Target="../media/image91.emf"/><Relationship Id="rId4" Type="http://schemas.openxmlformats.org/officeDocument/2006/relationships/oleObject" Target="../embeddings/oleObject16.bin"/><Relationship Id="rId9" Type="http://schemas.openxmlformats.org/officeDocument/2006/relationships/image" Target="../media/image95.svg"/></Relationships>
</file>

<file path=ppt/slides/_rels/slide10.xml.rels><?xml version="1.0" encoding="UTF-8" standalone="yes"?>
<Relationships xmlns="http://schemas.openxmlformats.org/package/2006/relationships"><Relationship Id="rId3" Type="http://schemas.openxmlformats.org/officeDocument/2006/relationships/image" Target="../media/image97.svg"/><Relationship Id="rId2" Type="http://schemas.openxmlformats.org/officeDocument/2006/relationships/image" Target="../media/image96.png"/><Relationship Id="rId1" Type="http://schemas.openxmlformats.org/officeDocument/2006/relationships/slideLayout" Target="../slideLayouts/slideLayout101.xml"/></Relationships>
</file>

<file path=ppt/slides/_rels/slide11.xml.rels><?xml version="1.0" encoding="UTF-8" standalone="yes"?>
<Relationships xmlns="http://schemas.openxmlformats.org/package/2006/relationships"><Relationship Id="rId8" Type="http://schemas.openxmlformats.org/officeDocument/2006/relationships/image" Target="../media/image100.png"/><Relationship Id="rId3" Type="http://schemas.openxmlformats.org/officeDocument/2006/relationships/notesSlide" Target="../notesSlides/notesSlide2.xml"/><Relationship Id="rId7" Type="http://schemas.openxmlformats.org/officeDocument/2006/relationships/image" Target="../media/image99.jpeg"/><Relationship Id="rId2" Type="http://schemas.openxmlformats.org/officeDocument/2006/relationships/slideLayout" Target="../slideLayouts/slideLayout99.xml"/><Relationship Id="rId1" Type="http://schemas.openxmlformats.org/officeDocument/2006/relationships/tags" Target="../tags/tag71.xml"/><Relationship Id="rId6" Type="http://schemas.openxmlformats.org/officeDocument/2006/relationships/image" Target="../media/image98.png"/><Relationship Id="rId5" Type="http://schemas.openxmlformats.org/officeDocument/2006/relationships/image" Target="../media/image91.emf"/><Relationship Id="rId4" Type="http://schemas.openxmlformats.org/officeDocument/2006/relationships/oleObject" Target="../embeddings/oleObject16.bin"/></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01.xml"/></Relationships>
</file>

<file path=ppt/slides/_rels/slide13.xml.rels><?xml version="1.0" encoding="UTF-8" standalone="yes"?>
<Relationships xmlns="http://schemas.openxmlformats.org/package/2006/relationships"><Relationship Id="rId3" Type="http://schemas.openxmlformats.org/officeDocument/2006/relationships/image" Target="../media/image101.png"/><Relationship Id="rId2" Type="http://schemas.openxmlformats.org/officeDocument/2006/relationships/notesSlide" Target="../notesSlides/notesSlide3.xml"/><Relationship Id="rId1" Type="http://schemas.openxmlformats.org/officeDocument/2006/relationships/slideLayout" Target="../slideLayouts/slideLayout99.xml"/><Relationship Id="rId4" Type="http://schemas.openxmlformats.org/officeDocument/2006/relationships/image" Target="../media/image102.svg"/></Relationships>
</file>

<file path=ppt/slides/_rels/slide14.xml.rels><?xml version="1.0" encoding="UTF-8" standalone="yes"?>
<Relationships xmlns="http://schemas.openxmlformats.org/package/2006/relationships"><Relationship Id="rId3" Type="http://schemas.openxmlformats.org/officeDocument/2006/relationships/oleObject" Target="../embeddings/oleObject17.bin"/><Relationship Id="rId2" Type="http://schemas.openxmlformats.org/officeDocument/2006/relationships/slideLayout" Target="../slideLayouts/slideLayout113.xml"/><Relationship Id="rId1" Type="http://schemas.openxmlformats.org/officeDocument/2006/relationships/tags" Target="../tags/tag72.xml"/><Relationship Id="rId6" Type="http://schemas.openxmlformats.org/officeDocument/2006/relationships/image" Target="../media/image105.png"/><Relationship Id="rId5" Type="http://schemas.openxmlformats.org/officeDocument/2006/relationships/image" Target="../media/image104.jpeg"/><Relationship Id="rId4" Type="http://schemas.openxmlformats.org/officeDocument/2006/relationships/image" Target="../media/image103.emf"/></Relationships>
</file>

<file path=ppt/slides/_rels/slide15.xml.rels><?xml version="1.0" encoding="UTF-8" standalone="yes"?>
<Relationships xmlns="http://schemas.openxmlformats.org/package/2006/relationships"><Relationship Id="rId8" Type="http://schemas.openxmlformats.org/officeDocument/2006/relationships/image" Target="../media/image109.jpeg"/><Relationship Id="rId3" Type="http://schemas.openxmlformats.org/officeDocument/2006/relationships/oleObject" Target="../embeddings/oleObject18.bin"/><Relationship Id="rId7" Type="http://schemas.openxmlformats.org/officeDocument/2006/relationships/image" Target="../media/image108.png"/><Relationship Id="rId2" Type="http://schemas.openxmlformats.org/officeDocument/2006/relationships/slideLayout" Target="../slideLayouts/slideLayout195.xml"/><Relationship Id="rId1" Type="http://schemas.openxmlformats.org/officeDocument/2006/relationships/tags" Target="../tags/tag73.xml"/><Relationship Id="rId6" Type="http://schemas.openxmlformats.org/officeDocument/2006/relationships/image" Target="../media/image107.png"/><Relationship Id="rId5" Type="http://schemas.openxmlformats.org/officeDocument/2006/relationships/image" Target="../media/image106.png"/><Relationship Id="rId4" Type="http://schemas.openxmlformats.org/officeDocument/2006/relationships/image" Target="../media/image45.emf"/></Relationships>
</file>

<file path=ppt/slides/_rels/slide16.xml.rels><?xml version="1.0" encoding="UTF-8" standalone="yes"?>
<Relationships xmlns="http://schemas.openxmlformats.org/package/2006/relationships"><Relationship Id="rId8" Type="http://schemas.openxmlformats.org/officeDocument/2006/relationships/image" Target="../media/image110.jpeg"/><Relationship Id="rId3" Type="http://schemas.openxmlformats.org/officeDocument/2006/relationships/oleObject" Target="../embeddings/oleObject18.bin"/><Relationship Id="rId7" Type="http://schemas.openxmlformats.org/officeDocument/2006/relationships/image" Target="../media/image108.png"/><Relationship Id="rId2" Type="http://schemas.openxmlformats.org/officeDocument/2006/relationships/slideLayout" Target="../slideLayouts/slideLayout195.xml"/><Relationship Id="rId1" Type="http://schemas.openxmlformats.org/officeDocument/2006/relationships/tags" Target="../tags/tag74.xml"/><Relationship Id="rId6" Type="http://schemas.openxmlformats.org/officeDocument/2006/relationships/image" Target="../media/image107.png"/><Relationship Id="rId5" Type="http://schemas.openxmlformats.org/officeDocument/2006/relationships/image" Target="../media/image106.png"/><Relationship Id="rId4" Type="http://schemas.openxmlformats.org/officeDocument/2006/relationships/image" Target="../media/image45.emf"/></Relationships>
</file>

<file path=ppt/slides/_rels/slide17.xml.rels><?xml version="1.0" encoding="UTF-8" standalone="yes"?>
<Relationships xmlns="http://schemas.openxmlformats.org/package/2006/relationships"><Relationship Id="rId8" Type="http://schemas.openxmlformats.org/officeDocument/2006/relationships/image" Target="../media/image111.jpeg"/><Relationship Id="rId3" Type="http://schemas.openxmlformats.org/officeDocument/2006/relationships/oleObject" Target="../embeddings/oleObject18.bin"/><Relationship Id="rId7" Type="http://schemas.openxmlformats.org/officeDocument/2006/relationships/image" Target="../media/image108.png"/><Relationship Id="rId2" Type="http://schemas.openxmlformats.org/officeDocument/2006/relationships/slideLayout" Target="../slideLayouts/slideLayout195.xml"/><Relationship Id="rId1" Type="http://schemas.openxmlformats.org/officeDocument/2006/relationships/tags" Target="../tags/tag75.xml"/><Relationship Id="rId6" Type="http://schemas.openxmlformats.org/officeDocument/2006/relationships/image" Target="../media/image107.png"/><Relationship Id="rId5" Type="http://schemas.openxmlformats.org/officeDocument/2006/relationships/image" Target="../media/image106.png"/><Relationship Id="rId4" Type="http://schemas.openxmlformats.org/officeDocument/2006/relationships/image" Target="../media/image45.emf"/></Relationships>
</file>

<file path=ppt/slides/_rels/slide18.xml.rels><?xml version="1.0" encoding="UTF-8" standalone="yes"?>
<Relationships xmlns="http://schemas.openxmlformats.org/package/2006/relationships"><Relationship Id="rId8" Type="http://schemas.openxmlformats.org/officeDocument/2006/relationships/image" Target="../media/image112.jpeg"/><Relationship Id="rId3" Type="http://schemas.openxmlformats.org/officeDocument/2006/relationships/oleObject" Target="../embeddings/oleObject18.bin"/><Relationship Id="rId7" Type="http://schemas.openxmlformats.org/officeDocument/2006/relationships/image" Target="../media/image108.png"/><Relationship Id="rId2" Type="http://schemas.openxmlformats.org/officeDocument/2006/relationships/slideLayout" Target="../slideLayouts/slideLayout195.xml"/><Relationship Id="rId1" Type="http://schemas.openxmlformats.org/officeDocument/2006/relationships/tags" Target="../tags/tag76.xml"/><Relationship Id="rId6" Type="http://schemas.openxmlformats.org/officeDocument/2006/relationships/image" Target="../media/image107.png"/><Relationship Id="rId5" Type="http://schemas.openxmlformats.org/officeDocument/2006/relationships/image" Target="../media/image106.png"/><Relationship Id="rId4" Type="http://schemas.openxmlformats.org/officeDocument/2006/relationships/image" Target="../media/image45.emf"/></Relationships>
</file>

<file path=ppt/slides/_rels/slide19.xml.rels><?xml version="1.0" encoding="UTF-8" standalone="yes"?>
<Relationships xmlns="http://schemas.openxmlformats.org/package/2006/relationships"><Relationship Id="rId8" Type="http://schemas.openxmlformats.org/officeDocument/2006/relationships/image" Target="../media/image113.jpeg"/><Relationship Id="rId3" Type="http://schemas.openxmlformats.org/officeDocument/2006/relationships/oleObject" Target="../embeddings/oleObject18.bin"/><Relationship Id="rId7" Type="http://schemas.openxmlformats.org/officeDocument/2006/relationships/image" Target="../media/image108.png"/><Relationship Id="rId2" Type="http://schemas.openxmlformats.org/officeDocument/2006/relationships/slideLayout" Target="../slideLayouts/slideLayout195.xml"/><Relationship Id="rId1" Type="http://schemas.openxmlformats.org/officeDocument/2006/relationships/tags" Target="../tags/tag77.xml"/><Relationship Id="rId6" Type="http://schemas.openxmlformats.org/officeDocument/2006/relationships/image" Target="../media/image107.png"/><Relationship Id="rId5" Type="http://schemas.openxmlformats.org/officeDocument/2006/relationships/image" Target="../media/image106.png"/><Relationship Id="rId4" Type="http://schemas.openxmlformats.org/officeDocument/2006/relationships/image" Target="../media/image45.emf"/></Relationships>
</file>

<file path=ppt/slides/_rels/slide20.xml.rels><?xml version="1.0" encoding="UTF-8" standalone="yes"?>
<Relationships xmlns="http://schemas.openxmlformats.org/package/2006/relationships"><Relationship Id="rId8" Type="http://schemas.openxmlformats.org/officeDocument/2006/relationships/image" Target="../media/image114.jpeg"/><Relationship Id="rId3" Type="http://schemas.openxmlformats.org/officeDocument/2006/relationships/oleObject" Target="../embeddings/oleObject18.bin"/><Relationship Id="rId7" Type="http://schemas.openxmlformats.org/officeDocument/2006/relationships/image" Target="../media/image108.png"/><Relationship Id="rId2" Type="http://schemas.openxmlformats.org/officeDocument/2006/relationships/slideLayout" Target="../slideLayouts/slideLayout195.xml"/><Relationship Id="rId1" Type="http://schemas.openxmlformats.org/officeDocument/2006/relationships/tags" Target="../tags/tag78.xml"/><Relationship Id="rId6" Type="http://schemas.openxmlformats.org/officeDocument/2006/relationships/image" Target="../media/image107.png"/><Relationship Id="rId5" Type="http://schemas.openxmlformats.org/officeDocument/2006/relationships/image" Target="../media/image106.png"/><Relationship Id="rId4" Type="http://schemas.openxmlformats.org/officeDocument/2006/relationships/image" Target="../media/image45.emf"/></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8" name="Picture Placeholder 17">
            <a:extLst>
              <a:ext uri="{FF2B5EF4-FFF2-40B4-BE49-F238E27FC236}">
                <a16:creationId xmlns:a16="http://schemas.microsoft.com/office/drawing/2014/main" id="{2A0E6548-C4FD-4AD4-4AA4-8B787E6283AA}"/>
              </a:ext>
            </a:extLst>
          </p:cNvPr>
          <p:cNvPicPr>
            <a:picLocks noGrp="1" noChangeAspect="1"/>
          </p:cNvPicPr>
          <p:nvPr>
            <p:ph type="pic" sz="quarter" idx="10"/>
          </p:nvPr>
        </p:nvPicPr>
        <p:blipFill>
          <a:blip r:embed="rId2">
            <a:alphaModFix amt="84000"/>
            <a:extLst>
              <a:ext uri="{28A0092B-C50C-407E-A947-70E740481C1C}">
                <a14:useLocalDpi xmlns:a14="http://schemas.microsoft.com/office/drawing/2010/main" val="0"/>
              </a:ext>
            </a:extLst>
          </a:blip>
          <a:srcRect l="26205" r="26205"/>
          <a:stretch>
            <a:fillRect/>
          </a:stretch>
        </p:blipFill>
        <p:spPr/>
      </p:pic>
      <p:sp>
        <p:nvSpPr>
          <p:cNvPr id="25" name="Graphic 6">
            <a:extLst>
              <a:ext uri="{FF2B5EF4-FFF2-40B4-BE49-F238E27FC236}">
                <a16:creationId xmlns:a16="http://schemas.microsoft.com/office/drawing/2014/main" id="{360458FB-76B6-4743-A12A-A42645182007}"/>
              </a:ext>
              <a:ext uri="{C183D7F6-B498-43B3-948B-1728B52AA6E4}">
                <adec:decorative xmlns:adec="http://schemas.microsoft.com/office/drawing/2017/decorative" val="1"/>
              </a:ext>
            </a:extLst>
          </p:cNvPr>
          <p:cNvSpPr>
            <a:spLocks/>
          </p:cNvSpPr>
          <p:nvPr/>
        </p:nvSpPr>
        <p:spPr>
          <a:xfrm rot="14203607">
            <a:off x="3178468" y="886508"/>
            <a:ext cx="12519514" cy="6871588"/>
          </a:xfrm>
          <a:custGeom>
            <a:avLst/>
            <a:gdLst>
              <a:gd name="connsiteX0" fmla="*/ 359093 w 8112442"/>
              <a:gd name="connsiteY0" fmla="*/ 4061460 h 4061459"/>
              <a:gd name="connsiteX1" fmla="*/ 0 w 8112442"/>
              <a:gd name="connsiteY1" fmla="*/ 4050983 h 4061459"/>
              <a:gd name="connsiteX2" fmla="*/ 1905 w 8112442"/>
              <a:gd name="connsiteY2" fmla="*/ 4012883 h 4061459"/>
              <a:gd name="connsiteX3" fmla="*/ 3440430 w 8112442"/>
              <a:gd name="connsiteY3" fmla="*/ 1951673 h 4061459"/>
              <a:gd name="connsiteX4" fmla="*/ 3753803 w 8112442"/>
              <a:gd name="connsiteY4" fmla="*/ 1336358 h 4061459"/>
              <a:gd name="connsiteX5" fmla="*/ 4995863 w 8112442"/>
              <a:gd name="connsiteY5" fmla="*/ 397193 h 4061459"/>
              <a:gd name="connsiteX6" fmla="*/ 5687378 w 8112442"/>
              <a:gd name="connsiteY6" fmla="*/ 307658 h 4061459"/>
              <a:gd name="connsiteX7" fmla="*/ 5698808 w 8112442"/>
              <a:gd name="connsiteY7" fmla="*/ 308610 h 4061459"/>
              <a:gd name="connsiteX8" fmla="*/ 5703570 w 8112442"/>
              <a:gd name="connsiteY8" fmla="*/ 319088 h 4061459"/>
              <a:gd name="connsiteX9" fmla="*/ 6342698 w 8112442"/>
              <a:gd name="connsiteY9" fmla="*/ 802958 h 4061459"/>
              <a:gd name="connsiteX10" fmla="*/ 7061835 w 8112442"/>
              <a:gd name="connsiteY10" fmla="*/ 707708 h 4061459"/>
              <a:gd name="connsiteX11" fmla="*/ 8086725 w 8112442"/>
              <a:gd name="connsiteY11" fmla="*/ 0 h 4061459"/>
              <a:gd name="connsiteX12" fmla="*/ 8112443 w 8112442"/>
              <a:gd name="connsiteY12" fmla="*/ 27623 h 4061459"/>
              <a:gd name="connsiteX13" fmla="*/ 7074218 w 8112442"/>
              <a:gd name="connsiteY13" fmla="*/ 742950 h 4061459"/>
              <a:gd name="connsiteX14" fmla="*/ 6334125 w 8112442"/>
              <a:gd name="connsiteY14" fmla="*/ 840105 h 4061459"/>
              <a:gd name="connsiteX15" fmla="*/ 5673090 w 8112442"/>
              <a:gd name="connsiteY15" fmla="*/ 344805 h 4061459"/>
              <a:gd name="connsiteX16" fmla="*/ 5005388 w 8112442"/>
              <a:gd name="connsiteY16" fmla="*/ 433388 h 4061459"/>
              <a:gd name="connsiteX17" fmla="*/ 3786188 w 8112442"/>
              <a:gd name="connsiteY17" fmla="*/ 1356360 h 4061459"/>
              <a:gd name="connsiteX18" fmla="*/ 3475673 w 8112442"/>
              <a:gd name="connsiteY18" fmla="*/ 1966913 h 4061459"/>
              <a:gd name="connsiteX19" fmla="*/ 2500313 w 8112442"/>
              <a:gd name="connsiteY19" fmla="*/ 3420428 h 4061459"/>
              <a:gd name="connsiteX20" fmla="*/ 359093 w 8112442"/>
              <a:gd name="connsiteY20" fmla="*/ 4061460 h 40614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8112442" h="4061459">
                <a:moveTo>
                  <a:pt x="359093" y="4061460"/>
                </a:moveTo>
                <a:cubicBezTo>
                  <a:pt x="242888" y="4061460"/>
                  <a:pt x="122873" y="4057650"/>
                  <a:pt x="0" y="4050983"/>
                </a:cubicBezTo>
                <a:lnTo>
                  <a:pt x="1905" y="4012883"/>
                </a:lnTo>
                <a:cubicBezTo>
                  <a:pt x="2445068" y="4147185"/>
                  <a:pt x="2996565" y="2929890"/>
                  <a:pt x="3440430" y="1951673"/>
                </a:cubicBezTo>
                <a:cubicBezTo>
                  <a:pt x="3543300" y="1724978"/>
                  <a:pt x="3640455" y="1510665"/>
                  <a:pt x="3753803" y="1336358"/>
                </a:cubicBezTo>
                <a:cubicBezTo>
                  <a:pt x="4133850" y="750570"/>
                  <a:pt x="4638675" y="501968"/>
                  <a:pt x="4995863" y="397193"/>
                </a:cubicBezTo>
                <a:cubicBezTo>
                  <a:pt x="5382578" y="282893"/>
                  <a:pt x="5684520" y="307658"/>
                  <a:pt x="5687378" y="307658"/>
                </a:cubicBezTo>
                <a:lnTo>
                  <a:pt x="5698808" y="308610"/>
                </a:lnTo>
                <a:lnTo>
                  <a:pt x="5703570" y="319088"/>
                </a:lnTo>
                <a:cubicBezTo>
                  <a:pt x="5771198" y="465773"/>
                  <a:pt x="5980748" y="732473"/>
                  <a:pt x="6342698" y="802958"/>
                </a:cubicBezTo>
                <a:cubicBezTo>
                  <a:pt x="6558915" y="845820"/>
                  <a:pt x="6800850" y="813435"/>
                  <a:pt x="7061835" y="707708"/>
                </a:cubicBezTo>
                <a:cubicBezTo>
                  <a:pt x="7376160" y="579120"/>
                  <a:pt x="7721918" y="340995"/>
                  <a:pt x="8086725" y="0"/>
                </a:cubicBezTo>
                <a:lnTo>
                  <a:pt x="8112443" y="27623"/>
                </a:lnTo>
                <a:cubicBezTo>
                  <a:pt x="7744778" y="372428"/>
                  <a:pt x="7395210" y="612458"/>
                  <a:pt x="7074218" y="742950"/>
                </a:cubicBezTo>
                <a:cubicBezTo>
                  <a:pt x="6806565" y="851535"/>
                  <a:pt x="6557963" y="883920"/>
                  <a:pt x="6334125" y="840105"/>
                </a:cubicBezTo>
                <a:cubicBezTo>
                  <a:pt x="5966460" y="767715"/>
                  <a:pt x="5748338" y="499110"/>
                  <a:pt x="5673090" y="344805"/>
                </a:cubicBezTo>
                <a:cubicBezTo>
                  <a:pt x="5616893" y="341948"/>
                  <a:pt x="5344478" y="333375"/>
                  <a:pt x="5005388" y="433388"/>
                </a:cubicBezTo>
                <a:cubicBezTo>
                  <a:pt x="4654868" y="537210"/>
                  <a:pt x="4159568" y="781050"/>
                  <a:pt x="3786188" y="1356360"/>
                </a:cubicBezTo>
                <a:cubicBezTo>
                  <a:pt x="3674745" y="1528763"/>
                  <a:pt x="3578543" y="1741170"/>
                  <a:pt x="3475673" y="1966913"/>
                </a:cubicBezTo>
                <a:cubicBezTo>
                  <a:pt x="3255645" y="2452688"/>
                  <a:pt x="3006090" y="3002280"/>
                  <a:pt x="2500313" y="3420428"/>
                </a:cubicBezTo>
                <a:cubicBezTo>
                  <a:pt x="1979295" y="3850958"/>
                  <a:pt x="1276350" y="4061460"/>
                  <a:pt x="359093" y="4061460"/>
                </a:cubicBezTo>
                <a:close/>
              </a:path>
            </a:pathLst>
          </a:custGeom>
          <a:gradFill>
            <a:gsLst>
              <a:gs pos="92000">
                <a:schemeClr val="accent2">
                  <a:alpha val="0"/>
                </a:schemeClr>
              </a:gs>
              <a:gs pos="32000">
                <a:srgbClr val="12ABDB">
                  <a:alpha val="17000"/>
                </a:srgbClr>
              </a:gs>
              <a:gs pos="17000">
                <a:schemeClr val="accent2">
                  <a:alpha val="0"/>
                </a:schemeClr>
              </a:gs>
              <a:gs pos="49000">
                <a:srgbClr val="12ABDB"/>
              </a:gs>
              <a:gs pos="70000">
                <a:schemeClr val="accent2"/>
              </a:gs>
            </a:gsLst>
            <a:lin ang="540000" scaled="0"/>
          </a:gradFill>
          <a:ln w="9525" cap="flat">
            <a:noFill/>
            <a:prstDash val="solid"/>
            <a:miter/>
          </a:ln>
        </p:spPr>
        <p:txBody>
          <a:bodyPr rtlCol="0" anchor="ctr"/>
          <a:lstStyle/>
          <a:p>
            <a:endParaRPr lang="en-GB"/>
          </a:p>
        </p:txBody>
      </p:sp>
      <p:sp>
        <p:nvSpPr>
          <p:cNvPr id="27" name="Title 2">
            <a:extLst>
              <a:ext uri="{FF2B5EF4-FFF2-40B4-BE49-F238E27FC236}">
                <a16:creationId xmlns:a16="http://schemas.microsoft.com/office/drawing/2014/main" id="{C848BA6D-2927-44B8-ACA6-7A2F73E5B792}"/>
              </a:ext>
            </a:extLst>
          </p:cNvPr>
          <p:cNvSpPr txBox="1">
            <a:spLocks/>
          </p:cNvSpPr>
          <p:nvPr/>
        </p:nvSpPr>
        <p:spPr>
          <a:xfrm>
            <a:off x="160672" y="2634869"/>
            <a:ext cx="9681160" cy="2215991"/>
          </a:xfrm>
          <a:prstGeom prst="rect">
            <a:avLst/>
          </a:prstGeom>
        </p:spPr>
        <p:txBody>
          <a:bodyPr vert="horz" wrap="square" lIns="36000" tIns="0" rIns="36000" bIns="0" rtlCol="0" anchor="b" anchorCtr="0">
            <a:spAutoFit/>
          </a:bodyPr>
          <a:lstStyle>
            <a:lvl1pPr marL="0" marR="0" indent="0" algn="l" defTabSz="914400" rtl="0" eaLnBrk="1" fontAlgn="auto" latinLnBrk="0" hangingPunct="1">
              <a:lnSpc>
                <a:spcPct val="90000"/>
              </a:lnSpc>
              <a:spcBef>
                <a:spcPct val="0"/>
              </a:spcBef>
              <a:spcAft>
                <a:spcPts val="0"/>
              </a:spcAft>
              <a:buClrTx/>
              <a:buSzTx/>
              <a:buFontTx/>
              <a:buNone/>
              <a:tabLst/>
              <a:defRPr kumimoji="0" lang="en-US" sz="8000" b="1" i="0" u="none" strike="noStrike" kern="1200" cap="all" spc="0" normalizeH="0" baseline="0" noProof="0">
                <a:ln>
                  <a:noFill/>
                </a:ln>
                <a:solidFill>
                  <a:schemeClr val="bg1"/>
                </a:solidFill>
                <a:effectLst/>
                <a:uLnTx/>
                <a:uFillTx/>
                <a:latin typeface="Ubuntu" panose="020B0504030602030204" pitchFamily="34" charset="0"/>
                <a:ea typeface="+mj-ea"/>
                <a:cs typeface="+mj-cs"/>
              </a:defRPr>
            </a:lvl1pPr>
          </a:lstStyle>
          <a:p>
            <a:r>
              <a:rPr lang="en-US" sz="4000"/>
              <a:t>Securing </a:t>
            </a:r>
            <a:r>
              <a:rPr lang="en-US" sz="4000" err="1"/>
              <a:t>ebu</a:t>
            </a:r>
            <a:r>
              <a:rPr lang="en-US" sz="4000"/>
              <a:t> new operating model through responsibilities clarification &amp; Process excellence</a:t>
            </a:r>
          </a:p>
        </p:txBody>
      </p:sp>
      <p:cxnSp>
        <p:nvCxnSpPr>
          <p:cNvPr id="3" name="Straight Connector 2">
            <a:extLst>
              <a:ext uri="{FF2B5EF4-FFF2-40B4-BE49-F238E27FC236}">
                <a16:creationId xmlns:a16="http://schemas.microsoft.com/office/drawing/2014/main" id="{A6E78230-3915-9339-24D6-31A956A49F4C}"/>
              </a:ext>
            </a:extLst>
          </p:cNvPr>
          <p:cNvCxnSpPr/>
          <p:nvPr/>
        </p:nvCxnSpPr>
        <p:spPr>
          <a:xfrm>
            <a:off x="2952750" y="504825"/>
            <a:ext cx="0" cy="609600"/>
          </a:xfrm>
          <a:prstGeom prst="line">
            <a:avLst/>
          </a:prstGeom>
        </p:spPr>
        <p:style>
          <a:lnRef idx="1">
            <a:schemeClr val="accent1"/>
          </a:lnRef>
          <a:fillRef idx="0">
            <a:schemeClr val="accent1"/>
          </a:fillRef>
          <a:effectRef idx="0">
            <a:schemeClr val="accent1"/>
          </a:effectRef>
          <a:fontRef idx="minor">
            <a:schemeClr val="tx1"/>
          </a:fontRef>
        </p:style>
      </p:cxnSp>
      <p:sp>
        <p:nvSpPr>
          <p:cNvPr id="4" name="Subtitle 1">
            <a:extLst>
              <a:ext uri="{FF2B5EF4-FFF2-40B4-BE49-F238E27FC236}">
                <a16:creationId xmlns:a16="http://schemas.microsoft.com/office/drawing/2014/main" id="{F9012FDB-7F41-F5D9-DF19-DA4DB46FD88B}"/>
              </a:ext>
            </a:extLst>
          </p:cNvPr>
          <p:cNvSpPr txBox="1">
            <a:spLocks/>
          </p:cNvSpPr>
          <p:nvPr/>
        </p:nvSpPr>
        <p:spPr>
          <a:xfrm>
            <a:off x="242888" y="4908712"/>
            <a:ext cx="11379200" cy="307777"/>
          </a:xfrm>
          <a:prstGeom prst="rect">
            <a:avLst/>
          </a:prstGeom>
        </p:spPr>
        <p:txBody>
          <a:bodyPr vert="horz" wrap="square" lIns="36000" tIns="0" rIns="36000" bIns="0" rtlCol="0">
            <a:spAutoFit/>
          </a:bodyPr>
          <a:lstStyle>
            <a:lvl1pPr marL="0" indent="0" algn="l" defTabSz="914400" rtl="0" eaLnBrk="1" latinLnBrk="0" hangingPunct="1">
              <a:lnSpc>
                <a:spcPct val="100000"/>
              </a:lnSpc>
              <a:spcBef>
                <a:spcPts val="0"/>
              </a:spcBef>
              <a:spcAft>
                <a:spcPts val="600"/>
              </a:spcAft>
              <a:buFont typeface="Arial" panose="020B0604020202020204" pitchFamily="34" charset="0"/>
              <a:buNone/>
              <a:defRPr sz="2000" kern="1200" baseline="0">
                <a:solidFill>
                  <a:schemeClr val="bg1"/>
                </a:solidFill>
                <a:latin typeface="+mn-lt"/>
                <a:ea typeface="+mn-ea"/>
                <a:cs typeface="+mn-cs"/>
              </a:defRPr>
            </a:lvl1pPr>
            <a:lvl2pPr marL="457200" indent="0" algn="ctr" defTabSz="914400" rtl="0" eaLnBrk="1" latinLnBrk="0" hangingPunct="1">
              <a:lnSpc>
                <a:spcPct val="100000"/>
              </a:lnSpc>
              <a:spcBef>
                <a:spcPts val="0"/>
              </a:spcBef>
              <a:spcAft>
                <a:spcPts val="600"/>
              </a:spcAft>
              <a:buClr>
                <a:schemeClr val="accent1"/>
              </a:buClr>
              <a:buFont typeface="Wingdings" panose="05000000000000000000" pitchFamily="2" charset="2"/>
              <a:buNone/>
              <a:defRPr sz="2000" kern="1200" baseline="0">
                <a:solidFill>
                  <a:schemeClr val="tx1"/>
                </a:solidFill>
                <a:latin typeface="+mn-lt"/>
                <a:ea typeface="+mn-ea"/>
                <a:cs typeface="+mn-cs"/>
              </a:defRPr>
            </a:lvl2pPr>
            <a:lvl3pPr marL="914400" indent="0" algn="ctr" defTabSz="914400" rtl="0" eaLnBrk="1" latinLnBrk="0" hangingPunct="1">
              <a:lnSpc>
                <a:spcPct val="100000"/>
              </a:lnSpc>
              <a:spcBef>
                <a:spcPts val="0"/>
              </a:spcBef>
              <a:spcAft>
                <a:spcPts val="600"/>
              </a:spcAft>
              <a:buClr>
                <a:schemeClr val="accent2"/>
              </a:buClr>
              <a:buFont typeface="Arial" panose="020B0604020202020204" pitchFamily="34" charset="0"/>
              <a:buNone/>
              <a:defRPr sz="1800" kern="1200" baseline="0">
                <a:solidFill>
                  <a:schemeClr val="tx1"/>
                </a:solidFill>
                <a:latin typeface="+mn-lt"/>
                <a:ea typeface="+mn-ea"/>
                <a:cs typeface="+mn-cs"/>
              </a:defRPr>
            </a:lvl3pPr>
            <a:lvl4pPr marL="1371600" indent="0" algn="ctr" defTabSz="914400" rtl="0" eaLnBrk="1" latinLnBrk="0" hangingPunct="1">
              <a:lnSpc>
                <a:spcPct val="100000"/>
              </a:lnSpc>
              <a:spcBef>
                <a:spcPts val="0"/>
              </a:spcBef>
              <a:spcAft>
                <a:spcPts val="600"/>
              </a:spcAft>
              <a:buClr>
                <a:schemeClr val="tx1"/>
              </a:buClr>
              <a:buFont typeface="Ubuntu" panose="020B0504030602030204" pitchFamily="34" charset="0"/>
              <a:buNone/>
              <a:defRPr sz="1600" kern="1200" baseline="0">
                <a:solidFill>
                  <a:schemeClr val="tx1"/>
                </a:solidFill>
                <a:latin typeface="+mn-lt"/>
                <a:ea typeface="+mn-ea"/>
                <a:cs typeface="+mn-cs"/>
              </a:defRPr>
            </a:lvl4pPr>
            <a:lvl5pPr marL="1828800" indent="0" algn="ctr" defTabSz="914400" rtl="0" eaLnBrk="1" latinLnBrk="0" hangingPunct="1">
              <a:lnSpc>
                <a:spcPct val="100000"/>
              </a:lnSpc>
              <a:spcBef>
                <a:spcPts val="0"/>
              </a:spcBef>
              <a:spcAft>
                <a:spcPts val="600"/>
              </a:spcAft>
              <a:buClr>
                <a:schemeClr val="accent3"/>
              </a:buClr>
              <a:buFont typeface="Arial" panose="020B0604020202020204" pitchFamily="34" charset="0"/>
              <a:buNone/>
              <a:defRPr sz="1600" kern="1200" baseline="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r>
              <a:rPr lang="en-GB" dirty="0"/>
              <a:t>Technical Proposal</a:t>
            </a:r>
            <a:endParaRPr lang="en-GB" dirty="0">
              <a:highlight>
                <a:srgbClr val="C0C0C0"/>
              </a:highlight>
            </a:endParaRPr>
          </a:p>
        </p:txBody>
      </p:sp>
    </p:spTree>
    <p:extLst>
      <p:ext uri="{BB962C8B-B14F-4D97-AF65-F5344CB8AC3E}">
        <p14:creationId xmlns:p14="http://schemas.microsoft.com/office/powerpoint/2010/main" val="2101722029"/>
      </p:ext>
    </p:extLst>
  </p:cSld>
  <p:clrMapOvr>
    <a:masterClrMapping/>
  </p:clrMapOvr>
  <mc:AlternateContent xmlns:mc="http://schemas.openxmlformats.org/markup-compatibility/2006" xmlns:p14="http://schemas.microsoft.com/office/powerpoint/2010/main">
    <mc:Choice Requires="p14">
      <p:transition p14:dur="10" advClick="0"/>
    </mc:Choice>
    <mc:Fallback xmlns="">
      <p:transition advClick="0"/>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Placeholder 6">
            <a:extLst>
              <a:ext uri="{FF2B5EF4-FFF2-40B4-BE49-F238E27FC236}">
                <a16:creationId xmlns:a16="http://schemas.microsoft.com/office/drawing/2014/main" id="{84EFB14A-7842-9B85-0CF4-9D712A6C1762}"/>
              </a:ext>
            </a:extLst>
          </p:cNvPr>
          <p:cNvPicPr>
            <a:picLocks noGrp="1" noChangeAspect="1"/>
          </p:cNvPicPr>
          <p:nvPr>
            <p:ph type="pic" sz="quarter" idx="10"/>
          </p:nvPr>
        </p:nvPicPr>
        <p:blipFill>
          <a:blip r:embed="rId2">
            <a:extLst>
              <a:ext uri="{28A0092B-C50C-407E-A947-70E740481C1C}">
                <a14:useLocalDpi xmlns:a14="http://schemas.microsoft.com/office/drawing/2010/main" val="0"/>
              </a:ext>
            </a:extLst>
          </a:blip>
          <a:srcRect l="15647" r="15647"/>
          <a:stretch>
            <a:fillRect/>
          </a:stretch>
        </p:blipFill>
        <p:spPr>
          <a:xfrm>
            <a:off x="0" y="0"/>
            <a:ext cx="6096000" cy="6858000"/>
          </a:xfrm>
        </p:spPr>
      </p:pic>
      <p:sp>
        <p:nvSpPr>
          <p:cNvPr id="2" name="Title 1">
            <a:extLst>
              <a:ext uri="{FF2B5EF4-FFF2-40B4-BE49-F238E27FC236}">
                <a16:creationId xmlns:a16="http://schemas.microsoft.com/office/drawing/2014/main" id="{23BB51A4-47E3-45E5-A825-0E483FD06C7A}"/>
              </a:ext>
            </a:extLst>
          </p:cNvPr>
          <p:cNvSpPr>
            <a:spLocks noGrp="1"/>
          </p:cNvSpPr>
          <p:nvPr>
            <p:ph type="title"/>
          </p:nvPr>
        </p:nvSpPr>
        <p:spPr>
          <a:xfrm>
            <a:off x="6300788" y="797448"/>
            <a:ext cx="4562476" cy="783679"/>
          </a:xfrm>
        </p:spPr>
        <p:txBody>
          <a:bodyPr/>
          <a:lstStyle/>
          <a:p>
            <a:r>
              <a:rPr lang="en-US"/>
              <a:t>AGENDA</a:t>
            </a:r>
          </a:p>
        </p:txBody>
      </p:sp>
      <p:sp>
        <p:nvSpPr>
          <p:cNvPr id="4" name="Text Placeholder 3">
            <a:extLst>
              <a:ext uri="{FF2B5EF4-FFF2-40B4-BE49-F238E27FC236}">
                <a16:creationId xmlns:a16="http://schemas.microsoft.com/office/drawing/2014/main" id="{A01B00ED-8843-4A11-8FCC-1D428729BDB5}"/>
              </a:ext>
            </a:extLst>
          </p:cNvPr>
          <p:cNvSpPr>
            <a:spLocks noGrp="1"/>
          </p:cNvSpPr>
          <p:nvPr>
            <p:ph type="body" sz="quarter" idx="12"/>
          </p:nvPr>
        </p:nvSpPr>
        <p:spPr>
          <a:xfrm>
            <a:off x="6300788" y="2000271"/>
            <a:ext cx="5562850" cy="4924425"/>
          </a:xfrm>
        </p:spPr>
        <p:txBody>
          <a:bodyPr vert="horz" lIns="0" tIns="0" rIns="0" bIns="0" rtlCol="0" anchor="t">
            <a:normAutofit/>
          </a:bodyPr>
          <a:lstStyle/>
          <a:p>
            <a:pPr marL="457200" indent="-457200">
              <a:buFont typeface="+mj-lt"/>
              <a:buAutoNum type="arabicPeriod"/>
            </a:pPr>
            <a:r>
              <a:rPr lang="en-US">
                <a:latin typeface="Ubuntu"/>
              </a:rPr>
              <a:t>Our understanding of </a:t>
            </a:r>
            <a:r>
              <a:rPr lang="en-US" dirty="0">
                <a:latin typeface="Ubuntu"/>
              </a:rPr>
              <a:t> requirements</a:t>
            </a:r>
          </a:p>
          <a:p>
            <a:pPr marL="457200" indent="-457200">
              <a:buFont typeface="+mj-lt"/>
              <a:buAutoNum type="arabicPeriod"/>
            </a:pPr>
            <a:r>
              <a:rPr lang="en-US"/>
              <a:t>Our Approach </a:t>
            </a:r>
          </a:p>
          <a:p>
            <a:pPr marL="457200" indent="-457200">
              <a:buFont typeface="+mj-lt"/>
              <a:buAutoNum type="arabicPeriod"/>
            </a:pPr>
            <a:r>
              <a:rPr lang="en-US"/>
              <a:t>Proposed Team</a:t>
            </a:r>
          </a:p>
          <a:p>
            <a:pPr marL="457200" indent="-457200">
              <a:buFont typeface="+mj-lt"/>
              <a:buAutoNum type="arabicPeriod"/>
            </a:pPr>
            <a:r>
              <a:rPr lang="en-US"/>
              <a:t>Why Us</a:t>
            </a:r>
          </a:p>
          <a:p>
            <a:pPr marL="457200" indent="-457200">
              <a:buFont typeface="+mj-lt"/>
              <a:buAutoNum type="arabicPeriod"/>
            </a:pPr>
            <a:r>
              <a:rPr lang="en-US"/>
              <a:t>Credentials</a:t>
            </a:r>
          </a:p>
        </p:txBody>
      </p:sp>
      <p:sp>
        <p:nvSpPr>
          <p:cNvPr id="3" name="Rectangle 2">
            <a:extLst>
              <a:ext uri="{FF2B5EF4-FFF2-40B4-BE49-F238E27FC236}">
                <a16:creationId xmlns:a16="http://schemas.microsoft.com/office/drawing/2014/main" id="{9A71A36D-27CE-F36E-5419-8B774F515D86}"/>
              </a:ext>
            </a:extLst>
          </p:cNvPr>
          <p:cNvSpPr/>
          <p:nvPr/>
        </p:nvSpPr>
        <p:spPr>
          <a:xfrm>
            <a:off x="5524500" y="0"/>
            <a:ext cx="571500" cy="581025"/>
          </a:xfrm>
          <a:prstGeom prst="rect">
            <a:avLst/>
          </a:prstGeom>
          <a:solidFill>
            <a:srgbClr val="48626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sz="1600" err="1"/>
          </a:p>
        </p:txBody>
      </p:sp>
    </p:spTree>
    <p:extLst>
      <p:ext uri="{BB962C8B-B14F-4D97-AF65-F5344CB8AC3E}">
        <p14:creationId xmlns:p14="http://schemas.microsoft.com/office/powerpoint/2010/main" val="1502993751"/>
      </p:ext>
    </p:extLst>
  </p:cSld>
  <p:clrMapOvr>
    <a:masterClrMapping/>
  </p:clrMapOvr>
  <mc:AlternateContent xmlns:mc="http://schemas.openxmlformats.org/markup-compatibility/2006" xmlns:p14="http://schemas.microsoft.com/office/powerpoint/2010/main">
    <mc:Choice Requires="p14">
      <p:transition p14:dur="10" advClick="0"/>
    </mc:Choice>
    <mc:Fallback xmlns="">
      <p:transition advClick="0"/>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6">
            <a:extLst>
              <a:ext uri="{FF2B5EF4-FFF2-40B4-BE49-F238E27FC236}">
                <a16:creationId xmlns:a16="http://schemas.microsoft.com/office/drawing/2014/main" id="{E80E30B0-EF83-246E-02A5-53552BE54013}"/>
              </a:ext>
            </a:extLst>
          </p:cNvPr>
          <p:cNvSpPr>
            <a:spLocks noGrp="1"/>
          </p:cNvSpPr>
          <p:nvPr>
            <p:ph type="title"/>
          </p:nvPr>
        </p:nvSpPr>
        <p:spPr/>
        <p:txBody>
          <a:bodyPr/>
          <a:lstStyle/>
          <a:p>
            <a:r>
              <a:rPr lang="en-US" sz="2800" cap="none"/>
              <a:t>Following a recent reorganization,</a:t>
            </a:r>
            <a:r>
              <a:rPr lang="en-US" sz="2800" cap="none" dirty="0"/>
              <a:t> intends to clarify </a:t>
            </a:r>
            <a:br>
              <a:rPr lang="en-US" sz="2800" cap="none" dirty="0"/>
            </a:br>
            <a:r>
              <a:rPr lang="en-US" sz="2800" cap="none"/>
              <a:t>the teams’ mandates and update processes in its BPM tool, Aris</a:t>
            </a:r>
          </a:p>
        </p:txBody>
      </p:sp>
      <p:sp>
        <p:nvSpPr>
          <p:cNvPr id="2" name="Rectangle 1">
            <a:extLst>
              <a:ext uri="{FF2B5EF4-FFF2-40B4-BE49-F238E27FC236}">
                <a16:creationId xmlns:a16="http://schemas.microsoft.com/office/drawing/2014/main" id="{EB9D60A4-7FD5-2B0E-EE47-8ED2941A1437}"/>
              </a:ext>
            </a:extLst>
          </p:cNvPr>
          <p:cNvSpPr/>
          <p:nvPr/>
        </p:nvSpPr>
        <p:spPr>
          <a:xfrm>
            <a:off x="785414" y="1623509"/>
            <a:ext cx="10621172" cy="792163"/>
          </a:xfrm>
          <a:prstGeom prst="rect">
            <a:avLst/>
          </a:prstGeom>
          <a:no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marL="228600" indent="-228600">
              <a:spcAft>
                <a:spcPts val="1200"/>
              </a:spcAft>
              <a:buFont typeface="Wingdings" panose="05000000000000000000" pitchFamily="2" charset="2"/>
              <a:buChar char="§"/>
            </a:pPr>
            <a:r>
              <a:rPr lang="en-US" sz="2000">
                <a:solidFill>
                  <a:schemeClr val="bg1"/>
                </a:solidFill>
              </a:rPr>
              <a:t>Carried out a reorganization of the enterprise Business Unit at the beginning </a:t>
            </a:r>
            <a:endParaRPr lang="en-US">
              <a:solidFill>
                <a:schemeClr val="bg1"/>
              </a:solidFill>
            </a:endParaRPr>
          </a:p>
          <a:p>
            <a:pPr marL="228600" indent="-228600">
              <a:spcAft>
                <a:spcPts val="1200"/>
              </a:spcAft>
              <a:buFont typeface="Wingdings" panose="05000000000000000000" pitchFamily="2" charset="2"/>
              <a:buChar char="§"/>
            </a:pPr>
            <a:r>
              <a:rPr lang="en-US" sz="2000">
                <a:solidFill>
                  <a:schemeClr val="bg1"/>
                </a:solidFill>
              </a:rPr>
              <a:t>Further activities and initiatives remain to be undertaken :</a:t>
            </a:r>
          </a:p>
        </p:txBody>
      </p:sp>
      <p:sp>
        <p:nvSpPr>
          <p:cNvPr id="3" name="Rectangle 2">
            <a:extLst>
              <a:ext uri="{FF2B5EF4-FFF2-40B4-BE49-F238E27FC236}">
                <a16:creationId xmlns:a16="http://schemas.microsoft.com/office/drawing/2014/main" id="{B770B795-C23A-1A88-B06A-E3CD019D866D}"/>
              </a:ext>
            </a:extLst>
          </p:cNvPr>
          <p:cNvSpPr/>
          <p:nvPr/>
        </p:nvSpPr>
        <p:spPr>
          <a:xfrm>
            <a:off x="600921" y="3903418"/>
            <a:ext cx="3651199" cy="792163"/>
          </a:xfrm>
          <a:prstGeom prst="rect">
            <a:avLst/>
          </a:prstGeom>
          <a:no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marL="349250" indent="-349250">
              <a:spcAft>
                <a:spcPts val="1200"/>
              </a:spcAft>
              <a:buFont typeface="+mj-lt"/>
              <a:buAutoNum type="arabicPeriod"/>
            </a:pPr>
            <a:r>
              <a:rPr lang="en-US">
                <a:solidFill>
                  <a:schemeClr val="bg1"/>
                </a:solidFill>
              </a:rPr>
              <a:t>Some roles &amp; responsibilities still need to be clarified &amp; the lower level org structure updated</a:t>
            </a:r>
          </a:p>
        </p:txBody>
      </p:sp>
      <p:sp>
        <p:nvSpPr>
          <p:cNvPr id="4" name="Rectangle 3">
            <a:extLst>
              <a:ext uri="{FF2B5EF4-FFF2-40B4-BE49-F238E27FC236}">
                <a16:creationId xmlns:a16="http://schemas.microsoft.com/office/drawing/2014/main" id="{C81B52E8-4D43-78B3-4E8E-AB675EFE9D7F}"/>
              </a:ext>
            </a:extLst>
          </p:cNvPr>
          <p:cNvSpPr/>
          <p:nvPr/>
        </p:nvSpPr>
        <p:spPr>
          <a:xfrm>
            <a:off x="4270401" y="3903418"/>
            <a:ext cx="3651199" cy="792163"/>
          </a:xfrm>
          <a:prstGeom prst="rect">
            <a:avLst/>
          </a:prstGeom>
          <a:no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marL="349250" indent="-349250">
              <a:spcAft>
                <a:spcPts val="1200"/>
              </a:spcAft>
              <a:buFont typeface="+mj-lt"/>
              <a:buAutoNum type="arabicPeriod" startAt="2"/>
            </a:pPr>
            <a:r>
              <a:rPr lang="en-US">
                <a:solidFill>
                  <a:schemeClr val="bg1"/>
                </a:solidFill>
              </a:rPr>
              <a:t>Some processes need to be aligned with the new model</a:t>
            </a:r>
          </a:p>
        </p:txBody>
      </p:sp>
      <p:sp>
        <p:nvSpPr>
          <p:cNvPr id="5" name="Rectangle 4">
            <a:extLst>
              <a:ext uri="{FF2B5EF4-FFF2-40B4-BE49-F238E27FC236}">
                <a16:creationId xmlns:a16="http://schemas.microsoft.com/office/drawing/2014/main" id="{62FD910E-810C-29B4-2365-2BFFC02644F1}"/>
              </a:ext>
            </a:extLst>
          </p:cNvPr>
          <p:cNvSpPr/>
          <p:nvPr/>
        </p:nvSpPr>
        <p:spPr>
          <a:xfrm>
            <a:off x="7939880" y="3903418"/>
            <a:ext cx="3651199" cy="792163"/>
          </a:xfrm>
          <a:prstGeom prst="rect">
            <a:avLst/>
          </a:prstGeom>
          <a:no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marL="349250" indent="-349250">
              <a:spcAft>
                <a:spcPts val="1200"/>
              </a:spcAft>
              <a:buFont typeface="+mj-lt"/>
              <a:buAutoNum type="arabicPeriod" startAt="3"/>
            </a:pPr>
            <a:r>
              <a:rPr lang="en-US">
                <a:solidFill>
                  <a:schemeClr val="bg1"/>
                </a:solidFill>
              </a:rPr>
              <a:t>BPM tool (Aris) has to be updated with new processes documentation</a:t>
            </a:r>
          </a:p>
        </p:txBody>
      </p:sp>
      <p:pic>
        <p:nvPicPr>
          <p:cNvPr id="1026" name="Picture 2" descr="Responsibilities Icon Stock Illustrations – 621 Responsibilities Icon Stock  Illustrations, Vectors &amp; Clipart - Dreamstime">
            <a:extLst>
              <a:ext uri="{FF2B5EF4-FFF2-40B4-BE49-F238E27FC236}">
                <a16:creationId xmlns:a16="http://schemas.microsoft.com/office/drawing/2014/main" id="{9A438C82-92DA-2D76-B22B-59C32876C3CC}"/>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l="7441" t="12073" r="7397" b="7154"/>
          <a:stretch/>
        </p:blipFill>
        <p:spPr bwMode="auto">
          <a:xfrm>
            <a:off x="1975055" y="2948647"/>
            <a:ext cx="902931" cy="856412"/>
          </a:xfrm>
          <a:prstGeom prst="rect">
            <a:avLst/>
          </a:prstGeom>
          <a:noFill/>
          <a:effectLst>
            <a:softEdge rad="76200"/>
          </a:effectLst>
          <a:extLst>
            <a:ext uri="{909E8E84-426E-40DD-AFC4-6F175D3DCCD1}">
              <a14:hiddenFill xmlns:a14="http://schemas.microsoft.com/office/drawing/2010/main">
                <a:solidFill>
                  <a:srgbClr val="FFFFFF"/>
                </a:solidFill>
              </a14:hiddenFill>
            </a:ext>
          </a:extLst>
        </p:spPr>
      </p:pic>
      <p:pic>
        <p:nvPicPr>
          <p:cNvPr id="11" name="Picture 10">
            <a:extLst>
              <a:ext uri="{FF2B5EF4-FFF2-40B4-BE49-F238E27FC236}">
                <a16:creationId xmlns:a16="http://schemas.microsoft.com/office/drawing/2014/main" id="{145CF158-9006-E88E-D3FE-2580CE37EF91}"/>
              </a:ext>
            </a:extLst>
          </p:cNvPr>
          <p:cNvPicPr>
            <a:picLocks noChangeAspect="1"/>
          </p:cNvPicPr>
          <p:nvPr/>
        </p:nvPicPr>
        <p:blipFill>
          <a:blip r:embed="rId3"/>
          <a:stretch>
            <a:fillRect/>
          </a:stretch>
        </p:blipFill>
        <p:spPr>
          <a:xfrm>
            <a:off x="5644535" y="2944330"/>
            <a:ext cx="902931" cy="865046"/>
          </a:xfrm>
          <a:prstGeom prst="rect">
            <a:avLst/>
          </a:prstGeom>
          <a:effectLst>
            <a:softEdge rad="76200"/>
          </a:effectLst>
        </p:spPr>
      </p:pic>
      <p:pic>
        <p:nvPicPr>
          <p:cNvPr id="13" name="Picture 12">
            <a:extLst>
              <a:ext uri="{FF2B5EF4-FFF2-40B4-BE49-F238E27FC236}">
                <a16:creationId xmlns:a16="http://schemas.microsoft.com/office/drawing/2014/main" id="{A6663191-CAE4-03B1-E910-4D530A3F8D97}"/>
              </a:ext>
            </a:extLst>
          </p:cNvPr>
          <p:cNvPicPr>
            <a:picLocks noChangeAspect="1"/>
          </p:cNvPicPr>
          <p:nvPr/>
        </p:nvPicPr>
        <p:blipFill>
          <a:blip r:embed="rId4"/>
          <a:stretch>
            <a:fillRect/>
          </a:stretch>
        </p:blipFill>
        <p:spPr>
          <a:xfrm>
            <a:off x="9219807" y="2962238"/>
            <a:ext cx="1091344" cy="829231"/>
          </a:xfrm>
          <a:prstGeom prst="rect">
            <a:avLst/>
          </a:prstGeom>
          <a:effectLst>
            <a:softEdge rad="76200"/>
          </a:effectLst>
        </p:spPr>
      </p:pic>
      <p:grpSp>
        <p:nvGrpSpPr>
          <p:cNvPr id="14" name="Group 13">
            <a:extLst>
              <a:ext uri="{FF2B5EF4-FFF2-40B4-BE49-F238E27FC236}">
                <a16:creationId xmlns:a16="http://schemas.microsoft.com/office/drawing/2014/main" id="{20194A1E-BAF5-F7CB-BE64-C2EF78D445C0}"/>
              </a:ext>
            </a:extLst>
          </p:cNvPr>
          <p:cNvGrpSpPr/>
          <p:nvPr/>
        </p:nvGrpSpPr>
        <p:grpSpPr>
          <a:xfrm>
            <a:off x="5392317" y="70097"/>
            <a:ext cx="5304257" cy="167498"/>
            <a:chOff x="6837649" y="990853"/>
            <a:chExt cx="5304257" cy="261730"/>
          </a:xfrm>
        </p:grpSpPr>
        <p:sp>
          <p:nvSpPr>
            <p:cNvPr id="15" name="Rectangle: Rounded Corners 14">
              <a:extLst>
                <a:ext uri="{FF2B5EF4-FFF2-40B4-BE49-F238E27FC236}">
                  <a16:creationId xmlns:a16="http://schemas.microsoft.com/office/drawing/2014/main" id="{0489E90E-EDE7-F509-C19A-7E980075F98C}"/>
                </a:ext>
              </a:extLst>
            </p:cNvPr>
            <p:cNvSpPr/>
            <p:nvPr/>
          </p:nvSpPr>
          <p:spPr>
            <a:xfrm>
              <a:off x="6837649" y="990853"/>
              <a:ext cx="1004635" cy="249108"/>
            </a:xfrm>
            <a:prstGeom prst="round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700"/>
                <a:t>Our Understanding</a:t>
              </a:r>
            </a:p>
          </p:txBody>
        </p:sp>
        <p:sp>
          <p:nvSpPr>
            <p:cNvPr id="16" name="Rectangle: Rounded Corners 15">
              <a:extLst>
                <a:ext uri="{FF2B5EF4-FFF2-40B4-BE49-F238E27FC236}">
                  <a16:creationId xmlns:a16="http://schemas.microsoft.com/office/drawing/2014/main" id="{F7A155BE-FBB7-9ED9-37B7-7BD179E46BBD}"/>
                </a:ext>
              </a:extLst>
            </p:cNvPr>
            <p:cNvSpPr/>
            <p:nvPr/>
          </p:nvSpPr>
          <p:spPr>
            <a:xfrm>
              <a:off x="7953152" y="1002292"/>
              <a:ext cx="1004635" cy="249108"/>
            </a:xfrm>
            <a:prstGeom prst="roundRect">
              <a:avLst/>
            </a:prstGeom>
            <a:solidFill>
              <a:srgbClr val="40404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700"/>
                <a:t>Approach</a:t>
              </a:r>
            </a:p>
          </p:txBody>
        </p:sp>
        <p:sp>
          <p:nvSpPr>
            <p:cNvPr id="17" name="Rectangle: Rounded Corners 16">
              <a:extLst>
                <a:ext uri="{FF2B5EF4-FFF2-40B4-BE49-F238E27FC236}">
                  <a16:creationId xmlns:a16="http://schemas.microsoft.com/office/drawing/2014/main" id="{9F907135-ABDA-A886-4C66-8FC6CEA3BF37}"/>
                </a:ext>
              </a:extLst>
            </p:cNvPr>
            <p:cNvSpPr/>
            <p:nvPr/>
          </p:nvSpPr>
          <p:spPr>
            <a:xfrm>
              <a:off x="9017511" y="1003475"/>
              <a:ext cx="1004635" cy="249108"/>
            </a:xfrm>
            <a:prstGeom prst="roundRect">
              <a:avLst/>
            </a:prstGeom>
            <a:solidFill>
              <a:srgbClr val="40404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700"/>
                <a:t>Team</a:t>
              </a:r>
            </a:p>
          </p:txBody>
        </p:sp>
        <p:sp>
          <p:nvSpPr>
            <p:cNvPr id="18" name="Rectangle: Rounded Corners 17">
              <a:extLst>
                <a:ext uri="{FF2B5EF4-FFF2-40B4-BE49-F238E27FC236}">
                  <a16:creationId xmlns:a16="http://schemas.microsoft.com/office/drawing/2014/main" id="{3E387C0D-F601-A2A1-F6C5-465683B1502B}"/>
                </a:ext>
              </a:extLst>
            </p:cNvPr>
            <p:cNvSpPr/>
            <p:nvPr/>
          </p:nvSpPr>
          <p:spPr>
            <a:xfrm>
              <a:off x="10081870" y="1001985"/>
              <a:ext cx="1004635" cy="249108"/>
            </a:xfrm>
            <a:prstGeom prst="roundRect">
              <a:avLst/>
            </a:prstGeom>
            <a:solidFill>
              <a:srgbClr val="40404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700"/>
                <a:t>Why US</a:t>
              </a:r>
            </a:p>
          </p:txBody>
        </p:sp>
        <p:sp>
          <p:nvSpPr>
            <p:cNvPr id="19" name="Rectangle: Rounded Corners 18">
              <a:extLst>
                <a:ext uri="{FF2B5EF4-FFF2-40B4-BE49-F238E27FC236}">
                  <a16:creationId xmlns:a16="http://schemas.microsoft.com/office/drawing/2014/main" id="{8B153658-4E62-B682-CAEF-6630B6D5CD95}"/>
                </a:ext>
              </a:extLst>
            </p:cNvPr>
            <p:cNvSpPr/>
            <p:nvPr/>
          </p:nvSpPr>
          <p:spPr>
            <a:xfrm>
              <a:off x="11137271" y="997539"/>
              <a:ext cx="1004635" cy="249108"/>
            </a:xfrm>
            <a:prstGeom prst="roundRect">
              <a:avLst/>
            </a:prstGeom>
            <a:solidFill>
              <a:srgbClr val="40404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700"/>
                <a:t>Credentials</a:t>
              </a:r>
            </a:p>
          </p:txBody>
        </p:sp>
      </p:grpSp>
    </p:spTree>
    <p:extLst>
      <p:ext uri="{BB962C8B-B14F-4D97-AF65-F5344CB8AC3E}">
        <p14:creationId xmlns:p14="http://schemas.microsoft.com/office/powerpoint/2010/main" val="149454981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6967A47-E866-F828-0F62-D912A094F41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AFC1770-080A-5697-2AFA-08F5DB6F3BF8}"/>
              </a:ext>
            </a:extLst>
          </p:cNvPr>
          <p:cNvSpPr>
            <a:spLocks noGrp="1"/>
          </p:cNvSpPr>
          <p:nvPr>
            <p:ph type="title"/>
          </p:nvPr>
        </p:nvSpPr>
        <p:spPr>
          <a:xfrm>
            <a:off x="341132" y="291892"/>
            <a:ext cx="10288767" cy="716711"/>
          </a:xfrm>
        </p:spPr>
        <p:txBody>
          <a:bodyPr/>
          <a:lstStyle/>
          <a:p>
            <a:r>
              <a:rPr lang="en-US" cap="none"/>
              <a:t>Business mandates of the new organization need to be clarified and processes updated in 2 steps, while ensuring quality</a:t>
            </a:r>
          </a:p>
        </p:txBody>
      </p:sp>
      <p:sp>
        <p:nvSpPr>
          <p:cNvPr id="38" name="TextBox 37">
            <a:extLst>
              <a:ext uri="{FF2B5EF4-FFF2-40B4-BE49-F238E27FC236}">
                <a16:creationId xmlns:a16="http://schemas.microsoft.com/office/drawing/2014/main" id="{24E7E09D-0B51-3C4F-B2D8-CC43F94F0524}"/>
              </a:ext>
            </a:extLst>
          </p:cNvPr>
          <p:cNvSpPr txBox="1"/>
          <p:nvPr/>
        </p:nvSpPr>
        <p:spPr>
          <a:xfrm>
            <a:off x="311791" y="6312792"/>
            <a:ext cx="9539172" cy="369332"/>
          </a:xfrm>
          <a:prstGeom prst="rect">
            <a:avLst/>
          </a:prstGeom>
          <a:noFill/>
        </p:spPr>
        <p:txBody>
          <a:bodyPr wrap="square">
            <a:spAutoFit/>
          </a:bodyPr>
          <a:lstStyle/>
          <a:p>
            <a:r>
              <a:rPr lang="en-US" sz="900">
                <a:solidFill>
                  <a:schemeClr val="bg1">
                    <a:lumMod val="85000"/>
                  </a:schemeClr>
                </a:solidFill>
              </a:rPr>
              <a:t>*The timelines for Organization Assessment are subjected to change based on the EBU sectors in scope (Core &amp; Non-Core)</a:t>
            </a:r>
          </a:p>
          <a:p>
            <a:r>
              <a:rPr lang="en-US" sz="900">
                <a:solidFill>
                  <a:schemeClr val="bg1">
                    <a:lumMod val="85000"/>
                  </a:schemeClr>
                </a:solidFill>
              </a:rPr>
              <a:t>** Process redesign will be conducted for processes impacted by organizational restructuring</a:t>
            </a:r>
          </a:p>
        </p:txBody>
      </p:sp>
      <p:sp>
        <p:nvSpPr>
          <p:cNvPr id="50" name="Oval 49">
            <a:extLst>
              <a:ext uri="{FF2B5EF4-FFF2-40B4-BE49-F238E27FC236}">
                <a16:creationId xmlns:a16="http://schemas.microsoft.com/office/drawing/2014/main" id="{8EA6F433-1692-B081-912E-156BCD0835DC}"/>
              </a:ext>
            </a:extLst>
          </p:cNvPr>
          <p:cNvSpPr/>
          <p:nvPr/>
        </p:nvSpPr>
        <p:spPr>
          <a:xfrm>
            <a:off x="10405531" y="2724150"/>
            <a:ext cx="1572485" cy="1543050"/>
          </a:xfrm>
          <a:prstGeom prst="ellipse">
            <a:avLst/>
          </a:prstGeom>
          <a:solidFill>
            <a:srgbClr val="0F434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a:p>
        </p:txBody>
      </p:sp>
      <p:sp>
        <p:nvSpPr>
          <p:cNvPr id="51" name="TextBox 50">
            <a:extLst>
              <a:ext uri="{FF2B5EF4-FFF2-40B4-BE49-F238E27FC236}">
                <a16:creationId xmlns:a16="http://schemas.microsoft.com/office/drawing/2014/main" id="{8D328A5D-0C1B-66D7-74E3-35EA65B36B9A}"/>
              </a:ext>
            </a:extLst>
          </p:cNvPr>
          <p:cNvSpPr txBox="1"/>
          <p:nvPr/>
        </p:nvSpPr>
        <p:spPr>
          <a:xfrm>
            <a:off x="10347857" y="2549422"/>
            <a:ext cx="1693127" cy="1523494"/>
          </a:xfrm>
          <a:prstGeom prst="rect">
            <a:avLst/>
          </a:prstGeom>
          <a:noFill/>
        </p:spPr>
        <p:txBody>
          <a:bodyPr wrap="square" rtlCol="0">
            <a:spAutoFit/>
          </a:bodyPr>
          <a:lstStyle/>
          <a:p>
            <a:pPr algn="ctr"/>
            <a:endParaRPr lang="en-US" sz="1200">
              <a:solidFill>
                <a:schemeClr val="bg1">
                  <a:lumMod val="85000"/>
                </a:schemeClr>
              </a:solidFill>
            </a:endParaRPr>
          </a:p>
          <a:p>
            <a:pPr algn="ctr"/>
            <a:r>
              <a:rPr lang="en-US" sz="1400" b="1" u="sng">
                <a:solidFill>
                  <a:schemeClr val="bg1">
                    <a:lumMod val="85000"/>
                  </a:schemeClr>
                </a:solidFill>
              </a:rPr>
              <a:t>Outcome</a:t>
            </a:r>
          </a:p>
          <a:p>
            <a:pPr algn="ctr"/>
            <a:endParaRPr lang="en-US" sz="1200">
              <a:solidFill>
                <a:schemeClr val="bg1">
                  <a:lumMod val="85000"/>
                </a:schemeClr>
              </a:solidFill>
            </a:endParaRPr>
          </a:p>
          <a:p>
            <a:pPr algn="ctr"/>
            <a:r>
              <a:rPr lang="en-US" sz="1100">
                <a:solidFill>
                  <a:schemeClr val="bg1">
                    <a:lumMod val="85000"/>
                  </a:schemeClr>
                </a:solidFill>
              </a:rPr>
              <a:t>Updated Organization &amp; Mandates</a:t>
            </a:r>
          </a:p>
          <a:p>
            <a:pPr algn="ctr"/>
            <a:r>
              <a:rPr lang="en-US" sz="1100">
                <a:solidFill>
                  <a:schemeClr val="bg1">
                    <a:lumMod val="85000"/>
                  </a:schemeClr>
                </a:solidFill>
              </a:rPr>
              <a:t>Documented &amp; Validated Processes in BPMN system (Aris)</a:t>
            </a:r>
          </a:p>
        </p:txBody>
      </p:sp>
      <p:grpSp>
        <p:nvGrpSpPr>
          <p:cNvPr id="23" name="Group 22">
            <a:extLst>
              <a:ext uri="{FF2B5EF4-FFF2-40B4-BE49-F238E27FC236}">
                <a16:creationId xmlns:a16="http://schemas.microsoft.com/office/drawing/2014/main" id="{43ABE65B-1E94-1394-A46A-C7F97B31E515}"/>
              </a:ext>
            </a:extLst>
          </p:cNvPr>
          <p:cNvGrpSpPr/>
          <p:nvPr/>
        </p:nvGrpSpPr>
        <p:grpSpPr>
          <a:xfrm>
            <a:off x="198258" y="1779716"/>
            <a:ext cx="10212566" cy="1684693"/>
            <a:chOff x="206725" y="1523663"/>
            <a:chExt cx="9928761" cy="2070938"/>
          </a:xfrm>
        </p:grpSpPr>
        <p:sp>
          <p:nvSpPr>
            <p:cNvPr id="19" name="Flowchart: Data 18">
              <a:extLst>
                <a:ext uri="{FF2B5EF4-FFF2-40B4-BE49-F238E27FC236}">
                  <a16:creationId xmlns:a16="http://schemas.microsoft.com/office/drawing/2014/main" id="{A5A4C95A-4AEA-F897-2247-A923B8AF5FA3}"/>
                </a:ext>
              </a:extLst>
            </p:cNvPr>
            <p:cNvSpPr/>
            <p:nvPr/>
          </p:nvSpPr>
          <p:spPr>
            <a:xfrm>
              <a:off x="206725" y="1524033"/>
              <a:ext cx="3831875" cy="2070568"/>
            </a:xfrm>
            <a:prstGeom prst="flowChartInputOutput">
              <a:avLst/>
            </a:prstGeom>
            <a:solidFill>
              <a:srgbClr val="40404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a:p>
          </p:txBody>
        </p:sp>
        <p:sp>
          <p:nvSpPr>
            <p:cNvPr id="20" name="Flowchart: Data 19">
              <a:extLst>
                <a:ext uri="{FF2B5EF4-FFF2-40B4-BE49-F238E27FC236}">
                  <a16:creationId xmlns:a16="http://schemas.microsoft.com/office/drawing/2014/main" id="{716DB358-7493-8E54-920B-5DDE41826DEA}"/>
                </a:ext>
              </a:extLst>
            </p:cNvPr>
            <p:cNvSpPr/>
            <p:nvPr/>
          </p:nvSpPr>
          <p:spPr>
            <a:xfrm>
              <a:off x="3256039" y="1523663"/>
              <a:ext cx="3831875" cy="2070568"/>
            </a:xfrm>
            <a:prstGeom prst="flowChartInputOutput">
              <a:avLst/>
            </a:prstGeom>
            <a:solidFill>
              <a:srgbClr val="40404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a:p>
          </p:txBody>
        </p:sp>
        <p:sp>
          <p:nvSpPr>
            <p:cNvPr id="21" name="Flowchart: Data 20">
              <a:extLst>
                <a:ext uri="{FF2B5EF4-FFF2-40B4-BE49-F238E27FC236}">
                  <a16:creationId xmlns:a16="http://schemas.microsoft.com/office/drawing/2014/main" id="{D0C17CAA-F96D-FBD0-6BF4-2C327BA87DC4}"/>
                </a:ext>
              </a:extLst>
            </p:cNvPr>
            <p:cNvSpPr/>
            <p:nvPr/>
          </p:nvSpPr>
          <p:spPr>
            <a:xfrm>
              <a:off x="6303611" y="1523663"/>
              <a:ext cx="3831875" cy="2070568"/>
            </a:xfrm>
            <a:prstGeom prst="flowChartInputOutput">
              <a:avLst/>
            </a:prstGeom>
            <a:solidFill>
              <a:srgbClr val="40404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a:p>
          </p:txBody>
        </p:sp>
      </p:grpSp>
      <p:sp>
        <p:nvSpPr>
          <p:cNvPr id="24" name="Rectangle 23">
            <a:extLst>
              <a:ext uri="{FF2B5EF4-FFF2-40B4-BE49-F238E27FC236}">
                <a16:creationId xmlns:a16="http://schemas.microsoft.com/office/drawing/2014/main" id="{063B6965-1E3F-C318-2DEC-31D81046A46E}"/>
              </a:ext>
            </a:extLst>
          </p:cNvPr>
          <p:cNvSpPr/>
          <p:nvPr/>
        </p:nvSpPr>
        <p:spPr>
          <a:xfrm>
            <a:off x="1408702" y="1835011"/>
            <a:ext cx="1906192" cy="430962"/>
          </a:xfrm>
          <a:prstGeom prst="rect">
            <a:avLst/>
          </a:prstGeom>
          <a:solidFill>
            <a:schemeClr val="accent5">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100"/>
              <a:t>eBU New Organization Assessment</a:t>
            </a:r>
          </a:p>
        </p:txBody>
      </p:sp>
      <p:sp>
        <p:nvSpPr>
          <p:cNvPr id="25" name="Rectangle 24">
            <a:extLst>
              <a:ext uri="{FF2B5EF4-FFF2-40B4-BE49-F238E27FC236}">
                <a16:creationId xmlns:a16="http://schemas.microsoft.com/office/drawing/2014/main" id="{7957D19A-068A-EAF3-3DE0-1122100DC17E}"/>
              </a:ext>
            </a:extLst>
          </p:cNvPr>
          <p:cNvSpPr/>
          <p:nvPr/>
        </p:nvSpPr>
        <p:spPr>
          <a:xfrm>
            <a:off x="1188244" y="1618193"/>
            <a:ext cx="2307429" cy="1988831"/>
          </a:xfrm>
          <a:prstGeom prst="rect">
            <a:avLst/>
          </a:prstGeom>
          <a:noFill/>
          <a:ln w="28575">
            <a:solidFill>
              <a:schemeClr val="tx1">
                <a:lumMod val="50000"/>
                <a:lumOff val="50000"/>
              </a:schemeClr>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a:p>
        </p:txBody>
      </p:sp>
      <p:sp>
        <p:nvSpPr>
          <p:cNvPr id="26" name="Rectangle 25">
            <a:extLst>
              <a:ext uri="{FF2B5EF4-FFF2-40B4-BE49-F238E27FC236}">
                <a16:creationId xmlns:a16="http://schemas.microsoft.com/office/drawing/2014/main" id="{705A5EE5-94C8-3D52-29E7-4C12ADA62263}"/>
              </a:ext>
            </a:extLst>
          </p:cNvPr>
          <p:cNvSpPr/>
          <p:nvPr/>
        </p:nvSpPr>
        <p:spPr>
          <a:xfrm>
            <a:off x="1408403" y="2395606"/>
            <a:ext cx="1906192" cy="430962"/>
          </a:xfrm>
          <a:prstGeom prst="rect">
            <a:avLst/>
          </a:prstGeom>
          <a:solidFill>
            <a:schemeClr val="accent5">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100"/>
              <a:t>Roles &amp; Responsibilities (Mandates) clarification </a:t>
            </a:r>
          </a:p>
        </p:txBody>
      </p:sp>
      <p:sp>
        <p:nvSpPr>
          <p:cNvPr id="30" name="Rectangle 29">
            <a:extLst>
              <a:ext uri="{FF2B5EF4-FFF2-40B4-BE49-F238E27FC236}">
                <a16:creationId xmlns:a16="http://schemas.microsoft.com/office/drawing/2014/main" id="{BE3EFDD1-3C6A-7D21-0E2F-094C2712D9BF}"/>
              </a:ext>
            </a:extLst>
          </p:cNvPr>
          <p:cNvSpPr/>
          <p:nvPr/>
        </p:nvSpPr>
        <p:spPr>
          <a:xfrm>
            <a:off x="4425790" y="1997199"/>
            <a:ext cx="3857023" cy="1104446"/>
          </a:xfrm>
          <a:prstGeom prst="rect">
            <a:avLst/>
          </a:prstGeom>
          <a:solidFill>
            <a:schemeClr val="accent5">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100"/>
              <a:t>Process Implementation Execution &amp; Control:</a:t>
            </a:r>
          </a:p>
          <a:p>
            <a:pPr marL="722313" lvl="2" indent="-277813">
              <a:buFont typeface="Arial" panose="020B0604020202020204" pitchFamily="34" charset="0"/>
              <a:buChar char="•"/>
            </a:pPr>
            <a:r>
              <a:rPr lang="en-US" sz="1100"/>
              <a:t>Business process implementation plan</a:t>
            </a:r>
          </a:p>
          <a:p>
            <a:pPr marL="722313" lvl="2" indent="-277813">
              <a:buFont typeface="Arial" panose="020B0604020202020204" pitchFamily="34" charset="0"/>
              <a:buChar char="•"/>
            </a:pPr>
            <a:r>
              <a:rPr lang="en-US" sz="1100"/>
              <a:t>Develop guidelines for communication</a:t>
            </a:r>
          </a:p>
          <a:p>
            <a:pPr marL="722313" lvl="2" indent="-277813">
              <a:buFont typeface="Arial" panose="020B0604020202020204" pitchFamily="34" charset="0"/>
              <a:buChar char="•"/>
            </a:pPr>
            <a:r>
              <a:rPr lang="en-US" sz="1100"/>
              <a:t>Manage &amp; review business process execution as per Quality Assurance guidelines</a:t>
            </a:r>
          </a:p>
        </p:txBody>
      </p:sp>
      <p:sp>
        <p:nvSpPr>
          <p:cNvPr id="31" name="TextBox 30">
            <a:extLst>
              <a:ext uri="{FF2B5EF4-FFF2-40B4-BE49-F238E27FC236}">
                <a16:creationId xmlns:a16="http://schemas.microsoft.com/office/drawing/2014/main" id="{5CE5F97A-19A7-6561-08E6-2C53EF1C9691}"/>
              </a:ext>
            </a:extLst>
          </p:cNvPr>
          <p:cNvSpPr txBox="1"/>
          <p:nvPr/>
        </p:nvSpPr>
        <p:spPr>
          <a:xfrm>
            <a:off x="573308" y="1204495"/>
            <a:ext cx="3667695" cy="338554"/>
          </a:xfrm>
          <a:prstGeom prst="rect">
            <a:avLst/>
          </a:prstGeom>
          <a:noFill/>
        </p:spPr>
        <p:txBody>
          <a:bodyPr wrap="square" rtlCol="0">
            <a:spAutoFit/>
          </a:bodyPr>
          <a:lstStyle/>
          <a:p>
            <a:pPr algn="ctr"/>
            <a:r>
              <a:rPr lang="en-US" sz="1600" b="1">
                <a:solidFill>
                  <a:schemeClr val="bg1"/>
                </a:solidFill>
              </a:rPr>
              <a:t>PHASE 1: Assessment &amp; Framing</a:t>
            </a:r>
          </a:p>
        </p:txBody>
      </p:sp>
      <p:sp>
        <p:nvSpPr>
          <p:cNvPr id="33" name="TextBox 32">
            <a:extLst>
              <a:ext uri="{FF2B5EF4-FFF2-40B4-BE49-F238E27FC236}">
                <a16:creationId xmlns:a16="http://schemas.microsoft.com/office/drawing/2014/main" id="{2D9ECBFB-0B66-5F86-A36E-EE83F24611C0}"/>
              </a:ext>
            </a:extLst>
          </p:cNvPr>
          <p:cNvSpPr txBox="1"/>
          <p:nvPr/>
        </p:nvSpPr>
        <p:spPr>
          <a:xfrm>
            <a:off x="4378202" y="1204495"/>
            <a:ext cx="4182433" cy="338554"/>
          </a:xfrm>
          <a:prstGeom prst="rect">
            <a:avLst/>
          </a:prstGeom>
          <a:noFill/>
        </p:spPr>
        <p:txBody>
          <a:bodyPr wrap="square" rtlCol="0">
            <a:spAutoFit/>
          </a:bodyPr>
          <a:lstStyle/>
          <a:p>
            <a:pPr algn="ctr"/>
            <a:r>
              <a:rPr lang="en-US" sz="1600" b="1">
                <a:solidFill>
                  <a:schemeClr val="bg1"/>
                </a:solidFill>
              </a:rPr>
              <a:t>PHASE 2: Process design &amp; validation</a:t>
            </a:r>
          </a:p>
        </p:txBody>
      </p:sp>
      <p:cxnSp>
        <p:nvCxnSpPr>
          <p:cNvPr id="35" name="Straight Arrow Connector 34">
            <a:extLst>
              <a:ext uri="{FF2B5EF4-FFF2-40B4-BE49-F238E27FC236}">
                <a16:creationId xmlns:a16="http://schemas.microsoft.com/office/drawing/2014/main" id="{CB02B680-18EF-ECA3-BF22-BAF98D0A8AFC}"/>
              </a:ext>
            </a:extLst>
          </p:cNvPr>
          <p:cNvCxnSpPr>
            <a:cxnSpLocks/>
          </p:cNvCxnSpPr>
          <p:nvPr/>
        </p:nvCxnSpPr>
        <p:spPr>
          <a:xfrm>
            <a:off x="1170979" y="3790950"/>
            <a:ext cx="2324694" cy="0"/>
          </a:xfrm>
          <a:prstGeom prst="straightConnector1">
            <a:avLst/>
          </a:prstGeom>
          <a:ln>
            <a:solidFill>
              <a:srgbClr val="7F7F7F"/>
            </a:solidFill>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37" name="Straight Arrow Connector 36">
            <a:extLst>
              <a:ext uri="{FF2B5EF4-FFF2-40B4-BE49-F238E27FC236}">
                <a16:creationId xmlns:a16="http://schemas.microsoft.com/office/drawing/2014/main" id="{A84600B7-9B67-7164-BF1B-729237CB9791}"/>
              </a:ext>
            </a:extLst>
          </p:cNvPr>
          <p:cNvCxnSpPr>
            <a:cxnSpLocks/>
          </p:cNvCxnSpPr>
          <p:nvPr/>
        </p:nvCxnSpPr>
        <p:spPr>
          <a:xfrm>
            <a:off x="2361499" y="2263266"/>
            <a:ext cx="0" cy="132340"/>
          </a:xfrm>
          <a:prstGeom prst="straightConnector1">
            <a:avLst/>
          </a:prstGeom>
          <a:ln>
            <a:solidFill>
              <a:srgbClr val="7F7F7F"/>
            </a:solidFill>
            <a:tailEnd type="triangle"/>
          </a:ln>
        </p:spPr>
        <p:style>
          <a:lnRef idx="1">
            <a:schemeClr val="accent1"/>
          </a:lnRef>
          <a:fillRef idx="0">
            <a:schemeClr val="accent1"/>
          </a:fillRef>
          <a:effectRef idx="0">
            <a:schemeClr val="accent1"/>
          </a:effectRef>
          <a:fontRef idx="minor">
            <a:schemeClr val="tx1"/>
          </a:fontRef>
        </p:style>
      </p:cxnSp>
      <p:sp>
        <p:nvSpPr>
          <p:cNvPr id="40" name="TextBox 39">
            <a:extLst>
              <a:ext uri="{FF2B5EF4-FFF2-40B4-BE49-F238E27FC236}">
                <a16:creationId xmlns:a16="http://schemas.microsoft.com/office/drawing/2014/main" id="{FE665057-2DE4-0E00-CEDE-95298CD3F671}"/>
              </a:ext>
            </a:extLst>
          </p:cNvPr>
          <p:cNvSpPr txBox="1"/>
          <p:nvPr/>
        </p:nvSpPr>
        <p:spPr>
          <a:xfrm>
            <a:off x="8537141" y="2078593"/>
            <a:ext cx="1579309" cy="738664"/>
          </a:xfrm>
          <a:prstGeom prst="rect">
            <a:avLst/>
          </a:prstGeom>
          <a:noFill/>
        </p:spPr>
        <p:txBody>
          <a:bodyPr wrap="square" rtlCol="0">
            <a:spAutoFit/>
          </a:bodyPr>
          <a:lstStyle/>
          <a:p>
            <a:pPr algn="ctr"/>
            <a:r>
              <a:rPr lang="en-US" sz="1400" b="1" i="1">
                <a:solidFill>
                  <a:schemeClr val="bg1">
                    <a:lumMod val="85000"/>
                  </a:schemeClr>
                </a:solidFill>
              </a:rPr>
              <a:t>“Quality Assurance Approach”</a:t>
            </a:r>
          </a:p>
        </p:txBody>
      </p:sp>
      <p:cxnSp>
        <p:nvCxnSpPr>
          <p:cNvPr id="43" name="Straight Arrow Connector 42">
            <a:extLst>
              <a:ext uri="{FF2B5EF4-FFF2-40B4-BE49-F238E27FC236}">
                <a16:creationId xmlns:a16="http://schemas.microsoft.com/office/drawing/2014/main" id="{CB776AE6-9FDF-3BBD-5F1E-912AB6418E96}"/>
              </a:ext>
            </a:extLst>
          </p:cNvPr>
          <p:cNvCxnSpPr>
            <a:cxnSpLocks/>
          </p:cNvCxnSpPr>
          <p:nvPr/>
        </p:nvCxnSpPr>
        <p:spPr>
          <a:xfrm flipV="1">
            <a:off x="188732" y="6130458"/>
            <a:ext cx="9301046" cy="22103"/>
          </a:xfrm>
          <a:prstGeom prst="straightConnector1">
            <a:avLst/>
          </a:prstGeom>
          <a:ln>
            <a:solidFill>
              <a:srgbClr val="7F7F7F"/>
            </a:solidFill>
            <a:headEnd type="triangle"/>
            <a:tailEnd type="triangle"/>
          </a:ln>
        </p:spPr>
        <p:style>
          <a:lnRef idx="1">
            <a:schemeClr val="accent1"/>
          </a:lnRef>
          <a:fillRef idx="0">
            <a:schemeClr val="accent1"/>
          </a:fillRef>
          <a:effectRef idx="0">
            <a:schemeClr val="accent1"/>
          </a:effectRef>
          <a:fontRef idx="minor">
            <a:schemeClr val="tx1"/>
          </a:fontRef>
        </p:style>
      </p:cxnSp>
      <p:grpSp>
        <p:nvGrpSpPr>
          <p:cNvPr id="49" name="Group 48">
            <a:extLst>
              <a:ext uri="{FF2B5EF4-FFF2-40B4-BE49-F238E27FC236}">
                <a16:creationId xmlns:a16="http://schemas.microsoft.com/office/drawing/2014/main" id="{FC759A4F-80EF-E084-E778-AA4991FB36BE}"/>
              </a:ext>
            </a:extLst>
          </p:cNvPr>
          <p:cNvGrpSpPr/>
          <p:nvPr/>
        </p:nvGrpSpPr>
        <p:grpSpPr>
          <a:xfrm>
            <a:off x="1885950" y="3955515"/>
            <a:ext cx="8524875" cy="1649066"/>
            <a:chOff x="1091562" y="4246329"/>
            <a:chExt cx="6881189" cy="1449260"/>
          </a:xfrm>
        </p:grpSpPr>
        <p:sp>
          <p:nvSpPr>
            <p:cNvPr id="46" name="Flowchart: Data 45">
              <a:extLst>
                <a:ext uri="{FF2B5EF4-FFF2-40B4-BE49-F238E27FC236}">
                  <a16:creationId xmlns:a16="http://schemas.microsoft.com/office/drawing/2014/main" id="{F8302915-DE10-B7FA-45FB-9696B83339E5}"/>
                </a:ext>
              </a:extLst>
            </p:cNvPr>
            <p:cNvSpPr/>
            <p:nvPr/>
          </p:nvSpPr>
          <p:spPr>
            <a:xfrm>
              <a:off x="1091562" y="4246588"/>
              <a:ext cx="3831875" cy="1449001"/>
            </a:xfrm>
            <a:prstGeom prst="flowChartInputOutput">
              <a:avLst/>
            </a:prstGeom>
            <a:solidFill>
              <a:srgbClr val="40404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a:p>
          </p:txBody>
        </p:sp>
        <p:sp>
          <p:nvSpPr>
            <p:cNvPr id="47" name="Flowchart: Data 46">
              <a:extLst>
                <a:ext uri="{FF2B5EF4-FFF2-40B4-BE49-F238E27FC236}">
                  <a16:creationId xmlns:a16="http://schemas.microsoft.com/office/drawing/2014/main" id="{6F56A7F1-2FD1-4E95-2AF6-F68D75F2393F}"/>
                </a:ext>
              </a:extLst>
            </p:cNvPr>
            <p:cNvSpPr/>
            <p:nvPr/>
          </p:nvSpPr>
          <p:spPr>
            <a:xfrm>
              <a:off x="4140876" y="4246329"/>
              <a:ext cx="3831875" cy="1449001"/>
            </a:xfrm>
            <a:prstGeom prst="flowChartInputOutput">
              <a:avLst/>
            </a:prstGeom>
            <a:solidFill>
              <a:srgbClr val="40404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a:p>
          </p:txBody>
        </p:sp>
      </p:grpSp>
      <p:sp>
        <p:nvSpPr>
          <p:cNvPr id="53" name="Rectangle 52">
            <a:extLst>
              <a:ext uri="{FF2B5EF4-FFF2-40B4-BE49-F238E27FC236}">
                <a16:creationId xmlns:a16="http://schemas.microsoft.com/office/drawing/2014/main" id="{FAD73660-0B90-979D-AF03-B556C344F0AD}"/>
              </a:ext>
            </a:extLst>
          </p:cNvPr>
          <p:cNvSpPr/>
          <p:nvPr/>
        </p:nvSpPr>
        <p:spPr>
          <a:xfrm>
            <a:off x="4436925" y="4307803"/>
            <a:ext cx="3857023" cy="1076006"/>
          </a:xfrm>
          <a:prstGeom prst="rect">
            <a:avLst/>
          </a:prstGeom>
          <a:solidFill>
            <a:srgbClr val="0B656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100"/>
              <a:t>Impacted Business Process Re-design**</a:t>
            </a:r>
          </a:p>
          <a:p>
            <a:pPr marL="1085850" lvl="2" indent="-171450">
              <a:buFont typeface="Arial" panose="020B0604020202020204" pitchFamily="34" charset="0"/>
              <a:buChar char="•"/>
            </a:pPr>
            <a:r>
              <a:rPr lang="en-US" sz="1100"/>
              <a:t>Business Process Design</a:t>
            </a:r>
          </a:p>
          <a:p>
            <a:pPr marL="1085850" lvl="2" indent="-171450">
              <a:buFont typeface="Arial" panose="020B0604020202020204" pitchFamily="34" charset="0"/>
              <a:buChar char="•"/>
            </a:pPr>
            <a:r>
              <a:rPr lang="en-US" sz="1100"/>
              <a:t>Process Validation &amp; Sign-off</a:t>
            </a:r>
          </a:p>
          <a:p>
            <a:pPr marL="1085850" lvl="2" indent="-171450">
              <a:buFont typeface="Arial" panose="020B0604020202020204" pitchFamily="34" charset="0"/>
              <a:buChar char="•"/>
            </a:pPr>
            <a:r>
              <a:rPr lang="en-US" sz="1100"/>
              <a:t>Process update in BPMN system (Aris)</a:t>
            </a:r>
          </a:p>
          <a:p>
            <a:pPr marL="1085850" lvl="2" indent="-171450">
              <a:buFont typeface="Arial" panose="020B0604020202020204" pitchFamily="34" charset="0"/>
              <a:buChar char="•"/>
            </a:pPr>
            <a:r>
              <a:rPr lang="en-US" sz="1100"/>
              <a:t>Change Management</a:t>
            </a:r>
          </a:p>
        </p:txBody>
      </p:sp>
      <p:cxnSp>
        <p:nvCxnSpPr>
          <p:cNvPr id="54" name="Straight Arrow Connector 53">
            <a:extLst>
              <a:ext uri="{FF2B5EF4-FFF2-40B4-BE49-F238E27FC236}">
                <a16:creationId xmlns:a16="http://schemas.microsoft.com/office/drawing/2014/main" id="{AC64683B-014A-D112-A601-A121E110DF58}"/>
              </a:ext>
            </a:extLst>
          </p:cNvPr>
          <p:cNvCxnSpPr>
            <a:cxnSpLocks/>
          </p:cNvCxnSpPr>
          <p:nvPr/>
        </p:nvCxnSpPr>
        <p:spPr>
          <a:xfrm>
            <a:off x="1866900" y="5863881"/>
            <a:ext cx="7622878" cy="0"/>
          </a:xfrm>
          <a:prstGeom prst="straightConnector1">
            <a:avLst/>
          </a:prstGeom>
          <a:ln>
            <a:solidFill>
              <a:srgbClr val="7F7F7F"/>
            </a:solidFill>
            <a:headEnd type="triangle"/>
            <a:tailEnd type="triangle"/>
          </a:ln>
        </p:spPr>
        <p:style>
          <a:lnRef idx="1">
            <a:schemeClr val="accent1"/>
          </a:lnRef>
          <a:fillRef idx="0">
            <a:schemeClr val="accent1"/>
          </a:fillRef>
          <a:effectRef idx="0">
            <a:schemeClr val="accent1"/>
          </a:effectRef>
          <a:fontRef idx="minor">
            <a:schemeClr val="tx1"/>
          </a:fontRef>
        </p:style>
      </p:cxnSp>
      <p:sp>
        <p:nvSpPr>
          <p:cNvPr id="55" name="Flowchart: Terminator 54">
            <a:extLst>
              <a:ext uri="{FF2B5EF4-FFF2-40B4-BE49-F238E27FC236}">
                <a16:creationId xmlns:a16="http://schemas.microsoft.com/office/drawing/2014/main" id="{D39CAD5F-CFE1-BECE-7A48-E6E43DFC2BA5}"/>
              </a:ext>
            </a:extLst>
          </p:cNvPr>
          <p:cNvSpPr/>
          <p:nvPr/>
        </p:nvSpPr>
        <p:spPr>
          <a:xfrm>
            <a:off x="4936920" y="5766610"/>
            <a:ext cx="1256412" cy="171447"/>
          </a:xfrm>
          <a:prstGeom prst="flowChartTerminator">
            <a:avLst/>
          </a:prstGeom>
          <a:solidFill>
            <a:srgbClr val="0070A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050"/>
              <a:t>10 Months</a:t>
            </a:r>
          </a:p>
        </p:txBody>
      </p:sp>
      <p:sp>
        <p:nvSpPr>
          <p:cNvPr id="56" name="TextBox 55">
            <a:extLst>
              <a:ext uri="{FF2B5EF4-FFF2-40B4-BE49-F238E27FC236}">
                <a16:creationId xmlns:a16="http://schemas.microsoft.com/office/drawing/2014/main" id="{818FF468-56B4-7B62-67B9-4B9C7B81286F}"/>
              </a:ext>
            </a:extLst>
          </p:cNvPr>
          <p:cNvSpPr txBox="1"/>
          <p:nvPr/>
        </p:nvSpPr>
        <p:spPr>
          <a:xfrm>
            <a:off x="8440122" y="4349906"/>
            <a:ext cx="1579309" cy="738664"/>
          </a:xfrm>
          <a:prstGeom prst="rect">
            <a:avLst/>
          </a:prstGeom>
          <a:noFill/>
        </p:spPr>
        <p:txBody>
          <a:bodyPr wrap="square" rtlCol="0">
            <a:spAutoFit/>
          </a:bodyPr>
          <a:lstStyle/>
          <a:p>
            <a:pPr algn="ctr"/>
            <a:r>
              <a:rPr lang="en-US" sz="1400" b="1" i="1">
                <a:solidFill>
                  <a:schemeClr val="bg1">
                    <a:lumMod val="85000"/>
                  </a:schemeClr>
                </a:solidFill>
              </a:rPr>
              <a:t>“Process Implementation Approach”</a:t>
            </a:r>
          </a:p>
        </p:txBody>
      </p:sp>
      <p:sp>
        <p:nvSpPr>
          <p:cNvPr id="57" name="Rectangle 56">
            <a:extLst>
              <a:ext uri="{FF2B5EF4-FFF2-40B4-BE49-F238E27FC236}">
                <a16:creationId xmlns:a16="http://schemas.microsoft.com/office/drawing/2014/main" id="{F491BD0C-B5AA-8254-2C01-4C2868F34CE0}"/>
              </a:ext>
            </a:extLst>
          </p:cNvPr>
          <p:cNvSpPr/>
          <p:nvPr/>
        </p:nvSpPr>
        <p:spPr>
          <a:xfrm>
            <a:off x="4318630" y="1618194"/>
            <a:ext cx="4182433" cy="4079625"/>
          </a:xfrm>
          <a:prstGeom prst="rect">
            <a:avLst/>
          </a:prstGeom>
          <a:noFill/>
          <a:ln w="28575">
            <a:solidFill>
              <a:schemeClr val="tx1">
                <a:lumMod val="50000"/>
                <a:lumOff val="50000"/>
              </a:schemeClr>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a:p>
        </p:txBody>
      </p:sp>
      <p:sp>
        <p:nvSpPr>
          <p:cNvPr id="61" name="Flowchart: Terminator 60">
            <a:extLst>
              <a:ext uri="{FF2B5EF4-FFF2-40B4-BE49-F238E27FC236}">
                <a16:creationId xmlns:a16="http://schemas.microsoft.com/office/drawing/2014/main" id="{B93414FD-C672-43D1-E78C-1244D60BD982}"/>
              </a:ext>
            </a:extLst>
          </p:cNvPr>
          <p:cNvSpPr/>
          <p:nvPr/>
        </p:nvSpPr>
        <p:spPr>
          <a:xfrm>
            <a:off x="3251290" y="6085890"/>
            <a:ext cx="1356715" cy="171447"/>
          </a:xfrm>
          <a:prstGeom prst="flowChartTerminator">
            <a:avLst/>
          </a:prstGeom>
          <a:solidFill>
            <a:srgbClr val="0070A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050"/>
              <a:t>12 Months</a:t>
            </a:r>
          </a:p>
        </p:txBody>
      </p:sp>
      <p:cxnSp>
        <p:nvCxnSpPr>
          <p:cNvPr id="62" name="Connector: Elbow 61">
            <a:extLst>
              <a:ext uri="{FF2B5EF4-FFF2-40B4-BE49-F238E27FC236}">
                <a16:creationId xmlns:a16="http://schemas.microsoft.com/office/drawing/2014/main" id="{9F9FF7C5-6C5A-9EA8-F097-73C1A1E5BD47}"/>
              </a:ext>
            </a:extLst>
          </p:cNvPr>
          <p:cNvCxnSpPr>
            <a:cxnSpLocks/>
            <a:stCxn id="3" idx="2"/>
          </p:cNvCxnSpPr>
          <p:nvPr/>
        </p:nvCxnSpPr>
        <p:spPr>
          <a:xfrm rot="16200000" flipH="1">
            <a:off x="2603141" y="3217858"/>
            <a:ext cx="1438640" cy="1901784"/>
          </a:xfrm>
          <a:prstGeom prst="bentConnector2">
            <a:avLst/>
          </a:prstGeom>
          <a:ln>
            <a:solidFill>
              <a:srgbClr val="7F7F7F"/>
            </a:solidFill>
            <a:tailEnd type="triangle"/>
          </a:ln>
        </p:spPr>
        <p:style>
          <a:lnRef idx="1">
            <a:schemeClr val="accent1"/>
          </a:lnRef>
          <a:fillRef idx="0">
            <a:schemeClr val="accent1"/>
          </a:fillRef>
          <a:effectRef idx="0">
            <a:schemeClr val="accent1"/>
          </a:effectRef>
          <a:fontRef idx="minor">
            <a:schemeClr val="tx1"/>
          </a:fontRef>
        </p:style>
      </p:cxnSp>
      <p:sp>
        <p:nvSpPr>
          <p:cNvPr id="66" name="Flowchart: Terminator 65">
            <a:extLst>
              <a:ext uri="{FF2B5EF4-FFF2-40B4-BE49-F238E27FC236}">
                <a16:creationId xmlns:a16="http://schemas.microsoft.com/office/drawing/2014/main" id="{3FC6D7F5-EB84-F28C-0001-25ABC68E4187}"/>
              </a:ext>
            </a:extLst>
          </p:cNvPr>
          <p:cNvSpPr/>
          <p:nvPr/>
        </p:nvSpPr>
        <p:spPr>
          <a:xfrm>
            <a:off x="1571625" y="3695700"/>
            <a:ext cx="1356715" cy="171447"/>
          </a:xfrm>
          <a:prstGeom prst="flowChartTerminator">
            <a:avLst/>
          </a:prstGeom>
          <a:solidFill>
            <a:srgbClr val="0070A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050"/>
              <a:t>1+8 Weeks*</a:t>
            </a:r>
          </a:p>
        </p:txBody>
      </p:sp>
      <p:sp>
        <p:nvSpPr>
          <p:cNvPr id="3" name="Rectangle 2">
            <a:extLst>
              <a:ext uri="{FF2B5EF4-FFF2-40B4-BE49-F238E27FC236}">
                <a16:creationId xmlns:a16="http://schemas.microsoft.com/office/drawing/2014/main" id="{08FC6420-F7C9-83D4-CF04-026F0A30391B}"/>
              </a:ext>
            </a:extLst>
          </p:cNvPr>
          <p:cNvSpPr/>
          <p:nvPr/>
        </p:nvSpPr>
        <p:spPr>
          <a:xfrm>
            <a:off x="1418473" y="2951793"/>
            <a:ext cx="1906192" cy="430962"/>
          </a:xfrm>
          <a:prstGeom prst="rect">
            <a:avLst/>
          </a:prstGeom>
          <a:solidFill>
            <a:schemeClr val="accent5">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100"/>
              <a:t>Identification of Impacted Processes</a:t>
            </a:r>
          </a:p>
        </p:txBody>
      </p:sp>
      <p:cxnSp>
        <p:nvCxnSpPr>
          <p:cNvPr id="10" name="Straight Arrow Connector 9">
            <a:extLst>
              <a:ext uri="{FF2B5EF4-FFF2-40B4-BE49-F238E27FC236}">
                <a16:creationId xmlns:a16="http://schemas.microsoft.com/office/drawing/2014/main" id="{17778F09-49C4-7518-205C-3AD2907EF594}"/>
              </a:ext>
            </a:extLst>
          </p:cNvPr>
          <p:cNvCxnSpPr>
            <a:cxnSpLocks/>
          </p:cNvCxnSpPr>
          <p:nvPr/>
        </p:nvCxnSpPr>
        <p:spPr>
          <a:xfrm>
            <a:off x="2380549" y="2806191"/>
            <a:ext cx="0" cy="132340"/>
          </a:xfrm>
          <a:prstGeom prst="straightConnector1">
            <a:avLst/>
          </a:prstGeom>
          <a:ln>
            <a:solidFill>
              <a:srgbClr val="7F7F7F"/>
            </a:solidFill>
            <a:tailEnd type="triangle"/>
          </a:ln>
        </p:spPr>
        <p:style>
          <a:lnRef idx="1">
            <a:schemeClr val="accent1"/>
          </a:lnRef>
          <a:fillRef idx="0">
            <a:schemeClr val="accent1"/>
          </a:fillRef>
          <a:effectRef idx="0">
            <a:schemeClr val="accent1"/>
          </a:effectRef>
          <a:fontRef idx="minor">
            <a:schemeClr val="tx1"/>
          </a:fontRef>
        </p:style>
      </p:cxnSp>
      <p:grpSp>
        <p:nvGrpSpPr>
          <p:cNvPr id="9" name="Group 8">
            <a:extLst>
              <a:ext uri="{FF2B5EF4-FFF2-40B4-BE49-F238E27FC236}">
                <a16:creationId xmlns:a16="http://schemas.microsoft.com/office/drawing/2014/main" id="{FB775FBD-1ABC-7374-C4EA-69567456A9D8}"/>
              </a:ext>
            </a:extLst>
          </p:cNvPr>
          <p:cNvGrpSpPr/>
          <p:nvPr/>
        </p:nvGrpSpPr>
        <p:grpSpPr>
          <a:xfrm>
            <a:off x="5392317" y="70097"/>
            <a:ext cx="5304257" cy="167498"/>
            <a:chOff x="6837649" y="990853"/>
            <a:chExt cx="5304257" cy="261730"/>
          </a:xfrm>
        </p:grpSpPr>
        <p:sp>
          <p:nvSpPr>
            <p:cNvPr id="12" name="Rectangle: Rounded Corners 11">
              <a:extLst>
                <a:ext uri="{FF2B5EF4-FFF2-40B4-BE49-F238E27FC236}">
                  <a16:creationId xmlns:a16="http://schemas.microsoft.com/office/drawing/2014/main" id="{D6AC79CB-B03E-86EE-9DC1-B4B8F047AA21}"/>
                </a:ext>
              </a:extLst>
            </p:cNvPr>
            <p:cNvSpPr/>
            <p:nvPr/>
          </p:nvSpPr>
          <p:spPr>
            <a:xfrm>
              <a:off x="6837649" y="990853"/>
              <a:ext cx="1004635" cy="249108"/>
            </a:xfrm>
            <a:prstGeom prst="round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700"/>
                <a:t>Our Understanding</a:t>
              </a:r>
            </a:p>
          </p:txBody>
        </p:sp>
        <p:sp>
          <p:nvSpPr>
            <p:cNvPr id="13" name="Rectangle: Rounded Corners 12">
              <a:extLst>
                <a:ext uri="{FF2B5EF4-FFF2-40B4-BE49-F238E27FC236}">
                  <a16:creationId xmlns:a16="http://schemas.microsoft.com/office/drawing/2014/main" id="{50B43BA4-49BA-73D9-F4CE-351B85AEA21F}"/>
                </a:ext>
              </a:extLst>
            </p:cNvPr>
            <p:cNvSpPr/>
            <p:nvPr/>
          </p:nvSpPr>
          <p:spPr>
            <a:xfrm>
              <a:off x="7953152" y="1002292"/>
              <a:ext cx="1004635" cy="249108"/>
            </a:xfrm>
            <a:prstGeom prst="roundRect">
              <a:avLst/>
            </a:prstGeom>
            <a:solidFill>
              <a:srgbClr val="40404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700"/>
                <a:t>Approach</a:t>
              </a:r>
            </a:p>
          </p:txBody>
        </p:sp>
        <p:sp>
          <p:nvSpPr>
            <p:cNvPr id="14" name="Rectangle: Rounded Corners 13">
              <a:extLst>
                <a:ext uri="{FF2B5EF4-FFF2-40B4-BE49-F238E27FC236}">
                  <a16:creationId xmlns:a16="http://schemas.microsoft.com/office/drawing/2014/main" id="{6D6B1F2E-77A7-7382-4E2B-076B0E7CD23C}"/>
                </a:ext>
              </a:extLst>
            </p:cNvPr>
            <p:cNvSpPr/>
            <p:nvPr/>
          </p:nvSpPr>
          <p:spPr>
            <a:xfrm>
              <a:off x="9017511" y="1003475"/>
              <a:ext cx="1004635" cy="249108"/>
            </a:xfrm>
            <a:prstGeom prst="roundRect">
              <a:avLst/>
            </a:prstGeom>
            <a:solidFill>
              <a:srgbClr val="40404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700"/>
                <a:t>Team</a:t>
              </a:r>
            </a:p>
          </p:txBody>
        </p:sp>
        <p:sp>
          <p:nvSpPr>
            <p:cNvPr id="16" name="Rectangle: Rounded Corners 15">
              <a:extLst>
                <a:ext uri="{FF2B5EF4-FFF2-40B4-BE49-F238E27FC236}">
                  <a16:creationId xmlns:a16="http://schemas.microsoft.com/office/drawing/2014/main" id="{04BEB168-6091-CC5F-853B-E12204C092F5}"/>
                </a:ext>
              </a:extLst>
            </p:cNvPr>
            <p:cNvSpPr/>
            <p:nvPr/>
          </p:nvSpPr>
          <p:spPr>
            <a:xfrm>
              <a:off x="10081870" y="1001985"/>
              <a:ext cx="1004635" cy="249108"/>
            </a:xfrm>
            <a:prstGeom prst="roundRect">
              <a:avLst/>
            </a:prstGeom>
            <a:solidFill>
              <a:srgbClr val="40404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700"/>
                <a:t>Why US</a:t>
              </a:r>
            </a:p>
          </p:txBody>
        </p:sp>
        <p:sp>
          <p:nvSpPr>
            <p:cNvPr id="17" name="Rectangle: Rounded Corners 16">
              <a:extLst>
                <a:ext uri="{FF2B5EF4-FFF2-40B4-BE49-F238E27FC236}">
                  <a16:creationId xmlns:a16="http://schemas.microsoft.com/office/drawing/2014/main" id="{BB82A585-7105-E24C-DE88-546B223B222C}"/>
                </a:ext>
              </a:extLst>
            </p:cNvPr>
            <p:cNvSpPr/>
            <p:nvPr/>
          </p:nvSpPr>
          <p:spPr>
            <a:xfrm>
              <a:off x="11137271" y="997539"/>
              <a:ext cx="1004635" cy="249108"/>
            </a:xfrm>
            <a:prstGeom prst="roundRect">
              <a:avLst/>
            </a:prstGeom>
            <a:solidFill>
              <a:srgbClr val="40404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700"/>
                <a:t>Credentials</a:t>
              </a:r>
            </a:p>
          </p:txBody>
        </p:sp>
      </p:grpSp>
    </p:spTree>
    <p:extLst>
      <p:ext uri="{BB962C8B-B14F-4D97-AF65-F5344CB8AC3E}">
        <p14:creationId xmlns:p14="http://schemas.microsoft.com/office/powerpoint/2010/main" val="408669139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BC26D98-A0FB-EC55-F61B-45A5C38E15EB}"/>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3F2AB741-11C8-25AC-0AAC-74A044963865}"/>
              </a:ext>
            </a:extLst>
          </p:cNvPr>
          <p:cNvSpPr>
            <a:spLocks noGrp="1"/>
          </p:cNvSpPr>
          <p:nvPr>
            <p:ph type="title"/>
          </p:nvPr>
        </p:nvSpPr>
        <p:spPr>
          <a:xfrm>
            <a:off x="468284" y="303755"/>
            <a:ext cx="10947772" cy="485247"/>
          </a:xfrm>
        </p:spPr>
        <p:txBody>
          <a:bodyPr/>
          <a:lstStyle/>
          <a:p>
            <a:r>
              <a:rPr lang="en-US" cap="none"/>
              <a:t>We recommend a two phased approach to ensure successful implementation of the new operating model</a:t>
            </a:r>
            <a:endParaRPr lang="en-IN" cap="none"/>
          </a:p>
        </p:txBody>
      </p:sp>
      <p:grpSp>
        <p:nvGrpSpPr>
          <p:cNvPr id="14" name="Group 13">
            <a:extLst>
              <a:ext uri="{FF2B5EF4-FFF2-40B4-BE49-F238E27FC236}">
                <a16:creationId xmlns:a16="http://schemas.microsoft.com/office/drawing/2014/main" id="{C4B2ECEE-0E94-2518-CE42-06CB69E97B9B}"/>
              </a:ext>
            </a:extLst>
          </p:cNvPr>
          <p:cNvGrpSpPr/>
          <p:nvPr/>
        </p:nvGrpSpPr>
        <p:grpSpPr>
          <a:xfrm rot="16200000">
            <a:off x="-428342" y="3234579"/>
            <a:ext cx="1870385" cy="224415"/>
            <a:chOff x="1637342" y="2364383"/>
            <a:chExt cx="847317" cy="448954"/>
          </a:xfrm>
          <a:solidFill>
            <a:schemeClr val="accent2">
              <a:lumMod val="50000"/>
            </a:schemeClr>
          </a:solidFill>
        </p:grpSpPr>
        <p:sp>
          <p:nvSpPr>
            <p:cNvPr id="15" name="Rectangle: Rounded Corners 14">
              <a:extLst>
                <a:ext uri="{FF2B5EF4-FFF2-40B4-BE49-F238E27FC236}">
                  <a16:creationId xmlns:a16="http://schemas.microsoft.com/office/drawing/2014/main" id="{4BED696C-7239-2702-D6A9-F3CC0EB76C40}"/>
                </a:ext>
              </a:extLst>
            </p:cNvPr>
            <p:cNvSpPr/>
            <p:nvPr/>
          </p:nvSpPr>
          <p:spPr>
            <a:xfrm>
              <a:off x="1637342" y="2364383"/>
              <a:ext cx="847317" cy="448954"/>
            </a:xfrm>
            <a:prstGeom prst="roundRect">
              <a:avLst>
                <a:gd name="adj" fmla="val 10000"/>
              </a:avLst>
            </a:prstGeom>
            <a:grpFill/>
            <a:ln>
              <a:noFill/>
            </a:ln>
            <a:effectLst>
              <a:outerShdw blurRad="57150" dist="19050" dir="5400000" algn="ctr" rotWithShape="0">
                <a:srgbClr val="000000">
                  <a:alpha val="63000"/>
                </a:srgbClr>
              </a:outerShdw>
            </a:effec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black"/>
                </a:solidFill>
                <a:effectLst/>
                <a:uLnTx/>
                <a:uFillTx/>
                <a:latin typeface="Ubuntu"/>
                <a:ea typeface="+mn-ea"/>
                <a:cs typeface="+mn-cs"/>
              </a:endParaRPr>
            </a:p>
          </p:txBody>
        </p:sp>
        <p:sp>
          <p:nvSpPr>
            <p:cNvPr id="16" name="Rectangle: Rounded Corners 4">
              <a:extLst>
                <a:ext uri="{FF2B5EF4-FFF2-40B4-BE49-F238E27FC236}">
                  <a16:creationId xmlns:a16="http://schemas.microsoft.com/office/drawing/2014/main" id="{C63B6E6A-4788-DB48-6610-043286D7465A}"/>
                </a:ext>
              </a:extLst>
            </p:cNvPr>
            <p:cNvSpPr txBox="1"/>
            <p:nvPr/>
          </p:nvSpPr>
          <p:spPr>
            <a:xfrm>
              <a:off x="1652232" y="2377532"/>
              <a:ext cx="817536" cy="422655"/>
            </a:xfrm>
            <a:prstGeom prst="rect">
              <a:avLst/>
            </a:prstGeom>
            <a:grpFill/>
            <a:ln>
              <a:noFill/>
            </a:ln>
            <a:effectLst/>
          </p:spPr>
          <p:txBody>
            <a:bodyPr spcFirstLastPara="0" vert="horz" wrap="square" lIns="213360" tIns="213360" rIns="213360" bIns="213360" numCol="1" spcCol="1270" anchor="ctr" anchorCtr="0">
              <a:noAutofit/>
            </a:bodyPr>
            <a:lstStyle/>
            <a:p>
              <a:pPr marL="0" marR="0" lvl="0" indent="0" algn="ctr" defTabSz="2489200" rtl="0" eaLnBrk="1" fontAlgn="auto" latinLnBrk="0" hangingPunct="1">
                <a:lnSpc>
                  <a:spcPct val="90000"/>
                </a:lnSpc>
                <a:spcBef>
                  <a:spcPct val="0"/>
                </a:spcBef>
                <a:spcAft>
                  <a:spcPct val="35000"/>
                </a:spcAft>
                <a:buClrTx/>
                <a:buSzTx/>
                <a:buFontTx/>
                <a:buNone/>
                <a:tabLst/>
                <a:defRPr/>
              </a:pPr>
              <a:r>
                <a:rPr kumimoji="0" lang="en-US" sz="1000" b="1" i="0" u="none" strike="noStrike" kern="0" cap="none" spc="0" normalizeH="0" baseline="0" noProof="0">
                  <a:ln>
                    <a:noFill/>
                  </a:ln>
                  <a:solidFill>
                    <a:prstClr val="white"/>
                  </a:solidFill>
                  <a:effectLst/>
                  <a:uLnTx/>
                  <a:uFillTx/>
                  <a:latin typeface="Ubuntu Medium"/>
                  <a:ea typeface="+mn-ea"/>
                  <a:cs typeface="+mn-cs"/>
                </a:rPr>
                <a:t>Key Activities</a:t>
              </a:r>
              <a:endParaRPr kumimoji="0" lang="en-IN" sz="1000" b="1" i="0" u="none" strike="noStrike" kern="0" cap="none" spc="0" normalizeH="0" baseline="0" noProof="0">
                <a:ln>
                  <a:noFill/>
                </a:ln>
                <a:solidFill>
                  <a:prstClr val="white"/>
                </a:solidFill>
                <a:effectLst/>
                <a:uLnTx/>
                <a:uFillTx/>
                <a:latin typeface="Ubuntu Medium"/>
                <a:ea typeface="+mn-ea"/>
                <a:cs typeface="+mn-cs"/>
              </a:endParaRPr>
            </a:p>
          </p:txBody>
        </p:sp>
      </p:grpSp>
      <p:sp>
        <p:nvSpPr>
          <p:cNvPr id="7" name="Rectangle: Rounded Corners 4">
            <a:extLst>
              <a:ext uri="{FF2B5EF4-FFF2-40B4-BE49-F238E27FC236}">
                <a16:creationId xmlns:a16="http://schemas.microsoft.com/office/drawing/2014/main" id="{57D35B1A-637E-E642-BDE8-51DFE0ADFDE9}"/>
              </a:ext>
            </a:extLst>
          </p:cNvPr>
          <p:cNvSpPr txBox="1"/>
          <p:nvPr/>
        </p:nvSpPr>
        <p:spPr>
          <a:xfrm rot="16200000">
            <a:off x="-85391" y="5419235"/>
            <a:ext cx="1184481" cy="211270"/>
          </a:xfrm>
          <a:prstGeom prst="rect">
            <a:avLst/>
          </a:prstGeom>
          <a:solidFill>
            <a:schemeClr val="accent2">
              <a:lumMod val="50000"/>
            </a:schemeClr>
          </a:solidFill>
          <a:ln>
            <a:noFill/>
          </a:ln>
          <a:effectLst/>
        </p:spPr>
        <p:txBody>
          <a:bodyPr spcFirstLastPara="0" vert="horz" wrap="square" lIns="213360" tIns="213360" rIns="213360" bIns="213360" numCol="1" spcCol="1270" anchor="ctr" anchorCtr="0">
            <a:noAutofit/>
          </a:bodyPr>
          <a:lstStyle/>
          <a:p>
            <a:pPr marL="0" marR="0" lvl="0" indent="0" algn="ctr" defTabSz="2489200" rtl="0" eaLnBrk="1" fontAlgn="auto" latinLnBrk="0" hangingPunct="1">
              <a:lnSpc>
                <a:spcPct val="90000"/>
              </a:lnSpc>
              <a:spcBef>
                <a:spcPct val="0"/>
              </a:spcBef>
              <a:spcAft>
                <a:spcPct val="35000"/>
              </a:spcAft>
              <a:buClrTx/>
              <a:buSzTx/>
              <a:buFontTx/>
              <a:buNone/>
              <a:tabLst/>
              <a:defRPr/>
            </a:pPr>
            <a:r>
              <a:rPr kumimoji="0" lang="en-US" sz="1000" b="1" i="0" u="none" strike="noStrike" kern="0" cap="none" spc="0" normalizeH="0" baseline="0" noProof="0">
                <a:ln>
                  <a:noFill/>
                </a:ln>
                <a:solidFill>
                  <a:prstClr val="white"/>
                </a:solidFill>
                <a:effectLst/>
                <a:uLnTx/>
                <a:uFillTx/>
                <a:latin typeface="Ubuntu Medium"/>
                <a:ea typeface="+mn-ea"/>
                <a:cs typeface="+mn-cs"/>
              </a:rPr>
              <a:t>Deliverables</a:t>
            </a:r>
            <a:endParaRPr kumimoji="0" lang="en-IN" sz="1000" b="1" i="0" u="none" strike="noStrike" kern="0" cap="none" spc="0" normalizeH="0" baseline="0" noProof="0">
              <a:ln>
                <a:noFill/>
              </a:ln>
              <a:solidFill>
                <a:prstClr val="white"/>
              </a:solidFill>
              <a:effectLst/>
              <a:uLnTx/>
              <a:uFillTx/>
              <a:latin typeface="Ubuntu Medium"/>
              <a:ea typeface="+mn-ea"/>
              <a:cs typeface="+mn-cs"/>
            </a:endParaRPr>
          </a:p>
        </p:txBody>
      </p:sp>
      <p:sp>
        <p:nvSpPr>
          <p:cNvPr id="67" name="TextBox 66">
            <a:extLst>
              <a:ext uri="{FF2B5EF4-FFF2-40B4-BE49-F238E27FC236}">
                <a16:creationId xmlns:a16="http://schemas.microsoft.com/office/drawing/2014/main" id="{EAFAE919-EB57-5E28-FF6F-8FBE382D77E6}"/>
              </a:ext>
            </a:extLst>
          </p:cNvPr>
          <p:cNvSpPr txBox="1"/>
          <p:nvPr/>
        </p:nvSpPr>
        <p:spPr>
          <a:xfrm>
            <a:off x="1135728" y="1289774"/>
            <a:ext cx="3667695" cy="338554"/>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b="1" i="0" u="none" strike="noStrike" kern="1200" cap="none" spc="0" normalizeH="0" baseline="0" noProof="0">
                <a:ln>
                  <a:noFill/>
                </a:ln>
                <a:solidFill>
                  <a:srgbClr val="FFFFFF"/>
                </a:solidFill>
                <a:effectLst/>
                <a:uLnTx/>
                <a:uFillTx/>
                <a:latin typeface="Ubuntu"/>
                <a:ea typeface="+mn-ea"/>
                <a:cs typeface="+mn-cs"/>
              </a:rPr>
              <a:t>PHASE 1: Assessment &amp; Framing</a:t>
            </a:r>
            <a:endParaRPr kumimoji="0" lang="en-IN" sz="1600" b="1" i="0" u="none" strike="noStrike" kern="1200" cap="none" spc="0" normalizeH="0" baseline="0" noProof="0">
              <a:ln>
                <a:noFill/>
              </a:ln>
              <a:solidFill>
                <a:srgbClr val="FFFFFF"/>
              </a:solidFill>
              <a:effectLst/>
              <a:uLnTx/>
              <a:uFillTx/>
              <a:latin typeface="Ubuntu"/>
              <a:ea typeface="+mn-ea"/>
              <a:cs typeface="+mn-cs"/>
            </a:endParaRPr>
          </a:p>
        </p:txBody>
      </p:sp>
      <p:sp>
        <p:nvSpPr>
          <p:cNvPr id="68" name="TextBox 67">
            <a:extLst>
              <a:ext uri="{FF2B5EF4-FFF2-40B4-BE49-F238E27FC236}">
                <a16:creationId xmlns:a16="http://schemas.microsoft.com/office/drawing/2014/main" id="{E991E988-EDE8-BDE0-E91A-14E4CA899CD3}"/>
              </a:ext>
            </a:extLst>
          </p:cNvPr>
          <p:cNvSpPr txBox="1"/>
          <p:nvPr/>
        </p:nvSpPr>
        <p:spPr>
          <a:xfrm>
            <a:off x="6415538" y="1319880"/>
            <a:ext cx="4460432" cy="338554"/>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b="1" i="0" u="none" strike="noStrike" kern="1200" cap="none" spc="0" normalizeH="0" baseline="0" noProof="0">
                <a:ln>
                  <a:noFill/>
                </a:ln>
                <a:solidFill>
                  <a:srgbClr val="FFFFFF"/>
                </a:solidFill>
                <a:effectLst/>
                <a:uLnTx/>
                <a:uFillTx/>
                <a:latin typeface="Ubuntu"/>
                <a:ea typeface="+mn-ea"/>
                <a:cs typeface="+mn-cs"/>
              </a:rPr>
              <a:t>PHASE 2: Process Design &amp; Validation</a:t>
            </a:r>
            <a:endParaRPr kumimoji="0" lang="en-IN" sz="1600" b="1" i="0" u="none" strike="noStrike" kern="1200" cap="none" spc="0" normalizeH="0" baseline="0" noProof="0">
              <a:ln>
                <a:noFill/>
              </a:ln>
              <a:solidFill>
                <a:srgbClr val="FFFFFF"/>
              </a:solidFill>
              <a:effectLst/>
              <a:uLnTx/>
              <a:uFillTx/>
              <a:latin typeface="Ubuntu"/>
              <a:ea typeface="+mn-ea"/>
              <a:cs typeface="+mn-cs"/>
            </a:endParaRPr>
          </a:p>
        </p:txBody>
      </p:sp>
      <p:sp>
        <p:nvSpPr>
          <p:cNvPr id="6" name="TextBox 5">
            <a:extLst>
              <a:ext uri="{FF2B5EF4-FFF2-40B4-BE49-F238E27FC236}">
                <a16:creationId xmlns:a16="http://schemas.microsoft.com/office/drawing/2014/main" id="{0D28F24B-F5DB-A175-B6A5-78EE430AC90C}"/>
              </a:ext>
            </a:extLst>
          </p:cNvPr>
          <p:cNvSpPr txBox="1"/>
          <p:nvPr/>
        </p:nvSpPr>
        <p:spPr>
          <a:xfrm>
            <a:off x="117896" y="6581498"/>
            <a:ext cx="6406092" cy="230832"/>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a:ln>
                  <a:noFill/>
                </a:ln>
                <a:solidFill>
                  <a:srgbClr val="FFFFFF">
                    <a:lumMod val="85000"/>
                  </a:srgbClr>
                </a:solidFill>
                <a:effectLst/>
                <a:uLnTx/>
                <a:uFillTx/>
                <a:latin typeface="Ubuntu"/>
                <a:ea typeface="+mn-ea"/>
                <a:cs typeface="+mn-cs"/>
              </a:rPr>
              <a:t>NOTE:  Timelines are subjected to change based on the no. of processes, size and complexity.</a:t>
            </a:r>
            <a:endParaRPr kumimoji="0" lang="en-IN" sz="900" b="0" i="0" u="none" strike="noStrike" kern="1200" cap="none" spc="0" normalizeH="0" baseline="0" noProof="0">
              <a:ln>
                <a:noFill/>
              </a:ln>
              <a:solidFill>
                <a:srgbClr val="FFFFFF">
                  <a:lumMod val="85000"/>
                </a:srgbClr>
              </a:solidFill>
              <a:effectLst/>
              <a:uLnTx/>
              <a:uFillTx/>
              <a:latin typeface="Ubuntu"/>
              <a:ea typeface="+mn-ea"/>
              <a:cs typeface="+mn-cs"/>
            </a:endParaRPr>
          </a:p>
        </p:txBody>
      </p:sp>
      <p:sp>
        <p:nvSpPr>
          <p:cNvPr id="25" name="Isosceles Triangle 24">
            <a:extLst>
              <a:ext uri="{FF2B5EF4-FFF2-40B4-BE49-F238E27FC236}">
                <a16:creationId xmlns:a16="http://schemas.microsoft.com/office/drawing/2014/main" id="{08558444-55CC-8675-A77C-B7CD6C158BD4}"/>
              </a:ext>
            </a:extLst>
          </p:cNvPr>
          <p:cNvSpPr/>
          <p:nvPr/>
        </p:nvSpPr>
        <p:spPr>
          <a:xfrm rot="5400000">
            <a:off x="3121224" y="3986192"/>
            <a:ext cx="4613914" cy="163757"/>
          </a:xfrm>
          <a:prstGeom prst="triangl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600" b="0" i="0" u="none" strike="noStrike" kern="1200" cap="none" spc="0" normalizeH="0" baseline="0" noProof="0" err="1">
              <a:ln>
                <a:noFill/>
              </a:ln>
              <a:solidFill>
                <a:srgbClr val="FFFFFF"/>
              </a:solidFill>
              <a:effectLst/>
              <a:uLnTx/>
              <a:uFillTx/>
              <a:latin typeface="Ubuntu"/>
              <a:ea typeface="+mn-ea"/>
              <a:cs typeface="+mn-cs"/>
            </a:endParaRPr>
          </a:p>
        </p:txBody>
      </p:sp>
      <p:sp>
        <p:nvSpPr>
          <p:cNvPr id="5" name="TextBox 4">
            <a:extLst>
              <a:ext uri="{FF2B5EF4-FFF2-40B4-BE49-F238E27FC236}">
                <a16:creationId xmlns:a16="http://schemas.microsoft.com/office/drawing/2014/main" id="{D4742AEE-080B-64ED-3E7D-3FDE4B8933CC}"/>
              </a:ext>
            </a:extLst>
          </p:cNvPr>
          <p:cNvSpPr txBox="1"/>
          <p:nvPr/>
        </p:nvSpPr>
        <p:spPr>
          <a:xfrm>
            <a:off x="764765" y="1889701"/>
            <a:ext cx="1378360" cy="3046604"/>
          </a:xfrm>
          <a:prstGeom prst="rect">
            <a:avLst/>
          </a:prstGeom>
          <a:noFill/>
        </p:spPr>
        <p:txBody>
          <a:bodyPr vert="horz" wrap="square" lIns="90000" tIns="46800" rIns="90000" bIns="46800" rtlCol="0" anchor="ctr">
            <a:spAutoFit/>
          </a:bodyPr>
          <a:lstStyle/>
          <a:p>
            <a:pPr marL="109220" marR="0" lvl="0" indent="-109220" algn="l" defTabSz="914400" rtl="0" eaLnBrk="1" fontAlgn="auto" latinLnBrk="0" hangingPunct="1">
              <a:lnSpc>
                <a:spcPts val="1200"/>
              </a:lnSpc>
              <a:spcBef>
                <a:spcPts val="0"/>
              </a:spcBef>
              <a:spcAft>
                <a:spcPts val="400"/>
              </a:spcAft>
              <a:buClrTx/>
              <a:buSzTx/>
              <a:buFont typeface="Arial" panose="020B0604020202020204" pitchFamily="34" charset="0"/>
              <a:buChar char="•"/>
              <a:tabLst/>
              <a:defRPr/>
            </a:pPr>
            <a:endParaRPr kumimoji="0" lang="en-US" sz="900" b="0" i="0" u="none" strike="noStrike" kern="1200" cap="none" spc="0" normalizeH="0" baseline="0" noProof="0" dirty="0">
              <a:ln>
                <a:noFill/>
              </a:ln>
              <a:solidFill>
                <a:srgbClr val="FFFFFF"/>
              </a:solidFill>
              <a:effectLst/>
              <a:uLnTx/>
              <a:uFillTx/>
              <a:latin typeface="Ubuntu"/>
              <a:ea typeface="+mn-ea"/>
              <a:cs typeface="Arial"/>
            </a:endParaRPr>
          </a:p>
          <a:p>
            <a:pPr marL="171450" marR="0" lvl="0" indent="-171450" algn="l" defTabSz="914400" rtl="0" eaLnBrk="1" fontAlgn="auto" latinLnBrk="0" hangingPunct="1">
              <a:lnSpc>
                <a:spcPts val="1200"/>
              </a:lnSpc>
              <a:spcBef>
                <a:spcPts val="0"/>
              </a:spcBef>
              <a:spcAft>
                <a:spcPts val="400"/>
              </a:spcAft>
              <a:buClrTx/>
              <a:buSzTx/>
              <a:buFont typeface="Wingdings" panose="05000000000000000000" pitchFamily="2" charset="2"/>
              <a:buChar char="§"/>
              <a:tabLst/>
              <a:defRPr/>
            </a:pPr>
            <a:r>
              <a:rPr kumimoji="0" lang="en-US" sz="900" b="0" i="0" u="none" strike="noStrike" kern="1200" cap="none" spc="0" normalizeH="0" baseline="0" noProof="0" dirty="0">
                <a:ln>
                  <a:noFill/>
                </a:ln>
                <a:solidFill>
                  <a:srgbClr val="FFFFFF"/>
                </a:solidFill>
                <a:effectLst/>
                <a:uLnTx/>
                <a:uFillTx/>
                <a:latin typeface="Ubuntu"/>
                <a:ea typeface="+mn-ea"/>
                <a:cs typeface="Arial"/>
              </a:rPr>
              <a:t>Project &amp; team mobilization</a:t>
            </a:r>
          </a:p>
          <a:p>
            <a:pPr marL="171450" marR="0" lvl="0" indent="-171450" algn="l" defTabSz="914400" rtl="0" eaLnBrk="1" fontAlgn="auto" latinLnBrk="0" hangingPunct="1">
              <a:lnSpc>
                <a:spcPts val="1200"/>
              </a:lnSpc>
              <a:spcBef>
                <a:spcPts val="0"/>
              </a:spcBef>
              <a:spcAft>
                <a:spcPts val="400"/>
              </a:spcAft>
              <a:buClrTx/>
              <a:buSzTx/>
              <a:buFont typeface="Wingdings" panose="05000000000000000000" pitchFamily="2" charset="2"/>
              <a:buChar char="§"/>
              <a:tabLst/>
              <a:defRPr/>
            </a:pPr>
            <a:r>
              <a:rPr kumimoji="0" lang="en-US" sz="900" b="0" i="0" u="none" strike="noStrike" kern="1200" cap="none" spc="0" normalizeH="0" baseline="0" noProof="0" dirty="0">
                <a:ln>
                  <a:noFill/>
                </a:ln>
                <a:solidFill>
                  <a:srgbClr val="FFFFFF"/>
                </a:solidFill>
                <a:effectLst/>
                <a:uLnTx/>
                <a:uFillTx/>
                <a:latin typeface="Ubuntu"/>
                <a:ea typeface="+mn-ea"/>
                <a:cs typeface="Arial"/>
              </a:rPr>
              <a:t>Interview with </a:t>
            </a:r>
            <a:r>
              <a:rPr lang="en-US" sz="900" dirty="0">
                <a:solidFill>
                  <a:srgbClr val="FFFFFF"/>
                </a:solidFill>
                <a:latin typeface="Ubuntu"/>
                <a:cs typeface="Arial"/>
              </a:rPr>
              <a:t>business units,</a:t>
            </a:r>
            <a:r>
              <a:rPr kumimoji="0" lang="en-US" sz="900" b="0" i="0" u="none" strike="noStrike" kern="1200" cap="none" spc="0" normalizeH="0" baseline="0" noProof="0" dirty="0">
                <a:ln>
                  <a:noFill/>
                </a:ln>
                <a:solidFill>
                  <a:srgbClr val="FFFFFF"/>
                </a:solidFill>
                <a:effectLst/>
                <a:uLnTx/>
                <a:uFillTx/>
                <a:latin typeface="Ubuntu"/>
                <a:ea typeface="+mn-ea"/>
                <a:cs typeface="Arial"/>
              </a:rPr>
              <a:t> stakeholders to align on scope &amp; impacts</a:t>
            </a:r>
          </a:p>
          <a:p>
            <a:pPr marL="171450" marR="0" lvl="0" indent="-171450" algn="l" defTabSz="914400" rtl="0" eaLnBrk="1" fontAlgn="auto" latinLnBrk="0" hangingPunct="1">
              <a:lnSpc>
                <a:spcPts val="1200"/>
              </a:lnSpc>
              <a:spcBef>
                <a:spcPts val="0"/>
              </a:spcBef>
              <a:spcAft>
                <a:spcPts val="400"/>
              </a:spcAft>
              <a:buClrTx/>
              <a:buSzTx/>
              <a:buFont typeface="Wingdings" panose="05000000000000000000" pitchFamily="2" charset="2"/>
              <a:buChar char="§"/>
              <a:tabLst/>
              <a:defRPr/>
            </a:pPr>
            <a:r>
              <a:rPr kumimoji="0" lang="en-US" sz="900" b="0" i="0" u="none" strike="noStrike" kern="1200" cap="none" spc="0" normalizeH="0" baseline="0" noProof="0" dirty="0">
                <a:ln>
                  <a:noFill/>
                </a:ln>
                <a:solidFill>
                  <a:srgbClr val="FFFFFF"/>
                </a:solidFill>
                <a:effectLst/>
                <a:uLnTx/>
                <a:uFillTx/>
                <a:latin typeface="Ubuntu"/>
                <a:ea typeface="+mn-ea"/>
                <a:cs typeface="Arial"/>
              </a:rPr>
              <a:t>Assessment of EBU Organization Structure, mandates, existing processes and first identification of improvement for core &amp; non-core areas</a:t>
            </a:r>
          </a:p>
          <a:p>
            <a:pPr>
              <a:spcBef>
                <a:spcPct val="0"/>
              </a:spcBef>
              <a:spcAft>
                <a:spcPts val="600"/>
              </a:spcAft>
            </a:pPr>
            <a:endParaRPr lang="en-US" sz="850" b="1" dirty="0">
              <a:solidFill>
                <a:schemeClr val="bg1"/>
              </a:solidFill>
              <a:ea typeface="Calibri" panose="020F0502020204030204" pitchFamily="34" charset="0"/>
              <a:cs typeface="Calibri" panose="020F0502020204030204" pitchFamily="34" charset="0"/>
            </a:endParaRPr>
          </a:p>
        </p:txBody>
      </p:sp>
      <p:sp>
        <p:nvSpPr>
          <p:cNvPr id="8" name="Rectangle 7">
            <a:extLst>
              <a:ext uri="{FF2B5EF4-FFF2-40B4-BE49-F238E27FC236}">
                <a16:creationId xmlns:a16="http://schemas.microsoft.com/office/drawing/2014/main" id="{692E3F89-5A6D-D8C4-F417-6A05A69E3BBE}"/>
              </a:ext>
            </a:extLst>
          </p:cNvPr>
          <p:cNvSpPr/>
          <p:nvPr/>
        </p:nvSpPr>
        <p:spPr>
          <a:xfrm>
            <a:off x="796628" y="1875805"/>
            <a:ext cx="1389607" cy="290191"/>
          </a:xfrm>
          <a:prstGeom prst="rect">
            <a:avLst/>
          </a:prstGeom>
          <a:solidFill>
            <a:schemeClr val="accent5">
              <a:lumMod val="75000"/>
            </a:schemeClr>
          </a:soli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IN" sz="1000" b="1">
              <a:solidFill>
                <a:schemeClr val="bg2"/>
              </a:solidFill>
            </a:endParaRPr>
          </a:p>
        </p:txBody>
      </p:sp>
      <p:sp>
        <p:nvSpPr>
          <p:cNvPr id="9" name="Rectangle: Rounded Corners 8">
            <a:extLst>
              <a:ext uri="{FF2B5EF4-FFF2-40B4-BE49-F238E27FC236}">
                <a16:creationId xmlns:a16="http://schemas.microsoft.com/office/drawing/2014/main" id="{62842D74-8AE3-D130-6684-A86BBFB67ADC}"/>
              </a:ext>
            </a:extLst>
          </p:cNvPr>
          <p:cNvSpPr/>
          <p:nvPr/>
        </p:nvSpPr>
        <p:spPr>
          <a:xfrm>
            <a:off x="793027" y="1770088"/>
            <a:ext cx="1378360" cy="3047785"/>
          </a:xfrm>
          <a:prstGeom prst="roundRect">
            <a:avLst>
              <a:gd name="adj" fmla="val 5419"/>
            </a:avLst>
          </a:prstGeom>
          <a:noFill/>
          <a:ln w="19050">
            <a:solidFill>
              <a:srgbClr val="0B6568"/>
            </a:solid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IN" sz="1400" err="1">
              <a:solidFill>
                <a:schemeClr val="tx1"/>
              </a:solidFill>
            </a:endParaRPr>
          </a:p>
        </p:txBody>
      </p:sp>
      <p:sp>
        <p:nvSpPr>
          <p:cNvPr id="12" name="TextBox 11">
            <a:extLst>
              <a:ext uri="{FF2B5EF4-FFF2-40B4-BE49-F238E27FC236}">
                <a16:creationId xmlns:a16="http://schemas.microsoft.com/office/drawing/2014/main" id="{58DCFC44-B140-A62F-3583-A921FA2607BD}"/>
              </a:ext>
            </a:extLst>
          </p:cNvPr>
          <p:cNvSpPr txBox="1"/>
          <p:nvPr/>
        </p:nvSpPr>
        <p:spPr>
          <a:xfrm>
            <a:off x="5716852" y="4205456"/>
            <a:ext cx="6176807" cy="643639"/>
          </a:xfrm>
          <a:prstGeom prst="rect">
            <a:avLst/>
          </a:prstGeom>
          <a:noFill/>
        </p:spPr>
        <p:txBody>
          <a:bodyPr vert="horz" wrap="square" lIns="90000" tIns="46800" rIns="90000" bIns="46800" rtlCol="0" anchor="ctr">
            <a:spAutoFit/>
          </a:bodyPr>
          <a:lstStyle/>
          <a:p>
            <a:pPr marL="109220" indent="-109220">
              <a:lnSpc>
                <a:spcPts val="1200"/>
              </a:lnSpc>
              <a:spcAft>
                <a:spcPts val="400"/>
              </a:spcAft>
              <a:buFont typeface="Arial" panose="020B0604020202020204" pitchFamily="34" charset="0"/>
              <a:buChar char="•"/>
              <a:defRPr/>
            </a:pPr>
            <a:r>
              <a:rPr lang="en-IN" sz="900" dirty="0">
                <a:solidFill>
                  <a:srgbClr val="FFFFFF"/>
                </a:solidFill>
                <a:latin typeface="Ubuntu"/>
                <a:cs typeface="Arial"/>
              </a:rPr>
              <a:t>Establishment of QA guidelines, ARIS nomenclature &amp; process guidelines</a:t>
            </a:r>
          </a:p>
          <a:p>
            <a:pPr marL="109220" indent="-109220">
              <a:lnSpc>
                <a:spcPts val="1200"/>
              </a:lnSpc>
              <a:spcAft>
                <a:spcPts val="400"/>
              </a:spcAft>
              <a:buFont typeface="Arial" panose="020B0604020202020204" pitchFamily="34" charset="0"/>
              <a:buChar char="•"/>
              <a:defRPr/>
            </a:pPr>
            <a:r>
              <a:rPr lang="en-US" sz="900" dirty="0">
                <a:solidFill>
                  <a:srgbClr val="FFFFFF"/>
                </a:solidFill>
                <a:latin typeface="Ubuntu"/>
                <a:cs typeface="Arial"/>
              </a:rPr>
              <a:t>Lead standups/weekly meetings, oversee execution of corrective tasks, ensuring adherence to quality standards </a:t>
            </a:r>
          </a:p>
          <a:p>
            <a:pPr marL="109220" indent="-109220">
              <a:lnSpc>
                <a:spcPts val="1200"/>
              </a:lnSpc>
              <a:spcAft>
                <a:spcPts val="400"/>
              </a:spcAft>
              <a:buFont typeface="Arial" panose="020B0604020202020204" pitchFamily="34" charset="0"/>
              <a:buChar char="•"/>
              <a:defRPr/>
            </a:pPr>
            <a:r>
              <a:rPr lang="en-US" sz="900" dirty="0">
                <a:solidFill>
                  <a:srgbClr val="FFFFFF"/>
                </a:solidFill>
                <a:latin typeface="Ubuntu"/>
                <a:cs typeface="Arial"/>
              </a:rPr>
              <a:t>Review  of  business processes workflows ensuring adherence to the requirements</a:t>
            </a:r>
          </a:p>
        </p:txBody>
      </p:sp>
      <p:sp>
        <p:nvSpPr>
          <p:cNvPr id="13" name="Rectangle 12">
            <a:extLst>
              <a:ext uri="{FF2B5EF4-FFF2-40B4-BE49-F238E27FC236}">
                <a16:creationId xmlns:a16="http://schemas.microsoft.com/office/drawing/2014/main" id="{2BFD80BA-DCAF-5638-7483-D57FCAC5EA4B}"/>
              </a:ext>
            </a:extLst>
          </p:cNvPr>
          <p:cNvSpPr/>
          <p:nvPr/>
        </p:nvSpPr>
        <p:spPr>
          <a:xfrm>
            <a:off x="5629088" y="3845154"/>
            <a:ext cx="6176808" cy="237496"/>
          </a:xfrm>
          <a:prstGeom prst="rect">
            <a:avLst/>
          </a:prstGeom>
          <a:solidFill>
            <a:srgbClr val="0070C0"/>
          </a:soli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n-IN" sz="1000" b="1">
                <a:solidFill>
                  <a:schemeClr val="bg2"/>
                </a:solidFill>
              </a:rPr>
              <a:t>         </a:t>
            </a:r>
            <a:r>
              <a:rPr lang="en-US" sz="1000" b="1">
                <a:solidFill>
                  <a:schemeClr val="bg2"/>
                </a:solidFill>
              </a:rPr>
              <a:t>Quality Assurance and Control</a:t>
            </a:r>
            <a:endParaRPr lang="en-IN" sz="1000" b="1">
              <a:solidFill>
                <a:schemeClr val="bg2"/>
              </a:solidFill>
            </a:endParaRPr>
          </a:p>
        </p:txBody>
      </p:sp>
      <p:sp>
        <p:nvSpPr>
          <p:cNvPr id="17" name="Rectangle: Rounded Corners 16">
            <a:extLst>
              <a:ext uri="{FF2B5EF4-FFF2-40B4-BE49-F238E27FC236}">
                <a16:creationId xmlns:a16="http://schemas.microsoft.com/office/drawing/2014/main" id="{D3852823-92B2-885B-9AE9-96FA2B9E7869}"/>
              </a:ext>
            </a:extLst>
          </p:cNvPr>
          <p:cNvSpPr/>
          <p:nvPr/>
        </p:nvSpPr>
        <p:spPr>
          <a:xfrm>
            <a:off x="5629088" y="3786183"/>
            <a:ext cx="6176807" cy="1023591"/>
          </a:xfrm>
          <a:prstGeom prst="roundRect">
            <a:avLst>
              <a:gd name="adj" fmla="val 5419"/>
            </a:avLst>
          </a:prstGeom>
          <a:noFill/>
          <a:ln w="19050">
            <a:solidFill>
              <a:schemeClr val="accent1"/>
            </a:solid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IN" sz="1400" err="1">
              <a:solidFill>
                <a:schemeClr val="tx1"/>
              </a:solidFill>
            </a:endParaRPr>
          </a:p>
        </p:txBody>
      </p:sp>
      <p:sp>
        <p:nvSpPr>
          <p:cNvPr id="32" name="TextBox 31">
            <a:extLst>
              <a:ext uri="{FF2B5EF4-FFF2-40B4-BE49-F238E27FC236}">
                <a16:creationId xmlns:a16="http://schemas.microsoft.com/office/drawing/2014/main" id="{1DD72617-F2FE-77E3-768C-3E6D7DEC9577}"/>
              </a:ext>
            </a:extLst>
          </p:cNvPr>
          <p:cNvSpPr txBox="1"/>
          <p:nvPr/>
        </p:nvSpPr>
        <p:spPr>
          <a:xfrm>
            <a:off x="701949" y="1811320"/>
            <a:ext cx="1578964" cy="400110"/>
          </a:xfrm>
          <a:prstGeom prst="rect">
            <a:avLst/>
          </a:prstGeom>
          <a:noFill/>
        </p:spPr>
        <p:txBody>
          <a:bodyPr wrap="square">
            <a:spAutoFit/>
          </a:bodyPr>
          <a:lstStyle/>
          <a:p>
            <a:pPr algn="ctr"/>
            <a:r>
              <a:rPr lang="en-IN" sz="1000" b="1">
                <a:solidFill>
                  <a:schemeClr val="bg2"/>
                </a:solidFill>
              </a:rPr>
              <a:t>eBU New Organization</a:t>
            </a:r>
          </a:p>
          <a:p>
            <a:pPr algn="ctr"/>
            <a:r>
              <a:rPr lang="en-IN" sz="1000" b="1">
                <a:solidFill>
                  <a:schemeClr val="bg2"/>
                </a:solidFill>
              </a:rPr>
              <a:t> Assessment</a:t>
            </a:r>
          </a:p>
        </p:txBody>
      </p:sp>
      <p:sp>
        <p:nvSpPr>
          <p:cNvPr id="33" name="TextBox 32">
            <a:extLst>
              <a:ext uri="{FF2B5EF4-FFF2-40B4-BE49-F238E27FC236}">
                <a16:creationId xmlns:a16="http://schemas.microsoft.com/office/drawing/2014/main" id="{A9CD7D5B-FF10-9F28-6E7A-DDF597F27A77}"/>
              </a:ext>
            </a:extLst>
          </p:cNvPr>
          <p:cNvSpPr txBox="1"/>
          <p:nvPr/>
        </p:nvSpPr>
        <p:spPr>
          <a:xfrm>
            <a:off x="2280396" y="2370542"/>
            <a:ext cx="1378360" cy="2123275"/>
          </a:xfrm>
          <a:prstGeom prst="rect">
            <a:avLst/>
          </a:prstGeom>
          <a:noFill/>
        </p:spPr>
        <p:txBody>
          <a:bodyPr vert="horz" wrap="square" lIns="90000" tIns="46800" rIns="90000" bIns="46800" rtlCol="0" anchor="ctr">
            <a:spAutoFit/>
          </a:bodyPr>
          <a:lstStyle/>
          <a:p>
            <a:pPr marL="109220" marR="0" lvl="0" indent="-109220" algn="l" defTabSz="914400" rtl="0" eaLnBrk="1" fontAlgn="auto" latinLnBrk="0" hangingPunct="1">
              <a:lnSpc>
                <a:spcPts val="1200"/>
              </a:lnSpc>
              <a:spcBef>
                <a:spcPts val="0"/>
              </a:spcBef>
              <a:spcAft>
                <a:spcPts val="400"/>
              </a:spcAft>
              <a:buClrTx/>
              <a:buSzTx/>
              <a:buFont typeface="Arial" panose="020B0604020202020204" pitchFamily="34" charset="0"/>
              <a:buChar char="•"/>
              <a:tabLst/>
              <a:defRPr/>
            </a:pPr>
            <a:endParaRPr kumimoji="0" lang="en-US" sz="900" b="0" i="0" u="none" strike="noStrike" kern="1200" cap="none" spc="0" normalizeH="0" baseline="0" noProof="0">
              <a:ln>
                <a:noFill/>
              </a:ln>
              <a:solidFill>
                <a:srgbClr val="FFFFFF"/>
              </a:solidFill>
              <a:effectLst/>
              <a:uLnTx/>
              <a:uFillTx/>
              <a:latin typeface="Ubuntu"/>
              <a:ea typeface="+mn-ea"/>
              <a:cs typeface="Arial"/>
            </a:endParaRPr>
          </a:p>
          <a:p>
            <a:pPr marL="171450" marR="0" lvl="0" indent="-171450" algn="l" defTabSz="914400" rtl="0" eaLnBrk="1" fontAlgn="auto" latinLnBrk="0" hangingPunct="1">
              <a:lnSpc>
                <a:spcPts val="1200"/>
              </a:lnSpc>
              <a:spcBef>
                <a:spcPts val="0"/>
              </a:spcBef>
              <a:spcAft>
                <a:spcPts val="400"/>
              </a:spcAft>
              <a:buClrTx/>
              <a:buSzTx/>
              <a:buFont typeface="Wingdings" panose="05000000000000000000" pitchFamily="2" charset="2"/>
              <a:buChar char="§"/>
              <a:tabLst/>
              <a:defRPr/>
            </a:pPr>
            <a:r>
              <a:rPr kumimoji="0" lang="en-US" sz="900" b="0" i="0" u="none" strike="noStrike" kern="1200" cap="none" spc="0" normalizeH="0" baseline="0" noProof="0">
                <a:ln>
                  <a:noFill/>
                </a:ln>
                <a:solidFill>
                  <a:srgbClr val="FFFFFF"/>
                </a:solidFill>
                <a:effectLst/>
                <a:uLnTx/>
                <a:uFillTx/>
                <a:latin typeface="Ubuntu"/>
                <a:ea typeface="+mn-ea"/>
                <a:cs typeface="Arial"/>
              </a:rPr>
              <a:t>Clarification of mandates regarding redundancies, gaps, and any necessary updates.</a:t>
            </a:r>
          </a:p>
          <a:p>
            <a:pPr marL="171450" marR="0" lvl="0" indent="-171450" algn="l" defTabSz="914400" rtl="0" eaLnBrk="1" fontAlgn="auto" latinLnBrk="0" hangingPunct="1">
              <a:lnSpc>
                <a:spcPts val="1200"/>
              </a:lnSpc>
              <a:spcBef>
                <a:spcPts val="0"/>
              </a:spcBef>
              <a:spcAft>
                <a:spcPts val="400"/>
              </a:spcAft>
              <a:buClrTx/>
              <a:buSzTx/>
              <a:buFont typeface="Wingdings" panose="05000000000000000000" pitchFamily="2" charset="2"/>
              <a:buChar char="§"/>
              <a:tabLst/>
              <a:defRPr/>
            </a:pPr>
            <a:endParaRPr kumimoji="0" lang="en-US" sz="900" b="0" i="0" u="none" strike="noStrike" kern="1200" cap="none" spc="0" normalizeH="0" baseline="0" noProof="0">
              <a:ln>
                <a:noFill/>
              </a:ln>
              <a:solidFill>
                <a:srgbClr val="FFFFFF"/>
              </a:solidFill>
              <a:effectLst/>
              <a:uLnTx/>
              <a:uFillTx/>
              <a:latin typeface="Ubuntu"/>
              <a:ea typeface="+mn-ea"/>
              <a:cs typeface="Arial"/>
            </a:endParaRPr>
          </a:p>
          <a:p>
            <a:pPr marL="171450" marR="0" lvl="0" indent="-171450" algn="l" defTabSz="914400" rtl="0" eaLnBrk="1" fontAlgn="auto" latinLnBrk="0" hangingPunct="1">
              <a:lnSpc>
                <a:spcPts val="1200"/>
              </a:lnSpc>
              <a:spcBef>
                <a:spcPts val="0"/>
              </a:spcBef>
              <a:spcAft>
                <a:spcPts val="400"/>
              </a:spcAft>
              <a:buClrTx/>
              <a:buSzTx/>
              <a:buFont typeface="Wingdings" panose="05000000000000000000" pitchFamily="2" charset="2"/>
              <a:buChar char="§"/>
              <a:tabLst/>
              <a:defRPr/>
            </a:pPr>
            <a:r>
              <a:rPr kumimoji="0" lang="en-US" sz="900" b="0" i="0" u="none" strike="noStrike" kern="1200" cap="none" spc="0" normalizeH="0" baseline="0" noProof="0">
                <a:ln>
                  <a:noFill/>
                </a:ln>
                <a:solidFill>
                  <a:srgbClr val="FFFFFF"/>
                </a:solidFill>
                <a:effectLst/>
                <a:uLnTx/>
                <a:uFillTx/>
                <a:latin typeface="Ubuntu"/>
                <a:ea typeface="+mn-ea"/>
                <a:cs typeface="Arial"/>
              </a:rPr>
              <a:t>Mandates approval from required stakeholders</a:t>
            </a:r>
          </a:p>
          <a:p>
            <a:pPr>
              <a:spcBef>
                <a:spcPct val="0"/>
              </a:spcBef>
              <a:spcAft>
                <a:spcPts val="600"/>
              </a:spcAft>
            </a:pPr>
            <a:endParaRPr lang="en-US" sz="850" b="1">
              <a:solidFill>
                <a:schemeClr val="bg1"/>
              </a:solidFill>
              <a:ea typeface="Calibri" panose="020F0502020204030204" pitchFamily="34" charset="0"/>
              <a:cs typeface="Calibri" panose="020F0502020204030204" pitchFamily="34" charset="0"/>
            </a:endParaRPr>
          </a:p>
        </p:txBody>
      </p:sp>
      <p:sp>
        <p:nvSpPr>
          <p:cNvPr id="34" name="Rectangle 33">
            <a:extLst>
              <a:ext uri="{FF2B5EF4-FFF2-40B4-BE49-F238E27FC236}">
                <a16:creationId xmlns:a16="http://schemas.microsoft.com/office/drawing/2014/main" id="{7C5004AA-6C09-12DE-281D-C39E74754956}"/>
              </a:ext>
            </a:extLst>
          </p:cNvPr>
          <p:cNvSpPr/>
          <p:nvPr/>
        </p:nvSpPr>
        <p:spPr>
          <a:xfrm>
            <a:off x="2312259" y="1894981"/>
            <a:ext cx="1389607" cy="290191"/>
          </a:xfrm>
          <a:prstGeom prst="rect">
            <a:avLst/>
          </a:prstGeom>
          <a:solidFill>
            <a:schemeClr val="accent5">
              <a:lumMod val="75000"/>
            </a:schemeClr>
          </a:soli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IN" sz="1000" b="1">
              <a:solidFill>
                <a:schemeClr val="bg2"/>
              </a:solidFill>
            </a:endParaRPr>
          </a:p>
        </p:txBody>
      </p:sp>
      <p:sp>
        <p:nvSpPr>
          <p:cNvPr id="35" name="Rectangle: Rounded Corners 34">
            <a:extLst>
              <a:ext uri="{FF2B5EF4-FFF2-40B4-BE49-F238E27FC236}">
                <a16:creationId xmlns:a16="http://schemas.microsoft.com/office/drawing/2014/main" id="{76708867-575B-AF43-2FEB-7A9B7C534B98}"/>
              </a:ext>
            </a:extLst>
          </p:cNvPr>
          <p:cNvSpPr/>
          <p:nvPr/>
        </p:nvSpPr>
        <p:spPr>
          <a:xfrm>
            <a:off x="2308658" y="1789264"/>
            <a:ext cx="1378360" cy="3047785"/>
          </a:xfrm>
          <a:prstGeom prst="roundRect">
            <a:avLst>
              <a:gd name="adj" fmla="val 5419"/>
            </a:avLst>
          </a:prstGeom>
          <a:noFill/>
          <a:ln w="19050">
            <a:solidFill>
              <a:srgbClr val="0B6568"/>
            </a:solid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IN" sz="1400" err="1">
              <a:solidFill>
                <a:schemeClr val="tx1"/>
              </a:solidFill>
            </a:endParaRPr>
          </a:p>
        </p:txBody>
      </p:sp>
      <p:sp>
        <p:nvSpPr>
          <p:cNvPr id="36" name="TextBox 35">
            <a:extLst>
              <a:ext uri="{FF2B5EF4-FFF2-40B4-BE49-F238E27FC236}">
                <a16:creationId xmlns:a16="http://schemas.microsoft.com/office/drawing/2014/main" id="{3343C581-1710-E218-F1CE-00DBF6FA20D6}"/>
              </a:ext>
            </a:extLst>
          </p:cNvPr>
          <p:cNvSpPr txBox="1"/>
          <p:nvPr/>
        </p:nvSpPr>
        <p:spPr>
          <a:xfrm>
            <a:off x="3802410" y="2670380"/>
            <a:ext cx="1378360" cy="1507721"/>
          </a:xfrm>
          <a:prstGeom prst="rect">
            <a:avLst/>
          </a:prstGeom>
          <a:noFill/>
        </p:spPr>
        <p:txBody>
          <a:bodyPr vert="horz" wrap="square" lIns="90000" tIns="46800" rIns="90000" bIns="46800" rtlCol="0" anchor="ctr">
            <a:spAutoFit/>
          </a:bodyPr>
          <a:lstStyle/>
          <a:p>
            <a:pPr marL="109220" marR="0" lvl="0" indent="-109220" algn="l" defTabSz="914400" rtl="0" eaLnBrk="1" fontAlgn="auto" latinLnBrk="0" hangingPunct="1">
              <a:lnSpc>
                <a:spcPts val="1200"/>
              </a:lnSpc>
              <a:spcBef>
                <a:spcPts val="0"/>
              </a:spcBef>
              <a:spcAft>
                <a:spcPts val="400"/>
              </a:spcAft>
              <a:buClrTx/>
              <a:buSzTx/>
              <a:buFont typeface="Arial" panose="020B0604020202020204" pitchFamily="34" charset="0"/>
              <a:buChar char="•"/>
              <a:tabLst/>
              <a:defRPr/>
            </a:pPr>
            <a:endParaRPr kumimoji="0" lang="en-US" sz="900" b="0" i="0" u="none" strike="noStrike" kern="1200" cap="none" spc="0" normalizeH="0" baseline="0" noProof="0">
              <a:ln>
                <a:noFill/>
              </a:ln>
              <a:solidFill>
                <a:srgbClr val="FFFFFF"/>
              </a:solidFill>
              <a:effectLst/>
              <a:uLnTx/>
              <a:uFillTx/>
              <a:latin typeface="Ubuntu"/>
              <a:ea typeface="+mn-ea"/>
              <a:cs typeface="Arial"/>
            </a:endParaRPr>
          </a:p>
          <a:p>
            <a:pPr marL="109220" marR="0" lvl="0" indent="-109220" algn="l" defTabSz="914400" rtl="0" eaLnBrk="1" fontAlgn="auto" latinLnBrk="0" hangingPunct="1">
              <a:lnSpc>
                <a:spcPts val="1200"/>
              </a:lnSpc>
              <a:spcBef>
                <a:spcPts val="0"/>
              </a:spcBef>
              <a:spcAft>
                <a:spcPts val="400"/>
              </a:spcAft>
              <a:buClrTx/>
              <a:buSzTx/>
              <a:buFont typeface="Arial" panose="020B0604020202020204" pitchFamily="34" charset="0"/>
              <a:buChar char="•"/>
              <a:tabLst/>
              <a:defRPr/>
            </a:pPr>
            <a:r>
              <a:rPr kumimoji="0" lang="en-US" sz="900" b="0" i="0" u="none" strike="noStrike" kern="1200" cap="none" spc="0" normalizeH="0" baseline="0" noProof="0">
                <a:ln>
                  <a:noFill/>
                </a:ln>
                <a:solidFill>
                  <a:srgbClr val="FFFFFF"/>
                </a:solidFill>
                <a:effectLst/>
                <a:uLnTx/>
                <a:uFillTx/>
                <a:latin typeface="Ubuntu"/>
                <a:ea typeface="+mn-ea"/>
                <a:cs typeface="Arial"/>
              </a:rPr>
              <a:t>Identification of impacted business processes </a:t>
            </a:r>
          </a:p>
          <a:p>
            <a:pPr marL="109220" marR="0" lvl="0" indent="-109220" algn="l" defTabSz="914400" rtl="0" eaLnBrk="1" fontAlgn="auto" latinLnBrk="0" hangingPunct="1">
              <a:lnSpc>
                <a:spcPts val="1200"/>
              </a:lnSpc>
              <a:spcBef>
                <a:spcPts val="0"/>
              </a:spcBef>
              <a:spcAft>
                <a:spcPts val="400"/>
              </a:spcAft>
              <a:buClrTx/>
              <a:buSzTx/>
              <a:buFont typeface="Arial" panose="020B0604020202020204" pitchFamily="34" charset="0"/>
              <a:buChar char="•"/>
              <a:tabLst/>
              <a:defRPr/>
            </a:pPr>
            <a:endParaRPr kumimoji="0" lang="en-US" sz="900" b="0" i="0" u="none" strike="noStrike" kern="1200" cap="none" spc="0" normalizeH="0" baseline="0" noProof="0">
              <a:ln>
                <a:noFill/>
              </a:ln>
              <a:solidFill>
                <a:srgbClr val="FFFFFF"/>
              </a:solidFill>
              <a:effectLst/>
              <a:uLnTx/>
              <a:uFillTx/>
              <a:latin typeface="Ubuntu"/>
              <a:ea typeface="+mn-ea"/>
              <a:cs typeface="Arial"/>
            </a:endParaRPr>
          </a:p>
          <a:p>
            <a:pPr marL="109220" marR="0" lvl="0" indent="-109220" algn="l" defTabSz="914400" rtl="0" eaLnBrk="1" fontAlgn="auto" latinLnBrk="0" hangingPunct="1">
              <a:lnSpc>
                <a:spcPts val="1200"/>
              </a:lnSpc>
              <a:spcBef>
                <a:spcPts val="0"/>
              </a:spcBef>
              <a:spcAft>
                <a:spcPts val="400"/>
              </a:spcAft>
              <a:buClrTx/>
              <a:buSzTx/>
              <a:buFont typeface="Arial" panose="020B0604020202020204" pitchFamily="34" charset="0"/>
              <a:buChar char="•"/>
              <a:tabLst/>
              <a:defRPr/>
            </a:pPr>
            <a:r>
              <a:rPr kumimoji="0" lang="en-US" sz="900" b="0" i="0" u="none" strike="noStrike" kern="1200" cap="none" spc="0" normalizeH="0" baseline="0" noProof="0">
                <a:ln>
                  <a:noFill/>
                </a:ln>
                <a:solidFill>
                  <a:srgbClr val="FFFFFF"/>
                </a:solidFill>
                <a:effectLst/>
                <a:uLnTx/>
                <a:uFillTx/>
                <a:latin typeface="Ubuntu"/>
                <a:ea typeface="+mn-ea"/>
                <a:cs typeface="Arial"/>
              </a:rPr>
              <a:t>Detailed approach for Implementation</a:t>
            </a:r>
          </a:p>
          <a:p>
            <a:pPr>
              <a:spcBef>
                <a:spcPct val="0"/>
              </a:spcBef>
              <a:spcAft>
                <a:spcPts val="600"/>
              </a:spcAft>
            </a:pPr>
            <a:endParaRPr lang="en-US" sz="850" b="1">
              <a:solidFill>
                <a:schemeClr val="bg1"/>
              </a:solidFill>
              <a:ea typeface="Calibri" panose="020F0502020204030204" pitchFamily="34" charset="0"/>
              <a:cs typeface="Calibri" panose="020F0502020204030204" pitchFamily="34" charset="0"/>
            </a:endParaRPr>
          </a:p>
        </p:txBody>
      </p:sp>
      <p:sp>
        <p:nvSpPr>
          <p:cNvPr id="37" name="Rectangle 36">
            <a:extLst>
              <a:ext uri="{FF2B5EF4-FFF2-40B4-BE49-F238E27FC236}">
                <a16:creationId xmlns:a16="http://schemas.microsoft.com/office/drawing/2014/main" id="{88E535AF-AF3B-0FBD-922D-BC4929FCC211}"/>
              </a:ext>
            </a:extLst>
          </p:cNvPr>
          <p:cNvSpPr/>
          <p:nvPr/>
        </p:nvSpPr>
        <p:spPr>
          <a:xfrm>
            <a:off x="3834273" y="1887043"/>
            <a:ext cx="1389607" cy="290191"/>
          </a:xfrm>
          <a:prstGeom prst="rect">
            <a:avLst/>
          </a:prstGeom>
          <a:solidFill>
            <a:schemeClr val="accent5">
              <a:lumMod val="75000"/>
            </a:schemeClr>
          </a:soli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IN" sz="1000" b="1">
              <a:solidFill>
                <a:schemeClr val="bg2"/>
              </a:solidFill>
            </a:endParaRPr>
          </a:p>
        </p:txBody>
      </p:sp>
      <p:sp>
        <p:nvSpPr>
          <p:cNvPr id="38" name="Rectangle: Rounded Corners 37">
            <a:extLst>
              <a:ext uri="{FF2B5EF4-FFF2-40B4-BE49-F238E27FC236}">
                <a16:creationId xmlns:a16="http://schemas.microsoft.com/office/drawing/2014/main" id="{D29D65FA-BCCE-90FA-E856-4A4AC3FB02C4}"/>
              </a:ext>
            </a:extLst>
          </p:cNvPr>
          <p:cNvSpPr/>
          <p:nvPr/>
        </p:nvSpPr>
        <p:spPr>
          <a:xfrm>
            <a:off x="3830672" y="1781326"/>
            <a:ext cx="1378360" cy="3047785"/>
          </a:xfrm>
          <a:prstGeom prst="roundRect">
            <a:avLst>
              <a:gd name="adj" fmla="val 5419"/>
            </a:avLst>
          </a:prstGeom>
          <a:noFill/>
          <a:ln w="19050">
            <a:solidFill>
              <a:srgbClr val="0B6568"/>
            </a:solid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IN" sz="1400" err="1">
              <a:solidFill>
                <a:schemeClr val="tx1"/>
              </a:solidFill>
            </a:endParaRPr>
          </a:p>
        </p:txBody>
      </p:sp>
      <p:sp>
        <p:nvSpPr>
          <p:cNvPr id="39" name="TextBox 38">
            <a:extLst>
              <a:ext uri="{FF2B5EF4-FFF2-40B4-BE49-F238E27FC236}">
                <a16:creationId xmlns:a16="http://schemas.microsoft.com/office/drawing/2014/main" id="{BB6962D0-2954-AE62-6127-665573EDED47}"/>
              </a:ext>
            </a:extLst>
          </p:cNvPr>
          <p:cNvSpPr txBox="1"/>
          <p:nvPr/>
        </p:nvSpPr>
        <p:spPr>
          <a:xfrm>
            <a:off x="2216801" y="1839049"/>
            <a:ext cx="1578964" cy="400110"/>
          </a:xfrm>
          <a:prstGeom prst="rect">
            <a:avLst/>
          </a:prstGeom>
          <a:noFill/>
        </p:spPr>
        <p:txBody>
          <a:bodyPr wrap="square">
            <a:spAutoFit/>
          </a:bodyPr>
          <a:lstStyle/>
          <a:p>
            <a:pPr algn="ctr"/>
            <a:r>
              <a:rPr lang="en-IN" sz="1000" b="1">
                <a:solidFill>
                  <a:schemeClr val="bg2"/>
                </a:solidFill>
              </a:rPr>
              <a:t>Mandates </a:t>
            </a:r>
          </a:p>
          <a:p>
            <a:pPr algn="ctr"/>
            <a:r>
              <a:rPr lang="en-IN" sz="1000" b="1">
                <a:solidFill>
                  <a:schemeClr val="bg2"/>
                </a:solidFill>
              </a:rPr>
              <a:t>Clarification</a:t>
            </a:r>
          </a:p>
        </p:txBody>
      </p:sp>
      <p:sp>
        <p:nvSpPr>
          <p:cNvPr id="40" name="TextBox 39">
            <a:extLst>
              <a:ext uri="{FF2B5EF4-FFF2-40B4-BE49-F238E27FC236}">
                <a16:creationId xmlns:a16="http://schemas.microsoft.com/office/drawing/2014/main" id="{96C3C8A8-430C-48CB-26F6-2A6F6E65AD55}"/>
              </a:ext>
            </a:extLst>
          </p:cNvPr>
          <p:cNvSpPr txBox="1"/>
          <p:nvPr/>
        </p:nvSpPr>
        <p:spPr>
          <a:xfrm>
            <a:off x="3712205" y="1839049"/>
            <a:ext cx="1578964" cy="400110"/>
          </a:xfrm>
          <a:prstGeom prst="rect">
            <a:avLst/>
          </a:prstGeom>
          <a:noFill/>
        </p:spPr>
        <p:txBody>
          <a:bodyPr wrap="square">
            <a:spAutoFit/>
          </a:bodyPr>
          <a:lstStyle/>
          <a:p>
            <a:pPr algn="ctr"/>
            <a:r>
              <a:rPr lang="en-IN" sz="1000" b="1">
                <a:solidFill>
                  <a:schemeClr val="bg2"/>
                </a:solidFill>
              </a:rPr>
              <a:t>Identification of Impacted Processes</a:t>
            </a:r>
          </a:p>
        </p:txBody>
      </p:sp>
      <p:sp>
        <p:nvSpPr>
          <p:cNvPr id="41" name="Rectangle: Rounded Corners 40">
            <a:extLst>
              <a:ext uri="{FF2B5EF4-FFF2-40B4-BE49-F238E27FC236}">
                <a16:creationId xmlns:a16="http://schemas.microsoft.com/office/drawing/2014/main" id="{63BED883-CA2B-00E2-A3DF-45952DEBD8D5}"/>
              </a:ext>
            </a:extLst>
          </p:cNvPr>
          <p:cNvSpPr/>
          <p:nvPr/>
        </p:nvSpPr>
        <p:spPr>
          <a:xfrm>
            <a:off x="793027" y="4950202"/>
            <a:ext cx="1378360" cy="1154248"/>
          </a:xfrm>
          <a:prstGeom prst="roundRect">
            <a:avLst>
              <a:gd name="adj" fmla="val 5419"/>
            </a:avLst>
          </a:prstGeom>
          <a:noFill/>
          <a:ln w="19050">
            <a:solidFill>
              <a:srgbClr val="0B6568"/>
            </a:solidFill>
            <a:prstDash val="dash"/>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171450" marR="0" lvl="0" indent="-171450" algn="l" defTabSz="914400" rtl="0" eaLnBrk="1" fontAlgn="auto" latinLnBrk="0" hangingPunct="1">
              <a:lnSpc>
                <a:spcPts val="1200"/>
              </a:lnSpc>
              <a:spcBef>
                <a:spcPts val="0"/>
              </a:spcBef>
              <a:spcAft>
                <a:spcPts val="200"/>
              </a:spcAft>
              <a:buClrTx/>
              <a:buSzTx/>
              <a:buFont typeface="Wingdings" panose="05000000000000000000" pitchFamily="2" charset="2"/>
              <a:buChar char="§"/>
              <a:tabLst/>
              <a:defRPr/>
            </a:pPr>
            <a:r>
              <a:rPr lang="en-GB" sz="900">
                <a:solidFill>
                  <a:srgbClr val="FFFFFF"/>
                </a:solidFill>
                <a:latin typeface="Ubuntu"/>
                <a:cs typeface="Arial"/>
              </a:rPr>
              <a:t>Project Charter</a:t>
            </a:r>
            <a:endParaRPr lang="en-US" sz="900">
              <a:solidFill>
                <a:srgbClr val="FFFFFF"/>
              </a:solidFill>
              <a:latin typeface="Ubuntu"/>
              <a:cs typeface="Arial"/>
            </a:endParaRPr>
          </a:p>
          <a:p>
            <a:pPr marL="171450" marR="0" lvl="0" indent="-171450" algn="l" defTabSz="914400" rtl="0" eaLnBrk="1" fontAlgn="auto" latinLnBrk="0" hangingPunct="1">
              <a:lnSpc>
                <a:spcPts val="1200"/>
              </a:lnSpc>
              <a:spcBef>
                <a:spcPts val="0"/>
              </a:spcBef>
              <a:spcAft>
                <a:spcPts val="200"/>
              </a:spcAft>
              <a:buClrTx/>
              <a:buSzTx/>
              <a:buFont typeface="Wingdings" panose="05000000000000000000" pitchFamily="2" charset="2"/>
              <a:buChar char="§"/>
              <a:tabLst/>
              <a:defRPr/>
            </a:pPr>
            <a:r>
              <a:rPr lang="en-US" sz="900">
                <a:solidFill>
                  <a:srgbClr val="FFFFFF"/>
                </a:solidFill>
                <a:latin typeface="Ubuntu"/>
                <a:cs typeface="Arial"/>
              </a:rPr>
              <a:t>Organization structure and mandates assessment report and improvement plan</a:t>
            </a:r>
            <a:endParaRPr lang="en-IN" sz="900">
              <a:solidFill>
                <a:srgbClr val="FFFFFF"/>
              </a:solidFill>
              <a:latin typeface="Ubuntu"/>
              <a:cs typeface="Arial"/>
            </a:endParaRPr>
          </a:p>
        </p:txBody>
      </p:sp>
      <p:sp>
        <p:nvSpPr>
          <p:cNvPr id="42" name="Rectangle: Rounded Corners 41">
            <a:extLst>
              <a:ext uri="{FF2B5EF4-FFF2-40B4-BE49-F238E27FC236}">
                <a16:creationId xmlns:a16="http://schemas.microsoft.com/office/drawing/2014/main" id="{A45C7167-61EE-CEAC-2004-5A436B13037E}"/>
              </a:ext>
            </a:extLst>
          </p:cNvPr>
          <p:cNvSpPr/>
          <p:nvPr/>
        </p:nvSpPr>
        <p:spPr>
          <a:xfrm>
            <a:off x="2308658" y="4950202"/>
            <a:ext cx="1378360" cy="1154248"/>
          </a:xfrm>
          <a:prstGeom prst="roundRect">
            <a:avLst>
              <a:gd name="adj" fmla="val 5419"/>
            </a:avLst>
          </a:prstGeom>
          <a:noFill/>
          <a:ln w="19050">
            <a:solidFill>
              <a:srgbClr val="0B6568"/>
            </a:solidFill>
            <a:prstDash val="dash"/>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171450" marR="0" lvl="0" indent="-171450" algn="l" defTabSz="914400" rtl="0" eaLnBrk="1" fontAlgn="auto" latinLnBrk="0" hangingPunct="1">
              <a:lnSpc>
                <a:spcPts val="1200"/>
              </a:lnSpc>
              <a:spcBef>
                <a:spcPts val="0"/>
              </a:spcBef>
              <a:spcAft>
                <a:spcPts val="400"/>
              </a:spcAft>
              <a:buClrTx/>
              <a:buSzTx/>
              <a:buFont typeface="Wingdings" panose="05000000000000000000" pitchFamily="2" charset="2"/>
              <a:buChar char="§"/>
              <a:tabLst/>
              <a:defRPr/>
            </a:pPr>
            <a:r>
              <a:rPr lang="en-GB" sz="900">
                <a:solidFill>
                  <a:srgbClr val="FFFFFF"/>
                </a:solidFill>
                <a:latin typeface="Ubuntu"/>
                <a:cs typeface="Arial"/>
              </a:rPr>
              <a:t>Updated mandates’ report with approval from related stakeholders</a:t>
            </a:r>
            <a:endParaRPr lang="en-IN" sz="900">
              <a:solidFill>
                <a:srgbClr val="FFFFFF"/>
              </a:solidFill>
              <a:latin typeface="Ubuntu"/>
              <a:cs typeface="Arial"/>
            </a:endParaRPr>
          </a:p>
        </p:txBody>
      </p:sp>
      <p:sp>
        <p:nvSpPr>
          <p:cNvPr id="43" name="Rectangle: Rounded Corners 42">
            <a:extLst>
              <a:ext uri="{FF2B5EF4-FFF2-40B4-BE49-F238E27FC236}">
                <a16:creationId xmlns:a16="http://schemas.microsoft.com/office/drawing/2014/main" id="{1D823785-EB59-B3FD-E1E1-20B688899ABE}"/>
              </a:ext>
            </a:extLst>
          </p:cNvPr>
          <p:cNvSpPr/>
          <p:nvPr/>
        </p:nvSpPr>
        <p:spPr>
          <a:xfrm>
            <a:off x="3830671" y="4950202"/>
            <a:ext cx="1460497" cy="1154248"/>
          </a:xfrm>
          <a:prstGeom prst="roundRect">
            <a:avLst>
              <a:gd name="adj" fmla="val 5419"/>
            </a:avLst>
          </a:prstGeom>
          <a:noFill/>
          <a:ln w="19050">
            <a:solidFill>
              <a:srgbClr val="0B6568"/>
            </a:solidFill>
            <a:prstDash val="dash"/>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171450" marR="0" lvl="0" indent="-171450" algn="l" defTabSz="914400" rtl="0" eaLnBrk="1" fontAlgn="auto" latinLnBrk="0" hangingPunct="1">
              <a:lnSpc>
                <a:spcPts val="1200"/>
              </a:lnSpc>
              <a:spcBef>
                <a:spcPts val="0"/>
              </a:spcBef>
              <a:spcAft>
                <a:spcPts val="400"/>
              </a:spcAft>
              <a:buClrTx/>
              <a:buSzTx/>
              <a:buFont typeface="Wingdings" panose="05000000000000000000" pitchFamily="2" charset="2"/>
              <a:buChar char="§"/>
              <a:tabLst/>
              <a:defRPr/>
            </a:pPr>
            <a:r>
              <a:rPr lang="en-US" sz="900">
                <a:solidFill>
                  <a:srgbClr val="FFFFFF"/>
                </a:solidFill>
                <a:latin typeface="Ubuntu"/>
                <a:cs typeface="Arial"/>
              </a:rPr>
              <a:t>Process Assessment Synthesis with list of  processes to be designed or re-designed </a:t>
            </a:r>
          </a:p>
          <a:p>
            <a:pPr marL="171450" marR="0" lvl="0" indent="-171450" algn="l" defTabSz="914400" rtl="0" eaLnBrk="1" fontAlgn="auto" latinLnBrk="0" hangingPunct="1">
              <a:lnSpc>
                <a:spcPts val="1200"/>
              </a:lnSpc>
              <a:spcBef>
                <a:spcPts val="0"/>
              </a:spcBef>
              <a:spcAft>
                <a:spcPts val="400"/>
              </a:spcAft>
              <a:buClrTx/>
              <a:buSzTx/>
              <a:buFont typeface="Wingdings" panose="05000000000000000000" pitchFamily="2" charset="2"/>
              <a:buChar char="§"/>
              <a:tabLst/>
              <a:defRPr/>
            </a:pPr>
            <a:r>
              <a:rPr lang="en-US" sz="900">
                <a:solidFill>
                  <a:srgbClr val="FFFFFF"/>
                </a:solidFill>
                <a:latin typeface="Ubuntu"/>
                <a:cs typeface="Arial"/>
              </a:rPr>
              <a:t>Transformation roadmap</a:t>
            </a:r>
            <a:endParaRPr lang="en-IN" sz="900">
              <a:solidFill>
                <a:srgbClr val="FFFFFF"/>
              </a:solidFill>
              <a:latin typeface="Ubuntu"/>
              <a:cs typeface="Arial"/>
            </a:endParaRPr>
          </a:p>
        </p:txBody>
      </p:sp>
      <p:sp>
        <p:nvSpPr>
          <p:cNvPr id="44" name="TextBox 43">
            <a:extLst>
              <a:ext uri="{FF2B5EF4-FFF2-40B4-BE49-F238E27FC236}">
                <a16:creationId xmlns:a16="http://schemas.microsoft.com/office/drawing/2014/main" id="{668F7B18-905F-4495-65A6-B2BE856631BE}"/>
              </a:ext>
            </a:extLst>
          </p:cNvPr>
          <p:cNvSpPr txBox="1"/>
          <p:nvPr/>
        </p:nvSpPr>
        <p:spPr>
          <a:xfrm>
            <a:off x="5716853" y="2503707"/>
            <a:ext cx="1859849" cy="900119"/>
          </a:xfrm>
          <a:prstGeom prst="rect">
            <a:avLst/>
          </a:prstGeom>
          <a:noFill/>
        </p:spPr>
        <p:txBody>
          <a:bodyPr vert="horz" wrap="square" lIns="90000" tIns="46800" rIns="90000" bIns="46800" rtlCol="0" anchor="ctr">
            <a:spAutoFit/>
          </a:bodyPr>
          <a:lstStyle/>
          <a:p>
            <a:pPr marL="109220" marR="0" lvl="0" indent="-109220" algn="l" defTabSz="914400" rtl="0" eaLnBrk="1" fontAlgn="auto" latinLnBrk="0" hangingPunct="1">
              <a:lnSpc>
                <a:spcPts val="1200"/>
              </a:lnSpc>
              <a:spcBef>
                <a:spcPts val="0"/>
              </a:spcBef>
              <a:spcAft>
                <a:spcPts val="400"/>
              </a:spcAft>
              <a:buClrTx/>
              <a:buSzTx/>
              <a:buFont typeface="Arial" panose="020B0604020202020204" pitchFamily="34" charset="0"/>
              <a:buChar char="•"/>
              <a:tabLst/>
              <a:defRPr/>
            </a:pPr>
            <a:r>
              <a:rPr lang="en-IN" sz="900">
                <a:solidFill>
                  <a:srgbClr val="FFFFFF"/>
                </a:solidFill>
                <a:latin typeface="Ubuntu"/>
                <a:cs typeface="Arial"/>
              </a:rPr>
              <a:t>Process detailing until L4 by leveraging TM Forum’s </a:t>
            </a:r>
            <a:r>
              <a:rPr lang="en-IN" sz="900" err="1">
                <a:solidFill>
                  <a:srgbClr val="FFFFFF"/>
                </a:solidFill>
                <a:latin typeface="Ubuntu"/>
                <a:cs typeface="Arial"/>
              </a:rPr>
              <a:t>eTOM</a:t>
            </a:r>
            <a:r>
              <a:rPr lang="en-IN" sz="900">
                <a:solidFill>
                  <a:srgbClr val="FFFFFF"/>
                </a:solidFill>
                <a:latin typeface="Ubuntu"/>
                <a:cs typeface="Arial"/>
              </a:rPr>
              <a:t>  framework</a:t>
            </a:r>
          </a:p>
          <a:p>
            <a:pPr marL="109220" marR="0" lvl="0" indent="-109220" algn="l" defTabSz="914400" rtl="0" eaLnBrk="1" fontAlgn="auto" latinLnBrk="0" hangingPunct="1">
              <a:lnSpc>
                <a:spcPts val="1200"/>
              </a:lnSpc>
              <a:spcBef>
                <a:spcPts val="0"/>
              </a:spcBef>
              <a:spcAft>
                <a:spcPts val="400"/>
              </a:spcAft>
              <a:buClrTx/>
              <a:buSzTx/>
              <a:buFont typeface="Arial" panose="020B0604020202020204" pitchFamily="34" charset="0"/>
              <a:buChar char="•"/>
              <a:tabLst/>
              <a:defRPr/>
            </a:pPr>
            <a:r>
              <a:rPr lang="en-IN" sz="900">
                <a:solidFill>
                  <a:srgbClr val="FFFFFF"/>
                </a:solidFill>
                <a:latin typeface="Ubuntu"/>
                <a:cs typeface="Arial"/>
              </a:rPr>
              <a:t>Alignment with </a:t>
            </a:r>
            <a:r>
              <a:rPr lang="en-IN" sz="900" err="1">
                <a:solidFill>
                  <a:srgbClr val="FFFFFF"/>
                </a:solidFill>
                <a:latin typeface="Ubuntu"/>
                <a:cs typeface="Arial"/>
              </a:rPr>
              <a:t>stc</a:t>
            </a:r>
            <a:r>
              <a:rPr lang="en-US" sz="900">
                <a:solidFill>
                  <a:srgbClr val="FFFFFF"/>
                </a:solidFill>
                <a:latin typeface="Ubuntu"/>
                <a:cs typeface="Arial"/>
              </a:rPr>
              <a:t> standards and methodologies.</a:t>
            </a:r>
          </a:p>
        </p:txBody>
      </p:sp>
      <p:sp>
        <p:nvSpPr>
          <p:cNvPr id="45" name="Rectangle 44">
            <a:extLst>
              <a:ext uri="{FF2B5EF4-FFF2-40B4-BE49-F238E27FC236}">
                <a16:creationId xmlns:a16="http://schemas.microsoft.com/office/drawing/2014/main" id="{16E0BE46-477B-C7A2-2862-6C61039FF6C4}"/>
              </a:ext>
            </a:extLst>
          </p:cNvPr>
          <p:cNvSpPr/>
          <p:nvPr/>
        </p:nvSpPr>
        <p:spPr>
          <a:xfrm>
            <a:off x="5640040" y="1890486"/>
            <a:ext cx="1917119" cy="314408"/>
          </a:xfrm>
          <a:prstGeom prst="rect">
            <a:avLst/>
          </a:prstGeom>
          <a:solidFill>
            <a:srgbClr val="0070C0"/>
          </a:soli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n-IN" sz="1000" b="1">
                <a:solidFill>
                  <a:schemeClr val="bg2"/>
                </a:solidFill>
              </a:rPr>
              <a:t>     Business Process Design</a:t>
            </a:r>
          </a:p>
        </p:txBody>
      </p:sp>
      <p:sp>
        <p:nvSpPr>
          <p:cNvPr id="46" name="Rectangle: Rounded Corners 45">
            <a:extLst>
              <a:ext uri="{FF2B5EF4-FFF2-40B4-BE49-F238E27FC236}">
                <a16:creationId xmlns:a16="http://schemas.microsoft.com/office/drawing/2014/main" id="{2B038C0B-D7AD-15BF-D20D-61EC6D3D35C5}"/>
              </a:ext>
            </a:extLst>
          </p:cNvPr>
          <p:cNvSpPr/>
          <p:nvPr/>
        </p:nvSpPr>
        <p:spPr>
          <a:xfrm>
            <a:off x="5629088" y="1786375"/>
            <a:ext cx="1937595" cy="1902508"/>
          </a:xfrm>
          <a:prstGeom prst="roundRect">
            <a:avLst>
              <a:gd name="adj" fmla="val 5419"/>
            </a:avLst>
          </a:prstGeom>
          <a:noFill/>
          <a:ln w="19050">
            <a:solidFill>
              <a:schemeClr val="accent1"/>
            </a:solid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IN" sz="1400" err="1">
              <a:solidFill>
                <a:schemeClr val="tx1"/>
              </a:solidFill>
            </a:endParaRPr>
          </a:p>
        </p:txBody>
      </p:sp>
      <p:sp>
        <p:nvSpPr>
          <p:cNvPr id="48" name="TextBox 47">
            <a:extLst>
              <a:ext uri="{FF2B5EF4-FFF2-40B4-BE49-F238E27FC236}">
                <a16:creationId xmlns:a16="http://schemas.microsoft.com/office/drawing/2014/main" id="{352E3360-AC4D-98AF-AB27-E134A3F9698A}"/>
              </a:ext>
            </a:extLst>
          </p:cNvPr>
          <p:cNvSpPr txBox="1"/>
          <p:nvPr/>
        </p:nvSpPr>
        <p:spPr>
          <a:xfrm>
            <a:off x="7813220" y="2372520"/>
            <a:ext cx="1859849" cy="1054007"/>
          </a:xfrm>
          <a:prstGeom prst="rect">
            <a:avLst/>
          </a:prstGeom>
          <a:noFill/>
        </p:spPr>
        <p:txBody>
          <a:bodyPr vert="horz" wrap="square" lIns="90000" tIns="46800" rIns="90000" bIns="46800" rtlCol="0" anchor="ctr">
            <a:spAutoFit/>
          </a:bodyPr>
          <a:lstStyle/>
          <a:p>
            <a:pPr marL="109220" indent="-109220">
              <a:lnSpc>
                <a:spcPts val="1200"/>
              </a:lnSpc>
              <a:spcAft>
                <a:spcPts val="400"/>
              </a:spcAft>
              <a:buFont typeface="Arial" panose="020B0604020202020204" pitchFamily="34" charset="0"/>
              <a:buChar char="•"/>
              <a:defRPr/>
            </a:pPr>
            <a:r>
              <a:rPr lang="en-IN" sz="900" dirty="0">
                <a:solidFill>
                  <a:srgbClr val="FFFFFF"/>
                </a:solidFill>
                <a:latin typeface="Ubuntu"/>
                <a:cs typeface="Arial"/>
              </a:rPr>
              <a:t>Workshops with stakeholders to review and align on the ‘To-Be’ business processes.</a:t>
            </a:r>
            <a:endParaRPr lang="en-US" sz="900" dirty="0">
              <a:solidFill>
                <a:srgbClr val="FFFFFF"/>
              </a:solidFill>
              <a:latin typeface="Ubuntu"/>
              <a:cs typeface="Arial"/>
            </a:endParaRPr>
          </a:p>
          <a:p>
            <a:pPr marL="109220" indent="-109220">
              <a:lnSpc>
                <a:spcPts val="1200"/>
              </a:lnSpc>
              <a:spcAft>
                <a:spcPts val="400"/>
              </a:spcAft>
              <a:buFont typeface="Arial" panose="020B0604020202020204" pitchFamily="34" charset="0"/>
              <a:buChar char="•"/>
              <a:defRPr/>
            </a:pPr>
            <a:r>
              <a:rPr lang="en-IN" sz="900" dirty="0">
                <a:solidFill>
                  <a:srgbClr val="FFFFFF"/>
                </a:solidFill>
                <a:latin typeface="Ubuntu"/>
                <a:cs typeface="Arial"/>
              </a:rPr>
              <a:t>Sign off on L4 business processes from  Process owners &amp; SMEs</a:t>
            </a:r>
          </a:p>
        </p:txBody>
      </p:sp>
      <p:sp>
        <p:nvSpPr>
          <p:cNvPr id="49" name="Rectangle 48">
            <a:extLst>
              <a:ext uri="{FF2B5EF4-FFF2-40B4-BE49-F238E27FC236}">
                <a16:creationId xmlns:a16="http://schemas.microsoft.com/office/drawing/2014/main" id="{D47C3A48-E787-F874-0691-90A29E55CB45}"/>
              </a:ext>
            </a:extLst>
          </p:cNvPr>
          <p:cNvSpPr/>
          <p:nvPr/>
        </p:nvSpPr>
        <p:spPr>
          <a:xfrm>
            <a:off x="7736407" y="1883868"/>
            <a:ext cx="1917119" cy="314408"/>
          </a:xfrm>
          <a:prstGeom prst="rect">
            <a:avLst/>
          </a:prstGeom>
          <a:solidFill>
            <a:srgbClr val="0070C0"/>
          </a:soli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n-IN" sz="1000" b="1">
                <a:solidFill>
                  <a:schemeClr val="bg2"/>
                </a:solidFill>
              </a:rPr>
              <a:t>     Process Validation &amp; Sign off</a:t>
            </a:r>
          </a:p>
        </p:txBody>
      </p:sp>
      <p:sp>
        <p:nvSpPr>
          <p:cNvPr id="50" name="Rectangle: Rounded Corners 49">
            <a:extLst>
              <a:ext uri="{FF2B5EF4-FFF2-40B4-BE49-F238E27FC236}">
                <a16:creationId xmlns:a16="http://schemas.microsoft.com/office/drawing/2014/main" id="{102AA0E6-A46F-941C-AA5D-51D855C3C603}"/>
              </a:ext>
            </a:extLst>
          </p:cNvPr>
          <p:cNvSpPr/>
          <p:nvPr/>
        </p:nvSpPr>
        <p:spPr>
          <a:xfrm>
            <a:off x="7725455" y="1779757"/>
            <a:ext cx="1937595" cy="1902508"/>
          </a:xfrm>
          <a:prstGeom prst="roundRect">
            <a:avLst>
              <a:gd name="adj" fmla="val 5419"/>
            </a:avLst>
          </a:prstGeom>
          <a:noFill/>
          <a:ln w="19050">
            <a:solidFill>
              <a:schemeClr val="accent1"/>
            </a:solid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IN" sz="1400" err="1">
              <a:solidFill>
                <a:schemeClr val="tx1"/>
              </a:solidFill>
            </a:endParaRPr>
          </a:p>
        </p:txBody>
      </p:sp>
      <p:sp>
        <p:nvSpPr>
          <p:cNvPr id="51" name="TextBox 50">
            <a:extLst>
              <a:ext uri="{FF2B5EF4-FFF2-40B4-BE49-F238E27FC236}">
                <a16:creationId xmlns:a16="http://schemas.microsoft.com/office/drawing/2014/main" id="{3E826F0A-12D3-BCD7-150D-22B4745FD7F4}"/>
              </a:ext>
            </a:extLst>
          </p:cNvPr>
          <p:cNvSpPr txBox="1"/>
          <p:nvPr/>
        </p:nvSpPr>
        <p:spPr>
          <a:xfrm>
            <a:off x="9917471" y="2250542"/>
            <a:ext cx="1859849" cy="1413080"/>
          </a:xfrm>
          <a:prstGeom prst="rect">
            <a:avLst/>
          </a:prstGeom>
          <a:noFill/>
        </p:spPr>
        <p:txBody>
          <a:bodyPr vert="horz" wrap="square" lIns="90000" tIns="46800" rIns="90000" bIns="46800" rtlCol="0" anchor="ctr">
            <a:spAutoFit/>
          </a:bodyPr>
          <a:lstStyle/>
          <a:p>
            <a:pPr marL="109220" marR="0" lvl="0" indent="-109220" fontAlgn="auto">
              <a:lnSpc>
                <a:spcPts val="1200"/>
              </a:lnSpc>
              <a:spcBef>
                <a:spcPts val="0"/>
              </a:spcBef>
              <a:spcAft>
                <a:spcPts val="400"/>
              </a:spcAft>
              <a:buClrTx/>
              <a:buSzTx/>
              <a:buFont typeface="Arial" panose="020B0604020202020204" pitchFamily="34" charset="0"/>
              <a:buChar char="•"/>
              <a:tabLst/>
              <a:defRPr/>
            </a:pPr>
            <a:r>
              <a:rPr lang="en-IN" sz="900" dirty="0">
                <a:solidFill>
                  <a:srgbClr val="FFFFFF"/>
                </a:solidFill>
                <a:latin typeface="Ubuntu"/>
                <a:cs typeface="Arial"/>
              </a:rPr>
              <a:t>Recommendations on change management practices to be followed.</a:t>
            </a:r>
          </a:p>
          <a:p>
            <a:pPr marL="109220" marR="0" lvl="0" indent="-109220" fontAlgn="auto">
              <a:lnSpc>
                <a:spcPts val="1200"/>
              </a:lnSpc>
              <a:spcBef>
                <a:spcPts val="0"/>
              </a:spcBef>
              <a:spcAft>
                <a:spcPts val="400"/>
              </a:spcAft>
              <a:buClrTx/>
              <a:buSzTx/>
              <a:buFont typeface="Arial" panose="020B0604020202020204" pitchFamily="34" charset="0"/>
              <a:buChar char="•"/>
              <a:tabLst/>
              <a:defRPr/>
            </a:pPr>
            <a:r>
              <a:rPr lang="en-IN" sz="900" dirty="0">
                <a:solidFill>
                  <a:srgbClr val="FFFFFF"/>
                </a:solidFill>
                <a:latin typeface="Ubuntu"/>
                <a:cs typeface="Arial"/>
              </a:rPr>
              <a:t>Awareness sessions</a:t>
            </a:r>
          </a:p>
          <a:p>
            <a:pPr marL="109220" marR="0" lvl="0" indent="-109220" fontAlgn="auto">
              <a:lnSpc>
                <a:spcPts val="1200"/>
              </a:lnSpc>
              <a:spcBef>
                <a:spcPts val="0"/>
              </a:spcBef>
              <a:spcAft>
                <a:spcPts val="400"/>
              </a:spcAft>
              <a:buClrTx/>
              <a:buSzTx/>
              <a:buFont typeface="Arial" panose="020B0604020202020204" pitchFamily="34" charset="0"/>
              <a:buChar char="•"/>
              <a:tabLst/>
              <a:defRPr/>
            </a:pPr>
            <a:r>
              <a:rPr lang="en-IN" sz="900" dirty="0">
                <a:solidFill>
                  <a:srgbClr val="FFFFFF"/>
                </a:solidFill>
                <a:latin typeface="Ubuntu"/>
                <a:cs typeface="Arial"/>
              </a:rPr>
              <a:t>Development of  communication plan to equip employees about the </a:t>
            </a:r>
            <a:r>
              <a:rPr lang="en-IN" sz="900" dirty="0">
                <a:solidFill>
                  <a:srgbClr val="FFFFFF"/>
                </a:solidFill>
                <a:cs typeface="Arial"/>
              </a:rPr>
              <a:t>changed </a:t>
            </a:r>
            <a:r>
              <a:rPr lang="en-IN" sz="900" dirty="0">
                <a:solidFill>
                  <a:srgbClr val="FFFFFF"/>
                </a:solidFill>
                <a:latin typeface="Ubuntu"/>
                <a:cs typeface="Arial"/>
              </a:rPr>
              <a:t>processes.</a:t>
            </a:r>
          </a:p>
        </p:txBody>
      </p:sp>
      <p:sp>
        <p:nvSpPr>
          <p:cNvPr id="52" name="Rectangle 51">
            <a:extLst>
              <a:ext uri="{FF2B5EF4-FFF2-40B4-BE49-F238E27FC236}">
                <a16:creationId xmlns:a16="http://schemas.microsoft.com/office/drawing/2014/main" id="{34E03FA9-A605-478E-CECC-501348DF8F5A}"/>
              </a:ext>
            </a:extLst>
          </p:cNvPr>
          <p:cNvSpPr/>
          <p:nvPr/>
        </p:nvSpPr>
        <p:spPr>
          <a:xfrm>
            <a:off x="9840658" y="1865226"/>
            <a:ext cx="1917119" cy="314408"/>
          </a:xfrm>
          <a:prstGeom prst="rect">
            <a:avLst/>
          </a:prstGeom>
          <a:solidFill>
            <a:srgbClr val="0070C0"/>
          </a:soli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n-IN" sz="1000" b="1">
                <a:solidFill>
                  <a:schemeClr val="bg2"/>
                </a:solidFill>
              </a:rPr>
              <a:t>     Change Management</a:t>
            </a:r>
          </a:p>
        </p:txBody>
      </p:sp>
      <p:sp>
        <p:nvSpPr>
          <p:cNvPr id="53" name="Rectangle: Rounded Corners 52">
            <a:extLst>
              <a:ext uri="{FF2B5EF4-FFF2-40B4-BE49-F238E27FC236}">
                <a16:creationId xmlns:a16="http://schemas.microsoft.com/office/drawing/2014/main" id="{50C267AC-7CDA-788F-3E5E-117131EE03EF}"/>
              </a:ext>
            </a:extLst>
          </p:cNvPr>
          <p:cNvSpPr/>
          <p:nvPr/>
        </p:nvSpPr>
        <p:spPr>
          <a:xfrm>
            <a:off x="9829706" y="1761115"/>
            <a:ext cx="1937595" cy="1902508"/>
          </a:xfrm>
          <a:prstGeom prst="roundRect">
            <a:avLst>
              <a:gd name="adj" fmla="val 5419"/>
            </a:avLst>
          </a:prstGeom>
          <a:noFill/>
          <a:ln w="19050">
            <a:solidFill>
              <a:schemeClr val="accent1"/>
            </a:solid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IN" sz="1400" err="1">
              <a:solidFill>
                <a:schemeClr val="tx1"/>
              </a:solidFill>
            </a:endParaRPr>
          </a:p>
        </p:txBody>
      </p:sp>
      <p:sp>
        <p:nvSpPr>
          <p:cNvPr id="54" name="Rectangle: Rounded Corners 53">
            <a:extLst>
              <a:ext uri="{FF2B5EF4-FFF2-40B4-BE49-F238E27FC236}">
                <a16:creationId xmlns:a16="http://schemas.microsoft.com/office/drawing/2014/main" id="{47B9A6BA-6C77-4196-4A2E-541ACA19EEA2}"/>
              </a:ext>
            </a:extLst>
          </p:cNvPr>
          <p:cNvSpPr/>
          <p:nvPr/>
        </p:nvSpPr>
        <p:spPr>
          <a:xfrm>
            <a:off x="5629088" y="4950202"/>
            <a:ext cx="4101130" cy="1154248"/>
          </a:xfrm>
          <a:prstGeom prst="roundRect">
            <a:avLst>
              <a:gd name="adj" fmla="val 5419"/>
            </a:avLst>
          </a:prstGeom>
          <a:noFill/>
          <a:ln w="19050">
            <a:solidFill>
              <a:srgbClr val="0070C0"/>
            </a:solidFill>
            <a:prstDash val="dash"/>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109220" marR="0" lvl="0" indent="-109220" fontAlgn="auto">
              <a:lnSpc>
                <a:spcPts val="1200"/>
              </a:lnSpc>
              <a:spcBef>
                <a:spcPts val="0"/>
              </a:spcBef>
              <a:spcAft>
                <a:spcPts val="400"/>
              </a:spcAft>
              <a:buClrTx/>
              <a:buSzTx/>
              <a:buFont typeface="Arial" panose="020B0604020202020204" pitchFamily="34" charset="0"/>
              <a:buChar char="•"/>
              <a:tabLst/>
              <a:defRPr/>
            </a:pPr>
            <a:r>
              <a:rPr lang="en-GB" sz="900">
                <a:solidFill>
                  <a:srgbClr val="FFFFFF"/>
                </a:solidFill>
                <a:latin typeface="Ubuntu"/>
                <a:cs typeface="Arial"/>
              </a:rPr>
              <a:t>L4 processes designed, validated &amp; signed-off </a:t>
            </a:r>
          </a:p>
        </p:txBody>
      </p:sp>
      <p:sp>
        <p:nvSpPr>
          <p:cNvPr id="56" name="Rectangle: Rounded Corners 55">
            <a:extLst>
              <a:ext uri="{FF2B5EF4-FFF2-40B4-BE49-F238E27FC236}">
                <a16:creationId xmlns:a16="http://schemas.microsoft.com/office/drawing/2014/main" id="{E357D2C9-2C40-47F6-0D77-DC4348DA33DA}"/>
              </a:ext>
            </a:extLst>
          </p:cNvPr>
          <p:cNvSpPr/>
          <p:nvPr/>
        </p:nvSpPr>
        <p:spPr>
          <a:xfrm>
            <a:off x="9946046" y="4932629"/>
            <a:ext cx="1840306" cy="1154248"/>
          </a:xfrm>
          <a:prstGeom prst="roundRect">
            <a:avLst>
              <a:gd name="adj" fmla="val 5419"/>
            </a:avLst>
          </a:prstGeom>
          <a:noFill/>
          <a:ln w="19050">
            <a:solidFill>
              <a:srgbClr val="0070C0"/>
            </a:solidFill>
            <a:prstDash val="dash"/>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109220" indent="-109220">
              <a:lnSpc>
                <a:spcPts val="1200"/>
              </a:lnSpc>
              <a:spcAft>
                <a:spcPts val="400"/>
              </a:spcAft>
              <a:buFont typeface="Arial" panose="020B0604020202020204" pitchFamily="34" charset="0"/>
              <a:buChar char="•"/>
              <a:defRPr/>
            </a:pPr>
            <a:r>
              <a:rPr lang="en-US" sz="900">
                <a:solidFill>
                  <a:srgbClr val="FFFFFF"/>
                </a:solidFill>
                <a:latin typeface="Ubuntu"/>
                <a:cs typeface="Arial"/>
              </a:rPr>
              <a:t>Change Management Process document</a:t>
            </a:r>
            <a:endParaRPr lang="en-GB" sz="900">
              <a:solidFill>
                <a:srgbClr val="FFFFFF"/>
              </a:solidFill>
              <a:latin typeface="Ubuntu"/>
              <a:cs typeface="Arial"/>
            </a:endParaRPr>
          </a:p>
          <a:p>
            <a:pPr marL="109220" indent="-109220">
              <a:lnSpc>
                <a:spcPts val="1200"/>
              </a:lnSpc>
              <a:spcAft>
                <a:spcPts val="400"/>
              </a:spcAft>
              <a:buFont typeface="Arial" panose="020B0604020202020204" pitchFamily="34" charset="0"/>
              <a:buChar char="•"/>
              <a:defRPr/>
            </a:pPr>
            <a:r>
              <a:rPr lang="en-US" sz="900">
                <a:solidFill>
                  <a:srgbClr val="FFFFFF"/>
                </a:solidFill>
                <a:latin typeface="Ubuntu"/>
                <a:cs typeface="Arial"/>
              </a:rPr>
              <a:t>Communication plan for process changes</a:t>
            </a:r>
          </a:p>
        </p:txBody>
      </p:sp>
      <p:sp>
        <p:nvSpPr>
          <p:cNvPr id="57" name="Isosceles Triangle 56">
            <a:extLst>
              <a:ext uri="{FF2B5EF4-FFF2-40B4-BE49-F238E27FC236}">
                <a16:creationId xmlns:a16="http://schemas.microsoft.com/office/drawing/2014/main" id="{87522B73-3C99-9D68-E5AA-84EDC81FEAB6}"/>
              </a:ext>
            </a:extLst>
          </p:cNvPr>
          <p:cNvSpPr/>
          <p:nvPr/>
        </p:nvSpPr>
        <p:spPr>
          <a:xfrm rot="5400000">
            <a:off x="2135989" y="1992957"/>
            <a:ext cx="230832" cy="55886"/>
          </a:xfrm>
          <a:prstGeom prst="triangl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600" b="0" i="0" u="none" strike="noStrike" kern="1200" cap="none" spc="0" normalizeH="0" baseline="0" noProof="0" err="1">
              <a:ln>
                <a:noFill/>
              </a:ln>
              <a:solidFill>
                <a:srgbClr val="FFFFFF"/>
              </a:solidFill>
              <a:effectLst/>
              <a:uLnTx/>
              <a:uFillTx/>
              <a:latin typeface="Ubuntu"/>
              <a:ea typeface="+mn-ea"/>
              <a:cs typeface="+mn-cs"/>
            </a:endParaRPr>
          </a:p>
        </p:txBody>
      </p:sp>
      <p:sp>
        <p:nvSpPr>
          <p:cNvPr id="58" name="Isosceles Triangle 57">
            <a:extLst>
              <a:ext uri="{FF2B5EF4-FFF2-40B4-BE49-F238E27FC236}">
                <a16:creationId xmlns:a16="http://schemas.microsoft.com/office/drawing/2014/main" id="{A0695608-452A-81DE-3644-EBF3FF2FA426}"/>
              </a:ext>
            </a:extLst>
          </p:cNvPr>
          <p:cNvSpPr/>
          <p:nvPr/>
        </p:nvSpPr>
        <p:spPr>
          <a:xfrm rot="5400000">
            <a:off x="3658825" y="2001164"/>
            <a:ext cx="230832" cy="55886"/>
          </a:xfrm>
          <a:prstGeom prst="triangl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600" b="0" i="0" u="none" strike="noStrike" kern="1200" cap="none" spc="0" normalizeH="0" baseline="0" noProof="0" err="1">
              <a:ln>
                <a:noFill/>
              </a:ln>
              <a:solidFill>
                <a:srgbClr val="FFFFFF"/>
              </a:solidFill>
              <a:effectLst/>
              <a:uLnTx/>
              <a:uFillTx/>
              <a:latin typeface="Ubuntu"/>
              <a:ea typeface="+mn-ea"/>
              <a:cs typeface="+mn-cs"/>
            </a:endParaRPr>
          </a:p>
        </p:txBody>
      </p:sp>
      <p:sp>
        <p:nvSpPr>
          <p:cNvPr id="59" name="Isosceles Triangle 58">
            <a:extLst>
              <a:ext uri="{FF2B5EF4-FFF2-40B4-BE49-F238E27FC236}">
                <a16:creationId xmlns:a16="http://schemas.microsoft.com/office/drawing/2014/main" id="{65424594-0D3F-A87F-2C26-541E6F260F60}"/>
              </a:ext>
            </a:extLst>
          </p:cNvPr>
          <p:cNvSpPr/>
          <p:nvPr/>
        </p:nvSpPr>
        <p:spPr>
          <a:xfrm rot="5400000">
            <a:off x="7536294" y="1992081"/>
            <a:ext cx="230832" cy="55886"/>
          </a:xfrm>
          <a:prstGeom prst="triangl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600" b="0" i="0" u="none" strike="noStrike" kern="1200" cap="none" spc="0" normalizeH="0" baseline="0" noProof="0" err="1">
              <a:ln>
                <a:noFill/>
              </a:ln>
              <a:solidFill>
                <a:srgbClr val="FFFFFF"/>
              </a:solidFill>
              <a:effectLst/>
              <a:uLnTx/>
              <a:uFillTx/>
              <a:latin typeface="Ubuntu"/>
              <a:ea typeface="+mn-ea"/>
              <a:cs typeface="+mn-cs"/>
            </a:endParaRPr>
          </a:p>
        </p:txBody>
      </p:sp>
      <p:sp>
        <p:nvSpPr>
          <p:cNvPr id="61" name="Isosceles Triangle 60">
            <a:extLst>
              <a:ext uri="{FF2B5EF4-FFF2-40B4-BE49-F238E27FC236}">
                <a16:creationId xmlns:a16="http://schemas.microsoft.com/office/drawing/2014/main" id="{20559E73-C4C0-2FF7-9091-3366BC4616D3}"/>
              </a:ext>
            </a:extLst>
          </p:cNvPr>
          <p:cNvSpPr/>
          <p:nvPr/>
        </p:nvSpPr>
        <p:spPr>
          <a:xfrm rot="5400000">
            <a:off x="9630962" y="1992081"/>
            <a:ext cx="230832" cy="55886"/>
          </a:xfrm>
          <a:prstGeom prst="triangl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600" b="0" i="0" u="none" strike="noStrike" kern="1200" cap="none" spc="0" normalizeH="0" baseline="0" noProof="0" err="1">
              <a:ln>
                <a:noFill/>
              </a:ln>
              <a:solidFill>
                <a:srgbClr val="FFFFFF"/>
              </a:solidFill>
              <a:effectLst/>
              <a:uLnTx/>
              <a:uFillTx/>
              <a:latin typeface="Ubuntu"/>
              <a:ea typeface="+mn-ea"/>
              <a:cs typeface="+mn-cs"/>
            </a:endParaRPr>
          </a:p>
        </p:txBody>
      </p:sp>
      <p:grpSp>
        <p:nvGrpSpPr>
          <p:cNvPr id="2" name="Group 1">
            <a:extLst>
              <a:ext uri="{FF2B5EF4-FFF2-40B4-BE49-F238E27FC236}">
                <a16:creationId xmlns:a16="http://schemas.microsoft.com/office/drawing/2014/main" id="{FF7EEC84-DA7C-10AB-27C3-EB3C2D356DBE}"/>
              </a:ext>
            </a:extLst>
          </p:cNvPr>
          <p:cNvGrpSpPr/>
          <p:nvPr/>
        </p:nvGrpSpPr>
        <p:grpSpPr>
          <a:xfrm>
            <a:off x="5392317" y="70096"/>
            <a:ext cx="5304257" cy="167498"/>
            <a:chOff x="6837649" y="990853"/>
            <a:chExt cx="5304257" cy="261730"/>
          </a:xfrm>
        </p:grpSpPr>
        <p:sp>
          <p:nvSpPr>
            <p:cNvPr id="3" name="Rectangle: Rounded Corners 2">
              <a:extLst>
                <a:ext uri="{FF2B5EF4-FFF2-40B4-BE49-F238E27FC236}">
                  <a16:creationId xmlns:a16="http://schemas.microsoft.com/office/drawing/2014/main" id="{222593A0-9092-3BB2-C272-123E118A5BB3}"/>
                </a:ext>
              </a:extLst>
            </p:cNvPr>
            <p:cNvSpPr/>
            <p:nvPr/>
          </p:nvSpPr>
          <p:spPr>
            <a:xfrm>
              <a:off x="6837649" y="990853"/>
              <a:ext cx="1004635" cy="249108"/>
            </a:xfrm>
            <a:prstGeom prst="roundRect">
              <a:avLst/>
            </a:prstGeom>
            <a:solidFill>
              <a:srgbClr val="40404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700"/>
                <a:t>Our Understanding</a:t>
              </a:r>
              <a:endParaRPr lang="en-IN" sz="700" err="1"/>
            </a:p>
          </p:txBody>
        </p:sp>
        <p:sp>
          <p:nvSpPr>
            <p:cNvPr id="10" name="Rectangle: Rounded Corners 9">
              <a:extLst>
                <a:ext uri="{FF2B5EF4-FFF2-40B4-BE49-F238E27FC236}">
                  <a16:creationId xmlns:a16="http://schemas.microsoft.com/office/drawing/2014/main" id="{A33788B9-ECC3-4DCD-4A6A-4923B8E86E08}"/>
                </a:ext>
              </a:extLst>
            </p:cNvPr>
            <p:cNvSpPr/>
            <p:nvPr/>
          </p:nvSpPr>
          <p:spPr>
            <a:xfrm>
              <a:off x="7953152" y="1002292"/>
              <a:ext cx="1004635" cy="249108"/>
            </a:xfrm>
            <a:prstGeom prst="roundRect">
              <a:avLst/>
            </a:prstGeom>
            <a:solidFill>
              <a:srgbClr val="0070A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700"/>
                <a:t>Approach</a:t>
              </a:r>
              <a:endParaRPr lang="en-IN" sz="700" err="1"/>
            </a:p>
          </p:txBody>
        </p:sp>
        <p:sp>
          <p:nvSpPr>
            <p:cNvPr id="11" name="Rectangle: Rounded Corners 10">
              <a:extLst>
                <a:ext uri="{FF2B5EF4-FFF2-40B4-BE49-F238E27FC236}">
                  <a16:creationId xmlns:a16="http://schemas.microsoft.com/office/drawing/2014/main" id="{4C0BA532-7956-7E51-C43A-BBB1E156F233}"/>
                </a:ext>
              </a:extLst>
            </p:cNvPr>
            <p:cNvSpPr/>
            <p:nvPr/>
          </p:nvSpPr>
          <p:spPr>
            <a:xfrm>
              <a:off x="9017511" y="1003475"/>
              <a:ext cx="1004635" cy="249108"/>
            </a:xfrm>
            <a:prstGeom prst="roundRect">
              <a:avLst/>
            </a:prstGeom>
            <a:solidFill>
              <a:srgbClr val="40404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700"/>
                <a:t>Team</a:t>
              </a:r>
              <a:endParaRPr lang="en-IN" sz="700"/>
            </a:p>
          </p:txBody>
        </p:sp>
        <p:sp>
          <p:nvSpPr>
            <p:cNvPr id="18" name="Rectangle: Rounded Corners 17">
              <a:extLst>
                <a:ext uri="{FF2B5EF4-FFF2-40B4-BE49-F238E27FC236}">
                  <a16:creationId xmlns:a16="http://schemas.microsoft.com/office/drawing/2014/main" id="{69A91BB1-7378-FD8B-17DD-BA7F8027D226}"/>
                </a:ext>
              </a:extLst>
            </p:cNvPr>
            <p:cNvSpPr/>
            <p:nvPr/>
          </p:nvSpPr>
          <p:spPr>
            <a:xfrm>
              <a:off x="10081870" y="1001985"/>
              <a:ext cx="1004635" cy="249108"/>
            </a:xfrm>
            <a:prstGeom prst="roundRect">
              <a:avLst/>
            </a:prstGeom>
            <a:solidFill>
              <a:srgbClr val="40404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700"/>
                <a:t>Why US</a:t>
              </a:r>
              <a:endParaRPr lang="en-IN" sz="700"/>
            </a:p>
          </p:txBody>
        </p:sp>
        <p:sp>
          <p:nvSpPr>
            <p:cNvPr id="19" name="Rectangle: Rounded Corners 18">
              <a:extLst>
                <a:ext uri="{FF2B5EF4-FFF2-40B4-BE49-F238E27FC236}">
                  <a16:creationId xmlns:a16="http://schemas.microsoft.com/office/drawing/2014/main" id="{4C92BD05-513F-C8E7-F682-84F30688187F}"/>
                </a:ext>
              </a:extLst>
            </p:cNvPr>
            <p:cNvSpPr/>
            <p:nvPr/>
          </p:nvSpPr>
          <p:spPr>
            <a:xfrm>
              <a:off x="11137271" y="997539"/>
              <a:ext cx="1004635" cy="249108"/>
            </a:xfrm>
            <a:prstGeom prst="roundRect">
              <a:avLst/>
            </a:prstGeom>
            <a:solidFill>
              <a:srgbClr val="40404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700"/>
                <a:t>Credentials</a:t>
              </a:r>
              <a:endParaRPr lang="en-IN" sz="700"/>
            </a:p>
          </p:txBody>
        </p:sp>
      </p:grpSp>
    </p:spTree>
    <p:extLst>
      <p:ext uri="{BB962C8B-B14F-4D97-AF65-F5344CB8AC3E}">
        <p14:creationId xmlns:p14="http://schemas.microsoft.com/office/powerpoint/2010/main" val="274526010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Arrow: Pentagon 9">
            <a:extLst>
              <a:ext uri="{FF2B5EF4-FFF2-40B4-BE49-F238E27FC236}">
                <a16:creationId xmlns:a16="http://schemas.microsoft.com/office/drawing/2014/main" id="{2A0912C1-7274-EFB6-540B-624F8F0B9E8A}"/>
              </a:ext>
            </a:extLst>
          </p:cNvPr>
          <p:cNvSpPr/>
          <p:nvPr/>
        </p:nvSpPr>
        <p:spPr>
          <a:xfrm>
            <a:off x="8278960" y="1660758"/>
            <a:ext cx="3389244" cy="2839621"/>
          </a:xfrm>
          <a:prstGeom prst="homePlate">
            <a:avLst>
              <a:gd name="adj" fmla="val 29670"/>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marL="179388" indent="-179388">
              <a:buFont typeface="Arial" panose="020B0604020202020204" pitchFamily="34" charset="0"/>
              <a:buChar char="•"/>
            </a:pPr>
            <a:endParaRPr lang="en-US" sz="1200"/>
          </a:p>
          <a:p>
            <a:pPr marL="179388" indent="-179388">
              <a:buFont typeface="Arial" panose="020B0604020202020204" pitchFamily="34" charset="0"/>
              <a:buChar char="•"/>
            </a:pPr>
            <a:endParaRPr lang="en-US" sz="1200"/>
          </a:p>
          <a:p>
            <a:pPr marL="179388" indent="-179388">
              <a:buFont typeface="Arial" panose="020B0604020202020204" pitchFamily="34" charset="0"/>
              <a:buChar char="•"/>
            </a:pPr>
            <a:endParaRPr lang="en-US" sz="1200"/>
          </a:p>
          <a:p>
            <a:pPr marL="179388" indent="-179388">
              <a:buFont typeface="Arial" panose="020B0604020202020204" pitchFamily="34" charset="0"/>
              <a:buChar char="•"/>
            </a:pPr>
            <a:endParaRPr lang="en-US" sz="1200"/>
          </a:p>
          <a:p>
            <a:r>
              <a:rPr lang="en-US" sz="1100"/>
              <a:t>Organization</a:t>
            </a:r>
          </a:p>
          <a:p>
            <a:pPr marL="179388" indent="-179388">
              <a:buFont typeface="Arial" panose="020B0604020202020204" pitchFamily="34" charset="0"/>
              <a:buChar char="•"/>
            </a:pPr>
            <a:r>
              <a:rPr lang="en-US" sz="1100"/>
              <a:t>Redefinition/update of  </a:t>
            </a:r>
            <a:r>
              <a:rPr lang="en-US" sz="1100" err="1"/>
              <a:t>eBU</a:t>
            </a:r>
            <a:r>
              <a:rPr lang="en-US" sz="1100"/>
              <a:t> lower level organizational structure  to fit with updated mandates</a:t>
            </a:r>
          </a:p>
          <a:p>
            <a:pPr marL="179388" indent="-179388">
              <a:buFont typeface="Arial" panose="020B0604020202020204" pitchFamily="34" charset="0"/>
              <a:buChar char="•"/>
            </a:pPr>
            <a:endParaRPr lang="en-US" sz="1200"/>
          </a:p>
        </p:txBody>
      </p:sp>
      <p:sp>
        <p:nvSpPr>
          <p:cNvPr id="9" name="Arrow: Pentagon 8">
            <a:extLst>
              <a:ext uri="{FF2B5EF4-FFF2-40B4-BE49-F238E27FC236}">
                <a16:creationId xmlns:a16="http://schemas.microsoft.com/office/drawing/2014/main" id="{7BF5A550-9E40-391F-96CA-3E372C0C876F}"/>
              </a:ext>
            </a:extLst>
          </p:cNvPr>
          <p:cNvSpPr/>
          <p:nvPr/>
        </p:nvSpPr>
        <p:spPr>
          <a:xfrm>
            <a:off x="4667303" y="1660758"/>
            <a:ext cx="3389244" cy="2839621"/>
          </a:xfrm>
          <a:prstGeom prst="homePlate">
            <a:avLst>
              <a:gd name="adj" fmla="val 29670"/>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marL="179388" indent="-179388">
              <a:buFont typeface="Arial" panose="020B0604020202020204" pitchFamily="34" charset="0"/>
              <a:buChar char="•"/>
            </a:pPr>
            <a:endParaRPr lang="en-US" sz="1200"/>
          </a:p>
          <a:p>
            <a:pPr marL="179388" indent="-179388">
              <a:buFont typeface="Arial" panose="020B0604020202020204" pitchFamily="34" charset="0"/>
              <a:buChar char="•"/>
            </a:pPr>
            <a:endParaRPr lang="en-US" sz="1200"/>
          </a:p>
          <a:p>
            <a:pPr marL="179388" indent="-179388">
              <a:buFont typeface="Arial" panose="020B0604020202020204" pitchFamily="34" charset="0"/>
              <a:buChar char="•"/>
            </a:pPr>
            <a:endParaRPr lang="en-US" sz="1200"/>
          </a:p>
          <a:p>
            <a:pPr marL="179388" indent="-179388">
              <a:buFont typeface="Arial" panose="020B0604020202020204" pitchFamily="34" charset="0"/>
              <a:buChar char="•"/>
            </a:pPr>
            <a:endParaRPr lang="en-US" sz="1200"/>
          </a:p>
          <a:p>
            <a:r>
              <a:rPr lang="en-US" sz="1100"/>
              <a:t>For mandates to be clarified</a:t>
            </a:r>
            <a:br>
              <a:rPr lang="en-US" sz="1100"/>
            </a:br>
            <a:endParaRPr lang="en-US" sz="1100"/>
          </a:p>
          <a:p>
            <a:pPr marL="179388" indent="-179388">
              <a:buFont typeface="Arial" panose="020B0604020202020204" pitchFamily="34" charset="0"/>
              <a:buChar char="•"/>
            </a:pPr>
            <a:r>
              <a:rPr lang="en-US" sz="1100"/>
              <a:t>Redefinition/update of Roles &amp; Responsibilities for top-level </a:t>
            </a:r>
            <a:r>
              <a:rPr lang="en-US" sz="1100" err="1"/>
              <a:t>eBU</a:t>
            </a:r>
            <a:r>
              <a:rPr lang="en-US" sz="1100"/>
              <a:t> teams (RACIs)</a:t>
            </a:r>
          </a:p>
          <a:p>
            <a:pPr marL="179388" indent="-179388">
              <a:buFont typeface="Arial" panose="020B0604020202020204" pitchFamily="34" charset="0"/>
              <a:buChar char="•"/>
            </a:pPr>
            <a:endParaRPr lang="en-US" sz="1200"/>
          </a:p>
        </p:txBody>
      </p:sp>
      <p:sp>
        <p:nvSpPr>
          <p:cNvPr id="6" name="Arrow: Pentagon 5">
            <a:extLst>
              <a:ext uri="{FF2B5EF4-FFF2-40B4-BE49-F238E27FC236}">
                <a16:creationId xmlns:a16="http://schemas.microsoft.com/office/drawing/2014/main" id="{51753069-3639-32FD-4EDA-BA6DCBAE3B65}"/>
              </a:ext>
            </a:extLst>
          </p:cNvPr>
          <p:cNvSpPr/>
          <p:nvPr/>
        </p:nvSpPr>
        <p:spPr>
          <a:xfrm>
            <a:off x="998441" y="1660758"/>
            <a:ext cx="3389244" cy="2839621"/>
          </a:xfrm>
          <a:prstGeom prst="homePlate">
            <a:avLst>
              <a:gd name="adj" fmla="val 29670"/>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marL="179388" indent="-179388">
              <a:buFont typeface="Arial" panose="020B0604020202020204" pitchFamily="34" charset="0"/>
              <a:buChar char="•"/>
            </a:pPr>
            <a:endParaRPr lang="en-US" sz="1200"/>
          </a:p>
          <a:p>
            <a:pPr marL="179388" indent="-179388">
              <a:buFont typeface="Arial" panose="020B0604020202020204" pitchFamily="34" charset="0"/>
              <a:buChar char="•"/>
            </a:pPr>
            <a:endParaRPr lang="en-US" sz="1200"/>
          </a:p>
          <a:p>
            <a:pPr marL="179388" indent="-179388">
              <a:buFont typeface="Arial" panose="020B0604020202020204" pitchFamily="34" charset="0"/>
              <a:buChar char="•"/>
            </a:pPr>
            <a:endParaRPr lang="en-US" sz="1200"/>
          </a:p>
          <a:p>
            <a:endParaRPr lang="en-US" sz="1100"/>
          </a:p>
          <a:p>
            <a:r>
              <a:rPr lang="en-US" sz="1100"/>
              <a:t>Organization</a:t>
            </a:r>
          </a:p>
          <a:p>
            <a:pPr marL="179388" indent="-179388">
              <a:buFont typeface="Arial" panose="020B0604020202020204" pitchFamily="34" charset="0"/>
              <a:buChar char="•"/>
            </a:pPr>
            <a:r>
              <a:rPr lang="en-US" sz="1100"/>
              <a:t>Drivers for </a:t>
            </a:r>
            <a:r>
              <a:rPr lang="en-US" sz="1100" err="1"/>
              <a:t>eBU</a:t>
            </a:r>
            <a:r>
              <a:rPr lang="en-US" sz="1100"/>
              <a:t> reorganization</a:t>
            </a:r>
          </a:p>
          <a:p>
            <a:pPr marL="179388" indent="-179388">
              <a:buFont typeface="Arial" panose="020B0604020202020204" pitchFamily="34" charset="0"/>
              <a:buChar char="•"/>
            </a:pPr>
            <a:r>
              <a:rPr lang="en-US" sz="1100"/>
              <a:t>Organization decisions to-date (overall org. structure, lower level status…)</a:t>
            </a:r>
          </a:p>
          <a:p>
            <a:endParaRPr lang="en-US" sz="1100"/>
          </a:p>
          <a:p>
            <a:r>
              <a:rPr lang="en-US" sz="1100"/>
              <a:t>Mandates to be clarified</a:t>
            </a:r>
          </a:p>
          <a:p>
            <a:pPr marL="179388" indent="-179388">
              <a:buFont typeface="Arial" panose="020B0604020202020204" pitchFamily="34" charset="0"/>
              <a:buChar char="•"/>
            </a:pPr>
            <a:r>
              <a:rPr lang="en-US" sz="1100"/>
              <a:t>Modified areas of responsibility?</a:t>
            </a:r>
          </a:p>
          <a:p>
            <a:pPr marL="179388" indent="-179388">
              <a:buFont typeface="Arial" panose="020B0604020202020204" pitchFamily="34" charset="0"/>
              <a:buChar char="•"/>
            </a:pPr>
            <a:r>
              <a:rPr lang="en-US" sz="1100"/>
              <a:t>Potentially-conflicting areas?</a:t>
            </a:r>
          </a:p>
          <a:p>
            <a:pPr marL="179388" indent="-179388">
              <a:buFont typeface="Arial" panose="020B0604020202020204" pitchFamily="34" charset="0"/>
              <a:buChar char="•"/>
            </a:pPr>
            <a:r>
              <a:rPr lang="en-US" sz="1100"/>
              <a:t>Unclear areas/empty spaces?</a:t>
            </a:r>
          </a:p>
          <a:p>
            <a:pPr marL="179388" indent="-179388">
              <a:buFont typeface="Arial" panose="020B0604020202020204" pitchFamily="34" charset="0"/>
              <a:buChar char="•"/>
            </a:pPr>
            <a:endParaRPr lang="en-US" sz="1200"/>
          </a:p>
        </p:txBody>
      </p:sp>
      <p:sp>
        <p:nvSpPr>
          <p:cNvPr id="2" name="Title 1">
            <a:extLst>
              <a:ext uri="{FF2B5EF4-FFF2-40B4-BE49-F238E27FC236}">
                <a16:creationId xmlns:a16="http://schemas.microsoft.com/office/drawing/2014/main" id="{557664B6-C435-D49C-B27F-5EA4972B67D3}"/>
              </a:ext>
            </a:extLst>
          </p:cNvPr>
          <p:cNvSpPr>
            <a:spLocks noGrp="1"/>
          </p:cNvSpPr>
          <p:nvPr>
            <p:ph type="title"/>
          </p:nvPr>
        </p:nvSpPr>
        <p:spPr>
          <a:xfrm>
            <a:off x="404813" y="388188"/>
            <a:ext cx="11064279" cy="716711"/>
          </a:xfrm>
        </p:spPr>
        <p:txBody>
          <a:bodyPr/>
          <a:lstStyle/>
          <a:p>
            <a:r>
              <a:rPr lang="en-US" cap="none"/>
              <a:t>The Assessment &amp; Framing phase will enable to update the to-be </a:t>
            </a:r>
            <a:br>
              <a:rPr lang="en-US" cap="none"/>
            </a:br>
            <a:r>
              <a:rPr lang="en-US" cap="none" err="1"/>
              <a:t>eBU</a:t>
            </a:r>
            <a:r>
              <a:rPr lang="en-US" cap="none"/>
              <a:t> mandates &amp; related org. structure and scope impacted processes </a:t>
            </a:r>
          </a:p>
        </p:txBody>
      </p:sp>
      <p:sp>
        <p:nvSpPr>
          <p:cNvPr id="11" name="Arrow: Pentagon 10">
            <a:extLst>
              <a:ext uri="{FF2B5EF4-FFF2-40B4-BE49-F238E27FC236}">
                <a16:creationId xmlns:a16="http://schemas.microsoft.com/office/drawing/2014/main" id="{294A91AE-C684-FF3A-E1CF-C6E2BE21CD49}"/>
              </a:ext>
            </a:extLst>
          </p:cNvPr>
          <p:cNvSpPr/>
          <p:nvPr/>
        </p:nvSpPr>
        <p:spPr>
          <a:xfrm>
            <a:off x="3222374" y="5020183"/>
            <a:ext cx="6726695" cy="1181423"/>
          </a:xfrm>
          <a:prstGeom prst="homePlate">
            <a:avLst>
              <a:gd name="adj" fmla="val 29670"/>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marL="179388" indent="-179388">
              <a:buFont typeface="Arial" panose="020B0604020202020204" pitchFamily="34" charset="0"/>
              <a:buChar char="•"/>
            </a:pPr>
            <a:endParaRPr lang="en-US" sz="1200"/>
          </a:p>
          <a:p>
            <a:pPr marL="179388" indent="-179388">
              <a:buFont typeface="Arial" panose="020B0604020202020204" pitchFamily="34" charset="0"/>
              <a:buChar char="•"/>
            </a:pPr>
            <a:endParaRPr lang="en-US" sz="1200"/>
          </a:p>
          <a:p>
            <a:pPr marL="179388" indent="-179388">
              <a:buFont typeface="Arial" panose="020B0604020202020204" pitchFamily="34" charset="0"/>
              <a:buChar char="•"/>
            </a:pPr>
            <a:endParaRPr lang="en-US" sz="1200"/>
          </a:p>
          <a:p>
            <a:pPr marL="179388" indent="-179388">
              <a:buFont typeface="Arial" panose="020B0604020202020204" pitchFamily="34" charset="0"/>
              <a:buChar char="•"/>
            </a:pPr>
            <a:r>
              <a:rPr lang="en-US" sz="1100"/>
              <a:t>Processes impacted regardless of the </a:t>
            </a:r>
            <a:br>
              <a:rPr lang="en-US" sz="1100"/>
            </a:br>
            <a:r>
              <a:rPr lang="en-US" sz="1100"/>
              <a:t>pending Roles &amp; Responsibilities clarification</a:t>
            </a:r>
          </a:p>
          <a:p>
            <a:pPr marL="179388" indent="-179388">
              <a:buFont typeface="Arial" panose="020B0604020202020204" pitchFamily="34" charset="0"/>
              <a:buChar char="•"/>
            </a:pPr>
            <a:endParaRPr lang="en-US" sz="1200"/>
          </a:p>
        </p:txBody>
      </p:sp>
      <p:sp>
        <p:nvSpPr>
          <p:cNvPr id="13" name="TextBox 12">
            <a:extLst>
              <a:ext uri="{FF2B5EF4-FFF2-40B4-BE49-F238E27FC236}">
                <a16:creationId xmlns:a16="http://schemas.microsoft.com/office/drawing/2014/main" id="{A4889E37-AC7E-B8CF-C06F-66B3C5A8A076}"/>
              </a:ext>
            </a:extLst>
          </p:cNvPr>
          <p:cNvSpPr txBox="1"/>
          <p:nvPr/>
        </p:nvSpPr>
        <p:spPr>
          <a:xfrm rot="16200000">
            <a:off x="-118860" y="2947082"/>
            <a:ext cx="1547218" cy="369332"/>
          </a:xfrm>
          <a:prstGeom prst="rect">
            <a:avLst/>
          </a:prstGeom>
          <a:noFill/>
        </p:spPr>
        <p:txBody>
          <a:bodyPr wrap="none" rtlCol="0">
            <a:spAutoFit/>
          </a:bodyPr>
          <a:lstStyle/>
          <a:p>
            <a:r>
              <a:rPr lang="en-US">
                <a:solidFill>
                  <a:schemeClr val="bg1"/>
                </a:solidFill>
              </a:rPr>
              <a:t>Organization</a:t>
            </a:r>
          </a:p>
        </p:txBody>
      </p:sp>
      <p:sp>
        <p:nvSpPr>
          <p:cNvPr id="14" name="TextBox 13">
            <a:extLst>
              <a:ext uri="{FF2B5EF4-FFF2-40B4-BE49-F238E27FC236}">
                <a16:creationId xmlns:a16="http://schemas.microsoft.com/office/drawing/2014/main" id="{4DB161EB-40DB-FB25-A3EB-4C9448580BA6}"/>
              </a:ext>
            </a:extLst>
          </p:cNvPr>
          <p:cNvSpPr txBox="1"/>
          <p:nvPr/>
        </p:nvSpPr>
        <p:spPr>
          <a:xfrm rot="16200000">
            <a:off x="43043" y="5445946"/>
            <a:ext cx="1223412" cy="369332"/>
          </a:xfrm>
          <a:prstGeom prst="rect">
            <a:avLst/>
          </a:prstGeom>
          <a:noFill/>
        </p:spPr>
        <p:txBody>
          <a:bodyPr wrap="none" rtlCol="0">
            <a:spAutoFit/>
          </a:bodyPr>
          <a:lstStyle/>
          <a:p>
            <a:r>
              <a:rPr lang="en-US">
                <a:solidFill>
                  <a:schemeClr val="bg1"/>
                </a:solidFill>
              </a:rPr>
              <a:t>Processes</a:t>
            </a:r>
          </a:p>
        </p:txBody>
      </p:sp>
      <p:sp>
        <p:nvSpPr>
          <p:cNvPr id="21" name="Arrow: Pentagon 20">
            <a:extLst>
              <a:ext uri="{FF2B5EF4-FFF2-40B4-BE49-F238E27FC236}">
                <a16:creationId xmlns:a16="http://schemas.microsoft.com/office/drawing/2014/main" id="{FD453109-A51E-B96F-6698-64EE5F1CDE63}"/>
              </a:ext>
            </a:extLst>
          </p:cNvPr>
          <p:cNvSpPr/>
          <p:nvPr/>
        </p:nvSpPr>
        <p:spPr>
          <a:xfrm>
            <a:off x="3072129" y="9165298"/>
            <a:ext cx="6485395" cy="486963"/>
          </a:xfrm>
          <a:prstGeom prst="homePlate">
            <a:avLst>
              <a:gd name="adj" fmla="val 29670"/>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r>
              <a:rPr lang="en-US" sz="1400" b="1"/>
              <a:t>Identification of impacted processes</a:t>
            </a:r>
          </a:p>
        </p:txBody>
      </p:sp>
      <p:sp>
        <p:nvSpPr>
          <p:cNvPr id="22" name="Arrow: Pentagon 21">
            <a:extLst>
              <a:ext uri="{FF2B5EF4-FFF2-40B4-BE49-F238E27FC236}">
                <a16:creationId xmlns:a16="http://schemas.microsoft.com/office/drawing/2014/main" id="{8D0B40CE-BE4C-1A97-75C8-22F3889E0542}"/>
              </a:ext>
            </a:extLst>
          </p:cNvPr>
          <p:cNvSpPr/>
          <p:nvPr/>
        </p:nvSpPr>
        <p:spPr>
          <a:xfrm>
            <a:off x="6559047" y="5020183"/>
            <a:ext cx="3389244" cy="1181423"/>
          </a:xfrm>
          <a:prstGeom prst="homePlate">
            <a:avLst>
              <a:gd name="adj" fmla="val 29670"/>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marL="179388" indent="-179388">
              <a:buFont typeface="Arial" panose="020B0604020202020204" pitchFamily="34" charset="0"/>
              <a:buChar char="•"/>
            </a:pPr>
            <a:endParaRPr lang="en-US" sz="1200"/>
          </a:p>
          <a:p>
            <a:pPr marL="179388" indent="-179388">
              <a:buFont typeface="Arial" panose="020B0604020202020204" pitchFamily="34" charset="0"/>
              <a:buChar char="•"/>
            </a:pPr>
            <a:endParaRPr lang="en-US" sz="1200"/>
          </a:p>
          <a:p>
            <a:pPr marL="179388" indent="-179388">
              <a:buFont typeface="Arial" panose="020B0604020202020204" pitchFamily="34" charset="0"/>
              <a:buChar char="•"/>
            </a:pPr>
            <a:endParaRPr lang="en-US" sz="1200"/>
          </a:p>
          <a:p>
            <a:pPr marL="179388" indent="-179388">
              <a:buFont typeface="Arial" panose="020B0604020202020204" pitchFamily="34" charset="0"/>
              <a:buChar char="•"/>
            </a:pPr>
            <a:r>
              <a:rPr lang="en-US" sz="1100"/>
              <a:t>Processes impacted  taking into account the changes in the Roles &amp; Responsibilities</a:t>
            </a:r>
            <a:endParaRPr lang="en-US" sz="1200"/>
          </a:p>
        </p:txBody>
      </p:sp>
      <p:sp>
        <p:nvSpPr>
          <p:cNvPr id="23" name="Arrow: Pentagon 22">
            <a:extLst>
              <a:ext uri="{FF2B5EF4-FFF2-40B4-BE49-F238E27FC236}">
                <a16:creationId xmlns:a16="http://schemas.microsoft.com/office/drawing/2014/main" id="{C6BC7D40-ECB9-9179-E619-F71A560AE36A}"/>
              </a:ext>
            </a:extLst>
          </p:cNvPr>
          <p:cNvSpPr/>
          <p:nvPr/>
        </p:nvSpPr>
        <p:spPr>
          <a:xfrm>
            <a:off x="7582781" y="4772115"/>
            <a:ext cx="3389244" cy="1808922"/>
          </a:xfrm>
          <a:prstGeom prst="homePlate">
            <a:avLst>
              <a:gd name="adj" fmla="val 29670"/>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endParaRPr lang="en-US" sz="1400" b="1"/>
          </a:p>
        </p:txBody>
      </p:sp>
      <p:pic>
        <p:nvPicPr>
          <p:cNvPr id="1028" name="Picture 4" descr="Images de Workshop Icon – Téléchargement gratuit sur Freepik">
            <a:extLst>
              <a:ext uri="{FF2B5EF4-FFF2-40B4-BE49-F238E27FC236}">
                <a16:creationId xmlns:a16="http://schemas.microsoft.com/office/drawing/2014/main" id="{BFE22254-C1FD-A261-0F4F-BCB919A301B3}"/>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163674" y="3518984"/>
            <a:ext cx="722362" cy="722362"/>
          </a:xfrm>
          <a:prstGeom prst="rect">
            <a:avLst/>
          </a:prstGeom>
          <a:noFill/>
          <a:effectLst>
            <a:softEdge rad="152400"/>
          </a:effectLst>
          <a:extLst>
            <a:ext uri="{909E8E84-426E-40DD-AFC4-6F175D3DCCD1}">
              <a14:hiddenFill xmlns:a14="http://schemas.microsoft.com/office/drawing/2010/main">
                <a:solidFill>
                  <a:srgbClr val="FFFFFF"/>
                </a:solidFill>
              </a14:hiddenFill>
            </a:ext>
          </a:extLst>
        </p:spPr>
      </p:pic>
      <p:pic>
        <p:nvPicPr>
          <p:cNvPr id="8" name="Picture 4" descr="Images de Workshop Icon – Téléchargement gratuit sur Freepik">
            <a:extLst>
              <a:ext uri="{FF2B5EF4-FFF2-40B4-BE49-F238E27FC236}">
                <a16:creationId xmlns:a16="http://schemas.microsoft.com/office/drawing/2014/main" id="{E02B34A9-38CA-79DF-5A70-AAA5C0EBF203}"/>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224540" y="3518984"/>
            <a:ext cx="722362" cy="722362"/>
          </a:xfrm>
          <a:prstGeom prst="rect">
            <a:avLst/>
          </a:prstGeom>
          <a:noFill/>
          <a:effectLst>
            <a:softEdge rad="152400"/>
          </a:effectLst>
          <a:extLst>
            <a:ext uri="{909E8E84-426E-40DD-AFC4-6F175D3DCCD1}">
              <a14:hiddenFill xmlns:a14="http://schemas.microsoft.com/office/drawing/2010/main">
                <a:solidFill>
                  <a:srgbClr val="FFFFFF"/>
                </a:solidFill>
              </a14:hiddenFill>
            </a:ext>
          </a:extLst>
        </p:spPr>
      </p:pic>
      <p:sp>
        <p:nvSpPr>
          <p:cNvPr id="12" name="Rectangle 11">
            <a:extLst>
              <a:ext uri="{FF2B5EF4-FFF2-40B4-BE49-F238E27FC236}">
                <a16:creationId xmlns:a16="http://schemas.microsoft.com/office/drawing/2014/main" id="{FE829003-1C21-05CD-30BC-762699C2C4CB}"/>
              </a:ext>
            </a:extLst>
          </p:cNvPr>
          <p:cNvSpPr/>
          <p:nvPr/>
        </p:nvSpPr>
        <p:spPr>
          <a:xfrm>
            <a:off x="5027379" y="3341142"/>
            <a:ext cx="2743200" cy="315873"/>
          </a:xfrm>
          <a:prstGeom prst="rect">
            <a:avLst/>
          </a:prstGeom>
          <a:noFill/>
          <a:ln w="6350" cap="flat" cmpd="sng" algn="ctr">
            <a:noFill/>
            <a:prstDash val="solid"/>
            <a:miter lim="800000"/>
          </a:ln>
          <a:effectLst/>
        </p:spPr>
        <p:txBody>
          <a:bodyPr lIns="91440" tIns="45720" rIns="91440" bIns="45720" rtlCol="0" anchor="t"/>
          <a:lstStyle/>
          <a:p>
            <a:pPr marR="0" lvl="0" algn="l" defTabSz="914400" rtl="0" eaLnBrk="1" fontAlgn="auto" latinLnBrk="0" hangingPunct="1">
              <a:lnSpc>
                <a:spcPct val="85000"/>
              </a:lnSpc>
              <a:spcBef>
                <a:spcPts val="0"/>
              </a:spcBef>
              <a:spcAft>
                <a:spcPts val="400"/>
              </a:spcAft>
              <a:buClrTx/>
              <a:buSzTx/>
              <a:tabLst/>
              <a:defRPr/>
            </a:pPr>
            <a:r>
              <a:rPr kumimoji="0" lang="en-US" sz="1100" b="0" i="1" u="none" strike="noStrike" kern="1200" cap="none" spc="0" normalizeH="0" baseline="0" noProof="0">
                <a:ln>
                  <a:noFill/>
                </a:ln>
                <a:solidFill>
                  <a:srgbClr val="FFFFFF"/>
                </a:solidFill>
                <a:effectLst/>
                <a:uLnTx/>
                <a:uFillTx/>
                <a:latin typeface="Ubuntu"/>
                <a:ea typeface="+mn-ea"/>
                <a:cs typeface="Arial"/>
              </a:rPr>
              <a:t>RACI Workshops</a:t>
            </a:r>
          </a:p>
        </p:txBody>
      </p:sp>
      <p:cxnSp>
        <p:nvCxnSpPr>
          <p:cNvPr id="28" name="Connector: Elbow 27">
            <a:extLst>
              <a:ext uri="{FF2B5EF4-FFF2-40B4-BE49-F238E27FC236}">
                <a16:creationId xmlns:a16="http://schemas.microsoft.com/office/drawing/2014/main" id="{BBD8DCB5-250F-5444-FDC8-332004E2E814}"/>
              </a:ext>
            </a:extLst>
          </p:cNvPr>
          <p:cNvCxnSpPr>
            <a:cxnSpLocks/>
            <a:stCxn id="6" idx="2"/>
            <a:endCxn id="11" idx="1"/>
          </p:cNvCxnSpPr>
          <p:nvPr/>
        </p:nvCxnSpPr>
        <p:spPr>
          <a:xfrm rot="16200000" flipH="1">
            <a:off x="2191831" y="4580352"/>
            <a:ext cx="1110516" cy="950569"/>
          </a:xfrm>
          <a:prstGeom prst="bentConnector2">
            <a:avLst/>
          </a:prstGeom>
          <a:ln>
            <a:tailEnd type="triangle"/>
          </a:ln>
        </p:spPr>
        <p:style>
          <a:lnRef idx="1">
            <a:schemeClr val="accent1"/>
          </a:lnRef>
          <a:fillRef idx="0">
            <a:schemeClr val="accent1"/>
          </a:fillRef>
          <a:effectRef idx="0">
            <a:schemeClr val="accent1"/>
          </a:effectRef>
          <a:fontRef idx="minor">
            <a:schemeClr val="tx1"/>
          </a:fontRef>
        </p:style>
      </p:cxnSp>
      <p:sp>
        <p:nvSpPr>
          <p:cNvPr id="29" name="Arrow: Pentagon 28">
            <a:extLst>
              <a:ext uri="{FF2B5EF4-FFF2-40B4-BE49-F238E27FC236}">
                <a16:creationId xmlns:a16="http://schemas.microsoft.com/office/drawing/2014/main" id="{0CFBEBFA-0CB0-5440-6AD3-6783F7F1CA42}"/>
              </a:ext>
            </a:extLst>
          </p:cNvPr>
          <p:cNvSpPr/>
          <p:nvPr/>
        </p:nvSpPr>
        <p:spPr>
          <a:xfrm>
            <a:off x="10541479" y="5257389"/>
            <a:ext cx="1622212" cy="486963"/>
          </a:xfrm>
          <a:prstGeom prst="homePlate">
            <a:avLst>
              <a:gd name="adj" fmla="val 29670"/>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r>
              <a:rPr lang="en-US" sz="1100" i="1" err="1"/>
              <a:t>eBU</a:t>
            </a:r>
            <a:r>
              <a:rPr lang="en-US" sz="1100" i="1"/>
              <a:t> Process update / redesign in  the Implementation phase</a:t>
            </a:r>
          </a:p>
        </p:txBody>
      </p:sp>
      <p:pic>
        <p:nvPicPr>
          <p:cNvPr id="1030" name="Picture 6" descr="white job interview vector icon on black background. modern flat job  interview from general concept vector sign symbol can be use for web,  mobile and logo. Stock Vector | Adobe Stock">
            <a:extLst>
              <a:ext uri="{FF2B5EF4-FFF2-40B4-BE49-F238E27FC236}">
                <a16:creationId xmlns:a16="http://schemas.microsoft.com/office/drawing/2014/main" id="{8037605C-D6DA-69A2-39F3-770E585BC1FF}"/>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l="18280" t="24388" r="24101" b="32342"/>
          <a:stretch/>
        </p:blipFill>
        <p:spPr bwMode="auto">
          <a:xfrm>
            <a:off x="1836398" y="4006659"/>
            <a:ext cx="495779" cy="372298"/>
          </a:xfrm>
          <a:prstGeom prst="rect">
            <a:avLst/>
          </a:prstGeom>
          <a:noFill/>
          <a:effectLst>
            <a:softEdge rad="38100"/>
          </a:effectLst>
          <a:extLst>
            <a:ext uri="{909E8E84-426E-40DD-AFC4-6F175D3DCCD1}">
              <a14:hiddenFill xmlns:a14="http://schemas.microsoft.com/office/drawing/2010/main">
                <a:solidFill>
                  <a:srgbClr val="FFFFFF"/>
                </a:solidFill>
              </a14:hiddenFill>
            </a:ext>
          </a:extLst>
        </p:spPr>
      </p:pic>
      <p:cxnSp>
        <p:nvCxnSpPr>
          <p:cNvPr id="31" name="Straight Arrow Connector 30">
            <a:extLst>
              <a:ext uri="{FF2B5EF4-FFF2-40B4-BE49-F238E27FC236}">
                <a16:creationId xmlns:a16="http://schemas.microsoft.com/office/drawing/2014/main" id="{F2C0F3B9-3C5A-6CC3-8940-30BE5BA411FA}"/>
              </a:ext>
            </a:extLst>
          </p:cNvPr>
          <p:cNvCxnSpPr>
            <a:stCxn id="11" idx="3"/>
          </p:cNvCxnSpPr>
          <p:nvPr/>
        </p:nvCxnSpPr>
        <p:spPr>
          <a:xfrm flipV="1">
            <a:off x="9949069" y="5610894"/>
            <a:ext cx="665922" cy="1"/>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pic>
        <p:nvPicPr>
          <p:cNvPr id="25" name="Picture 6" descr="white job interview vector icon on black background. modern flat job  interview from general concept vector sign symbol can be use for web,  mobile and logo. Stock Vector | Adobe Stock">
            <a:extLst>
              <a:ext uri="{FF2B5EF4-FFF2-40B4-BE49-F238E27FC236}">
                <a16:creationId xmlns:a16="http://schemas.microsoft.com/office/drawing/2014/main" id="{A22E6F9A-ACDA-72AF-663A-7F54076AE695}"/>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l="18280" t="24388" r="24101" b="32342"/>
          <a:stretch/>
        </p:blipFill>
        <p:spPr bwMode="auto">
          <a:xfrm>
            <a:off x="2315332" y="4006659"/>
            <a:ext cx="495779" cy="372298"/>
          </a:xfrm>
          <a:prstGeom prst="rect">
            <a:avLst/>
          </a:prstGeom>
          <a:noFill/>
          <a:effectLst>
            <a:softEdge rad="38100"/>
          </a:effectLst>
          <a:extLst>
            <a:ext uri="{909E8E84-426E-40DD-AFC4-6F175D3DCCD1}">
              <a14:hiddenFill xmlns:a14="http://schemas.microsoft.com/office/drawing/2010/main">
                <a:solidFill>
                  <a:srgbClr val="FFFFFF"/>
                </a:solidFill>
              </a14:hiddenFill>
            </a:ext>
          </a:extLst>
        </p:spPr>
      </p:pic>
      <p:pic>
        <p:nvPicPr>
          <p:cNvPr id="27" name="Picture 6" descr="white job interview vector icon on black background. modern flat job  interview from general concept vector sign symbol can be use for web,  mobile and logo. Stock Vector | Adobe Stock">
            <a:extLst>
              <a:ext uri="{FF2B5EF4-FFF2-40B4-BE49-F238E27FC236}">
                <a16:creationId xmlns:a16="http://schemas.microsoft.com/office/drawing/2014/main" id="{5FCA53E2-E92A-C03F-51DF-98C8D4AAA6E3}"/>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l="18280" t="24388" r="24101" b="32342"/>
          <a:stretch/>
        </p:blipFill>
        <p:spPr bwMode="auto">
          <a:xfrm>
            <a:off x="2794267" y="4006659"/>
            <a:ext cx="495779" cy="372298"/>
          </a:xfrm>
          <a:prstGeom prst="rect">
            <a:avLst/>
          </a:prstGeom>
          <a:noFill/>
          <a:effectLst>
            <a:softEdge rad="38100"/>
          </a:effectLst>
          <a:extLst>
            <a:ext uri="{909E8E84-426E-40DD-AFC4-6F175D3DCCD1}">
              <a14:hiddenFill xmlns:a14="http://schemas.microsoft.com/office/drawing/2010/main">
                <a:solidFill>
                  <a:srgbClr val="FFFFFF"/>
                </a:solidFill>
              </a14:hiddenFill>
            </a:ext>
          </a:extLst>
        </p:spPr>
      </p:pic>
      <p:sp>
        <p:nvSpPr>
          <p:cNvPr id="30" name="Rectangle 29">
            <a:extLst>
              <a:ext uri="{FF2B5EF4-FFF2-40B4-BE49-F238E27FC236}">
                <a16:creationId xmlns:a16="http://schemas.microsoft.com/office/drawing/2014/main" id="{E312C2E3-4958-5067-283A-0653BD447139}"/>
              </a:ext>
            </a:extLst>
          </p:cNvPr>
          <p:cNvSpPr/>
          <p:nvPr/>
        </p:nvSpPr>
        <p:spPr>
          <a:xfrm>
            <a:off x="1025827" y="4097399"/>
            <a:ext cx="2743200" cy="315873"/>
          </a:xfrm>
          <a:prstGeom prst="rect">
            <a:avLst/>
          </a:prstGeom>
          <a:noFill/>
          <a:ln w="6350" cap="flat" cmpd="sng" algn="ctr">
            <a:noFill/>
            <a:prstDash val="solid"/>
            <a:miter lim="800000"/>
          </a:ln>
          <a:effectLst/>
        </p:spPr>
        <p:txBody>
          <a:bodyPr lIns="91440" tIns="45720" rIns="91440" bIns="45720" rtlCol="0" anchor="t"/>
          <a:lstStyle/>
          <a:p>
            <a:pPr marR="0" lvl="0" algn="l" defTabSz="914400" rtl="0" eaLnBrk="1" fontAlgn="auto" latinLnBrk="0" hangingPunct="1">
              <a:lnSpc>
                <a:spcPct val="85000"/>
              </a:lnSpc>
              <a:spcBef>
                <a:spcPts val="0"/>
              </a:spcBef>
              <a:spcAft>
                <a:spcPts val="400"/>
              </a:spcAft>
              <a:buClrTx/>
              <a:buSzTx/>
              <a:tabLst/>
              <a:defRPr/>
            </a:pPr>
            <a:r>
              <a:rPr kumimoji="0" lang="en-US" sz="1100" b="0" i="1" u="none" strike="noStrike" kern="1200" cap="none" spc="0" normalizeH="0" baseline="0" noProof="0">
                <a:ln>
                  <a:noFill/>
                </a:ln>
                <a:solidFill>
                  <a:srgbClr val="FFFFFF"/>
                </a:solidFill>
                <a:effectLst/>
                <a:uLnTx/>
                <a:uFillTx/>
                <a:latin typeface="Ubuntu"/>
                <a:ea typeface="+mn-ea"/>
                <a:cs typeface="Arial"/>
              </a:rPr>
              <a:t>Interviews</a:t>
            </a:r>
          </a:p>
        </p:txBody>
      </p:sp>
      <p:cxnSp>
        <p:nvCxnSpPr>
          <p:cNvPr id="1031" name="Straight Arrow Connector 1030">
            <a:extLst>
              <a:ext uri="{FF2B5EF4-FFF2-40B4-BE49-F238E27FC236}">
                <a16:creationId xmlns:a16="http://schemas.microsoft.com/office/drawing/2014/main" id="{85E4935F-DC4F-E852-1E40-53F131616604}"/>
              </a:ext>
            </a:extLst>
          </p:cNvPr>
          <p:cNvCxnSpPr/>
          <p:nvPr/>
        </p:nvCxnSpPr>
        <p:spPr>
          <a:xfrm>
            <a:off x="8056547" y="3099252"/>
            <a:ext cx="0" cy="182880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7" name="TextBox 6">
            <a:extLst>
              <a:ext uri="{FF2B5EF4-FFF2-40B4-BE49-F238E27FC236}">
                <a16:creationId xmlns:a16="http://schemas.microsoft.com/office/drawing/2014/main" id="{5AF2590E-FAD6-7111-9E72-AEE1FE54E694}"/>
              </a:ext>
            </a:extLst>
          </p:cNvPr>
          <p:cNvSpPr txBox="1"/>
          <p:nvPr/>
        </p:nvSpPr>
        <p:spPr>
          <a:xfrm>
            <a:off x="175743" y="29728"/>
            <a:ext cx="3667695" cy="338554"/>
          </a:xfrm>
          <a:prstGeom prst="rect">
            <a:avLst/>
          </a:prstGeom>
          <a:noFill/>
        </p:spPr>
        <p:txBody>
          <a:bodyPr wrap="square" rtlCol="0">
            <a:spAutoFit/>
          </a:bodyPr>
          <a:lstStyle/>
          <a:p>
            <a:pPr algn="ctr"/>
            <a:r>
              <a:rPr lang="en-US" sz="1600" b="1">
                <a:solidFill>
                  <a:schemeClr val="bg1"/>
                </a:solidFill>
              </a:rPr>
              <a:t>PHASE 1: Assessment &amp; Framing</a:t>
            </a:r>
          </a:p>
        </p:txBody>
      </p:sp>
      <p:sp>
        <p:nvSpPr>
          <p:cNvPr id="26" name="TextBox 25">
            <a:extLst>
              <a:ext uri="{FF2B5EF4-FFF2-40B4-BE49-F238E27FC236}">
                <a16:creationId xmlns:a16="http://schemas.microsoft.com/office/drawing/2014/main" id="{9DBE4747-E5B8-53D8-E50D-6A407F8EB381}"/>
              </a:ext>
            </a:extLst>
          </p:cNvPr>
          <p:cNvSpPr txBox="1"/>
          <p:nvPr/>
        </p:nvSpPr>
        <p:spPr>
          <a:xfrm>
            <a:off x="987083" y="1673494"/>
            <a:ext cx="2556218" cy="461665"/>
          </a:xfrm>
          <a:prstGeom prst="rect">
            <a:avLst/>
          </a:prstGeom>
          <a:solidFill>
            <a:srgbClr val="2683C6">
              <a:lumMod val="60000"/>
              <a:lumOff val="40000"/>
            </a:srgbClr>
          </a:solidFill>
        </p:spPr>
        <p:txBody>
          <a:bodyPr wrap="square" lIns="0" tIns="45720" rIns="0" bIns="45720" anchor="t">
            <a:spAutoFit/>
          </a:bodyPr>
          <a:lstStyle/>
          <a:p>
            <a:pPr algn="ctr"/>
            <a:r>
              <a:rPr kumimoji="0" lang="en-US" sz="1200" b="1" i="0" u="none" strike="noStrike" kern="0" cap="none" spc="0" normalizeH="0" baseline="0" noProof="0">
                <a:ln>
                  <a:noFill/>
                </a:ln>
                <a:solidFill>
                  <a:schemeClr val="bg1"/>
                </a:solidFill>
                <a:effectLst/>
                <a:uLnTx/>
                <a:uFillTx/>
                <a:latin typeface="Ubuntu Light"/>
              </a:rPr>
              <a:t>        </a:t>
            </a:r>
            <a:r>
              <a:rPr lang="en-US" sz="1200" b="1">
                <a:solidFill>
                  <a:schemeClr val="bg1"/>
                </a:solidFill>
              </a:rPr>
              <a:t>Understanding of As Is &amp; needs  for organizational clarification</a:t>
            </a:r>
          </a:p>
        </p:txBody>
      </p:sp>
      <p:sp>
        <p:nvSpPr>
          <p:cNvPr id="32" name="TextBox 31">
            <a:extLst>
              <a:ext uri="{FF2B5EF4-FFF2-40B4-BE49-F238E27FC236}">
                <a16:creationId xmlns:a16="http://schemas.microsoft.com/office/drawing/2014/main" id="{2AF48A58-E6EE-61A0-429E-F7183A407E75}"/>
              </a:ext>
            </a:extLst>
          </p:cNvPr>
          <p:cNvSpPr txBox="1"/>
          <p:nvPr/>
        </p:nvSpPr>
        <p:spPr>
          <a:xfrm>
            <a:off x="4694448" y="1653851"/>
            <a:ext cx="2498287" cy="461665"/>
          </a:xfrm>
          <a:prstGeom prst="rect">
            <a:avLst/>
          </a:prstGeom>
          <a:solidFill>
            <a:srgbClr val="2683C6">
              <a:lumMod val="75000"/>
            </a:srgbClr>
          </a:solidFill>
        </p:spPr>
        <p:txBody>
          <a:bodyPr wrap="square" lIns="91440" tIns="45720" rIns="91440" bIns="45720" anchor="t">
            <a:spAutoFit/>
          </a:bodyPr>
          <a:lstStyle>
            <a:defPPr>
              <a:defRPr lang="pt-PT"/>
            </a:defPPr>
            <a:lvl1pPr algn="ctr">
              <a:defRPr sz="1400" b="1">
                <a:solidFill>
                  <a:srgbClr val="FFFFFF"/>
                </a:solidFill>
                <a:latin typeface="+mj-lt"/>
              </a:defRPr>
            </a:lvl1pPr>
          </a:lstStyle>
          <a:p>
            <a:pPr>
              <a:defRPr/>
            </a:pPr>
            <a:r>
              <a:rPr kumimoji="0" lang="en-US" sz="1200" b="1" i="0" u="none" strike="noStrike" kern="0" cap="none" spc="0" normalizeH="0" baseline="0" noProof="0">
                <a:ln>
                  <a:noFill/>
                </a:ln>
                <a:solidFill>
                  <a:srgbClr val="FFFFFF"/>
                </a:solidFill>
                <a:effectLst/>
                <a:uLnTx/>
                <a:uFillTx/>
                <a:latin typeface="Ubuntu Light"/>
              </a:rPr>
              <a:t>               </a:t>
            </a:r>
            <a:r>
              <a:rPr lang="en-US" sz="1200" b="1"/>
              <a:t>Clarification of Roles &amp; Responsibilities (mandates)</a:t>
            </a:r>
          </a:p>
        </p:txBody>
      </p:sp>
      <p:sp>
        <p:nvSpPr>
          <p:cNvPr id="33" name="TextBox 32">
            <a:extLst>
              <a:ext uri="{FF2B5EF4-FFF2-40B4-BE49-F238E27FC236}">
                <a16:creationId xmlns:a16="http://schemas.microsoft.com/office/drawing/2014/main" id="{FBD4B9E9-8F29-1BD0-E31F-C42A1D16892A}"/>
              </a:ext>
            </a:extLst>
          </p:cNvPr>
          <p:cNvSpPr txBox="1"/>
          <p:nvPr/>
        </p:nvSpPr>
        <p:spPr>
          <a:xfrm>
            <a:off x="8332545" y="1696573"/>
            <a:ext cx="2511918" cy="646331"/>
          </a:xfrm>
          <a:prstGeom prst="rect">
            <a:avLst/>
          </a:prstGeom>
          <a:solidFill>
            <a:srgbClr val="2683C6">
              <a:lumMod val="50000"/>
            </a:srgbClr>
          </a:solidFill>
        </p:spPr>
        <p:txBody>
          <a:bodyPr wrap="square" lIns="91440" tIns="45720" rIns="91440" bIns="45720" anchor="t">
            <a:spAutoFit/>
          </a:bodyPr>
          <a:lstStyle>
            <a:defPPr>
              <a:defRPr lang="pt-PT"/>
            </a:defPPr>
            <a:lvl1pPr algn="ctr">
              <a:defRPr sz="1400" b="1">
                <a:solidFill>
                  <a:srgbClr val="FFFFFF"/>
                </a:solidFill>
                <a:latin typeface="+mj-lt"/>
              </a:defRPr>
            </a:lvl1pPr>
          </a:lstStyle>
          <a:p>
            <a:pPr>
              <a:defRPr/>
            </a:pPr>
            <a:r>
              <a:rPr kumimoji="0" lang="en-US" sz="1200" b="1" i="0" u="none" strike="noStrike" kern="0" cap="none" spc="0" normalizeH="0" baseline="0" noProof="0">
                <a:ln>
                  <a:noFill/>
                </a:ln>
                <a:solidFill>
                  <a:srgbClr val="FFFFFF"/>
                </a:solidFill>
                <a:effectLst/>
                <a:uLnTx/>
                <a:uFillTx/>
                <a:latin typeface="Ubuntu Light"/>
              </a:rPr>
              <a:t>        </a:t>
            </a:r>
            <a:r>
              <a:rPr lang="en-US" sz="1200" b="1"/>
              <a:t>Update of recommended </a:t>
            </a:r>
            <a:br>
              <a:rPr lang="en-US" sz="1200" b="1"/>
            </a:br>
            <a:r>
              <a:rPr lang="en-US" sz="1200" b="1"/>
              <a:t>lower level org. structure</a:t>
            </a:r>
            <a:br>
              <a:rPr lang="en-US" sz="1200" b="1"/>
            </a:br>
            <a:r>
              <a:rPr lang="en-US" sz="1200" b="0"/>
              <a:t>  (if needed)</a:t>
            </a:r>
          </a:p>
        </p:txBody>
      </p:sp>
      <p:sp>
        <p:nvSpPr>
          <p:cNvPr id="34" name="Oval 33">
            <a:extLst>
              <a:ext uri="{FF2B5EF4-FFF2-40B4-BE49-F238E27FC236}">
                <a16:creationId xmlns:a16="http://schemas.microsoft.com/office/drawing/2014/main" id="{76AFE13B-4A89-46F3-CAE5-12E0C64DE7AC}"/>
              </a:ext>
            </a:extLst>
          </p:cNvPr>
          <p:cNvSpPr/>
          <p:nvPr/>
        </p:nvSpPr>
        <p:spPr>
          <a:xfrm>
            <a:off x="621634" y="1452140"/>
            <a:ext cx="544519" cy="544519"/>
          </a:xfrm>
          <a:prstGeom prst="ellipse">
            <a:avLst/>
          </a:prstGeom>
          <a:solidFill>
            <a:srgbClr val="2683C6">
              <a:lumMod val="60000"/>
              <a:lumOff val="40000"/>
            </a:srgbClr>
          </a:solidFill>
          <a:ln w="28575" cap="flat" cmpd="sng" algn="ctr">
            <a:solidFill>
              <a:sysClr val="window" lastClr="FFFFFF">
                <a:hueOff val="0"/>
                <a:satOff val="0"/>
                <a:lumOff val="0"/>
                <a:alphaOff val="0"/>
              </a:sysClr>
            </a:solidFill>
            <a:prstDash val="solid"/>
            <a:miter lim="800000"/>
          </a:ln>
          <a:effectLst/>
        </p:spPr>
        <p:txBody>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2000" b="0" i="0" u="none" strike="noStrike" kern="0" cap="none" spc="0" normalizeH="0" baseline="0" noProof="0">
                <a:ln>
                  <a:noFill/>
                </a:ln>
                <a:solidFill>
                  <a:prstClr val="white"/>
                </a:solidFill>
                <a:effectLst/>
                <a:uLnTx/>
                <a:uFillTx/>
                <a:latin typeface="Ubuntu Medium"/>
                <a:ea typeface="+mn-ea"/>
                <a:cs typeface="+mn-cs"/>
              </a:rPr>
              <a:t>a</a:t>
            </a:r>
          </a:p>
        </p:txBody>
      </p:sp>
      <p:sp>
        <p:nvSpPr>
          <p:cNvPr id="35" name="Oval 34">
            <a:extLst>
              <a:ext uri="{FF2B5EF4-FFF2-40B4-BE49-F238E27FC236}">
                <a16:creationId xmlns:a16="http://schemas.microsoft.com/office/drawing/2014/main" id="{8882D853-FEC8-52B4-77DC-C8C8C137F320}"/>
              </a:ext>
            </a:extLst>
          </p:cNvPr>
          <p:cNvSpPr/>
          <p:nvPr/>
        </p:nvSpPr>
        <p:spPr>
          <a:xfrm>
            <a:off x="4348849" y="1504633"/>
            <a:ext cx="544519" cy="544519"/>
          </a:xfrm>
          <a:prstGeom prst="ellipse">
            <a:avLst/>
          </a:prstGeom>
          <a:solidFill>
            <a:srgbClr val="2683C6">
              <a:lumMod val="75000"/>
            </a:srgbClr>
          </a:solidFill>
          <a:ln w="28575" cap="flat" cmpd="sng" algn="ctr">
            <a:solidFill>
              <a:sysClr val="window" lastClr="FFFFFF">
                <a:hueOff val="0"/>
                <a:satOff val="0"/>
                <a:lumOff val="0"/>
                <a:alphaOff val="0"/>
              </a:sysClr>
            </a:solidFill>
            <a:prstDash val="solid"/>
            <a:miter lim="800000"/>
          </a:ln>
          <a:effectLst/>
        </p:spPr>
        <p:txBody>
          <a:bodyPr/>
          <a:lstStyle/>
          <a:p>
            <a:pPr marL="0" marR="0" lvl="0" indent="0" algn="ctr" defTabSz="914400" eaLnBrk="1" fontAlgn="auto" latinLnBrk="0" hangingPunct="1">
              <a:lnSpc>
                <a:spcPct val="100000"/>
              </a:lnSpc>
              <a:spcBef>
                <a:spcPts val="0"/>
              </a:spcBef>
              <a:spcAft>
                <a:spcPts val="0"/>
              </a:spcAft>
              <a:buClrTx/>
              <a:buSzTx/>
              <a:buFontTx/>
              <a:buNone/>
              <a:tabLst/>
              <a:defRPr/>
            </a:pPr>
            <a:r>
              <a:rPr lang="en-US" sz="2000" kern="0">
                <a:solidFill>
                  <a:prstClr val="white"/>
                </a:solidFill>
                <a:latin typeface="Ubuntu Medium"/>
              </a:rPr>
              <a:t>b</a:t>
            </a:r>
            <a:endParaRPr kumimoji="0" lang="en-US" sz="2000" b="0" i="0" u="none" strike="noStrike" kern="0" cap="none" spc="0" normalizeH="0" baseline="0" noProof="0">
              <a:ln>
                <a:noFill/>
              </a:ln>
              <a:solidFill>
                <a:prstClr val="white"/>
              </a:solidFill>
              <a:effectLst/>
              <a:uLnTx/>
              <a:uFillTx/>
              <a:latin typeface="Ubuntu Medium"/>
            </a:endParaRPr>
          </a:p>
        </p:txBody>
      </p:sp>
      <p:sp>
        <p:nvSpPr>
          <p:cNvPr id="36" name="Oval 35">
            <a:extLst>
              <a:ext uri="{FF2B5EF4-FFF2-40B4-BE49-F238E27FC236}">
                <a16:creationId xmlns:a16="http://schemas.microsoft.com/office/drawing/2014/main" id="{9BD1B80C-407E-5E46-E11C-9436324A6472}"/>
              </a:ext>
            </a:extLst>
          </p:cNvPr>
          <p:cNvSpPr/>
          <p:nvPr/>
        </p:nvSpPr>
        <p:spPr>
          <a:xfrm>
            <a:off x="8032295" y="1504632"/>
            <a:ext cx="544519" cy="544519"/>
          </a:xfrm>
          <a:prstGeom prst="ellipse">
            <a:avLst/>
          </a:prstGeom>
          <a:solidFill>
            <a:srgbClr val="2683C6">
              <a:lumMod val="50000"/>
            </a:srgbClr>
          </a:solidFill>
          <a:ln w="28575" cap="flat" cmpd="sng" algn="ctr">
            <a:solidFill>
              <a:sysClr val="window" lastClr="FFFFFF">
                <a:hueOff val="0"/>
                <a:satOff val="0"/>
                <a:lumOff val="0"/>
                <a:alphaOff val="0"/>
              </a:sysClr>
            </a:solidFill>
            <a:prstDash val="solid"/>
            <a:miter lim="800000"/>
          </a:ln>
          <a:effectLst/>
        </p:spPr>
        <p:txBody>
          <a:bodyPr/>
          <a:lstStyle/>
          <a:p>
            <a:pPr marL="0" marR="0" lvl="0" indent="0" algn="ctr" defTabSz="914400" eaLnBrk="1" fontAlgn="auto" latinLnBrk="0" hangingPunct="1">
              <a:lnSpc>
                <a:spcPct val="100000"/>
              </a:lnSpc>
              <a:spcBef>
                <a:spcPts val="0"/>
              </a:spcBef>
              <a:spcAft>
                <a:spcPts val="0"/>
              </a:spcAft>
              <a:buClrTx/>
              <a:buSzTx/>
              <a:buFontTx/>
              <a:buNone/>
              <a:tabLst/>
              <a:defRPr/>
            </a:pPr>
            <a:r>
              <a:rPr lang="en-US" sz="2000" kern="0">
                <a:solidFill>
                  <a:prstClr val="white"/>
                </a:solidFill>
                <a:latin typeface="Ubuntu Medium"/>
              </a:rPr>
              <a:t>c</a:t>
            </a:r>
            <a:endParaRPr kumimoji="0" lang="en-US" sz="2000" b="0" i="0" u="none" strike="noStrike" kern="0" cap="none" spc="0" normalizeH="0" baseline="0" noProof="0">
              <a:ln>
                <a:noFill/>
              </a:ln>
              <a:solidFill>
                <a:prstClr val="white"/>
              </a:solidFill>
              <a:effectLst/>
              <a:uLnTx/>
              <a:uFillTx/>
              <a:latin typeface="Ubuntu Medium"/>
            </a:endParaRPr>
          </a:p>
        </p:txBody>
      </p:sp>
      <p:sp>
        <p:nvSpPr>
          <p:cNvPr id="38" name="TextBox 37">
            <a:extLst>
              <a:ext uri="{FF2B5EF4-FFF2-40B4-BE49-F238E27FC236}">
                <a16:creationId xmlns:a16="http://schemas.microsoft.com/office/drawing/2014/main" id="{1E17A30B-00AF-6424-5EB4-7B6328BFA474}"/>
              </a:ext>
            </a:extLst>
          </p:cNvPr>
          <p:cNvSpPr txBox="1"/>
          <p:nvPr/>
        </p:nvSpPr>
        <p:spPr>
          <a:xfrm>
            <a:off x="3221596" y="5025803"/>
            <a:ext cx="6335928" cy="276999"/>
          </a:xfrm>
          <a:prstGeom prst="rect">
            <a:avLst/>
          </a:prstGeom>
          <a:solidFill>
            <a:schemeClr val="accent2">
              <a:lumMod val="60000"/>
              <a:lumOff val="40000"/>
            </a:schemeClr>
          </a:solidFill>
        </p:spPr>
        <p:txBody>
          <a:bodyPr wrap="square" lIns="91440" tIns="45720" rIns="91440" bIns="45720" anchor="t">
            <a:spAutoFit/>
          </a:bodyPr>
          <a:lstStyle>
            <a:defPPr>
              <a:defRPr lang="pt-PT"/>
            </a:defPPr>
            <a:lvl1pPr algn="ctr">
              <a:defRPr sz="1400" b="1">
                <a:solidFill>
                  <a:srgbClr val="FFFFFF"/>
                </a:solidFill>
                <a:latin typeface="+mj-lt"/>
              </a:defRPr>
            </a:lvl1pPr>
          </a:lstStyle>
          <a:p>
            <a:pPr>
              <a:defRPr/>
            </a:pPr>
            <a:r>
              <a:rPr kumimoji="0" lang="en-US" sz="1200" b="1" i="0" u="none" strike="noStrike" kern="0" cap="none" spc="0" normalizeH="0" baseline="0" noProof="0">
                <a:ln>
                  <a:noFill/>
                </a:ln>
                <a:solidFill>
                  <a:srgbClr val="FFFFFF"/>
                </a:solidFill>
                <a:effectLst/>
                <a:uLnTx/>
                <a:uFillTx/>
                <a:latin typeface="Ubuntu Light"/>
              </a:rPr>
              <a:t>               </a:t>
            </a:r>
            <a:r>
              <a:rPr lang="en-US" sz="1200" b="1"/>
              <a:t>Identification of impacted processes</a:t>
            </a:r>
          </a:p>
        </p:txBody>
      </p:sp>
      <p:sp>
        <p:nvSpPr>
          <p:cNvPr id="37" name="Oval 36">
            <a:extLst>
              <a:ext uri="{FF2B5EF4-FFF2-40B4-BE49-F238E27FC236}">
                <a16:creationId xmlns:a16="http://schemas.microsoft.com/office/drawing/2014/main" id="{3DBBD4F6-0E68-7365-D7DD-43E53A582FA8}"/>
              </a:ext>
            </a:extLst>
          </p:cNvPr>
          <p:cNvSpPr/>
          <p:nvPr/>
        </p:nvSpPr>
        <p:spPr>
          <a:xfrm>
            <a:off x="3049739" y="4962836"/>
            <a:ext cx="544519" cy="544519"/>
          </a:xfrm>
          <a:prstGeom prst="ellipse">
            <a:avLst/>
          </a:prstGeom>
          <a:solidFill>
            <a:schemeClr val="accent2">
              <a:lumMod val="60000"/>
              <a:lumOff val="40000"/>
            </a:schemeClr>
          </a:solidFill>
          <a:ln w="28575" cap="flat" cmpd="sng" algn="ctr">
            <a:solidFill>
              <a:sysClr val="window" lastClr="FFFFFF">
                <a:hueOff val="0"/>
                <a:satOff val="0"/>
                <a:lumOff val="0"/>
                <a:alphaOff val="0"/>
              </a:sysClr>
            </a:solidFill>
            <a:prstDash val="solid"/>
            <a:miter lim="800000"/>
          </a:ln>
          <a:effectLst/>
        </p:spPr>
        <p:txBody>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2000" b="0" i="0" u="none" strike="noStrike" kern="0" cap="none" spc="0" normalizeH="0" baseline="0" noProof="0">
                <a:ln>
                  <a:noFill/>
                </a:ln>
                <a:solidFill>
                  <a:prstClr val="white"/>
                </a:solidFill>
                <a:effectLst/>
                <a:uLnTx/>
                <a:uFillTx/>
                <a:latin typeface="Ubuntu Medium"/>
                <a:ea typeface="+mn-ea"/>
                <a:cs typeface="+mn-cs"/>
              </a:rPr>
              <a:t>d</a:t>
            </a:r>
          </a:p>
        </p:txBody>
      </p:sp>
      <p:grpSp>
        <p:nvGrpSpPr>
          <p:cNvPr id="39" name="Group 38">
            <a:extLst>
              <a:ext uri="{FF2B5EF4-FFF2-40B4-BE49-F238E27FC236}">
                <a16:creationId xmlns:a16="http://schemas.microsoft.com/office/drawing/2014/main" id="{D8AE9512-64DB-E8EB-834E-3A1D0D91A04D}"/>
              </a:ext>
            </a:extLst>
          </p:cNvPr>
          <p:cNvGrpSpPr/>
          <p:nvPr/>
        </p:nvGrpSpPr>
        <p:grpSpPr>
          <a:xfrm>
            <a:off x="5392317" y="70096"/>
            <a:ext cx="5304257" cy="167498"/>
            <a:chOff x="6837649" y="990853"/>
            <a:chExt cx="5304257" cy="261730"/>
          </a:xfrm>
        </p:grpSpPr>
        <p:sp>
          <p:nvSpPr>
            <p:cNvPr id="40" name="Rectangle: Rounded Corners 39">
              <a:extLst>
                <a:ext uri="{FF2B5EF4-FFF2-40B4-BE49-F238E27FC236}">
                  <a16:creationId xmlns:a16="http://schemas.microsoft.com/office/drawing/2014/main" id="{42623119-D44D-BABE-07E7-AED37C44E968}"/>
                </a:ext>
              </a:extLst>
            </p:cNvPr>
            <p:cNvSpPr/>
            <p:nvPr/>
          </p:nvSpPr>
          <p:spPr>
            <a:xfrm>
              <a:off x="6837649" y="990853"/>
              <a:ext cx="1004635" cy="249108"/>
            </a:xfrm>
            <a:prstGeom prst="roundRect">
              <a:avLst/>
            </a:prstGeom>
            <a:solidFill>
              <a:srgbClr val="40404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700"/>
                <a:t>Our Understanding</a:t>
              </a:r>
              <a:endParaRPr lang="en-IN" sz="700" err="1"/>
            </a:p>
          </p:txBody>
        </p:sp>
        <p:sp>
          <p:nvSpPr>
            <p:cNvPr id="41" name="Rectangle: Rounded Corners 40">
              <a:extLst>
                <a:ext uri="{FF2B5EF4-FFF2-40B4-BE49-F238E27FC236}">
                  <a16:creationId xmlns:a16="http://schemas.microsoft.com/office/drawing/2014/main" id="{05958150-83C7-5ED0-4D8C-5B554C7368B2}"/>
                </a:ext>
              </a:extLst>
            </p:cNvPr>
            <p:cNvSpPr/>
            <p:nvPr/>
          </p:nvSpPr>
          <p:spPr>
            <a:xfrm>
              <a:off x="7953152" y="1002292"/>
              <a:ext cx="1004635" cy="249108"/>
            </a:xfrm>
            <a:prstGeom prst="roundRect">
              <a:avLst/>
            </a:prstGeom>
            <a:solidFill>
              <a:srgbClr val="0070A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700"/>
                <a:t>Approach</a:t>
              </a:r>
              <a:endParaRPr lang="en-IN" sz="700" err="1"/>
            </a:p>
          </p:txBody>
        </p:sp>
        <p:sp>
          <p:nvSpPr>
            <p:cNvPr id="42" name="Rectangle: Rounded Corners 41">
              <a:extLst>
                <a:ext uri="{FF2B5EF4-FFF2-40B4-BE49-F238E27FC236}">
                  <a16:creationId xmlns:a16="http://schemas.microsoft.com/office/drawing/2014/main" id="{12FB8B83-65C5-07D2-1D70-E5F4033BFDEF}"/>
                </a:ext>
              </a:extLst>
            </p:cNvPr>
            <p:cNvSpPr/>
            <p:nvPr/>
          </p:nvSpPr>
          <p:spPr>
            <a:xfrm>
              <a:off x="9017511" y="1003475"/>
              <a:ext cx="1004635" cy="249108"/>
            </a:xfrm>
            <a:prstGeom prst="roundRect">
              <a:avLst/>
            </a:prstGeom>
            <a:solidFill>
              <a:srgbClr val="40404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700"/>
                <a:t>Team</a:t>
              </a:r>
              <a:endParaRPr lang="en-IN" sz="700"/>
            </a:p>
          </p:txBody>
        </p:sp>
        <p:sp>
          <p:nvSpPr>
            <p:cNvPr id="43" name="Rectangle: Rounded Corners 42">
              <a:extLst>
                <a:ext uri="{FF2B5EF4-FFF2-40B4-BE49-F238E27FC236}">
                  <a16:creationId xmlns:a16="http://schemas.microsoft.com/office/drawing/2014/main" id="{F91F2CC5-A400-FADD-51DF-DE93CF9216DA}"/>
                </a:ext>
              </a:extLst>
            </p:cNvPr>
            <p:cNvSpPr/>
            <p:nvPr/>
          </p:nvSpPr>
          <p:spPr>
            <a:xfrm>
              <a:off x="10081870" y="1001985"/>
              <a:ext cx="1004635" cy="249108"/>
            </a:xfrm>
            <a:prstGeom prst="roundRect">
              <a:avLst/>
            </a:prstGeom>
            <a:solidFill>
              <a:srgbClr val="40404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700"/>
                <a:t>Why US</a:t>
              </a:r>
              <a:endParaRPr lang="en-IN" sz="700"/>
            </a:p>
          </p:txBody>
        </p:sp>
        <p:sp>
          <p:nvSpPr>
            <p:cNvPr id="44" name="Rectangle: Rounded Corners 43">
              <a:extLst>
                <a:ext uri="{FF2B5EF4-FFF2-40B4-BE49-F238E27FC236}">
                  <a16:creationId xmlns:a16="http://schemas.microsoft.com/office/drawing/2014/main" id="{3918BD88-84D9-933E-10AF-C9F7A78A7058}"/>
                </a:ext>
              </a:extLst>
            </p:cNvPr>
            <p:cNvSpPr/>
            <p:nvPr/>
          </p:nvSpPr>
          <p:spPr>
            <a:xfrm>
              <a:off x="11137271" y="997539"/>
              <a:ext cx="1004635" cy="249108"/>
            </a:xfrm>
            <a:prstGeom prst="roundRect">
              <a:avLst/>
            </a:prstGeom>
            <a:solidFill>
              <a:srgbClr val="40404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700"/>
                <a:t>Credentials</a:t>
              </a:r>
              <a:endParaRPr lang="en-IN" sz="700"/>
            </a:p>
          </p:txBody>
        </p:sp>
      </p:grpSp>
    </p:spTree>
    <p:extLst>
      <p:ext uri="{BB962C8B-B14F-4D97-AF65-F5344CB8AC3E}">
        <p14:creationId xmlns:p14="http://schemas.microsoft.com/office/powerpoint/2010/main" val="230797986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1">
            <a:extLst>
              <a:ext uri="{FF2B5EF4-FFF2-40B4-BE49-F238E27FC236}">
                <a16:creationId xmlns:a16="http://schemas.microsoft.com/office/drawing/2014/main" id="{E5F3BC6D-E03D-08A7-10FE-CCF5BF9E967E}"/>
              </a:ext>
            </a:extLst>
          </p:cNvPr>
          <p:cNvSpPr>
            <a:spLocks noGrp="1"/>
          </p:cNvSpPr>
          <p:nvPr>
            <p:ph type="title"/>
          </p:nvPr>
        </p:nvSpPr>
        <p:spPr>
          <a:xfrm>
            <a:off x="289443" y="321645"/>
            <a:ext cx="11337622" cy="996687"/>
          </a:xfrm>
        </p:spPr>
        <p:txBody>
          <a:bodyPr/>
          <a:lstStyle/>
          <a:p>
            <a:r>
              <a:rPr lang="en-US" sz="2400" cap="none" dirty="0"/>
              <a:t>For the assessment &amp; update of activities impacted by the  new </a:t>
            </a:r>
            <a:r>
              <a:rPr lang="en-US" sz="2400" cap="none" dirty="0" err="1"/>
              <a:t>eBU</a:t>
            </a:r>
            <a:r>
              <a:rPr lang="en-US" sz="2400" cap="none" dirty="0"/>
              <a:t> Organization, we will work on the processes according to the </a:t>
            </a:r>
            <a:r>
              <a:rPr lang="en-US" sz="2400" cap="none" dirty="0" err="1"/>
              <a:t>eTOM</a:t>
            </a:r>
            <a:r>
              <a:rPr lang="en-US" sz="2400" cap="none" dirty="0"/>
              <a:t> model</a:t>
            </a:r>
          </a:p>
        </p:txBody>
      </p:sp>
      <p:sp>
        <p:nvSpPr>
          <p:cNvPr id="7" name="TextBox 4">
            <a:extLst>
              <a:ext uri="{FF2B5EF4-FFF2-40B4-BE49-F238E27FC236}">
                <a16:creationId xmlns:a16="http://schemas.microsoft.com/office/drawing/2014/main" id="{34CEB735-8C15-2FD8-A9BD-E087E1981253}"/>
              </a:ext>
            </a:extLst>
          </p:cNvPr>
          <p:cNvSpPr txBox="1">
            <a:spLocks noChangeArrowheads="1"/>
          </p:cNvSpPr>
          <p:nvPr/>
        </p:nvSpPr>
        <p:spPr bwMode="auto">
          <a:xfrm>
            <a:off x="8460982" y="2308625"/>
            <a:ext cx="1016000" cy="2769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algn="ctr" eaLnBrk="1" hangingPunct="1"/>
            <a:r>
              <a:rPr lang="en-IN" sz="1200" b="1">
                <a:solidFill>
                  <a:schemeClr val="bg1"/>
                </a:solidFill>
                <a:latin typeface="Calibri" pitchFamily="34" charset="0"/>
                <a:ea typeface="Calibri" pitchFamily="34" charset="0"/>
                <a:cs typeface="Calibri" pitchFamily="34" charset="0"/>
              </a:rPr>
              <a:t>P&amp;L Head</a:t>
            </a:r>
          </a:p>
        </p:txBody>
      </p:sp>
      <p:sp>
        <p:nvSpPr>
          <p:cNvPr id="8" name="TextBox 5">
            <a:extLst>
              <a:ext uri="{FF2B5EF4-FFF2-40B4-BE49-F238E27FC236}">
                <a16:creationId xmlns:a16="http://schemas.microsoft.com/office/drawing/2014/main" id="{2F49FE31-C020-1389-2FF2-B63FB5D6DA17}"/>
              </a:ext>
            </a:extLst>
          </p:cNvPr>
          <p:cNvSpPr txBox="1">
            <a:spLocks noChangeArrowheads="1"/>
          </p:cNvSpPr>
          <p:nvPr/>
        </p:nvSpPr>
        <p:spPr bwMode="auto">
          <a:xfrm>
            <a:off x="9747465" y="2290187"/>
            <a:ext cx="1879600" cy="2769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algn="ctr" eaLnBrk="1" hangingPunct="1"/>
            <a:r>
              <a:rPr lang="en-IN" sz="1200" b="1">
                <a:solidFill>
                  <a:schemeClr val="bg1"/>
                </a:solidFill>
                <a:latin typeface="Calibri" pitchFamily="34" charset="0"/>
                <a:ea typeface="Calibri" pitchFamily="34" charset="0"/>
                <a:cs typeface="Calibri" pitchFamily="34" charset="0"/>
              </a:rPr>
              <a:t>Impacting Process Block</a:t>
            </a:r>
          </a:p>
        </p:txBody>
      </p:sp>
      <p:cxnSp>
        <p:nvCxnSpPr>
          <p:cNvPr id="15" name="Straight Connector 13">
            <a:extLst>
              <a:ext uri="{FF2B5EF4-FFF2-40B4-BE49-F238E27FC236}">
                <a16:creationId xmlns:a16="http://schemas.microsoft.com/office/drawing/2014/main" id="{B366544F-61FE-FD2A-A4DF-A2914EF4A29B}"/>
              </a:ext>
            </a:extLst>
          </p:cNvPr>
          <p:cNvCxnSpPr>
            <a:cxnSpLocks noChangeShapeType="1"/>
          </p:cNvCxnSpPr>
          <p:nvPr/>
        </p:nvCxnSpPr>
        <p:spPr bwMode="auto">
          <a:xfrm>
            <a:off x="7999104" y="3672389"/>
            <a:ext cx="203200" cy="0"/>
          </a:xfrm>
          <a:prstGeom prst="line">
            <a:avLst/>
          </a:prstGeom>
          <a:noFill/>
          <a:ln w="25400" algn="ctr">
            <a:solidFill>
              <a:schemeClr val="bg1"/>
            </a:solidFill>
            <a:round/>
            <a:headEnd/>
            <a:tailEnd/>
          </a:ln>
          <a:extLst>
            <a:ext uri="{909E8E84-426E-40DD-AFC4-6F175D3DCCD1}">
              <a14:hiddenFill xmlns:a14="http://schemas.microsoft.com/office/drawing/2010/main">
                <a:noFill/>
              </a14:hiddenFill>
            </a:ext>
          </a:extLst>
        </p:spPr>
      </p:cxnSp>
      <p:cxnSp>
        <p:nvCxnSpPr>
          <p:cNvPr id="16" name="Straight Connector 14">
            <a:extLst>
              <a:ext uri="{FF2B5EF4-FFF2-40B4-BE49-F238E27FC236}">
                <a16:creationId xmlns:a16="http://schemas.microsoft.com/office/drawing/2014/main" id="{BA6DB8A0-8A5F-5128-9683-F3018FB658CF}"/>
              </a:ext>
            </a:extLst>
          </p:cNvPr>
          <p:cNvCxnSpPr>
            <a:cxnSpLocks noChangeShapeType="1"/>
          </p:cNvCxnSpPr>
          <p:nvPr/>
        </p:nvCxnSpPr>
        <p:spPr bwMode="auto">
          <a:xfrm>
            <a:off x="7999104" y="4364538"/>
            <a:ext cx="203200" cy="0"/>
          </a:xfrm>
          <a:prstGeom prst="line">
            <a:avLst/>
          </a:prstGeom>
          <a:noFill/>
          <a:ln w="25400" algn="ctr">
            <a:solidFill>
              <a:schemeClr val="bg1"/>
            </a:solidFill>
            <a:round/>
            <a:headEnd/>
            <a:tailEnd/>
          </a:ln>
          <a:extLst>
            <a:ext uri="{909E8E84-426E-40DD-AFC4-6F175D3DCCD1}">
              <a14:hiddenFill xmlns:a14="http://schemas.microsoft.com/office/drawing/2010/main">
                <a:noFill/>
              </a14:hiddenFill>
            </a:ext>
          </a:extLst>
        </p:spPr>
      </p:cxnSp>
      <p:cxnSp>
        <p:nvCxnSpPr>
          <p:cNvPr id="17" name="Straight Connector 15">
            <a:extLst>
              <a:ext uri="{FF2B5EF4-FFF2-40B4-BE49-F238E27FC236}">
                <a16:creationId xmlns:a16="http://schemas.microsoft.com/office/drawing/2014/main" id="{08E7CD45-1FD8-8CA2-2EB0-E503BF106C7E}"/>
              </a:ext>
            </a:extLst>
          </p:cNvPr>
          <p:cNvCxnSpPr>
            <a:cxnSpLocks noChangeShapeType="1"/>
          </p:cNvCxnSpPr>
          <p:nvPr/>
        </p:nvCxnSpPr>
        <p:spPr bwMode="auto">
          <a:xfrm flipV="1">
            <a:off x="8303904" y="4799391"/>
            <a:ext cx="3230033" cy="22347"/>
          </a:xfrm>
          <a:prstGeom prst="line">
            <a:avLst/>
          </a:prstGeom>
          <a:noFill/>
          <a:ln w="25400" algn="ctr">
            <a:solidFill>
              <a:schemeClr val="bg1"/>
            </a:solidFill>
            <a:round/>
            <a:headEnd/>
            <a:tailEnd/>
          </a:ln>
          <a:extLst>
            <a:ext uri="{909E8E84-426E-40DD-AFC4-6F175D3DCCD1}">
              <a14:hiddenFill xmlns:a14="http://schemas.microsoft.com/office/drawing/2010/main">
                <a:noFill/>
              </a14:hiddenFill>
            </a:ext>
          </a:extLst>
        </p:spPr>
      </p:cxnSp>
      <p:sp>
        <p:nvSpPr>
          <p:cNvPr id="18" name="Rectangle 17">
            <a:extLst>
              <a:ext uri="{FF2B5EF4-FFF2-40B4-BE49-F238E27FC236}">
                <a16:creationId xmlns:a16="http://schemas.microsoft.com/office/drawing/2014/main" id="{98D03492-50F8-9139-ED02-F04F16A0B1B4}"/>
              </a:ext>
            </a:extLst>
          </p:cNvPr>
          <p:cNvSpPr>
            <a:spLocks noChangeArrowheads="1"/>
          </p:cNvSpPr>
          <p:nvPr/>
        </p:nvSpPr>
        <p:spPr bwMode="auto">
          <a:xfrm>
            <a:off x="8303904" y="4923338"/>
            <a:ext cx="3230032" cy="508000"/>
          </a:xfrm>
          <a:prstGeom prst="rect">
            <a:avLst/>
          </a:prstGeom>
          <a:noFill/>
          <a:ln>
            <a:noFill/>
          </a:ln>
          <a:extLst>
            <a:ext uri="{91240B29-F687-4F45-9708-019B960494DF}">
              <a14:hiddenLine xmlns:a14="http://schemas.microsoft.com/office/drawing/2010/main" w="9525" algn="ctr">
                <a:solidFill>
                  <a:srgbClr val="000000"/>
                </a:solidFill>
                <a:round/>
                <a:headEnd/>
                <a:tailEnd/>
              </a14:hiddenLine>
            </a:ext>
          </a:extLst>
        </p:spPr>
        <p:txBody>
          <a:bodyPr/>
          <a:lstStyle/>
          <a:p>
            <a:pPr>
              <a:spcBef>
                <a:spcPct val="20000"/>
              </a:spcBef>
              <a:buClr>
                <a:srgbClr val="BF1313"/>
              </a:buClr>
              <a:buSzPct val="200000"/>
            </a:pPr>
            <a:endParaRPr lang="en-IN" sz="3200">
              <a:solidFill>
                <a:schemeClr val="bg1"/>
              </a:solidFill>
              <a:latin typeface="Arial" charset="0"/>
            </a:endParaRPr>
          </a:p>
        </p:txBody>
      </p:sp>
      <p:sp>
        <p:nvSpPr>
          <p:cNvPr id="19" name="TextBox 18">
            <a:extLst>
              <a:ext uri="{FF2B5EF4-FFF2-40B4-BE49-F238E27FC236}">
                <a16:creationId xmlns:a16="http://schemas.microsoft.com/office/drawing/2014/main" id="{0AFFF9B5-11B4-CEE4-5A2F-26DBD8124F81}"/>
              </a:ext>
            </a:extLst>
          </p:cNvPr>
          <p:cNvSpPr txBox="1">
            <a:spLocks noChangeArrowheads="1"/>
          </p:cNvSpPr>
          <p:nvPr/>
        </p:nvSpPr>
        <p:spPr bwMode="auto">
          <a:xfrm>
            <a:off x="8668062" y="4984248"/>
            <a:ext cx="2540000" cy="42075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algn="ctr" eaLnBrk="1" hangingPunct="1"/>
            <a:r>
              <a:rPr lang="en-IN" sz="1067" b="1">
                <a:solidFill>
                  <a:schemeClr val="bg1"/>
                </a:solidFill>
                <a:latin typeface="Calibri" pitchFamily="34" charset="0"/>
                <a:ea typeface="Calibri" pitchFamily="34" charset="0"/>
                <a:cs typeface="Calibri" pitchFamily="34" charset="0"/>
              </a:rPr>
              <a:t>Earning Before Interest Tax Depreciation &amp; Amortization (EBITDA)</a:t>
            </a:r>
          </a:p>
        </p:txBody>
      </p:sp>
      <p:sp>
        <p:nvSpPr>
          <p:cNvPr id="20" name="Oval 19">
            <a:extLst>
              <a:ext uri="{FF2B5EF4-FFF2-40B4-BE49-F238E27FC236}">
                <a16:creationId xmlns:a16="http://schemas.microsoft.com/office/drawing/2014/main" id="{A01D6B85-86B9-179B-CCDD-FD3E9E317FCB}"/>
              </a:ext>
            </a:extLst>
          </p:cNvPr>
          <p:cNvSpPr>
            <a:spLocks noChangeArrowheads="1"/>
          </p:cNvSpPr>
          <p:nvPr/>
        </p:nvSpPr>
        <p:spPr bwMode="auto">
          <a:xfrm>
            <a:off x="9929504" y="2798205"/>
            <a:ext cx="406400" cy="397933"/>
          </a:xfrm>
          <a:prstGeom prst="ellipse">
            <a:avLst/>
          </a:prstGeom>
          <a:solidFill>
            <a:srgbClr val="00B2A2"/>
          </a:solidFill>
          <a:ln>
            <a:noFill/>
          </a:ln>
          <a:extLst>
            <a:ext uri="{91240B29-F687-4F45-9708-019B960494DF}">
              <a14:hiddenLine xmlns:a14="http://schemas.microsoft.com/office/drawing/2010/main" w="9525" algn="ctr">
                <a:solidFill>
                  <a:srgbClr val="000000"/>
                </a:solidFill>
                <a:round/>
                <a:headEnd/>
                <a:tailEnd/>
              </a14:hiddenLine>
            </a:ext>
          </a:extLst>
        </p:spPr>
        <p:txBody>
          <a:bodyPr/>
          <a:lstStyle/>
          <a:p>
            <a:pPr marL="457189" indent="-457189">
              <a:spcBef>
                <a:spcPct val="20000"/>
              </a:spcBef>
              <a:buClr>
                <a:srgbClr val="BF1313"/>
              </a:buClr>
              <a:buSzPct val="200000"/>
              <a:buFont typeface="Wingdings 3" pitchFamily="18" charset="2"/>
              <a:buChar char="Ú"/>
            </a:pPr>
            <a:endParaRPr lang="en-IN" sz="3200">
              <a:solidFill>
                <a:prstClr val="black"/>
              </a:solidFill>
              <a:latin typeface="Arial" charset="0"/>
            </a:endParaRPr>
          </a:p>
        </p:txBody>
      </p:sp>
      <p:sp>
        <p:nvSpPr>
          <p:cNvPr id="21" name="Oval 20">
            <a:extLst>
              <a:ext uri="{FF2B5EF4-FFF2-40B4-BE49-F238E27FC236}">
                <a16:creationId xmlns:a16="http://schemas.microsoft.com/office/drawing/2014/main" id="{1DBD7427-2575-AF79-7833-6AB2BD77D729}"/>
              </a:ext>
            </a:extLst>
          </p:cNvPr>
          <p:cNvSpPr>
            <a:spLocks noChangeArrowheads="1"/>
          </p:cNvSpPr>
          <p:nvPr/>
        </p:nvSpPr>
        <p:spPr bwMode="auto">
          <a:xfrm>
            <a:off x="10539104" y="2798205"/>
            <a:ext cx="406400" cy="397933"/>
          </a:xfrm>
          <a:prstGeom prst="ellipse">
            <a:avLst/>
          </a:prstGeom>
          <a:solidFill>
            <a:srgbClr val="00B2A2"/>
          </a:solidFill>
          <a:ln>
            <a:noFill/>
          </a:ln>
          <a:extLst>
            <a:ext uri="{91240B29-F687-4F45-9708-019B960494DF}">
              <a14:hiddenLine xmlns:a14="http://schemas.microsoft.com/office/drawing/2010/main" w="9525" algn="ctr">
                <a:solidFill>
                  <a:srgbClr val="000000"/>
                </a:solidFill>
                <a:round/>
                <a:headEnd/>
                <a:tailEnd/>
              </a14:hiddenLine>
            </a:ext>
          </a:extLst>
        </p:spPr>
        <p:txBody>
          <a:bodyPr/>
          <a:lstStyle/>
          <a:p>
            <a:pPr marL="457189" indent="-457189">
              <a:spcBef>
                <a:spcPct val="20000"/>
              </a:spcBef>
              <a:buClr>
                <a:srgbClr val="BF1313"/>
              </a:buClr>
              <a:buSzPct val="200000"/>
              <a:buFont typeface="Wingdings 3" pitchFamily="18" charset="2"/>
              <a:buChar char="Ú"/>
            </a:pPr>
            <a:endParaRPr lang="en-IN" sz="3200">
              <a:solidFill>
                <a:prstClr val="black"/>
              </a:solidFill>
              <a:latin typeface="Arial" charset="0"/>
            </a:endParaRPr>
          </a:p>
        </p:txBody>
      </p:sp>
      <p:sp>
        <p:nvSpPr>
          <p:cNvPr id="22" name="Oval 21">
            <a:extLst>
              <a:ext uri="{FF2B5EF4-FFF2-40B4-BE49-F238E27FC236}">
                <a16:creationId xmlns:a16="http://schemas.microsoft.com/office/drawing/2014/main" id="{5ACF98F7-6260-D5EC-7F87-A250800D34E0}"/>
              </a:ext>
            </a:extLst>
          </p:cNvPr>
          <p:cNvSpPr>
            <a:spLocks noChangeArrowheads="1"/>
          </p:cNvSpPr>
          <p:nvPr/>
        </p:nvSpPr>
        <p:spPr bwMode="auto">
          <a:xfrm>
            <a:off x="11127537" y="2798205"/>
            <a:ext cx="406400" cy="397933"/>
          </a:xfrm>
          <a:prstGeom prst="ellipse">
            <a:avLst/>
          </a:prstGeom>
          <a:solidFill>
            <a:srgbClr val="00B2A2"/>
          </a:solidFill>
          <a:ln>
            <a:noFill/>
          </a:ln>
          <a:extLst>
            <a:ext uri="{91240B29-F687-4F45-9708-019B960494DF}">
              <a14:hiddenLine xmlns:a14="http://schemas.microsoft.com/office/drawing/2010/main" w="9525" algn="ctr">
                <a:solidFill>
                  <a:srgbClr val="000000"/>
                </a:solidFill>
                <a:round/>
                <a:headEnd/>
                <a:tailEnd/>
              </a14:hiddenLine>
            </a:ext>
          </a:extLst>
        </p:spPr>
        <p:txBody>
          <a:bodyPr/>
          <a:lstStyle/>
          <a:p>
            <a:pPr marL="457189" indent="-457189">
              <a:spcBef>
                <a:spcPct val="20000"/>
              </a:spcBef>
              <a:buClr>
                <a:srgbClr val="BF1313"/>
              </a:buClr>
              <a:buSzPct val="200000"/>
              <a:buFont typeface="Wingdings 3" pitchFamily="18" charset="2"/>
              <a:buChar char="Ú"/>
            </a:pPr>
            <a:endParaRPr lang="en-IN" sz="3200">
              <a:solidFill>
                <a:prstClr val="black"/>
              </a:solidFill>
              <a:latin typeface="Arial" charset="0"/>
            </a:endParaRPr>
          </a:p>
        </p:txBody>
      </p:sp>
      <p:sp>
        <p:nvSpPr>
          <p:cNvPr id="23" name="TextBox 22">
            <a:extLst>
              <a:ext uri="{FF2B5EF4-FFF2-40B4-BE49-F238E27FC236}">
                <a16:creationId xmlns:a16="http://schemas.microsoft.com/office/drawing/2014/main" id="{4430B3ED-145B-D101-A358-D3D13FA2FF93}"/>
              </a:ext>
            </a:extLst>
          </p:cNvPr>
          <p:cNvSpPr txBox="1">
            <a:spLocks noChangeArrowheads="1"/>
          </p:cNvSpPr>
          <p:nvPr/>
        </p:nvSpPr>
        <p:spPr bwMode="auto">
          <a:xfrm>
            <a:off x="9980304" y="2863833"/>
            <a:ext cx="304800" cy="235898"/>
          </a:xfrm>
          <a:prstGeom prst="rect">
            <a:avLst/>
          </a:prstGeom>
          <a:solidFill>
            <a:srgbClr val="00B2A2"/>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algn="ctr" eaLnBrk="1" hangingPunct="1"/>
            <a:r>
              <a:rPr lang="en-IN" sz="933" b="1">
                <a:solidFill>
                  <a:prstClr val="white"/>
                </a:solidFill>
                <a:latin typeface="Calibri" pitchFamily="34" charset="0"/>
                <a:ea typeface="Calibri" pitchFamily="34" charset="0"/>
                <a:cs typeface="Calibri" pitchFamily="34" charset="0"/>
              </a:rPr>
              <a:t>1</a:t>
            </a:r>
          </a:p>
        </p:txBody>
      </p:sp>
      <p:sp>
        <p:nvSpPr>
          <p:cNvPr id="24" name="TextBox 23">
            <a:extLst>
              <a:ext uri="{FF2B5EF4-FFF2-40B4-BE49-F238E27FC236}">
                <a16:creationId xmlns:a16="http://schemas.microsoft.com/office/drawing/2014/main" id="{8CB6255C-BC05-70A3-386A-A48DDB35AF9B}"/>
              </a:ext>
            </a:extLst>
          </p:cNvPr>
          <p:cNvSpPr txBox="1">
            <a:spLocks noChangeArrowheads="1"/>
          </p:cNvSpPr>
          <p:nvPr/>
        </p:nvSpPr>
        <p:spPr bwMode="auto">
          <a:xfrm>
            <a:off x="10589904" y="2870171"/>
            <a:ext cx="304800" cy="235898"/>
          </a:xfrm>
          <a:prstGeom prst="rect">
            <a:avLst/>
          </a:prstGeom>
          <a:solidFill>
            <a:srgbClr val="00B2A2"/>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algn="ctr" eaLnBrk="1" hangingPunct="1"/>
            <a:r>
              <a:rPr lang="en-IN" sz="933" b="1">
                <a:solidFill>
                  <a:prstClr val="white"/>
                </a:solidFill>
                <a:latin typeface="Calibri" pitchFamily="34" charset="0"/>
                <a:ea typeface="Calibri" pitchFamily="34" charset="0"/>
                <a:cs typeface="Calibri" pitchFamily="34" charset="0"/>
              </a:rPr>
              <a:t>2</a:t>
            </a:r>
          </a:p>
        </p:txBody>
      </p:sp>
      <p:sp>
        <p:nvSpPr>
          <p:cNvPr id="25" name="TextBox 24">
            <a:extLst>
              <a:ext uri="{FF2B5EF4-FFF2-40B4-BE49-F238E27FC236}">
                <a16:creationId xmlns:a16="http://schemas.microsoft.com/office/drawing/2014/main" id="{9C835323-5DED-ED5D-23EE-21427118752C}"/>
              </a:ext>
            </a:extLst>
          </p:cNvPr>
          <p:cNvSpPr txBox="1">
            <a:spLocks noChangeArrowheads="1"/>
          </p:cNvSpPr>
          <p:nvPr/>
        </p:nvSpPr>
        <p:spPr bwMode="auto">
          <a:xfrm>
            <a:off x="11178337" y="2882871"/>
            <a:ext cx="304800" cy="235898"/>
          </a:xfrm>
          <a:prstGeom prst="rect">
            <a:avLst/>
          </a:prstGeom>
          <a:solidFill>
            <a:srgbClr val="00B2A2"/>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algn="ctr" eaLnBrk="1" hangingPunct="1"/>
            <a:r>
              <a:rPr lang="en-IN" sz="933" b="1">
                <a:solidFill>
                  <a:prstClr val="white"/>
                </a:solidFill>
                <a:latin typeface="Calibri" pitchFamily="34" charset="0"/>
                <a:ea typeface="Calibri" pitchFamily="34" charset="0"/>
                <a:cs typeface="Calibri" pitchFamily="34" charset="0"/>
              </a:rPr>
              <a:t>3</a:t>
            </a:r>
          </a:p>
        </p:txBody>
      </p:sp>
      <p:sp>
        <p:nvSpPr>
          <p:cNvPr id="26" name="Oval 25">
            <a:extLst>
              <a:ext uri="{FF2B5EF4-FFF2-40B4-BE49-F238E27FC236}">
                <a16:creationId xmlns:a16="http://schemas.microsoft.com/office/drawing/2014/main" id="{F7F5303D-D519-8C67-C463-094A53CD9C43}"/>
              </a:ext>
            </a:extLst>
          </p:cNvPr>
          <p:cNvSpPr>
            <a:spLocks noChangeArrowheads="1"/>
          </p:cNvSpPr>
          <p:nvPr/>
        </p:nvSpPr>
        <p:spPr bwMode="auto">
          <a:xfrm>
            <a:off x="9929504" y="3509405"/>
            <a:ext cx="406400" cy="397933"/>
          </a:xfrm>
          <a:prstGeom prst="ellipse">
            <a:avLst/>
          </a:prstGeom>
          <a:solidFill>
            <a:srgbClr val="12ABDB"/>
          </a:solidFill>
          <a:ln>
            <a:noFill/>
          </a:ln>
          <a:extLst>
            <a:ext uri="{91240B29-F687-4F45-9708-019B960494DF}">
              <a14:hiddenLine xmlns:a14="http://schemas.microsoft.com/office/drawing/2010/main" w="9525" algn="ctr">
                <a:solidFill>
                  <a:srgbClr val="000000"/>
                </a:solidFill>
                <a:round/>
                <a:headEnd/>
                <a:tailEnd/>
              </a14:hiddenLine>
            </a:ext>
          </a:extLst>
        </p:spPr>
        <p:txBody>
          <a:bodyPr/>
          <a:lstStyle/>
          <a:p>
            <a:pPr marL="457189" indent="-457189">
              <a:spcBef>
                <a:spcPct val="20000"/>
              </a:spcBef>
              <a:buClr>
                <a:srgbClr val="BF1313"/>
              </a:buClr>
              <a:buSzPct val="200000"/>
              <a:buFont typeface="Wingdings 3" pitchFamily="18" charset="2"/>
              <a:buChar char="Ú"/>
            </a:pPr>
            <a:endParaRPr lang="en-IN" sz="3200">
              <a:solidFill>
                <a:prstClr val="black"/>
              </a:solidFill>
              <a:latin typeface="Arial" charset="0"/>
            </a:endParaRPr>
          </a:p>
        </p:txBody>
      </p:sp>
      <p:sp>
        <p:nvSpPr>
          <p:cNvPr id="27" name="Oval 26">
            <a:extLst>
              <a:ext uri="{FF2B5EF4-FFF2-40B4-BE49-F238E27FC236}">
                <a16:creationId xmlns:a16="http://schemas.microsoft.com/office/drawing/2014/main" id="{D0EB02E6-F86E-DA14-2E67-C2A542DEB3BD}"/>
              </a:ext>
            </a:extLst>
          </p:cNvPr>
          <p:cNvSpPr>
            <a:spLocks noChangeArrowheads="1"/>
          </p:cNvSpPr>
          <p:nvPr/>
        </p:nvSpPr>
        <p:spPr bwMode="auto">
          <a:xfrm>
            <a:off x="10539104" y="3509405"/>
            <a:ext cx="406400" cy="397933"/>
          </a:xfrm>
          <a:prstGeom prst="ellipse">
            <a:avLst/>
          </a:prstGeom>
          <a:solidFill>
            <a:srgbClr val="12ABDB"/>
          </a:solidFill>
          <a:ln>
            <a:noFill/>
          </a:ln>
          <a:extLst>
            <a:ext uri="{91240B29-F687-4F45-9708-019B960494DF}">
              <a14:hiddenLine xmlns:a14="http://schemas.microsoft.com/office/drawing/2010/main" w="9525" algn="ctr">
                <a:solidFill>
                  <a:srgbClr val="000000"/>
                </a:solidFill>
                <a:round/>
                <a:headEnd/>
                <a:tailEnd/>
              </a14:hiddenLine>
            </a:ext>
          </a:extLst>
        </p:spPr>
        <p:txBody>
          <a:bodyPr/>
          <a:lstStyle/>
          <a:p>
            <a:pPr marL="457189" indent="-457189">
              <a:spcBef>
                <a:spcPct val="20000"/>
              </a:spcBef>
              <a:buClr>
                <a:srgbClr val="BF1313"/>
              </a:buClr>
              <a:buSzPct val="200000"/>
              <a:buFont typeface="Wingdings 3" pitchFamily="18" charset="2"/>
              <a:buChar char="Ú"/>
            </a:pPr>
            <a:endParaRPr lang="en-IN" sz="3200">
              <a:solidFill>
                <a:prstClr val="black"/>
              </a:solidFill>
              <a:latin typeface="Arial" charset="0"/>
            </a:endParaRPr>
          </a:p>
        </p:txBody>
      </p:sp>
      <p:sp>
        <p:nvSpPr>
          <p:cNvPr id="28" name="Oval 27">
            <a:extLst>
              <a:ext uri="{FF2B5EF4-FFF2-40B4-BE49-F238E27FC236}">
                <a16:creationId xmlns:a16="http://schemas.microsoft.com/office/drawing/2014/main" id="{7B212316-5D68-C47B-D61F-7BC921320D29}"/>
              </a:ext>
            </a:extLst>
          </p:cNvPr>
          <p:cNvSpPr>
            <a:spLocks noChangeArrowheads="1"/>
          </p:cNvSpPr>
          <p:nvPr/>
        </p:nvSpPr>
        <p:spPr bwMode="auto">
          <a:xfrm>
            <a:off x="11127537" y="3509405"/>
            <a:ext cx="406400" cy="397933"/>
          </a:xfrm>
          <a:prstGeom prst="ellipse">
            <a:avLst/>
          </a:prstGeom>
          <a:solidFill>
            <a:srgbClr val="12ABDB"/>
          </a:solidFill>
          <a:ln>
            <a:noFill/>
          </a:ln>
          <a:extLst>
            <a:ext uri="{91240B29-F687-4F45-9708-019B960494DF}">
              <a14:hiddenLine xmlns:a14="http://schemas.microsoft.com/office/drawing/2010/main" w="9525" algn="ctr">
                <a:solidFill>
                  <a:srgbClr val="000000"/>
                </a:solidFill>
                <a:round/>
                <a:headEnd/>
                <a:tailEnd/>
              </a14:hiddenLine>
            </a:ext>
          </a:extLst>
        </p:spPr>
        <p:txBody>
          <a:bodyPr/>
          <a:lstStyle/>
          <a:p>
            <a:pPr marL="457189" indent="-457189">
              <a:spcBef>
                <a:spcPct val="20000"/>
              </a:spcBef>
              <a:buClr>
                <a:srgbClr val="BF1313"/>
              </a:buClr>
              <a:buSzPct val="200000"/>
              <a:buFont typeface="Wingdings 3" pitchFamily="18" charset="2"/>
              <a:buChar char="Ú"/>
            </a:pPr>
            <a:endParaRPr lang="en-IN" sz="3200">
              <a:solidFill>
                <a:prstClr val="black"/>
              </a:solidFill>
              <a:latin typeface="Arial" charset="0"/>
            </a:endParaRPr>
          </a:p>
        </p:txBody>
      </p:sp>
      <p:sp>
        <p:nvSpPr>
          <p:cNvPr id="29" name="TextBox 28">
            <a:extLst>
              <a:ext uri="{FF2B5EF4-FFF2-40B4-BE49-F238E27FC236}">
                <a16:creationId xmlns:a16="http://schemas.microsoft.com/office/drawing/2014/main" id="{B02AC6B0-0F8B-6DF8-5AE0-7CF5B9857A97}"/>
              </a:ext>
            </a:extLst>
          </p:cNvPr>
          <p:cNvSpPr txBox="1">
            <a:spLocks noChangeArrowheads="1"/>
          </p:cNvSpPr>
          <p:nvPr/>
        </p:nvSpPr>
        <p:spPr bwMode="auto">
          <a:xfrm>
            <a:off x="9980304" y="3575033"/>
            <a:ext cx="304800" cy="235898"/>
          </a:xfrm>
          <a:prstGeom prst="rect">
            <a:avLst/>
          </a:prstGeom>
          <a:solidFill>
            <a:srgbClr val="12ABDB"/>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algn="ctr" eaLnBrk="1" hangingPunct="1"/>
            <a:r>
              <a:rPr lang="en-IN" sz="933" b="1">
                <a:solidFill>
                  <a:prstClr val="white"/>
                </a:solidFill>
                <a:latin typeface="Calibri" pitchFamily="34" charset="0"/>
                <a:ea typeface="Calibri" pitchFamily="34" charset="0"/>
                <a:cs typeface="Calibri" pitchFamily="34" charset="0"/>
              </a:rPr>
              <a:t>6</a:t>
            </a:r>
          </a:p>
        </p:txBody>
      </p:sp>
      <p:sp>
        <p:nvSpPr>
          <p:cNvPr id="30" name="TextBox 29">
            <a:extLst>
              <a:ext uri="{FF2B5EF4-FFF2-40B4-BE49-F238E27FC236}">
                <a16:creationId xmlns:a16="http://schemas.microsoft.com/office/drawing/2014/main" id="{AE605B3B-B750-EAC4-81DC-6979D1AC552D}"/>
              </a:ext>
            </a:extLst>
          </p:cNvPr>
          <p:cNvSpPr txBox="1">
            <a:spLocks noChangeArrowheads="1"/>
          </p:cNvSpPr>
          <p:nvPr/>
        </p:nvSpPr>
        <p:spPr bwMode="auto">
          <a:xfrm>
            <a:off x="10589904" y="3581371"/>
            <a:ext cx="304800" cy="235898"/>
          </a:xfrm>
          <a:prstGeom prst="rect">
            <a:avLst/>
          </a:prstGeom>
          <a:solidFill>
            <a:srgbClr val="12ABDB"/>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algn="ctr" eaLnBrk="1" hangingPunct="1"/>
            <a:r>
              <a:rPr lang="en-IN" sz="933" b="1">
                <a:solidFill>
                  <a:prstClr val="white"/>
                </a:solidFill>
                <a:latin typeface="Calibri" pitchFamily="34" charset="0"/>
                <a:ea typeface="Calibri" pitchFamily="34" charset="0"/>
                <a:cs typeface="Calibri" pitchFamily="34" charset="0"/>
              </a:rPr>
              <a:t>7</a:t>
            </a:r>
          </a:p>
        </p:txBody>
      </p:sp>
      <p:sp>
        <p:nvSpPr>
          <p:cNvPr id="31" name="TextBox 30">
            <a:extLst>
              <a:ext uri="{FF2B5EF4-FFF2-40B4-BE49-F238E27FC236}">
                <a16:creationId xmlns:a16="http://schemas.microsoft.com/office/drawing/2014/main" id="{F3847446-30A7-64C9-1B1B-CE606C01CACB}"/>
              </a:ext>
            </a:extLst>
          </p:cNvPr>
          <p:cNvSpPr txBox="1">
            <a:spLocks noChangeArrowheads="1"/>
          </p:cNvSpPr>
          <p:nvPr/>
        </p:nvSpPr>
        <p:spPr bwMode="auto">
          <a:xfrm>
            <a:off x="11178337" y="3594082"/>
            <a:ext cx="304800" cy="235898"/>
          </a:xfrm>
          <a:prstGeom prst="rect">
            <a:avLst/>
          </a:prstGeom>
          <a:solidFill>
            <a:srgbClr val="12ABDB"/>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algn="ctr" eaLnBrk="1" hangingPunct="1"/>
            <a:r>
              <a:rPr lang="en-IN" sz="933" b="1">
                <a:solidFill>
                  <a:prstClr val="white"/>
                </a:solidFill>
                <a:latin typeface="Calibri" pitchFamily="34" charset="0"/>
                <a:ea typeface="Calibri" pitchFamily="34" charset="0"/>
                <a:cs typeface="Calibri" pitchFamily="34" charset="0"/>
              </a:rPr>
              <a:t>8</a:t>
            </a:r>
          </a:p>
        </p:txBody>
      </p:sp>
      <p:sp>
        <p:nvSpPr>
          <p:cNvPr id="32" name="Oval 31">
            <a:extLst>
              <a:ext uri="{FF2B5EF4-FFF2-40B4-BE49-F238E27FC236}">
                <a16:creationId xmlns:a16="http://schemas.microsoft.com/office/drawing/2014/main" id="{26A04D55-27A1-0BFA-BE4A-8EBF299FA430}"/>
              </a:ext>
            </a:extLst>
          </p:cNvPr>
          <p:cNvSpPr>
            <a:spLocks noChangeArrowheads="1"/>
          </p:cNvSpPr>
          <p:nvPr/>
        </p:nvSpPr>
        <p:spPr bwMode="auto">
          <a:xfrm>
            <a:off x="9929504" y="4119005"/>
            <a:ext cx="406400" cy="397933"/>
          </a:xfrm>
          <a:prstGeom prst="ellipse">
            <a:avLst/>
          </a:prstGeom>
          <a:solidFill>
            <a:schemeClr val="accent5">
              <a:lumMod val="50000"/>
            </a:schemeClr>
          </a:solidFill>
          <a:ln>
            <a:noFill/>
          </a:ln>
          <a:extLst>
            <a:ext uri="{91240B29-F687-4F45-9708-019B960494DF}">
              <a14:hiddenLine xmlns:a14="http://schemas.microsoft.com/office/drawing/2010/main" w="9525" algn="ctr">
                <a:solidFill>
                  <a:srgbClr val="000000"/>
                </a:solidFill>
                <a:round/>
                <a:headEnd/>
                <a:tailEnd/>
              </a14:hiddenLine>
            </a:ext>
          </a:extLst>
        </p:spPr>
        <p:txBody>
          <a:bodyPr/>
          <a:lstStyle/>
          <a:p>
            <a:pPr marL="457189" indent="-457189">
              <a:spcBef>
                <a:spcPct val="20000"/>
              </a:spcBef>
              <a:buClr>
                <a:srgbClr val="BF1313"/>
              </a:buClr>
              <a:buSzPct val="200000"/>
              <a:buFont typeface="Wingdings 3" pitchFamily="18" charset="2"/>
              <a:buChar char="Ú"/>
            </a:pPr>
            <a:endParaRPr lang="en-IN" sz="3200">
              <a:solidFill>
                <a:prstClr val="black"/>
              </a:solidFill>
              <a:latin typeface="Arial" charset="0"/>
            </a:endParaRPr>
          </a:p>
        </p:txBody>
      </p:sp>
      <p:sp>
        <p:nvSpPr>
          <p:cNvPr id="33" name="Oval 32">
            <a:extLst>
              <a:ext uri="{FF2B5EF4-FFF2-40B4-BE49-F238E27FC236}">
                <a16:creationId xmlns:a16="http://schemas.microsoft.com/office/drawing/2014/main" id="{0E4CFFEA-DFDC-F11A-7EDD-B279459D696D}"/>
              </a:ext>
            </a:extLst>
          </p:cNvPr>
          <p:cNvSpPr>
            <a:spLocks noChangeArrowheads="1"/>
          </p:cNvSpPr>
          <p:nvPr/>
        </p:nvSpPr>
        <p:spPr bwMode="auto">
          <a:xfrm>
            <a:off x="10539104" y="4119005"/>
            <a:ext cx="406400" cy="397933"/>
          </a:xfrm>
          <a:prstGeom prst="ellipse">
            <a:avLst/>
          </a:prstGeom>
          <a:solidFill>
            <a:schemeClr val="accent5">
              <a:lumMod val="50000"/>
            </a:schemeClr>
          </a:solidFill>
          <a:ln>
            <a:noFill/>
          </a:ln>
          <a:extLst>
            <a:ext uri="{91240B29-F687-4F45-9708-019B960494DF}">
              <a14:hiddenLine xmlns:a14="http://schemas.microsoft.com/office/drawing/2010/main" w="9525" algn="ctr">
                <a:solidFill>
                  <a:srgbClr val="000000"/>
                </a:solidFill>
                <a:round/>
                <a:headEnd/>
                <a:tailEnd/>
              </a14:hiddenLine>
            </a:ext>
          </a:extLst>
        </p:spPr>
        <p:txBody>
          <a:bodyPr/>
          <a:lstStyle/>
          <a:p>
            <a:pPr marL="457189" indent="-457189">
              <a:spcBef>
                <a:spcPct val="20000"/>
              </a:spcBef>
              <a:buClr>
                <a:srgbClr val="BF1313"/>
              </a:buClr>
              <a:buSzPct val="200000"/>
              <a:buFont typeface="Wingdings 3" pitchFamily="18" charset="2"/>
              <a:buChar char="Ú"/>
            </a:pPr>
            <a:endParaRPr lang="en-IN" sz="3200">
              <a:solidFill>
                <a:prstClr val="black"/>
              </a:solidFill>
              <a:latin typeface="Arial" charset="0"/>
            </a:endParaRPr>
          </a:p>
        </p:txBody>
      </p:sp>
      <p:sp>
        <p:nvSpPr>
          <p:cNvPr id="34" name="Oval 33">
            <a:extLst>
              <a:ext uri="{FF2B5EF4-FFF2-40B4-BE49-F238E27FC236}">
                <a16:creationId xmlns:a16="http://schemas.microsoft.com/office/drawing/2014/main" id="{63CACC9F-4BB0-6F7B-1C47-24731843C50E}"/>
              </a:ext>
            </a:extLst>
          </p:cNvPr>
          <p:cNvSpPr>
            <a:spLocks noChangeArrowheads="1"/>
          </p:cNvSpPr>
          <p:nvPr/>
        </p:nvSpPr>
        <p:spPr bwMode="auto">
          <a:xfrm>
            <a:off x="11127537" y="4119005"/>
            <a:ext cx="406400" cy="397933"/>
          </a:xfrm>
          <a:prstGeom prst="ellipse">
            <a:avLst/>
          </a:prstGeom>
          <a:solidFill>
            <a:schemeClr val="accent5">
              <a:lumMod val="50000"/>
            </a:schemeClr>
          </a:solidFill>
          <a:ln>
            <a:noFill/>
          </a:ln>
          <a:extLst>
            <a:ext uri="{91240B29-F687-4F45-9708-019B960494DF}">
              <a14:hiddenLine xmlns:a14="http://schemas.microsoft.com/office/drawing/2010/main" w="9525" algn="ctr">
                <a:solidFill>
                  <a:srgbClr val="000000"/>
                </a:solidFill>
                <a:round/>
                <a:headEnd/>
                <a:tailEnd/>
              </a14:hiddenLine>
            </a:ext>
          </a:extLst>
        </p:spPr>
        <p:txBody>
          <a:bodyPr/>
          <a:lstStyle/>
          <a:p>
            <a:pPr marL="457189" indent="-457189">
              <a:spcBef>
                <a:spcPct val="20000"/>
              </a:spcBef>
              <a:buClr>
                <a:srgbClr val="BF1313"/>
              </a:buClr>
              <a:buSzPct val="200000"/>
              <a:buFont typeface="Wingdings 3" pitchFamily="18" charset="2"/>
              <a:buChar char="Ú"/>
            </a:pPr>
            <a:endParaRPr lang="en-IN" sz="3200">
              <a:solidFill>
                <a:prstClr val="black"/>
              </a:solidFill>
              <a:latin typeface="Arial" charset="0"/>
            </a:endParaRPr>
          </a:p>
        </p:txBody>
      </p:sp>
      <p:sp>
        <p:nvSpPr>
          <p:cNvPr id="35" name="TextBox 34">
            <a:extLst>
              <a:ext uri="{FF2B5EF4-FFF2-40B4-BE49-F238E27FC236}">
                <a16:creationId xmlns:a16="http://schemas.microsoft.com/office/drawing/2014/main" id="{C46EC8A5-248A-4D8B-8162-1769CAEE1A4A}"/>
              </a:ext>
            </a:extLst>
          </p:cNvPr>
          <p:cNvSpPr txBox="1">
            <a:spLocks noChangeArrowheads="1"/>
          </p:cNvSpPr>
          <p:nvPr/>
        </p:nvSpPr>
        <p:spPr bwMode="auto">
          <a:xfrm>
            <a:off x="9980304" y="4184622"/>
            <a:ext cx="304800" cy="2358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algn="ctr" eaLnBrk="1" hangingPunct="1"/>
            <a:r>
              <a:rPr lang="en-IN" sz="933" b="1">
                <a:solidFill>
                  <a:prstClr val="white"/>
                </a:solidFill>
                <a:latin typeface="Calibri" pitchFamily="34" charset="0"/>
                <a:ea typeface="Calibri" pitchFamily="34" charset="0"/>
                <a:cs typeface="Calibri" pitchFamily="34" charset="0"/>
              </a:rPr>
              <a:t>4</a:t>
            </a:r>
          </a:p>
        </p:txBody>
      </p:sp>
      <p:sp>
        <p:nvSpPr>
          <p:cNvPr id="36" name="TextBox 35">
            <a:extLst>
              <a:ext uri="{FF2B5EF4-FFF2-40B4-BE49-F238E27FC236}">
                <a16:creationId xmlns:a16="http://schemas.microsoft.com/office/drawing/2014/main" id="{CEBDB78D-20CD-0857-CEE4-1E485FD6D398}"/>
              </a:ext>
            </a:extLst>
          </p:cNvPr>
          <p:cNvSpPr txBox="1">
            <a:spLocks noChangeArrowheads="1"/>
          </p:cNvSpPr>
          <p:nvPr/>
        </p:nvSpPr>
        <p:spPr bwMode="auto">
          <a:xfrm>
            <a:off x="10589904" y="4190982"/>
            <a:ext cx="304800" cy="2358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algn="ctr" eaLnBrk="1" hangingPunct="1"/>
            <a:r>
              <a:rPr lang="en-IN" sz="933" b="1">
                <a:solidFill>
                  <a:prstClr val="white"/>
                </a:solidFill>
                <a:latin typeface="Calibri" pitchFamily="34" charset="0"/>
                <a:ea typeface="Calibri" pitchFamily="34" charset="0"/>
                <a:cs typeface="Calibri" pitchFamily="34" charset="0"/>
              </a:rPr>
              <a:t>9</a:t>
            </a:r>
          </a:p>
        </p:txBody>
      </p:sp>
      <p:sp>
        <p:nvSpPr>
          <p:cNvPr id="37" name="TextBox 36">
            <a:extLst>
              <a:ext uri="{FF2B5EF4-FFF2-40B4-BE49-F238E27FC236}">
                <a16:creationId xmlns:a16="http://schemas.microsoft.com/office/drawing/2014/main" id="{0C5E944B-D9CB-9662-A3C1-D22722ACD76D}"/>
              </a:ext>
            </a:extLst>
          </p:cNvPr>
          <p:cNvSpPr txBox="1">
            <a:spLocks noChangeArrowheads="1"/>
          </p:cNvSpPr>
          <p:nvPr/>
        </p:nvSpPr>
        <p:spPr bwMode="auto">
          <a:xfrm>
            <a:off x="11127537" y="4187295"/>
            <a:ext cx="406400" cy="2358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algn="ctr" eaLnBrk="1" hangingPunct="1"/>
            <a:r>
              <a:rPr lang="en-IN" sz="933" b="1">
                <a:solidFill>
                  <a:prstClr val="white"/>
                </a:solidFill>
                <a:latin typeface="Calibri" pitchFamily="34" charset="0"/>
                <a:ea typeface="Calibri" pitchFamily="34" charset="0"/>
                <a:cs typeface="Calibri" pitchFamily="34" charset="0"/>
              </a:rPr>
              <a:t>10</a:t>
            </a:r>
          </a:p>
        </p:txBody>
      </p:sp>
      <p:sp>
        <p:nvSpPr>
          <p:cNvPr id="38" name="Pentagon 71701">
            <a:extLst>
              <a:ext uri="{FF2B5EF4-FFF2-40B4-BE49-F238E27FC236}">
                <a16:creationId xmlns:a16="http://schemas.microsoft.com/office/drawing/2014/main" id="{0F377FC6-1180-DE39-25AC-3007EFA3C66B}"/>
              </a:ext>
            </a:extLst>
          </p:cNvPr>
          <p:cNvSpPr>
            <a:spLocks noChangeArrowheads="1"/>
          </p:cNvSpPr>
          <p:nvPr/>
        </p:nvSpPr>
        <p:spPr bwMode="auto">
          <a:xfrm>
            <a:off x="7567320" y="2361962"/>
            <a:ext cx="293763" cy="3448680"/>
          </a:xfrm>
          <a:prstGeom prst="homePlate">
            <a:avLst>
              <a:gd name="adj" fmla="val 50000"/>
            </a:avLst>
          </a:prstGeom>
          <a:solidFill>
            <a:schemeClr val="bg2">
              <a:lumMod val="50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marL="457189" indent="-457189">
              <a:spcBef>
                <a:spcPct val="20000"/>
              </a:spcBef>
              <a:buClr>
                <a:srgbClr val="BF1313"/>
              </a:buClr>
              <a:buSzPct val="200000"/>
              <a:buFont typeface="Wingdings 3" pitchFamily="18" charset="2"/>
              <a:buChar char="Ú"/>
            </a:pPr>
            <a:endParaRPr lang="en-IN" sz="3200">
              <a:solidFill>
                <a:prstClr val="black"/>
              </a:solidFill>
              <a:latin typeface="Arial" charset="0"/>
            </a:endParaRPr>
          </a:p>
        </p:txBody>
      </p:sp>
      <p:sp>
        <p:nvSpPr>
          <p:cNvPr id="40" name="TextBox 40">
            <a:extLst>
              <a:ext uri="{FF2B5EF4-FFF2-40B4-BE49-F238E27FC236}">
                <a16:creationId xmlns:a16="http://schemas.microsoft.com/office/drawing/2014/main" id="{A7E8D0C5-4B81-D326-BBBE-3ADF2BF2642E}"/>
              </a:ext>
            </a:extLst>
          </p:cNvPr>
          <p:cNvSpPr txBox="1">
            <a:spLocks noChangeArrowheads="1"/>
          </p:cNvSpPr>
          <p:nvPr/>
        </p:nvSpPr>
        <p:spPr bwMode="auto">
          <a:xfrm>
            <a:off x="503987" y="1274079"/>
            <a:ext cx="4142317"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eaLnBrk="1" hangingPunct="1"/>
            <a:r>
              <a:rPr lang="en-IN" sz="1600" b="1">
                <a:solidFill>
                  <a:schemeClr val="accent1"/>
                </a:solidFill>
                <a:latin typeface="Calibri" pitchFamily="34" charset="0"/>
                <a:ea typeface="Calibri" pitchFamily="34" charset="0"/>
                <a:cs typeface="Calibri" pitchFamily="34" charset="0"/>
              </a:rPr>
              <a:t>CORE PROCESSES</a:t>
            </a:r>
            <a:r>
              <a:rPr lang="en-BE" sz="1600" b="1">
                <a:solidFill>
                  <a:schemeClr val="accent1"/>
                </a:solidFill>
                <a:latin typeface="Calibri" pitchFamily="34" charset="0"/>
                <a:ea typeface="Calibri" pitchFamily="34" charset="0"/>
                <a:cs typeface="Calibri" pitchFamily="34" charset="0"/>
              </a:rPr>
              <a:t> – </a:t>
            </a:r>
            <a:r>
              <a:rPr lang="en-IN" sz="1600" b="1">
                <a:solidFill>
                  <a:schemeClr val="accent1"/>
                </a:solidFill>
                <a:latin typeface="Calibri" pitchFamily="34" charset="0"/>
                <a:ea typeface="Calibri" pitchFamily="34" charset="0"/>
                <a:cs typeface="Calibri" pitchFamily="34" charset="0"/>
              </a:rPr>
              <a:t>F</a:t>
            </a:r>
            <a:r>
              <a:rPr lang="en-BE" sz="1600" b="1">
                <a:solidFill>
                  <a:schemeClr val="accent1"/>
                </a:solidFill>
                <a:latin typeface="Calibri" pitchFamily="34" charset="0"/>
                <a:ea typeface="Calibri" pitchFamily="34" charset="0"/>
                <a:cs typeface="Calibri" pitchFamily="34" charset="0"/>
              </a:rPr>
              <a:t>ram</a:t>
            </a:r>
            <a:r>
              <a:rPr lang="en-IN" sz="1600" b="1">
                <a:solidFill>
                  <a:schemeClr val="accent1"/>
                </a:solidFill>
                <a:latin typeface="Calibri" pitchFamily="34" charset="0"/>
                <a:ea typeface="Calibri" pitchFamily="34" charset="0"/>
                <a:cs typeface="Calibri" pitchFamily="34" charset="0"/>
              </a:rPr>
              <a:t>e</a:t>
            </a:r>
            <a:r>
              <a:rPr lang="en-BE" sz="1600" b="1">
                <a:solidFill>
                  <a:schemeClr val="accent1"/>
                </a:solidFill>
                <a:latin typeface="Calibri" pitchFamily="34" charset="0"/>
                <a:ea typeface="Calibri" pitchFamily="34" charset="0"/>
                <a:cs typeface="Calibri" pitchFamily="34" charset="0"/>
              </a:rPr>
              <a:t>worx / eTOM based </a:t>
            </a:r>
            <a:endParaRPr lang="en-IN" sz="1600" b="1">
              <a:solidFill>
                <a:schemeClr val="accent1"/>
              </a:solidFill>
              <a:latin typeface="Calibri" pitchFamily="34" charset="0"/>
              <a:ea typeface="Calibri" pitchFamily="34" charset="0"/>
              <a:cs typeface="Calibri" pitchFamily="34" charset="0"/>
            </a:endParaRPr>
          </a:p>
        </p:txBody>
      </p:sp>
      <p:sp>
        <p:nvSpPr>
          <p:cNvPr id="99" name="TextBox 98">
            <a:extLst>
              <a:ext uri="{FF2B5EF4-FFF2-40B4-BE49-F238E27FC236}">
                <a16:creationId xmlns:a16="http://schemas.microsoft.com/office/drawing/2014/main" id="{1ECEBB2F-1047-9895-E146-8A4654F03CC0}"/>
              </a:ext>
            </a:extLst>
          </p:cNvPr>
          <p:cNvSpPr txBox="1"/>
          <p:nvPr/>
        </p:nvSpPr>
        <p:spPr>
          <a:xfrm>
            <a:off x="10005703" y="2010480"/>
            <a:ext cx="1879601" cy="246221"/>
          </a:xfrm>
          <a:prstGeom prst="rect">
            <a:avLst/>
          </a:prstGeom>
          <a:noFill/>
        </p:spPr>
        <p:txBody>
          <a:bodyPr wrap="square" rtlCol="0">
            <a:spAutoFit/>
          </a:bodyPr>
          <a:lstStyle>
            <a:defPPr>
              <a:defRPr lang="pt-PT"/>
            </a:defPPr>
            <a:lvl1pPr>
              <a:defRPr sz="1200">
                <a:solidFill>
                  <a:schemeClr val="bg1">
                    <a:lumMod val="65000"/>
                  </a:schemeClr>
                </a:solidFill>
              </a:defRPr>
            </a:lvl1pPr>
          </a:lstStyle>
          <a:p>
            <a:pPr algn="ctr"/>
            <a:r>
              <a:rPr lang="en-BE" sz="1000">
                <a:solidFill>
                  <a:schemeClr val="accent2"/>
                </a:solidFill>
              </a:rPr>
              <a:t>ILLUSTRATIVE</a:t>
            </a:r>
          </a:p>
        </p:txBody>
      </p:sp>
      <p:grpSp>
        <p:nvGrpSpPr>
          <p:cNvPr id="3" name="Group 2">
            <a:extLst>
              <a:ext uri="{FF2B5EF4-FFF2-40B4-BE49-F238E27FC236}">
                <a16:creationId xmlns:a16="http://schemas.microsoft.com/office/drawing/2014/main" id="{B3D16BA5-7A14-E096-6BF4-8185F11D43A1}"/>
              </a:ext>
            </a:extLst>
          </p:cNvPr>
          <p:cNvGrpSpPr/>
          <p:nvPr/>
        </p:nvGrpSpPr>
        <p:grpSpPr>
          <a:xfrm>
            <a:off x="193608" y="1697536"/>
            <a:ext cx="7311875" cy="4593443"/>
            <a:chOff x="193608" y="1697536"/>
            <a:chExt cx="7311875" cy="4593443"/>
          </a:xfrm>
        </p:grpSpPr>
        <p:sp>
          <p:nvSpPr>
            <p:cNvPr id="41" name="TextBox 41">
              <a:extLst>
                <a:ext uri="{FF2B5EF4-FFF2-40B4-BE49-F238E27FC236}">
                  <a16:creationId xmlns:a16="http://schemas.microsoft.com/office/drawing/2014/main" id="{7E8BB786-3382-07BE-EE30-E9FC93938082}"/>
                </a:ext>
              </a:extLst>
            </p:cNvPr>
            <p:cNvSpPr txBox="1">
              <a:spLocks noChangeArrowheads="1"/>
            </p:cNvSpPr>
            <p:nvPr/>
          </p:nvSpPr>
          <p:spPr bwMode="auto">
            <a:xfrm>
              <a:off x="193608" y="4799391"/>
              <a:ext cx="2553750"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algn="ctr" eaLnBrk="1" hangingPunct="1"/>
              <a:r>
                <a:rPr lang="en-IN" sz="1600" b="1">
                  <a:solidFill>
                    <a:schemeClr val="accent1"/>
                  </a:solidFill>
                  <a:latin typeface="Calibri" pitchFamily="34" charset="0"/>
                  <a:ea typeface="Calibri" pitchFamily="34" charset="0"/>
                  <a:cs typeface="Calibri" pitchFamily="34" charset="0"/>
                </a:rPr>
                <a:t>SUPPORT PROCESSES</a:t>
              </a:r>
            </a:p>
          </p:txBody>
        </p:sp>
        <p:sp>
          <p:nvSpPr>
            <p:cNvPr id="42" name="Rectangle 42">
              <a:extLst>
                <a:ext uri="{FF2B5EF4-FFF2-40B4-BE49-F238E27FC236}">
                  <a16:creationId xmlns:a16="http://schemas.microsoft.com/office/drawing/2014/main" id="{F5F9D7F2-66E7-F7B8-F5A5-1F6A3C62360A}"/>
                </a:ext>
              </a:extLst>
            </p:cNvPr>
            <p:cNvSpPr>
              <a:spLocks noChangeArrowheads="1"/>
            </p:cNvSpPr>
            <p:nvPr/>
          </p:nvSpPr>
          <p:spPr bwMode="auto">
            <a:xfrm>
              <a:off x="683906" y="1794905"/>
              <a:ext cx="537633" cy="2844800"/>
            </a:xfrm>
            <a:prstGeom prst="rect">
              <a:avLst/>
            </a:prstGeom>
            <a:noFill/>
            <a:ln w="9525" algn="ctr">
              <a:solidFill>
                <a:schemeClr val="bg2">
                  <a:lumMod val="90000"/>
                </a:schemeClr>
              </a:solidFill>
              <a:round/>
              <a:headEnd/>
              <a:tailEnd/>
            </a:ln>
            <a:extLst>
              <a:ext uri="{909E8E84-426E-40DD-AFC4-6F175D3DCCD1}">
                <a14:hiddenFill xmlns:a14="http://schemas.microsoft.com/office/drawing/2010/main">
                  <a:solidFill>
                    <a:srgbClr val="FFFFFF"/>
                  </a:solidFill>
                </a14:hiddenFill>
              </a:ext>
            </a:extLst>
          </p:spPr>
          <p:txBody>
            <a:bodyPr/>
            <a:lstStyle/>
            <a:p>
              <a:pPr marL="457189" indent="-457189">
                <a:spcBef>
                  <a:spcPct val="20000"/>
                </a:spcBef>
                <a:buClr>
                  <a:srgbClr val="BF1313"/>
                </a:buClr>
                <a:buSzPct val="200000"/>
                <a:buFont typeface="Wingdings 3" pitchFamily="18" charset="2"/>
                <a:buChar char="Ú"/>
              </a:pPr>
              <a:endParaRPr lang="en-IN" sz="3200">
                <a:solidFill>
                  <a:prstClr val="black"/>
                </a:solidFill>
                <a:latin typeface="Arial" charset="0"/>
              </a:endParaRPr>
            </a:p>
          </p:txBody>
        </p:sp>
        <p:sp>
          <p:nvSpPr>
            <p:cNvPr id="43" name="Rectangle 45">
              <a:extLst>
                <a:ext uri="{FF2B5EF4-FFF2-40B4-BE49-F238E27FC236}">
                  <a16:creationId xmlns:a16="http://schemas.microsoft.com/office/drawing/2014/main" id="{532687D9-79FB-EA99-91FE-C32F68040279}"/>
                </a:ext>
              </a:extLst>
            </p:cNvPr>
            <p:cNvSpPr>
              <a:spLocks noChangeArrowheads="1"/>
            </p:cNvSpPr>
            <p:nvPr/>
          </p:nvSpPr>
          <p:spPr bwMode="auto">
            <a:xfrm>
              <a:off x="1336191" y="1811670"/>
              <a:ext cx="537633" cy="2844800"/>
            </a:xfrm>
            <a:prstGeom prst="rect">
              <a:avLst/>
            </a:prstGeom>
            <a:noFill/>
            <a:ln w="9525" algn="ctr">
              <a:solidFill>
                <a:schemeClr val="bg2">
                  <a:lumMod val="90000"/>
                </a:schemeClr>
              </a:solidFill>
              <a:round/>
              <a:headEnd/>
              <a:tailEnd/>
            </a:ln>
            <a:extLst>
              <a:ext uri="{909E8E84-426E-40DD-AFC4-6F175D3DCCD1}">
                <a14:hiddenFill xmlns:a14="http://schemas.microsoft.com/office/drawing/2010/main">
                  <a:solidFill>
                    <a:srgbClr val="FFFFFF"/>
                  </a:solidFill>
                </a14:hiddenFill>
              </a:ext>
            </a:extLst>
          </p:spPr>
          <p:txBody>
            <a:bodyPr/>
            <a:lstStyle/>
            <a:p>
              <a:pPr marL="457189" indent="-457189">
                <a:spcBef>
                  <a:spcPct val="20000"/>
                </a:spcBef>
                <a:buClr>
                  <a:srgbClr val="BF1313"/>
                </a:buClr>
                <a:buSzPct val="200000"/>
                <a:buFont typeface="Wingdings 3" pitchFamily="18" charset="2"/>
                <a:buChar char="Ú"/>
              </a:pPr>
              <a:endParaRPr lang="en-IN" sz="3200">
                <a:solidFill>
                  <a:prstClr val="black"/>
                </a:solidFill>
                <a:latin typeface="Arial" charset="0"/>
              </a:endParaRPr>
            </a:p>
          </p:txBody>
        </p:sp>
        <p:sp>
          <p:nvSpPr>
            <p:cNvPr id="44" name="Rectangle 46">
              <a:extLst>
                <a:ext uri="{FF2B5EF4-FFF2-40B4-BE49-F238E27FC236}">
                  <a16:creationId xmlns:a16="http://schemas.microsoft.com/office/drawing/2014/main" id="{8FF6B51B-10CF-1F10-6BB4-A1398A198B08}"/>
                </a:ext>
              </a:extLst>
            </p:cNvPr>
            <p:cNvSpPr>
              <a:spLocks noChangeArrowheads="1"/>
            </p:cNvSpPr>
            <p:nvPr/>
          </p:nvSpPr>
          <p:spPr bwMode="auto">
            <a:xfrm>
              <a:off x="2004726" y="1794905"/>
              <a:ext cx="537633" cy="2844800"/>
            </a:xfrm>
            <a:prstGeom prst="rect">
              <a:avLst/>
            </a:prstGeom>
            <a:noFill/>
            <a:ln w="9525" algn="ctr">
              <a:solidFill>
                <a:schemeClr val="bg2">
                  <a:lumMod val="90000"/>
                </a:schemeClr>
              </a:solidFill>
              <a:round/>
              <a:headEnd/>
              <a:tailEnd/>
            </a:ln>
            <a:extLst>
              <a:ext uri="{909E8E84-426E-40DD-AFC4-6F175D3DCCD1}">
                <a14:hiddenFill xmlns:a14="http://schemas.microsoft.com/office/drawing/2010/main">
                  <a:solidFill>
                    <a:srgbClr val="FFFFFF"/>
                  </a:solidFill>
                </a14:hiddenFill>
              </a:ext>
            </a:extLst>
          </p:spPr>
          <p:txBody>
            <a:bodyPr/>
            <a:lstStyle/>
            <a:p>
              <a:pPr marL="457189" indent="-457189">
                <a:spcBef>
                  <a:spcPct val="20000"/>
                </a:spcBef>
                <a:buClr>
                  <a:srgbClr val="BF1313"/>
                </a:buClr>
                <a:buSzPct val="200000"/>
                <a:buFont typeface="Wingdings 3" pitchFamily="18" charset="2"/>
                <a:buChar char="Ú"/>
              </a:pPr>
              <a:endParaRPr lang="en-IN" sz="3200">
                <a:solidFill>
                  <a:prstClr val="black"/>
                </a:solidFill>
                <a:latin typeface="Arial" charset="0"/>
              </a:endParaRPr>
            </a:p>
          </p:txBody>
        </p:sp>
        <p:sp>
          <p:nvSpPr>
            <p:cNvPr id="45" name="Rectangle 47">
              <a:extLst>
                <a:ext uri="{FF2B5EF4-FFF2-40B4-BE49-F238E27FC236}">
                  <a16:creationId xmlns:a16="http://schemas.microsoft.com/office/drawing/2014/main" id="{08A37301-A46D-BB86-D7A0-D36F630DF52A}"/>
                </a:ext>
              </a:extLst>
            </p:cNvPr>
            <p:cNvSpPr>
              <a:spLocks noChangeArrowheads="1"/>
            </p:cNvSpPr>
            <p:nvPr/>
          </p:nvSpPr>
          <p:spPr bwMode="auto">
            <a:xfrm rot="5400000">
              <a:off x="4814592" y="-164057"/>
              <a:ext cx="539751" cy="4533900"/>
            </a:xfrm>
            <a:prstGeom prst="rect">
              <a:avLst/>
            </a:prstGeom>
            <a:solidFill>
              <a:srgbClr val="00B2A2"/>
            </a:solidFill>
            <a:ln w="9525" algn="ctr">
              <a:solidFill>
                <a:schemeClr val="tx1"/>
              </a:solidFill>
              <a:round/>
              <a:headEnd/>
              <a:tailEnd/>
            </a:ln>
          </p:spPr>
          <p:txBody>
            <a:bodyPr/>
            <a:lstStyle/>
            <a:p>
              <a:pPr marL="457189" indent="-457189">
                <a:spcBef>
                  <a:spcPct val="20000"/>
                </a:spcBef>
                <a:buClr>
                  <a:srgbClr val="BF1313"/>
                </a:buClr>
                <a:buSzPct val="200000"/>
                <a:buFont typeface="Wingdings 3" pitchFamily="18" charset="2"/>
                <a:buChar char="Ú"/>
              </a:pPr>
              <a:endParaRPr lang="en-IN" sz="3200">
                <a:solidFill>
                  <a:schemeClr val="bg1"/>
                </a:solidFill>
                <a:latin typeface="Arial" charset="0"/>
              </a:endParaRPr>
            </a:p>
          </p:txBody>
        </p:sp>
        <p:sp>
          <p:nvSpPr>
            <p:cNvPr id="46" name="TextBox 48">
              <a:extLst>
                <a:ext uri="{FF2B5EF4-FFF2-40B4-BE49-F238E27FC236}">
                  <a16:creationId xmlns:a16="http://schemas.microsoft.com/office/drawing/2014/main" id="{76D3F719-15A8-D792-F0D2-0932F301FEAD}"/>
                </a:ext>
              </a:extLst>
            </p:cNvPr>
            <p:cNvSpPr txBox="1">
              <a:spLocks noChangeArrowheads="1"/>
            </p:cNvSpPr>
            <p:nvPr/>
          </p:nvSpPr>
          <p:spPr bwMode="auto">
            <a:xfrm>
              <a:off x="3528704" y="1949433"/>
              <a:ext cx="2844800" cy="2769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algn="ctr" eaLnBrk="1" hangingPunct="1"/>
              <a:r>
                <a:rPr lang="en-IN" sz="1200" b="1">
                  <a:solidFill>
                    <a:schemeClr val="bg1"/>
                  </a:solidFill>
                  <a:latin typeface="Calibri" pitchFamily="34" charset="0"/>
                  <a:ea typeface="Calibri" pitchFamily="34" charset="0"/>
                  <a:cs typeface="Calibri" pitchFamily="34" charset="0"/>
                </a:rPr>
                <a:t>Customer Management Layer</a:t>
              </a:r>
            </a:p>
          </p:txBody>
        </p:sp>
        <p:sp>
          <p:nvSpPr>
            <p:cNvPr id="47" name="Rectangle 55">
              <a:extLst>
                <a:ext uri="{FF2B5EF4-FFF2-40B4-BE49-F238E27FC236}">
                  <a16:creationId xmlns:a16="http://schemas.microsoft.com/office/drawing/2014/main" id="{F6511DAD-E3A5-29FF-F41E-8DA18475F604}"/>
                </a:ext>
              </a:extLst>
            </p:cNvPr>
            <p:cNvSpPr>
              <a:spLocks noChangeArrowheads="1"/>
            </p:cNvSpPr>
            <p:nvPr/>
          </p:nvSpPr>
          <p:spPr bwMode="auto">
            <a:xfrm rot="5400000">
              <a:off x="1331606" y="1310201"/>
              <a:ext cx="563033" cy="1858433"/>
            </a:xfrm>
            <a:prstGeom prst="rect">
              <a:avLst/>
            </a:prstGeom>
            <a:solidFill>
              <a:srgbClr val="00B2A2"/>
            </a:solidFill>
            <a:ln w="9525" algn="ctr">
              <a:solidFill>
                <a:schemeClr val="tx1"/>
              </a:solidFill>
              <a:round/>
              <a:headEnd/>
              <a:tailEnd/>
            </a:ln>
          </p:spPr>
          <p:txBody>
            <a:bodyPr/>
            <a:lstStyle/>
            <a:p>
              <a:pPr marL="457189" indent="-457189">
                <a:spcBef>
                  <a:spcPct val="20000"/>
                </a:spcBef>
                <a:buClr>
                  <a:srgbClr val="BF1313"/>
                </a:buClr>
                <a:buSzPct val="200000"/>
                <a:buFont typeface="Wingdings 3" pitchFamily="18" charset="2"/>
                <a:buChar char="Ú"/>
              </a:pPr>
              <a:endParaRPr lang="en-IN" sz="3200">
                <a:solidFill>
                  <a:schemeClr val="bg1"/>
                </a:solidFill>
              </a:endParaRPr>
            </a:p>
          </p:txBody>
        </p:sp>
        <p:sp>
          <p:nvSpPr>
            <p:cNvPr id="48" name="TextBox 56">
              <a:extLst>
                <a:ext uri="{FF2B5EF4-FFF2-40B4-BE49-F238E27FC236}">
                  <a16:creationId xmlns:a16="http://schemas.microsoft.com/office/drawing/2014/main" id="{3411B25A-F250-69C0-80C3-A4EE4BD2C3DA}"/>
                </a:ext>
              </a:extLst>
            </p:cNvPr>
            <p:cNvSpPr txBox="1">
              <a:spLocks noChangeArrowheads="1"/>
            </p:cNvSpPr>
            <p:nvPr/>
          </p:nvSpPr>
          <p:spPr bwMode="auto">
            <a:xfrm>
              <a:off x="683905" y="2063733"/>
              <a:ext cx="1858433" cy="2769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algn="ctr" eaLnBrk="1" hangingPunct="1"/>
              <a:r>
                <a:rPr lang="en-IN" sz="1200" b="1">
                  <a:solidFill>
                    <a:schemeClr val="bg1"/>
                  </a:solidFill>
                  <a:latin typeface="Calibri" pitchFamily="34" charset="0"/>
                  <a:ea typeface="Calibri" pitchFamily="34" charset="0"/>
                  <a:cs typeface="Calibri" pitchFamily="34" charset="0"/>
                </a:rPr>
                <a:t>Sales &amp; Marketing</a:t>
              </a:r>
            </a:p>
          </p:txBody>
        </p:sp>
        <p:sp>
          <p:nvSpPr>
            <p:cNvPr id="49" name="Rectangle 57">
              <a:extLst>
                <a:ext uri="{FF2B5EF4-FFF2-40B4-BE49-F238E27FC236}">
                  <a16:creationId xmlns:a16="http://schemas.microsoft.com/office/drawing/2014/main" id="{948607C6-C1D6-76A2-EB4C-125151BBDE28}"/>
                </a:ext>
              </a:extLst>
            </p:cNvPr>
            <p:cNvSpPr>
              <a:spLocks noChangeArrowheads="1"/>
            </p:cNvSpPr>
            <p:nvPr/>
          </p:nvSpPr>
          <p:spPr bwMode="auto">
            <a:xfrm rot="5400000">
              <a:off x="1331605" y="2006583"/>
              <a:ext cx="563033" cy="1858433"/>
            </a:xfrm>
            <a:prstGeom prst="rect">
              <a:avLst/>
            </a:prstGeom>
            <a:solidFill>
              <a:schemeClr val="accent5"/>
            </a:solidFill>
            <a:ln w="9525" algn="ctr">
              <a:solidFill>
                <a:schemeClr val="tx1"/>
              </a:solidFill>
              <a:round/>
              <a:headEnd/>
              <a:tailEnd/>
            </a:ln>
          </p:spPr>
          <p:txBody>
            <a:bodyPr/>
            <a:lstStyle/>
            <a:p>
              <a:pPr marL="457189" indent="-457189">
                <a:spcBef>
                  <a:spcPct val="20000"/>
                </a:spcBef>
                <a:buClr>
                  <a:srgbClr val="BF1313"/>
                </a:buClr>
                <a:buSzPct val="200000"/>
                <a:buFont typeface="Wingdings 3" pitchFamily="18" charset="2"/>
                <a:buChar char="Ú"/>
              </a:pPr>
              <a:endParaRPr lang="en-IN" sz="3200">
                <a:solidFill>
                  <a:prstClr val="black"/>
                </a:solidFill>
              </a:endParaRPr>
            </a:p>
          </p:txBody>
        </p:sp>
        <p:sp>
          <p:nvSpPr>
            <p:cNvPr id="50" name="Rectangle 58">
              <a:extLst>
                <a:ext uri="{FF2B5EF4-FFF2-40B4-BE49-F238E27FC236}">
                  <a16:creationId xmlns:a16="http://schemas.microsoft.com/office/drawing/2014/main" id="{FF309567-DAC5-73D1-E736-DA3C56485F8D}"/>
                </a:ext>
              </a:extLst>
            </p:cNvPr>
            <p:cNvSpPr>
              <a:spLocks noChangeArrowheads="1"/>
            </p:cNvSpPr>
            <p:nvPr/>
          </p:nvSpPr>
          <p:spPr bwMode="auto">
            <a:xfrm rot="5400000">
              <a:off x="1331605" y="2671216"/>
              <a:ext cx="563033" cy="1858433"/>
            </a:xfrm>
            <a:prstGeom prst="rect">
              <a:avLst/>
            </a:prstGeom>
            <a:solidFill>
              <a:srgbClr val="084345"/>
            </a:solidFill>
            <a:ln w="9525" algn="ctr">
              <a:solidFill>
                <a:schemeClr val="tx1"/>
              </a:solidFill>
              <a:round/>
              <a:headEnd/>
              <a:tailEnd/>
            </a:ln>
          </p:spPr>
          <p:txBody>
            <a:bodyPr/>
            <a:lstStyle/>
            <a:p>
              <a:pPr marL="457189" indent="-457189">
                <a:spcBef>
                  <a:spcPct val="20000"/>
                </a:spcBef>
                <a:buClr>
                  <a:srgbClr val="BF1313"/>
                </a:buClr>
                <a:buSzPct val="200000"/>
                <a:buFont typeface="Wingdings 3" pitchFamily="18" charset="2"/>
                <a:buChar char="Ú"/>
              </a:pPr>
              <a:endParaRPr lang="en-IN" sz="3200">
                <a:solidFill>
                  <a:schemeClr val="bg1"/>
                </a:solidFill>
                <a:latin typeface="Arial" charset="0"/>
              </a:endParaRPr>
            </a:p>
          </p:txBody>
        </p:sp>
        <p:sp>
          <p:nvSpPr>
            <p:cNvPr id="51" name="Rectangle 59">
              <a:extLst>
                <a:ext uri="{FF2B5EF4-FFF2-40B4-BE49-F238E27FC236}">
                  <a16:creationId xmlns:a16="http://schemas.microsoft.com/office/drawing/2014/main" id="{3A487DD0-148D-4E80-B63E-5547A62EA9B2}"/>
                </a:ext>
              </a:extLst>
            </p:cNvPr>
            <p:cNvSpPr>
              <a:spLocks noChangeArrowheads="1"/>
            </p:cNvSpPr>
            <p:nvPr/>
          </p:nvSpPr>
          <p:spPr bwMode="auto">
            <a:xfrm rot="5400000">
              <a:off x="1331605" y="3327383"/>
              <a:ext cx="563033" cy="1858433"/>
            </a:xfrm>
            <a:prstGeom prst="rect">
              <a:avLst/>
            </a:prstGeom>
            <a:solidFill>
              <a:schemeClr val="bg2">
                <a:lumMod val="90000"/>
              </a:schemeClr>
            </a:solidFill>
            <a:ln w="9525" algn="ctr">
              <a:solidFill>
                <a:schemeClr val="tx1"/>
              </a:solidFill>
              <a:round/>
              <a:headEnd/>
              <a:tailEnd/>
            </a:ln>
          </p:spPr>
          <p:txBody>
            <a:bodyPr/>
            <a:lstStyle/>
            <a:p>
              <a:pPr marL="457189" indent="-457189">
                <a:spcBef>
                  <a:spcPct val="20000"/>
                </a:spcBef>
                <a:buClr>
                  <a:srgbClr val="BF1313"/>
                </a:buClr>
                <a:buSzPct val="200000"/>
                <a:buFont typeface="Wingdings 3" pitchFamily="18" charset="2"/>
                <a:buChar char="Ú"/>
              </a:pPr>
              <a:endParaRPr lang="en-IN" sz="3200">
                <a:solidFill>
                  <a:prstClr val="black"/>
                </a:solidFill>
              </a:endParaRPr>
            </a:p>
          </p:txBody>
        </p:sp>
        <p:sp>
          <p:nvSpPr>
            <p:cNvPr id="52" name="TextBox 60">
              <a:extLst>
                <a:ext uri="{FF2B5EF4-FFF2-40B4-BE49-F238E27FC236}">
                  <a16:creationId xmlns:a16="http://schemas.microsoft.com/office/drawing/2014/main" id="{6A638C5A-A3B9-709F-1F52-08F545D68B0B}"/>
                </a:ext>
              </a:extLst>
            </p:cNvPr>
            <p:cNvSpPr txBox="1">
              <a:spLocks noChangeArrowheads="1"/>
            </p:cNvSpPr>
            <p:nvPr/>
          </p:nvSpPr>
          <p:spPr bwMode="auto">
            <a:xfrm>
              <a:off x="683905" y="2709316"/>
              <a:ext cx="1858433" cy="461665"/>
            </a:xfrm>
            <a:prstGeom prst="rect">
              <a:avLst/>
            </a:prstGeom>
            <a:solidFill>
              <a:srgbClr val="00B2A2"/>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algn="ctr" eaLnBrk="1" hangingPunct="1"/>
              <a:r>
                <a:rPr lang="en-IN" sz="1200" b="1">
                  <a:solidFill>
                    <a:schemeClr val="bg1"/>
                  </a:solidFill>
                  <a:latin typeface="Calibri" pitchFamily="34" charset="0"/>
                  <a:ea typeface="Calibri" pitchFamily="34" charset="0"/>
                  <a:cs typeface="Calibri" pitchFamily="34" charset="0"/>
                </a:rPr>
                <a:t>Product Design &amp; Development</a:t>
              </a:r>
            </a:p>
          </p:txBody>
        </p:sp>
        <p:sp>
          <p:nvSpPr>
            <p:cNvPr id="53" name="TextBox 61">
              <a:extLst>
                <a:ext uri="{FF2B5EF4-FFF2-40B4-BE49-F238E27FC236}">
                  <a16:creationId xmlns:a16="http://schemas.microsoft.com/office/drawing/2014/main" id="{281CB5CD-0757-E109-5477-5BC8127B3349}"/>
                </a:ext>
              </a:extLst>
            </p:cNvPr>
            <p:cNvSpPr txBox="1">
              <a:spLocks noChangeArrowheads="1"/>
            </p:cNvSpPr>
            <p:nvPr/>
          </p:nvSpPr>
          <p:spPr bwMode="auto">
            <a:xfrm>
              <a:off x="810816" y="3375771"/>
              <a:ext cx="1654880"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algn="ctr" eaLnBrk="1" hangingPunct="1"/>
              <a:r>
                <a:rPr lang="en-IN" sz="1200" b="1">
                  <a:solidFill>
                    <a:schemeClr val="bg1"/>
                  </a:solidFill>
                  <a:latin typeface="Calibri" pitchFamily="34" charset="0"/>
                  <a:ea typeface="Calibri" pitchFamily="34" charset="0"/>
                  <a:cs typeface="Calibri" pitchFamily="34" charset="0"/>
                </a:rPr>
                <a:t>IT  Design &amp; Development</a:t>
              </a:r>
            </a:p>
          </p:txBody>
        </p:sp>
        <p:sp>
          <p:nvSpPr>
            <p:cNvPr id="54" name="TextBox 62">
              <a:extLst>
                <a:ext uri="{FF2B5EF4-FFF2-40B4-BE49-F238E27FC236}">
                  <a16:creationId xmlns:a16="http://schemas.microsoft.com/office/drawing/2014/main" id="{212125E5-9564-7291-D630-DAAE6BC32AD7}"/>
                </a:ext>
              </a:extLst>
            </p:cNvPr>
            <p:cNvSpPr txBox="1">
              <a:spLocks noChangeArrowheads="1"/>
            </p:cNvSpPr>
            <p:nvPr/>
          </p:nvSpPr>
          <p:spPr bwMode="auto">
            <a:xfrm>
              <a:off x="705080" y="4011056"/>
              <a:ext cx="1858433"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lvl="0" algn="ctr" eaLnBrk="1" hangingPunct="1"/>
              <a:r>
                <a:rPr lang="en-IN" sz="1200" b="1">
                  <a:solidFill>
                    <a:prstClr val="black"/>
                  </a:solidFill>
                  <a:latin typeface="Calibri" pitchFamily="34" charset="0"/>
                  <a:ea typeface="Calibri" pitchFamily="34" charset="0"/>
                  <a:cs typeface="Calibri" pitchFamily="34" charset="0"/>
                </a:rPr>
                <a:t>N/w Design &amp; Development</a:t>
              </a:r>
            </a:p>
          </p:txBody>
        </p:sp>
        <p:sp>
          <p:nvSpPr>
            <p:cNvPr id="55" name="Oval 63">
              <a:extLst>
                <a:ext uri="{FF2B5EF4-FFF2-40B4-BE49-F238E27FC236}">
                  <a16:creationId xmlns:a16="http://schemas.microsoft.com/office/drawing/2014/main" id="{56BBB003-CD37-94A8-7F6A-E64D722D393B}"/>
                </a:ext>
              </a:extLst>
            </p:cNvPr>
            <p:cNvSpPr>
              <a:spLocks noChangeArrowheads="1"/>
            </p:cNvSpPr>
            <p:nvPr/>
          </p:nvSpPr>
          <p:spPr bwMode="auto">
            <a:xfrm>
              <a:off x="461655" y="1697538"/>
              <a:ext cx="406400" cy="397933"/>
            </a:xfrm>
            <a:prstGeom prst="ellipse">
              <a:avLst/>
            </a:prstGeom>
            <a:solidFill>
              <a:schemeClr val="tx1"/>
            </a:solidFill>
            <a:ln>
              <a:noFill/>
            </a:ln>
          </p:spPr>
          <p:txBody>
            <a:bodyPr/>
            <a:lstStyle/>
            <a:p>
              <a:pPr marL="457189" indent="-457189">
                <a:spcBef>
                  <a:spcPct val="20000"/>
                </a:spcBef>
                <a:buClr>
                  <a:srgbClr val="BF1313"/>
                </a:buClr>
                <a:buSzPct val="200000"/>
                <a:buFont typeface="Wingdings 3" pitchFamily="18" charset="2"/>
                <a:buChar char="Ú"/>
              </a:pPr>
              <a:endParaRPr lang="en-IN" sz="3200">
                <a:solidFill>
                  <a:schemeClr val="bg1"/>
                </a:solidFill>
                <a:latin typeface="Arial" charset="0"/>
              </a:endParaRPr>
            </a:p>
          </p:txBody>
        </p:sp>
        <p:sp>
          <p:nvSpPr>
            <p:cNvPr id="56" name="TextBox 64">
              <a:extLst>
                <a:ext uri="{FF2B5EF4-FFF2-40B4-BE49-F238E27FC236}">
                  <a16:creationId xmlns:a16="http://schemas.microsoft.com/office/drawing/2014/main" id="{AC20EE1E-8C0E-33F1-CDBD-133089C054F3}"/>
                </a:ext>
              </a:extLst>
            </p:cNvPr>
            <p:cNvSpPr txBox="1">
              <a:spLocks noChangeArrowheads="1"/>
            </p:cNvSpPr>
            <p:nvPr/>
          </p:nvSpPr>
          <p:spPr bwMode="auto">
            <a:xfrm>
              <a:off x="496957" y="1772937"/>
              <a:ext cx="313943" cy="2358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algn="ctr" eaLnBrk="1" hangingPunct="1"/>
              <a:r>
                <a:rPr lang="en-IN" sz="933" b="1">
                  <a:solidFill>
                    <a:schemeClr val="bg1"/>
                  </a:solidFill>
                  <a:latin typeface="Calibri" pitchFamily="34" charset="0"/>
                  <a:ea typeface="Calibri" pitchFamily="34" charset="0"/>
                  <a:cs typeface="Calibri" pitchFamily="34" charset="0"/>
                </a:rPr>
                <a:t>1</a:t>
              </a:r>
            </a:p>
          </p:txBody>
        </p:sp>
        <p:sp>
          <p:nvSpPr>
            <p:cNvPr id="57" name="Oval 65">
              <a:extLst>
                <a:ext uri="{FF2B5EF4-FFF2-40B4-BE49-F238E27FC236}">
                  <a16:creationId xmlns:a16="http://schemas.microsoft.com/office/drawing/2014/main" id="{D47C9595-4459-3EAF-9245-7D342D7BAAAB}"/>
                </a:ext>
              </a:extLst>
            </p:cNvPr>
            <p:cNvSpPr>
              <a:spLocks noChangeArrowheads="1"/>
            </p:cNvSpPr>
            <p:nvPr/>
          </p:nvSpPr>
          <p:spPr bwMode="auto">
            <a:xfrm>
              <a:off x="461655" y="2571722"/>
              <a:ext cx="406400" cy="397933"/>
            </a:xfrm>
            <a:prstGeom prst="ellipse">
              <a:avLst/>
            </a:prstGeom>
            <a:solidFill>
              <a:schemeClr val="tx1"/>
            </a:solidFill>
            <a:ln>
              <a:noFill/>
            </a:ln>
          </p:spPr>
          <p:txBody>
            <a:bodyPr/>
            <a:lstStyle/>
            <a:p>
              <a:pPr marL="457189" indent="-457189">
                <a:spcBef>
                  <a:spcPct val="20000"/>
                </a:spcBef>
                <a:buClr>
                  <a:srgbClr val="BF1313"/>
                </a:buClr>
                <a:buSzPct val="200000"/>
                <a:buFont typeface="Wingdings 3" pitchFamily="18" charset="2"/>
                <a:buChar char="Ú"/>
              </a:pPr>
              <a:endParaRPr lang="en-IN" sz="3200">
                <a:solidFill>
                  <a:schemeClr val="bg1"/>
                </a:solidFill>
                <a:latin typeface="Arial" charset="0"/>
              </a:endParaRPr>
            </a:p>
          </p:txBody>
        </p:sp>
        <p:sp>
          <p:nvSpPr>
            <p:cNvPr id="58" name="TextBox 66">
              <a:extLst>
                <a:ext uri="{FF2B5EF4-FFF2-40B4-BE49-F238E27FC236}">
                  <a16:creationId xmlns:a16="http://schemas.microsoft.com/office/drawing/2014/main" id="{E4234917-A816-B053-8151-F45F3B003BEA}"/>
                </a:ext>
              </a:extLst>
            </p:cNvPr>
            <p:cNvSpPr txBox="1">
              <a:spLocks noChangeArrowheads="1"/>
            </p:cNvSpPr>
            <p:nvPr/>
          </p:nvSpPr>
          <p:spPr bwMode="auto">
            <a:xfrm>
              <a:off x="494245" y="2639769"/>
              <a:ext cx="304800" cy="2358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algn="ctr" eaLnBrk="1" hangingPunct="1"/>
              <a:r>
                <a:rPr lang="en-IN" sz="933" b="1">
                  <a:solidFill>
                    <a:schemeClr val="bg1"/>
                  </a:solidFill>
                  <a:latin typeface="Calibri" pitchFamily="34" charset="0"/>
                  <a:ea typeface="Calibri" pitchFamily="34" charset="0"/>
                  <a:cs typeface="Calibri" pitchFamily="34" charset="0"/>
                </a:rPr>
                <a:t>3</a:t>
              </a:r>
            </a:p>
          </p:txBody>
        </p:sp>
        <p:sp>
          <p:nvSpPr>
            <p:cNvPr id="59" name="Oval 67">
              <a:extLst>
                <a:ext uri="{FF2B5EF4-FFF2-40B4-BE49-F238E27FC236}">
                  <a16:creationId xmlns:a16="http://schemas.microsoft.com/office/drawing/2014/main" id="{C4F95E95-5A47-CA72-50EB-4F2C9B2B44D1}"/>
                </a:ext>
              </a:extLst>
            </p:cNvPr>
            <p:cNvSpPr>
              <a:spLocks noChangeArrowheads="1"/>
            </p:cNvSpPr>
            <p:nvPr/>
          </p:nvSpPr>
          <p:spPr bwMode="auto">
            <a:xfrm>
              <a:off x="461655" y="3249056"/>
              <a:ext cx="406400" cy="397933"/>
            </a:xfrm>
            <a:prstGeom prst="ellipse">
              <a:avLst/>
            </a:prstGeom>
            <a:solidFill>
              <a:schemeClr val="tx1"/>
            </a:solidFill>
            <a:ln>
              <a:noFill/>
            </a:ln>
          </p:spPr>
          <p:txBody>
            <a:bodyPr/>
            <a:lstStyle/>
            <a:p>
              <a:pPr marL="457189" indent="-457189">
                <a:spcBef>
                  <a:spcPct val="20000"/>
                </a:spcBef>
                <a:buClr>
                  <a:srgbClr val="BF1313"/>
                </a:buClr>
                <a:buSzPct val="200000"/>
                <a:buFont typeface="Wingdings 3" pitchFamily="18" charset="2"/>
                <a:buChar char="Ú"/>
              </a:pPr>
              <a:endParaRPr lang="en-IN" sz="3200">
                <a:solidFill>
                  <a:schemeClr val="bg1"/>
                </a:solidFill>
                <a:latin typeface="Arial" charset="0"/>
              </a:endParaRPr>
            </a:p>
          </p:txBody>
        </p:sp>
        <p:sp>
          <p:nvSpPr>
            <p:cNvPr id="60" name="TextBox 68">
              <a:extLst>
                <a:ext uri="{FF2B5EF4-FFF2-40B4-BE49-F238E27FC236}">
                  <a16:creationId xmlns:a16="http://schemas.microsoft.com/office/drawing/2014/main" id="{3C3EBD8C-79B6-177D-4D45-B91CFB07A405}"/>
                </a:ext>
              </a:extLst>
            </p:cNvPr>
            <p:cNvSpPr txBox="1">
              <a:spLocks noChangeArrowheads="1"/>
            </p:cNvSpPr>
            <p:nvPr/>
          </p:nvSpPr>
          <p:spPr bwMode="auto">
            <a:xfrm>
              <a:off x="494368" y="3332433"/>
              <a:ext cx="304800" cy="2358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algn="ctr" eaLnBrk="1" hangingPunct="1"/>
              <a:r>
                <a:rPr lang="en-IN" sz="933" b="1">
                  <a:solidFill>
                    <a:schemeClr val="bg1"/>
                  </a:solidFill>
                  <a:latin typeface="Calibri" pitchFamily="34" charset="0"/>
                  <a:ea typeface="Calibri" pitchFamily="34" charset="0"/>
                  <a:cs typeface="Calibri" pitchFamily="34" charset="0"/>
                </a:rPr>
                <a:t>4</a:t>
              </a:r>
            </a:p>
          </p:txBody>
        </p:sp>
        <p:sp>
          <p:nvSpPr>
            <p:cNvPr id="61" name="Oval 69">
              <a:extLst>
                <a:ext uri="{FF2B5EF4-FFF2-40B4-BE49-F238E27FC236}">
                  <a16:creationId xmlns:a16="http://schemas.microsoft.com/office/drawing/2014/main" id="{4DC88EE3-289E-5147-027A-CBEF184D2CB6}"/>
                </a:ext>
              </a:extLst>
            </p:cNvPr>
            <p:cNvSpPr>
              <a:spLocks noChangeArrowheads="1"/>
            </p:cNvSpPr>
            <p:nvPr/>
          </p:nvSpPr>
          <p:spPr bwMode="auto">
            <a:xfrm>
              <a:off x="461655" y="3873472"/>
              <a:ext cx="406400" cy="397933"/>
            </a:xfrm>
            <a:prstGeom prst="ellipse">
              <a:avLst/>
            </a:prstGeom>
            <a:solidFill>
              <a:schemeClr val="tx1"/>
            </a:solidFill>
            <a:ln>
              <a:noFill/>
            </a:ln>
          </p:spPr>
          <p:txBody>
            <a:bodyPr/>
            <a:lstStyle/>
            <a:p>
              <a:pPr marL="457189" indent="-457189">
                <a:spcBef>
                  <a:spcPct val="20000"/>
                </a:spcBef>
                <a:buClr>
                  <a:srgbClr val="BF1313"/>
                </a:buClr>
                <a:buSzPct val="200000"/>
                <a:buFont typeface="Wingdings 3" pitchFamily="18" charset="2"/>
                <a:buChar char="Ú"/>
              </a:pPr>
              <a:endParaRPr lang="en-IN" sz="3200">
                <a:solidFill>
                  <a:schemeClr val="bg1"/>
                </a:solidFill>
                <a:latin typeface="Arial" charset="0"/>
              </a:endParaRPr>
            </a:p>
          </p:txBody>
        </p:sp>
        <p:sp>
          <p:nvSpPr>
            <p:cNvPr id="62" name="TextBox 70">
              <a:extLst>
                <a:ext uri="{FF2B5EF4-FFF2-40B4-BE49-F238E27FC236}">
                  <a16:creationId xmlns:a16="http://schemas.microsoft.com/office/drawing/2014/main" id="{D6BA800B-DCA5-4AF5-EE6B-E5BD2F322F1F}"/>
                </a:ext>
              </a:extLst>
            </p:cNvPr>
            <p:cNvSpPr txBox="1">
              <a:spLocks noChangeArrowheads="1"/>
            </p:cNvSpPr>
            <p:nvPr/>
          </p:nvSpPr>
          <p:spPr bwMode="auto">
            <a:xfrm>
              <a:off x="536700" y="3968353"/>
              <a:ext cx="304800" cy="2358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algn="ctr" eaLnBrk="1" hangingPunct="1"/>
              <a:r>
                <a:rPr lang="en-IN" sz="933" b="1">
                  <a:solidFill>
                    <a:schemeClr val="bg1"/>
                  </a:solidFill>
                  <a:latin typeface="Calibri" pitchFamily="34" charset="0"/>
                  <a:ea typeface="Calibri" pitchFamily="34" charset="0"/>
                  <a:cs typeface="Calibri" pitchFamily="34" charset="0"/>
                </a:rPr>
                <a:t>5</a:t>
              </a:r>
            </a:p>
          </p:txBody>
        </p:sp>
        <p:sp>
          <p:nvSpPr>
            <p:cNvPr id="63" name="Rectangle 79">
              <a:extLst>
                <a:ext uri="{FF2B5EF4-FFF2-40B4-BE49-F238E27FC236}">
                  <a16:creationId xmlns:a16="http://schemas.microsoft.com/office/drawing/2014/main" id="{20B6E870-FA43-7EA0-160E-E17553D82EEE}"/>
                </a:ext>
              </a:extLst>
            </p:cNvPr>
            <p:cNvSpPr>
              <a:spLocks noChangeArrowheads="1"/>
            </p:cNvSpPr>
            <p:nvPr/>
          </p:nvSpPr>
          <p:spPr bwMode="auto">
            <a:xfrm rot="5400000">
              <a:off x="1891357" y="4238713"/>
              <a:ext cx="937684" cy="2975801"/>
            </a:xfrm>
            <a:prstGeom prst="rect">
              <a:avLst/>
            </a:prstGeom>
            <a:solidFill>
              <a:srgbClr val="084345"/>
            </a:solidFill>
            <a:ln w="9525" algn="ctr">
              <a:solidFill>
                <a:schemeClr val="tx1"/>
              </a:solidFill>
              <a:round/>
              <a:headEnd/>
              <a:tailEnd/>
            </a:ln>
          </p:spPr>
          <p:txBody>
            <a:bodyPr/>
            <a:lstStyle/>
            <a:p>
              <a:pPr marL="457189" indent="-457189">
                <a:spcBef>
                  <a:spcPct val="20000"/>
                </a:spcBef>
                <a:buClr>
                  <a:srgbClr val="BF1313"/>
                </a:buClr>
                <a:buSzPct val="200000"/>
                <a:buFont typeface="Wingdings 3" pitchFamily="18" charset="2"/>
                <a:buChar char="Ú"/>
              </a:pPr>
              <a:endParaRPr lang="en-IN" sz="3200">
                <a:solidFill>
                  <a:schemeClr val="bg1"/>
                </a:solidFill>
              </a:endParaRPr>
            </a:p>
          </p:txBody>
        </p:sp>
        <p:sp>
          <p:nvSpPr>
            <p:cNvPr id="64" name="Rectangle 80">
              <a:extLst>
                <a:ext uri="{FF2B5EF4-FFF2-40B4-BE49-F238E27FC236}">
                  <a16:creationId xmlns:a16="http://schemas.microsoft.com/office/drawing/2014/main" id="{A7115F23-B799-9B1B-0EE4-3ADA33254E80}"/>
                </a:ext>
              </a:extLst>
            </p:cNvPr>
            <p:cNvSpPr>
              <a:spLocks noChangeArrowheads="1"/>
            </p:cNvSpPr>
            <p:nvPr/>
          </p:nvSpPr>
          <p:spPr bwMode="auto">
            <a:xfrm rot="5400000">
              <a:off x="5124031" y="4121762"/>
              <a:ext cx="937684" cy="3158904"/>
            </a:xfrm>
            <a:prstGeom prst="rect">
              <a:avLst/>
            </a:prstGeom>
            <a:solidFill>
              <a:srgbClr val="084345"/>
            </a:solidFill>
            <a:ln w="9525" algn="ctr">
              <a:solidFill>
                <a:schemeClr val="tx1"/>
              </a:solidFill>
              <a:round/>
              <a:headEnd/>
              <a:tailEnd/>
            </a:ln>
          </p:spPr>
          <p:txBody>
            <a:bodyPr/>
            <a:lstStyle/>
            <a:p>
              <a:pPr marL="457189" indent="-457189">
                <a:spcBef>
                  <a:spcPct val="20000"/>
                </a:spcBef>
                <a:buClr>
                  <a:srgbClr val="BF1313"/>
                </a:buClr>
                <a:buSzPct val="200000"/>
                <a:buFont typeface="Wingdings 3" pitchFamily="18" charset="2"/>
                <a:buChar char="Ú"/>
              </a:pPr>
              <a:endParaRPr lang="en-IN" sz="3200">
                <a:solidFill>
                  <a:schemeClr val="bg1"/>
                </a:solidFill>
              </a:endParaRPr>
            </a:p>
          </p:txBody>
        </p:sp>
        <p:sp>
          <p:nvSpPr>
            <p:cNvPr id="65" name="TextBox 81">
              <a:extLst>
                <a:ext uri="{FF2B5EF4-FFF2-40B4-BE49-F238E27FC236}">
                  <a16:creationId xmlns:a16="http://schemas.microsoft.com/office/drawing/2014/main" id="{9128B58B-83B0-7430-F335-7255B13A93E9}"/>
                </a:ext>
              </a:extLst>
            </p:cNvPr>
            <p:cNvSpPr txBox="1">
              <a:spLocks noChangeArrowheads="1"/>
            </p:cNvSpPr>
            <p:nvPr/>
          </p:nvSpPr>
          <p:spPr bwMode="auto">
            <a:xfrm>
              <a:off x="1141104" y="5530619"/>
              <a:ext cx="2387600"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algn="ctr" eaLnBrk="1" hangingPunct="1"/>
              <a:r>
                <a:rPr lang="en-IN" sz="1200" b="1">
                  <a:solidFill>
                    <a:schemeClr val="bg1"/>
                  </a:solidFill>
                  <a:latin typeface="Calibri" pitchFamily="34" charset="0"/>
                  <a:ea typeface="Calibri" pitchFamily="34" charset="0"/>
                  <a:cs typeface="Calibri" pitchFamily="34" charset="0"/>
                </a:rPr>
                <a:t>Enterprise Support Functions (HR, Finance etc.)</a:t>
              </a:r>
            </a:p>
          </p:txBody>
        </p:sp>
        <p:sp>
          <p:nvSpPr>
            <p:cNvPr id="66" name="TextBox 82">
              <a:extLst>
                <a:ext uri="{FF2B5EF4-FFF2-40B4-BE49-F238E27FC236}">
                  <a16:creationId xmlns:a16="http://schemas.microsoft.com/office/drawing/2014/main" id="{E9B0F79F-A34A-9566-6B87-67473FE6AB64}"/>
                </a:ext>
              </a:extLst>
            </p:cNvPr>
            <p:cNvSpPr txBox="1">
              <a:spLocks noChangeArrowheads="1"/>
            </p:cNvSpPr>
            <p:nvPr/>
          </p:nvSpPr>
          <p:spPr bwMode="auto">
            <a:xfrm>
              <a:off x="4451587" y="5546965"/>
              <a:ext cx="2387600" cy="2769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algn="ctr" eaLnBrk="1" hangingPunct="1"/>
              <a:r>
                <a:rPr lang="en-IN" sz="1200" b="1">
                  <a:solidFill>
                    <a:schemeClr val="bg1"/>
                  </a:solidFill>
                  <a:latin typeface="Calibri" pitchFamily="34" charset="0"/>
                  <a:ea typeface="Calibri" pitchFamily="34" charset="0"/>
                  <a:cs typeface="Calibri" pitchFamily="34" charset="0"/>
                </a:rPr>
                <a:t>Supplier/Partner Management</a:t>
              </a:r>
            </a:p>
          </p:txBody>
        </p:sp>
        <p:sp>
          <p:nvSpPr>
            <p:cNvPr id="67" name="Oval 83">
              <a:extLst>
                <a:ext uri="{FF2B5EF4-FFF2-40B4-BE49-F238E27FC236}">
                  <a16:creationId xmlns:a16="http://schemas.microsoft.com/office/drawing/2014/main" id="{A1780D0F-0791-54B4-A5E1-0DB37FE07F4F}"/>
                </a:ext>
              </a:extLst>
            </p:cNvPr>
            <p:cNvSpPr>
              <a:spLocks noChangeArrowheads="1"/>
            </p:cNvSpPr>
            <p:nvPr/>
          </p:nvSpPr>
          <p:spPr bwMode="auto">
            <a:xfrm>
              <a:off x="2166629" y="5101139"/>
              <a:ext cx="406400" cy="397933"/>
            </a:xfrm>
            <a:prstGeom prst="ellipse">
              <a:avLst/>
            </a:prstGeom>
            <a:solidFill>
              <a:schemeClr val="tx1"/>
            </a:solidFill>
            <a:ln>
              <a:noFill/>
            </a:ln>
          </p:spPr>
          <p:txBody>
            <a:bodyPr/>
            <a:lstStyle/>
            <a:p>
              <a:pPr marL="457189" indent="-457189">
                <a:spcBef>
                  <a:spcPct val="20000"/>
                </a:spcBef>
                <a:buClr>
                  <a:srgbClr val="BF1313"/>
                </a:buClr>
                <a:buSzPct val="200000"/>
                <a:buFont typeface="Wingdings 3" pitchFamily="18" charset="2"/>
                <a:buChar char="Ú"/>
              </a:pPr>
              <a:endParaRPr lang="en-IN" sz="3200">
                <a:solidFill>
                  <a:prstClr val="black"/>
                </a:solidFill>
                <a:latin typeface="Arial" charset="0"/>
              </a:endParaRPr>
            </a:p>
          </p:txBody>
        </p:sp>
        <p:sp>
          <p:nvSpPr>
            <p:cNvPr id="68" name="TextBox 84">
              <a:extLst>
                <a:ext uri="{FF2B5EF4-FFF2-40B4-BE49-F238E27FC236}">
                  <a16:creationId xmlns:a16="http://schemas.microsoft.com/office/drawing/2014/main" id="{DC3E66F5-40B6-8048-B51D-61E8F3088890}"/>
                </a:ext>
              </a:extLst>
            </p:cNvPr>
            <p:cNvSpPr txBox="1">
              <a:spLocks noChangeArrowheads="1"/>
            </p:cNvSpPr>
            <p:nvPr/>
          </p:nvSpPr>
          <p:spPr bwMode="auto">
            <a:xfrm>
              <a:off x="2217429" y="5183688"/>
              <a:ext cx="304800" cy="2358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algn="ctr" eaLnBrk="1" hangingPunct="1"/>
              <a:r>
                <a:rPr lang="en-IN" sz="933" b="1">
                  <a:solidFill>
                    <a:prstClr val="white"/>
                  </a:solidFill>
                  <a:latin typeface="Calibri" pitchFamily="34" charset="0"/>
                  <a:ea typeface="Calibri" pitchFamily="34" charset="0"/>
                  <a:cs typeface="Calibri" pitchFamily="34" charset="0"/>
                </a:rPr>
                <a:t>9</a:t>
              </a:r>
            </a:p>
          </p:txBody>
        </p:sp>
        <p:sp>
          <p:nvSpPr>
            <p:cNvPr id="69" name="Oval 85">
              <a:extLst>
                <a:ext uri="{FF2B5EF4-FFF2-40B4-BE49-F238E27FC236}">
                  <a16:creationId xmlns:a16="http://schemas.microsoft.com/office/drawing/2014/main" id="{29D57442-17E2-4DE6-23D2-DD6159AD106F}"/>
                </a:ext>
              </a:extLst>
            </p:cNvPr>
            <p:cNvSpPr>
              <a:spLocks noChangeArrowheads="1"/>
            </p:cNvSpPr>
            <p:nvPr/>
          </p:nvSpPr>
          <p:spPr bwMode="auto">
            <a:xfrm>
              <a:off x="5379729" y="5094788"/>
              <a:ext cx="406400" cy="397933"/>
            </a:xfrm>
            <a:prstGeom prst="ellipse">
              <a:avLst/>
            </a:prstGeom>
            <a:solidFill>
              <a:schemeClr val="tx1"/>
            </a:solidFill>
            <a:ln>
              <a:noFill/>
            </a:ln>
          </p:spPr>
          <p:txBody>
            <a:bodyPr/>
            <a:lstStyle/>
            <a:p>
              <a:pPr marL="457189" indent="-457189">
                <a:spcBef>
                  <a:spcPct val="20000"/>
                </a:spcBef>
                <a:buClr>
                  <a:srgbClr val="BF1313"/>
                </a:buClr>
                <a:buSzPct val="200000"/>
                <a:buFont typeface="Wingdings 3" pitchFamily="18" charset="2"/>
                <a:buChar char="Ú"/>
              </a:pPr>
              <a:endParaRPr lang="en-IN" sz="3200">
                <a:solidFill>
                  <a:prstClr val="black"/>
                </a:solidFill>
                <a:latin typeface="Arial" charset="0"/>
              </a:endParaRPr>
            </a:p>
          </p:txBody>
        </p:sp>
        <p:sp>
          <p:nvSpPr>
            <p:cNvPr id="70" name="TextBox 86">
              <a:extLst>
                <a:ext uri="{FF2B5EF4-FFF2-40B4-BE49-F238E27FC236}">
                  <a16:creationId xmlns:a16="http://schemas.microsoft.com/office/drawing/2014/main" id="{79B01C66-7D8B-6FAE-C7B6-87132580E094}"/>
                </a:ext>
              </a:extLst>
            </p:cNvPr>
            <p:cNvSpPr txBox="1">
              <a:spLocks noChangeArrowheads="1"/>
            </p:cNvSpPr>
            <p:nvPr/>
          </p:nvSpPr>
          <p:spPr bwMode="auto">
            <a:xfrm>
              <a:off x="5316578" y="5169106"/>
              <a:ext cx="508000" cy="2358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algn="ctr" eaLnBrk="1" hangingPunct="1"/>
              <a:r>
                <a:rPr lang="en-IN" sz="933" b="1">
                  <a:solidFill>
                    <a:prstClr val="white"/>
                  </a:solidFill>
                  <a:latin typeface="Calibri" pitchFamily="34" charset="0"/>
                  <a:ea typeface="Calibri" pitchFamily="34" charset="0"/>
                  <a:cs typeface="Calibri" pitchFamily="34" charset="0"/>
                </a:rPr>
                <a:t>10</a:t>
              </a:r>
            </a:p>
          </p:txBody>
        </p:sp>
        <p:sp>
          <p:nvSpPr>
            <p:cNvPr id="71" name="Rectangle 87">
              <a:extLst>
                <a:ext uri="{FF2B5EF4-FFF2-40B4-BE49-F238E27FC236}">
                  <a16:creationId xmlns:a16="http://schemas.microsoft.com/office/drawing/2014/main" id="{5CFC6E09-4BE4-AD3B-33AC-85CE0426512D}"/>
                </a:ext>
              </a:extLst>
            </p:cNvPr>
            <p:cNvSpPr>
              <a:spLocks noChangeArrowheads="1"/>
            </p:cNvSpPr>
            <p:nvPr/>
          </p:nvSpPr>
          <p:spPr bwMode="auto">
            <a:xfrm rot="5400000">
              <a:off x="4737860" y="693721"/>
              <a:ext cx="693211" cy="4533900"/>
            </a:xfrm>
            <a:prstGeom prst="rect">
              <a:avLst/>
            </a:prstGeom>
            <a:noFill/>
            <a:ln w="9525" algn="ctr">
              <a:solidFill>
                <a:schemeClr val="bg2">
                  <a:lumMod val="90000"/>
                </a:schemeClr>
              </a:solidFill>
              <a:round/>
              <a:headEnd/>
              <a:tailEnd/>
            </a:ln>
          </p:spPr>
          <p:txBody>
            <a:bodyPr/>
            <a:lstStyle/>
            <a:p>
              <a:pPr marL="457189" indent="-457189">
                <a:spcBef>
                  <a:spcPct val="20000"/>
                </a:spcBef>
                <a:buClr>
                  <a:srgbClr val="BF1313"/>
                </a:buClr>
                <a:buSzPct val="200000"/>
                <a:buFont typeface="Wingdings 3" pitchFamily="18" charset="2"/>
                <a:buChar char="Ú"/>
              </a:pPr>
              <a:endParaRPr lang="en-IN" sz="3200">
                <a:solidFill>
                  <a:prstClr val="black"/>
                </a:solidFill>
                <a:latin typeface="Arial" charset="0"/>
              </a:endParaRPr>
            </a:p>
          </p:txBody>
        </p:sp>
        <p:sp>
          <p:nvSpPr>
            <p:cNvPr id="72" name="Rectangle 89">
              <a:extLst>
                <a:ext uri="{FF2B5EF4-FFF2-40B4-BE49-F238E27FC236}">
                  <a16:creationId xmlns:a16="http://schemas.microsoft.com/office/drawing/2014/main" id="{3EC4BD9B-3B31-5245-A2EB-5BE2DFBF26E7}"/>
                </a:ext>
              </a:extLst>
            </p:cNvPr>
            <p:cNvSpPr>
              <a:spLocks noChangeArrowheads="1"/>
            </p:cNvSpPr>
            <p:nvPr/>
          </p:nvSpPr>
          <p:spPr bwMode="auto">
            <a:xfrm rot="5400000">
              <a:off x="4783924" y="1365432"/>
              <a:ext cx="601083" cy="4533900"/>
            </a:xfrm>
            <a:prstGeom prst="rect">
              <a:avLst/>
            </a:prstGeom>
            <a:noFill/>
            <a:ln w="9525" algn="ctr">
              <a:solidFill>
                <a:schemeClr val="bg2">
                  <a:lumMod val="90000"/>
                </a:schemeClr>
              </a:solidFill>
              <a:round/>
              <a:headEnd/>
              <a:tailEnd/>
            </a:ln>
          </p:spPr>
          <p:txBody>
            <a:bodyPr/>
            <a:lstStyle/>
            <a:p>
              <a:pPr marL="457189" indent="-457189">
                <a:spcBef>
                  <a:spcPct val="20000"/>
                </a:spcBef>
                <a:buClr>
                  <a:srgbClr val="BF1313"/>
                </a:buClr>
                <a:buSzPct val="200000"/>
                <a:buFont typeface="Wingdings 3" pitchFamily="18" charset="2"/>
                <a:buChar char="Ú"/>
              </a:pPr>
              <a:endParaRPr lang="en-IN" sz="3200">
                <a:solidFill>
                  <a:prstClr val="black"/>
                </a:solidFill>
                <a:latin typeface="Arial" charset="0"/>
              </a:endParaRPr>
            </a:p>
          </p:txBody>
        </p:sp>
        <p:sp>
          <p:nvSpPr>
            <p:cNvPr id="73" name="TextBox 88">
              <a:extLst>
                <a:ext uri="{FF2B5EF4-FFF2-40B4-BE49-F238E27FC236}">
                  <a16:creationId xmlns:a16="http://schemas.microsoft.com/office/drawing/2014/main" id="{4E1D932A-4EA4-48C4-49B3-35A655BBAB04}"/>
                </a:ext>
              </a:extLst>
            </p:cNvPr>
            <p:cNvSpPr txBox="1">
              <a:spLocks noChangeArrowheads="1"/>
            </p:cNvSpPr>
            <p:nvPr/>
          </p:nvSpPr>
          <p:spPr bwMode="auto">
            <a:xfrm>
              <a:off x="6630229" y="2702955"/>
              <a:ext cx="772584"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algn="ctr" eaLnBrk="1" hangingPunct="1"/>
              <a:r>
                <a:rPr lang="en-IN" sz="1200">
                  <a:solidFill>
                    <a:schemeClr val="bg1"/>
                  </a:solidFill>
                  <a:latin typeface="Calibri" pitchFamily="34" charset="0"/>
                  <a:ea typeface="Calibri" pitchFamily="34" charset="0"/>
                  <a:cs typeface="Calibri" pitchFamily="34" charset="0"/>
                </a:rPr>
                <a:t>Service Layer</a:t>
              </a:r>
            </a:p>
          </p:txBody>
        </p:sp>
        <p:sp>
          <p:nvSpPr>
            <p:cNvPr id="74" name="TextBox 90">
              <a:extLst>
                <a:ext uri="{FF2B5EF4-FFF2-40B4-BE49-F238E27FC236}">
                  <a16:creationId xmlns:a16="http://schemas.microsoft.com/office/drawing/2014/main" id="{316848B3-4107-EE22-37AF-2F369A6618C0}"/>
                </a:ext>
              </a:extLst>
            </p:cNvPr>
            <p:cNvSpPr txBox="1">
              <a:spLocks noChangeArrowheads="1"/>
            </p:cNvSpPr>
            <p:nvPr/>
          </p:nvSpPr>
          <p:spPr bwMode="auto">
            <a:xfrm>
              <a:off x="6527583" y="3426856"/>
              <a:ext cx="977900"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algn="ctr" eaLnBrk="1" hangingPunct="1"/>
              <a:r>
                <a:rPr lang="en-IN" sz="1200">
                  <a:solidFill>
                    <a:schemeClr val="bg1"/>
                  </a:solidFill>
                  <a:latin typeface="Calibri" pitchFamily="34" charset="0"/>
                  <a:ea typeface="Calibri" pitchFamily="34" charset="0"/>
                  <a:cs typeface="Calibri" pitchFamily="34" charset="0"/>
                </a:rPr>
                <a:t>Network Layer</a:t>
              </a:r>
            </a:p>
          </p:txBody>
        </p:sp>
        <p:sp>
          <p:nvSpPr>
            <p:cNvPr id="75" name="Rectangle 89">
              <a:extLst>
                <a:ext uri="{FF2B5EF4-FFF2-40B4-BE49-F238E27FC236}">
                  <a16:creationId xmlns:a16="http://schemas.microsoft.com/office/drawing/2014/main" id="{D399E5F2-0EC1-E504-3AE2-964CF299D745}"/>
                </a:ext>
              </a:extLst>
            </p:cNvPr>
            <p:cNvSpPr>
              <a:spLocks noChangeArrowheads="1"/>
            </p:cNvSpPr>
            <p:nvPr/>
          </p:nvSpPr>
          <p:spPr bwMode="auto">
            <a:xfrm rot="5400000">
              <a:off x="4727807" y="2056324"/>
              <a:ext cx="713317" cy="4533900"/>
            </a:xfrm>
            <a:prstGeom prst="rect">
              <a:avLst/>
            </a:prstGeom>
            <a:noFill/>
            <a:ln w="9525" algn="ctr">
              <a:solidFill>
                <a:schemeClr val="bg2">
                  <a:lumMod val="90000"/>
                </a:schemeClr>
              </a:solidFill>
              <a:round/>
              <a:headEnd/>
              <a:tailEnd/>
            </a:ln>
          </p:spPr>
          <p:txBody>
            <a:bodyPr/>
            <a:lstStyle/>
            <a:p>
              <a:pPr marL="457189" indent="-457189">
                <a:spcBef>
                  <a:spcPct val="20000"/>
                </a:spcBef>
                <a:buClr>
                  <a:srgbClr val="BF1313"/>
                </a:buClr>
                <a:buSzPct val="200000"/>
                <a:buFont typeface="Wingdings 3" pitchFamily="18" charset="2"/>
                <a:buChar char="Ú"/>
              </a:pPr>
              <a:endParaRPr lang="en-IN" sz="3200">
                <a:solidFill>
                  <a:prstClr val="black"/>
                </a:solidFill>
                <a:latin typeface="Arial" charset="0"/>
              </a:endParaRPr>
            </a:p>
          </p:txBody>
        </p:sp>
        <p:sp>
          <p:nvSpPr>
            <p:cNvPr id="76" name="Rectangle 49">
              <a:extLst>
                <a:ext uri="{FF2B5EF4-FFF2-40B4-BE49-F238E27FC236}">
                  <a16:creationId xmlns:a16="http://schemas.microsoft.com/office/drawing/2014/main" id="{56DF9ACA-D1A7-DC5B-1D24-68C7E4D2626E}"/>
                </a:ext>
              </a:extLst>
            </p:cNvPr>
            <p:cNvSpPr>
              <a:spLocks noChangeArrowheads="1"/>
            </p:cNvSpPr>
            <p:nvPr/>
          </p:nvSpPr>
          <p:spPr bwMode="auto">
            <a:xfrm rot="5400000">
              <a:off x="2530696" y="2765617"/>
              <a:ext cx="2300816" cy="1727200"/>
            </a:xfrm>
            <a:prstGeom prst="rect">
              <a:avLst/>
            </a:prstGeom>
            <a:solidFill>
              <a:srgbClr val="12ABDB"/>
            </a:solidFill>
            <a:ln w="9525" algn="ctr">
              <a:solidFill>
                <a:schemeClr val="tx1"/>
              </a:solidFill>
              <a:round/>
              <a:headEnd/>
              <a:tailEnd/>
            </a:ln>
          </p:spPr>
          <p:txBody>
            <a:bodyPr/>
            <a:lstStyle/>
            <a:p>
              <a:pPr marL="457189" indent="-457189">
                <a:spcBef>
                  <a:spcPct val="20000"/>
                </a:spcBef>
                <a:buClr>
                  <a:srgbClr val="BF1313"/>
                </a:buClr>
                <a:buSzPct val="200000"/>
                <a:buFont typeface="Wingdings 3" pitchFamily="18" charset="2"/>
                <a:buChar char="Ú"/>
              </a:pPr>
              <a:endParaRPr lang="en-IN" sz="3200">
                <a:solidFill>
                  <a:prstClr val="black"/>
                </a:solidFill>
              </a:endParaRPr>
            </a:p>
          </p:txBody>
        </p:sp>
        <p:grpSp>
          <p:nvGrpSpPr>
            <p:cNvPr id="77" name="Group 76">
              <a:extLst>
                <a:ext uri="{FF2B5EF4-FFF2-40B4-BE49-F238E27FC236}">
                  <a16:creationId xmlns:a16="http://schemas.microsoft.com/office/drawing/2014/main" id="{12AE96B8-6A62-8871-1717-0F5C5775480E}"/>
                </a:ext>
              </a:extLst>
            </p:cNvPr>
            <p:cNvGrpSpPr/>
            <p:nvPr/>
          </p:nvGrpSpPr>
          <p:grpSpPr>
            <a:xfrm>
              <a:off x="2766704" y="1697536"/>
              <a:ext cx="406400" cy="1119716"/>
              <a:chOff x="2095500" y="1554162"/>
              <a:chExt cx="304800" cy="839788"/>
            </a:xfrm>
            <a:solidFill>
              <a:schemeClr val="tx1"/>
            </a:solidFill>
          </p:grpSpPr>
          <p:sp>
            <p:nvSpPr>
              <p:cNvPr id="78" name="Oval 71">
                <a:extLst>
                  <a:ext uri="{FF2B5EF4-FFF2-40B4-BE49-F238E27FC236}">
                    <a16:creationId xmlns:a16="http://schemas.microsoft.com/office/drawing/2014/main" id="{E8407AB5-C7B6-05AE-B3B9-37E99D44BE8A}"/>
                  </a:ext>
                </a:extLst>
              </p:cNvPr>
              <p:cNvSpPr>
                <a:spLocks noChangeArrowheads="1"/>
              </p:cNvSpPr>
              <p:nvPr/>
            </p:nvSpPr>
            <p:spPr bwMode="auto">
              <a:xfrm>
                <a:off x="2095500" y="1554162"/>
                <a:ext cx="304800" cy="298450"/>
              </a:xfrm>
              <a:prstGeom prst="ellipse">
                <a:avLst/>
              </a:prstGeom>
              <a:grpFill/>
              <a:ln>
                <a:noFill/>
              </a:ln>
              <a:extLst>
                <a:ext uri="{91240B29-F687-4F45-9708-019B960494DF}">
                  <a14:hiddenLine xmlns:a14="http://schemas.microsoft.com/office/drawing/2010/main" w="9525" algn="ctr">
                    <a:solidFill>
                      <a:srgbClr val="000000"/>
                    </a:solidFill>
                    <a:round/>
                    <a:headEnd/>
                    <a:tailEnd/>
                  </a14:hiddenLine>
                </a:ext>
              </a:extLst>
            </p:spPr>
            <p:txBody>
              <a:bodyPr/>
              <a:lstStyle/>
              <a:p>
                <a:pPr marL="457189" indent="-457189">
                  <a:spcBef>
                    <a:spcPct val="20000"/>
                  </a:spcBef>
                  <a:buClr>
                    <a:srgbClr val="BF1313"/>
                  </a:buClr>
                  <a:buSzPct val="200000"/>
                  <a:buFont typeface="Wingdings 3" pitchFamily="18" charset="2"/>
                  <a:buChar char="Ú"/>
                </a:pPr>
                <a:endParaRPr lang="en-IN" sz="3200">
                  <a:solidFill>
                    <a:prstClr val="black"/>
                  </a:solidFill>
                  <a:latin typeface="Arial" charset="0"/>
                </a:endParaRPr>
              </a:p>
            </p:txBody>
          </p:sp>
          <p:sp>
            <p:nvSpPr>
              <p:cNvPr id="79" name="TextBox 72">
                <a:extLst>
                  <a:ext uri="{FF2B5EF4-FFF2-40B4-BE49-F238E27FC236}">
                    <a16:creationId xmlns:a16="http://schemas.microsoft.com/office/drawing/2014/main" id="{F9647558-727F-E1F1-4500-9222D9686D15}"/>
                  </a:ext>
                </a:extLst>
              </p:cNvPr>
              <p:cNvSpPr txBox="1">
                <a:spLocks noChangeArrowheads="1"/>
              </p:cNvSpPr>
              <p:nvPr/>
            </p:nvSpPr>
            <p:spPr bwMode="auto">
              <a:xfrm>
                <a:off x="2122729" y="1620853"/>
                <a:ext cx="228600" cy="176924"/>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algn="ctr" eaLnBrk="1" hangingPunct="1"/>
                <a:r>
                  <a:rPr lang="en-IN" sz="933" b="1">
                    <a:solidFill>
                      <a:prstClr val="white"/>
                    </a:solidFill>
                    <a:latin typeface="Calibri" pitchFamily="34" charset="0"/>
                    <a:ea typeface="Calibri" pitchFamily="34" charset="0"/>
                    <a:cs typeface="Calibri" pitchFamily="34" charset="0"/>
                  </a:rPr>
                  <a:t>2</a:t>
                </a:r>
              </a:p>
            </p:txBody>
          </p:sp>
          <p:sp>
            <p:nvSpPr>
              <p:cNvPr id="80" name="Oval 73">
                <a:extLst>
                  <a:ext uri="{FF2B5EF4-FFF2-40B4-BE49-F238E27FC236}">
                    <a16:creationId xmlns:a16="http://schemas.microsoft.com/office/drawing/2014/main" id="{AF4D2021-52CC-7AB6-E5D8-EB67DDE8C95C}"/>
                  </a:ext>
                </a:extLst>
              </p:cNvPr>
              <p:cNvSpPr>
                <a:spLocks noChangeArrowheads="1"/>
              </p:cNvSpPr>
              <p:nvPr/>
            </p:nvSpPr>
            <p:spPr bwMode="auto">
              <a:xfrm>
                <a:off x="2095500" y="2095500"/>
                <a:ext cx="304800" cy="298450"/>
              </a:xfrm>
              <a:prstGeom prst="ellipse">
                <a:avLst/>
              </a:prstGeom>
              <a:grpFill/>
              <a:ln>
                <a:noFill/>
              </a:ln>
              <a:extLst>
                <a:ext uri="{91240B29-F687-4F45-9708-019B960494DF}">
                  <a14:hiddenLine xmlns:a14="http://schemas.microsoft.com/office/drawing/2010/main" w="9525" algn="ctr">
                    <a:solidFill>
                      <a:srgbClr val="000000"/>
                    </a:solidFill>
                    <a:round/>
                    <a:headEnd/>
                    <a:tailEnd/>
                  </a14:hiddenLine>
                </a:ext>
              </a:extLst>
            </p:spPr>
            <p:txBody>
              <a:bodyPr/>
              <a:lstStyle/>
              <a:p>
                <a:pPr marL="457189" indent="-457189">
                  <a:spcBef>
                    <a:spcPct val="20000"/>
                  </a:spcBef>
                  <a:buClr>
                    <a:srgbClr val="BF1313"/>
                  </a:buClr>
                  <a:buSzPct val="200000"/>
                  <a:buFont typeface="Wingdings 3" pitchFamily="18" charset="2"/>
                  <a:buChar char="Ú"/>
                </a:pPr>
                <a:endParaRPr lang="en-IN" sz="3200">
                  <a:solidFill>
                    <a:prstClr val="black"/>
                  </a:solidFill>
                  <a:latin typeface="Arial" charset="0"/>
                </a:endParaRPr>
              </a:p>
            </p:txBody>
          </p:sp>
          <p:sp>
            <p:nvSpPr>
              <p:cNvPr id="81" name="TextBox 74">
                <a:extLst>
                  <a:ext uri="{FF2B5EF4-FFF2-40B4-BE49-F238E27FC236}">
                    <a16:creationId xmlns:a16="http://schemas.microsoft.com/office/drawing/2014/main" id="{E9A05C7D-4F74-48E4-9A03-24943FAF6AEE}"/>
                  </a:ext>
                </a:extLst>
              </p:cNvPr>
              <p:cNvSpPr txBox="1">
                <a:spLocks noChangeArrowheads="1"/>
              </p:cNvSpPr>
              <p:nvPr/>
            </p:nvSpPr>
            <p:spPr bwMode="auto">
              <a:xfrm>
                <a:off x="2133600" y="2159000"/>
                <a:ext cx="228600" cy="176924"/>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algn="ctr" eaLnBrk="1" hangingPunct="1"/>
                <a:r>
                  <a:rPr lang="en-IN" sz="933" b="1">
                    <a:solidFill>
                      <a:prstClr val="white"/>
                    </a:solidFill>
                    <a:latin typeface="Calibri" pitchFamily="34" charset="0"/>
                    <a:ea typeface="Calibri" pitchFamily="34" charset="0"/>
                    <a:cs typeface="Calibri" pitchFamily="34" charset="0"/>
                  </a:rPr>
                  <a:t>6</a:t>
                </a:r>
              </a:p>
            </p:txBody>
          </p:sp>
        </p:grpSp>
        <p:sp>
          <p:nvSpPr>
            <p:cNvPr id="82" name="Rectangle 51">
              <a:extLst>
                <a:ext uri="{FF2B5EF4-FFF2-40B4-BE49-F238E27FC236}">
                  <a16:creationId xmlns:a16="http://schemas.microsoft.com/office/drawing/2014/main" id="{A6197B5A-A524-9FE2-2540-A7F9C12D453A}"/>
                </a:ext>
              </a:extLst>
            </p:cNvPr>
            <p:cNvSpPr>
              <a:spLocks noChangeArrowheads="1"/>
            </p:cNvSpPr>
            <p:nvPr/>
          </p:nvSpPr>
          <p:spPr bwMode="auto">
            <a:xfrm rot="5400000">
              <a:off x="4003896" y="3121217"/>
              <a:ext cx="2300816" cy="1016000"/>
            </a:xfrm>
            <a:prstGeom prst="rect">
              <a:avLst/>
            </a:prstGeom>
            <a:solidFill>
              <a:srgbClr val="12ABDB"/>
            </a:solidFill>
            <a:ln w="9525" algn="ctr">
              <a:solidFill>
                <a:schemeClr val="tx1"/>
              </a:solidFill>
              <a:round/>
              <a:headEnd/>
              <a:tailEnd/>
            </a:ln>
          </p:spPr>
          <p:txBody>
            <a:bodyPr/>
            <a:lstStyle/>
            <a:p>
              <a:pPr marL="457189" indent="-457189">
                <a:spcBef>
                  <a:spcPct val="20000"/>
                </a:spcBef>
                <a:buClr>
                  <a:srgbClr val="BF1313"/>
                </a:buClr>
                <a:buSzPct val="200000"/>
                <a:buFont typeface="Wingdings 3" pitchFamily="18" charset="2"/>
                <a:buChar char="Ú"/>
              </a:pPr>
              <a:endParaRPr lang="en-IN" sz="3200">
                <a:solidFill>
                  <a:prstClr val="black"/>
                </a:solidFill>
                <a:latin typeface="Arial" charset="0"/>
              </a:endParaRPr>
            </a:p>
          </p:txBody>
        </p:sp>
        <p:sp>
          <p:nvSpPr>
            <p:cNvPr id="83" name="Rectangle 52">
              <a:extLst>
                <a:ext uri="{FF2B5EF4-FFF2-40B4-BE49-F238E27FC236}">
                  <a16:creationId xmlns:a16="http://schemas.microsoft.com/office/drawing/2014/main" id="{4CBA6032-BB24-5C80-1B32-F432300A3362}"/>
                </a:ext>
              </a:extLst>
            </p:cNvPr>
            <p:cNvSpPr>
              <a:spLocks noChangeArrowheads="1"/>
            </p:cNvSpPr>
            <p:nvPr/>
          </p:nvSpPr>
          <p:spPr bwMode="auto">
            <a:xfrm rot="5400000">
              <a:off x="5053762" y="3177642"/>
              <a:ext cx="2300817" cy="880533"/>
            </a:xfrm>
            <a:prstGeom prst="rect">
              <a:avLst/>
            </a:prstGeom>
            <a:solidFill>
              <a:srgbClr val="12ABDB"/>
            </a:solidFill>
            <a:ln w="9525" algn="ctr">
              <a:solidFill>
                <a:schemeClr val="tx1"/>
              </a:solidFill>
              <a:round/>
              <a:headEnd/>
              <a:tailEnd/>
            </a:ln>
          </p:spPr>
          <p:txBody>
            <a:bodyPr/>
            <a:lstStyle/>
            <a:p>
              <a:pPr marL="457189" indent="-457189">
                <a:spcBef>
                  <a:spcPct val="20000"/>
                </a:spcBef>
                <a:buClr>
                  <a:srgbClr val="BF1313"/>
                </a:buClr>
                <a:buSzPct val="200000"/>
                <a:buFont typeface="Wingdings 3" pitchFamily="18" charset="2"/>
                <a:buChar char="Ú"/>
              </a:pPr>
              <a:endParaRPr lang="en-IN" sz="3200">
                <a:solidFill>
                  <a:prstClr val="black"/>
                </a:solidFill>
                <a:latin typeface="Arial" charset="0"/>
              </a:endParaRPr>
            </a:p>
          </p:txBody>
        </p:sp>
        <p:grpSp>
          <p:nvGrpSpPr>
            <p:cNvPr id="84" name="Group 83">
              <a:extLst>
                <a:ext uri="{FF2B5EF4-FFF2-40B4-BE49-F238E27FC236}">
                  <a16:creationId xmlns:a16="http://schemas.microsoft.com/office/drawing/2014/main" id="{C8548A32-1621-CD5A-B6FA-AD2CAD9B40F2}"/>
                </a:ext>
              </a:extLst>
            </p:cNvPr>
            <p:cNvGrpSpPr/>
            <p:nvPr/>
          </p:nvGrpSpPr>
          <p:grpSpPr>
            <a:xfrm>
              <a:off x="4580990" y="2398156"/>
              <a:ext cx="1537063" cy="419100"/>
              <a:chOff x="3456215" y="2085975"/>
              <a:chExt cx="1152797" cy="314325"/>
            </a:xfrm>
            <a:solidFill>
              <a:schemeClr val="tx1"/>
            </a:solidFill>
          </p:grpSpPr>
          <p:sp>
            <p:nvSpPr>
              <p:cNvPr id="85" name="Oval 75">
                <a:extLst>
                  <a:ext uri="{FF2B5EF4-FFF2-40B4-BE49-F238E27FC236}">
                    <a16:creationId xmlns:a16="http://schemas.microsoft.com/office/drawing/2014/main" id="{2A298CBC-DF0A-6501-0142-508E610050C9}"/>
                  </a:ext>
                </a:extLst>
              </p:cNvPr>
              <p:cNvSpPr>
                <a:spLocks noChangeArrowheads="1"/>
              </p:cNvSpPr>
              <p:nvPr/>
            </p:nvSpPr>
            <p:spPr bwMode="auto">
              <a:xfrm>
                <a:off x="3456215" y="2085975"/>
                <a:ext cx="304800" cy="298450"/>
              </a:xfrm>
              <a:prstGeom prst="ellipse">
                <a:avLst/>
              </a:prstGeom>
              <a:grpFill/>
              <a:ln>
                <a:noFill/>
              </a:ln>
              <a:extLst>
                <a:ext uri="{91240B29-F687-4F45-9708-019B960494DF}">
                  <a14:hiddenLine xmlns:a14="http://schemas.microsoft.com/office/drawing/2010/main" w="9525" algn="ctr">
                    <a:solidFill>
                      <a:srgbClr val="000000"/>
                    </a:solidFill>
                    <a:round/>
                    <a:headEnd/>
                    <a:tailEnd/>
                  </a14:hiddenLine>
                </a:ext>
              </a:extLst>
            </p:spPr>
            <p:txBody>
              <a:bodyPr/>
              <a:lstStyle/>
              <a:p>
                <a:pPr marL="457189" indent="-457189">
                  <a:spcBef>
                    <a:spcPct val="20000"/>
                  </a:spcBef>
                  <a:buClr>
                    <a:srgbClr val="BF1313"/>
                  </a:buClr>
                  <a:buSzPct val="200000"/>
                  <a:buFont typeface="Wingdings 3" pitchFamily="18" charset="2"/>
                  <a:buChar char="Ú"/>
                </a:pPr>
                <a:endParaRPr lang="en-IN" sz="3200">
                  <a:solidFill>
                    <a:prstClr val="black"/>
                  </a:solidFill>
                  <a:latin typeface="Arial" charset="0"/>
                </a:endParaRPr>
              </a:p>
            </p:txBody>
          </p:sp>
          <p:sp>
            <p:nvSpPr>
              <p:cNvPr id="86" name="TextBox 76">
                <a:extLst>
                  <a:ext uri="{FF2B5EF4-FFF2-40B4-BE49-F238E27FC236}">
                    <a16:creationId xmlns:a16="http://schemas.microsoft.com/office/drawing/2014/main" id="{A9C7CBF9-F336-640C-9921-184391CF3AE7}"/>
                  </a:ext>
                </a:extLst>
              </p:cNvPr>
              <p:cNvSpPr txBox="1">
                <a:spLocks noChangeArrowheads="1"/>
              </p:cNvSpPr>
              <p:nvPr/>
            </p:nvSpPr>
            <p:spPr bwMode="auto">
              <a:xfrm>
                <a:off x="3494315" y="2147887"/>
                <a:ext cx="228600" cy="176924"/>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algn="ctr" eaLnBrk="1" hangingPunct="1"/>
                <a:r>
                  <a:rPr lang="en-IN" sz="933" b="1">
                    <a:solidFill>
                      <a:prstClr val="white"/>
                    </a:solidFill>
                    <a:latin typeface="Calibri" pitchFamily="34" charset="0"/>
                    <a:ea typeface="Calibri" pitchFamily="34" charset="0"/>
                    <a:cs typeface="Calibri" pitchFamily="34" charset="0"/>
                  </a:rPr>
                  <a:t>7</a:t>
                </a:r>
              </a:p>
            </p:txBody>
          </p:sp>
          <p:sp>
            <p:nvSpPr>
              <p:cNvPr id="87" name="Oval 77">
                <a:extLst>
                  <a:ext uri="{FF2B5EF4-FFF2-40B4-BE49-F238E27FC236}">
                    <a16:creationId xmlns:a16="http://schemas.microsoft.com/office/drawing/2014/main" id="{79849B75-A3BF-37CC-8F85-5402B7B92542}"/>
                  </a:ext>
                </a:extLst>
              </p:cNvPr>
              <p:cNvSpPr>
                <a:spLocks noChangeArrowheads="1"/>
              </p:cNvSpPr>
              <p:nvPr/>
            </p:nvSpPr>
            <p:spPr bwMode="auto">
              <a:xfrm>
                <a:off x="4304212" y="2101850"/>
                <a:ext cx="304800" cy="298450"/>
              </a:xfrm>
              <a:prstGeom prst="ellipse">
                <a:avLst/>
              </a:prstGeom>
              <a:grpFill/>
              <a:ln>
                <a:noFill/>
              </a:ln>
              <a:extLst>
                <a:ext uri="{91240B29-F687-4F45-9708-019B960494DF}">
                  <a14:hiddenLine xmlns:a14="http://schemas.microsoft.com/office/drawing/2010/main" w="9525" algn="ctr">
                    <a:solidFill>
                      <a:srgbClr val="000000"/>
                    </a:solidFill>
                    <a:round/>
                    <a:headEnd/>
                    <a:tailEnd/>
                  </a14:hiddenLine>
                </a:ext>
              </a:extLst>
            </p:spPr>
            <p:txBody>
              <a:bodyPr/>
              <a:lstStyle/>
              <a:p>
                <a:pPr marL="457189" indent="-457189">
                  <a:spcBef>
                    <a:spcPct val="20000"/>
                  </a:spcBef>
                  <a:buClr>
                    <a:srgbClr val="BF1313"/>
                  </a:buClr>
                  <a:buSzPct val="200000"/>
                  <a:buFont typeface="Wingdings 3" pitchFamily="18" charset="2"/>
                  <a:buChar char="Ú"/>
                </a:pPr>
                <a:endParaRPr lang="en-IN" sz="3200">
                  <a:solidFill>
                    <a:prstClr val="black"/>
                  </a:solidFill>
                  <a:latin typeface="Arial" charset="0"/>
                </a:endParaRPr>
              </a:p>
            </p:txBody>
          </p:sp>
          <p:sp>
            <p:nvSpPr>
              <p:cNvPr id="88" name="TextBox 78">
                <a:extLst>
                  <a:ext uri="{FF2B5EF4-FFF2-40B4-BE49-F238E27FC236}">
                    <a16:creationId xmlns:a16="http://schemas.microsoft.com/office/drawing/2014/main" id="{CEDF4EF4-31FE-952A-9ECD-0B9508F07BAB}"/>
                  </a:ext>
                </a:extLst>
              </p:cNvPr>
              <p:cNvSpPr txBox="1">
                <a:spLocks noChangeArrowheads="1"/>
              </p:cNvSpPr>
              <p:nvPr/>
            </p:nvSpPr>
            <p:spPr bwMode="auto">
              <a:xfrm>
                <a:off x="4342312" y="2163762"/>
                <a:ext cx="228600" cy="176924"/>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algn="ctr" eaLnBrk="1" hangingPunct="1"/>
                <a:r>
                  <a:rPr lang="en-IN" sz="933" b="1">
                    <a:solidFill>
                      <a:prstClr val="white"/>
                    </a:solidFill>
                    <a:latin typeface="Calibri" pitchFamily="34" charset="0"/>
                    <a:ea typeface="Calibri" pitchFamily="34" charset="0"/>
                    <a:cs typeface="Calibri" pitchFamily="34" charset="0"/>
                  </a:rPr>
                  <a:t>8</a:t>
                </a:r>
              </a:p>
            </p:txBody>
          </p:sp>
        </p:grpSp>
        <p:sp>
          <p:nvSpPr>
            <p:cNvPr id="89" name="TextBox 53">
              <a:extLst>
                <a:ext uri="{FF2B5EF4-FFF2-40B4-BE49-F238E27FC236}">
                  <a16:creationId xmlns:a16="http://schemas.microsoft.com/office/drawing/2014/main" id="{4CA44092-E99B-1406-6D94-40B780AE519E}"/>
                </a:ext>
              </a:extLst>
            </p:cNvPr>
            <p:cNvSpPr txBox="1">
              <a:spLocks noChangeArrowheads="1"/>
            </p:cNvSpPr>
            <p:nvPr/>
          </p:nvSpPr>
          <p:spPr bwMode="auto">
            <a:xfrm>
              <a:off x="4678577" y="3328441"/>
              <a:ext cx="1016000"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algn="ctr" eaLnBrk="1" hangingPunct="1"/>
              <a:r>
                <a:rPr lang="en-IN" sz="1200" b="1">
                  <a:solidFill>
                    <a:schemeClr val="bg1"/>
                  </a:solidFill>
                  <a:latin typeface="Calibri" pitchFamily="34" charset="0"/>
                  <a:ea typeface="Calibri" pitchFamily="34" charset="0"/>
                  <a:cs typeface="Calibri" pitchFamily="34" charset="0"/>
                </a:rPr>
                <a:t>Service Assurance</a:t>
              </a:r>
            </a:p>
          </p:txBody>
        </p:sp>
        <p:sp>
          <p:nvSpPr>
            <p:cNvPr id="90" name="TextBox 54">
              <a:extLst>
                <a:ext uri="{FF2B5EF4-FFF2-40B4-BE49-F238E27FC236}">
                  <a16:creationId xmlns:a16="http://schemas.microsoft.com/office/drawing/2014/main" id="{A867DBDD-4F77-2029-85A1-B7A7BC8D310B}"/>
                </a:ext>
              </a:extLst>
            </p:cNvPr>
            <p:cNvSpPr txBox="1">
              <a:spLocks noChangeArrowheads="1"/>
            </p:cNvSpPr>
            <p:nvPr/>
          </p:nvSpPr>
          <p:spPr bwMode="auto">
            <a:xfrm>
              <a:off x="5763904" y="3466348"/>
              <a:ext cx="1016000" cy="2769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algn="ctr" eaLnBrk="1" hangingPunct="1"/>
              <a:r>
                <a:rPr lang="en-IN" sz="1200" b="1">
                  <a:solidFill>
                    <a:schemeClr val="bg1"/>
                  </a:solidFill>
                  <a:latin typeface="Calibri" pitchFamily="34" charset="0"/>
                  <a:ea typeface="Calibri" pitchFamily="34" charset="0"/>
                  <a:cs typeface="Calibri" pitchFamily="34" charset="0"/>
                </a:rPr>
                <a:t>Billing</a:t>
              </a:r>
            </a:p>
          </p:txBody>
        </p:sp>
        <p:sp>
          <p:nvSpPr>
            <p:cNvPr id="91" name="TextBox 50">
              <a:extLst>
                <a:ext uri="{FF2B5EF4-FFF2-40B4-BE49-F238E27FC236}">
                  <a16:creationId xmlns:a16="http://schemas.microsoft.com/office/drawing/2014/main" id="{EF348B38-B10A-F06B-C4FB-5A00114B6CB0}"/>
                </a:ext>
              </a:extLst>
            </p:cNvPr>
            <p:cNvSpPr txBox="1">
              <a:spLocks noChangeArrowheads="1"/>
            </p:cNvSpPr>
            <p:nvPr/>
          </p:nvSpPr>
          <p:spPr bwMode="auto">
            <a:xfrm>
              <a:off x="2817504" y="3341141"/>
              <a:ext cx="1727200"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algn="ctr" eaLnBrk="1" hangingPunct="1"/>
              <a:r>
                <a:rPr lang="en-IN" sz="1200" b="1">
                  <a:solidFill>
                    <a:schemeClr val="bg1"/>
                  </a:solidFill>
                  <a:latin typeface="Calibri" pitchFamily="34" charset="0"/>
                  <a:ea typeface="Calibri" pitchFamily="34" charset="0"/>
                  <a:cs typeface="Calibri" pitchFamily="34" charset="0"/>
                </a:rPr>
                <a:t>Operational Readiness &amp; Service Fulfilment</a:t>
              </a:r>
            </a:p>
          </p:txBody>
        </p:sp>
        <p:sp>
          <p:nvSpPr>
            <p:cNvPr id="92" name="TextBox 91">
              <a:extLst>
                <a:ext uri="{FF2B5EF4-FFF2-40B4-BE49-F238E27FC236}">
                  <a16:creationId xmlns:a16="http://schemas.microsoft.com/office/drawing/2014/main" id="{58E0E151-1ABA-3938-B72E-6865E9164622}"/>
                </a:ext>
              </a:extLst>
            </p:cNvPr>
            <p:cNvSpPr txBox="1">
              <a:spLocks noChangeArrowheads="1"/>
            </p:cNvSpPr>
            <p:nvPr/>
          </p:nvSpPr>
          <p:spPr bwMode="auto">
            <a:xfrm>
              <a:off x="6527583" y="4074634"/>
              <a:ext cx="977900"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algn="ctr" eaLnBrk="1" hangingPunct="1"/>
              <a:r>
                <a:rPr lang="en-IN" sz="1200">
                  <a:solidFill>
                    <a:schemeClr val="bg1"/>
                  </a:solidFill>
                  <a:latin typeface="Calibri" pitchFamily="34" charset="0"/>
                  <a:ea typeface="Calibri" pitchFamily="34" charset="0"/>
                  <a:cs typeface="Calibri" pitchFamily="34" charset="0"/>
                </a:rPr>
                <a:t>Supplier Layer</a:t>
              </a:r>
            </a:p>
          </p:txBody>
        </p:sp>
        <p:sp>
          <p:nvSpPr>
            <p:cNvPr id="100" name="Rectangle 99">
              <a:extLst>
                <a:ext uri="{FF2B5EF4-FFF2-40B4-BE49-F238E27FC236}">
                  <a16:creationId xmlns:a16="http://schemas.microsoft.com/office/drawing/2014/main" id="{BD7E6234-9DB7-D6AD-5C7A-6B54BC902122}"/>
                </a:ext>
              </a:extLst>
            </p:cNvPr>
            <p:cNvSpPr/>
            <p:nvPr/>
          </p:nvSpPr>
          <p:spPr>
            <a:xfrm>
              <a:off x="646645" y="5064331"/>
              <a:ext cx="6704771" cy="1226648"/>
            </a:xfrm>
            <a:prstGeom prst="rect">
              <a:avLst/>
            </a:prstGeom>
            <a:noFill/>
            <a:ln>
              <a:solidFill>
                <a:srgbClr val="0F6A73"/>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sz="1600" err="1"/>
            </a:p>
          </p:txBody>
        </p:sp>
      </p:grpSp>
      <p:sp>
        <p:nvSpPr>
          <p:cNvPr id="102" name="Parallelogram 101">
            <a:extLst>
              <a:ext uri="{FF2B5EF4-FFF2-40B4-BE49-F238E27FC236}">
                <a16:creationId xmlns:a16="http://schemas.microsoft.com/office/drawing/2014/main" id="{FD70D6AF-CCFF-6BA2-09E7-78FCC9BF18A5}"/>
              </a:ext>
            </a:extLst>
          </p:cNvPr>
          <p:cNvSpPr/>
          <p:nvPr/>
        </p:nvSpPr>
        <p:spPr>
          <a:xfrm>
            <a:off x="8330969" y="2784912"/>
            <a:ext cx="1344921" cy="336800"/>
          </a:xfrm>
          <a:prstGeom prst="parallelogram">
            <a:avLst/>
          </a:prstGeom>
          <a:solidFill>
            <a:schemeClr val="tx2">
              <a:lumMod val="50000"/>
              <a:lumOff val="50000"/>
            </a:schemeClr>
          </a:solidFill>
          <a:ln>
            <a:noFill/>
          </a:ln>
          <a:extLst>
            <a:ext uri="{91240B29-F687-4F45-9708-019B960494DF}">
              <a14:hiddenLine xmlns:a14="http://schemas.microsoft.com/office/drawing/2010/main" w="9525" algn="ctr">
                <a:solidFill>
                  <a:srgbClr val="000000"/>
                </a:solidFill>
                <a:round/>
                <a:headEnd/>
                <a:tailEnd/>
              </a14:hiddenLine>
            </a:ext>
          </a:extLst>
        </p:spPr>
        <p:txBody>
          <a:bodyPr/>
          <a:lstStyle/>
          <a:p>
            <a:pPr>
              <a:spcBef>
                <a:spcPct val="20000"/>
              </a:spcBef>
              <a:buClr>
                <a:srgbClr val="BF1313"/>
              </a:buClr>
              <a:buSzPct val="200000"/>
            </a:pPr>
            <a:endParaRPr lang="en-IN" sz="3200" err="1">
              <a:solidFill>
                <a:schemeClr val="bg1"/>
              </a:solidFill>
              <a:latin typeface="Arial" charset="0"/>
            </a:endParaRPr>
          </a:p>
        </p:txBody>
      </p:sp>
      <p:sp>
        <p:nvSpPr>
          <p:cNvPr id="103" name="TextBox 7">
            <a:extLst>
              <a:ext uri="{FF2B5EF4-FFF2-40B4-BE49-F238E27FC236}">
                <a16:creationId xmlns:a16="http://schemas.microsoft.com/office/drawing/2014/main" id="{4DFD8AF8-4E9A-7D57-AB74-D4EF95C4A844}"/>
              </a:ext>
            </a:extLst>
          </p:cNvPr>
          <p:cNvSpPr txBox="1">
            <a:spLocks noChangeArrowheads="1"/>
          </p:cNvSpPr>
          <p:nvPr/>
        </p:nvSpPr>
        <p:spPr bwMode="auto">
          <a:xfrm>
            <a:off x="8478310" y="2815353"/>
            <a:ext cx="1016000" cy="25654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algn="ctr" eaLnBrk="1" hangingPunct="1"/>
            <a:r>
              <a:rPr lang="en-IN" sz="1067" b="1">
                <a:solidFill>
                  <a:schemeClr val="bg1"/>
                </a:solidFill>
                <a:latin typeface="Calibri" pitchFamily="34" charset="0"/>
                <a:ea typeface="Calibri" pitchFamily="34" charset="0"/>
                <a:cs typeface="Calibri" pitchFamily="34" charset="0"/>
              </a:rPr>
              <a:t>Sales</a:t>
            </a:r>
          </a:p>
        </p:txBody>
      </p:sp>
      <p:sp>
        <p:nvSpPr>
          <p:cNvPr id="104" name="Parallelogram 103">
            <a:extLst>
              <a:ext uri="{FF2B5EF4-FFF2-40B4-BE49-F238E27FC236}">
                <a16:creationId xmlns:a16="http://schemas.microsoft.com/office/drawing/2014/main" id="{EAB38577-9F58-CE6F-0530-FC6016117F52}"/>
              </a:ext>
            </a:extLst>
          </p:cNvPr>
          <p:cNvSpPr/>
          <p:nvPr/>
        </p:nvSpPr>
        <p:spPr>
          <a:xfrm>
            <a:off x="8303904" y="3516574"/>
            <a:ext cx="1344921" cy="336800"/>
          </a:xfrm>
          <a:prstGeom prst="parallelogram">
            <a:avLst/>
          </a:prstGeom>
          <a:solidFill>
            <a:schemeClr val="tx2">
              <a:lumMod val="50000"/>
              <a:lumOff val="50000"/>
            </a:schemeClr>
          </a:solidFill>
          <a:ln>
            <a:noFill/>
          </a:ln>
          <a:extLst>
            <a:ext uri="{91240B29-F687-4F45-9708-019B960494DF}">
              <a14:hiddenLine xmlns:a14="http://schemas.microsoft.com/office/drawing/2010/main" w="9525" algn="ctr">
                <a:solidFill>
                  <a:srgbClr val="000000"/>
                </a:solidFill>
                <a:round/>
                <a:headEnd/>
                <a:tailEnd/>
              </a14:hiddenLine>
            </a:ext>
          </a:extLst>
        </p:spPr>
        <p:txBody>
          <a:bodyPr/>
          <a:lstStyle/>
          <a:p>
            <a:pPr>
              <a:spcBef>
                <a:spcPct val="20000"/>
              </a:spcBef>
              <a:buClr>
                <a:srgbClr val="BF1313"/>
              </a:buClr>
              <a:buSzPct val="200000"/>
            </a:pPr>
            <a:endParaRPr lang="en-IN" sz="3200" err="1">
              <a:solidFill>
                <a:schemeClr val="bg1"/>
              </a:solidFill>
              <a:latin typeface="Arial" charset="0"/>
            </a:endParaRPr>
          </a:p>
        </p:txBody>
      </p:sp>
      <p:sp>
        <p:nvSpPr>
          <p:cNvPr id="105" name="TextBox 7">
            <a:extLst>
              <a:ext uri="{FF2B5EF4-FFF2-40B4-BE49-F238E27FC236}">
                <a16:creationId xmlns:a16="http://schemas.microsoft.com/office/drawing/2014/main" id="{C3BA881F-B70E-D418-623D-9A51C10CCC21}"/>
              </a:ext>
            </a:extLst>
          </p:cNvPr>
          <p:cNvSpPr txBox="1">
            <a:spLocks noChangeArrowheads="1"/>
          </p:cNvSpPr>
          <p:nvPr/>
        </p:nvSpPr>
        <p:spPr bwMode="auto">
          <a:xfrm>
            <a:off x="8348780" y="3568331"/>
            <a:ext cx="1275059" cy="25654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algn="ctr" eaLnBrk="1" hangingPunct="1"/>
            <a:r>
              <a:rPr lang="en-IN" sz="1067" b="1">
                <a:solidFill>
                  <a:schemeClr val="bg1"/>
                </a:solidFill>
                <a:latin typeface="Calibri" pitchFamily="34" charset="0"/>
                <a:ea typeface="Calibri" pitchFamily="34" charset="0"/>
                <a:cs typeface="Calibri" pitchFamily="34" charset="0"/>
              </a:rPr>
              <a:t>Cost of Goods Sold</a:t>
            </a:r>
          </a:p>
        </p:txBody>
      </p:sp>
      <p:sp>
        <p:nvSpPr>
          <p:cNvPr id="106" name="Parallelogram 105">
            <a:extLst>
              <a:ext uri="{FF2B5EF4-FFF2-40B4-BE49-F238E27FC236}">
                <a16:creationId xmlns:a16="http://schemas.microsoft.com/office/drawing/2014/main" id="{B8C78A82-AC91-D30E-373B-DB2083ACB2CF}"/>
              </a:ext>
            </a:extLst>
          </p:cNvPr>
          <p:cNvSpPr/>
          <p:nvPr/>
        </p:nvSpPr>
        <p:spPr>
          <a:xfrm>
            <a:off x="8340325" y="4174094"/>
            <a:ext cx="1344921" cy="336800"/>
          </a:xfrm>
          <a:prstGeom prst="parallelogram">
            <a:avLst/>
          </a:prstGeom>
          <a:solidFill>
            <a:schemeClr val="tx2">
              <a:lumMod val="50000"/>
              <a:lumOff val="50000"/>
            </a:schemeClr>
          </a:solidFill>
          <a:ln>
            <a:noFill/>
          </a:ln>
          <a:extLst>
            <a:ext uri="{91240B29-F687-4F45-9708-019B960494DF}">
              <a14:hiddenLine xmlns:a14="http://schemas.microsoft.com/office/drawing/2010/main" w="9525" algn="ctr">
                <a:solidFill>
                  <a:srgbClr val="000000"/>
                </a:solidFill>
                <a:round/>
                <a:headEnd/>
                <a:tailEnd/>
              </a14:hiddenLine>
            </a:ext>
          </a:extLst>
        </p:spPr>
        <p:txBody>
          <a:bodyPr/>
          <a:lstStyle/>
          <a:p>
            <a:pPr>
              <a:spcBef>
                <a:spcPct val="20000"/>
              </a:spcBef>
              <a:buClr>
                <a:srgbClr val="BF1313"/>
              </a:buClr>
              <a:buSzPct val="200000"/>
            </a:pPr>
            <a:endParaRPr lang="en-IN" sz="3200" err="1">
              <a:solidFill>
                <a:schemeClr val="bg1"/>
              </a:solidFill>
              <a:latin typeface="Arial" charset="0"/>
            </a:endParaRPr>
          </a:p>
        </p:txBody>
      </p:sp>
      <p:sp>
        <p:nvSpPr>
          <p:cNvPr id="107" name="TextBox 7">
            <a:extLst>
              <a:ext uri="{FF2B5EF4-FFF2-40B4-BE49-F238E27FC236}">
                <a16:creationId xmlns:a16="http://schemas.microsoft.com/office/drawing/2014/main" id="{F2E13F9F-E5E9-E5AD-AF61-68966293817D}"/>
              </a:ext>
            </a:extLst>
          </p:cNvPr>
          <p:cNvSpPr txBox="1">
            <a:spLocks noChangeArrowheads="1"/>
          </p:cNvSpPr>
          <p:nvPr/>
        </p:nvSpPr>
        <p:spPr bwMode="auto">
          <a:xfrm>
            <a:off x="8487666" y="4204535"/>
            <a:ext cx="1016000" cy="25654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algn="ctr" eaLnBrk="1" hangingPunct="1"/>
            <a:r>
              <a:rPr lang="en-IN" sz="1067" b="1">
                <a:solidFill>
                  <a:schemeClr val="bg1"/>
                </a:solidFill>
                <a:latin typeface="Calibri" pitchFamily="34" charset="0"/>
                <a:ea typeface="Calibri" pitchFamily="34" charset="0"/>
                <a:cs typeface="Calibri" pitchFamily="34" charset="0"/>
              </a:rPr>
              <a:t>SG&amp;A</a:t>
            </a:r>
          </a:p>
        </p:txBody>
      </p:sp>
      <p:sp>
        <p:nvSpPr>
          <p:cNvPr id="101" name="TextBox 100">
            <a:extLst>
              <a:ext uri="{FF2B5EF4-FFF2-40B4-BE49-F238E27FC236}">
                <a16:creationId xmlns:a16="http://schemas.microsoft.com/office/drawing/2014/main" id="{824E7B80-5A7F-5339-C741-7C31F151E0F7}"/>
              </a:ext>
            </a:extLst>
          </p:cNvPr>
          <p:cNvSpPr txBox="1"/>
          <p:nvPr/>
        </p:nvSpPr>
        <p:spPr>
          <a:xfrm>
            <a:off x="39756" y="41358"/>
            <a:ext cx="3667695" cy="338554"/>
          </a:xfrm>
          <a:prstGeom prst="rect">
            <a:avLst/>
          </a:prstGeom>
          <a:noFill/>
        </p:spPr>
        <p:txBody>
          <a:bodyPr wrap="square" rtlCol="0">
            <a:spAutoFit/>
          </a:bodyPr>
          <a:lstStyle/>
          <a:p>
            <a:pPr algn="ctr"/>
            <a:r>
              <a:rPr lang="en-US" sz="1600" b="1">
                <a:solidFill>
                  <a:schemeClr val="bg1"/>
                </a:solidFill>
              </a:rPr>
              <a:t>PHASE 1: Assessment &amp; Framing</a:t>
            </a:r>
          </a:p>
        </p:txBody>
      </p:sp>
      <p:grpSp>
        <p:nvGrpSpPr>
          <p:cNvPr id="2" name="Group 1">
            <a:extLst>
              <a:ext uri="{FF2B5EF4-FFF2-40B4-BE49-F238E27FC236}">
                <a16:creationId xmlns:a16="http://schemas.microsoft.com/office/drawing/2014/main" id="{5205293C-5978-6E0A-B16D-216225317646}"/>
              </a:ext>
            </a:extLst>
          </p:cNvPr>
          <p:cNvGrpSpPr/>
          <p:nvPr/>
        </p:nvGrpSpPr>
        <p:grpSpPr>
          <a:xfrm>
            <a:off x="5392317" y="70096"/>
            <a:ext cx="5304257" cy="167498"/>
            <a:chOff x="6837649" y="990853"/>
            <a:chExt cx="5304257" cy="261730"/>
          </a:xfrm>
        </p:grpSpPr>
        <p:sp>
          <p:nvSpPr>
            <p:cNvPr id="4" name="Rectangle: Rounded Corners 3">
              <a:extLst>
                <a:ext uri="{FF2B5EF4-FFF2-40B4-BE49-F238E27FC236}">
                  <a16:creationId xmlns:a16="http://schemas.microsoft.com/office/drawing/2014/main" id="{4C09DDB8-55B0-CAF3-98A6-51785296AA95}"/>
                </a:ext>
              </a:extLst>
            </p:cNvPr>
            <p:cNvSpPr/>
            <p:nvPr/>
          </p:nvSpPr>
          <p:spPr>
            <a:xfrm>
              <a:off x="6837649" y="990853"/>
              <a:ext cx="1004635" cy="249108"/>
            </a:xfrm>
            <a:prstGeom prst="roundRect">
              <a:avLst/>
            </a:prstGeom>
            <a:solidFill>
              <a:srgbClr val="40404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700"/>
                <a:t>Our Understanding</a:t>
              </a:r>
              <a:endParaRPr lang="en-IN" sz="700" err="1"/>
            </a:p>
          </p:txBody>
        </p:sp>
        <p:sp>
          <p:nvSpPr>
            <p:cNvPr id="6" name="Rectangle: Rounded Corners 5">
              <a:extLst>
                <a:ext uri="{FF2B5EF4-FFF2-40B4-BE49-F238E27FC236}">
                  <a16:creationId xmlns:a16="http://schemas.microsoft.com/office/drawing/2014/main" id="{CCF22EBB-1714-C599-FFFC-6810C81F5337}"/>
                </a:ext>
              </a:extLst>
            </p:cNvPr>
            <p:cNvSpPr/>
            <p:nvPr/>
          </p:nvSpPr>
          <p:spPr>
            <a:xfrm>
              <a:off x="7953152" y="1002292"/>
              <a:ext cx="1004635" cy="249108"/>
            </a:xfrm>
            <a:prstGeom prst="roundRect">
              <a:avLst/>
            </a:prstGeom>
            <a:solidFill>
              <a:srgbClr val="0070A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700"/>
                <a:t>Approach</a:t>
              </a:r>
              <a:endParaRPr lang="en-IN" sz="700" err="1"/>
            </a:p>
          </p:txBody>
        </p:sp>
        <p:sp>
          <p:nvSpPr>
            <p:cNvPr id="39" name="Rectangle: Rounded Corners 38">
              <a:extLst>
                <a:ext uri="{FF2B5EF4-FFF2-40B4-BE49-F238E27FC236}">
                  <a16:creationId xmlns:a16="http://schemas.microsoft.com/office/drawing/2014/main" id="{D35ADBF3-4F2E-9457-C503-F76D87EE356B}"/>
                </a:ext>
              </a:extLst>
            </p:cNvPr>
            <p:cNvSpPr/>
            <p:nvPr/>
          </p:nvSpPr>
          <p:spPr>
            <a:xfrm>
              <a:off x="9017511" y="1003475"/>
              <a:ext cx="1004635" cy="249108"/>
            </a:xfrm>
            <a:prstGeom prst="roundRect">
              <a:avLst/>
            </a:prstGeom>
            <a:solidFill>
              <a:srgbClr val="40404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700"/>
                <a:t>Team</a:t>
              </a:r>
              <a:endParaRPr lang="en-IN" sz="700"/>
            </a:p>
          </p:txBody>
        </p:sp>
        <p:sp>
          <p:nvSpPr>
            <p:cNvPr id="93" name="Rectangle: Rounded Corners 92">
              <a:extLst>
                <a:ext uri="{FF2B5EF4-FFF2-40B4-BE49-F238E27FC236}">
                  <a16:creationId xmlns:a16="http://schemas.microsoft.com/office/drawing/2014/main" id="{4F7E85CC-7601-1897-FD88-0FE439B96149}"/>
                </a:ext>
              </a:extLst>
            </p:cNvPr>
            <p:cNvSpPr/>
            <p:nvPr/>
          </p:nvSpPr>
          <p:spPr>
            <a:xfrm>
              <a:off x="10081870" y="1001985"/>
              <a:ext cx="1004635" cy="249108"/>
            </a:xfrm>
            <a:prstGeom prst="roundRect">
              <a:avLst/>
            </a:prstGeom>
            <a:solidFill>
              <a:srgbClr val="40404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700"/>
                <a:t>Why US</a:t>
              </a:r>
              <a:endParaRPr lang="en-IN" sz="700"/>
            </a:p>
          </p:txBody>
        </p:sp>
        <p:sp>
          <p:nvSpPr>
            <p:cNvPr id="94" name="Rectangle: Rounded Corners 93">
              <a:extLst>
                <a:ext uri="{FF2B5EF4-FFF2-40B4-BE49-F238E27FC236}">
                  <a16:creationId xmlns:a16="http://schemas.microsoft.com/office/drawing/2014/main" id="{5D337657-325D-8C8B-F548-6CD48F87EA37}"/>
                </a:ext>
              </a:extLst>
            </p:cNvPr>
            <p:cNvSpPr/>
            <p:nvPr/>
          </p:nvSpPr>
          <p:spPr>
            <a:xfrm>
              <a:off x="11137271" y="997539"/>
              <a:ext cx="1004635" cy="249108"/>
            </a:xfrm>
            <a:prstGeom prst="roundRect">
              <a:avLst/>
            </a:prstGeom>
            <a:solidFill>
              <a:srgbClr val="40404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700"/>
                <a:t>Credentials</a:t>
              </a:r>
              <a:endParaRPr lang="en-IN" sz="700"/>
            </a:p>
          </p:txBody>
        </p:sp>
      </p:grpSp>
    </p:spTree>
    <p:extLst>
      <p:ext uri="{BB962C8B-B14F-4D97-AF65-F5344CB8AC3E}">
        <p14:creationId xmlns:p14="http://schemas.microsoft.com/office/powerpoint/2010/main" val="180687803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7FCD67C-25AA-5004-868E-C1D62B8263EE}"/>
            </a:ext>
          </a:extLst>
        </p:cNvPr>
        <p:cNvGrpSpPr/>
        <p:nvPr/>
      </p:nvGrpSpPr>
      <p:grpSpPr>
        <a:xfrm>
          <a:off x="0" y="0"/>
          <a:ext cx="0" cy="0"/>
          <a:chOff x="0" y="0"/>
          <a:chExt cx="0" cy="0"/>
        </a:xfrm>
      </p:grpSpPr>
      <p:pic>
        <p:nvPicPr>
          <p:cNvPr id="27" name="Picture 26">
            <a:extLst>
              <a:ext uri="{FF2B5EF4-FFF2-40B4-BE49-F238E27FC236}">
                <a16:creationId xmlns:a16="http://schemas.microsoft.com/office/drawing/2014/main" id="{69D2892F-7C23-9C02-0BFC-E08C24A04073}"/>
              </a:ext>
            </a:extLst>
          </p:cNvPr>
          <p:cNvPicPr>
            <a:picLocks noChangeAspect="1"/>
          </p:cNvPicPr>
          <p:nvPr/>
        </p:nvPicPr>
        <p:blipFill>
          <a:blip r:embed="rId2"/>
          <a:stretch>
            <a:fillRect/>
          </a:stretch>
        </p:blipFill>
        <p:spPr>
          <a:xfrm>
            <a:off x="8444802" y="1597334"/>
            <a:ext cx="3466610" cy="3675184"/>
          </a:xfrm>
          <a:prstGeom prst="rect">
            <a:avLst/>
          </a:prstGeom>
        </p:spPr>
      </p:pic>
      <p:sp>
        <p:nvSpPr>
          <p:cNvPr id="5" name="Title 1">
            <a:extLst>
              <a:ext uri="{FF2B5EF4-FFF2-40B4-BE49-F238E27FC236}">
                <a16:creationId xmlns:a16="http://schemas.microsoft.com/office/drawing/2014/main" id="{B64B1922-380B-893C-7705-64CAEBC4A022}"/>
              </a:ext>
            </a:extLst>
          </p:cNvPr>
          <p:cNvSpPr>
            <a:spLocks noGrp="1"/>
          </p:cNvSpPr>
          <p:nvPr>
            <p:ph type="title"/>
          </p:nvPr>
        </p:nvSpPr>
        <p:spPr>
          <a:xfrm>
            <a:off x="275687" y="298660"/>
            <a:ext cx="10289034" cy="716711"/>
          </a:xfrm>
        </p:spPr>
        <p:txBody>
          <a:bodyPr/>
          <a:lstStyle/>
          <a:p>
            <a:r>
              <a:rPr lang="en-US" cap="none" dirty="0"/>
              <a:t>We will apply an agile approach to review and deliver </a:t>
            </a:r>
            <a:r>
              <a:rPr lang="en-US" cap="none"/>
              <a:t>contextualized ‘To-Be’ processes </a:t>
            </a:r>
          </a:p>
        </p:txBody>
      </p:sp>
      <p:pic>
        <p:nvPicPr>
          <p:cNvPr id="39" name="Picture 38">
            <a:extLst>
              <a:ext uri="{FF2B5EF4-FFF2-40B4-BE49-F238E27FC236}">
                <a16:creationId xmlns:a16="http://schemas.microsoft.com/office/drawing/2014/main" id="{6E283529-4F36-C898-8110-53D790505B9B}"/>
              </a:ext>
            </a:extLst>
          </p:cNvPr>
          <p:cNvPicPr>
            <a:picLocks noChangeAspect="1"/>
          </p:cNvPicPr>
          <p:nvPr/>
        </p:nvPicPr>
        <p:blipFill rotWithShape="1">
          <a:blip r:embed="rId3"/>
          <a:srcRect t="4302"/>
          <a:stretch/>
        </p:blipFill>
        <p:spPr>
          <a:xfrm>
            <a:off x="465562" y="1313497"/>
            <a:ext cx="2930078" cy="1790451"/>
          </a:xfrm>
          <a:prstGeom prst="rect">
            <a:avLst/>
          </a:prstGeom>
        </p:spPr>
      </p:pic>
      <p:pic>
        <p:nvPicPr>
          <p:cNvPr id="40" name="Picture 39">
            <a:extLst>
              <a:ext uri="{FF2B5EF4-FFF2-40B4-BE49-F238E27FC236}">
                <a16:creationId xmlns:a16="http://schemas.microsoft.com/office/drawing/2014/main" id="{475C7797-8232-BE12-9DAE-7B95DD66A270}"/>
              </a:ext>
            </a:extLst>
          </p:cNvPr>
          <p:cNvPicPr>
            <a:picLocks noChangeAspect="1"/>
          </p:cNvPicPr>
          <p:nvPr/>
        </p:nvPicPr>
        <p:blipFill>
          <a:blip r:embed="rId4"/>
          <a:stretch>
            <a:fillRect/>
          </a:stretch>
        </p:blipFill>
        <p:spPr>
          <a:xfrm>
            <a:off x="445766" y="3912168"/>
            <a:ext cx="3020428" cy="1662029"/>
          </a:xfrm>
          <a:prstGeom prst="rect">
            <a:avLst/>
          </a:prstGeom>
        </p:spPr>
      </p:pic>
      <p:sp>
        <p:nvSpPr>
          <p:cNvPr id="41" name="Rectangle 40">
            <a:extLst>
              <a:ext uri="{FF2B5EF4-FFF2-40B4-BE49-F238E27FC236}">
                <a16:creationId xmlns:a16="http://schemas.microsoft.com/office/drawing/2014/main" id="{686151F4-A250-C62E-E261-E0A0794DA5F6}"/>
              </a:ext>
            </a:extLst>
          </p:cNvPr>
          <p:cNvSpPr/>
          <p:nvPr/>
        </p:nvSpPr>
        <p:spPr>
          <a:xfrm>
            <a:off x="404813" y="5785901"/>
            <a:ext cx="3281505" cy="315960"/>
          </a:xfrm>
          <a:prstGeom prst="rect">
            <a:avLst/>
          </a:prstGeom>
          <a:noFill/>
          <a:ln w="6350" cap="flat" cmpd="sng" algn="ctr">
            <a:solidFill>
              <a:srgbClr val="44546A"/>
            </a:solidFill>
            <a:prstDash val="dash"/>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0" cap="none" spc="0" normalizeH="0" baseline="0" noProof="0">
                <a:ln>
                  <a:noFill/>
                </a:ln>
                <a:solidFill>
                  <a:srgbClr val="FFFFFF"/>
                </a:solidFill>
                <a:effectLst/>
                <a:uLnTx/>
                <a:uFillTx/>
                <a:latin typeface="+mj-lt"/>
                <a:ea typeface="+mn-ea"/>
                <a:cs typeface="+mn-cs"/>
              </a:rPr>
              <a:t>Telecom Processes</a:t>
            </a:r>
          </a:p>
        </p:txBody>
      </p:sp>
      <p:sp>
        <p:nvSpPr>
          <p:cNvPr id="42" name="Rectangle 41">
            <a:extLst>
              <a:ext uri="{FF2B5EF4-FFF2-40B4-BE49-F238E27FC236}">
                <a16:creationId xmlns:a16="http://schemas.microsoft.com/office/drawing/2014/main" id="{187FED49-86BE-B42B-69E5-26E1FB22233F}"/>
              </a:ext>
            </a:extLst>
          </p:cNvPr>
          <p:cNvSpPr/>
          <p:nvPr/>
        </p:nvSpPr>
        <p:spPr>
          <a:xfrm>
            <a:off x="482332" y="3312546"/>
            <a:ext cx="2913308" cy="315960"/>
          </a:xfrm>
          <a:prstGeom prst="rect">
            <a:avLst/>
          </a:prstGeom>
          <a:noFill/>
          <a:ln w="6350" cap="flat" cmpd="sng" algn="ctr">
            <a:solidFill>
              <a:srgbClr val="44546A"/>
            </a:solidFill>
            <a:prstDash val="dash"/>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0" cap="none" spc="0" normalizeH="0" baseline="0" noProof="0" dirty="0">
                <a:ln>
                  <a:noFill/>
                </a:ln>
                <a:solidFill>
                  <a:srgbClr val="FFFFFF"/>
                </a:solidFill>
                <a:effectLst/>
                <a:uLnTx/>
                <a:uFillTx/>
                <a:latin typeface="+mj-lt"/>
                <a:ea typeface="+mn-ea"/>
                <a:cs typeface="+mn-cs"/>
              </a:rPr>
              <a:t>As-Is Processes</a:t>
            </a:r>
          </a:p>
        </p:txBody>
      </p:sp>
      <p:sp>
        <p:nvSpPr>
          <p:cNvPr id="46" name="TextBox 45">
            <a:extLst>
              <a:ext uri="{FF2B5EF4-FFF2-40B4-BE49-F238E27FC236}">
                <a16:creationId xmlns:a16="http://schemas.microsoft.com/office/drawing/2014/main" id="{F7D7BB7A-85BA-2B67-0538-E16ACD285F7D}"/>
              </a:ext>
            </a:extLst>
          </p:cNvPr>
          <p:cNvSpPr txBox="1"/>
          <p:nvPr/>
        </p:nvSpPr>
        <p:spPr>
          <a:xfrm>
            <a:off x="10564721" y="1766935"/>
            <a:ext cx="1093115" cy="230832"/>
          </a:xfrm>
          <a:prstGeom prst="rect">
            <a:avLst/>
          </a:prstGeom>
          <a:solidFill>
            <a:sysClr val="windowText" lastClr="000000">
              <a:lumMod val="75000"/>
              <a:lumOff val="25000"/>
              <a:alpha val="60000"/>
            </a:sysClr>
          </a:solidFill>
        </p:spPr>
        <p:txBody>
          <a:bodyPr wrap="square" lIns="91440" tIns="45720" rIns="91440" bIns="45720" rtlCol="0" anchor="t">
            <a:spAutoFit/>
          </a:bodyPr>
          <a:lstStyle/>
          <a:p>
            <a:pPr marL="0" marR="0" lvl="0" indent="0" algn="ctr" defTabSz="1088239" rtl="0" eaLnBrk="1" fontAlgn="auto" latinLnBrk="0" hangingPunct="1">
              <a:lnSpc>
                <a:spcPct val="100000"/>
              </a:lnSpc>
              <a:spcBef>
                <a:spcPts val="0"/>
              </a:spcBef>
              <a:spcAft>
                <a:spcPts val="0"/>
              </a:spcAft>
              <a:buClrTx/>
              <a:buSzTx/>
              <a:buFontTx/>
              <a:buNone/>
              <a:tabLst/>
              <a:defRPr/>
            </a:pPr>
            <a:r>
              <a:rPr kumimoji="0" lang="en-IN" sz="900" b="0" i="0" u="none" strike="noStrike" kern="0" cap="none" spc="0" normalizeH="0" baseline="0" noProof="0">
                <a:ln>
                  <a:noFill/>
                </a:ln>
                <a:solidFill>
                  <a:srgbClr val="FFFFFF"/>
                </a:solidFill>
                <a:effectLst/>
                <a:uLnTx/>
                <a:uFillTx/>
                <a:latin typeface="Ubuntu"/>
                <a:ea typeface="+mn-ea"/>
                <a:cs typeface="+mn-cs"/>
              </a:rPr>
              <a:t>ILLUSTRATION</a:t>
            </a:r>
            <a:endParaRPr kumimoji="0" lang="en-US" sz="1400" b="0" i="0" u="none" strike="noStrike" kern="0" cap="none" spc="0" normalizeH="0" baseline="0" noProof="0">
              <a:ln>
                <a:noFill/>
              </a:ln>
              <a:solidFill>
                <a:srgbClr val="FFFFFF"/>
              </a:solidFill>
              <a:effectLst/>
              <a:uLnTx/>
              <a:uFillTx/>
              <a:latin typeface="Verdana"/>
              <a:ea typeface="+mn-ea"/>
              <a:cs typeface="+mn-cs"/>
            </a:endParaRPr>
          </a:p>
        </p:txBody>
      </p:sp>
      <p:sp>
        <p:nvSpPr>
          <p:cNvPr id="47" name="TextBox 46">
            <a:extLst>
              <a:ext uri="{FF2B5EF4-FFF2-40B4-BE49-F238E27FC236}">
                <a16:creationId xmlns:a16="http://schemas.microsoft.com/office/drawing/2014/main" id="{19648FEB-A319-BA2F-9561-6596710140D0}"/>
              </a:ext>
            </a:extLst>
          </p:cNvPr>
          <p:cNvSpPr txBox="1"/>
          <p:nvPr/>
        </p:nvSpPr>
        <p:spPr>
          <a:xfrm>
            <a:off x="8377357" y="5693492"/>
            <a:ext cx="3507693" cy="523220"/>
          </a:xfrm>
          <a:prstGeom prst="rect">
            <a:avLst/>
          </a:prstGeom>
          <a:noFill/>
        </p:spPr>
        <p:txBody>
          <a:bodyPr wrap="square" rtlCol="0">
            <a:spAutoFit/>
          </a:bodyPr>
          <a:lstStyle/>
          <a:p>
            <a:pPr marL="0" marR="0" lvl="0" indent="0" algn="ctr" defTabSz="1088239" rtl="0" eaLnBrk="1" fontAlgn="auto" latinLnBrk="0" hangingPunct="1">
              <a:lnSpc>
                <a:spcPct val="100000"/>
              </a:lnSpc>
              <a:spcBef>
                <a:spcPts val="0"/>
              </a:spcBef>
              <a:spcAft>
                <a:spcPts val="0"/>
              </a:spcAft>
              <a:buClrTx/>
              <a:buSzTx/>
              <a:buFontTx/>
              <a:buNone/>
              <a:tabLst/>
              <a:defRPr/>
            </a:pPr>
            <a:r>
              <a:rPr kumimoji="0" lang="en-IN" sz="1400" b="1" i="0" u="none" strike="noStrike" kern="1200" cap="none" spc="0" normalizeH="0" baseline="0" noProof="0" dirty="0">
                <a:ln>
                  <a:noFill/>
                </a:ln>
                <a:solidFill>
                  <a:srgbClr val="FFFFFF"/>
                </a:solidFill>
                <a:effectLst/>
                <a:uLnTx/>
                <a:uFillTx/>
                <a:latin typeface="+mj-lt"/>
                <a:ea typeface="+mn-ea"/>
                <a:cs typeface="+mn-cs"/>
              </a:rPr>
              <a:t>Contextualized ‘To-Be’ Processes developed in Aris</a:t>
            </a:r>
          </a:p>
        </p:txBody>
      </p:sp>
      <p:sp>
        <p:nvSpPr>
          <p:cNvPr id="13" name="TextBox 12">
            <a:extLst>
              <a:ext uri="{FF2B5EF4-FFF2-40B4-BE49-F238E27FC236}">
                <a16:creationId xmlns:a16="http://schemas.microsoft.com/office/drawing/2014/main" id="{716ABBB5-9860-A7B4-0385-5C0697B61426}"/>
              </a:ext>
            </a:extLst>
          </p:cNvPr>
          <p:cNvSpPr txBox="1"/>
          <p:nvPr/>
        </p:nvSpPr>
        <p:spPr>
          <a:xfrm>
            <a:off x="404813" y="6581498"/>
            <a:ext cx="6406092" cy="230832"/>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a:ln>
                  <a:noFill/>
                </a:ln>
                <a:solidFill>
                  <a:srgbClr val="FFFFFF">
                    <a:lumMod val="85000"/>
                  </a:srgbClr>
                </a:solidFill>
                <a:effectLst/>
                <a:uLnTx/>
                <a:uFillTx/>
                <a:latin typeface="Ubuntu"/>
                <a:ea typeface="+mn-ea"/>
                <a:cs typeface="+mn-cs"/>
              </a:rPr>
              <a:t>NOTE:  Timelines are illustrative and subjected to change based on the no. of processes, size and complexity.</a:t>
            </a:r>
            <a:endParaRPr kumimoji="0" lang="en-IN" sz="900" b="0" i="0" u="none" strike="noStrike" kern="1200" cap="none" spc="0" normalizeH="0" baseline="0" noProof="0">
              <a:ln>
                <a:noFill/>
              </a:ln>
              <a:solidFill>
                <a:srgbClr val="FFFFFF">
                  <a:lumMod val="85000"/>
                </a:srgbClr>
              </a:solidFill>
              <a:effectLst/>
              <a:uLnTx/>
              <a:uFillTx/>
              <a:latin typeface="Ubuntu"/>
              <a:ea typeface="+mn-ea"/>
              <a:cs typeface="+mn-cs"/>
            </a:endParaRPr>
          </a:p>
        </p:txBody>
      </p:sp>
      <p:grpSp>
        <p:nvGrpSpPr>
          <p:cNvPr id="8" name="Group 7">
            <a:extLst>
              <a:ext uri="{FF2B5EF4-FFF2-40B4-BE49-F238E27FC236}">
                <a16:creationId xmlns:a16="http://schemas.microsoft.com/office/drawing/2014/main" id="{96F071E4-163D-CDA0-BF3E-BA49CE26961B}"/>
              </a:ext>
            </a:extLst>
          </p:cNvPr>
          <p:cNvGrpSpPr/>
          <p:nvPr/>
        </p:nvGrpSpPr>
        <p:grpSpPr>
          <a:xfrm>
            <a:off x="3602843" y="1837574"/>
            <a:ext cx="4641488" cy="4200487"/>
            <a:chOff x="3602843" y="1837574"/>
            <a:chExt cx="4641488" cy="4200487"/>
          </a:xfrm>
        </p:grpSpPr>
        <p:graphicFrame>
          <p:nvGraphicFramePr>
            <p:cNvPr id="48" name="Diagram 47">
              <a:extLst>
                <a:ext uri="{FF2B5EF4-FFF2-40B4-BE49-F238E27FC236}">
                  <a16:creationId xmlns:a16="http://schemas.microsoft.com/office/drawing/2014/main" id="{843509EB-4431-346A-9A52-9AE88C4ED677}"/>
                </a:ext>
              </a:extLst>
            </p:cNvPr>
            <p:cNvGraphicFramePr/>
            <p:nvPr>
              <p:extLst>
                <p:ext uri="{D42A27DB-BD31-4B8C-83A1-F6EECF244321}">
                  <p14:modId xmlns:p14="http://schemas.microsoft.com/office/powerpoint/2010/main" val="2860628327"/>
                </p:ext>
              </p:extLst>
            </p:nvPr>
          </p:nvGraphicFramePr>
          <p:xfrm>
            <a:off x="3704724" y="1837574"/>
            <a:ext cx="4539607" cy="3590171"/>
          </p:xfrm>
          <a:graphic>
            <a:graphicData uri="http://schemas.openxmlformats.org/drawingml/2006/diagram">
              <dgm:relIds xmlns:dgm="http://schemas.openxmlformats.org/drawingml/2006/diagram" xmlns:r="http://schemas.openxmlformats.org/officeDocument/2006/relationships" r:dm="rId5" r:lo="rId6" r:qs="rId7" r:cs="rId8"/>
            </a:graphicData>
          </a:graphic>
        </p:graphicFrame>
        <p:sp>
          <p:nvSpPr>
            <p:cNvPr id="43" name="Arrow: Chevron 42">
              <a:extLst>
                <a:ext uri="{FF2B5EF4-FFF2-40B4-BE49-F238E27FC236}">
                  <a16:creationId xmlns:a16="http://schemas.microsoft.com/office/drawing/2014/main" id="{B0DC4192-0B3E-B05E-B002-E6DC6FDB37F6}"/>
                </a:ext>
              </a:extLst>
            </p:cNvPr>
            <p:cNvSpPr/>
            <p:nvPr/>
          </p:nvSpPr>
          <p:spPr>
            <a:xfrm>
              <a:off x="3602843" y="2753026"/>
              <a:ext cx="451694" cy="2072400"/>
            </a:xfrm>
            <a:prstGeom prst="chevron">
              <a:avLst>
                <a:gd name="adj" fmla="val 70557"/>
              </a:avLst>
            </a:prstGeom>
            <a:solidFill>
              <a:srgbClr val="FFFFFF">
                <a:lumMod val="85000"/>
              </a:srgbClr>
            </a:solidFill>
            <a:ln w="12700" cap="flat" cmpd="sng" algn="ctr">
              <a:noFill/>
              <a:prstDash val="solid"/>
              <a:miter lim="800000"/>
            </a:ln>
            <a:effectLst/>
          </p:spPr>
          <p:txBody>
            <a:bodyPr rtlCol="0" anchor="ctr"/>
            <a:lstStyle/>
            <a:p>
              <a:pPr marL="0" marR="0" lvl="0" indent="0" algn="ctr" defTabSz="1088239" rtl="0" eaLnBrk="1" fontAlgn="auto" latinLnBrk="0" hangingPunct="1">
                <a:lnSpc>
                  <a:spcPct val="100000"/>
                </a:lnSpc>
                <a:spcBef>
                  <a:spcPts val="0"/>
                </a:spcBef>
                <a:spcAft>
                  <a:spcPts val="0"/>
                </a:spcAft>
                <a:buClrTx/>
                <a:buSzTx/>
                <a:buFontTx/>
                <a:buNone/>
                <a:tabLst/>
                <a:defRPr/>
              </a:pPr>
              <a:endParaRPr kumimoji="0" lang="en-IN" sz="2133" b="0" i="0" u="none" strike="noStrike" kern="0" cap="none" spc="0" normalizeH="0" baseline="0" noProof="0">
                <a:ln>
                  <a:noFill/>
                </a:ln>
                <a:solidFill>
                  <a:prstClr val="black"/>
                </a:solidFill>
                <a:effectLst/>
                <a:uLnTx/>
                <a:uFillTx/>
                <a:latin typeface="Verdana"/>
                <a:ea typeface="+mn-ea"/>
                <a:cs typeface="+mn-cs"/>
              </a:endParaRPr>
            </a:p>
          </p:txBody>
        </p:sp>
        <p:sp>
          <p:nvSpPr>
            <p:cNvPr id="44" name="Arrow: Chevron 43">
              <a:extLst>
                <a:ext uri="{FF2B5EF4-FFF2-40B4-BE49-F238E27FC236}">
                  <a16:creationId xmlns:a16="http://schemas.microsoft.com/office/drawing/2014/main" id="{A3B1CB16-FA81-2C0A-423B-B731BEBE5403}"/>
                </a:ext>
              </a:extLst>
            </p:cNvPr>
            <p:cNvSpPr/>
            <p:nvPr/>
          </p:nvSpPr>
          <p:spPr>
            <a:xfrm>
              <a:off x="7746917" y="2753026"/>
              <a:ext cx="451694" cy="2072400"/>
            </a:xfrm>
            <a:prstGeom prst="chevron">
              <a:avLst>
                <a:gd name="adj" fmla="val 70557"/>
              </a:avLst>
            </a:prstGeom>
            <a:solidFill>
              <a:srgbClr val="FFFFFF">
                <a:lumMod val="85000"/>
              </a:srgbClr>
            </a:solidFill>
            <a:ln w="12700" cap="flat" cmpd="sng" algn="ctr">
              <a:noFill/>
              <a:prstDash val="solid"/>
              <a:miter lim="800000"/>
            </a:ln>
            <a:effectLst/>
          </p:spPr>
          <p:txBody>
            <a:bodyPr rtlCol="0" anchor="ctr"/>
            <a:lstStyle/>
            <a:p>
              <a:pPr marL="0" marR="0" lvl="0" indent="0" algn="ctr" defTabSz="1088239" rtl="0" eaLnBrk="1" fontAlgn="auto" latinLnBrk="0" hangingPunct="1">
                <a:lnSpc>
                  <a:spcPct val="100000"/>
                </a:lnSpc>
                <a:spcBef>
                  <a:spcPts val="0"/>
                </a:spcBef>
                <a:spcAft>
                  <a:spcPts val="0"/>
                </a:spcAft>
                <a:buClrTx/>
                <a:buSzTx/>
                <a:buFontTx/>
                <a:buNone/>
                <a:tabLst/>
                <a:defRPr/>
              </a:pPr>
              <a:endParaRPr kumimoji="0" lang="en-IN" sz="2133" b="0" i="0" u="none" strike="noStrike" kern="0" cap="none" spc="0" normalizeH="0" baseline="0" noProof="0">
                <a:ln>
                  <a:noFill/>
                </a:ln>
                <a:solidFill>
                  <a:prstClr val="black"/>
                </a:solidFill>
                <a:effectLst/>
                <a:uLnTx/>
                <a:uFillTx/>
                <a:latin typeface="Verdana"/>
                <a:ea typeface="+mn-ea"/>
                <a:cs typeface="+mn-cs"/>
              </a:endParaRPr>
            </a:p>
          </p:txBody>
        </p:sp>
        <p:sp>
          <p:nvSpPr>
            <p:cNvPr id="45" name="TextBox 44">
              <a:extLst>
                <a:ext uri="{FF2B5EF4-FFF2-40B4-BE49-F238E27FC236}">
                  <a16:creationId xmlns:a16="http://schemas.microsoft.com/office/drawing/2014/main" id="{DBC7BFB4-56BE-8A0A-AB9F-5F3FA9A7A8C6}"/>
                </a:ext>
              </a:extLst>
            </p:cNvPr>
            <p:cNvSpPr txBox="1"/>
            <p:nvPr/>
          </p:nvSpPr>
          <p:spPr>
            <a:xfrm>
              <a:off x="5279014" y="5730284"/>
              <a:ext cx="1441420" cy="307777"/>
            </a:xfrm>
            <a:prstGeom prst="rect">
              <a:avLst/>
            </a:prstGeom>
            <a:noFill/>
          </p:spPr>
          <p:txBody>
            <a:bodyPr wrap="none" rtlCol="0">
              <a:spAutoFit/>
            </a:bodyPr>
            <a:lstStyle/>
            <a:p>
              <a:pPr marL="0" marR="0" lvl="0" indent="0" algn="l" defTabSz="1088239" rtl="0" eaLnBrk="1" fontAlgn="auto" latinLnBrk="0" hangingPunct="1">
                <a:lnSpc>
                  <a:spcPct val="100000"/>
                </a:lnSpc>
                <a:spcBef>
                  <a:spcPts val="0"/>
                </a:spcBef>
                <a:spcAft>
                  <a:spcPts val="0"/>
                </a:spcAft>
                <a:buClrTx/>
                <a:buSzTx/>
                <a:buFontTx/>
                <a:buNone/>
                <a:tabLst/>
                <a:defRPr/>
              </a:pPr>
              <a:r>
                <a:rPr kumimoji="0" lang="en-IN" sz="1400" b="1" i="0" u="none" strike="noStrike" kern="1200" cap="none" spc="0" normalizeH="0" baseline="0" noProof="0">
                  <a:ln>
                    <a:noFill/>
                  </a:ln>
                  <a:solidFill>
                    <a:srgbClr val="FFFFFF"/>
                  </a:solidFill>
                  <a:effectLst/>
                  <a:uLnTx/>
                  <a:uFillTx/>
                  <a:latin typeface="+mj-lt"/>
                  <a:ea typeface="+mn-ea"/>
                  <a:cs typeface="+mn-cs"/>
                </a:rPr>
                <a:t>Agile Approach</a:t>
              </a:r>
            </a:p>
          </p:txBody>
        </p:sp>
        <p:sp>
          <p:nvSpPr>
            <p:cNvPr id="49" name="TextBox 48">
              <a:extLst>
                <a:ext uri="{FF2B5EF4-FFF2-40B4-BE49-F238E27FC236}">
                  <a16:creationId xmlns:a16="http://schemas.microsoft.com/office/drawing/2014/main" id="{DD4F6B0C-E588-21AC-CEE1-EB1E1299A4BE}"/>
                </a:ext>
              </a:extLst>
            </p:cNvPr>
            <p:cNvSpPr txBox="1"/>
            <p:nvPr/>
          </p:nvSpPr>
          <p:spPr>
            <a:xfrm>
              <a:off x="5300700" y="3768414"/>
              <a:ext cx="1553076" cy="246221"/>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1" i="0" u="none" strike="noStrike" kern="1200" cap="none" spc="0" normalizeH="0" baseline="0" noProof="0">
                  <a:ln>
                    <a:noFill/>
                  </a:ln>
                  <a:solidFill>
                    <a:srgbClr val="FFFFFF"/>
                  </a:solidFill>
                  <a:effectLst/>
                  <a:uLnTx/>
                  <a:uFillTx/>
                  <a:latin typeface="Ubuntu"/>
                  <a:ea typeface="+mn-ea"/>
                  <a:cs typeface="+mn-cs"/>
                </a:rPr>
                <a:t>Workshop #1,2,3…n</a:t>
              </a:r>
            </a:p>
          </p:txBody>
        </p:sp>
        <p:sp>
          <p:nvSpPr>
            <p:cNvPr id="50" name="TextBox 49">
              <a:extLst>
                <a:ext uri="{FF2B5EF4-FFF2-40B4-BE49-F238E27FC236}">
                  <a16:creationId xmlns:a16="http://schemas.microsoft.com/office/drawing/2014/main" id="{D347296D-608B-534F-C72A-AAEB03572EFF}"/>
                </a:ext>
              </a:extLst>
            </p:cNvPr>
            <p:cNvSpPr txBox="1"/>
            <p:nvPr/>
          </p:nvSpPr>
          <p:spPr>
            <a:xfrm>
              <a:off x="5704919" y="2324800"/>
              <a:ext cx="640080" cy="246221"/>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srgbClr val="FFFFFF"/>
                  </a:solidFill>
                  <a:effectLst/>
                  <a:uLnTx/>
                  <a:uFillTx/>
                  <a:latin typeface="Ubuntu"/>
                  <a:ea typeface="+mn-ea"/>
                  <a:cs typeface="+mn-cs"/>
                </a:rPr>
                <a:t>D0 - 7</a:t>
              </a:r>
            </a:p>
          </p:txBody>
        </p:sp>
        <p:sp>
          <p:nvSpPr>
            <p:cNvPr id="51" name="TextBox 50">
              <a:extLst>
                <a:ext uri="{FF2B5EF4-FFF2-40B4-BE49-F238E27FC236}">
                  <a16:creationId xmlns:a16="http://schemas.microsoft.com/office/drawing/2014/main" id="{62D6CC31-7CD7-CC85-675B-38714F970ABC}"/>
                </a:ext>
              </a:extLst>
            </p:cNvPr>
            <p:cNvSpPr txBox="1"/>
            <p:nvPr/>
          </p:nvSpPr>
          <p:spPr>
            <a:xfrm>
              <a:off x="6841806" y="2732117"/>
              <a:ext cx="640080" cy="246221"/>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srgbClr val="FFFFFF"/>
                  </a:solidFill>
                  <a:effectLst/>
                  <a:uLnTx/>
                  <a:uFillTx/>
                  <a:latin typeface="Ubuntu"/>
                  <a:ea typeface="+mn-ea"/>
                  <a:cs typeface="+mn-cs"/>
                </a:rPr>
                <a:t>D0 - 3</a:t>
              </a:r>
            </a:p>
          </p:txBody>
        </p:sp>
        <p:sp>
          <p:nvSpPr>
            <p:cNvPr id="52" name="TextBox 51">
              <a:extLst>
                <a:ext uri="{FF2B5EF4-FFF2-40B4-BE49-F238E27FC236}">
                  <a16:creationId xmlns:a16="http://schemas.microsoft.com/office/drawing/2014/main" id="{ECD750DE-B386-C727-5270-4BBFAFA74248}"/>
                </a:ext>
              </a:extLst>
            </p:cNvPr>
            <p:cNvSpPr txBox="1"/>
            <p:nvPr/>
          </p:nvSpPr>
          <p:spPr>
            <a:xfrm>
              <a:off x="6672489" y="2561500"/>
              <a:ext cx="978715" cy="261610"/>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00" b="1" i="0" u="none" strike="noStrike" kern="1200" cap="none" spc="0" normalizeH="0" baseline="0" noProof="0">
                  <a:ln>
                    <a:noFill/>
                  </a:ln>
                  <a:solidFill>
                    <a:srgbClr val="FFFFFF"/>
                  </a:solidFill>
                  <a:effectLst/>
                  <a:uLnTx/>
                  <a:uFillTx/>
                  <a:latin typeface="Ubuntu"/>
                  <a:ea typeface="+mn-ea"/>
                  <a:cs typeface="+mn-cs"/>
                </a:rPr>
                <a:t>Send Draft</a:t>
              </a:r>
            </a:p>
          </p:txBody>
        </p:sp>
        <p:sp>
          <p:nvSpPr>
            <p:cNvPr id="53" name="TextBox 52">
              <a:extLst>
                <a:ext uri="{FF2B5EF4-FFF2-40B4-BE49-F238E27FC236}">
                  <a16:creationId xmlns:a16="http://schemas.microsoft.com/office/drawing/2014/main" id="{5EB0F3B6-55F6-8491-EBE9-05719AB59A06}"/>
                </a:ext>
              </a:extLst>
            </p:cNvPr>
            <p:cNvSpPr txBox="1"/>
            <p:nvPr/>
          </p:nvSpPr>
          <p:spPr>
            <a:xfrm>
              <a:off x="5501708" y="1959571"/>
              <a:ext cx="996033" cy="461665"/>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a:ln>
                    <a:noFill/>
                  </a:ln>
                  <a:solidFill>
                    <a:srgbClr val="FFFFFF"/>
                  </a:solidFill>
                  <a:effectLst/>
                  <a:uLnTx/>
                  <a:uFillTx/>
                  <a:latin typeface="Ubuntu"/>
                  <a:ea typeface="+mn-ea"/>
                  <a:cs typeface="+mn-cs"/>
                </a:rPr>
                <a:t>Workshop Invite</a:t>
              </a:r>
            </a:p>
          </p:txBody>
        </p:sp>
        <p:sp>
          <p:nvSpPr>
            <p:cNvPr id="54" name="TextBox 53">
              <a:extLst>
                <a:ext uri="{FF2B5EF4-FFF2-40B4-BE49-F238E27FC236}">
                  <a16:creationId xmlns:a16="http://schemas.microsoft.com/office/drawing/2014/main" id="{2E2631CB-6047-0BB8-EF7C-6614862C9633}"/>
                </a:ext>
              </a:extLst>
            </p:cNvPr>
            <p:cNvSpPr txBox="1"/>
            <p:nvPr/>
          </p:nvSpPr>
          <p:spPr>
            <a:xfrm>
              <a:off x="6900695" y="3700156"/>
              <a:ext cx="978715" cy="430887"/>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100" b="1" i="0" u="none" strike="noStrike" kern="1200" cap="none" spc="0" normalizeH="0" baseline="0" noProof="0">
                  <a:ln>
                    <a:noFill/>
                  </a:ln>
                  <a:solidFill>
                    <a:srgbClr val="FFFFFF"/>
                  </a:solidFill>
                  <a:effectLst/>
                  <a:uLnTx/>
                  <a:uFillTx/>
                  <a:latin typeface="Ubuntu"/>
                  <a:ea typeface="+mn-ea"/>
                  <a:cs typeface="+mn-cs"/>
                </a:rPr>
                <a:t>Conduct Workshop</a:t>
              </a:r>
            </a:p>
          </p:txBody>
        </p:sp>
        <p:sp>
          <p:nvSpPr>
            <p:cNvPr id="55" name="TextBox 54">
              <a:extLst>
                <a:ext uri="{FF2B5EF4-FFF2-40B4-BE49-F238E27FC236}">
                  <a16:creationId xmlns:a16="http://schemas.microsoft.com/office/drawing/2014/main" id="{FF671581-36C1-9BFE-397D-A7151E118F46}"/>
                </a:ext>
              </a:extLst>
            </p:cNvPr>
            <p:cNvSpPr txBox="1"/>
            <p:nvPr/>
          </p:nvSpPr>
          <p:spPr>
            <a:xfrm>
              <a:off x="7138364" y="4039143"/>
              <a:ext cx="640080" cy="246221"/>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srgbClr val="FFFFFF"/>
                  </a:solidFill>
                  <a:effectLst/>
                  <a:uLnTx/>
                  <a:uFillTx/>
                  <a:latin typeface="Ubuntu"/>
                  <a:ea typeface="+mn-ea"/>
                  <a:cs typeface="+mn-cs"/>
                </a:rPr>
                <a:t>Day 0 </a:t>
              </a:r>
            </a:p>
          </p:txBody>
        </p:sp>
        <p:sp>
          <p:nvSpPr>
            <p:cNvPr id="56" name="TextBox 55">
              <a:extLst>
                <a:ext uri="{FF2B5EF4-FFF2-40B4-BE49-F238E27FC236}">
                  <a16:creationId xmlns:a16="http://schemas.microsoft.com/office/drawing/2014/main" id="{C4BB099D-F09B-A1C6-A872-657E87666A6D}"/>
                </a:ext>
              </a:extLst>
            </p:cNvPr>
            <p:cNvSpPr txBox="1"/>
            <p:nvPr/>
          </p:nvSpPr>
          <p:spPr>
            <a:xfrm>
              <a:off x="6136995" y="4815758"/>
              <a:ext cx="978715" cy="261610"/>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100" b="1" i="0" u="none" strike="noStrike" kern="1200" cap="none" spc="0" normalizeH="0" baseline="0" noProof="0">
                  <a:ln>
                    <a:noFill/>
                  </a:ln>
                  <a:solidFill>
                    <a:srgbClr val="FFFFFF"/>
                  </a:solidFill>
                  <a:effectLst/>
                  <a:uLnTx/>
                  <a:uFillTx/>
                  <a:latin typeface="Ubuntu"/>
                  <a:ea typeface="+mn-ea"/>
                  <a:cs typeface="+mn-cs"/>
                </a:rPr>
                <a:t>Review</a:t>
              </a:r>
            </a:p>
          </p:txBody>
        </p:sp>
        <p:sp>
          <p:nvSpPr>
            <p:cNvPr id="57" name="TextBox 56">
              <a:extLst>
                <a:ext uri="{FF2B5EF4-FFF2-40B4-BE49-F238E27FC236}">
                  <a16:creationId xmlns:a16="http://schemas.microsoft.com/office/drawing/2014/main" id="{2EBB7BD9-C02D-02BF-3AD7-1E33CECA7FD1}"/>
                </a:ext>
              </a:extLst>
            </p:cNvPr>
            <p:cNvSpPr txBox="1"/>
            <p:nvPr/>
          </p:nvSpPr>
          <p:spPr>
            <a:xfrm>
              <a:off x="6344999" y="4976702"/>
              <a:ext cx="640080" cy="246221"/>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srgbClr val="FFFFFF"/>
                  </a:solidFill>
                  <a:effectLst/>
                  <a:uLnTx/>
                  <a:uFillTx/>
                  <a:latin typeface="Ubuntu"/>
                  <a:ea typeface="+mn-ea"/>
                  <a:cs typeface="+mn-cs"/>
                </a:rPr>
                <a:t>D0 + 3</a:t>
              </a:r>
            </a:p>
          </p:txBody>
        </p:sp>
        <p:sp>
          <p:nvSpPr>
            <p:cNvPr id="60" name="TextBox 59">
              <a:extLst>
                <a:ext uri="{FF2B5EF4-FFF2-40B4-BE49-F238E27FC236}">
                  <a16:creationId xmlns:a16="http://schemas.microsoft.com/office/drawing/2014/main" id="{0B6D7DB9-C4A6-B3C1-2B40-8B1D534C0995}"/>
                </a:ext>
              </a:extLst>
            </p:cNvPr>
            <p:cNvSpPr txBox="1"/>
            <p:nvPr/>
          </p:nvSpPr>
          <p:spPr>
            <a:xfrm>
              <a:off x="5158879" y="3107165"/>
              <a:ext cx="1605493" cy="692497"/>
            </a:xfrm>
            <a:prstGeom prst="rect">
              <a:avLst/>
            </a:prstGeom>
            <a:noFill/>
          </p:spPr>
          <p:txBody>
            <a:bodyPr wrap="square" rtlCol="0">
              <a:spAutoFit/>
            </a:bodyPr>
            <a:lstStyle/>
            <a:p>
              <a:pPr marL="0" marR="0" lvl="0" indent="0" algn="ctr" defTabSz="1088239" rtl="0" eaLnBrk="1" fontAlgn="auto" latinLnBrk="0" hangingPunct="1">
                <a:lnSpc>
                  <a:spcPct val="100000"/>
                </a:lnSpc>
                <a:spcBef>
                  <a:spcPts val="0"/>
                </a:spcBef>
                <a:spcAft>
                  <a:spcPts val="0"/>
                </a:spcAft>
                <a:buClrTx/>
                <a:buSzTx/>
                <a:buFontTx/>
                <a:buNone/>
                <a:tabLst/>
                <a:defRPr/>
              </a:pPr>
              <a:r>
                <a:rPr kumimoji="0" lang="en-IN" sz="1300" b="1" i="0" u="none" strike="noStrike" kern="1200" cap="none" spc="0" normalizeH="0" baseline="0" noProof="0">
                  <a:ln>
                    <a:noFill/>
                  </a:ln>
                  <a:solidFill>
                    <a:srgbClr val="FFFFFF"/>
                  </a:solidFill>
                  <a:effectLst/>
                  <a:uLnTx/>
                  <a:uFillTx/>
                  <a:latin typeface="Ubuntu Medium" panose="020B0604030602030204" pitchFamily="34" charset="0"/>
                  <a:ea typeface="+mn-ea"/>
                  <a:cs typeface="+mn-cs"/>
                </a:rPr>
                <a:t>Goal: Contextualized To-Be Process</a:t>
              </a:r>
            </a:p>
          </p:txBody>
        </p:sp>
        <p:sp>
          <p:nvSpPr>
            <p:cNvPr id="2" name="TextBox 1">
              <a:extLst>
                <a:ext uri="{FF2B5EF4-FFF2-40B4-BE49-F238E27FC236}">
                  <a16:creationId xmlns:a16="http://schemas.microsoft.com/office/drawing/2014/main" id="{DE69B79E-B8E1-5600-017B-32032473BDCF}"/>
                </a:ext>
              </a:extLst>
            </p:cNvPr>
            <p:cNvSpPr txBox="1"/>
            <p:nvPr/>
          </p:nvSpPr>
          <p:spPr>
            <a:xfrm>
              <a:off x="4854003" y="4682940"/>
              <a:ext cx="978715" cy="553998"/>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00" b="1" i="0" u="none" strike="noStrike" kern="1200" cap="none" spc="0" normalizeH="0" baseline="0" noProof="0">
                  <a:ln>
                    <a:noFill/>
                  </a:ln>
                  <a:solidFill>
                    <a:srgbClr val="FFFFFF"/>
                  </a:solidFill>
                  <a:effectLst/>
                  <a:uLnTx/>
                  <a:uFillTx/>
                  <a:latin typeface="Ubuntu"/>
                  <a:ea typeface="+mn-ea"/>
                  <a:cs typeface="+mn-cs"/>
                </a:rPr>
                <a:t>Process Owners Sign -off</a:t>
              </a:r>
            </a:p>
          </p:txBody>
        </p:sp>
        <p:sp>
          <p:nvSpPr>
            <p:cNvPr id="3" name="TextBox 2">
              <a:extLst>
                <a:ext uri="{FF2B5EF4-FFF2-40B4-BE49-F238E27FC236}">
                  <a16:creationId xmlns:a16="http://schemas.microsoft.com/office/drawing/2014/main" id="{081D3C63-D54D-E24C-3C2A-FC4420F251B9}"/>
                </a:ext>
              </a:extLst>
            </p:cNvPr>
            <p:cNvSpPr txBox="1"/>
            <p:nvPr/>
          </p:nvSpPr>
          <p:spPr>
            <a:xfrm>
              <a:off x="5085941" y="5137901"/>
              <a:ext cx="640080" cy="246221"/>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srgbClr val="FFFFFF"/>
                  </a:solidFill>
                  <a:effectLst/>
                  <a:uLnTx/>
                  <a:uFillTx/>
                  <a:latin typeface="Ubuntu"/>
                  <a:ea typeface="+mn-ea"/>
                  <a:cs typeface="+mn-cs"/>
                </a:rPr>
                <a:t>D0 + 4</a:t>
              </a:r>
            </a:p>
          </p:txBody>
        </p:sp>
        <p:sp>
          <p:nvSpPr>
            <p:cNvPr id="4" name="TextBox 3">
              <a:extLst>
                <a:ext uri="{FF2B5EF4-FFF2-40B4-BE49-F238E27FC236}">
                  <a16:creationId xmlns:a16="http://schemas.microsoft.com/office/drawing/2014/main" id="{5FAE239F-47FF-7E54-6ED4-2FFF2141FD2C}"/>
                </a:ext>
              </a:extLst>
            </p:cNvPr>
            <p:cNvSpPr txBox="1"/>
            <p:nvPr/>
          </p:nvSpPr>
          <p:spPr>
            <a:xfrm>
              <a:off x="4090261" y="3839088"/>
              <a:ext cx="978715" cy="400110"/>
            </a:xfrm>
            <a:prstGeom prst="rect">
              <a:avLst/>
            </a:prstGeom>
            <a:noFill/>
          </p:spPr>
          <p:txBody>
            <a:bodyPr wrap="square">
              <a:spAutoFit/>
            </a:bodyPr>
            <a:lstStyle/>
            <a:p>
              <a:pPr lvl="0" algn="ctr"/>
              <a:r>
                <a:rPr lang="en-US" sz="1000" b="1">
                  <a:solidFill>
                    <a:schemeClr val="bg1"/>
                  </a:solidFill>
                </a:rPr>
                <a:t>Management Validation</a:t>
              </a:r>
            </a:p>
          </p:txBody>
        </p:sp>
        <p:sp>
          <p:nvSpPr>
            <p:cNvPr id="7" name="Rectangle 6">
              <a:extLst>
                <a:ext uri="{FF2B5EF4-FFF2-40B4-BE49-F238E27FC236}">
                  <a16:creationId xmlns:a16="http://schemas.microsoft.com/office/drawing/2014/main" id="{63102C1F-16BE-6885-A705-BABAB153E32A}"/>
                </a:ext>
              </a:extLst>
            </p:cNvPr>
            <p:cNvSpPr/>
            <p:nvPr/>
          </p:nvSpPr>
          <p:spPr>
            <a:xfrm>
              <a:off x="5259964" y="2370963"/>
              <a:ext cx="273163" cy="372538"/>
            </a:xfrm>
            <a:prstGeom prst="rect">
              <a:avLst/>
            </a:prstGeom>
            <a:solidFill>
              <a:srgbClr val="27293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sz="1600" err="1"/>
            </a:p>
          </p:txBody>
        </p:sp>
      </p:grpSp>
      <p:sp>
        <p:nvSpPr>
          <p:cNvPr id="28" name="TextBox 27">
            <a:extLst>
              <a:ext uri="{FF2B5EF4-FFF2-40B4-BE49-F238E27FC236}">
                <a16:creationId xmlns:a16="http://schemas.microsoft.com/office/drawing/2014/main" id="{F7B68574-8279-35B4-D952-7B7049CB3BA2}"/>
              </a:ext>
            </a:extLst>
          </p:cNvPr>
          <p:cNvSpPr txBox="1"/>
          <p:nvPr/>
        </p:nvSpPr>
        <p:spPr>
          <a:xfrm>
            <a:off x="175743" y="29728"/>
            <a:ext cx="4574751" cy="338554"/>
          </a:xfrm>
          <a:prstGeom prst="rect">
            <a:avLst/>
          </a:prstGeom>
          <a:noFill/>
        </p:spPr>
        <p:txBody>
          <a:bodyPr wrap="square" rtlCol="0">
            <a:spAutoFit/>
          </a:bodyPr>
          <a:lstStyle/>
          <a:p>
            <a:r>
              <a:rPr lang="en-US" sz="1600" b="1">
                <a:solidFill>
                  <a:schemeClr val="bg1"/>
                </a:solidFill>
              </a:rPr>
              <a:t>PHASE 2: Process Design &amp; Validation</a:t>
            </a:r>
          </a:p>
        </p:txBody>
      </p:sp>
      <p:grpSp>
        <p:nvGrpSpPr>
          <p:cNvPr id="35" name="Group 34">
            <a:extLst>
              <a:ext uri="{FF2B5EF4-FFF2-40B4-BE49-F238E27FC236}">
                <a16:creationId xmlns:a16="http://schemas.microsoft.com/office/drawing/2014/main" id="{28802CA6-4D3B-DCB1-C77D-F52471E8155E}"/>
              </a:ext>
            </a:extLst>
          </p:cNvPr>
          <p:cNvGrpSpPr/>
          <p:nvPr/>
        </p:nvGrpSpPr>
        <p:grpSpPr>
          <a:xfrm>
            <a:off x="5392317" y="70096"/>
            <a:ext cx="5304257" cy="167498"/>
            <a:chOff x="6837649" y="990853"/>
            <a:chExt cx="5304257" cy="261730"/>
          </a:xfrm>
        </p:grpSpPr>
        <p:sp>
          <p:nvSpPr>
            <p:cNvPr id="36" name="Rectangle: Rounded Corners 35">
              <a:extLst>
                <a:ext uri="{FF2B5EF4-FFF2-40B4-BE49-F238E27FC236}">
                  <a16:creationId xmlns:a16="http://schemas.microsoft.com/office/drawing/2014/main" id="{BD6382CF-6238-7B3D-8F2E-DF3CE3970CFE}"/>
                </a:ext>
              </a:extLst>
            </p:cNvPr>
            <p:cNvSpPr/>
            <p:nvPr/>
          </p:nvSpPr>
          <p:spPr>
            <a:xfrm>
              <a:off x="6837649" y="990853"/>
              <a:ext cx="1004635" cy="249108"/>
            </a:xfrm>
            <a:prstGeom prst="roundRect">
              <a:avLst/>
            </a:prstGeom>
            <a:solidFill>
              <a:srgbClr val="40404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700"/>
                <a:t>Our Understanding</a:t>
              </a:r>
              <a:endParaRPr lang="en-IN" sz="700" err="1"/>
            </a:p>
          </p:txBody>
        </p:sp>
        <p:sp>
          <p:nvSpPr>
            <p:cNvPr id="37" name="Rectangle: Rounded Corners 36">
              <a:extLst>
                <a:ext uri="{FF2B5EF4-FFF2-40B4-BE49-F238E27FC236}">
                  <a16:creationId xmlns:a16="http://schemas.microsoft.com/office/drawing/2014/main" id="{AD02CC7E-9B92-38DB-7FEC-DFB15D0CC365}"/>
                </a:ext>
              </a:extLst>
            </p:cNvPr>
            <p:cNvSpPr/>
            <p:nvPr/>
          </p:nvSpPr>
          <p:spPr>
            <a:xfrm>
              <a:off x="7953152" y="1002292"/>
              <a:ext cx="1004635" cy="249108"/>
            </a:xfrm>
            <a:prstGeom prst="roundRect">
              <a:avLst/>
            </a:prstGeom>
            <a:solidFill>
              <a:srgbClr val="0070A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700"/>
                <a:t>Approach</a:t>
              </a:r>
              <a:endParaRPr lang="en-IN" sz="700" err="1"/>
            </a:p>
          </p:txBody>
        </p:sp>
        <p:sp>
          <p:nvSpPr>
            <p:cNvPr id="58" name="Rectangle: Rounded Corners 57">
              <a:extLst>
                <a:ext uri="{FF2B5EF4-FFF2-40B4-BE49-F238E27FC236}">
                  <a16:creationId xmlns:a16="http://schemas.microsoft.com/office/drawing/2014/main" id="{1073BDAA-5E85-B7C3-C77D-4C6F5B080365}"/>
                </a:ext>
              </a:extLst>
            </p:cNvPr>
            <p:cNvSpPr/>
            <p:nvPr/>
          </p:nvSpPr>
          <p:spPr>
            <a:xfrm>
              <a:off x="9017511" y="1003475"/>
              <a:ext cx="1004635" cy="249108"/>
            </a:xfrm>
            <a:prstGeom prst="roundRect">
              <a:avLst/>
            </a:prstGeom>
            <a:solidFill>
              <a:srgbClr val="40404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700"/>
                <a:t>Team</a:t>
              </a:r>
              <a:endParaRPr lang="en-IN" sz="700"/>
            </a:p>
          </p:txBody>
        </p:sp>
        <p:sp>
          <p:nvSpPr>
            <p:cNvPr id="59" name="Rectangle: Rounded Corners 58">
              <a:extLst>
                <a:ext uri="{FF2B5EF4-FFF2-40B4-BE49-F238E27FC236}">
                  <a16:creationId xmlns:a16="http://schemas.microsoft.com/office/drawing/2014/main" id="{F69C839F-0828-A75B-7853-234A2EE6A7F7}"/>
                </a:ext>
              </a:extLst>
            </p:cNvPr>
            <p:cNvSpPr/>
            <p:nvPr/>
          </p:nvSpPr>
          <p:spPr>
            <a:xfrm>
              <a:off x="10081870" y="1001985"/>
              <a:ext cx="1004635" cy="249108"/>
            </a:xfrm>
            <a:prstGeom prst="roundRect">
              <a:avLst/>
            </a:prstGeom>
            <a:solidFill>
              <a:srgbClr val="40404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700"/>
                <a:t>Why US</a:t>
              </a:r>
              <a:endParaRPr lang="en-IN" sz="700"/>
            </a:p>
          </p:txBody>
        </p:sp>
        <p:sp>
          <p:nvSpPr>
            <p:cNvPr id="61" name="Rectangle: Rounded Corners 60">
              <a:extLst>
                <a:ext uri="{FF2B5EF4-FFF2-40B4-BE49-F238E27FC236}">
                  <a16:creationId xmlns:a16="http://schemas.microsoft.com/office/drawing/2014/main" id="{95E32052-65FC-D5E9-A36C-86286CC2B2CA}"/>
                </a:ext>
              </a:extLst>
            </p:cNvPr>
            <p:cNvSpPr/>
            <p:nvPr/>
          </p:nvSpPr>
          <p:spPr>
            <a:xfrm>
              <a:off x="11137271" y="997539"/>
              <a:ext cx="1004635" cy="249108"/>
            </a:xfrm>
            <a:prstGeom prst="roundRect">
              <a:avLst/>
            </a:prstGeom>
            <a:solidFill>
              <a:srgbClr val="40404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700"/>
                <a:t>Credentials</a:t>
              </a:r>
              <a:endParaRPr lang="en-IN" sz="700"/>
            </a:p>
          </p:txBody>
        </p:sp>
      </p:grpSp>
    </p:spTree>
    <p:extLst>
      <p:ext uri="{BB962C8B-B14F-4D97-AF65-F5344CB8AC3E}">
        <p14:creationId xmlns:p14="http://schemas.microsoft.com/office/powerpoint/2010/main" val="296838150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6478208-22C8-C832-5BE9-188F553F9290}"/>
            </a:ext>
          </a:extLst>
        </p:cNvPr>
        <p:cNvGrpSpPr/>
        <p:nvPr/>
      </p:nvGrpSpPr>
      <p:grpSpPr>
        <a:xfrm>
          <a:off x="0" y="0"/>
          <a:ext cx="0" cy="0"/>
          <a:chOff x="0" y="0"/>
          <a:chExt cx="0" cy="0"/>
        </a:xfrm>
      </p:grpSpPr>
      <p:graphicFrame>
        <p:nvGraphicFramePr>
          <p:cNvPr id="71" name="think-cell data - do not delete" hidden="1">
            <a:extLst>
              <a:ext uri="{FF2B5EF4-FFF2-40B4-BE49-F238E27FC236}">
                <a16:creationId xmlns:a16="http://schemas.microsoft.com/office/drawing/2014/main" id="{4816080D-5121-C124-6051-115CDE0FC963}"/>
              </a:ext>
            </a:extLst>
          </p:cNvPr>
          <p:cNvGraphicFramePr>
            <a:graphicFrameLocks noChangeAspect="1"/>
          </p:cNvGraphicFramePr>
          <p:nvPr>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4" imgW="350" imgH="350" progId="TCLayout.ActiveDocument.1">
                  <p:embed/>
                </p:oleObj>
              </mc:Choice>
              <mc:Fallback>
                <p:oleObj name="think-cell Slide" r:id="rId4" imgW="350" imgH="350" progId="TCLayout.ActiveDocument.1">
                  <p:embed/>
                  <p:pic>
                    <p:nvPicPr>
                      <p:cNvPr id="71" name="think-cell data - do not delete" hidden="1">
                        <a:extLst>
                          <a:ext uri="{FF2B5EF4-FFF2-40B4-BE49-F238E27FC236}">
                            <a16:creationId xmlns:a16="http://schemas.microsoft.com/office/drawing/2014/main" id="{4816080D-5121-C124-6051-115CDE0FC963}"/>
                          </a:ext>
                        </a:extLst>
                      </p:cNvPr>
                      <p:cNvPicPr/>
                      <p:nvPr/>
                    </p:nvPicPr>
                    <p:blipFill>
                      <a:blip r:embed="rId5"/>
                      <a:stretch>
                        <a:fillRect/>
                      </a:stretch>
                    </p:blipFill>
                    <p:spPr>
                      <a:xfrm>
                        <a:off x="1588" y="1588"/>
                        <a:ext cx="1588" cy="1588"/>
                      </a:xfrm>
                      <a:prstGeom prst="rect">
                        <a:avLst/>
                      </a:prstGeom>
                    </p:spPr>
                  </p:pic>
                </p:oleObj>
              </mc:Fallback>
            </mc:AlternateContent>
          </a:graphicData>
        </a:graphic>
      </p:graphicFrame>
      <p:sp>
        <p:nvSpPr>
          <p:cNvPr id="2" name="Title 1">
            <a:extLst>
              <a:ext uri="{FF2B5EF4-FFF2-40B4-BE49-F238E27FC236}">
                <a16:creationId xmlns:a16="http://schemas.microsoft.com/office/drawing/2014/main" id="{4BBAD27C-8154-97F0-CD40-81D54B3D1720}"/>
              </a:ext>
            </a:extLst>
          </p:cNvPr>
          <p:cNvSpPr>
            <a:spLocks noGrp="1"/>
          </p:cNvSpPr>
          <p:nvPr>
            <p:ph type="title"/>
          </p:nvPr>
        </p:nvSpPr>
        <p:spPr>
          <a:xfrm>
            <a:off x="414973" y="260350"/>
            <a:ext cx="9691052" cy="792163"/>
          </a:xfrm>
        </p:spPr>
        <p:txBody>
          <a:bodyPr vert="horz"/>
          <a:lstStyle/>
          <a:p>
            <a:r>
              <a:rPr lang="en-GB" cap="none"/>
              <a:t>Our Quality assurance and control team will ensure that the processes are right first time and fit for purpose</a:t>
            </a:r>
          </a:p>
        </p:txBody>
      </p:sp>
      <p:sp>
        <p:nvSpPr>
          <p:cNvPr id="16" name="Rectangle 15">
            <a:extLst>
              <a:ext uri="{FF2B5EF4-FFF2-40B4-BE49-F238E27FC236}">
                <a16:creationId xmlns:a16="http://schemas.microsoft.com/office/drawing/2014/main" id="{19C0F259-E07C-8A6F-BC74-CF067F953045}"/>
              </a:ext>
            </a:extLst>
          </p:cNvPr>
          <p:cNvSpPr/>
          <p:nvPr/>
        </p:nvSpPr>
        <p:spPr>
          <a:xfrm>
            <a:off x="4792885" y="7273053"/>
            <a:ext cx="2445026" cy="1215241"/>
          </a:xfrm>
          <a:prstGeom prst="rect">
            <a:avLst/>
          </a:prstGeom>
          <a:solidFill>
            <a:srgbClr val="FFFF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fr-FR" sz="1600" b="0" i="0" u="none" strike="noStrike" kern="1200" cap="none" spc="0" normalizeH="0" baseline="0" noProof="0">
                <a:ln>
                  <a:noFill/>
                </a:ln>
                <a:solidFill>
                  <a:srgbClr val="FF0000"/>
                </a:solidFill>
                <a:effectLst/>
                <a:uLnTx/>
                <a:uFillTx/>
                <a:latin typeface="Ubuntu"/>
                <a:ea typeface="+mn-ea"/>
                <a:cs typeface="+mn-cs"/>
              </a:rPr>
              <a:t>Middle East team inputs</a:t>
            </a:r>
            <a:endParaRPr kumimoji="0" lang="en-US" sz="1600" b="0" i="0" u="none" strike="noStrike" kern="1200" cap="none" spc="0" normalizeH="0" baseline="0" noProof="0" err="1">
              <a:ln>
                <a:noFill/>
              </a:ln>
              <a:solidFill>
                <a:srgbClr val="FF0000"/>
              </a:solidFill>
              <a:effectLst/>
              <a:uLnTx/>
              <a:uFillTx/>
              <a:latin typeface="Ubuntu"/>
              <a:ea typeface="+mn-ea"/>
              <a:cs typeface="+mn-cs"/>
            </a:endParaRPr>
          </a:p>
        </p:txBody>
      </p:sp>
      <p:sp>
        <p:nvSpPr>
          <p:cNvPr id="28" name="Rectangle 27">
            <a:extLst>
              <a:ext uri="{FF2B5EF4-FFF2-40B4-BE49-F238E27FC236}">
                <a16:creationId xmlns:a16="http://schemas.microsoft.com/office/drawing/2014/main" id="{85896666-5DF2-23B9-09E5-0F40E090357F}"/>
              </a:ext>
            </a:extLst>
          </p:cNvPr>
          <p:cNvSpPr>
            <a:spLocks noChangeArrowheads="1"/>
          </p:cNvSpPr>
          <p:nvPr/>
        </p:nvSpPr>
        <p:spPr bwMode="auto">
          <a:xfrm>
            <a:off x="8707217" y="1716351"/>
            <a:ext cx="2802444" cy="3756605"/>
          </a:xfrm>
          <a:prstGeom prst="rect">
            <a:avLst/>
          </a:prstGeom>
          <a:solidFill>
            <a:srgbClr val="0F878A"/>
          </a:solidFill>
          <a:ln w="9525">
            <a:solidFill>
              <a:schemeClr val="bg1"/>
            </a:solidFill>
            <a:miter lim="800000"/>
            <a:headEnd/>
            <a:tailEnd/>
          </a:ln>
        </p:spPr>
        <p:txBody>
          <a:bodyPr vert="horz" wrap="square" lIns="91440" tIns="1097280" rIns="91440" bIns="45720" numCol="1" anchor="t" anchorCtr="0" compatLnSpc="1">
            <a:prstTxWarp prst="textNoShape">
              <a:avLst/>
            </a:prstTxWarp>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a:ln>
                  <a:noFill/>
                </a:ln>
                <a:solidFill>
                  <a:srgbClr val="FFFFFF"/>
                </a:solidFill>
                <a:effectLst/>
                <a:uLnTx/>
                <a:uFillTx/>
                <a:latin typeface="Ubuntu Medium"/>
                <a:ea typeface="+mn-ea"/>
                <a:cs typeface="Arial" panose="020B0604020202020204" pitchFamily="34" charset="0"/>
              </a:rPr>
              <a:t>Review &amp; Validate</a:t>
            </a:r>
          </a:p>
        </p:txBody>
      </p:sp>
      <p:sp>
        <p:nvSpPr>
          <p:cNvPr id="30" name="Rectangle 15">
            <a:extLst>
              <a:ext uri="{FF2B5EF4-FFF2-40B4-BE49-F238E27FC236}">
                <a16:creationId xmlns:a16="http://schemas.microsoft.com/office/drawing/2014/main" id="{9B8D17C8-E05F-B1AF-AC94-A43741A36D8E}"/>
              </a:ext>
            </a:extLst>
          </p:cNvPr>
          <p:cNvSpPr>
            <a:spLocks noChangeArrowheads="1"/>
          </p:cNvSpPr>
          <p:nvPr/>
        </p:nvSpPr>
        <p:spPr bwMode="auto">
          <a:xfrm>
            <a:off x="4674066" y="1702905"/>
            <a:ext cx="2802444" cy="3748449"/>
          </a:xfrm>
          <a:prstGeom prst="rect">
            <a:avLst/>
          </a:prstGeom>
          <a:solidFill>
            <a:srgbClr val="14596B"/>
          </a:solidFill>
          <a:ln w="9525">
            <a:solidFill>
              <a:schemeClr val="bg1"/>
            </a:solidFill>
            <a:miter lim="800000"/>
            <a:headEnd/>
            <a:tailEnd/>
          </a:ln>
        </p:spPr>
        <p:txBody>
          <a:bodyPr vert="horz" wrap="square" lIns="91440" tIns="1097280" rIns="91440" bIns="45720" numCol="1" anchor="t" anchorCtr="0" compatLnSpc="1">
            <a:prstTxWarp prst="textNoShape">
              <a:avLst/>
            </a:prstTxWarp>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a:ln>
                  <a:noFill/>
                </a:ln>
                <a:solidFill>
                  <a:srgbClr val="FFFFFF"/>
                </a:solidFill>
                <a:effectLst/>
                <a:uLnTx/>
                <a:uFillTx/>
                <a:latin typeface="Ubuntu Medium"/>
                <a:ea typeface="+mn-ea"/>
                <a:cs typeface="Arial" panose="020B0604020202020204" pitchFamily="34" charset="0"/>
              </a:rPr>
              <a:t>Process implementation execution &amp; Control</a:t>
            </a:r>
          </a:p>
        </p:txBody>
      </p:sp>
      <p:sp>
        <p:nvSpPr>
          <p:cNvPr id="31" name="Rectangle 16">
            <a:extLst>
              <a:ext uri="{FF2B5EF4-FFF2-40B4-BE49-F238E27FC236}">
                <a16:creationId xmlns:a16="http://schemas.microsoft.com/office/drawing/2014/main" id="{949177B3-D559-FA70-AE4F-D8013D7445D6}"/>
              </a:ext>
            </a:extLst>
          </p:cNvPr>
          <p:cNvSpPr>
            <a:spLocks noChangeArrowheads="1"/>
          </p:cNvSpPr>
          <p:nvPr/>
        </p:nvSpPr>
        <p:spPr bwMode="auto">
          <a:xfrm>
            <a:off x="682338" y="1716350"/>
            <a:ext cx="2802444" cy="3756605"/>
          </a:xfrm>
          <a:prstGeom prst="rect">
            <a:avLst/>
          </a:prstGeom>
          <a:solidFill>
            <a:srgbClr val="173340"/>
          </a:solidFill>
          <a:ln w="9525">
            <a:solidFill>
              <a:schemeClr val="bg1"/>
            </a:solidFill>
            <a:miter lim="800000"/>
            <a:headEnd/>
            <a:tailEnd/>
          </a:ln>
        </p:spPr>
        <p:txBody>
          <a:bodyPr vert="horz" wrap="square" lIns="91440" tIns="1097280" rIns="91440" bIns="45720" numCol="1" anchor="t" anchorCtr="0" compatLnSpc="1">
            <a:prstTxWarp prst="textNoShape">
              <a:avLst/>
            </a:prstTxWarp>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a:ln>
                  <a:noFill/>
                </a:ln>
                <a:solidFill>
                  <a:srgbClr val="FFFFFF"/>
                </a:solidFill>
                <a:effectLst/>
                <a:uLnTx/>
                <a:uFillTx/>
                <a:latin typeface="Ubuntu Medium"/>
                <a:ea typeface="+mn-ea"/>
                <a:cs typeface="Arial" panose="020B0604020202020204" pitchFamily="34" charset="0"/>
              </a:rPr>
              <a:t>Establish quality objectives and standards</a:t>
            </a:r>
          </a:p>
        </p:txBody>
      </p:sp>
      <p:sp>
        <p:nvSpPr>
          <p:cNvPr id="32" name="TextBox 31">
            <a:extLst>
              <a:ext uri="{FF2B5EF4-FFF2-40B4-BE49-F238E27FC236}">
                <a16:creationId xmlns:a16="http://schemas.microsoft.com/office/drawing/2014/main" id="{AF882C50-BECD-195B-AB91-DA37DA4D0369}"/>
              </a:ext>
            </a:extLst>
          </p:cNvPr>
          <p:cNvSpPr txBox="1"/>
          <p:nvPr/>
        </p:nvSpPr>
        <p:spPr>
          <a:xfrm>
            <a:off x="710886" y="3745214"/>
            <a:ext cx="2732471" cy="1246495"/>
          </a:xfrm>
          <a:prstGeom prst="rect">
            <a:avLst/>
          </a:prstGeom>
          <a:noFill/>
        </p:spPr>
        <p:txBody>
          <a:bodyPr wrap="square" rtlCol="0">
            <a:spAutoFit/>
          </a:bodyPr>
          <a:lstStyle/>
          <a:p>
            <a:pPr marL="171450" marR="0" lvl="0" indent="-171450" algn="l" defTabSz="914400" rtl="0" eaLnBrk="1" fontAlgn="auto" latinLnBrk="0" hangingPunct="1">
              <a:lnSpc>
                <a:spcPct val="100000"/>
              </a:lnSpc>
              <a:spcBef>
                <a:spcPts val="0"/>
              </a:spcBef>
              <a:spcAft>
                <a:spcPts val="200"/>
              </a:spcAft>
              <a:buClr>
                <a:srgbClr val="FFFFFF"/>
              </a:buClr>
              <a:buSzTx/>
              <a:buFont typeface="Wingdings" panose="05000000000000000000" pitchFamily="2" charset="2"/>
              <a:buChar char="§"/>
              <a:tabLst>
                <a:tab pos="1141413" algn="l"/>
              </a:tabLst>
              <a:defRPr/>
            </a:pPr>
            <a:r>
              <a:rPr kumimoji="0" lang="en-US" sz="1000" b="0" i="0" u="none" strike="noStrike" kern="1200" cap="none" spc="0" normalizeH="0" baseline="0" noProof="0">
                <a:ln>
                  <a:noFill/>
                </a:ln>
                <a:solidFill>
                  <a:srgbClr val="FFFFFF"/>
                </a:solidFill>
                <a:effectLst/>
                <a:uLnTx/>
                <a:uFillTx/>
                <a:latin typeface="Ubuntu Medium"/>
                <a:ea typeface="+mn-ea"/>
                <a:cs typeface="+mn-cs"/>
              </a:rPr>
              <a:t>Establish standards, guidelines  and procedures for Quality assurance, Aris nomenclature and process design</a:t>
            </a:r>
          </a:p>
          <a:p>
            <a:pPr marL="171450" marR="0" lvl="0" indent="-171450" algn="l" defTabSz="914400" rtl="0" eaLnBrk="1" fontAlgn="auto" latinLnBrk="0" hangingPunct="1">
              <a:lnSpc>
                <a:spcPct val="100000"/>
              </a:lnSpc>
              <a:spcBef>
                <a:spcPts val="0"/>
              </a:spcBef>
              <a:spcAft>
                <a:spcPts val="200"/>
              </a:spcAft>
              <a:buClr>
                <a:srgbClr val="FFFFFF"/>
              </a:buClr>
              <a:buSzTx/>
              <a:buFont typeface="Wingdings" panose="05000000000000000000" pitchFamily="2" charset="2"/>
              <a:buChar char="§"/>
              <a:tabLst>
                <a:tab pos="1141413" algn="l"/>
              </a:tabLst>
              <a:defRPr/>
            </a:pPr>
            <a:r>
              <a:rPr kumimoji="0" lang="en-US" sz="1000" b="0" i="0" u="none" strike="noStrike" kern="1200" cap="none" spc="0" normalizeH="0" baseline="0" noProof="0">
                <a:ln>
                  <a:noFill/>
                </a:ln>
                <a:solidFill>
                  <a:srgbClr val="FFFFFF"/>
                </a:solidFill>
                <a:effectLst/>
                <a:uLnTx/>
                <a:uFillTx/>
                <a:latin typeface="Ubuntu Medium"/>
                <a:ea typeface="+mn-ea"/>
                <a:cs typeface="+mn-cs"/>
              </a:rPr>
              <a:t>Creation of quality management plan to detail the timelines and actions</a:t>
            </a:r>
          </a:p>
          <a:p>
            <a:pPr marL="171450" marR="0" lvl="0" indent="-171450" algn="l" defTabSz="914400" rtl="0" eaLnBrk="1" fontAlgn="auto" latinLnBrk="0" hangingPunct="1">
              <a:lnSpc>
                <a:spcPct val="100000"/>
              </a:lnSpc>
              <a:spcBef>
                <a:spcPts val="0"/>
              </a:spcBef>
              <a:spcAft>
                <a:spcPts val="200"/>
              </a:spcAft>
              <a:buClr>
                <a:srgbClr val="FFFFFF"/>
              </a:buClr>
              <a:buSzTx/>
              <a:buFont typeface="Wingdings" panose="05000000000000000000" pitchFamily="2" charset="2"/>
              <a:buChar char="§"/>
              <a:tabLst>
                <a:tab pos="1141413" algn="l"/>
              </a:tabLst>
              <a:defRPr/>
            </a:pPr>
            <a:r>
              <a:rPr kumimoji="0" lang="en-US" sz="1000" b="0" i="0" u="none" strike="noStrike" kern="1200" cap="none" spc="0" normalizeH="0" baseline="0" noProof="0">
                <a:ln>
                  <a:noFill/>
                </a:ln>
                <a:solidFill>
                  <a:srgbClr val="FFFFFF"/>
                </a:solidFill>
                <a:effectLst/>
                <a:uLnTx/>
                <a:uFillTx/>
                <a:latin typeface="Ubuntu Medium"/>
                <a:ea typeface="+mn-ea"/>
                <a:cs typeface="+mn-cs"/>
              </a:rPr>
              <a:t>Identify metrics to measure success</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tab pos="1141413" algn="l"/>
              </a:tabLst>
              <a:defRPr/>
            </a:pPr>
            <a:endParaRPr kumimoji="0" lang="en-GB" sz="1000" b="0" i="0" u="none" strike="noStrike" kern="1200" cap="none" spc="0" normalizeH="0" baseline="0" noProof="0">
              <a:ln>
                <a:noFill/>
              </a:ln>
              <a:solidFill>
                <a:srgbClr val="FFFFFF"/>
              </a:solidFill>
              <a:effectLst/>
              <a:uLnTx/>
              <a:uFillTx/>
              <a:latin typeface="Ubuntu Medium"/>
              <a:ea typeface="+mn-ea"/>
              <a:cs typeface="Calibri" panose="020F0502020204030204" pitchFamily="34" charset="0"/>
            </a:endParaRPr>
          </a:p>
        </p:txBody>
      </p:sp>
      <p:sp>
        <p:nvSpPr>
          <p:cNvPr id="34" name="TextBox 33">
            <a:extLst>
              <a:ext uri="{FF2B5EF4-FFF2-40B4-BE49-F238E27FC236}">
                <a16:creationId xmlns:a16="http://schemas.microsoft.com/office/drawing/2014/main" id="{9F28EE64-CB9C-4138-81A6-D311688E2339}"/>
              </a:ext>
            </a:extLst>
          </p:cNvPr>
          <p:cNvSpPr txBox="1"/>
          <p:nvPr/>
        </p:nvSpPr>
        <p:spPr>
          <a:xfrm>
            <a:off x="4788010" y="3745214"/>
            <a:ext cx="2688500" cy="1426031"/>
          </a:xfrm>
          <a:prstGeom prst="rect">
            <a:avLst/>
          </a:prstGeom>
          <a:noFill/>
        </p:spPr>
        <p:txBody>
          <a:bodyPr wrap="square" rtlCol="0">
            <a:spAutoFit/>
          </a:bodyPr>
          <a:lstStyle/>
          <a:p>
            <a:pPr marL="171450" marR="0" lvl="0" indent="-171450" algn="l" defTabSz="914400" rtl="0" eaLnBrk="1" fontAlgn="auto" latinLnBrk="0" hangingPunct="1">
              <a:lnSpc>
                <a:spcPct val="100000"/>
              </a:lnSpc>
              <a:spcBef>
                <a:spcPts val="0"/>
              </a:spcBef>
              <a:spcAft>
                <a:spcPts val="200"/>
              </a:spcAft>
              <a:buClrTx/>
              <a:buSzTx/>
              <a:buFont typeface="Arial" panose="020B0604020202020204" pitchFamily="34" charset="0"/>
              <a:buChar char="•"/>
              <a:tabLst/>
              <a:defRPr/>
            </a:pPr>
            <a:r>
              <a:rPr kumimoji="0" lang="en-US" sz="1000" b="0" i="0" u="none" strike="noStrike" kern="1200" cap="none" spc="0" normalizeH="0" baseline="0" noProof="0">
                <a:ln>
                  <a:noFill/>
                </a:ln>
                <a:solidFill>
                  <a:srgbClr val="FFFFFF"/>
                </a:solidFill>
                <a:effectLst/>
                <a:uLnTx/>
                <a:uFillTx/>
                <a:latin typeface="Ubuntu Medium"/>
                <a:ea typeface="+mn-ea"/>
                <a:cs typeface="+mn-cs"/>
              </a:rPr>
              <a:t>Execute &amp; control business process implementation plan</a:t>
            </a:r>
          </a:p>
          <a:p>
            <a:pPr marL="171450" marR="0" lvl="0" indent="-171450" algn="l" defTabSz="914400" rtl="0" eaLnBrk="1" fontAlgn="auto" latinLnBrk="0" hangingPunct="1">
              <a:lnSpc>
                <a:spcPct val="100000"/>
              </a:lnSpc>
              <a:spcBef>
                <a:spcPts val="0"/>
              </a:spcBef>
              <a:spcAft>
                <a:spcPts val="200"/>
              </a:spcAft>
              <a:buClrTx/>
              <a:buSzTx/>
              <a:buFont typeface="Arial" panose="020B0604020202020204" pitchFamily="34" charset="0"/>
              <a:buChar char="•"/>
              <a:tabLst/>
              <a:defRPr/>
            </a:pPr>
            <a:r>
              <a:rPr kumimoji="0" lang="en-US" sz="1000" b="0" i="0" u="none" strike="noStrike" kern="1200" cap="none" spc="0" normalizeH="0" baseline="0" noProof="0">
                <a:ln>
                  <a:noFill/>
                </a:ln>
                <a:solidFill>
                  <a:srgbClr val="FFFFFF"/>
                </a:solidFill>
                <a:effectLst/>
                <a:uLnTx/>
                <a:uFillTx/>
                <a:latin typeface="Ubuntu Medium"/>
                <a:ea typeface="+mn-ea"/>
                <a:cs typeface="+mn-cs"/>
              </a:rPr>
              <a:t>Lead regular check-ins</a:t>
            </a:r>
          </a:p>
          <a:p>
            <a:pPr marL="171450" marR="0" lvl="0" indent="-171450" algn="l" defTabSz="914400" rtl="0" eaLnBrk="1" fontAlgn="auto" latinLnBrk="0" hangingPunct="1">
              <a:lnSpc>
                <a:spcPct val="100000"/>
              </a:lnSpc>
              <a:spcBef>
                <a:spcPts val="0"/>
              </a:spcBef>
              <a:spcAft>
                <a:spcPts val="200"/>
              </a:spcAft>
              <a:buClrTx/>
              <a:buSzTx/>
              <a:buFont typeface="Arial" panose="020B0604020202020204" pitchFamily="34" charset="0"/>
              <a:buChar char="•"/>
              <a:tabLst/>
              <a:defRPr/>
            </a:pPr>
            <a:r>
              <a:rPr kumimoji="0" lang="en-US" sz="1000" b="0" i="0" u="none" strike="noStrike" kern="1200" cap="none" spc="0" normalizeH="0" baseline="0" noProof="0">
                <a:ln>
                  <a:noFill/>
                </a:ln>
                <a:solidFill>
                  <a:srgbClr val="FFFFFF"/>
                </a:solidFill>
                <a:effectLst/>
                <a:uLnTx/>
                <a:uFillTx/>
                <a:latin typeface="Ubuntu Medium"/>
                <a:ea typeface="+mn-ea"/>
                <a:cs typeface="+mn-cs"/>
              </a:rPr>
              <a:t>Coordinate action items across the process implementation team</a:t>
            </a:r>
          </a:p>
          <a:p>
            <a:pPr marL="171450" marR="0" lvl="0" indent="-171450" algn="l" defTabSz="914400" rtl="0" eaLnBrk="1" fontAlgn="auto" latinLnBrk="0" hangingPunct="1">
              <a:lnSpc>
                <a:spcPct val="100000"/>
              </a:lnSpc>
              <a:spcBef>
                <a:spcPts val="0"/>
              </a:spcBef>
              <a:spcAft>
                <a:spcPts val="200"/>
              </a:spcAft>
              <a:buClrTx/>
              <a:buSzTx/>
              <a:buFont typeface="Arial" panose="020B0604020202020204" pitchFamily="34" charset="0"/>
              <a:buChar char="•"/>
              <a:tabLst/>
              <a:defRPr/>
            </a:pPr>
            <a:r>
              <a:rPr kumimoji="0" lang="en-US" sz="1000" b="0" i="0" u="none" strike="noStrike" kern="1200" cap="none" spc="0" normalizeH="0" baseline="0" noProof="0">
                <a:ln>
                  <a:noFill/>
                </a:ln>
                <a:solidFill>
                  <a:srgbClr val="FFFFFF"/>
                </a:solidFill>
                <a:effectLst/>
                <a:uLnTx/>
                <a:uFillTx/>
                <a:latin typeface="Ubuntu Medium"/>
                <a:ea typeface="+mn-ea"/>
                <a:cs typeface="+mn-cs"/>
              </a:rPr>
              <a:t>Oversee execution of corrective tasks</a:t>
            </a:r>
          </a:p>
          <a:p>
            <a:pPr marL="171450" marR="0" lvl="0" indent="-171450" algn="l" defTabSz="914400" rtl="0" eaLnBrk="1" fontAlgn="auto" latinLnBrk="0" hangingPunct="1">
              <a:lnSpc>
                <a:spcPct val="100000"/>
              </a:lnSpc>
              <a:spcBef>
                <a:spcPts val="0"/>
              </a:spcBef>
              <a:spcAft>
                <a:spcPts val="200"/>
              </a:spcAft>
              <a:buClrTx/>
              <a:buSzTx/>
              <a:buFont typeface="Arial" panose="020B0604020202020204" pitchFamily="34" charset="0"/>
              <a:buChar char="•"/>
              <a:tabLst/>
              <a:defRPr/>
            </a:pPr>
            <a:r>
              <a:rPr kumimoji="0" lang="en-US" sz="1000" b="0" i="0" u="none" strike="noStrike" kern="1200" cap="none" spc="0" normalizeH="0" baseline="0" noProof="0">
                <a:ln>
                  <a:noFill/>
                </a:ln>
                <a:solidFill>
                  <a:srgbClr val="FFFFFF"/>
                </a:solidFill>
                <a:effectLst/>
                <a:uLnTx/>
                <a:uFillTx/>
                <a:latin typeface="Ubuntu Medium"/>
                <a:ea typeface="+mn-ea"/>
                <a:cs typeface="+mn-cs"/>
              </a:rPr>
              <a:t>Ensure adherence to quality standards and project constraints</a:t>
            </a:r>
          </a:p>
        </p:txBody>
      </p:sp>
      <p:sp>
        <p:nvSpPr>
          <p:cNvPr id="36" name="TextBox 35">
            <a:extLst>
              <a:ext uri="{FF2B5EF4-FFF2-40B4-BE49-F238E27FC236}">
                <a16:creationId xmlns:a16="http://schemas.microsoft.com/office/drawing/2014/main" id="{2C9FC041-A7FF-7E6A-B60C-F3A41343872D}"/>
              </a:ext>
            </a:extLst>
          </p:cNvPr>
          <p:cNvSpPr txBox="1"/>
          <p:nvPr/>
        </p:nvSpPr>
        <p:spPr>
          <a:xfrm>
            <a:off x="8707218" y="3604784"/>
            <a:ext cx="2773896" cy="1528624"/>
          </a:xfrm>
          <a:prstGeom prst="rect">
            <a:avLst/>
          </a:prstGeom>
          <a:noFill/>
        </p:spPr>
        <p:txBody>
          <a:bodyPr wrap="square" rtlCol="0">
            <a:spAutoFit/>
          </a:bodyPr>
          <a:lstStyle/>
          <a:p>
            <a:pPr marL="285750" marR="0" lvl="0" indent="-285750" algn="l" defTabSz="914400" rtl="0" eaLnBrk="0" fontAlgn="base" latinLnBrk="0" hangingPunct="0">
              <a:lnSpc>
                <a:spcPct val="100000"/>
              </a:lnSpc>
              <a:spcBef>
                <a:spcPts val="0"/>
              </a:spcBef>
              <a:spcAft>
                <a:spcPts val="200"/>
              </a:spcAft>
              <a:buClr>
                <a:srgbClr val="FFFFFF"/>
              </a:buClr>
              <a:buSzTx/>
              <a:buFont typeface="Wingdings" panose="05000000000000000000" pitchFamily="2" charset="2"/>
              <a:buChar char="§"/>
              <a:tabLst/>
              <a:defRPr/>
            </a:pPr>
            <a:r>
              <a:rPr kumimoji="0" lang="en-US" altLang="en-US" sz="1000" b="0" i="0" u="none" strike="noStrike" kern="1200" cap="none" spc="0" normalizeH="0" baseline="0" noProof="0" dirty="0">
                <a:ln>
                  <a:noFill/>
                </a:ln>
                <a:solidFill>
                  <a:srgbClr val="FFFFFF"/>
                </a:solidFill>
                <a:effectLst/>
                <a:uLnTx/>
                <a:uFillTx/>
                <a:latin typeface="Ubuntu Medium"/>
                <a:ea typeface="+mn-ea"/>
                <a:cs typeface="+mn-cs"/>
              </a:rPr>
              <a:t>Review and analyze</a:t>
            </a:r>
            <a:r>
              <a:rPr lang="en-US" altLang="en-US" sz="1000" dirty="0">
                <a:solidFill>
                  <a:srgbClr val="FFFFFF"/>
                </a:solidFill>
                <a:latin typeface="Ubuntu Medium"/>
              </a:rPr>
              <a:t> the </a:t>
            </a:r>
            <a:r>
              <a:rPr kumimoji="0" lang="en-US" altLang="en-US" sz="1000" b="0" i="0" u="none" strike="noStrike" kern="1200" cap="none" spc="0" normalizeH="0" baseline="0" noProof="0" dirty="0">
                <a:ln>
                  <a:noFill/>
                </a:ln>
                <a:solidFill>
                  <a:srgbClr val="FFFFFF"/>
                </a:solidFill>
                <a:effectLst/>
                <a:uLnTx/>
                <a:uFillTx/>
                <a:latin typeface="Ubuntu Medium"/>
                <a:ea typeface="+mn-ea"/>
                <a:cs typeface="+mn-cs"/>
              </a:rPr>
              <a:t>business processes workflows prepared by Process Implementation Team, to verify if they meet </a:t>
            </a:r>
            <a:r>
              <a:rPr kumimoji="0" lang="en-US" altLang="en-US" sz="1000" b="0" i="0" u="none" strike="noStrike" kern="1200" cap="none" spc="0" normalizeH="0" baseline="0" noProof="0" dirty="0" err="1">
                <a:ln>
                  <a:noFill/>
                </a:ln>
                <a:solidFill>
                  <a:srgbClr val="FFFFFF"/>
                </a:solidFill>
                <a:effectLst/>
                <a:uLnTx/>
                <a:uFillTx/>
                <a:latin typeface="Ubuntu Medium"/>
                <a:ea typeface="+mn-ea"/>
                <a:cs typeface="+mn-cs"/>
              </a:rPr>
              <a:t>thebusiness</a:t>
            </a:r>
            <a:r>
              <a:rPr kumimoji="0" lang="en-US" altLang="en-US" sz="1000" b="0" i="0" u="none" strike="noStrike" kern="1200" cap="none" spc="0" normalizeH="0" baseline="0" noProof="0" dirty="0">
                <a:ln>
                  <a:noFill/>
                </a:ln>
                <a:solidFill>
                  <a:srgbClr val="FFFFFF"/>
                </a:solidFill>
                <a:effectLst/>
                <a:uLnTx/>
                <a:uFillTx/>
                <a:latin typeface="Ubuntu Medium"/>
                <a:ea typeface="+mn-ea"/>
                <a:cs typeface="+mn-cs"/>
              </a:rPr>
              <a:t> requirements, convention and methodology</a:t>
            </a:r>
          </a:p>
          <a:p>
            <a:pPr marL="285750" marR="0" lvl="0" indent="-285750" algn="l" defTabSz="914400" rtl="0" eaLnBrk="0" fontAlgn="base" latinLnBrk="0" hangingPunct="0">
              <a:lnSpc>
                <a:spcPct val="100000"/>
              </a:lnSpc>
              <a:spcBef>
                <a:spcPts val="0"/>
              </a:spcBef>
              <a:spcAft>
                <a:spcPts val="200"/>
              </a:spcAft>
              <a:buClr>
                <a:srgbClr val="FFFFFF"/>
              </a:buClr>
              <a:buSzTx/>
              <a:buFont typeface="Wingdings" panose="05000000000000000000" pitchFamily="2" charset="2"/>
              <a:buChar char="§"/>
              <a:tabLst/>
              <a:defRPr/>
            </a:pPr>
            <a:r>
              <a:rPr kumimoji="0" lang="en-US" altLang="en-US" sz="1000" b="0" i="0" u="none" strike="noStrike" kern="1200" cap="none" spc="0" normalizeH="0" baseline="0" noProof="0" dirty="0">
                <a:ln>
                  <a:noFill/>
                </a:ln>
                <a:solidFill>
                  <a:srgbClr val="FFFFFF"/>
                </a:solidFill>
                <a:effectLst/>
                <a:uLnTx/>
                <a:uFillTx/>
                <a:latin typeface="Ubuntu Medium"/>
                <a:ea typeface="+mn-ea"/>
                <a:cs typeface="+mn-cs"/>
              </a:rPr>
              <a:t>Perform quality check before BPMN system (Aris) ‘approval’ phase</a:t>
            </a:r>
            <a:endParaRPr kumimoji="0" lang="en-US" sz="1000" b="0" i="0" u="none" strike="noStrike" kern="1200" cap="none" spc="0" normalizeH="0" baseline="0" noProof="0" dirty="0">
              <a:ln>
                <a:noFill/>
              </a:ln>
              <a:solidFill>
                <a:srgbClr val="FFFFFF"/>
              </a:solidFill>
              <a:effectLst/>
              <a:uLnTx/>
              <a:uFillTx/>
              <a:latin typeface="Ubuntu Medium"/>
              <a:ea typeface="+mn-ea"/>
              <a:cs typeface="+mn-cs"/>
            </a:endParaRPr>
          </a:p>
          <a:p>
            <a:pPr marL="171450" marR="0" lvl="0" indent="-171450" algn="l" defTabSz="914400" rtl="0" eaLnBrk="1" fontAlgn="auto" latinLnBrk="0" hangingPunct="1">
              <a:lnSpc>
                <a:spcPct val="100000"/>
              </a:lnSpc>
              <a:spcBef>
                <a:spcPts val="0"/>
              </a:spcBef>
              <a:spcAft>
                <a:spcPts val="0"/>
              </a:spcAft>
              <a:buClr>
                <a:srgbClr val="FFFFFF"/>
              </a:buClr>
              <a:buSzTx/>
              <a:buFont typeface="Wingdings" panose="05000000000000000000" pitchFamily="2" charset="2"/>
              <a:buChar char="§"/>
              <a:tabLst/>
              <a:defRPr/>
            </a:pPr>
            <a:endParaRPr kumimoji="0" lang="en-US" sz="1000" b="0" i="0" u="none" strike="noStrike" kern="1200" cap="none" spc="0" normalizeH="0" baseline="0" noProof="0" dirty="0">
              <a:ln>
                <a:noFill/>
              </a:ln>
              <a:solidFill>
                <a:srgbClr val="FFFFFF"/>
              </a:solidFill>
              <a:effectLst/>
              <a:uLnTx/>
              <a:uFillTx/>
              <a:latin typeface="Ubuntu Medium"/>
              <a:ea typeface="+mn-ea"/>
              <a:cs typeface="Arial" panose="020B0604020202020204" pitchFamily="34" charset="0"/>
            </a:endParaRPr>
          </a:p>
        </p:txBody>
      </p:sp>
      <p:grpSp>
        <p:nvGrpSpPr>
          <p:cNvPr id="60" name="Group 59">
            <a:extLst>
              <a:ext uri="{FF2B5EF4-FFF2-40B4-BE49-F238E27FC236}">
                <a16:creationId xmlns:a16="http://schemas.microsoft.com/office/drawing/2014/main" id="{CC562F72-6433-DD97-3AA4-9C15D69EC6B4}"/>
              </a:ext>
            </a:extLst>
          </p:cNvPr>
          <p:cNvGrpSpPr/>
          <p:nvPr/>
        </p:nvGrpSpPr>
        <p:grpSpPr>
          <a:xfrm>
            <a:off x="1682165" y="1826190"/>
            <a:ext cx="761367" cy="834377"/>
            <a:chOff x="6656388" y="1300163"/>
            <a:chExt cx="347662" cy="381000"/>
          </a:xfrm>
          <a:solidFill>
            <a:schemeClr val="bg1"/>
          </a:solidFill>
        </p:grpSpPr>
        <p:sp>
          <p:nvSpPr>
            <p:cNvPr id="61" name="Freeform 27">
              <a:extLst>
                <a:ext uri="{FF2B5EF4-FFF2-40B4-BE49-F238E27FC236}">
                  <a16:creationId xmlns:a16="http://schemas.microsoft.com/office/drawing/2014/main" id="{05868CF6-A2DD-29F6-68C0-431426F956A5}"/>
                </a:ext>
              </a:extLst>
            </p:cNvPr>
            <p:cNvSpPr>
              <a:spLocks noEditPoints="1"/>
            </p:cNvSpPr>
            <p:nvPr/>
          </p:nvSpPr>
          <p:spPr bwMode="auto">
            <a:xfrm>
              <a:off x="6713538" y="1357313"/>
              <a:ext cx="233362" cy="323850"/>
            </a:xfrm>
            <a:custGeom>
              <a:avLst/>
              <a:gdLst>
                <a:gd name="T0" fmla="*/ 762 w 2060"/>
                <a:gd name="T1" fmla="*/ 305 h 2844"/>
                <a:gd name="T2" fmla="*/ 486 w 2060"/>
                <a:gd name="T3" fmla="*/ 474 h 2844"/>
                <a:gd name="T4" fmla="*/ 309 w 2060"/>
                <a:gd name="T5" fmla="*/ 735 h 2844"/>
                <a:gd name="T6" fmla="*/ 263 w 2060"/>
                <a:gd name="T7" fmla="*/ 1051 h 2844"/>
                <a:gd name="T8" fmla="*/ 318 w 2060"/>
                <a:gd name="T9" fmla="*/ 1304 h 2844"/>
                <a:gd name="T10" fmla="*/ 420 w 2060"/>
                <a:gd name="T11" fmla="*/ 1495 h 2844"/>
                <a:gd name="T12" fmla="*/ 538 w 2060"/>
                <a:gd name="T13" fmla="*/ 1673 h 2844"/>
                <a:gd name="T14" fmla="*/ 612 w 2060"/>
                <a:gd name="T15" fmla="*/ 1872 h 2844"/>
                <a:gd name="T16" fmla="*/ 656 w 2060"/>
                <a:gd name="T17" fmla="*/ 2010 h 2844"/>
                <a:gd name="T18" fmla="*/ 1366 w 2060"/>
                <a:gd name="T19" fmla="*/ 2043 h 2844"/>
                <a:gd name="T20" fmla="*/ 1443 w 2060"/>
                <a:gd name="T21" fmla="*/ 1943 h 2844"/>
                <a:gd name="T22" fmla="*/ 1482 w 2060"/>
                <a:gd name="T23" fmla="*/ 1749 h 2844"/>
                <a:gd name="T24" fmla="*/ 1594 w 2060"/>
                <a:gd name="T25" fmla="*/ 1563 h 2844"/>
                <a:gd name="T26" fmla="*/ 1703 w 2060"/>
                <a:gd name="T27" fmla="*/ 1386 h 2844"/>
                <a:gd name="T28" fmla="*/ 1783 w 2060"/>
                <a:gd name="T29" fmla="*/ 1161 h 2844"/>
                <a:gd name="T30" fmla="*/ 1787 w 2060"/>
                <a:gd name="T31" fmla="*/ 858 h 2844"/>
                <a:gd name="T32" fmla="*/ 1659 w 2060"/>
                <a:gd name="T33" fmla="*/ 569 h 2844"/>
                <a:gd name="T34" fmla="*/ 1418 w 2060"/>
                <a:gd name="T35" fmla="*/ 359 h 2844"/>
                <a:gd name="T36" fmla="*/ 1100 w 2060"/>
                <a:gd name="T37" fmla="*/ 262 h 2844"/>
                <a:gd name="T38" fmla="*/ 1277 w 2060"/>
                <a:gd name="T39" fmla="*/ 30 h 2844"/>
                <a:gd name="T40" fmla="*/ 1637 w 2060"/>
                <a:gd name="T41" fmla="*/ 192 h 2844"/>
                <a:gd name="T42" fmla="*/ 1905 w 2060"/>
                <a:gd name="T43" fmla="*/ 468 h 2844"/>
                <a:gd name="T44" fmla="*/ 2046 w 2060"/>
                <a:gd name="T45" fmla="*/ 829 h 2844"/>
                <a:gd name="T46" fmla="*/ 2044 w 2060"/>
                <a:gd name="T47" fmla="*/ 1185 h 2844"/>
                <a:gd name="T48" fmla="*/ 1964 w 2060"/>
                <a:gd name="T49" fmla="*/ 1447 h 2844"/>
                <a:gd name="T50" fmla="*/ 1853 w 2060"/>
                <a:gd name="T51" fmla="*/ 1643 h 2844"/>
                <a:gd name="T52" fmla="*/ 1740 w 2060"/>
                <a:gd name="T53" fmla="*/ 1813 h 2844"/>
                <a:gd name="T54" fmla="*/ 1702 w 2060"/>
                <a:gd name="T55" fmla="*/ 1965 h 2844"/>
                <a:gd name="T56" fmla="*/ 1596 w 2060"/>
                <a:gd name="T57" fmla="*/ 2184 h 2844"/>
                <a:gd name="T58" fmla="*/ 1510 w 2060"/>
                <a:gd name="T59" fmla="*/ 2331 h 2844"/>
                <a:gd name="T60" fmla="*/ 1502 w 2060"/>
                <a:gd name="T61" fmla="*/ 2468 h 2844"/>
                <a:gd name="T62" fmla="*/ 1499 w 2060"/>
                <a:gd name="T63" fmla="*/ 2532 h 2844"/>
                <a:gd name="T64" fmla="*/ 1468 w 2060"/>
                <a:gd name="T65" fmla="*/ 2616 h 2844"/>
                <a:gd name="T66" fmla="*/ 1361 w 2060"/>
                <a:gd name="T67" fmla="*/ 2709 h 2844"/>
                <a:gd name="T68" fmla="*/ 1202 w 2060"/>
                <a:gd name="T69" fmla="*/ 2823 h 2844"/>
                <a:gd name="T70" fmla="*/ 904 w 2060"/>
                <a:gd name="T71" fmla="*/ 2842 h 2844"/>
                <a:gd name="T72" fmla="*/ 773 w 2060"/>
                <a:gd name="T73" fmla="*/ 2741 h 2844"/>
                <a:gd name="T74" fmla="*/ 616 w 2060"/>
                <a:gd name="T75" fmla="*/ 2648 h 2844"/>
                <a:gd name="T76" fmla="*/ 564 w 2060"/>
                <a:gd name="T77" fmla="*/ 2549 h 2844"/>
                <a:gd name="T78" fmla="*/ 560 w 2060"/>
                <a:gd name="T79" fmla="*/ 2505 h 2844"/>
                <a:gd name="T80" fmla="*/ 553 w 2060"/>
                <a:gd name="T81" fmla="*/ 2388 h 2844"/>
                <a:gd name="T82" fmla="*/ 546 w 2060"/>
                <a:gd name="T83" fmla="*/ 2257 h 2844"/>
                <a:gd name="T84" fmla="*/ 382 w 2060"/>
                <a:gd name="T85" fmla="*/ 2057 h 2844"/>
                <a:gd name="T86" fmla="*/ 345 w 2060"/>
                <a:gd name="T87" fmla="*/ 1868 h 2844"/>
                <a:gd name="T88" fmla="*/ 251 w 2060"/>
                <a:gd name="T89" fmla="*/ 1709 h 2844"/>
                <a:gd name="T90" fmla="*/ 139 w 2060"/>
                <a:gd name="T91" fmla="*/ 1532 h 2844"/>
                <a:gd name="T92" fmla="*/ 41 w 2060"/>
                <a:gd name="T93" fmla="*/ 1299 h 2844"/>
                <a:gd name="T94" fmla="*/ 0 w 2060"/>
                <a:gd name="T95" fmla="*/ 989 h 2844"/>
                <a:gd name="T96" fmla="*/ 81 w 2060"/>
                <a:gd name="T97" fmla="*/ 605 h 2844"/>
                <a:gd name="T98" fmla="*/ 302 w 2060"/>
                <a:gd name="T99" fmla="*/ 291 h 2844"/>
                <a:gd name="T100" fmla="*/ 630 w 2060"/>
                <a:gd name="T101" fmla="*/ 79 h 2844"/>
                <a:gd name="T102" fmla="*/ 1030 w 2060"/>
                <a:gd name="T103" fmla="*/ 0 h 28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Lst>
              <a:rect l="0" t="0" r="r" b="b"/>
              <a:pathLst>
                <a:path w="2060" h="2844">
                  <a:moveTo>
                    <a:pt x="1030" y="259"/>
                  </a:moveTo>
                  <a:lnTo>
                    <a:pt x="960" y="262"/>
                  </a:lnTo>
                  <a:lnTo>
                    <a:pt x="891" y="271"/>
                  </a:lnTo>
                  <a:lnTo>
                    <a:pt x="826" y="286"/>
                  </a:lnTo>
                  <a:lnTo>
                    <a:pt x="762" y="305"/>
                  </a:lnTo>
                  <a:lnTo>
                    <a:pt x="700" y="330"/>
                  </a:lnTo>
                  <a:lnTo>
                    <a:pt x="641" y="360"/>
                  </a:lnTo>
                  <a:lnTo>
                    <a:pt x="586" y="393"/>
                  </a:lnTo>
                  <a:lnTo>
                    <a:pt x="535" y="431"/>
                  </a:lnTo>
                  <a:lnTo>
                    <a:pt x="486" y="474"/>
                  </a:lnTo>
                  <a:lnTo>
                    <a:pt x="441" y="519"/>
                  </a:lnTo>
                  <a:lnTo>
                    <a:pt x="402" y="569"/>
                  </a:lnTo>
                  <a:lnTo>
                    <a:pt x="366" y="622"/>
                  </a:lnTo>
                  <a:lnTo>
                    <a:pt x="335" y="677"/>
                  </a:lnTo>
                  <a:lnTo>
                    <a:pt x="309" y="735"/>
                  </a:lnTo>
                  <a:lnTo>
                    <a:pt x="288" y="796"/>
                  </a:lnTo>
                  <a:lnTo>
                    <a:pt x="273" y="858"/>
                  </a:lnTo>
                  <a:lnTo>
                    <a:pt x="264" y="923"/>
                  </a:lnTo>
                  <a:lnTo>
                    <a:pt x="261" y="989"/>
                  </a:lnTo>
                  <a:lnTo>
                    <a:pt x="263" y="1051"/>
                  </a:lnTo>
                  <a:lnTo>
                    <a:pt x="268" y="1108"/>
                  </a:lnTo>
                  <a:lnTo>
                    <a:pt x="277" y="1161"/>
                  </a:lnTo>
                  <a:lnTo>
                    <a:pt x="288" y="1212"/>
                  </a:lnTo>
                  <a:lnTo>
                    <a:pt x="302" y="1260"/>
                  </a:lnTo>
                  <a:lnTo>
                    <a:pt x="318" y="1304"/>
                  </a:lnTo>
                  <a:lnTo>
                    <a:pt x="336" y="1346"/>
                  </a:lnTo>
                  <a:lnTo>
                    <a:pt x="356" y="1386"/>
                  </a:lnTo>
                  <a:lnTo>
                    <a:pt x="377" y="1424"/>
                  </a:lnTo>
                  <a:lnTo>
                    <a:pt x="399" y="1460"/>
                  </a:lnTo>
                  <a:lnTo>
                    <a:pt x="420" y="1495"/>
                  </a:lnTo>
                  <a:lnTo>
                    <a:pt x="444" y="1529"/>
                  </a:lnTo>
                  <a:lnTo>
                    <a:pt x="465" y="1562"/>
                  </a:lnTo>
                  <a:lnTo>
                    <a:pt x="490" y="1599"/>
                  </a:lnTo>
                  <a:lnTo>
                    <a:pt x="515" y="1636"/>
                  </a:lnTo>
                  <a:lnTo>
                    <a:pt x="538" y="1673"/>
                  </a:lnTo>
                  <a:lnTo>
                    <a:pt x="560" y="1710"/>
                  </a:lnTo>
                  <a:lnTo>
                    <a:pt x="578" y="1749"/>
                  </a:lnTo>
                  <a:lnTo>
                    <a:pt x="593" y="1788"/>
                  </a:lnTo>
                  <a:lnTo>
                    <a:pt x="604" y="1829"/>
                  </a:lnTo>
                  <a:lnTo>
                    <a:pt x="612" y="1872"/>
                  </a:lnTo>
                  <a:lnTo>
                    <a:pt x="614" y="1918"/>
                  </a:lnTo>
                  <a:lnTo>
                    <a:pt x="617" y="1943"/>
                  </a:lnTo>
                  <a:lnTo>
                    <a:pt x="627" y="1967"/>
                  </a:lnTo>
                  <a:lnTo>
                    <a:pt x="639" y="1990"/>
                  </a:lnTo>
                  <a:lnTo>
                    <a:pt x="656" y="2010"/>
                  </a:lnTo>
                  <a:lnTo>
                    <a:pt x="674" y="2028"/>
                  </a:lnTo>
                  <a:lnTo>
                    <a:pt x="694" y="2043"/>
                  </a:lnTo>
                  <a:lnTo>
                    <a:pt x="712" y="2057"/>
                  </a:lnTo>
                  <a:lnTo>
                    <a:pt x="1348" y="2057"/>
                  </a:lnTo>
                  <a:lnTo>
                    <a:pt x="1366" y="2043"/>
                  </a:lnTo>
                  <a:lnTo>
                    <a:pt x="1385" y="2028"/>
                  </a:lnTo>
                  <a:lnTo>
                    <a:pt x="1404" y="2010"/>
                  </a:lnTo>
                  <a:lnTo>
                    <a:pt x="1420" y="1990"/>
                  </a:lnTo>
                  <a:lnTo>
                    <a:pt x="1433" y="1967"/>
                  </a:lnTo>
                  <a:lnTo>
                    <a:pt x="1443" y="1943"/>
                  </a:lnTo>
                  <a:lnTo>
                    <a:pt x="1446" y="1918"/>
                  </a:lnTo>
                  <a:lnTo>
                    <a:pt x="1448" y="1872"/>
                  </a:lnTo>
                  <a:lnTo>
                    <a:pt x="1455" y="1829"/>
                  </a:lnTo>
                  <a:lnTo>
                    <a:pt x="1467" y="1788"/>
                  </a:lnTo>
                  <a:lnTo>
                    <a:pt x="1482" y="1749"/>
                  </a:lnTo>
                  <a:lnTo>
                    <a:pt x="1500" y="1711"/>
                  </a:lnTo>
                  <a:lnTo>
                    <a:pt x="1521" y="1673"/>
                  </a:lnTo>
                  <a:lnTo>
                    <a:pt x="1544" y="1636"/>
                  </a:lnTo>
                  <a:lnTo>
                    <a:pt x="1568" y="1600"/>
                  </a:lnTo>
                  <a:lnTo>
                    <a:pt x="1594" y="1563"/>
                  </a:lnTo>
                  <a:lnTo>
                    <a:pt x="1616" y="1530"/>
                  </a:lnTo>
                  <a:lnTo>
                    <a:pt x="1638" y="1496"/>
                  </a:lnTo>
                  <a:lnTo>
                    <a:pt x="1661" y="1461"/>
                  </a:lnTo>
                  <a:lnTo>
                    <a:pt x="1683" y="1424"/>
                  </a:lnTo>
                  <a:lnTo>
                    <a:pt x="1703" y="1386"/>
                  </a:lnTo>
                  <a:lnTo>
                    <a:pt x="1723" y="1346"/>
                  </a:lnTo>
                  <a:lnTo>
                    <a:pt x="1741" y="1304"/>
                  </a:lnTo>
                  <a:lnTo>
                    <a:pt x="1757" y="1260"/>
                  </a:lnTo>
                  <a:lnTo>
                    <a:pt x="1771" y="1212"/>
                  </a:lnTo>
                  <a:lnTo>
                    <a:pt x="1783" y="1161"/>
                  </a:lnTo>
                  <a:lnTo>
                    <a:pt x="1791" y="1108"/>
                  </a:lnTo>
                  <a:lnTo>
                    <a:pt x="1797" y="1051"/>
                  </a:lnTo>
                  <a:lnTo>
                    <a:pt x="1799" y="989"/>
                  </a:lnTo>
                  <a:lnTo>
                    <a:pt x="1796" y="923"/>
                  </a:lnTo>
                  <a:lnTo>
                    <a:pt x="1787" y="858"/>
                  </a:lnTo>
                  <a:lnTo>
                    <a:pt x="1771" y="795"/>
                  </a:lnTo>
                  <a:lnTo>
                    <a:pt x="1751" y="735"/>
                  </a:lnTo>
                  <a:lnTo>
                    <a:pt x="1726" y="677"/>
                  </a:lnTo>
                  <a:lnTo>
                    <a:pt x="1694" y="621"/>
                  </a:lnTo>
                  <a:lnTo>
                    <a:pt x="1659" y="569"/>
                  </a:lnTo>
                  <a:lnTo>
                    <a:pt x="1618" y="519"/>
                  </a:lnTo>
                  <a:lnTo>
                    <a:pt x="1573" y="474"/>
                  </a:lnTo>
                  <a:lnTo>
                    <a:pt x="1526" y="431"/>
                  </a:lnTo>
                  <a:lnTo>
                    <a:pt x="1473" y="392"/>
                  </a:lnTo>
                  <a:lnTo>
                    <a:pt x="1418" y="359"/>
                  </a:lnTo>
                  <a:lnTo>
                    <a:pt x="1360" y="330"/>
                  </a:lnTo>
                  <a:lnTo>
                    <a:pt x="1298" y="305"/>
                  </a:lnTo>
                  <a:lnTo>
                    <a:pt x="1234" y="286"/>
                  </a:lnTo>
                  <a:lnTo>
                    <a:pt x="1168" y="271"/>
                  </a:lnTo>
                  <a:lnTo>
                    <a:pt x="1100" y="262"/>
                  </a:lnTo>
                  <a:lnTo>
                    <a:pt x="1030" y="259"/>
                  </a:lnTo>
                  <a:close/>
                  <a:moveTo>
                    <a:pt x="1030" y="0"/>
                  </a:moveTo>
                  <a:lnTo>
                    <a:pt x="1114" y="4"/>
                  </a:lnTo>
                  <a:lnTo>
                    <a:pt x="1197" y="14"/>
                  </a:lnTo>
                  <a:lnTo>
                    <a:pt x="1277" y="30"/>
                  </a:lnTo>
                  <a:lnTo>
                    <a:pt x="1355" y="51"/>
                  </a:lnTo>
                  <a:lnTo>
                    <a:pt x="1430" y="79"/>
                  </a:lnTo>
                  <a:lnTo>
                    <a:pt x="1502" y="111"/>
                  </a:lnTo>
                  <a:lnTo>
                    <a:pt x="1571" y="149"/>
                  </a:lnTo>
                  <a:lnTo>
                    <a:pt x="1637" y="192"/>
                  </a:lnTo>
                  <a:lnTo>
                    <a:pt x="1699" y="239"/>
                  </a:lnTo>
                  <a:lnTo>
                    <a:pt x="1757" y="291"/>
                  </a:lnTo>
                  <a:lnTo>
                    <a:pt x="1811" y="346"/>
                  </a:lnTo>
                  <a:lnTo>
                    <a:pt x="1861" y="406"/>
                  </a:lnTo>
                  <a:lnTo>
                    <a:pt x="1905" y="468"/>
                  </a:lnTo>
                  <a:lnTo>
                    <a:pt x="1945" y="535"/>
                  </a:lnTo>
                  <a:lnTo>
                    <a:pt x="1979" y="605"/>
                  </a:lnTo>
                  <a:lnTo>
                    <a:pt x="2006" y="678"/>
                  </a:lnTo>
                  <a:lnTo>
                    <a:pt x="2030" y="752"/>
                  </a:lnTo>
                  <a:lnTo>
                    <a:pt x="2046" y="829"/>
                  </a:lnTo>
                  <a:lnTo>
                    <a:pt x="2056" y="908"/>
                  </a:lnTo>
                  <a:lnTo>
                    <a:pt x="2060" y="989"/>
                  </a:lnTo>
                  <a:lnTo>
                    <a:pt x="2057" y="1058"/>
                  </a:lnTo>
                  <a:lnTo>
                    <a:pt x="2052" y="1123"/>
                  </a:lnTo>
                  <a:lnTo>
                    <a:pt x="2044" y="1185"/>
                  </a:lnTo>
                  <a:lnTo>
                    <a:pt x="2032" y="1244"/>
                  </a:lnTo>
                  <a:lnTo>
                    <a:pt x="2018" y="1299"/>
                  </a:lnTo>
                  <a:lnTo>
                    <a:pt x="2002" y="1351"/>
                  </a:lnTo>
                  <a:lnTo>
                    <a:pt x="1983" y="1400"/>
                  </a:lnTo>
                  <a:lnTo>
                    <a:pt x="1964" y="1447"/>
                  </a:lnTo>
                  <a:lnTo>
                    <a:pt x="1943" y="1490"/>
                  </a:lnTo>
                  <a:lnTo>
                    <a:pt x="1921" y="1531"/>
                  </a:lnTo>
                  <a:lnTo>
                    <a:pt x="1898" y="1571"/>
                  </a:lnTo>
                  <a:lnTo>
                    <a:pt x="1876" y="1608"/>
                  </a:lnTo>
                  <a:lnTo>
                    <a:pt x="1853" y="1643"/>
                  </a:lnTo>
                  <a:lnTo>
                    <a:pt x="1831" y="1676"/>
                  </a:lnTo>
                  <a:lnTo>
                    <a:pt x="1809" y="1708"/>
                  </a:lnTo>
                  <a:lnTo>
                    <a:pt x="1783" y="1747"/>
                  </a:lnTo>
                  <a:lnTo>
                    <a:pt x="1760" y="1782"/>
                  </a:lnTo>
                  <a:lnTo>
                    <a:pt x="1740" y="1813"/>
                  </a:lnTo>
                  <a:lnTo>
                    <a:pt x="1726" y="1842"/>
                  </a:lnTo>
                  <a:lnTo>
                    <a:pt x="1715" y="1868"/>
                  </a:lnTo>
                  <a:lnTo>
                    <a:pt x="1707" y="1893"/>
                  </a:lnTo>
                  <a:lnTo>
                    <a:pt x="1705" y="1918"/>
                  </a:lnTo>
                  <a:lnTo>
                    <a:pt x="1702" y="1965"/>
                  </a:lnTo>
                  <a:lnTo>
                    <a:pt x="1693" y="2012"/>
                  </a:lnTo>
                  <a:lnTo>
                    <a:pt x="1678" y="2057"/>
                  </a:lnTo>
                  <a:lnTo>
                    <a:pt x="1655" y="2102"/>
                  </a:lnTo>
                  <a:lnTo>
                    <a:pt x="1629" y="2144"/>
                  </a:lnTo>
                  <a:lnTo>
                    <a:pt x="1596" y="2184"/>
                  </a:lnTo>
                  <a:lnTo>
                    <a:pt x="1557" y="2222"/>
                  </a:lnTo>
                  <a:lnTo>
                    <a:pt x="1514" y="2257"/>
                  </a:lnTo>
                  <a:lnTo>
                    <a:pt x="1513" y="2278"/>
                  </a:lnTo>
                  <a:lnTo>
                    <a:pt x="1512" y="2303"/>
                  </a:lnTo>
                  <a:lnTo>
                    <a:pt x="1510" y="2331"/>
                  </a:lnTo>
                  <a:lnTo>
                    <a:pt x="1509" y="2359"/>
                  </a:lnTo>
                  <a:lnTo>
                    <a:pt x="1506" y="2388"/>
                  </a:lnTo>
                  <a:lnTo>
                    <a:pt x="1505" y="2416"/>
                  </a:lnTo>
                  <a:lnTo>
                    <a:pt x="1503" y="2444"/>
                  </a:lnTo>
                  <a:lnTo>
                    <a:pt x="1502" y="2468"/>
                  </a:lnTo>
                  <a:lnTo>
                    <a:pt x="1501" y="2488"/>
                  </a:lnTo>
                  <a:lnTo>
                    <a:pt x="1500" y="2505"/>
                  </a:lnTo>
                  <a:lnTo>
                    <a:pt x="1500" y="2516"/>
                  </a:lnTo>
                  <a:lnTo>
                    <a:pt x="1499" y="2519"/>
                  </a:lnTo>
                  <a:lnTo>
                    <a:pt x="1499" y="2532"/>
                  </a:lnTo>
                  <a:lnTo>
                    <a:pt x="1497" y="2546"/>
                  </a:lnTo>
                  <a:lnTo>
                    <a:pt x="1493" y="2562"/>
                  </a:lnTo>
                  <a:lnTo>
                    <a:pt x="1487" y="2579"/>
                  </a:lnTo>
                  <a:lnTo>
                    <a:pt x="1479" y="2598"/>
                  </a:lnTo>
                  <a:lnTo>
                    <a:pt x="1468" y="2616"/>
                  </a:lnTo>
                  <a:lnTo>
                    <a:pt x="1454" y="2635"/>
                  </a:lnTo>
                  <a:lnTo>
                    <a:pt x="1437" y="2655"/>
                  </a:lnTo>
                  <a:lnTo>
                    <a:pt x="1416" y="2673"/>
                  </a:lnTo>
                  <a:lnTo>
                    <a:pt x="1390" y="2692"/>
                  </a:lnTo>
                  <a:lnTo>
                    <a:pt x="1361" y="2709"/>
                  </a:lnTo>
                  <a:lnTo>
                    <a:pt x="1327" y="2726"/>
                  </a:lnTo>
                  <a:lnTo>
                    <a:pt x="1286" y="2741"/>
                  </a:lnTo>
                  <a:lnTo>
                    <a:pt x="1263" y="2770"/>
                  </a:lnTo>
                  <a:lnTo>
                    <a:pt x="1234" y="2798"/>
                  </a:lnTo>
                  <a:lnTo>
                    <a:pt x="1202" y="2823"/>
                  </a:lnTo>
                  <a:lnTo>
                    <a:pt x="1180" y="2835"/>
                  </a:lnTo>
                  <a:lnTo>
                    <a:pt x="1155" y="2842"/>
                  </a:lnTo>
                  <a:lnTo>
                    <a:pt x="1130" y="2844"/>
                  </a:lnTo>
                  <a:lnTo>
                    <a:pt x="930" y="2844"/>
                  </a:lnTo>
                  <a:lnTo>
                    <a:pt x="904" y="2842"/>
                  </a:lnTo>
                  <a:lnTo>
                    <a:pt x="880" y="2835"/>
                  </a:lnTo>
                  <a:lnTo>
                    <a:pt x="857" y="2823"/>
                  </a:lnTo>
                  <a:lnTo>
                    <a:pt x="826" y="2798"/>
                  </a:lnTo>
                  <a:lnTo>
                    <a:pt x="797" y="2770"/>
                  </a:lnTo>
                  <a:lnTo>
                    <a:pt x="773" y="2741"/>
                  </a:lnTo>
                  <a:lnTo>
                    <a:pt x="731" y="2724"/>
                  </a:lnTo>
                  <a:lnTo>
                    <a:pt x="695" y="2707"/>
                  </a:lnTo>
                  <a:lnTo>
                    <a:pt x="663" y="2688"/>
                  </a:lnTo>
                  <a:lnTo>
                    <a:pt x="637" y="2668"/>
                  </a:lnTo>
                  <a:lnTo>
                    <a:pt x="616" y="2648"/>
                  </a:lnTo>
                  <a:lnTo>
                    <a:pt x="599" y="2627"/>
                  </a:lnTo>
                  <a:lnTo>
                    <a:pt x="586" y="2607"/>
                  </a:lnTo>
                  <a:lnTo>
                    <a:pt x="576" y="2586"/>
                  </a:lnTo>
                  <a:lnTo>
                    <a:pt x="569" y="2567"/>
                  </a:lnTo>
                  <a:lnTo>
                    <a:pt x="564" y="2549"/>
                  </a:lnTo>
                  <a:lnTo>
                    <a:pt x="562" y="2534"/>
                  </a:lnTo>
                  <a:lnTo>
                    <a:pt x="561" y="2519"/>
                  </a:lnTo>
                  <a:lnTo>
                    <a:pt x="561" y="2519"/>
                  </a:lnTo>
                  <a:lnTo>
                    <a:pt x="561" y="2516"/>
                  </a:lnTo>
                  <a:lnTo>
                    <a:pt x="560" y="2505"/>
                  </a:lnTo>
                  <a:lnTo>
                    <a:pt x="559" y="2488"/>
                  </a:lnTo>
                  <a:lnTo>
                    <a:pt x="557" y="2468"/>
                  </a:lnTo>
                  <a:lnTo>
                    <a:pt x="556" y="2444"/>
                  </a:lnTo>
                  <a:lnTo>
                    <a:pt x="554" y="2416"/>
                  </a:lnTo>
                  <a:lnTo>
                    <a:pt x="553" y="2388"/>
                  </a:lnTo>
                  <a:lnTo>
                    <a:pt x="551" y="2359"/>
                  </a:lnTo>
                  <a:lnTo>
                    <a:pt x="550" y="2331"/>
                  </a:lnTo>
                  <a:lnTo>
                    <a:pt x="548" y="2303"/>
                  </a:lnTo>
                  <a:lnTo>
                    <a:pt x="547" y="2278"/>
                  </a:lnTo>
                  <a:lnTo>
                    <a:pt x="546" y="2257"/>
                  </a:lnTo>
                  <a:lnTo>
                    <a:pt x="502" y="2222"/>
                  </a:lnTo>
                  <a:lnTo>
                    <a:pt x="464" y="2184"/>
                  </a:lnTo>
                  <a:lnTo>
                    <a:pt x="431" y="2144"/>
                  </a:lnTo>
                  <a:lnTo>
                    <a:pt x="404" y="2102"/>
                  </a:lnTo>
                  <a:lnTo>
                    <a:pt x="382" y="2057"/>
                  </a:lnTo>
                  <a:lnTo>
                    <a:pt x="367" y="2012"/>
                  </a:lnTo>
                  <a:lnTo>
                    <a:pt x="357" y="1965"/>
                  </a:lnTo>
                  <a:lnTo>
                    <a:pt x="354" y="1918"/>
                  </a:lnTo>
                  <a:lnTo>
                    <a:pt x="352" y="1893"/>
                  </a:lnTo>
                  <a:lnTo>
                    <a:pt x="345" y="1868"/>
                  </a:lnTo>
                  <a:lnTo>
                    <a:pt x="334" y="1842"/>
                  </a:lnTo>
                  <a:lnTo>
                    <a:pt x="319" y="1813"/>
                  </a:lnTo>
                  <a:lnTo>
                    <a:pt x="300" y="1782"/>
                  </a:lnTo>
                  <a:lnTo>
                    <a:pt x="278" y="1747"/>
                  </a:lnTo>
                  <a:lnTo>
                    <a:pt x="251" y="1709"/>
                  </a:lnTo>
                  <a:lnTo>
                    <a:pt x="230" y="1677"/>
                  </a:lnTo>
                  <a:lnTo>
                    <a:pt x="207" y="1643"/>
                  </a:lnTo>
                  <a:lnTo>
                    <a:pt x="184" y="1608"/>
                  </a:lnTo>
                  <a:lnTo>
                    <a:pt x="162" y="1571"/>
                  </a:lnTo>
                  <a:lnTo>
                    <a:pt x="139" y="1532"/>
                  </a:lnTo>
                  <a:lnTo>
                    <a:pt x="117" y="1490"/>
                  </a:lnTo>
                  <a:lnTo>
                    <a:pt x="96" y="1447"/>
                  </a:lnTo>
                  <a:lnTo>
                    <a:pt x="77" y="1400"/>
                  </a:lnTo>
                  <a:lnTo>
                    <a:pt x="57" y="1351"/>
                  </a:lnTo>
                  <a:lnTo>
                    <a:pt x="41" y="1299"/>
                  </a:lnTo>
                  <a:lnTo>
                    <a:pt x="28" y="1244"/>
                  </a:lnTo>
                  <a:lnTo>
                    <a:pt x="16" y="1185"/>
                  </a:lnTo>
                  <a:lnTo>
                    <a:pt x="7" y="1123"/>
                  </a:lnTo>
                  <a:lnTo>
                    <a:pt x="2" y="1058"/>
                  </a:lnTo>
                  <a:lnTo>
                    <a:pt x="0" y="989"/>
                  </a:lnTo>
                  <a:lnTo>
                    <a:pt x="3" y="908"/>
                  </a:lnTo>
                  <a:lnTo>
                    <a:pt x="14" y="829"/>
                  </a:lnTo>
                  <a:lnTo>
                    <a:pt x="30" y="752"/>
                  </a:lnTo>
                  <a:lnTo>
                    <a:pt x="53" y="678"/>
                  </a:lnTo>
                  <a:lnTo>
                    <a:pt x="81" y="605"/>
                  </a:lnTo>
                  <a:lnTo>
                    <a:pt x="115" y="535"/>
                  </a:lnTo>
                  <a:lnTo>
                    <a:pt x="154" y="468"/>
                  </a:lnTo>
                  <a:lnTo>
                    <a:pt x="199" y="406"/>
                  </a:lnTo>
                  <a:lnTo>
                    <a:pt x="249" y="346"/>
                  </a:lnTo>
                  <a:lnTo>
                    <a:pt x="302" y="291"/>
                  </a:lnTo>
                  <a:lnTo>
                    <a:pt x="361" y="239"/>
                  </a:lnTo>
                  <a:lnTo>
                    <a:pt x="422" y="192"/>
                  </a:lnTo>
                  <a:lnTo>
                    <a:pt x="488" y="149"/>
                  </a:lnTo>
                  <a:lnTo>
                    <a:pt x="557" y="111"/>
                  </a:lnTo>
                  <a:lnTo>
                    <a:pt x="630" y="79"/>
                  </a:lnTo>
                  <a:lnTo>
                    <a:pt x="705" y="51"/>
                  </a:lnTo>
                  <a:lnTo>
                    <a:pt x="783" y="30"/>
                  </a:lnTo>
                  <a:lnTo>
                    <a:pt x="863" y="14"/>
                  </a:lnTo>
                  <a:lnTo>
                    <a:pt x="946" y="4"/>
                  </a:lnTo>
                  <a:lnTo>
                    <a:pt x="1030"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endParaRPr>
            </a:p>
          </p:txBody>
        </p:sp>
        <p:sp>
          <p:nvSpPr>
            <p:cNvPr id="62" name="Freeform 28">
              <a:extLst>
                <a:ext uri="{FF2B5EF4-FFF2-40B4-BE49-F238E27FC236}">
                  <a16:creationId xmlns:a16="http://schemas.microsoft.com/office/drawing/2014/main" id="{F93A6CF0-8EFB-8097-FE27-593BF7C47BA1}"/>
                </a:ext>
              </a:extLst>
            </p:cNvPr>
            <p:cNvSpPr>
              <a:spLocks/>
            </p:cNvSpPr>
            <p:nvPr/>
          </p:nvSpPr>
          <p:spPr bwMode="auto">
            <a:xfrm>
              <a:off x="6823075" y="1300163"/>
              <a:ext cx="14287" cy="36513"/>
            </a:xfrm>
            <a:custGeom>
              <a:avLst/>
              <a:gdLst>
                <a:gd name="T0" fmla="*/ 65 w 130"/>
                <a:gd name="T1" fmla="*/ 0 h 322"/>
                <a:gd name="T2" fmla="*/ 65 w 130"/>
                <a:gd name="T3" fmla="*/ 0 h 322"/>
                <a:gd name="T4" fmla="*/ 82 w 130"/>
                <a:gd name="T5" fmla="*/ 2 h 322"/>
                <a:gd name="T6" fmla="*/ 98 w 130"/>
                <a:gd name="T7" fmla="*/ 8 h 322"/>
                <a:gd name="T8" fmla="*/ 111 w 130"/>
                <a:gd name="T9" fmla="*/ 19 h 322"/>
                <a:gd name="T10" fmla="*/ 121 w 130"/>
                <a:gd name="T11" fmla="*/ 32 h 322"/>
                <a:gd name="T12" fmla="*/ 128 w 130"/>
                <a:gd name="T13" fmla="*/ 47 h 322"/>
                <a:gd name="T14" fmla="*/ 130 w 130"/>
                <a:gd name="T15" fmla="*/ 64 h 322"/>
                <a:gd name="T16" fmla="*/ 130 w 130"/>
                <a:gd name="T17" fmla="*/ 258 h 322"/>
                <a:gd name="T18" fmla="*/ 128 w 130"/>
                <a:gd name="T19" fmla="*/ 276 h 322"/>
                <a:gd name="T20" fmla="*/ 121 w 130"/>
                <a:gd name="T21" fmla="*/ 290 h 322"/>
                <a:gd name="T22" fmla="*/ 111 w 130"/>
                <a:gd name="T23" fmla="*/ 304 h 322"/>
                <a:gd name="T24" fmla="*/ 98 w 130"/>
                <a:gd name="T25" fmla="*/ 314 h 322"/>
                <a:gd name="T26" fmla="*/ 82 w 130"/>
                <a:gd name="T27" fmla="*/ 320 h 322"/>
                <a:gd name="T28" fmla="*/ 65 w 130"/>
                <a:gd name="T29" fmla="*/ 322 h 322"/>
                <a:gd name="T30" fmla="*/ 48 w 130"/>
                <a:gd name="T31" fmla="*/ 320 h 322"/>
                <a:gd name="T32" fmla="*/ 32 w 130"/>
                <a:gd name="T33" fmla="*/ 314 h 322"/>
                <a:gd name="T34" fmla="*/ 19 w 130"/>
                <a:gd name="T35" fmla="*/ 304 h 322"/>
                <a:gd name="T36" fmla="*/ 8 w 130"/>
                <a:gd name="T37" fmla="*/ 290 h 322"/>
                <a:gd name="T38" fmla="*/ 2 w 130"/>
                <a:gd name="T39" fmla="*/ 276 h 322"/>
                <a:gd name="T40" fmla="*/ 0 w 130"/>
                <a:gd name="T41" fmla="*/ 258 h 322"/>
                <a:gd name="T42" fmla="*/ 0 w 130"/>
                <a:gd name="T43" fmla="*/ 64 h 322"/>
                <a:gd name="T44" fmla="*/ 2 w 130"/>
                <a:gd name="T45" fmla="*/ 47 h 322"/>
                <a:gd name="T46" fmla="*/ 8 w 130"/>
                <a:gd name="T47" fmla="*/ 32 h 322"/>
                <a:gd name="T48" fmla="*/ 19 w 130"/>
                <a:gd name="T49" fmla="*/ 19 h 322"/>
                <a:gd name="T50" fmla="*/ 32 w 130"/>
                <a:gd name="T51" fmla="*/ 8 h 322"/>
                <a:gd name="T52" fmla="*/ 48 w 130"/>
                <a:gd name="T53" fmla="*/ 2 h 322"/>
                <a:gd name="T54" fmla="*/ 65 w 130"/>
                <a:gd name="T55" fmla="*/ 0 h 32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130" h="322">
                  <a:moveTo>
                    <a:pt x="65" y="0"/>
                  </a:moveTo>
                  <a:lnTo>
                    <a:pt x="65" y="0"/>
                  </a:lnTo>
                  <a:lnTo>
                    <a:pt x="82" y="2"/>
                  </a:lnTo>
                  <a:lnTo>
                    <a:pt x="98" y="8"/>
                  </a:lnTo>
                  <a:lnTo>
                    <a:pt x="111" y="19"/>
                  </a:lnTo>
                  <a:lnTo>
                    <a:pt x="121" y="32"/>
                  </a:lnTo>
                  <a:lnTo>
                    <a:pt x="128" y="47"/>
                  </a:lnTo>
                  <a:lnTo>
                    <a:pt x="130" y="64"/>
                  </a:lnTo>
                  <a:lnTo>
                    <a:pt x="130" y="258"/>
                  </a:lnTo>
                  <a:lnTo>
                    <a:pt x="128" y="276"/>
                  </a:lnTo>
                  <a:lnTo>
                    <a:pt x="121" y="290"/>
                  </a:lnTo>
                  <a:lnTo>
                    <a:pt x="111" y="304"/>
                  </a:lnTo>
                  <a:lnTo>
                    <a:pt x="98" y="314"/>
                  </a:lnTo>
                  <a:lnTo>
                    <a:pt x="82" y="320"/>
                  </a:lnTo>
                  <a:lnTo>
                    <a:pt x="65" y="322"/>
                  </a:lnTo>
                  <a:lnTo>
                    <a:pt x="48" y="320"/>
                  </a:lnTo>
                  <a:lnTo>
                    <a:pt x="32" y="314"/>
                  </a:lnTo>
                  <a:lnTo>
                    <a:pt x="19" y="304"/>
                  </a:lnTo>
                  <a:lnTo>
                    <a:pt x="8" y="290"/>
                  </a:lnTo>
                  <a:lnTo>
                    <a:pt x="2" y="276"/>
                  </a:lnTo>
                  <a:lnTo>
                    <a:pt x="0" y="258"/>
                  </a:lnTo>
                  <a:lnTo>
                    <a:pt x="0" y="64"/>
                  </a:lnTo>
                  <a:lnTo>
                    <a:pt x="2" y="47"/>
                  </a:lnTo>
                  <a:lnTo>
                    <a:pt x="8" y="32"/>
                  </a:lnTo>
                  <a:lnTo>
                    <a:pt x="19" y="19"/>
                  </a:lnTo>
                  <a:lnTo>
                    <a:pt x="32" y="8"/>
                  </a:lnTo>
                  <a:lnTo>
                    <a:pt x="48" y="2"/>
                  </a:lnTo>
                  <a:lnTo>
                    <a:pt x="65"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endParaRPr>
            </a:p>
          </p:txBody>
        </p:sp>
        <p:sp>
          <p:nvSpPr>
            <p:cNvPr id="63" name="Freeform 29">
              <a:extLst>
                <a:ext uri="{FF2B5EF4-FFF2-40B4-BE49-F238E27FC236}">
                  <a16:creationId xmlns:a16="http://schemas.microsoft.com/office/drawing/2014/main" id="{E1517C0C-05C9-5677-1C39-08413F51AC54}"/>
                </a:ext>
              </a:extLst>
            </p:cNvPr>
            <p:cNvSpPr>
              <a:spLocks/>
            </p:cNvSpPr>
            <p:nvPr/>
          </p:nvSpPr>
          <p:spPr bwMode="auto">
            <a:xfrm>
              <a:off x="6738938" y="1320800"/>
              <a:ext cx="26987" cy="34925"/>
            </a:xfrm>
            <a:custGeom>
              <a:avLst/>
              <a:gdLst>
                <a:gd name="T0" fmla="*/ 65 w 228"/>
                <a:gd name="T1" fmla="*/ 0 h 298"/>
                <a:gd name="T2" fmla="*/ 82 w 228"/>
                <a:gd name="T3" fmla="*/ 2 h 298"/>
                <a:gd name="T4" fmla="*/ 97 w 228"/>
                <a:gd name="T5" fmla="*/ 9 h 298"/>
                <a:gd name="T6" fmla="*/ 111 w 228"/>
                <a:gd name="T7" fmla="*/ 19 h 298"/>
                <a:gd name="T8" fmla="*/ 121 w 228"/>
                <a:gd name="T9" fmla="*/ 33 h 298"/>
                <a:gd name="T10" fmla="*/ 219 w 228"/>
                <a:gd name="T11" fmla="*/ 201 h 298"/>
                <a:gd name="T12" fmla="*/ 225 w 228"/>
                <a:gd name="T13" fmla="*/ 217 h 298"/>
                <a:gd name="T14" fmla="*/ 228 w 228"/>
                <a:gd name="T15" fmla="*/ 234 h 298"/>
                <a:gd name="T16" fmla="*/ 225 w 228"/>
                <a:gd name="T17" fmla="*/ 250 h 298"/>
                <a:gd name="T18" fmla="*/ 219 w 228"/>
                <a:gd name="T19" fmla="*/ 265 h 298"/>
                <a:gd name="T20" fmla="*/ 209 w 228"/>
                <a:gd name="T21" fmla="*/ 279 h 298"/>
                <a:gd name="T22" fmla="*/ 196 w 228"/>
                <a:gd name="T23" fmla="*/ 290 h 298"/>
                <a:gd name="T24" fmla="*/ 180 w 228"/>
                <a:gd name="T25" fmla="*/ 296 h 298"/>
                <a:gd name="T26" fmla="*/ 163 w 228"/>
                <a:gd name="T27" fmla="*/ 298 h 298"/>
                <a:gd name="T28" fmla="*/ 146 w 228"/>
                <a:gd name="T29" fmla="*/ 296 h 298"/>
                <a:gd name="T30" fmla="*/ 131 w 228"/>
                <a:gd name="T31" fmla="*/ 290 h 298"/>
                <a:gd name="T32" fmla="*/ 117 w 228"/>
                <a:gd name="T33" fmla="*/ 279 h 298"/>
                <a:gd name="T34" fmla="*/ 106 w 228"/>
                <a:gd name="T35" fmla="*/ 265 h 298"/>
                <a:gd name="T36" fmla="*/ 8 w 228"/>
                <a:gd name="T37" fmla="*/ 97 h 298"/>
                <a:gd name="T38" fmla="*/ 2 w 228"/>
                <a:gd name="T39" fmla="*/ 82 h 298"/>
                <a:gd name="T40" fmla="*/ 0 w 228"/>
                <a:gd name="T41" fmla="*/ 65 h 298"/>
                <a:gd name="T42" fmla="*/ 2 w 228"/>
                <a:gd name="T43" fmla="*/ 49 h 298"/>
                <a:gd name="T44" fmla="*/ 8 w 228"/>
                <a:gd name="T45" fmla="*/ 33 h 298"/>
                <a:gd name="T46" fmla="*/ 19 w 228"/>
                <a:gd name="T47" fmla="*/ 20 h 298"/>
                <a:gd name="T48" fmla="*/ 32 w 228"/>
                <a:gd name="T49" fmla="*/ 10 h 298"/>
                <a:gd name="T50" fmla="*/ 49 w 228"/>
                <a:gd name="T51" fmla="*/ 2 h 298"/>
                <a:gd name="T52" fmla="*/ 65 w 228"/>
                <a:gd name="T53" fmla="*/ 0 h 29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228" h="298">
                  <a:moveTo>
                    <a:pt x="65" y="0"/>
                  </a:moveTo>
                  <a:lnTo>
                    <a:pt x="82" y="2"/>
                  </a:lnTo>
                  <a:lnTo>
                    <a:pt x="97" y="9"/>
                  </a:lnTo>
                  <a:lnTo>
                    <a:pt x="111" y="19"/>
                  </a:lnTo>
                  <a:lnTo>
                    <a:pt x="121" y="33"/>
                  </a:lnTo>
                  <a:lnTo>
                    <a:pt x="219" y="201"/>
                  </a:lnTo>
                  <a:lnTo>
                    <a:pt x="225" y="217"/>
                  </a:lnTo>
                  <a:lnTo>
                    <a:pt x="228" y="234"/>
                  </a:lnTo>
                  <a:lnTo>
                    <a:pt x="225" y="250"/>
                  </a:lnTo>
                  <a:lnTo>
                    <a:pt x="219" y="265"/>
                  </a:lnTo>
                  <a:lnTo>
                    <a:pt x="209" y="279"/>
                  </a:lnTo>
                  <a:lnTo>
                    <a:pt x="196" y="290"/>
                  </a:lnTo>
                  <a:lnTo>
                    <a:pt x="180" y="296"/>
                  </a:lnTo>
                  <a:lnTo>
                    <a:pt x="163" y="298"/>
                  </a:lnTo>
                  <a:lnTo>
                    <a:pt x="146" y="296"/>
                  </a:lnTo>
                  <a:lnTo>
                    <a:pt x="131" y="290"/>
                  </a:lnTo>
                  <a:lnTo>
                    <a:pt x="117" y="279"/>
                  </a:lnTo>
                  <a:lnTo>
                    <a:pt x="106" y="265"/>
                  </a:lnTo>
                  <a:lnTo>
                    <a:pt x="8" y="97"/>
                  </a:lnTo>
                  <a:lnTo>
                    <a:pt x="2" y="82"/>
                  </a:lnTo>
                  <a:lnTo>
                    <a:pt x="0" y="65"/>
                  </a:lnTo>
                  <a:lnTo>
                    <a:pt x="2" y="49"/>
                  </a:lnTo>
                  <a:lnTo>
                    <a:pt x="8" y="33"/>
                  </a:lnTo>
                  <a:lnTo>
                    <a:pt x="19" y="20"/>
                  </a:lnTo>
                  <a:lnTo>
                    <a:pt x="32" y="10"/>
                  </a:lnTo>
                  <a:lnTo>
                    <a:pt x="49" y="2"/>
                  </a:lnTo>
                  <a:lnTo>
                    <a:pt x="65"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endParaRPr>
            </a:p>
          </p:txBody>
        </p:sp>
        <p:sp>
          <p:nvSpPr>
            <p:cNvPr id="64" name="Freeform 30">
              <a:extLst>
                <a:ext uri="{FF2B5EF4-FFF2-40B4-BE49-F238E27FC236}">
                  <a16:creationId xmlns:a16="http://schemas.microsoft.com/office/drawing/2014/main" id="{5AADED33-CA34-490B-5AB7-8D28DD0C02CB}"/>
                </a:ext>
              </a:extLst>
            </p:cNvPr>
            <p:cNvSpPr>
              <a:spLocks/>
            </p:cNvSpPr>
            <p:nvPr/>
          </p:nvSpPr>
          <p:spPr bwMode="auto">
            <a:xfrm>
              <a:off x="6678613" y="1382713"/>
              <a:ext cx="33337" cy="25400"/>
            </a:xfrm>
            <a:custGeom>
              <a:avLst/>
              <a:gdLst>
                <a:gd name="T0" fmla="*/ 65 w 299"/>
                <a:gd name="T1" fmla="*/ 0 h 226"/>
                <a:gd name="T2" fmla="*/ 81 w 299"/>
                <a:gd name="T3" fmla="*/ 2 h 226"/>
                <a:gd name="T4" fmla="*/ 98 w 299"/>
                <a:gd name="T5" fmla="*/ 8 h 226"/>
                <a:gd name="T6" fmla="*/ 267 w 299"/>
                <a:gd name="T7" fmla="*/ 104 h 226"/>
                <a:gd name="T8" fmla="*/ 281 w 299"/>
                <a:gd name="T9" fmla="*/ 116 h 226"/>
                <a:gd name="T10" fmla="*/ 290 w 299"/>
                <a:gd name="T11" fmla="*/ 129 h 226"/>
                <a:gd name="T12" fmla="*/ 297 w 299"/>
                <a:gd name="T13" fmla="*/ 144 h 226"/>
                <a:gd name="T14" fmla="*/ 299 w 299"/>
                <a:gd name="T15" fmla="*/ 160 h 226"/>
                <a:gd name="T16" fmla="*/ 297 w 299"/>
                <a:gd name="T17" fmla="*/ 177 h 226"/>
                <a:gd name="T18" fmla="*/ 290 w 299"/>
                <a:gd name="T19" fmla="*/ 193 h 226"/>
                <a:gd name="T20" fmla="*/ 280 w 299"/>
                <a:gd name="T21" fmla="*/ 207 h 226"/>
                <a:gd name="T22" fmla="*/ 266 w 299"/>
                <a:gd name="T23" fmla="*/ 217 h 226"/>
                <a:gd name="T24" fmla="*/ 250 w 299"/>
                <a:gd name="T25" fmla="*/ 224 h 226"/>
                <a:gd name="T26" fmla="*/ 234 w 299"/>
                <a:gd name="T27" fmla="*/ 226 h 226"/>
                <a:gd name="T28" fmla="*/ 217 w 299"/>
                <a:gd name="T29" fmla="*/ 224 h 226"/>
                <a:gd name="T30" fmla="*/ 201 w 299"/>
                <a:gd name="T31" fmla="*/ 216 h 226"/>
                <a:gd name="T32" fmla="*/ 32 w 299"/>
                <a:gd name="T33" fmla="*/ 120 h 226"/>
                <a:gd name="T34" fmla="*/ 18 w 299"/>
                <a:gd name="T35" fmla="*/ 110 h 226"/>
                <a:gd name="T36" fmla="*/ 8 w 299"/>
                <a:gd name="T37" fmla="*/ 96 h 226"/>
                <a:gd name="T38" fmla="*/ 2 w 299"/>
                <a:gd name="T39" fmla="*/ 81 h 226"/>
                <a:gd name="T40" fmla="*/ 0 w 299"/>
                <a:gd name="T41" fmla="*/ 64 h 226"/>
                <a:gd name="T42" fmla="*/ 2 w 299"/>
                <a:gd name="T43" fmla="*/ 47 h 226"/>
                <a:gd name="T44" fmla="*/ 8 w 299"/>
                <a:gd name="T45" fmla="*/ 31 h 226"/>
                <a:gd name="T46" fmla="*/ 19 w 299"/>
                <a:gd name="T47" fmla="*/ 18 h 226"/>
                <a:gd name="T48" fmla="*/ 33 w 299"/>
                <a:gd name="T49" fmla="*/ 8 h 226"/>
                <a:gd name="T50" fmla="*/ 48 w 299"/>
                <a:gd name="T51" fmla="*/ 2 h 226"/>
                <a:gd name="T52" fmla="*/ 65 w 299"/>
                <a:gd name="T53" fmla="*/ 0 h 22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299" h="226">
                  <a:moveTo>
                    <a:pt x="65" y="0"/>
                  </a:moveTo>
                  <a:lnTo>
                    <a:pt x="81" y="2"/>
                  </a:lnTo>
                  <a:lnTo>
                    <a:pt x="98" y="8"/>
                  </a:lnTo>
                  <a:lnTo>
                    <a:pt x="267" y="104"/>
                  </a:lnTo>
                  <a:lnTo>
                    <a:pt x="281" y="116"/>
                  </a:lnTo>
                  <a:lnTo>
                    <a:pt x="290" y="129"/>
                  </a:lnTo>
                  <a:lnTo>
                    <a:pt x="297" y="144"/>
                  </a:lnTo>
                  <a:lnTo>
                    <a:pt x="299" y="160"/>
                  </a:lnTo>
                  <a:lnTo>
                    <a:pt x="297" y="177"/>
                  </a:lnTo>
                  <a:lnTo>
                    <a:pt x="290" y="193"/>
                  </a:lnTo>
                  <a:lnTo>
                    <a:pt x="280" y="207"/>
                  </a:lnTo>
                  <a:lnTo>
                    <a:pt x="266" y="217"/>
                  </a:lnTo>
                  <a:lnTo>
                    <a:pt x="250" y="224"/>
                  </a:lnTo>
                  <a:lnTo>
                    <a:pt x="234" y="226"/>
                  </a:lnTo>
                  <a:lnTo>
                    <a:pt x="217" y="224"/>
                  </a:lnTo>
                  <a:lnTo>
                    <a:pt x="201" y="216"/>
                  </a:lnTo>
                  <a:lnTo>
                    <a:pt x="32" y="120"/>
                  </a:lnTo>
                  <a:lnTo>
                    <a:pt x="18" y="110"/>
                  </a:lnTo>
                  <a:lnTo>
                    <a:pt x="8" y="96"/>
                  </a:lnTo>
                  <a:lnTo>
                    <a:pt x="2" y="81"/>
                  </a:lnTo>
                  <a:lnTo>
                    <a:pt x="0" y="64"/>
                  </a:lnTo>
                  <a:lnTo>
                    <a:pt x="2" y="47"/>
                  </a:lnTo>
                  <a:lnTo>
                    <a:pt x="8" y="31"/>
                  </a:lnTo>
                  <a:lnTo>
                    <a:pt x="19" y="18"/>
                  </a:lnTo>
                  <a:lnTo>
                    <a:pt x="33" y="8"/>
                  </a:lnTo>
                  <a:lnTo>
                    <a:pt x="48" y="2"/>
                  </a:lnTo>
                  <a:lnTo>
                    <a:pt x="65"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endParaRPr>
            </a:p>
          </p:txBody>
        </p:sp>
        <p:sp>
          <p:nvSpPr>
            <p:cNvPr id="65" name="Freeform 31">
              <a:extLst>
                <a:ext uri="{FF2B5EF4-FFF2-40B4-BE49-F238E27FC236}">
                  <a16:creationId xmlns:a16="http://schemas.microsoft.com/office/drawing/2014/main" id="{49729ED0-9903-A617-1E20-24BB606FC06E}"/>
                </a:ext>
              </a:extLst>
            </p:cNvPr>
            <p:cNvSpPr>
              <a:spLocks/>
            </p:cNvSpPr>
            <p:nvPr/>
          </p:nvSpPr>
          <p:spPr bwMode="auto">
            <a:xfrm>
              <a:off x="6656388" y="1463675"/>
              <a:ext cx="36512" cy="15875"/>
            </a:xfrm>
            <a:custGeom>
              <a:avLst/>
              <a:gdLst>
                <a:gd name="T0" fmla="*/ 65 w 325"/>
                <a:gd name="T1" fmla="*/ 0 h 129"/>
                <a:gd name="T2" fmla="*/ 261 w 325"/>
                <a:gd name="T3" fmla="*/ 0 h 129"/>
                <a:gd name="T4" fmla="*/ 278 w 325"/>
                <a:gd name="T5" fmla="*/ 3 h 129"/>
                <a:gd name="T6" fmla="*/ 294 w 325"/>
                <a:gd name="T7" fmla="*/ 9 h 129"/>
                <a:gd name="T8" fmla="*/ 306 w 325"/>
                <a:gd name="T9" fmla="*/ 19 h 129"/>
                <a:gd name="T10" fmla="*/ 317 w 325"/>
                <a:gd name="T11" fmla="*/ 32 h 129"/>
                <a:gd name="T12" fmla="*/ 323 w 325"/>
                <a:gd name="T13" fmla="*/ 47 h 129"/>
                <a:gd name="T14" fmla="*/ 325 w 325"/>
                <a:gd name="T15" fmla="*/ 65 h 129"/>
                <a:gd name="T16" fmla="*/ 323 w 325"/>
                <a:gd name="T17" fmla="*/ 82 h 129"/>
                <a:gd name="T18" fmla="*/ 317 w 325"/>
                <a:gd name="T19" fmla="*/ 97 h 129"/>
                <a:gd name="T20" fmla="*/ 306 w 325"/>
                <a:gd name="T21" fmla="*/ 110 h 129"/>
                <a:gd name="T22" fmla="*/ 294 w 325"/>
                <a:gd name="T23" fmla="*/ 120 h 129"/>
                <a:gd name="T24" fmla="*/ 278 w 325"/>
                <a:gd name="T25" fmla="*/ 127 h 129"/>
                <a:gd name="T26" fmla="*/ 261 w 325"/>
                <a:gd name="T27" fmla="*/ 129 h 129"/>
                <a:gd name="T28" fmla="*/ 65 w 325"/>
                <a:gd name="T29" fmla="*/ 129 h 129"/>
                <a:gd name="T30" fmla="*/ 48 w 325"/>
                <a:gd name="T31" fmla="*/ 127 h 129"/>
                <a:gd name="T32" fmla="*/ 33 w 325"/>
                <a:gd name="T33" fmla="*/ 120 h 129"/>
                <a:gd name="T34" fmla="*/ 19 w 325"/>
                <a:gd name="T35" fmla="*/ 110 h 129"/>
                <a:gd name="T36" fmla="*/ 10 w 325"/>
                <a:gd name="T37" fmla="*/ 97 h 129"/>
                <a:gd name="T38" fmla="*/ 2 w 325"/>
                <a:gd name="T39" fmla="*/ 82 h 129"/>
                <a:gd name="T40" fmla="*/ 0 w 325"/>
                <a:gd name="T41" fmla="*/ 65 h 129"/>
                <a:gd name="T42" fmla="*/ 2 w 325"/>
                <a:gd name="T43" fmla="*/ 47 h 129"/>
                <a:gd name="T44" fmla="*/ 10 w 325"/>
                <a:gd name="T45" fmla="*/ 32 h 129"/>
                <a:gd name="T46" fmla="*/ 19 w 325"/>
                <a:gd name="T47" fmla="*/ 19 h 129"/>
                <a:gd name="T48" fmla="*/ 33 w 325"/>
                <a:gd name="T49" fmla="*/ 9 h 129"/>
                <a:gd name="T50" fmla="*/ 48 w 325"/>
                <a:gd name="T51" fmla="*/ 3 h 129"/>
                <a:gd name="T52" fmla="*/ 65 w 325"/>
                <a:gd name="T53" fmla="*/ 0 h 12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325" h="129">
                  <a:moveTo>
                    <a:pt x="65" y="0"/>
                  </a:moveTo>
                  <a:lnTo>
                    <a:pt x="261" y="0"/>
                  </a:lnTo>
                  <a:lnTo>
                    <a:pt x="278" y="3"/>
                  </a:lnTo>
                  <a:lnTo>
                    <a:pt x="294" y="9"/>
                  </a:lnTo>
                  <a:lnTo>
                    <a:pt x="306" y="19"/>
                  </a:lnTo>
                  <a:lnTo>
                    <a:pt x="317" y="32"/>
                  </a:lnTo>
                  <a:lnTo>
                    <a:pt x="323" y="47"/>
                  </a:lnTo>
                  <a:lnTo>
                    <a:pt x="325" y="65"/>
                  </a:lnTo>
                  <a:lnTo>
                    <a:pt x="323" y="82"/>
                  </a:lnTo>
                  <a:lnTo>
                    <a:pt x="317" y="97"/>
                  </a:lnTo>
                  <a:lnTo>
                    <a:pt x="306" y="110"/>
                  </a:lnTo>
                  <a:lnTo>
                    <a:pt x="294" y="120"/>
                  </a:lnTo>
                  <a:lnTo>
                    <a:pt x="278" y="127"/>
                  </a:lnTo>
                  <a:lnTo>
                    <a:pt x="261" y="129"/>
                  </a:lnTo>
                  <a:lnTo>
                    <a:pt x="65" y="129"/>
                  </a:lnTo>
                  <a:lnTo>
                    <a:pt x="48" y="127"/>
                  </a:lnTo>
                  <a:lnTo>
                    <a:pt x="33" y="120"/>
                  </a:lnTo>
                  <a:lnTo>
                    <a:pt x="19" y="110"/>
                  </a:lnTo>
                  <a:lnTo>
                    <a:pt x="10" y="97"/>
                  </a:lnTo>
                  <a:lnTo>
                    <a:pt x="2" y="82"/>
                  </a:lnTo>
                  <a:lnTo>
                    <a:pt x="0" y="65"/>
                  </a:lnTo>
                  <a:lnTo>
                    <a:pt x="2" y="47"/>
                  </a:lnTo>
                  <a:lnTo>
                    <a:pt x="10" y="32"/>
                  </a:lnTo>
                  <a:lnTo>
                    <a:pt x="19" y="19"/>
                  </a:lnTo>
                  <a:lnTo>
                    <a:pt x="33" y="9"/>
                  </a:lnTo>
                  <a:lnTo>
                    <a:pt x="48" y="3"/>
                  </a:lnTo>
                  <a:lnTo>
                    <a:pt x="65"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endParaRPr>
            </a:p>
          </p:txBody>
        </p:sp>
        <p:sp>
          <p:nvSpPr>
            <p:cNvPr id="66" name="Freeform 32">
              <a:extLst>
                <a:ext uri="{FF2B5EF4-FFF2-40B4-BE49-F238E27FC236}">
                  <a16:creationId xmlns:a16="http://schemas.microsoft.com/office/drawing/2014/main" id="{C9C90229-6EC7-9367-5D6D-6A71C24355FE}"/>
                </a:ext>
              </a:extLst>
            </p:cNvPr>
            <p:cNvSpPr>
              <a:spLocks/>
            </p:cNvSpPr>
            <p:nvPr/>
          </p:nvSpPr>
          <p:spPr bwMode="auto">
            <a:xfrm>
              <a:off x="6678613" y="1536700"/>
              <a:ext cx="33337" cy="25400"/>
            </a:xfrm>
            <a:custGeom>
              <a:avLst/>
              <a:gdLst>
                <a:gd name="T0" fmla="*/ 234 w 299"/>
                <a:gd name="T1" fmla="*/ 0 h 227"/>
                <a:gd name="T2" fmla="*/ 251 w 299"/>
                <a:gd name="T3" fmla="*/ 3 h 227"/>
                <a:gd name="T4" fmla="*/ 266 w 299"/>
                <a:gd name="T5" fmla="*/ 9 h 227"/>
                <a:gd name="T6" fmla="*/ 280 w 299"/>
                <a:gd name="T7" fmla="*/ 19 h 227"/>
                <a:gd name="T8" fmla="*/ 290 w 299"/>
                <a:gd name="T9" fmla="*/ 33 h 227"/>
                <a:gd name="T10" fmla="*/ 297 w 299"/>
                <a:gd name="T11" fmla="*/ 49 h 227"/>
                <a:gd name="T12" fmla="*/ 299 w 299"/>
                <a:gd name="T13" fmla="*/ 66 h 227"/>
                <a:gd name="T14" fmla="*/ 297 w 299"/>
                <a:gd name="T15" fmla="*/ 82 h 227"/>
                <a:gd name="T16" fmla="*/ 290 w 299"/>
                <a:gd name="T17" fmla="*/ 97 h 227"/>
                <a:gd name="T18" fmla="*/ 280 w 299"/>
                <a:gd name="T19" fmla="*/ 111 h 227"/>
                <a:gd name="T20" fmla="*/ 267 w 299"/>
                <a:gd name="T21" fmla="*/ 122 h 227"/>
                <a:gd name="T22" fmla="*/ 98 w 299"/>
                <a:gd name="T23" fmla="*/ 218 h 227"/>
                <a:gd name="T24" fmla="*/ 82 w 299"/>
                <a:gd name="T25" fmla="*/ 224 h 227"/>
                <a:gd name="T26" fmla="*/ 65 w 299"/>
                <a:gd name="T27" fmla="*/ 227 h 227"/>
                <a:gd name="T28" fmla="*/ 48 w 299"/>
                <a:gd name="T29" fmla="*/ 224 h 227"/>
                <a:gd name="T30" fmla="*/ 33 w 299"/>
                <a:gd name="T31" fmla="*/ 219 h 227"/>
                <a:gd name="T32" fmla="*/ 19 w 299"/>
                <a:gd name="T33" fmla="*/ 208 h 227"/>
                <a:gd name="T34" fmla="*/ 8 w 299"/>
                <a:gd name="T35" fmla="*/ 195 h 227"/>
                <a:gd name="T36" fmla="*/ 2 w 299"/>
                <a:gd name="T37" fmla="*/ 179 h 227"/>
                <a:gd name="T38" fmla="*/ 0 w 299"/>
                <a:gd name="T39" fmla="*/ 162 h 227"/>
                <a:gd name="T40" fmla="*/ 2 w 299"/>
                <a:gd name="T41" fmla="*/ 146 h 227"/>
                <a:gd name="T42" fmla="*/ 8 w 299"/>
                <a:gd name="T43" fmla="*/ 130 h 227"/>
                <a:gd name="T44" fmla="*/ 18 w 299"/>
                <a:gd name="T45" fmla="*/ 117 h 227"/>
                <a:gd name="T46" fmla="*/ 32 w 299"/>
                <a:gd name="T47" fmla="*/ 107 h 227"/>
                <a:gd name="T48" fmla="*/ 201 w 299"/>
                <a:gd name="T49" fmla="*/ 10 h 227"/>
                <a:gd name="T50" fmla="*/ 218 w 299"/>
                <a:gd name="T51" fmla="*/ 2 h 227"/>
                <a:gd name="T52" fmla="*/ 234 w 299"/>
                <a:gd name="T53" fmla="*/ 0 h 22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299" h="227">
                  <a:moveTo>
                    <a:pt x="234" y="0"/>
                  </a:moveTo>
                  <a:lnTo>
                    <a:pt x="251" y="3"/>
                  </a:lnTo>
                  <a:lnTo>
                    <a:pt x="266" y="9"/>
                  </a:lnTo>
                  <a:lnTo>
                    <a:pt x="280" y="19"/>
                  </a:lnTo>
                  <a:lnTo>
                    <a:pt x="290" y="33"/>
                  </a:lnTo>
                  <a:lnTo>
                    <a:pt x="297" y="49"/>
                  </a:lnTo>
                  <a:lnTo>
                    <a:pt x="299" y="66"/>
                  </a:lnTo>
                  <a:lnTo>
                    <a:pt x="297" y="82"/>
                  </a:lnTo>
                  <a:lnTo>
                    <a:pt x="290" y="97"/>
                  </a:lnTo>
                  <a:lnTo>
                    <a:pt x="280" y="111"/>
                  </a:lnTo>
                  <a:lnTo>
                    <a:pt x="267" y="122"/>
                  </a:lnTo>
                  <a:lnTo>
                    <a:pt x="98" y="218"/>
                  </a:lnTo>
                  <a:lnTo>
                    <a:pt x="82" y="224"/>
                  </a:lnTo>
                  <a:lnTo>
                    <a:pt x="65" y="227"/>
                  </a:lnTo>
                  <a:lnTo>
                    <a:pt x="48" y="224"/>
                  </a:lnTo>
                  <a:lnTo>
                    <a:pt x="33" y="219"/>
                  </a:lnTo>
                  <a:lnTo>
                    <a:pt x="19" y="208"/>
                  </a:lnTo>
                  <a:lnTo>
                    <a:pt x="8" y="195"/>
                  </a:lnTo>
                  <a:lnTo>
                    <a:pt x="2" y="179"/>
                  </a:lnTo>
                  <a:lnTo>
                    <a:pt x="0" y="162"/>
                  </a:lnTo>
                  <a:lnTo>
                    <a:pt x="2" y="146"/>
                  </a:lnTo>
                  <a:lnTo>
                    <a:pt x="8" y="130"/>
                  </a:lnTo>
                  <a:lnTo>
                    <a:pt x="18" y="117"/>
                  </a:lnTo>
                  <a:lnTo>
                    <a:pt x="32" y="107"/>
                  </a:lnTo>
                  <a:lnTo>
                    <a:pt x="201" y="10"/>
                  </a:lnTo>
                  <a:lnTo>
                    <a:pt x="218" y="2"/>
                  </a:lnTo>
                  <a:lnTo>
                    <a:pt x="234"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endParaRPr>
            </a:p>
          </p:txBody>
        </p:sp>
        <p:sp>
          <p:nvSpPr>
            <p:cNvPr id="67" name="Freeform 33">
              <a:extLst>
                <a:ext uri="{FF2B5EF4-FFF2-40B4-BE49-F238E27FC236}">
                  <a16:creationId xmlns:a16="http://schemas.microsoft.com/office/drawing/2014/main" id="{A18AB245-405D-E9A0-EB42-33A80EBD4FA7}"/>
                </a:ext>
              </a:extLst>
            </p:cNvPr>
            <p:cNvSpPr>
              <a:spLocks/>
            </p:cNvSpPr>
            <p:nvPr/>
          </p:nvSpPr>
          <p:spPr bwMode="auto">
            <a:xfrm>
              <a:off x="6946900" y="1536700"/>
              <a:ext cx="34925" cy="25400"/>
            </a:xfrm>
            <a:custGeom>
              <a:avLst/>
              <a:gdLst>
                <a:gd name="T0" fmla="*/ 65 w 299"/>
                <a:gd name="T1" fmla="*/ 0 h 227"/>
                <a:gd name="T2" fmla="*/ 82 w 299"/>
                <a:gd name="T3" fmla="*/ 2 h 227"/>
                <a:gd name="T4" fmla="*/ 98 w 299"/>
                <a:gd name="T5" fmla="*/ 10 h 227"/>
                <a:gd name="T6" fmla="*/ 267 w 299"/>
                <a:gd name="T7" fmla="*/ 107 h 227"/>
                <a:gd name="T8" fmla="*/ 281 w 299"/>
                <a:gd name="T9" fmla="*/ 117 h 227"/>
                <a:gd name="T10" fmla="*/ 290 w 299"/>
                <a:gd name="T11" fmla="*/ 130 h 227"/>
                <a:gd name="T12" fmla="*/ 297 w 299"/>
                <a:gd name="T13" fmla="*/ 146 h 227"/>
                <a:gd name="T14" fmla="*/ 299 w 299"/>
                <a:gd name="T15" fmla="*/ 162 h 227"/>
                <a:gd name="T16" fmla="*/ 297 w 299"/>
                <a:gd name="T17" fmla="*/ 179 h 227"/>
                <a:gd name="T18" fmla="*/ 290 w 299"/>
                <a:gd name="T19" fmla="*/ 195 h 227"/>
                <a:gd name="T20" fmla="*/ 280 w 299"/>
                <a:gd name="T21" fmla="*/ 208 h 227"/>
                <a:gd name="T22" fmla="*/ 266 w 299"/>
                <a:gd name="T23" fmla="*/ 219 h 227"/>
                <a:gd name="T24" fmla="*/ 251 w 299"/>
                <a:gd name="T25" fmla="*/ 224 h 227"/>
                <a:gd name="T26" fmla="*/ 234 w 299"/>
                <a:gd name="T27" fmla="*/ 227 h 227"/>
                <a:gd name="T28" fmla="*/ 217 w 299"/>
                <a:gd name="T29" fmla="*/ 224 h 227"/>
                <a:gd name="T30" fmla="*/ 201 w 299"/>
                <a:gd name="T31" fmla="*/ 218 h 227"/>
                <a:gd name="T32" fmla="*/ 32 w 299"/>
                <a:gd name="T33" fmla="*/ 122 h 227"/>
                <a:gd name="T34" fmla="*/ 19 w 299"/>
                <a:gd name="T35" fmla="*/ 111 h 227"/>
                <a:gd name="T36" fmla="*/ 8 w 299"/>
                <a:gd name="T37" fmla="*/ 97 h 227"/>
                <a:gd name="T38" fmla="*/ 2 w 299"/>
                <a:gd name="T39" fmla="*/ 82 h 227"/>
                <a:gd name="T40" fmla="*/ 0 w 299"/>
                <a:gd name="T41" fmla="*/ 66 h 227"/>
                <a:gd name="T42" fmla="*/ 2 w 299"/>
                <a:gd name="T43" fmla="*/ 49 h 227"/>
                <a:gd name="T44" fmla="*/ 8 w 299"/>
                <a:gd name="T45" fmla="*/ 33 h 227"/>
                <a:gd name="T46" fmla="*/ 19 w 299"/>
                <a:gd name="T47" fmla="*/ 19 h 227"/>
                <a:gd name="T48" fmla="*/ 33 w 299"/>
                <a:gd name="T49" fmla="*/ 9 h 227"/>
                <a:gd name="T50" fmla="*/ 48 w 299"/>
                <a:gd name="T51" fmla="*/ 3 h 227"/>
                <a:gd name="T52" fmla="*/ 65 w 299"/>
                <a:gd name="T53" fmla="*/ 0 h 22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299" h="227">
                  <a:moveTo>
                    <a:pt x="65" y="0"/>
                  </a:moveTo>
                  <a:lnTo>
                    <a:pt x="82" y="2"/>
                  </a:lnTo>
                  <a:lnTo>
                    <a:pt x="98" y="10"/>
                  </a:lnTo>
                  <a:lnTo>
                    <a:pt x="267" y="107"/>
                  </a:lnTo>
                  <a:lnTo>
                    <a:pt x="281" y="117"/>
                  </a:lnTo>
                  <a:lnTo>
                    <a:pt x="290" y="130"/>
                  </a:lnTo>
                  <a:lnTo>
                    <a:pt x="297" y="146"/>
                  </a:lnTo>
                  <a:lnTo>
                    <a:pt x="299" y="162"/>
                  </a:lnTo>
                  <a:lnTo>
                    <a:pt x="297" y="179"/>
                  </a:lnTo>
                  <a:lnTo>
                    <a:pt x="290" y="195"/>
                  </a:lnTo>
                  <a:lnTo>
                    <a:pt x="280" y="208"/>
                  </a:lnTo>
                  <a:lnTo>
                    <a:pt x="266" y="219"/>
                  </a:lnTo>
                  <a:lnTo>
                    <a:pt x="251" y="224"/>
                  </a:lnTo>
                  <a:lnTo>
                    <a:pt x="234" y="227"/>
                  </a:lnTo>
                  <a:lnTo>
                    <a:pt x="217" y="224"/>
                  </a:lnTo>
                  <a:lnTo>
                    <a:pt x="201" y="218"/>
                  </a:lnTo>
                  <a:lnTo>
                    <a:pt x="32" y="122"/>
                  </a:lnTo>
                  <a:lnTo>
                    <a:pt x="19" y="111"/>
                  </a:lnTo>
                  <a:lnTo>
                    <a:pt x="8" y="97"/>
                  </a:lnTo>
                  <a:lnTo>
                    <a:pt x="2" y="82"/>
                  </a:lnTo>
                  <a:lnTo>
                    <a:pt x="0" y="66"/>
                  </a:lnTo>
                  <a:lnTo>
                    <a:pt x="2" y="49"/>
                  </a:lnTo>
                  <a:lnTo>
                    <a:pt x="8" y="33"/>
                  </a:lnTo>
                  <a:lnTo>
                    <a:pt x="19" y="19"/>
                  </a:lnTo>
                  <a:lnTo>
                    <a:pt x="33" y="9"/>
                  </a:lnTo>
                  <a:lnTo>
                    <a:pt x="48" y="3"/>
                  </a:lnTo>
                  <a:lnTo>
                    <a:pt x="65"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endParaRPr>
            </a:p>
          </p:txBody>
        </p:sp>
        <p:sp>
          <p:nvSpPr>
            <p:cNvPr id="68" name="Freeform 34">
              <a:extLst>
                <a:ext uri="{FF2B5EF4-FFF2-40B4-BE49-F238E27FC236}">
                  <a16:creationId xmlns:a16="http://schemas.microsoft.com/office/drawing/2014/main" id="{4BDF1F96-0527-946E-680B-121177E2CEA4}"/>
                </a:ext>
              </a:extLst>
            </p:cNvPr>
            <p:cNvSpPr>
              <a:spLocks/>
            </p:cNvSpPr>
            <p:nvPr/>
          </p:nvSpPr>
          <p:spPr bwMode="auto">
            <a:xfrm>
              <a:off x="6965950" y="1463675"/>
              <a:ext cx="38100" cy="15875"/>
            </a:xfrm>
            <a:custGeom>
              <a:avLst/>
              <a:gdLst>
                <a:gd name="T0" fmla="*/ 65 w 326"/>
                <a:gd name="T1" fmla="*/ 0 h 129"/>
                <a:gd name="T2" fmla="*/ 261 w 326"/>
                <a:gd name="T3" fmla="*/ 0 h 129"/>
                <a:gd name="T4" fmla="*/ 278 w 326"/>
                <a:gd name="T5" fmla="*/ 3 h 129"/>
                <a:gd name="T6" fmla="*/ 294 w 326"/>
                <a:gd name="T7" fmla="*/ 9 h 129"/>
                <a:gd name="T8" fmla="*/ 306 w 326"/>
                <a:gd name="T9" fmla="*/ 19 h 129"/>
                <a:gd name="T10" fmla="*/ 316 w 326"/>
                <a:gd name="T11" fmla="*/ 32 h 129"/>
                <a:gd name="T12" fmla="*/ 324 w 326"/>
                <a:gd name="T13" fmla="*/ 47 h 129"/>
                <a:gd name="T14" fmla="*/ 326 w 326"/>
                <a:gd name="T15" fmla="*/ 65 h 129"/>
                <a:gd name="T16" fmla="*/ 324 w 326"/>
                <a:gd name="T17" fmla="*/ 82 h 129"/>
                <a:gd name="T18" fmla="*/ 316 w 326"/>
                <a:gd name="T19" fmla="*/ 97 h 129"/>
                <a:gd name="T20" fmla="*/ 306 w 326"/>
                <a:gd name="T21" fmla="*/ 110 h 129"/>
                <a:gd name="T22" fmla="*/ 294 w 326"/>
                <a:gd name="T23" fmla="*/ 120 h 129"/>
                <a:gd name="T24" fmla="*/ 278 w 326"/>
                <a:gd name="T25" fmla="*/ 127 h 129"/>
                <a:gd name="T26" fmla="*/ 261 w 326"/>
                <a:gd name="T27" fmla="*/ 129 h 129"/>
                <a:gd name="T28" fmla="*/ 65 w 326"/>
                <a:gd name="T29" fmla="*/ 129 h 129"/>
                <a:gd name="T30" fmla="*/ 48 w 326"/>
                <a:gd name="T31" fmla="*/ 127 h 129"/>
                <a:gd name="T32" fmla="*/ 32 w 326"/>
                <a:gd name="T33" fmla="*/ 120 h 129"/>
                <a:gd name="T34" fmla="*/ 19 w 326"/>
                <a:gd name="T35" fmla="*/ 110 h 129"/>
                <a:gd name="T36" fmla="*/ 9 w 326"/>
                <a:gd name="T37" fmla="*/ 97 h 129"/>
                <a:gd name="T38" fmla="*/ 2 w 326"/>
                <a:gd name="T39" fmla="*/ 82 h 129"/>
                <a:gd name="T40" fmla="*/ 0 w 326"/>
                <a:gd name="T41" fmla="*/ 65 h 129"/>
                <a:gd name="T42" fmla="*/ 2 w 326"/>
                <a:gd name="T43" fmla="*/ 47 h 129"/>
                <a:gd name="T44" fmla="*/ 9 w 326"/>
                <a:gd name="T45" fmla="*/ 32 h 129"/>
                <a:gd name="T46" fmla="*/ 19 w 326"/>
                <a:gd name="T47" fmla="*/ 19 h 129"/>
                <a:gd name="T48" fmla="*/ 32 w 326"/>
                <a:gd name="T49" fmla="*/ 9 h 129"/>
                <a:gd name="T50" fmla="*/ 48 w 326"/>
                <a:gd name="T51" fmla="*/ 3 h 129"/>
                <a:gd name="T52" fmla="*/ 65 w 326"/>
                <a:gd name="T53" fmla="*/ 0 h 12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326" h="129">
                  <a:moveTo>
                    <a:pt x="65" y="0"/>
                  </a:moveTo>
                  <a:lnTo>
                    <a:pt x="261" y="0"/>
                  </a:lnTo>
                  <a:lnTo>
                    <a:pt x="278" y="3"/>
                  </a:lnTo>
                  <a:lnTo>
                    <a:pt x="294" y="9"/>
                  </a:lnTo>
                  <a:lnTo>
                    <a:pt x="306" y="19"/>
                  </a:lnTo>
                  <a:lnTo>
                    <a:pt x="316" y="32"/>
                  </a:lnTo>
                  <a:lnTo>
                    <a:pt x="324" y="47"/>
                  </a:lnTo>
                  <a:lnTo>
                    <a:pt x="326" y="65"/>
                  </a:lnTo>
                  <a:lnTo>
                    <a:pt x="324" y="82"/>
                  </a:lnTo>
                  <a:lnTo>
                    <a:pt x="316" y="97"/>
                  </a:lnTo>
                  <a:lnTo>
                    <a:pt x="306" y="110"/>
                  </a:lnTo>
                  <a:lnTo>
                    <a:pt x="294" y="120"/>
                  </a:lnTo>
                  <a:lnTo>
                    <a:pt x="278" y="127"/>
                  </a:lnTo>
                  <a:lnTo>
                    <a:pt x="261" y="129"/>
                  </a:lnTo>
                  <a:lnTo>
                    <a:pt x="65" y="129"/>
                  </a:lnTo>
                  <a:lnTo>
                    <a:pt x="48" y="127"/>
                  </a:lnTo>
                  <a:lnTo>
                    <a:pt x="32" y="120"/>
                  </a:lnTo>
                  <a:lnTo>
                    <a:pt x="19" y="110"/>
                  </a:lnTo>
                  <a:lnTo>
                    <a:pt x="9" y="97"/>
                  </a:lnTo>
                  <a:lnTo>
                    <a:pt x="2" y="82"/>
                  </a:lnTo>
                  <a:lnTo>
                    <a:pt x="0" y="65"/>
                  </a:lnTo>
                  <a:lnTo>
                    <a:pt x="2" y="47"/>
                  </a:lnTo>
                  <a:lnTo>
                    <a:pt x="9" y="32"/>
                  </a:lnTo>
                  <a:lnTo>
                    <a:pt x="19" y="19"/>
                  </a:lnTo>
                  <a:lnTo>
                    <a:pt x="32" y="9"/>
                  </a:lnTo>
                  <a:lnTo>
                    <a:pt x="48" y="3"/>
                  </a:lnTo>
                  <a:lnTo>
                    <a:pt x="65"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endParaRPr>
            </a:p>
          </p:txBody>
        </p:sp>
        <p:sp>
          <p:nvSpPr>
            <p:cNvPr id="69" name="Freeform 35">
              <a:extLst>
                <a:ext uri="{FF2B5EF4-FFF2-40B4-BE49-F238E27FC236}">
                  <a16:creationId xmlns:a16="http://schemas.microsoft.com/office/drawing/2014/main" id="{6D1C3343-530D-2D0D-EC61-9C2801DEFD83}"/>
                </a:ext>
              </a:extLst>
            </p:cNvPr>
            <p:cNvSpPr>
              <a:spLocks/>
            </p:cNvSpPr>
            <p:nvPr/>
          </p:nvSpPr>
          <p:spPr bwMode="auto">
            <a:xfrm>
              <a:off x="6946900" y="1382713"/>
              <a:ext cx="34925" cy="25400"/>
            </a:xfrm>
            <a:custGeom>
              <a:avLst/>
              <a:gdLst>
                <a:gd name="T0" fmla="*/ 234 w 299"/>
                <a:gd name="T1" fmla="*/ 0 h 226"/>
                <a:gd name="T2" fmla="*/ 251 w 299"/>
                <a:gd name="T3" fmla="*/ 2 h 226"/>
                <a:gd name="T4" fmla="*/ 266 w 299"/>
                <a:gd name="T5" fmla="*/ 8 h 226"/>
                <a:gd name="T6" fmla="*/ 280 w 299"/>
                <a:gd name="T7" fmla="*/ 18 h 226"/>
                <a:gd name="T8" fmla="*/ 290 w 299"/>
                <a:gd name="T9" fmla="*/ 31 h 226"/>
                <a:gd name="T10" fmla="*/ 297 w 299"/>
                <a:gd name="T11" fmla="*/ 47 h 226"/>
                <a:gd name="T12" fmla="*/ 299 w 299"/>
                <a:gd name="T13" fmla="*/ 64 h 226"/>
                <a:gd name="T14" fmla="*/ 297 w 299"/>
                <a:gd name="T15" fmla="*/ 81 h 226"/>
                <a:gd name="T16" fmla="*/ 290 w 299"/>
                <a:gd name="T17" fmla="*/ 96 h 226"/>
                <a:gd name="T18" fmla="*/ 281 w 299"/>
                <a:gd name="T19" fmla="*/ 110 h 226"/>
                <a:gd name="T20" fmla="*/ 267 w 299"/>
                <a:gd name="T21" fmla="*/ 120 h 226"/>
                <a:gd name="T22" fmla="*/ 98 w 299"/>
                <a:gd name="T23" fmla="*/ 216 h 226"/>
                <a:gd name="T24" fmla="*/ 82 w 299"/>
                <a:gd name="T25" fmla="*/ 224 h 226"/>
                <a:gd name="T26" fmla="*/ 65 w 299"/>
                <a:gd name="T27" fmla="*/ 226 h 226"/>
                <a:gd name="T28" fmla="*/ 49 w 299"/>
                <a:gd name="T29" fmla="*/ 224 h 226"/>
                <a:gd name="T30" fmla="*/ 33 w 299"/>
                <a:gd name="T31" fmla="*/ 217 h 226"/>
                <a:gd name="T32" fmla="*/ 19 w 299"/>
                <a:gd name="T33" fmla="*/ 207 h 226"/>
                <a:gd name="T34" fmla="*/ 8 w 299"/>
                <a:gd name="T35" fmla="*/ 193 h 226"/>
                <a:gd name="T36" fmla="*/ 2 w 299"/>
                <a:gd name="T37" fmla="*/ 177 h 226"/>
                <a:gd name="T38" fmla="*/ 0 w 299"/>
                <a:gd name="T39" fmla="*/ 160 h 226"/>
                <a:gd name="T40" fmla="*/ 2 w 299"/>
                <a:gd name="T41" fmla="*/ 144 h 226"/>
                <a:gd name="T42" fmla="*/ 8 w 299"/>
                <a:gd name="T43" fmla="*/ 129 h 226"/>
                <a:gd name="T44" fmla="*/ 19 w 299"/>
                <a:gd name="T45" fmla="*/ 116 h 226"/>
                <a:gd name="T46" fmla="*/ 32 w 299"/>
                <a:gd name="T47" fmla="*/ 104 h 226"/>
                <a:gd name="T48" fmla="*/ 201 w 299"/>
                <a:gd name="T49" fmla="*/ 8 h 226"/>
                <a:gd name="T50" fmla="*/ 218 w 299"/>
                <a:gd name="T51" fmla="*/ 2 h 226"/>
                <a:gd name="T52" fmla="*/ 234 w 299"/>
                <a:gd name="T53" fmla="*/ 0 h 22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299" h="226">
                  <a:moveTo>
                    <a:pt x="234" y="0"/>
                  </a:moveTo>
                  <a:lnTo>
                    <a:pt x="251" y="2"/>
                  </a:lnTo>
                  <a:lnTo>
                    <a:pt x="266" y="8"/>
                  </a:lnTo>
                  <a:lnTo>
                    <a:pt x="280" y="18"/>
                  </a:lnTo>
                  <a:lnTo>
                    <a:pt x="290" y="31"/>
                  </a:lnTo>
                  <a:lnTo>
                    <a:pt x="297" y="47"/>
                  </a:lnTo>
                  <a:lnTo>
                    <a:pt x="299" y="64"/>
                  </a:lnTo>
                  <a:lnTo>
                    <a:pt x="297" y="81"/>
                  </a:lnTo>
                  <a:lnTo>
                    <a:pt x="290" y="96"/>
                  </a:lnTo>
                  <a:lnTo>
                    <a:pt x="281" y="110"/>
                  </a:lnTo>
                  <a:lnTo>
                    <a:pt x="267" y="120"/>
                  </a:lnTo>
                  <a:lnTo>
                    <a:pt x="98" y="216"/>
                  </a:lnTo>
                  <a:lnTo>
                    <a:pt x="82" y="224"/>
                  </a:lnTo>
                  <a:lnTo>
                    <a:pt x="65" y="226"/>
                  </a:lnTo>
                  <a:lnTo>
                    <a:pt x="49" y="224"/>
                  </a:lnTo>
                  <a:lnTo>
                    <a:pt x="33" y="217"/>
                  </a:lnTo>
                  <a:lnTo>
                    <a:pt x="19" y="207"/>
                  </a:lnTo>
                  <a:lnTo>
                    <a:pt x="8" y="193"/>
                  </a:lnTo>
                  <a:lnTo>
                    <a:pt x="2" y="177"/>
                  </a:lnTo>
                  <a:lnTo>
                    <a:pt x="0" y="160"/>
                  </a:lnTo>
                  <a:lnTo>
                    <a:pt x="2" y="144"/>
                  </a:lnTo>
                  <a:lnTo>
                    <a:pt x="8" y="129"/>
                  </a:lnTo>
                  <a:lnTo>
                    <a:pt x="19" y="116"/>
                  </a:lnTo>
                  <a:lnTo>
                    <a:pt x="32" y="104"/>
                  </a:lnTo>
                  <a:lnTo>
                    <a:pt x="201" y="8"/>
                  </a:lnTo>
                  <a:lnTo>
                    <a:pt x="218" y="2"/>
                  </a:lnTo>
                  <a:lnTo>
                    <a:pt x="234"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endParaRPr>
            </a:p>
          </p:txBody>
        </p:sp>
        <p:sp>
          <p:nvSpPr>
            <p:cNvPr id="70" name="Freeform 36">
              <a:extLst>
                <a:ext uri="{FF2B5EF4-FFF2-40B4-BE49-F238E27FC236}">
                  <a16:creationId xmlns:a16="http://schemas.microsoft.com/office/drawing/2014/main" id="{F69F86E6-1B45-5F0B-34B7-5FD34CC5CC38}"/>
                </a:ext>
              </a:extLst>
            </p:cNvPr>
            <p:cNvSpPr>
              <a:spLocks/>
            </p:cNvSpPr>
            <p:nvPr/>
          </p:nvSpPr>
          <p:spPr bwMode="auto">
            <a:xfrm>
              <a:off x="6894513" y="1320800"/>
              <a:ext cx="25400" cy="34925"/>
            </a:xfrm>
            <a:custGeom>
              <a:avLst/>
              <a:gdLst>
                <a:gd name="T0" fmla="*/ 162 w 228"/>
                <a:gd name="T1" fmla="*/ 0 h 297"/>
                <a:gd name="T2" fmla="*/ 179 w 228"/>
                <a:gd name="T3" fmla="*/ 2 h 297"/>
                <a:gd name="T4" fmla="*/ 195 w 228"/>
                <a:gd name="T5" fmla="*/ 10 h 297"/>
                <a:gd name="T6" fmla="*/ 209 w 228"/>
                <a:gd name="T7" fmla="*/ 20 h 297"/>
                <a:gd name="T8" fmla="*/ 219 w 228"/>
                <a:gd name="T9" fmla="*/ 33 h 297"/>
                <a:gd name="T10" fmla="*/ 226 w 228"/>
                <a:gd name="T11" fmla="*/ 49 h 297"/>
                <a:gd name="T12" fmla="*/ 228 w 228"/>
                <a:gd name="T13" fmla="*/ 65 h 297"/>
                <a:gd name="T14" fmla="*/ 226 w 228"/>
                <a:gd name="T15" fmla="*/ 82 h 297"/>
                <a:gd name="T16" fmla="*/ 219 w 228"/>
                <a:gd name="T17" fmla="*/ 97 h 297"/>
                <a:gd name="T18" fmla="*/ 121 w 228"/>
                <a:gd name="T19" fmla="*/ 265 h 297"/>
                <a:gd name="T20" fmla="*/ 111 w 228"/>
                <a:gd name="T21" fmla="*/ 279 h 297"/>
                <a:gd name="T22" fmla="*/ 97 w 228"/>
                <a:gd name="T23" fmla="*/ 290 h 297"/>
                <a:gd name="T24" fmla="*/ 82 w 228"/>
                <a:gd name="T25" fmla="*/ 295 h 297"/>
                <a:gd name="T26" fmla="*/ 65 w 228"/>
                <a:gd name="T27" fmla="*/ 297 h 297"/>
                <a:gd name="T28" fmla="*/ 49 w 228"/>
                <a:gd name="T29" fmla="*/ 295 h 297"/>
                <a:gd name="T30" fmla="*/ 33 w 228"/>
                <a:gd name="T31" fmla="*/ 289 h 297"/>
                <a:gd name="T32" fmla="*/ 18 w 228"/>
                <a:gd name="T33" fmla="*/ 278 h 297"/>
                <a:gd name="T34" fmla="*/ 9 w 228"/>
                <a:gd name="T35" fmla="*/ 265 h 297"/>
                <a:gd name="T36" fmla="*/ 2 w 228"/>
                <a:gd name="T37" fmla="*/ 250 h 297"/>
                <a:gd name="T38" fmla="*/ 0 w 228"/>
                <a:gd name="T39" fmla="*/ 234 h 297"/>
                <a:gd name="T40" fmla="*/ 2 w 228"/>
                <a:gd name="T41" fmla="*/ 217 h 297"/>
                <a:gd name="T42" fmla="*/ 9 w 228"/>
                <a:gd name="T43" fmla="*/ 201 h 297"/>
                <a:gd name="T44" fmla="*/ 106 w 228"/>
                <a:gd name="T45" fmla="*/ 33 h 297"/>
                <a:gd name="T46" fmla="*/ 117 w 228"/>
                <a:gd name="T47" fmla="*/ 19 h 297"/>
                <a:gd name="T48" fmla="*/ 131 w 228"/>
                <a:gd name="T49" fmla="*/ 9 h 297"/>
                <a:gd name="T50" fmla="*/ 146 w 228"/>
                <a:gd name="T51" fmla="*/ 2 h 297"/>
                <a:gd name="T52" fmla="*/ 162 w 228"/>
                <a:gd name="T53" fmla="*/ 0 h 29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228" h="297">
                  <a:moveTo>
                    <a:pt x="162" y="0"/>
                  </a:moveTo>
                  <a:lnTo>
                    <a:pt x="179" y="2"/>
                  </a:lnTo>
                  <a:lnTo>
                    <a:pt x="195" y="10"/>
                  </a:lnTo>
                  <a:lnTo>
                    <a:pt x="209" y="20"/>
                  </a:lnTo>
                  <a:lnTo>
                    <a:pt x="219" y="33"/>
                  </a:lnTo>
                  <a:lnTo>
                    <a:pt x="226" y="49"/>
                  </a:lnTo>
                  <a:lnTo>
                    <a:pt x="228" y="65"/>
                  </a:lnTo>
                  <a:lnTo>
                    <a:pt x="226" y="82"/>
                  </a:lnTo>
                  <a:lnTo>
                    <a:pt x="219" y="97"/>
                  </a:lnTo>
                  <a:lnTo>
                    <a:pt x="121" y="265"/>
                  </a:lnTo>
                  <a:lnTo>
                    <a:pt x="111" y="279"/>
                  </a:lnTo>
                  <a:lnTo>
                    <a:pt x="97" y="290"/>
                  </a:lnTo>
                  <a:lnTo>
                    <a:pt x="82" y="295"/>
                  </a:lnTo>
                  <a:lnTo>
                    <a:pt x="65" y="297"/>
                  </a:lnTo>
                  <a:lnTo>
                    <a:pt x="49" y="295"/>
                  </a:lnTo>
                  <a:lnTo>
                    <a:pt x="33" y="289"/>
                  </a:lnTo>
                  <a:lnTo>
                    <a:pt x="18" y="278"/>
                  </a:lnTo>
                  <a:lnTo>
                    <a:pt x="9" y="265"/>
                  </a:lnTo>
                  <a:lnTo>
                    <a:pt x="2" y="250"/>
                  </a:lnTo>
                  <a:lnTo>
                    <a:pt x="0" y="234"/>
                  </a:lnTo>
                  <a:lnTo>
                    <a:pt x="2" y="217"/>
                  </a:lnTo>
                  <a:lnTo>
                    <a:pt x="9" y="201"/>
                  </a:lnTo>
                  <a:lnTo>
                    <a:pt x="106" y="33"/>
                  </a:lnTo>
                  <a:lnTo>
                    <a:pt x="117" y="19"/>
                  </a:lnTo>
                  <a:lnTo>
                    <a:pt x="131" y="9"/>
                  </a:lnTo>
                  <a:lnTo>
                    <a:pt x="146" y="2"/>
                  </a:lnTo>
                  <a:lnTo>
                    <a:pt x="162"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endParaRPr>
            </a:p>
          </p:txBody>
        </p:sp>
        <p:sp>
          <p:nvSpPr>
            <p:cNvPr id="72" name="Freeform 37">
              <a:extLst>
                <a:ext uri="{FF2B5EF4-FFF2-40B4-BE49-F238E27FC236}">
                  <a16:creationId xmlns:a16="http://schemas.microsoft.com/office/drawing/2014/main" id="{9B9C952B-E47D-317B-6D65-D86FD6608542}"/>
                </a:ext>
              </a:extLst>
            </p:cNvPr>
            <p:cNvSpPr>
              <a:spLocks/>
            </p:cNvSpPr>
            <p:nvPr/>
          </p:nvSpPr>
          <p:spPr bwMode="auto">
            <a:xfrm>
              <a:off x="6811963" y="1409700"/>
              <a:ext cx="34925" cy="114300"/>
            </a:xfrm>
            <a:custGeom>
              <a:avLst/>
              <a:gdLst>
                <a:gd name="T0" fmla="*/ 157 w 313"/>
                <a:gd name="T1" fmla="*/ 0 h 1007"/>
                <a:gd name="T2" fmla="*/ 189 w 313"/>
                <a:gd name="T3" fmla="*/ 2 h 1007"/>
                <a:gd name="T4" fmla="*/ 216 w 313"/>
                <a:gd name="T5" fmla="*/ 7 h 1007"/>
                <a:gd name="T6" fmla="*/ 242 w 313"/>
                <a:gd name="T7" fmla="*/ 17 h 1007"/>
                <a:gd name="T8" fmla="*/ 263 w 313"/>
                <a:gd name="T9" fmla="*/ 31 h 1007"/>
                <a:gd name="T10" fmla="*/ 281 w 313"/>
                <a:gd name="T11" fmla="*/ 48 h 1007"/>
                <a:gd name="T12" fmla="*/ 295 w 313"/>
                <a:gd name="T13" fmla="*/ 68 h 1007"/>
                <a:gd name="T14" fmla="*/ 306 w 313"/>
                <a:gd name="T15" fmla="*/ 92 h 1007"/>
                <a:gd name="T16" fmla="*/ 311 w 313"/>
                <a:gd name="T17" fmla="*/ 120 h 1007"/>
                <a:gd name="T18" fmla="*/ 313 w 313"/>
                <a:gd name="T19" fmla="*/ 152 h 1007"/>
                <a:gd name="T20" fmla="*/ 313 w 313"/>
                <a:gd name="T21" fmla="*/ 380 h 1007"/>
                <a:gd name="T22" fmla="*/ 312 w 313"/>
                <a:gd name="T23" fmla="*/ 411 h 1007"/>
                <a:gd name="T24" fmla="*/ 309 w 313"/>
                <a:gd name="T25" fmla="*/ 442 h 1007"/>
                <a:gd name="T26" fmla="*/ 306 w 313"/>
                <a:gd name="T27" fmla="*/ 473 h 1007"/>
                <a:gd name="T28" fmla="*/ 244 w 313"/>
                <a:gd name="T29" fmla="*/ 934 h 1007"/>
                <a:gd name="T30" fmla="*/ 240 w 313"/>
                <a:gd name="T31" fmla="*/ 956 h 1007"/>
                <a:gd name="T32" fmla="*/ 232 w 313"/>
                <a:gd name="T33" fmla="*/ 974 h 1007"/>
                <a:gd name="T34" fmla="*/ 223 w 313"/>
                <a:gd name="T35" fmla="*/ 987 h 1007"/>
                <a:gd name="T36" fmla="*/ 210 w 313"/>
                <a:gd name="T37" fmla="*/ 996 h 1007"/>
                <a:gd name="T38" fmla="*/ 195 w 313"/>
                <a:gd name="T39" fmla="*/ 1002 h 1007"/>
                <a:gd name="T40" fmla="*/ 177 w 313"/>
                <a:gd name="T41" fmla="*/ 1006 h 1007"/>
                <a:gd name="T42" fmla="*/ 157 w 313"/>
                <a:gd name="T43" fmla="*/ 1007 h 1007"/>
                <a:gd name="T44" fmla="*/ 137 w 313"/>
                <a:gd name="T45" fmla="*/ 1006 h 1007"/>
                <a:gd name="T46" fmla="*/ 118 w 313"/>
                <a:gd name="T47" fmla="*/ 1002 h 1007"/>
                <a:gd name="T48" fmla="*/ 104 w 313"/>
                <a:gd name="T49" fmla="*/ 996 h 1007"/>
                <a:gd name="T50" fmla="*/ 91 w 313"/>
                <a:gd name="T51" fmla="*/ 987 h 1007"/>
                <a:gd name="T52" fmla="*/ 81 w 313"/>
                <a:gd name="T53" fmla="*/ 974 h 1007"/>
                <a:gd name="T54" fmla="*/ 74 w 313"/>
                <a:gd name="T55" fmla="*/ 956 h 1007"/>
                <a:gd name="T56" fmla="*/ 70 w 313"/>
                <a:gd name="T57" fmla="*/ 934 h 1007"/>
                <a:gd name="T58" fmla="*/ 8 w 313"/>
                <a:gd name="T59" fmla="*/ 473 h 1007"/>
                <a:gd name="T60" fmla="*/ 5 w 313"/>
                <a:gd name="T61" fmla="*/ 442 h 1007"/>
                <a:gd name="T62" fmla="*/ 1 w 313"/>
                <a:gd name="T63" fmla="*/ 411 h 1007"/>
                <a:gd name="T64" fmla="*/ 0 w 313"/>
                <a:gd name="T65" fmla="*/ 380 h 1007"/>
                <a:gd name="T66" fmla="*/ 0 w 313"/>
                <a:gd name="T67" fmla="*/ 152 h 1007"/>
                <a:gd name="T68" fmla="*/ 3 w 313"/>
                <a:gd name="T69" fmla="*/ 120 h 1007"/>
                <a:gd name="T70" fmla="*/ 8 w 313"/>
                <a:gd name="T71" fmla="*/ 92 h 1007"/>
                <a:gd name="T72" fmla="*/ 18 w 313"/>
                <a:gd name="T73" fmla="*/ 68 h 1007"/>
                <a:gd name="T74" fmla="*/ 32 w 313"/>
                <a:gd name="T75" fmla="*/ 48 h 1007"/>
                <a:gd name="T76" fmla="*/ 50 w 313"/>
                <a:gd name="T77" fmla="*/ 31 h 1007"/>
                <a:gd name="T78" fmla="*/ 72 w 313"/>
                <a:gd name="T79" fmla="*/ 17 h 1007"/>
                <a:gd name="T80" fmla="*/ 97 w 313"/>
                <a:gd name="T81" fmla="*/ 7 h 1007"/>
                <a:gd name="T82" fmla="*/ 125 w 313"/>
                <a:gd name="T83" fmla="*/ 2 h 1007"/>
                <a:gd name="T84" fmla="*/ 157 w 313"/>
                <a:gd name="T85" fmla="*/ 0 h 100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Lst>
              <a:rect l="0" t="0" r="r" b="b"/>
              <a:pathLst>
                <a:path w="313" h="1007">
                  <a:moveTo>
                    <a:pt x="157" y="0"/>
                  </a:moveTo>
                  <a:lnTo>
                    <a:pt x="189" y="2"/>
                  </a:lnTo>
                  <a:lnTo>
                    <a:pt x="216" y="7"/>
                  </a:lnTo>
                  <a:lnTo>
                    <a:pt x="242" y="17"/>
                  </a:lnTo>
                  <a:lnTo>
                    <a:pt x="263" y="31"/>
                  </a:lnTo>
                  <a:lnTo>
                    <a:pt x="281" y="48"/>
                  </a:lnTo>
                  <a:lnTo>
                    <a:pt x="295" y="68"/>
                  </a:lnTo>
                  <a:lnTo>
                    <a:pt x="306" y="92"/>
                  </a:lnTo>
                  <a:lnTo>
                    <a:pt x="311" y="120"/>
                  </a:lnTo>
                  <a:lnTo>
                    <a:pt x="313" y="152"/>
                  </a:lnTo>
                  <a:lnTo>
                    <a:pt x="313" y="380"/>
                  </a:lnTo>
                  <a:lnTo>
                    <a:pt x="312" y="411"/>
                  </a:lnTo>
                  <a:lnTo>
                    <a:pt x="309" y="442"/>
                  </a:lnTo>
                  <a:lnTo>
                    <a:pt x="306" y="473"/>
                  </a:lnTo>
                  <a:lnTo>
                    <a:pt x="244" y="934"/>
                  </a:lnTo>
                  <a:lnTo>
                    <a:pt x="240" y="956"/>
                  </a:lnTo>
                  <a:lnTo>
                    <a:pt x="232" y="974"/>
                  </a:lnTo>
                  <a:lnTo>
                    <a:pt x="223" y="987"/>
                  </a:lnTo>
                  <a:lnTo>
                    <a:pt x="210" y="996"/>
                  </a:lnTo>
                  <a:lnTo>
                    <a:pt x="195" y="1002"/>
                  </a:lnTo>
                  <a:lnTo>
                    <a:pt x="177" y="1006"/>
                  </a:lnTo>
                  <a:lnTo>
                    <a:pt x="157" y="1007"/>
                  </a:lnTo>
                  <a:lnTo>
                    <a:pt x="137" y="1006"/>
                  </a:lnTo>
                  <a:lnTo>
                    <a:pt x="118" y="1002"/>
                  </a:lnTo>
                  <a:lnTo>
                    <a:pt x="104" y="996"/>
                  </a:lnTo>
                  <a:lnTo>
                    <a:pt x="91" y="987"/>
                  </a:lnTo>
                  <a:lnTo>
                    <a:pt x="81" y="974"/>
                  </a:lnTo>
                  <a:lnTo>
                    <a:pt x="74" y="956"/>
                  </a:lnTo>
                  <a:lnTo>
                    <a:pt x="70" y="934"/>
                  </a:lnTo>
                  <a:lnTo>
                    <a:pt x="8" y="473"/>
                  </a:lnTo>
                  <a:lnTo>
                    <a:pt x="5" y="442"/>
                  </a:lnTo>
                  <a:lnTo>
                    <a:pt x="1" y="411"/>
                  </a:lnTo>
                  <a:lnTo>
                    <a:pt x="0" y="380"/>
                  </a:lnTo>
                  <a:lnTo>
                    <a:pt x="0" y="152"/>
                  </a:lnTo>
                  <a:lnTo>
                    <a:pt x="3" y="120"/>
                  </a:lnTo>
                  <a:lnTo>
                    <a:pt x="8" y="92"/>
                  </a:lnTo>
                  <a:lnTo>
                    <a:pt x="18" y="68"/>
                  </a:lnTo>
                  <a:lnTo>
                    <a:pt x="32" y="48"/>
                  </a:lnTo>
                  <a:lnTo>
                    <a:pt x="50" y="31"/>
                  </a:lnTo>
                  <a:lnTo>
                    <a:pt x="72" y="17"/>
                  </a:lnTo>
                  <a:lnTo>
                    <a:pt x="97" y="7"/>
                  </a:lnTo>
                  <a:lnTo>
                    <a:pt x="125" y="2"/>
                  </a:lnTo>
                  <a:lnTo>
                    <a:pt x="157"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endParaRPr>
            </a:p>
          </p:txBody>
        </p:sp>
        <p:sp>
          <p:nvSpPr>
            <p:cNvPr id="73" name="Freeform 38">
              <a:extLst>
                <a:ext uri="{FF2B5EF4-FFF2-40B4-BE49-F238E27FC236}">
                  <a16:creationId xmlns:a16="http://schemas.microsoft.com/office/drawing/2014/main" id="{C42CE3BA-996F-5475-4FAF-FAD12B7CE964}"/>
                </a:ext>
              </a:extLst>
            </p:cNvPr>
            <p:cNvSpPr>
              <a:spLocks/>
            </p:cNvSpPr>
            <p:nvPr/>
          </p:nvSpPr>
          <p:spPr bwMode="auto">
            <a:xfrm>
              <a:off x="6811963" y="1538288"/>
              <a:ext cx="36512" cy="36513"/>
            </a:xfrm>
            <a:custGeom>
              <a:avLst/>
              <a:gdLst>
                <a:gd name="T0" fmla="*/ 163 w 326"/>
                <a:gd name="T1" fmla="*/ 0 h 323"/>
                <a:gd name="T2" fmla="*/ 196 w 326"/>
                <a:gd name="T3" fmla="*/ 4 h 323"/>
                <a:gd name="T4" fmla="*/ 226 w 326"/>
                <a:gd name="T5" fmla="*/ 13 h 323"/>
                <a:gd name="T6" fmla="*/ 253 w 326"/>
                <a:gd name="T7" fmla="*/ 28 h 323"/>
                <a:gd name="T8" fmla="*/ 278 w 326"/>
                <a:gd name="T9" fmla="*/ 47 h 323"/>
                <a:gd name="T10" fmla="*/ 298 w 326"/>
                <a:gd name="T11" fmla="*/ 71 h 323"/>
                <a:gd name="T12" fmla="*/ 313 w 326"/>
                <a:gd name="T13" fmla="*/ 99 h 323"/>
                <a:gd name="T14" fmla="*/ 322 w 326"/>
                <a:gd name="T15" fmla="*/ 129 h 323"/>
                <a:gd name="T16" fmla="*/ 326 w 326"/>
                <a:gd name="T17" fmla="*/ 161 h 323"/>
                <a:gd name="T18" fmla="*/ 322 w 326"/>
                <a:gd name="T19" fmla="*/ 194 h 323"/>
                <a:gd name="T20" fmla="*/ 313 w 326"/>
                <a:gd name="T21" fmla="*/ 225 h 323"/>
                <a:gd name="T22" fmla="*/ 298 w 326"/>
                <a:gd name="T23" fmla="*/ 252 h 323"/>
                <a:gd name="T24" fmla="*/ 278 w 326"/>
                <a:gd name="T25" fmla="*/ 275 h 323"/>
                <a:gd name="T26" fmla="*/ 253 w 326"/>
                <a:gd name="T27" fmla="*/ 295 h 323"/>
                <a:gd name="T28" fmla="*/ 226 w 326"/>
                <a:gd name="T29" fmla="*/ 310 h 323"/>
                <a:gd name="T30" fmla="*/ 196 w 326"/>
                <a:gd name="T31" fmla="*/ 320 h 323"/>
                <a:gd name="T32" fmla="*/ 163 w 326"/>
                <a:gd name="T33" fmla="*/ 323 h 323"/>
                <a:gd name="T34" fmla="*/ 130 w 326"/>
                <a:gd name="T35" fmla="*/ 320 h 323"/>
                <a:gd name="T36" fmla="*/ 100 w 326"/>
                <a:gd name="T37" fmla="*/ 310 h 323"/>
                <a:gd name="T38" fmla="*/ 72 w 326"/>
                <a:gd name="T39" fmla="*/ 295 h 323"/>
                <a:gd name="T40" fmla="*/ 48 w 326"/>
                <a:gd name="T41" fmla="*/ 275 h 323"/>
                <a:gd name="T42" fmla="*/ 28 w 326"/>
                <a:gd name="T43" fmla="*/ 252 h 323"/>
                <a:gd name="T44" fmla="*/ 13 w 326"/>
                <a:gd name="T45" fmla="*/ 225 h 323"/>
                <a:gd name="T46" fmla="*/ 3 w 326"/>
                <a:gd name="T47" fmla="*/ 194 h 323"/>
                <a:gd name="T48" fmla="*/ 0 w 326"/>
                <a:gd name="T49" fmla="*/ 161 h 323"/>
                <a:gd name="T50" fmla="*/ 3 w 326"/>
                <a:gd name="T51" fmla="*/ 129 h 323"/>
                <a:gd name="T52" fmla="*/ 13 w 326"/>
                <a:gd name="T53" fmla="*/ 99 h 323"/>
                <a:gd name="T54" fmla="*/ 28 w 326"/>
                <a:gd name="T55" fmla="*/ 71 h 323"/>
                <a:gd name="T56" fmla="*/ 48 w 326"/>
                <a:gd name="T57" fmla="*/ 47 h 323"/>
                <a:gd name="T58" fmla="*/ 72 w 326"/>
                <a:gd name="T59" fmla="*/ 28 h 323"/>
                <a:gd name="T60" fmla="*/ 100 w 326"/>
                <a:gd name="T61" fmla="*/ 13 h 323"/>
                <a:gd name="T62" fmla="*/ 130 w 326"/>
                <a:gd name="T63" fmla="*/ 4 h 323"/>
                <a:gd name="T64" fmla="*/ 163 w 326"/>
                <a:gd name="T65" fmla="*/ 0 h 32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326" h="323">
                  <a:moveTo>
                    <a:pt x="163" y="0"/>
                  </a:moveTo>
                  <a:lnTo>
                    <a:pt x="196" y="4"/>
                  </a:lnTo>
                  <a:lnTo>
                    <a:pt x="226" y="13"/>
                  </a:lnTo>
                  <a:lnTo>
                    <a:pt x="253" y="28"/>
                  </a:lnTo>
                  <a:lnTo>
                    <a:pt x="278" y="47"/>
                  </a:lnTo>
                  <a:lnTo>
                    <a:pt x="298" y="71"/>
                  </a:lnTo>
                  <a:lnTo>
                    <a:pt x="313" y="99"/>
                  </a:lnTo>
                  <a:lnTo>
                    <a:pt x="322" y="129"/>
                  </a:lnTo>
                  <a:lnTo>
                    <a:pt x="326" y="161"/>
                  </a:lnTo>
                  <a:lnTo>
                    <a:pt x="322" y="194"/>
                  </a:lnTo>
                  <a:lnTo>
                    <a:pt x="313" y="225"/>
                  </a:lnTo>
                  <a:lnTo>
                    <a:pt x="298" y="252"/>
                  </a:lnTo>
                  <a:lnTo>
                    <a:pt x="278" y="275"/>
                  </a:lnTo>
                  <a:lnTo>
                    <a:pt x="253" y="295"/>
                  </a:lnTo>
                  <a:lnTo>
                    <a:pt x="226" y="310"/>
                  </a:lnTo>
                  <a:lnTo>
                    <a:pt x="196" y="320"/>
                  </a:lnTo>
                  <a:lnTo>
                    <a:pt x="163" y="323"/>
                  </a:lnTo>
                  <a:lnTo>
                    <a:pt x="130" y="320"/>
                  </a:lnTo>
                  <a:lnTo>
                    <a:pt x="100" y="310"/>
                  </a:lnTo>
                  <a:lnTo>
                    <a:pt x="72" y="295"/>
                  </a:lnTo>
                  <a:lnTo>
                    <a:pt x="48" y="275"/>
                  </a:lnTo>
                  <a:lnTo>
                    <a:pt x="28" y="252"/>
                  </a:lnTo>
                  <a:lnTo>
                    <a:pt x="13" y="225"/>
                  </a:lnTo>
                  <a:lnTo>
                    <a:pt x="3" y="194"/>
                  </a:lnTo>
                  <a:lnTo>
                    <a:pt x="0" y="161"/>
                  </a:lnTo>
                  <a:lnTo>
                    <a:pt x="3" y="129"/>
                  </a:lnTo>
                  <a:lnTo>
                    <a:pt x="13" y="99"/>
                  </a:lnTo>
                  <a:lnTo>
                    <a:pt x="28" y="71"/>
                  </a:lnTo>
                  <a:lnTo>
                    <a:pt x="48" y="47"/>
                  </a:lnTo>
                  <a:lnTo>
                    <a:pt x="72" y="28"/>
                  </a:lnTo>
                  <a:lnTo>
                    <a:pt x="100" y="13"/>
                  </a:lnTo>
                  <a:lnTo>
                    <a:pt x="130" y="4"/>
                  </a:lnTo>
                  <a:lnTo>
                    <a:pt x="163"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endParaRPr>
            </a:p>
          </p:txBody>
        </p:sp>
      </p:grpSp>
      <p:pic>
        <p:nvPicPr>
          <p:cNvPr id="75" name="Graphic 74" descr="Continuous Improvement with solid fill">
            <a:extLst>
              <a:ext uri="{FF2B5EF4-FFF2-40B4-BE49-F238E27FC236}">
                <a16:creationId xmlns:a16="http://schemas.microsoft.com/office/drawing/2014/main" id="{4BE0E964-9ABD-9564-04D0-DE7D843E5FF6}"/>
              </a:ext>
            </a:extLst>
          </p:cNvPr>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5675060" y="1826190"/>
            <a:ext cx="914400" cy="914400"/>
          </a:xfrm>
          <a:prstGeom prst="rect">
            <a:avLst/>
          </a:prstGeom>
        </p:spPr>
      </p:pic>
      <p:pic>
        <p:nvPicPr>
          <p:cNvPr id="77" name="Graphic 76" descr="Clipboard Mixed with solid fill">
            <a:extLst>
              <a:ext uri="{FF2B5EF4-FFF2-40B4-BE49-F238E27FC236}">
                <a16:creationId xmlns:a16="http://schemas.microsoft.com/office/drawing/2014/main" id="{D4BAE5F0-B2F8-89B1-0537-6C68D647F8C0}"/>
              </a:ext>
            </a:extLst>
          </p:cNvPr>
          <p:cNvPicPr>
            <a:picLocks noChangeAspect="1"/>
          </p:cNvPicPr>
          <p:nvPr/>
        </p:nvPicPr>
        <p:blipFill>
          <a:blip r:embed="rId8">
            <a:extLst>
              <a:ext uri="{96DAC541-7B7A-43D3-8B79-37D633B846F1}">
                <asvg:svgBlip xmlns:asvg="http://schemas.microsoft.com/office/drawing/2016/SVG/main" r:embed="rId9"/>
              </a:ext>
            </a:extLst>
          </a:blip>
          <a:stretch>
            <a:fillRect/>
          </a:stretch>
        </p:blipFill>
        <p:spPr>
          <a:xfrm>
            <a:off x="9622463" y="1848757"/>
            <a:ext cx="914400" cy="914400"/>
          </a:xfrm>
          <a:prstGeom prst="rect">
            <a:avLst/>
          </a:prstGeom>
        </p:spPr>
      </p:pic>
      <p:sp>
        <p:nvSpPr>
          <p:cNvPr id="3" name="TextBox 2">
            <a:extLst>
              <a:ext uri="{FF2B5EF4-FFF2-40B4-BE49-F238E27FC236}">
                <a16:creationId xmlns:a16="http://schemas.microsoft.com/office/drawing/2014/main" id="{8288EC0A-EFBA-FCD5-C976-2F0AF2D4C90B}"/>
              </a:ext>
            </a:extLst>
          </p:cNvPr>
          <p:cNvSpPr txBox="1"/>
          <p:nvPr/>
        </p:nvSpPr>
        <p:spPr>
          <a:xfrm>
            <a:off x="175743" y="29728"/>
            <a:ext cx="4574751" cy="338554"/>
          </a:xfrm>
          <a:prstGeom prst="rect">
            <a:avLst/>
          </a:prstGeom>
          <a:noFill/>
        </p:spPr>
        <p:txBody>
          <a:bodyPr wrap="square" rtlCol="0">
            <a:spAutoFit/>
          </a:bodyPr>
          <a:lstStyle/>
          <a:p>
            <a:r>
              <a:rPr lang="en-US" sz="1600" b="1">
                <a:solidFill>
                  <a:schemeClr val="bg1"/>
                </a:solidFill>
              </a:rPr>
              <a:t>PHASE 2: Process Quality Assurance</a:t>
            </a:r>
          </a:p>
        </p:txBody>
      </p:sp>
      <p:grpSp>
        <p:nvGrpSpPr>
          <p:cNvPr id="4" name="Group 3">
            <a:extLst>
              <a:ext uri="{FF2B5EF4-FFF2-40B4-BE49-F238E27FC236}">
                <a16:creationId xmlns:a16="http://schemas.microsoft.com/office/drawing/2014/main" id="{D3DECEE9-A082-0B51-A50B-DD38453EC72A}"/>
              </a:ext>
            </a:extLst>
          </p:cNvPr>
          <p:cNvGrpSpPr/>
          <p:nvPr/>
        </p:nvGrpSpPr>
        <p:grpSpPr>
          <a:xfrm>
            <a:off x="5392317" y="70095"/>
            <a:ext cx="5304257" cy="167498"/>
            <a:chOff x="6837649" y="990853"/>
            <a:chExt cx="5304257" cy="261730"/>
          </a:xfrm>
        </p:grpSpPr>
        <p:sp>
          <p:nvSpPr>
            <p:cNvPr id="5" name="Rectangle: Rounded Corners 4">
              <a:extLst>
                <a:ext uri="{FF2B5EF4-FFF2-40B4-BE49-F238E27FC236}">
                  <a16:creationId xmlns:a16="http://schemas.microsoft.com/office/drawing/2014/main" id="{B347F6F3-E016-40F7-107C-EA1D24F9DC86}"/>
                </a:ext>
              </a:extLst>
            </p:cNvPr>
            <p:cNvSpPr/>
            <p:nvPr/>
          </p:nvSpPr>
          <p:spPr>
            <a:xfrm>
              <a:off x="6837649" y="990853"/>
              <a:ext cx="1004635" cy="249108"/>
            </a:xfrm>
            <a:prstGeom prst="roundRect">
              <a:avLst/>
            </a:prstGeom>
            <a:solidFill>
              <a:srgbClr val="40404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700"/>
                <a:t>Our Understanding</a:t>
              </a:r>
              <a:endParaRPr lang="en-IN" sz="700" err="1"/>
            </a:p>
          </p:txBody>
        </p:sp>
        <p:sp>
          <p:nvSpPr>
            <p:cNvPr id="6" name="Rectangle: Rounded Corners 5">
              <a:extLst>
                <a:ext uri="{FF2B5EF4-FFF2-40B4-BE49-F238E27FC236}">
                  <a16:creationId xmlns:a16="http://schemas.microsoft.com/office/drawing/2014/main" id="{C569E599-8EF6-0D44-D1CB-FE03C6902933}"/>
                </a:ext>
              </a:extLst>
            </p:cNvPr>
            <p:cNvSpPr/>
            <p:nvPr/>
          </p:nvSpPr>
          <p:spPr>
            <a:xfrm>
              <a:off x="7953152" y="1002292"/>
              <a:ext cx="1004635" cy="249108"/>
            </a:xfrm>
            <a:prstGeom prst="roundRect">
              <a:avLst/>
            </a:prstGeom>
            <a:solidFill>
              <a:srgbClr val="0070A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700"/>
                <a:t>Approach</a:t>
              </a:r>
              <a:endParaRPr lang="en-IN" sz="700" err="1"/>
            </a:p>
          </p:txBody>
        </p:sp>
        <p:sp>
          <p:nvSpPr>
            <p:cNvPr id="7" name="Rectangle: Rounded Corners 6">
              <a:extLst>
                <a:ext uri="{FF2B5EF4-FFF2-40B4-BE49-F238E27FC236}">
                  <a16:creationId xmlns:a16="http://schemas.microsoft.com/office/drawing/2014/main" id="{79A8A2F9-2732-9754-CFA7-343E9BA54E72}"/>
                </a:ext>
              </a:extLst>
            </p:cNvPr>
            <p:cNvSpPr/>
            <p:nvPr/>
          </p:nvSpPr>
          <p:spPr>
            <a:xfrm>
              <a:off x="9017511" y="1003475"/>
              <a:ext cx="1004635" cy="249108"/>
            </a:xfrm>
            <a:prstGeom prst="roundRect">
              <a:avLst/>
            </a:prstGeom>
            <a:solidFill>
              <a:srgbClr val="40404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700"/>
                <a:t>Team</a:t>
              </a:r>
              <a:endParaRPr lang="en-IN" sz="700"/>
            </a:p>
          </p:txBody>
        </p:sp>
        <p:sp>
          <p:nvSpPr>
            <p:cNvPr id="8" name="Rectangle: Rounded Corners 7">
              <a:extLst>
                <a:ext uri="{FF2B5EF4-FFF2-40B4-BE49-F238E27FC236}">
                  <a16:creationId xmlns:a16="http://schemas.microsoft.com/office/drawing/2014/main" id="{C50A3BEB-37AA-5127-E5A6-8AD45EBFC54F}"/>
                </a:ext>
              </a:extLst>
            </p:cNvPr>
            <p:cNvSpPr/>
            <p:nvPr/>
          </p:nvSpPr>
          <p:spPr>
            <a:xfrm>
              <a:off x="10081870" y="1001985"/>
              <a:ext cx="1004635" cy="249108"/>
            </a:xfrm>
            <a:prstGeom prst="roundRect">
              <a:avLst/>
            </a:prstGeom>
            <a:solidFill>
              <a:srgbClr val="40404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700"/>
                <a:t>Why US</a:t>
              </a:r>
              <a:endParaRPr lang="en-IN" sz="700"/>
            </a:p>
          </p:txBody>
        </p:sp>
        <p:sp>
          <p:nvSpPr>
            <p:cNvPr id="9" name="Rectangle: Rounded Corners 8">
              <a:extLst>
                <a:ext uri="{FF2B5EF4-FFF2-40B4-BE49-F238E27FC236}">
                  <a16:creationId xmlns:a16="http://schemas.microsoft.com/office/drawing/2014/main" id="{6E77FCBC-8C54-6CF7-9673-6C8A28D8D13F}"/>
                </a:ext>
              </a:extLst>
            </p:cNvPr>
            <p:cNvSpPr/>
            <p:nvPr/>
          </p:nvSpPr>
          <p:spPr>
            <a:xfrm>
              <a:off x="11137271" y="997539"/>
              <a:ext cx="1004635" cy="249108"/>
            </a:xfrm>
            <a:prstGeom prst="roundRect">
              <a:avLst/>
            </a:prstGeom>
            <a:solidFill>
              <a:srgbClr val="40404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700"/>
                <a:t>Credentials</a:t>
              </a:r>
              <a:endParaRPr lang="en-IN" sz="700"/>
            </a:p>
          </p:txBody>
        </p:sp>
      </p:grpSp>
    </p:spTree>
    <p:extLst>
      <p:ext uri="{BB962C8B-B14F-4D97-AF65-F5344CB8AC3E}">
        <p14:creationId xmlns:p14="http://schemas.microsoft.com/office/powerpoint/2010/main" val="73868754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6F1D3C5-35A1-80EC-1CC5-2AFA703BFD02}"/>
              </a:ext>
            </a:extLst>
          </p:cNvPr>
          <p:cNvSpPr>
            <a:spLocks noGrp="1"/>
          </p:cNvSpPr>
          <p:nvPr>
            <p:ph type="title"/>
          </p:nvPr>
        </p:nvSpPr>
        <p:spPr>
          <a:xfrm>
            <a:off x="404813" y="388188"/>
            <a:ext cx="10312806" cy="716711"/>
          </a:xfrm>
        </p:spPr>
        <p:txBody>
          <a:bodyPr/>
          <a:lstStyle/>
          <a:p>
            <a:r>
              <a:rPr lang="en-GB" cap="none" dirty="0"/>
              <a:t>We will leverage our proven change management methodology </a:t>
            </a:r>
            <a:r>
              <a:rPr lang="fr-FR" cap="none" dirty="0"/>
              <a:t>to help </a:t>
            </a:r>
            <a:r>
              <a:rPr lang="en-IN" cap="none" dirty="0" err="1"/>
              <a:t>eBU</a:t>
            </a:r>
            <a:r>
              <a:rPr lang="en-IN" cap="none" dirty="0"/>
              <a:t> teams in navigating the process changes</a:t>
            </a:r>
          </a:p>
        </p:txBody>
      </p:sp>
      <p:sp>
        <p:nvSpPr>
          <p:cNvPr id="5" name="Rectangle 4">
            <a:extLst>
              <a:ext uri="{FF2B5EF4-FFF2-40B4-BE49-F238E27FC236}">
                <a16:creationId xmlns:a16="http://schemas.microsoft.com/office/drawing/2014/main" id="{6ECA3FAA-2599-BBE9-49EF-44B118C1EB8D}"/>
              </a:ext>
            </a:extLst>
          </p:cNvPr>
          <p:cNvSpPr/>
          <p:nvPr/>
        </p:nvSpPr>
        <p:spPr>
          <a:xfrm>
            <a:off x="-45493" y="4507176"/>
            <a:ext cx="12191997" cy="1578087"/>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a:ln>
                <a:noFill/>
              </a:ln>
              <a:solidFill>
                <a:srgbClr val="FFFFFF"/>
              </a:solidFill>
              <a:effectLst/>
              <a:uLnTx/>
              <a:uFillTx/>
              <a:latin typeface="Ubuntu"/>
              <a:ea typeface="+mn-ea"/>
              <a:cs typeface="+mn-cs"/>
            </a:endParaRPr>
          </a:p>
        </p:txBody>
      </p:sp>
      <p:cxnSp>
        <p:nvCxnSpPr>
          <p:cNvPr id="6" name="Straight Connector 5">
            <a:extLst>
              <a:ext uri="{FF2B5EF4-FFF2-40B4-BE49-F238E27FC236}">
                <a16:creationId xmlns:a16="http://schemas.microsoft.com/office/drawing/2014/main" id="{8A48D537-A2AF-ECA1-B7B3-28D476BBE617}"/>
              </a:ext>
            </a:extLst>
          </p:cNvPr>
          <p:cNvCxnSpPr>
            <a:cxnSpLocks/>
          </p:cNvCxnSpPr>
          <p:nvPr/>
        </p:nvCxnSpPr>
        <p:spPr>
          <a:xfrm>
            <a:off x="406200" y="1732710"/>
            <a:ext cx="1137960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7" name="Rectangle: Rounded Corners 6">
            <a:extLst>
              <a:ext uri="{FF2B5EF4-FFF2-40B4-BE49-F238E27FC236}">
                <a16:creationId xmlns:a16="http://schemas.microsoft.com/office/drawing/2014/main" id="{D2BBF580-F087-EBFE-BAC0-EDD59919CEB8}"/>
              </a:ext>
            </a:extLst>
          </p:cNvPr>
          <p:cNvSpPr/>
          <p:nvPr/>
        </p:nvSpPr>
        <p:spPr>
          <a:xfrm>
            <a:off x="4657723" y="1573682"/>
            <a:ext cx="2876552" cy="318056"/>
          </a:xfrm>
          <a:prstGeom prst="roundRect">
            <a:avLst>
              <a:gd name="adj" fmla="val 50000"/>
            </a:avLst>
          </a:prstGeom>
          <a:solidFill>
            <a:schemeClr val="accent2">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a:ln>
                  <a:noFill/>
                </a:ln>
                <a:solidFill>
                  <a:srgbClr val="FFFFFF"/>
                </a:solidFill>
                <a:effectLst/>
                <a:uLnTx/>
                <a:uFillTx/>
                <a:latin typeface="Ubuntu"/>
                <a:ea typeface="+mn-ea"/>
                <a:cs typeface="+mn-cs"/>
              </a:rPr>
              <a:t>GUIDING PRINCIPLES</a:t>
            </a:r>
          </a:p>
        </p:txBody>
      </p:sp>
      <p:sp>
        <p:nvSpPr>
          <p:cNvPr id="8" name="Rectangle 149">
            <a:extLst>
              <a:ext uri="{FF2B5EF4-FFF2-40B4-BE49-F238E27FC236}">
                <a16:creationId xmlns:a16="http://schemas.microsoft.com/office/drawing/2014/main" id="{760B1C07-437C-3357-5F13-402CD9E8D1C8}"/>
              </a:ext>
            </a:extLst>
          </p:cNvPr>
          <p:cNvSpPr>
            <a:spLocks noChangeArrowheads="1"/>
          </p:cNvSpPr>
          <p:nvPr/>
        </p:nvSpPr>
        <p:spPr bwMode="auto">
          <a:xfrm>
            <a:off x="505629" y="5547303"/>
            <a:ext cx="3335253" cy="369332"/>
          </a:xfrm>
          <a:prstGeom prst="rect">
            <a:avLst/>
          </a:prstGeom>
          <a:noFill/>
          <a:ln w="9525">
            <a:noFill/>
            <a:miter lim="800000"/>
          </a:ln>
        </p:spPr>
        <p:txBody>
          <a:bodyPr vert="horz" wrap="square" lIns="0" tIns="0" rIns="0" bIns="0" numCol="1" anchor="ctr" anchorCtr="0" compatLnSpc="1">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sz="1200" b="0" i="0" u="none" strike="noStrike" kern="1200" cap="none" spc="0" normalizeH="0" baseline="0" noProof="0" dirty="0">
                <a:ln>
                  <a:noFill/>
                </a:ln>
                <a:solidFill>
                  <a:prstClr val="black"/>
                </a:solidFill>
                <a:effectLst/>
                <a:uLnTx/>
                <a:uFillTx/>
                <a:latin typeface="Ubuntu"/>
                <a:ea typeface="+mn-ea"/>
                <a:cs typeface="Arial" panose="020B0604020202020204" pitchFamily="34" charset="0"/>
              </a:rPr>
              <a:t>Users are clear about the purpose and understand its benefits</a:t>
            </a:r>
          </a:p>
        </p:txBody>
      </p:sp>
      <p:sp>
        <p:nvSpPr>
          <p:cNvPr id="9" name="Rectangle 149">
            <a:extLst>
              <a:ext uri="{FF2B5EF4-FFF2-40B4-BE49-F238E27FC236}">
                <a16:creationId xmlns:a16="http://schemas.microsoft.com/office/drawing/2014/main" id="{EE534B36-9EEB-A4B2-86B7-B1CF0ED5AAF6}"/>
              </a:ext>
            </a:extLst>
          </p:cNvPr>
          <p:cNvSpPr>
            <a:spLocks noChangeArrowheads="1"/>
          </p:cNvSpPr>
          <p:nvPr/>
        </p:nvSpPr>
        <p:spPr bwMode="auto">
          <a:xfrm>
            <a:off x="4507983" y="5547303"/>
            <a:ext cx="3335253" cy="369332"/>
          </a:xfrm>
          <a:prstGeom prst="rect">
            <a:avLst/>
          </a:prstGeom>
          <a:noFill/>
          <a:ln w="9525">
            <a:noFill/>
            <a:miter lim="800000"/>
          </a:ln>
        </p:spPr>
        <p:txBody>
          <a:bodyPr vert="horz" wrap="square" lIns="0" tIns="0" rIns="0" bIns="0" numCol="1" anchor="ctr" anchorCtr="0" compatLnSpc="1">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sz="1200" b="0" i="0" u="none" strike="noStrike" kern="1200" cap="none" spc="0" normalizeH="0" baseline="0" noProof="0">
                <a:ln>
                  <a:noFill/>
                </a:ln>
                <a:solidFill>
                  <a:prstClr val="black"/>
                </a:solidFill>
                <a:effectLst/>
                <a:uLnTx/>
                <a:uFillTx/>
                <a:latin typeface="Ubuntu"/>
                <a:ea typeface="+mn-ea"/>
                <a:cs typeface="Arial" panose="020B0604020202020204" pitchFamily="34" charset="0"/>
              </a:rPr>
              <a:t>Users welcome the change and are prepared to use the new processes</a:t>
            </a:r>
          </a:p>
        </p:txBody>
      </p:sp>
      <p:sp>
        <p:nvSpPr>
          <p:cNvPr id="10" name="Rectangle 149">
            <a:extLst>
              <a:ext uri="{FF2B5EF4-FFF2-40B4-BE49-F238E27FC236}">
                <a16:creationId xmlns:a16="http://schemas.microsoft.com/office/drawing/2014/main" id="{BB81C64E-181B-3D9D-292C-6B3285F029F8}"/>
              </a:ext>
            </a:extLst>
          </p:cNvPr>
          <p:cNvSpPr>
            <a:spLocks noChangeArrowheads="1"/>
          </p:cNvSpPr>
          <p:nvPr/>
        </p:nvSpPr>
        <p:spPr bwMode="auto">
          <a:xfrm>
            <a:off x="8668788" y="5639636"/>
            <a:ext cx="3335253" cy="184666"/>
          </a:xfrm>
          <a:prstGeom prst="rect">
            <a:avLst/>
          </a:prstGeom>
          <a:noFill/>
          <a:ln w="9525">
            <a:noFill/>
            <a:miter lim="800000"/>
          </a:ln>
        </p:spPr>
        <p:txBody>
          <a:bodyPr vert="horz" wrap="square" lIns="0" tIns="0" rIns="0" bIns="0" numCol="1" anchor="ctr" anchorCtr="0" compatLnSpc="1">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sz="1200" b="0" i="0" u="none" strike="noStrike" kern="1200" cap="none" spc="0" normalizeH="0" baseline="0" noProof="0">
                <a:ln>
                  <a:noFill/>
                </a:ln>
                <a:solidFill>
                  <a:prstClr val="black"/>
                </a:solidFill>
                <a:effectLst/>
                <a:uLnTx/>
                <a:uFillTx/>
                <a:latin typeface="Ubuntu"/>
                <a:ea typeface="+mn-ea"/>
                <a:cs typeface="Arial"/>
              </a:rPr>
              <a:t>Users are happy to adapt to new processes </a:t>
            </a:r>
            <a:endParaRPr lang="en-US" sz="1200" b="0" i="0" u="none" strike="noStrike" kern="1200" cap="none" spc="0" normalizeH="0" baseline="0" noProof="0">
              <a:ln>
                <a:noFill/>
              </a:ln>
              <a:solidFill>
                <a:prstClr val="black"/>
              </a:solidFill>
              <a:effectLst/>
              <a:uLnTx/>
              <a:uFillTx/>
              <a:latin typeface="Ubuntu"/>
              <a:cs typeface="Arial"/>
            </a:endParaRPr>
          </a:p>
        </p:txBody>
      </p:sp>
      <p:sp>
        <p:nvSpPr>
          <p:cNvPr id="11" name="Rectangle 149">
            <a:extLst>
              <a:ext uri="{FF2B5EF4-FFF2-40B4-BE49-F238E27FC236}">
                <a16:creationId xmlns:a16="http://schemas.microsoft.com/office/drawing/2014/main" id="{4F82662F-7101-014B-EE05-B297027D3EED}"/>
              </a:ext>
            </a:extLst>
          </p:cNvPr>
          <p:cNvSpPr>
            <a:spLocks noChangeArrowheads="1"/>
          </p:cNvSpPr>
          <p:nvPr/>
        </p:nvSpPr>
        <p:spPr bwMode="auto">
          <a:xfrm>
            <a:off x="1403815" y="4959478"/>
            <a:ext cx="1779667" cy="246221"/>
          </a:xfrm>
          <a:prstGeom prst="rect">
            <a:avLst/>
          </a:prstGeom>
          <a:noFill/>
          <a:ln w="9525">
            <a:noFill/>
            <a:miter lim="800000"/>
          </a:ln>
        </p:spPr>
        <p:txBody>
          <a:bodyPr vert="horz" wrap="square" lIns="0" tIns="0" rIns="0" bIns="0" numCol="1" anchor="b" anchorCtr="0" compatLnSpc="1">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sz="1600" b="1" i="0" u="none" strike="noStrike" kern="1200" cap="none" spc="0" normalizeH="0" baseline="0" noProof="0">
                <a:ln>
                  <a:noFill/>
                </a:ln>
                <a:solidFill>
                  <a:srgbClr val="12ABDB"/>
                </a:solidFill>
                <a:effectLst/>
                <a:uLnTx/>
                <a:uFillTx/>
                <a:latin typeface="Ubuntu"/>
                <a:ea typeface="+mn-ea"/>
                <a:cs typeface="Arial" panose="020B0604020202020204" pitchFamily="34" charset="0"/>
              </a:rPr>
              <a:t>UNDERSTAND</a:t>
            </a:r>
          </a:p>
        </p:txBody>
      </p:sp>
      <p:sp>
        <p:nvSpPr>
          <p:cNvPr id="12" name="Rectangle 149">
            <a:extLst>
              <a:ext uri="{FF2B5EF4-FFF2-40B4-BE49-F238E27FC236}">
                <a16:creationId xmlns:a16="http://schemas.microsoft.com/office/drawing/2014/main" id="{2E64663B-6A5D-DC40-199E-0D0B0DD1014D}"/>
              </a:ext>
            </a:extLst>
          </p:cNvPr>
          <p:cNvSpPr>
            <a:spLocks noChangeArrowheads="1"/>
          </p:cNvSpPr>
          <p:nvPr/>
        </p:nvSpPr>
        <p:spPr bwMode="auto">
          <a:xfrm>
            <a:off x="5287100" y="4955718"/>
            <a:ext cx="1779667" cy="246221"/>
          </a:xfrm>
          <a:prstGeom prst="rect">
            <a:avLst/>
          </a:prstGeom>
          <a:noFill/>
          <a:ln w="9525">
            <a:noFill/>
            <a:miter lim="800000"/>
          </a:ln>
        </p:spPr>
        <p:txBody>
          <a:bodyPr vert="horz" wrap="square" lIns="0" tIns="0" rIns="0" bIns="0" numCol="1" anchor="b" anchorCtr="0" compatLnSpc="1">
            <a:spAutoFit/>
          </a:bodyPr>
          <a:lstStyle/>
          <a:p>
            <a:pPr marL="0" marR="0" lvl="0" indent="0" algn="ctr" defTabSz="914400" rtl="0" eaLnBrk="1" fontAlgn="base" latinLnBrk="0" hangingPunct="1">
              <a:lnSpc>
                <a:spcPct val="100000"/>
              </a:lnSpc>
              <a:spcBef>
                <a:spcPct val="0"/>
              </a:spcBef>
              <a:spcAft>
                <a:spcPct val="0"/>
              </a:spcAft>
              <a:buClrTx/>
              <a:buSzTx/>
              <a:buFontTx/>
              <a:buNone/>
              <a:tabLst/>
              <a:defRPr/>
            </a:pPr>
            <a:r>
              <a:rPr lang="en-US" sz="1600" b="1">
                <a:solidFill>
                  <a:srgbClr val="12ABDB"/>
                </a:solidFill>
                <a:latin typeface="Ubuntu"/>
                <a:cs typeface="Arial"/>
              </a:rPr>
              <a:t>COMMUNICATE</a:t>
            </a:r>
            <a:endParaRPr lang="en-US" sz="1600" b="1" i="0" u="none" strike="noStrike" kern="1200" cap="none" spc="0" normalizeH="0" baseline="0" noProof="0">
              <a:ln>
                <a:noFill/>
              </a:ln>
              <a:solidFill>
                <a:srgbClr val="12ABDB"/>
              </a:solidFill>
              <a:effectLst/>
              <a:uLnTx/>
              <a:uFillTx/>
              <a:latin typeface="Ubuntu"/>
              <a:cs typeface="Arial" panose="020B0604020202020204" pitchFamily="34" charset="0"/>
            </a:endParaRPr>
          </a:p>
        </p:txBody>
      </p:sp>
      <p:sp>
        <p:nvSpPr>
          <p:cNvPr id="13" name="Rectangle 149">
            <a:extLst>
              <a:ext uri="{FF2B5EF4-FFF2-40B4-BE49-F238E27FC236}">
                <a16:creationId xmlns:a16="http://schemas.microsoft.com/office/drawing/2014/main" id="{E0365F45-F6FE-46B4-E33C-7D54214A84FB}"/>
              </a:ext>
            </a:extLst>
          </p:cNvPr>
          <p:cNvSpPr>
            <a:spLocks noChangeArrowheads="1"/>
          </p:cNvSpPr>
          <p:nvPr/>
        </p:nvSpPr>
        <p:spPr bwMode="auto">
          <a:xfrm>
            <a:off x="9336360" y="4906597"/>
            <a:ext cx="1779667" cy="492443"/>
          </a:xfrm>
          <a:prstGeom prst="rect">
            <a:avLst/>
          </a:prstGeom>
          <a:noFill/>
          <a:ln w="9525">
            <a:noFill/>
            <a:miter lim="800000"/>
          </a:ln>
        </p:spPr>
        <p:txBody>
          <a:bodyPr vert="horz" wrap="square" lIns="0" tIns="0" rIns="0" bIns="0" numCol="1" anchor="b" anchorCtr="0" compatLnSpc="1">
            <a:spAutoFit/>
          </a:bodyPr>
          <a:lstStyle/>
          <a:p>
            <a:pPr algn="ctr" fontAlgn="base">
              <a:spcBef>
                <a:spcPct val="0"/>
              </a:spcBef>
              <a:spcAft>
                <a:spcPct val="0"/>
              </a:spcAft>
              <a:defRPr/>
            </a:pPr>
            <a:r>
              <a:rPr lang="en-US" sz="1600" b="1">
                <a:solidFill>
                  <a:srgbClr val="12ABDB"/>
                </a:solidFill>
                <a:latin typeface="Ubuntu"/>
                <a:cs typeface="Arial"/>
              </a:rPr>
              <a:t>ADOPT &amp; SUSTAIN*</a:t>
            </a:r>
            <a:endParaRPr kumimoji="0" lang="en-US" sz="1600" b="1" i="0" u="none" strike="noStrike" kern="1200" cap="none" spc="0" normalizeH="0" baseline="0" noProof="0">
              <a:ln>
                <a:noFill/>
              </a:ln>
              <a:solidFill>
                <a:srgbClr val="12ABDB"/>
              </a:solidFill>
              <a:effectLst/>
              <a:uLnTx/>
              <a:uFillTx/>
              <a:latin typeface="Ubuntu"/>
              <a:ea typeface="+mn-ea"/>
              <a:cs typeface="Arial" panose="020B0604020202020204" pitchFamily="34" charset="0"/>
            </a:endParaRPr>
          </a:p>
        </p:txBody>
      </p:sp>
      <p:sp>
        <p:nvSpPr>
          <p:cNvPr id="14" name="Oval 13">
            <a:extLst>
              <a:ext uri="{FF2B5EF4-FFF2-40B4-BE49-F238E27FC236}">
                <a16:creationId xmlns:a16="http://schemas.microsoft.com/office/drawing/2014/main" id="{2365FFFB-DD97-F04B-614C-EA2C8DD10A5B}"/>
              </a:ext>
            </a:extLst>
          </p:cNvPr>
          <p:cNvSpPr/>
          <p:nvPr/>
        </p:nvSpPr>
        <p:spPr>
          <a:xfrm>
            <a:off x="4576697" y="4767360"/>
            <a:ext cx="607728" cy="607709"/>
          </a:xfrm>
          <a:prstGeom prst="ellipse">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2800" b="0" i="0" u="none" strike="noStrike" kern="1200" cap="none" spc="0" normalizeH="0" baseline="0" noProof="0">
              <a:ln>
                <a:noFill/>
              </a:ln>
              <a:solidFill>
                <a:srgbClr val="FFFFFF"/>
              </a:solidFill>
              <a:effectLst/>
              <a:uLnTx/>
              <a:uFillTx/>
              <a:latin typeface="Ubuntu"/>
              <a:ea typeface="+mn-ea"/>
              <a:cs typeface="+mn-cs"/>
            </a:endParaRPr>
          </a:p>
        </p:txBody>
      </p:sp>
      <p:sp>
        <p:nvSpPr>
          <p:cNvPr id="15" name="Oval 14">
            <a:extLst>
              <a:ext uri="{FF2B5EF4-FFF2-40B4-BE49-F238E27FC236}">
                <a16:creationId xmlns:a16="http://schemas.microsoft.com/office/drawing/2014/main" id="{BF74FAF9-E90A-A4D8-9A84-8AEBBE965A5E}"/>
              </a:ext>
            </a:extLst>
          </p:cNvPr>
          <p:cNvSpPr/>
          <p:nvPr/>
        </p:nvSpPr>
        <p:spPr>
          <a:xfrm>
            <a:off x="8726128" y="4790106"/>
            <a:ext cx="607728" cy="607709"/>
          </a:xfrm>
          <a:prstGeom prst="ellipse">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2800" b="0" i="0" u="none" strike="noStrike" kern="1200" cap="none" spc="0" normalizeH="0" baseline="0" noProof="0">
              <a:ln>
                <a:noFill/>
              </a:ln>
              <a:solidFill>
                <a:srgbClr val="FFFFFF"/>
              </a:solidFill>
              <a:effectLst/>
              <a:uLnTx/>
              <a:uFillTx/>
              <a:latin typeface="Ubuntu"/>
              <a:ea typeface="+mn-ea"/>
              <a:cs typeface="+mn-cs"/>
            </a:endParaRPr>
          </a:p>
        </p:txBody>
      </p:sp>
      <p:sp>
        <p:nvSpPr>
          <p:cNvPr id="16" name="Oval 15">
            <a:extLst>
              <a:ext uri="{FF2B5EF4-FFF2-40B4-BE49-F238E27FC236}">
                <a16:creationId xmlns:a16="http://schemas.microsoft.com/office/drawing/2014/main" id="{2859BC68-1EAB-297F-9459-005DA64507DF}"/>
              </a:ext>
            </a:extLst>
          </p:cNvPr>
          <p:cNvSpPr/>
          <p:nvPr/>
        </p:nvSpPr>
        <p:spPr>
          <a:xfrm>
            <a:off x="642107" y="4790106"/>
            <a:ext cx="607728" cy="607709"/>
          </a:xfrm>
          <a:prstGeom prst="ellipse">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2800" b="0" i="0" u="none" strike="noStrike" kern="1200" cap="none" spc="0" normalizeH="0" baseline="0" noProof="0">
              <a:ln>
                <a:noFill/>
              </a:ln>
              <a:solidFill>
                <a:srgbClr val="FFFFFF"/>
              </a:solidFill>
              <a:effectLst/>
              <a:uLnTx/>
              <a:uFillTx/>
              <a:latin typeface="Ubuntu"/>
              <a:ea typeface="+mn-ea"/>
              <a:cs typeface="+mn-cs"/>
            </a:endParaRPr>
          </a:p>
        </p:txBody>
      </p:sp>
      <p:grpSp>
        <p:nvGrpSpPr>
          <p:cNvPr id="17" name="Group 16">
            <a:extLst>
              <a:ext uri="{FF2B5EF4-FFF2-40B4-BE49-F238E27FC236}">
                <a16:creationId xmlns:a16="http://schemas.microsoft.com/office/drawing/2014/main" id="{DF6BB5FC-4556-8C1D-EE8E-2CBAE282501E}"/>
              </a:ext>
            </a:extLst>
          </p:cNvPr>
          <p:cNvGrpSpPr/>
          <p:nvPr/>
        </p:nvGrpSpPr>
        <p:grpSpPr>
          <a:xfrm>
            <a:off x="790309" y="4870876"/>
            <a:ext cx="310978" cy="334576"/>
            <a:chOff x="1914866" y="2466912"/>
            <a:chExt cx="270916" cy="282692"/>
          </a:xfrm>
          <a:solidFill>
            <a:srgbClr val="FFFFFF"/>
          </a:solidFill>
        </p:grpSpPr>
        <p:sp>
          <p:nvSpPr>
            <p:cNvPr id="18" name="Freeform 6">
              <a:extLst>
                <a:ext uri="{FF2B5EF4-FFF2-40B4-BE49-F238E27FC236}">
                  <a16:creationId xmlns:a16="http://schemas.microsoft.com/office/drawing/2014/main" id="{C0FE3D62-E56C-45E0-B030-008ED97B1696}"/>
                </a:ext>
              </a:extLst>
            </p:cNvPr>
            <p:cNvSpPr>
              <a:spLocks/>
            </p:cNvSpPr>
            <p:nvPr/>
          </p:nvSpPr>
          <p:spPr bwMode="auto">
            <a:xfrm>
              <a:off x="2109771" y="2466912"/>
              <a:ext cx="5890" cy="58894"/>
            </a:xfrm>
            <a:custGeom>
              <a:avLst/>
              <a:gdLst>
                <a:gd name="T0" fmla="*/ 1 w 2"/>
                <a:gd name="T1" fmla="*/ 21 h 21"/>
                <a:gd name="T2" fmla="*/ 0 w 2"/>
                <a:gd name="T3" fmla="*/ 20 h 21"/>
                <a:gd name="T4" fmla="*/ 0 w 2"/>
                <a:gd name="T5" fmla="*/ 1 h 21"/>
                <a:gd name="T6" fmla="*/ 1 w 2"/>
                <a:gd name="T7" fmla="*/ 0 h 21"/>
                <a:gd name="T8" fmla="*/ 2 w 2"/>
                <a:gd name="T9" fmla="*/ 1 h 21"/>
                <a:gd name="T10" fmla="*/ 2 w 2"/>
                <a:gd name="T11" fmla="*/ 20 h 21"/>
                <a:gd name="T12" fmla="*/ 1 w 2"/>
                <a:gd name="T13" fmla="*/ 21 h 21"/>
              </a:gdLst>
              <a:ahLst/>
              <a:cxnLst>
                <a:cxn ang="0">
                  <a:pos x="T0" y="T1"/>
                </a:cxn>
                <a:cxn ang="0">
                  <a:pos x="T2" y="T3"/>
                </a:cxn>
                <a:cxn ang="0">
                  <a:pos x="T4" y="T5"/>
                </a:cxn>
                <a:cxn ang="0">
                  <a:pos x="T6" y="T7"/>
                </a:cxn>
                <a:cxn ang="0">
                  <a:pos x="T8" y="T9"/>
                </a:cxn>
                <a:cxn ang="0">
                  <a:pos x="T10" y="T11"/>
                </a:cxn>
                <a:cxn ang="0">
                  <a:pos x="T12" y="T13"/>
                </a:cxn>
              </a:cxnLst>
              <a:rect l="0" t="0" r="r" b="b"/>
              <a:pathLst>
                <a:path w="2" h="21">
                  <a:moveTo>
                    <a:pt x="1" y="21"/>
                  </a:moveTo>
                  <a:cubicBezTo>
                    <a:pt x="0" y="21"/>
                    <a:pt x="0" y="21"/>
                    <a:pt x="0" y="20"/>
                  </a:cubicBezTo>
                  <a:cubicBezTo>
                    <a:pt x="0" y="1"/>
                    <a:pt x="0" y="1"/>
                    <a:pt x="0" y="1"/>
                  </a:cubicBezTo>
                  <a:cubicBezTo>
                    <a:pt x="0" y="1"/>
                    <a:pt x="0" y="0"/>
                    <a:pt x="1" y="0"/>
                  </a:cubicBezTo>
                  <a:cubicBezTo>
                    <a:pt x="2" y="0"/>
                    <a:pt x="2" y="1"/>
                    <a:pt x="2" y="1"/>
                  </a:cubicBezTo>
                  <a:cubicBezTo>
                    <a:pt x="2" y="20"/>
                    <a:pt x="2" y="20"/>
                    <a:pt x="2" y="20"/>
                  </a:cubicBezTo>
                  <a:cubicBezTo>
                    <a:pt x="2" y="21"/>
                    <a:pt x="2" y="21"/>
                    <a:pt x="1" y="21"/>
                  </a:cubicBezTo>
                  <a:close/>
                </a:path>
              </a:pathLst>
            </a:custGeom>
            <a:grpFill/>
            <a:ln w="19050">
              <a:solidFill>
                <a:srgbClr val="FFFFFF"/>
              </a:solidFill>
            </a:ln>
            <a:extLst>
              <a:ext uri="{91240B29-F687-4f45-9708-019B960494DF}">
                <a14:hiddenLine xmlns:a14="http://schemas.microsoft.com/office/drawing/2010/main" xmlns="" w="9525">
                  <a:solidFill>
                    <a:srgbClr val="000000"/>
                  </a:solidFill>
                  <a:round/>
                  <a:headEnd/>
                  <a:tailEnd/>
                </a14:hiddenLine>
              </a:ext>
            </a:extLst>
          </p:spPr>
          <p:txBody>
            <a:bodyPr vert="horz" wrap="square" lIns="91440" tIns="45720" rIns="91440" bIns="45720" numCol="1" anchor="ctr"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0" cap="none" spc="0" normalizeH="0" baseline="0" noProof="0">
                <a:ln>
                  <a:noFill/>
                </a:ln>
                <a:solidFill>
                  <a:srgbClr val="000000"/>
                </a:solidFill>
                <a:effectLst/>
                <a:uLnTx/>
                <a:uFillTx/>
                <a:latin typeface="Ubuntu"/>
                <a:ea typeface="+mn-ea"/>
                <a:cs typeface="+mn-cs"/>
              </a:endParaRPr>
            </a:p>
          </p:txBody>
        </p:sp>
        <p:sp>
          <p:nvSpPr>
            <p:cNvPr id="19" name="Freeform 7">
              <a:extLst>
                <a:ext uri="{FF2B5EF4-FFF2-40B4-BE49-F238E27FC236}">
                  <a16:creationId xmlns:a16="http://schemas.microsoft.com/office/drawing/2014/main" id="{BB2D6A58-AD8C-24A1-C42D-4D8636153448}"/>
                </a:ext>
              </a:extLst>
            </p:cNvPr>
            <p:cNvSpPr>
              <a:spLocks/>
            </p:cNvSpPr>
            <p:nvPr/>
          </p:nvSpPr>
          <p:spPr bwMode="auto">
            <a:xfrm>
              <a:off x="1914866" y="2539941"/>
              <a:ext cx="56539" cy="34159"/>
            </a:xfrm>
            <a:custGeom>
              <a:avLst/>
              <a:gdLst>
                <a:gd name="T0" fmla="*/ 18 w 20"/>
                <a:gd name="T1" fmla="*/ 12 h 12"/>
                <a:gd name="T2" fmla="*/ 17 w 20"/>
                <a:gd name="T3" fmla="*/ 12 h 12"/>
                <a:gd name="T4" fmla="*/ 1 w 20"/>
                <a:gd name="T5" fmla="*/ 3 h 12"/>
                <a:gd name="T6" fmla="*/ 1 w 20"/>
                <a:gd name="T7" fmla="*/ 1 h 12"/>
                <a:gd name="T8" fmla="*/ 3 w 20"/>
                <a:gd name="T9" fmla="*/ 1 h 12"/>
                <a:gd name="T10" fmla="*/ 19 w 20"/>
                <a:gd name="T11" fmla="*/ 10 h 12"/>
                <a:gd name="T12" fmla="*/ 19 w 20"/>
                <a:gd name="T13" fmla="*/ 12 h 12"/>
                <a:gd name="T14" fmla="*/ 18 w 20"/>
                <a:gd name="T15" fmla="*/ 12 h 12"/>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20" h="12">
                  <a:moveTo>
                    <a:pt x="18" y="12"/>
                  </a:moveTo>
                  <a:cubicBezTo>
                    <a:pt x="18" y="12"/>
                    <a:pt x="18" y="12"/>
                    <a:pt x="17" y="12"/>
                  </a:cubicBezTo>
                  <a:cubicBezTo>
                    <a:pt x="1" y="3"/>
                    <a:pt x="1" y="3"/>
                    <a:pt x="1" y="3"/>
                  </a:cubicBezTo>
                  <a:cubicBezTo>
                    <a:pt x="1" y="2"/>
                    <a:pt x="0" y="2"/>
                    <a:pt x="1" y="1"/>
                  </a:cubicBezTo>
                  <a:cubicBezTo>
                    <a:pt x="1" y="0"/>
                    <a:pt x="2" y="0"/>
                    <a:pt x="3" y="1"/>
                  </a:cubicBezTo>
                  <a:cubicBezTo>
                    <a:pt x="19" y="10"/>
                    <a:pt x="19" y="10"/>
                    <a:pt x="19" y="10"/>
                  </a:cubicBezTo>
                  <a:cubicBezTo>
                    <a:pt x="19" y="10"/>
                    <a:pt x="20" y="11"/>
                    <a:pt x="19" y="12"/>
                  </a:cubicBezTo>
                  <a:cubicBezTo>
                    <a:pt x="19" y="12"/>
                    <a:pt x="19" y="12"/>
                    <a:pt x="18" y="12"/>
                  </a:cubicBezTo>
                  <a:close/>
                </a:path>
              </a:pathLst>
            </a:custGeom>
            <a:grpFill/>
            <a:ln w="19050">
              <a:solidFill>
                <a:srgbClr val="FFFFFF"/>
              </a:solidFill>
            </a:ln>
            <a:extLst>
              <a:ext uri="{91240B29-F687-4f45-9708-019B960494DF}">
                <a14:hiddenLine xmlns:a14="http://schemas.microsoft.com/office/drawing/2010/main" xmlns="" w="9525">
                  <a:solidFill>
                    <a:srgbClr val="000000"/>
                  </a:solidFill>
                  <a:round/>
                  <a:headEnd/>
                  <a:tailEnd/>
                </a14:hiddenLine>
              </a:ext>
            </a:extLst>
          </p:spPr>
          <p:txBody>
            <a:bodyPr vert="horz" wrap="square" lIns="91440" tIns="45720" rIns="91440" bIns="45720" numCol="1" anchor="ctr"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0" cap="none" spc="0" normalizeH="0" baseline="0" noProof="0">
                <a:ln>
                  <a:noFill/>
                </a:ln>
                <a:solidFill>
                  <a:srgbClr val="000000"/>
                </a:solidFill>
                <a:effectLst/>
                <a:uLnTx/>
                <a:uFillTx/>
                <a:latin typeface="Ubuntu"/>
                <a:ea typeface="+mn-ea"/>
                <a:cs typeface="+mn-cs"/>
              </a:endParaRPr>
            </a:p>
          </p:txBody>
        </p:sp>
        <p:sp>
          <p:nvSpPr>
            <p:cNvPr id="20" name="Freeform 8">
              <a:extLst>
                <a:ext uri="{FF2B5EF4-FFF2-40B4-BE49-F238E27FC236}">
                  <a16:creationId xmlns:a16="http://schemas.microsoft.com/office/drawing/2014/main" id="{70524DC7-F165-57AE-E6FA-2FDC02C7D87D}"/>
                </a:ext>
              </a:extLst>
            </p:cNvPr>
            <p:cNvSpPr>
              <a:spLocks/>
            </p:cNvSpPr>
            <p:nvPr/>
          </p:nvSpPr>
          <p:spPr bwMode="auto">
            <a:xfrm>
              <a:off x="1914866" y="2667153"/>
              <a:ext cx="54183" cy="34159"/>
            </a:xfrm>
            <a:custGeom>
              <a:avLst/>
              <a:gdLst>
                <a:gd name="T0" fmla="*/ 1 w 19"/>
                <a:gd name="T1" fmla="*/ 12 h 12"/>
                <a:gd name="T2" fmla="*/ 0 w 19"/>
                <a:gd name="T3" fmla="*/ 11 h 12"/>
                <a:gd name="T4" fmla="*/ 0 w 19"/>
                <a:gd name="T5" fmla="*/ 9 h 12"/>
                <a:gd name="T6" fmla="*/ 17 w 19"/>
                <a:gd name="T7" fmla="*/ 0 h 12"/>
                <a:gd name="T8" fmla="*/ 18 w 19"/>
                <a:gd name="T9" fmla="*/ 1 h 12"/>
                <a:gd name="T10" fmla="*/ 18 w 19"/>
                <a:gd name="T11" fmla="*/ 2 h 12"/>
                <a:gd name="T12" fmla="*/ 2 w 19"/>
                <a:gd name="T13" fmla="*/ 12 h 12"/>
                <a:gd name="T14" fmla="*/ 1 w 19"/>
                <a:gd name="T15" fmla="*/ 12 h 12"/>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9" h="12">
                  <a:moveTo>
                    <a:pt x="1" y="12"/>
                  </a:moveTo>
                  <a:cubicBezTo>
                    <a:pt x="1" y="12"/>
                    <a:pt x="0" y="12"/>
                    <a:pt x="0" y="11"/>
                  </a:cubicBezTo>
                  <a:cubicBezTo>
                    <a:pt x="0" y="11"/>
                    <a:pt x="0" y="10"/>
                    <a:pt x="0" y="9"/>
                  </a:cubicBezTo>
                  <a:cubicBezTo>
                    <a:pt x="17" y="0"/>
                    <a:pt x="17" y="0"/>
                    <a:pt x="17" y="0"/>
                  </a:cubicBezTo>
                  <a:cubicBezTo>
                    <a:pt x="17" y="0"/>
                    <a:pt x="18" y="0"/>
                    <a:pt x="18" y="1"/>
                  </a:cubicBezTo>
                  <a:cubicBezTo>
                    <a:pt x="19" y="1"/>
                    <a:pt x="18" y="2"/>
                    <a:pt x="18" y="2"/>
                  </a:cubicBezTo>
                  <a:cubicBezTo>
                    <a:pt x="2" y="12"/>
                    <a:pt x="2" y="12"/>
                    <a:pt x="2" y="12"/>
                  </a:cubicBezTo>
                  <a:cubicBezTo>
                    <a:pt x="1" y="12"/>
                    <a:pt x="1" y="12"/>
                    <a:pt x="1" y="12"/>
                  </a:cubicBezTo>
                  <a:close/>
                </a:path>
              </a:pathLst>
            </a:custGeom>
            <a:grpFill/>
            <a:ln w="19050">
              <a:solidFill>
                <a:srgbClr val="FFFFFF"/>
              </a:solidFill>
            </a:ln>
            <a:extLst>
              <a:ext uri="{91240B29-F687-4f45-9708-019B960494DF}">
                <a14:hiddenLine xmlns:a14="http://schemas.microsoft.com/office/drawing/2010/main" xmlns="" w="9525">
                  <a:solidFill>
                    <a:srgbClr val="000000"/>
                  </a:solidFill>
                  <a:round/>
                  <a:headEnd/>
                  <a:tailEnd/>
                </a14:hiddenLine>
              </a:ext>
            </a:extLst>
          </p:spPr>
          <p:txBody>
            <a:bodyPr vert="horz" wrap="square" lIns="91440" tIns="45720" rIns="91440" bIns="45720" numCol="1" anchor="ctr"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0" cap="none" spc="0" normalizeH="0" baseline="0" noProof="0">
                <a:ln>
                  <a:noFill/>
                </a:ln>
                <a:solidFill>
                  <a:srgbClr val="000000"/>
                </a:solidFill>
                <a:effectLst/>
                <a:uLnTx/>
                <a:uFillTx/>
                <a:latin typeface="Ubuntu"/>
                <a:ea typeface="+mn-ea"/>
                <a:cs typeface="+mn-cs"/>
              </a:endParaRPr>
            </a:p>
          </p:txBody>
        </p:sp>
        <p:sp>
          <p:nvSpPr>
            <p:cNvPr id="21" name="Freeform 9">
              <a:extLst>
                <a:ext uri="{FF2B5EF4-FFF2-40B4-BE49-F238E27FC236}">
                  <a16:creationId xmlns:a16="http://schemas.microsoft.com/office/drawing/2014/main" id="{7CD96269-5059-BC1A-7C2E-DF7BB8EA9D14}"/>
                </a:ext>
              </a:extLst>
            </p:cNvPr>
            <p:cNvSpPr>
              <a:spLocks/>
            </p:cNvSpPr>
            <p:nvPr/>
          </p:nvSpPr>
          <p:spPr bwMode="auto">
            <a:xfrm>
              <a:off x="2132776" y="2670686"/>
              <a:ext cx="53006" cy="32981"/>
            </a:xfrm>
            <a:custGeom>
              <a:avLst/>
              <a:gdLst>
                <a:gd name="T0" fmla="*/ 17 w 19"/>
                <a:gd name="T1" fmla="*/ 12 h 12"/>
                <a:gd name="T2" fmla="*/ 17 w 19"/>
                <a:gd name="T3" fmla="*/ 12 h 12"/>
                <a:gd name="T4" fmla="*/ 1 w 19"/>
                <a:gd name="T5" fmla="*/ 3 h 12"/>
                <a:gd name="T6" fmla="*/ 0 w 19"/>
                <a:gd name="T7" fmla="*/ 1 h 12"/>
                <a:gd name="T8" fmla="*/ 2 w 19"/>
                <a:gd name="T9" fmla="*/ 1 h 12"/>
                <a:gd name="T10" fmla="*/ 18 w 19"/>
                <a:gd name="T11" fmla="*/ 10 h 12"/>
                <a:gd name="T12" fmla="*/ 18 w 19"/>
                <a:gd name="T13" fmla="*/ 12 h 12"/>
                <a:gd name="T14" fmla="*/ 17 w 19"/>
                <a:gd name="T15" fmla="*/ 12 h 12"/>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9" h="12">
                  <a:moveTo>
                    <a:pt x="17" y="12"/>
                  </a:moveTo>
                  <a:cubicBezTo>
                    <a:pt x="17" y="12"/>
                    <a:pt x="17" y="12"/>
                    <a:pt x="17" y="12"/>
                  </a:cubicBezTo>
                  <a:cubicBezTo>
                    <a:pt x="1" y="3"/>
                    <a:pt x="1" y="3"/>
                    <a:pt x="1" y="3"/>
                  </a:cubicBezTo>
                  <a:cubicBezTo>
                    <a:pt x="0" y="2"/>
                    <a:pt x="0" y="2"/>
                    <a:pt x="0" y="1"/>
                  </a:cubicBezTo>
                  <a:cubicBezTo>
                    <a:pt x="0" y="0"/>
                    <a:pt x="1" y="0"/>
                    <a:pt x="2" y="1"/>
                  </a:cubicBezTo>
                  <a:cubicBezTo>
                    <a:pt x="18" y="10"/>
                    <a:pt x="18" y="10"/>
                    <a:pt x="18" y="10"/>
                  </a:cubicBezTo>
                  <a:cubicBezTo>
                    <a:pt x="19" y="10"/>
                    <a:pt x="19" y="11"/>
                    <a:pt x="18" y="12"/>
                  </a:cubicBezTo>
                  <a:cubicBezTo>
                    <a:pt x="18" y="12"/>
                    <a:pt x="18" y="12"/>
                    <a:pt x="17" y="12"/>
                  </a:cubicBezTo>
                  <a:close/>
                </a:path>
              </a:pathLst>
            </a:custGeom>
            <a:grpFill/>
            <a:ln w="19050">
              <a:solidFill>
                <a:srgbClr val="FFFFFF"/>
              </a:solidFill>
            </a:ln>
            <a:extLst>
              <a:ext uri="{91240B29-F687-4f45-9708-019B960494DF}">
                <a14:hiddenLine xmlns:a14="http://schemas.microsoft.com/office/drawing/2010/main" xmlns="" w="9525">
                  <a:solidFill>
                    <a:srgbClr val="000000"/>
                  </a:solidFill>
                  <a:round/>
                  <a:headEnd/>
                  <a:tailEnd/>
                </a14:hiddenLine>
              </a:ext>
            </a:extLst>
          </p:spPr>
          <p:txBody>
            <a:bodyPr vert="horz" wrap="square" lIns="91440" tIns="45720" rIns="91440" bIns="45720" numCol="1" anchor="ctr"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0" cap="none" spc="0" normalizeH="0" baseline="0" noProof="0">
                <a:ln>
                  <a:noFill/>
                </a:ln>
                <a:solidFill>
                  <a:srgbClr val="000000"/>
                </a:solidFill>
                <a:effectLst/>
                <a:uLnTx/>
                <a:uFillTx/>
                <a:latin typeface="Ubuntu"/>
                <a:ea typeface="+mn-ea"/>
                <a:cs typeface="+mn-cs"/>
              </a:endParaRPr>
            </a:p>
          </p:txBody>
        </p:sp>
        <p:sp>
          <p:nvSpPr>
            <p:cNvPr id="22" name="Freeform 11">
              <a:extLst>
                <a:ext uri="{FF2B5EF4-FFF2-40B4-BE49-F238E27FC236}">
                  <a16:creationId xmlns:a16="http://schemas.microsoft.com/office/drawing/2014/main" id="{CB695BD6-4572-40CD-E256-6374CC635637}"/>
                </a:ext>
              </a:extLst>
            </p:cNvPr>
            <p:cNvSpPr>
              <a:spLocks/>
            </p:cNvSpPr>
            <p:nvPr/>
          </p:nvSpPr>
          <p:spPr bwMode="auto">
            <a:xfrm>
              <a:off x="1974938" y="2543474"/>
              <a:ext cx="157837" cy="194352"/>
            </a:xfrm>
            <a:custGeom>
              <a:avLst/>
              <a:gdLst>
                <a:gd name="T0" fmla="*/ 54 w 56"/>
                <a:gd name="T1" fmla="*/ 23 h 69"/>
                <a:gd name="T2" fmla="*/ 24 w 56"/>
                <a:gd name="T3" fmla="*/ 2 h 69"/>
                <a:gd name="T4" fmla="*/ 8 w 56"/>
                <a:gd name="T5" fmla="*/ 10 h 69"/>
                <a:gd name="T6" fmla="*/ 2 w 56"/>
                <a:gd name="T7" fmla="*/ 34 h 69"/>
                <a:gd name="T8" fmla="*/ 14 w 56"/>
                <a:gd name="T9" fmla="*/ 51 h 69"/>
                <a:gd name="T10" fmla="*/ 14 w 56"/>
                <a:gd name="T11" fmla="*/ 52 h 69"/>
                <a:gd name="T12" fmla="*/ 14 w 56"/>
                <a:gd name="T13" fmla="*/ 54 h 69"/>
                <a:gd name="T14" fmla="*/ 14 w 56"/>
                <a:gd name="T15" fmla="*/ 60 h 69"/>
                <a:gd name="T16" fmla="*/ 14 w 56"/>
                <a:gd name="T17" fmla="*/ 60 h 69"/>
                <a:gd name="T18" fmla="*/ 14 w 56"/>
                <a:gd name="T19" fmla="*/ 60 h 69"/>
                <a:gd name="T20" fmla="*/ 14 w 56"/>
                <a:gd name="T21" fmla="*/ 62 h 69"/>
                <a:gd name="T22" fmla="*/ 14 w 56"/>
                <a:gd name="T23" fmla="*/ 67 h 69"/>
                <a:gd name="T24" fmla="*/ 37 w 56"/>
                <a:gd name="T25" fmla="*/ 66 h 69"/>
                <a:gd name="T26" fmla="*/ 39 w 56"/>
                <a:gd name="T27" fmla="*/ 65 h 69"/>
                <a:gd name="T28" fmla="*/ 39 w 56"/>
                <a:gd name="T29" fmla="*/ 65 h 69"/>
                <a:gd name="T30" fmla="*/ 39 w 56"/>
                <a:gd name="T31" fmla="*/ 65 h 69"/>
                <a:gd name="T32" fmla="*/ 41 w 56"/>
                <a:gd name="T33" fmla="*/ 62 h 69"/>
                <a:gd name="T34" fmla="*/ 41 w 56"/>
                <a:gd name="T35" fmla="*/ 61 h 69"/>
                <a:gd name="T36" fmla="*/ 41 w 56"/>
                <a:gd name="T37" fmla="*/ 54 h 69"/>
                <a:gd name="T38" fmla="*/ 41 w 56"/>
                <a:gd name="T39" fmla="*/ 53 h 69"/>
                <a:gd name="T40" fmla="*/ 42 w 56"/>
                <a:gd name="T41" fmla="*/ 51 h 69"/>
                <a:gd name="T42" fmla="*/ 54 w 56"/>
                <a:gd name="T43" fmla="*/ 23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56" h="69">
                  <a:moveTo>
                    <a:pt x="54" y="23"/>
                  </a:moveTo>
                  <a:cubicBezTo>
                    <a:pt x="52" y="10"/>
                    <a:pt x="39" y="0"/>
                    <a:pt x="24" y="2"/>
                  </a:cubicBezTo>
                  <a:cubicBezTo>
                    <a:pt x="18" y="3"/>
                    <a:pt x="12" y="5"/>
                    <a:pt x="8" y="10"/>
                  </a:cubicBezTo>
                  <a:cubicBezTo>
                    <a:pt x="2" y="17"/>
                    <a:pt x="0" y="25"/>
                    <a:pt x="2" y="34"/>
                  </a:cubicBezTo>
                  <a:cubicBezTo>
                    <a:pt x="3" y="41"/>
                    <a:pt x="7" y="47"/>
                    <a:pt x="14" y="51"/>
                  </a:cubicBezTo>
                  <a:cubicBezTo>
                    <a:pt x="14" y="52"/>
                    <a:pt x="14" y="52"/>
                    <a:pt x="14" y="52"/>
                  </a:cubicBezTo>
                  <a:cubicBezTo>
                    <a:pt x="14" y="53"/>
                    <a:pt x="14" y="53"/>
                    <a:pt x="14" y="54"/>
                  </a:cubicBezTo>
                  <a:cubicBezTo>
                    <a:pt x="14" y="56"/>
                    <a:pt x="14" y="58"/>
                    <a:pt x="14" y="60"/>
                  </a:cubicBezTo>
                  <a:cubicBezTo>
                    <a:pt x="14" y="60"/>
                    <a:pt x="14" y="60"/>
                    <a:pt x="14" y="60"/>
                  </a:cubicBezTo>
                  <a:cubicBezTo>
                    <a:pt x="14" y="60"/>
                    <a:pt x="14" y="60"/>
                    <a:pt x="14" y="60"/>
                  </a:cubicBezTo>
                  <a:cubicBezTo>
                    <a:pt x="14" y="62"/>
                    <a:pt x="14" y="62"/>
                    <a:pt x="14" y="62"/>
                  </a:cubicBezTo>
                  <a:cubicBezTo>
                    <a:pt x="14" y="67"/>
                    <a:pt x="14" y="67"/>
                    <a:pt x="14" y="67"/>
                  </a:cubicBezTo>
                  <a:cubicBezTo>
                    <a:pt x="21" y="66"/>
                    <a:pt x="27" y="69"/>
                    <a:pt x="37" y="66"/>
                  </a:cubicBezTo>
                  <a:cubicBezTo>
                    <a:pt x="38" y="66"/>
                    <a:pt x="38" y="66"/>
                    <a:pt x="39" y="65"/>
                  </a:cubicBezTo>
                  <a:cubicBezTo>
                    <a:pt x="39" y="65"/>
                    <a:pt x="39" y="65"/>
                    <a:pt x="39" y="65"/>
                  </a:cubicBezTo>
                  <a:cubicBezTo>
                    <a:pt x="39" y="65"/>
                    <a:pt x="39" y="65"/>
                    <a:pt x="39" y="65"/>
                  </a:cubicBezTo>
                  <a:cubicBezTo>
                    <a:pt x="40" y="64"/>
                    <a:pt x="41" y="63"/>
                    <a:pt x="41" y="62"/>
                  </a:cubicBezTo>
                  <a:cubicBezTo>
                    <a:pt x="41" y="61"/>
                    <a:pt x="41" y="61"/>
                    <a:pt x="41" y="61"/>
                  </a:cubicBezTo>
                  <a:cubicBezTo>
                    <a:pt x="41" y="59"/>
                    <a:pt x="41" y="56"/>
                    <a:pt x="41" y="54"/>
                  </a:cubicBezTo>
                  <a:cubicBezTo>
                    <a:pt x="41" y="53"/>
                    <a:pt x="41" y="53"/>
                    <a:pt x="41" y="53"/>
                  </a:cubicBezTo>
                  <a:cubicBezTo>
                    <a:pt x="41" y="52"/>
                    <a:pt x="41" y="52"/>
                    <a:pt x="42" y="51"/>
                  </a:cubicBezTo>
                  <a:cubicBezTo>
                    <a:pt x="52" y="45"/>
                    <a:pt x="56" y="34"/>
                    <a:pt x="54" y="23"/>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vert="horz" wrap="square" lIns="91440" tIns="45720" rIns="91440" bIns="45720" numCol="1" anchor="ctr"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0" cap="none" spc="0" normalizeH="0" baseline="0" noProof="0">
                <a:ln>
                  <a:noFill/>
                </a:ln>
                <a:solidFill>
                  <a:srgbClr val="000000"/>
                </a:solidFill>
                <a:effectLst/>
                <a:uLnTx/>
                <a:uFillTx/>
                <a:latin typeface="Ubuntu"/>
                <a:ea typeface="+mn-ea"/>
                <a:cs typeface="+mn-cs"/>
              </a:endParaRPr>
            </a:p>
          </p:txBody>
        </p:sp>
        <p:sp>
          <p:nvSpPr>
            <p:cNvPr id="23" name="Freeform 12">
              <a:extLst>
                <a:ext uri="{FF2B5EF4-FFF2-40B4-BE49-F238E27FC236}">
                  <a16:creationId xmlns:a16="http://schemas.microsoft.com/office/drawing/2014/main" id="{AD678859-7618-8950-6C96-96FCDA030259}"/>
                </a:ext>
              </a:extLst>
            </p:cNvPr>
            <p:cNvSpPr>
              <a:spLocks/>
            </p:cNvSpPr>
            <p:nvPr/>
          </p:nvSpPr>
          <p:spPr bwMode="auto">
            <a:xfrm>
              <a:off x="2016165" y="2735470"/>
              <a:ext cx="70674" cy="14134"/>
            </a:xfrm>
            <a:custGeom>
              <a:avLst/>
              <a:gdLst>
                <a:gd name="T0" fmla="*/ 25 w 25"/>
                <a:gd name="T1" fmla="*/ 4 h 5"/>
                <a:gd name="T2" fmla="*/ 25 w 25"/>
                <a:gd name="T3" fmla="*/ 2 h 5"/>
                <a:gd name="T4" fmla="*/ 24 w 25"/>
                <a:gd name="T5" fmla="*/ 1 h 5"/>
                <a:gd name="T6" fmla="*/ 24 w 25"/>
                <a:gd name="T7" fmla="*/ 0 h 5"/>
                <a:gd name="T8" fmla="*/ 24 w 25"/>
                <a:gd name="T9" fmla="*/ 0 h 5"/>
                <a:gd name="T10" fmla="*/ 24 w 25"/>
                <a:gd name="T11" fmla="*/ 0 h 5"/>
                <a:gd name="T12" fmla="*/ 23 w 25"/>
                <a:gd name="T13" fmla="*/ 0 h 5"/>
                <a:gd name="T14" fmla="*/ 23 w 25"/>
                <a:gd name="T15" fmla="*/ 0 h 5"/>
                <a:gd name="T16" fmla="*/ 22 w 25"/>
                <a:gd name="T17" fmla="*/ 0 h 5"/>
                <a:gd name="T18" fmla="*/ 1 w 25"/>
                <a:gd name="T19" fmla="*/ 1 h 5"/>
                <a:gd name="T20" fmla="*/ 1 w 25"/>
                <a:gd name="T21" fmla="*/ 1 h 5"/>
                <a:gd name="T22" fmla="*/ 1 w 25"/>
                <a:gd name="T23" fmla="*/ 2 h 5"/>
                <a:gd name="T24" fmla="*/ 2 w 25"/>
                <a:gd name="T25" fmla="*/ 5 h 5"/>
                <a:gd name="T26" fmla="*/ 3 w 25"/>
                <a:gd name="T27" fmla="*/ 5 h 5"/>
                <a:gd name="T28" fmla="*/ 22 w 25"/>
                <a:gd name="T29" fmla="*/ 5 h 5"/>
                <a:gd name="T30" fmla="*/ 25 w 25"/>
                <a:gd name="T31" fmla="*/ 4 h 5"/>
                <a:gd name="T32" fmla="*/ 25 w 25"/>
                <a:gd name="T33" fmla="*/ 4 h 5"/>
                <a:gd name="T34" fmla="*/ 25 w 25"/>
                <a:gd name="T35" fmla="*/ 4 h 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25" h="5">
                  <a:moveTo>
                    <a:pt x="25" y="4"/>
                  </a:moveTo>
                  <a:cubicBezTo>
                    <a:pt x="25" y="3"/>
                    <a:pt x="25" y="3"/>
                    <a:pt x="25" y="2"/>
                  </a:cubicBezTo>
                  <a:cubicBezTo>
                    <a:pt x="25" y="2"/>
                    <a:pt x="25" y="1"/>
                    <a:pt x="24" y="1"/>
                  </a:cubicBezTo>
                  <a:cubicBezTo>
                    <a:pt x="24" y="1"/>
                    <a:pt x="24" y="0"/>
                    <a:pt x="24" y="0"/>
                  </a:cubicBezTo>
                  <a:cubicBezTo>
                    <a:pt x="24" y="0"/>
                    <a:pt x="24" y="0"/>
                    <a:pt x="24" y="0"/>
                  </a:cubicBezTo>
                  <a:cubicBezTo>
                    <a:pt x="24" y="0"/>
                    <a:pt x="24" y="0"/>
                    <a:pt x="24" y="0"/>
                  </a:cubicBezTo>
                  <a:cubicBezTo>
                    <a:pt x="23" y="0"/>
                    <a:pt x="23" y="0"/>
                    <a:pt x="23" y="0"/>
                  </a:cubicBezTo>
                  <a:cubicBezTo>
                    <a:pt x="23" y="0"/>
                    <a:pt x="23" y="0"/>
                    <a:pt x="23" y="0"/>
                  </a:cubicBezTo>
                  <a:cubicBezTo>
                    <a:pt x="22" y="0"/>
                    <a:pt x="22" y="0"/>
                    <a:pt x="22" y="0"/>
                  </a:cubicBezTo>
                  <a:cubicBezTo>
                    <a:pt x="12" y="3"/>
                    <a:pt x="7" y="0"/>
                    <a:pt x="1" y="1"/>
                  </a:cubicBezTo>
                  <a:cubicBezTo>
                    <a:pt x="1" y="1"/>
                    <a:pt x="1" y="1"/>
                    <a:pt x="1" y="1"/>
                  </a:cubicBezTo>
                  <a:cubicBezTo>
                    <a:pt x="1" y="1"/>
                    <a:pt x="1" y="2"/>
                    <a:pt x="1" y="2"/>
                  </a:cubicBezTo>
                  <a:cubicBezTo>
                    <a:pt x="0" y="4"/>
                    <a:pt x="1" y="5"/>
                    <a:pt x="2" y="5"/>
                  </a:cubicBezTo>
                  <a:cubicBezTo>
                    <a:pt x="2" y="5"/>
                    <a:pt x="3" y="5"/>
                    <a:pt x="3" y="5"/>
                  </a:cubicBezTo>
                  <a:cubicBezTo>
                    <a:pt x="22" y="5"/>
                    <a:pt x="22" y="5"/>
                    <a:pt x="22" y="5"/>
                  </a:cubicBezTo>
                  <a:cubicBezTo>
                    <a:pt x="23" y="5"/>
                    <a:pt x="24" y="5"/>
                    <a:pt x="25" y="4"/>
                  </a:cubicBezTo>
                  <a:cubicBezTo>
                    <a:pt x="25" y="4"/>
                    <a:pt x="25" y="4"/>
                    <a:pt x="25" y="4"/>
                  </a:cubicBezTo>
                  <a:cubicBezTo>
                    <a:pt x="25" y="4"/>
                    <a:pt x="25" y="4"/>
                    <a:pt x="25"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vert="horz" wrap="square" lIns="91440" tIns="45720" rIns="91440" bIns="45720" numCol="1" anchor="ctr"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0" cap="none" spc="0" normalizeH="0" baseline="0" noProof="0">
                <a:ln>
                  <a:noFill/>
                </a:ln>
                <a:solidFill>
                  <a:srgbClr val="000000"/>
                </a:solidFill>
                <a:effectLst/>
                <a:uLnTx/>
                <a:uFillTx/>
                <a:latin typeface="Ubuntu"/>
                <a:ea typeface="+mn-ea"/>
                <a:cs typeface="+mn-cs"/>
              </a:endParaRPr>
            </a:p>
          </p:txBody>
        </p:sp>
        <p:sp>
          <p:nvSpPr>
            <p:cNvPr id="24" name="Freeform 13">
              <a:extLst>
                <a:ext uri="{FF2B5EF4-FFF2-40B4-BE49-F238E27FC236}">
                  <a16:creationId xmlns:a16="http://schemas.microsoft.com/office/drawing/2014/main" id="{14C3C3FB-B1C3-259A-8C2B-DA0153D2D349}"/>
                </a:ext>
              </a:extLst>
            </p:cNvPr>
            <p:cNvSpPr>
              <a:spLocks/>
            </p:cNvSpPr>
            <p:nvPr/>
          </p:nvSpPr>
          <p:spPr bwMode="auto">
            <a:xfrm>
              <a:off x="2041870" y="2629394"/>
              <a:ext cx="60073" cy="28269"/>
            </a:xfrm>
            <a:custGeom>
              <a:avLst/>
              <a:gdLst>
                <a:gd name="T0" fmla="*/ 19 w 21"/>
                <a:gd name="T1" fmla="*/ 5 h 10"/>
                <a:gd name="T2" fmla="*/ 13 w 21"/>
                <a:gd name="T3" fmla="*/ 10 h 10"/>
                <a:gd name="T4" fmla="*/ 8 w 21"/>
                <a:gd name="T5" fmla="*/ 10 h 10"/>
                <a:gd name="T6" fmla="*/ 3 w 21"/>
                <a:gd name="T7" fmla="*/ 5 h 10"/>
                <a:gd name="T8" fmla="*/ 3 w 21"/>
                <a:gd name="T9" fmla="*/ 5 h 10"/>
                <a:gd name="T10" fmla="*/ 1 w 21"/>
                <a:gd name="T11" fmla="*/ 2 h 10"/>
                <a:gd name="T12" fmla="*/ 3 w 21"/>
                <a:gd name="T13" fmla="*/ 0 h 10"/>
                <a:gd name="T14" fmla="*/ 19 w 21"/>
                <a:gd name="T15" fmla="*/ 0 h 10"/>
                <a:gd name="T16" fmla="*/ 21 w 21"/>
                <a:gd name="T17" fmla="*/ 2 h 10"/>
                <a:gd name="T18" fmla="*/ 19 w 21"/>
                <a:gd name="T19" fmla="*/ 5 h 10"/>
                <a:gd name="T20" fmla="*/ 19 w 21"/>
                <a:gd name="T21" fmla="*/ 5 h 1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21" h="10">
                  <a:moveTo>
                    <a:pt x="19" y="5"/>
                  </a:moveTo>
                  <a:cubicBezTo>
                    <a:pt x="19" y="8"/>
                    <a:pt x="16" y="10"/>
                    <a:pt x="13" y="10"/>
                  </a:cubicBezTo>
                  <a:cubicBezTo>
                    <a:pt x="12" y="10"/>
                    <a:pt x="10" y="10"/>
                    <a:pt x="8" y="10"/>
                  </a:cubicBezTo>
                  <a:cubicBezTo>
                    <a:pt x="6" y="10"/>
                    <a:pt x="3" y="8"/>
                    <a:pt x="3" y="5"/>
                  </a:cubicBezTo>
                  <a:cubicBezTo>
                    <a:pt x="3" y="5"/>
                    <a:pt x="3" y="5"/>
                    <a:pt x="3" y="5"/>
                  </a:cubicBezTo>
                  <a:cubicBezTo>
                    <a:pt x="1" y="5"/>
                    <a:pt x="0" y="3"/>
                    <a:pt x="1" y="2"/>
                  </a:cubicBezTo>
                  <a:cubicBezTo>
                    <a:pt x="1" y="1"/>
                    <a:pt x="2" y="0"/>
                    <a:pt x="3" y="0"/>
                  </a:cubicBezTo>
                  <a:cubicBezTo>
                    <a:pt x="8" y="0"/>
                    <a:pt x="13" y="0"/>
                    <a:pt x="19" y="0"/>
                  </a:cubicBezTo>
                  <a:cubicBezTo>
                    <a:pt x="20" y="0"/>
                    <a:pt x="21" y="1"/>
                    <a:pt x="21" y="2"/>
                  </a:cubicBezTo>
                  <a:cubicBezTo>
                    <a:pt x="21" y="4"/>
                    <a:pt x="20" y="5"/>
                    <a:pt x="19" y="5"/>
                  </a:cubicBezTo>
                  <a:cubicBezTo>
                    <a:pt x="19" y="5"/>
                    <a:pt x="19" y="5"/>
                    <a:pt x="19" y="5"/>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vert="horz" wrap="square" lIns="91440" tIns="45720" rIns="91440" bIns="45720" numCol="1" anchor="ctr"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0" cap="none" spc="0" normalizeH="0" baseline="0" noProof="0">
                <a:ln>
                  <a:noFill/>
                </a:ln>
                <a:solidFill>
                  <a:srgbClr val="000000"/>
                </a:solidFill>
                <a:effectLst/>
                <a:uLnTx/>
                <a:uFillTx/>
                <a:latin typeface="Ubuntu"/>
                <a:ea typeface="+mn-ea"/>
                <a:cs typeface="+mn-cs"/>
              </a:endParaRPr>
            </a:p>
          </p:txBody>
        </p:sp>
        <p:sp>
          <p:nvSpPr>
            <p:cNvPr id="25" name="Freeform 7">
              <a:extLst>
                <a:ext uri="{FF2B5EF4-FFF2-40B4-BE49-F238E27FC236}">
                  <a16:creationId xmlns:a16="http://schemas.microsoft.com/office/drawing/2014/main" id="{A490B254-4202-01FC-5131-0FE0D737E6D8}"/>
                </a:ext>
              </a:extLst>
            </p:cNvPr>
            <p:cNvSpPr>
              <a:spLocks/>
            </p:cNvSpPr>
            <p:nvPr/>
          </p:nvSpPr>
          <p:spPr bwMode="auto">
            <a:xfrm rot="6028347">
              <a:off x="2125915" y="2539941"/>
              <a:ext cx="56539" cy="34159"/>
            </a:xfrm>
            <a:custGeom>
              <a:avLst/>
              <a:gdLst>
                <a:gd name="T0" fmla="*/ 18 w 20"/>
                <a:gd name="T1" fmla="*/ 12 h 12"/>
                <a:gd name="T2" fmla="*/ 17 w 20"/>
                <a:gd name="T3" fmla="*/ 12 h 12"/>
                <a:gd name="T4" fmla="*/ 1 w 20"/>
                <a:gd name="T5" fmla="*/ 3 h 12"/>
                <a:gd name="T6" fmla="*/ 1 w 20"/>
                <a:gd name="T7" fmla="*/ 1 h 12"/>
                <a:gd name="T8" fmla="*/ 3 w 20"/>
                <a:gd name="T9" fmla="*/ 1 h 12"/>
                <a:gd name="T10" fmla="*/ 19 w 20"/>
                <a:gd name="T11" fmla="*/ 10 h 12"/>
                <a:gd name="T12" fmla="*/ 19 w 20"/>
                <a:gd name="T13" fmla="*/ 12 h 12"/>
                <a:gd name="T14" fmla="*/ 18 w 20"/>
                <a:gd name="T15" fmla="*/ 12 h 12"/>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20" h="12">
                  <a:moveTo>
                    <a:pt x="18" y="12"/>
                  </a:moveTo>
                  <a:cubicBezTo>
                    <a:pt x="18" y="12"/>
                    <a:pt x="18" y="12"/>
                    <a:pt x="17" y="12"/>
                  </a:cubicBezTo>
                  <a:cubicBezTo>
                    <a:pt x="1" y="3"/>
                    <a:pt x="1" y="3"/>
                    <a:pt x="1" y="3"/>
                  </a:cubicBezTo>
                  <a:cubicBezTo>
                    <a:pt x="1" y="2"/>
                    <a:pt x="0" y="2"/>
                    <a:pt x="1" y="1"/>
                  </a:cubicBezTo>
                  <a:cubicBezTo>
                    <a:pt x="1" y="0"/>
                    <a:pt x="2" y="0"/>
                    <a:pt x="3" y="1"/>
                  </a:cubicBezTo>
                  <a:cubicBezTo>
                    <a:pt x="19" y="10"/>
                    <a:pt x="19" y="10"/>
                    <a:pt x="19" y="10"/>
                  </a:cubicBezTo>
                  <a:cubicBezTo>
                    <a:pt x="19" y="10"/>
                    <a:pt x="20" y="11"/>
                    <a:pt x="19" y="12"/>
                  </a:cubicBezTo>
                  <a:cubicBezTo>
                    <a:pt x="19" y="12"/>
                    <a:pt x="19" y="12"/>
                    <a:pt x="18" y="12"/>
                  </a:cubicBezTo>
                  <a:close/>
                </a:path>
              </a:pathLst>
            </a:custGeom>
            <a:grpFill/>
            <a:ln w="19050">
              <a:solidFill>
                <a:srgbClr val="FFFFFF"/>
              </a:solidFill>
            </a:ln>
            <a:extLst>
              <a:ext uri="{91240B29-F687-4f45-9708-019B960494DF}">
                <a14:hiddenLine xmlns:a14="http://schemas.microsoft.com/office/drawing/2010/main" xmlns="" w="9525">
                  <a:solidFill>
                    <a:srgbClr val="000000"/>
                  </a:solidFill>
                  <a:round/>
                  <a:headEnd/>
                  <a:tailEnd/>
                </a14:hiddenLine>
              </a:ext>
            </a:extLst>
          </p:spPr>
          <p:txBody>
            <a:bodyPr vert="horz" wrap="square" lIns="91440" tIns="45720" rIns="91440" bIns="45720" numCol="1" anchor="ctr"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0" cap="none" spc="0" normalizeH="0" baseline="0" noProof="0">
                <a:ln>
                  <a:noFill/>
                </a:ln>
                <a:solidFill>
                  <a:srgbClr val="000000"/>
                </a:solidFill>
                <a:effectLst/>
                <a:uLnTx/>
                <a:uFillTx/>
                <a:latin typeface="Ubuntu"/>
                <a:ea typeface="+mn-ea"/>
                <a:cs typeface="+mn-cs"/>
              </a:endParaRPr>
            </a:p>
          </p:txBody>
        </p:sp>
      </p:grpSp>
      <p:grpSp>
        <p:nvGrpSpPr>
          <p:cNvPr id="26" name="Group 25">
            <a:extLst>
              <a:ext uri="{FF2B5EF4-FFF2-40B4-BE49-F238E27FC236}">
                <a16:creationId xmlns:a16="http://schemas.microsoft.com/office/drawing/2014/main" id="{CAF32310-EE06-231E-078D-27ECFB856111}"/>
              </a:ext>
            </a:extLst>
          </p:cNvPr>
          <p:cNvGrpSpPr/>
          <p:nvPr/>
        </p:nvGrpSpPr>
        <p:grpSpPr>
          <a:xfrm>
            <a:off x="4687352" y="4897906"/>
            <a:ext cx="386397" cy="369329"/>
            <a:chOff x="9312522" y="3162225"/>
            <a:chExt cx="768162" cy="712150"/>
          </a:xfrm>
          <a:solidFill>
            <a:srgbClr val="FFFFFF"/>
          </a:solidFill>
        </p:grpSpPr>
        <p:sp>
          <p:nvSpPr>
            <p:cNvPr id="27" name="Freeform 176">
              <a:extLst>
                <a:ext uri="{FF2B5EF4-FFF2-40B4-BE49-F238E27FC236}">
                  <a16:creationId xmlns:a16="http://schemas.microsoft.com/office/drawing/2014/main" id="{19C06720-75EC-0E8B-F78D-9B22BEDBDD40}"/>
                </a:ext>
              </a:extLst>
            </p:cNvPr>
            <p:cNvSpPr>
              <a:spLocks noEditPoints="1"/>
            </p:cNvSpPr>
            <p:nvPr/>
          </p:nvSpPr>
          <p:spPr bwMode="auto">
            <a:xfrm>
              <a:off x="9568576" y="3511632"/>
              <a:ext cx="254720" cy="96020"/>
            </a:xfrm>
            <a:custGeom>
              <a:avLst/>
              <a:gdLst>
                <a:gd name="T0" fmla="*/ 78 w 80"/>
                <a:gd name="T1" fmla="*/ 25 h 30"/>
                <a:gd name="T2" fmla="*/ 76 w 80"/>
                <a:gd name="T3" fmla="*/ 20 h 30"/>
                <a:gd name="T4" fmla="*/ 69 w 80"/>
                <a:gd name="T5" fmla="*/ 0 h 30"/>
                <a:gd name="T6" fmla="*/ 12 w 80"/>
                <a:gd name="T7" fmla="*/ 0 h 30"/>
                <a:gd name="T8" fmla="*/ 5 w 80"/>
                <a:gd name="T9" fmla="*/ 20 h 30"/>
                <a:gd name="T10" fmla="*/ 2 w 80"/>
                <a:gd name="T11" fmla="*/ 25 h 30"/>
                <a:gd name="T12" fmla="*/ 1 w 80"/>
                <a:gd name="T13" fmla="*/ 29 h 30"/>
                <a:gd name="T14" fmla="*/ 0 w 80"/>
                <a:gd name="T15" fmla="*/ 30 h 30"/>
                <a:gd name="T16" fmla="*/ 80 w 80"/>
                <a:gd name="T17" fmla="*/ 30 h 30"/>
                <a:gd name="T18" fmla="*/ 80 w 80"/>
                <a:gd name="T19" fmla="*/ 29 h 30"/>
                <a:gd name="T20" fmla="*/ 78 w 80"/>
                <a:gd name="T21" fmla="*/ 25 h 30"/>
                <a:gd name="T22" fmla="*/ 47 w 80"/>
                <a:gd name="T23" fmla="*/ 19 h 30"/>
                <a:gd name="T24" fmla="*/ 45 w 80"/>
                <a:gd name="T25" fmla="*/ 21 h 30"/>
                <a:gd name="T26" fmla="*/ 36 w 80"/>
                <a:gd name="T27" fmla="*/ 21 h 30"/>
                <a:gd name="T28" fmla="*/ 34 w 80"/>
                <a:gd name="T29" fmla="*/ 19 h 30"/>
                <a:gd name="T30" fmla="*/ 34 w 80"/>
                <a:gd name="T31" fmla="*/ 12 h 30"/>
                <a:gd name="T32" fmla="*/ 36 w 80"/>
                <a:gd name="T33" fmla="*/ 10 h 30"/>
                <a:gd name="T34" fmla="*/ 45 w 80"/>
                <a:gd name="T35" fmla="*/ 10 h 30"/>
                <a:gd name="T36" fmla="*/ 47 w 80"/>
                <a:gd name="T37" fmla="*/ 12 h 30"/>
                <a:gd name="T38" fmla="*/ 47 w 80"/>
                <a:gd name="T39" fmla="*/ 19 h 3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80" h="30">
                  <a:moveTo>
                    <a:pt x="78" y="25"/>
                  </a:moveTo>
                  <a:cubicBezTo>
                    <a:pt x="77" y="23"/>
                    <a:pt x="76" y="21"/>
                    <a:pt x="76" y="20"/>
                  </a:cubicBezTo>
                  <a:cubicBezTo>
                    <a:pt x="72" y="12"/>
                    <a:pt x="70" y="6"/>
                    <a:pt x="69" y="0"/>
                  </a:cubicBezTo>
                  <a:cubicBezTo>
                    <a:pt x="12" y="0"/>
                    <a:pt x="12" y="0"/>
                    <a:pt x="12" y="0"/>
                  </a:cubicBezTo>
                  <a:cubicBezTo>
                    <a:pt x="11" y="6"/>
                    <a:pt x="8" y="12"/>
                    <a:pt x="5" y="20"/>
                  </a:cubicBezTo>
                  <a:cubicBezTo>
                    <a:pt x="4" y="21"/>
                    <a:pt x="3" y="23"/>
                    <a:pt x="2" y="25"/>
                  </a:cubicBezTo>
                  <a:cubicBezTo>
                    <a:pt x="2" y="26"/>
                    <a:pt x="1" y="28"/>
                    <a:pt x="1" y="29"/>
                  </a:cubicBezTo>
                  <a:cubicBezTo>
                    <a:pt x="0" y="29"/>
                    <a:pt x="0" y="29"/>
                    <a:pt x="0" y="30"/>
                  </a:cubicBezTo>
                  <a:cubicBezTo>
                    <a:pt x="80" y="30"/>
                    <a:pt x="80" y="30"/>
                    <a:pt x="80" y="30"/>
                  </a:cubicBezTo>
                  <a:cubicBezTo>
                    <a:pt x="80" y="29"/>
                    <a:pt x="80" y="29"/>
                    <a:pt x="80" y="29"/>
                  </a:cubicBezTo>
                  <a:cubicBezTo>
                    <a:pt x="79" y="28"/>
                    <a:pt x="79" y="26"/>
                    <a:pt x="78" y="25"/>
                  </a:cubicBezTo>
                  <a:close/>
                  <a:moveTo>
                    <a:pt x="47" y="19"/>
                  </a:moveTo>
                  <a:cubicBezTo>
                    <a:pt x="47" y="20"/>
                    <a:pt x="46" y="21"/>
                    <a:pt x="45" y="21"/>
                  </a:cubicBezTo>
                  <a:cubicBezTo>
                    <a:pt x="36" y="21"/>
                    <a:pt x="36" y="21"/>
                    <a:pt x="36" y="21"/>
                  </a:cubicBezTo>
                  <a:cubicBezTo>
                    <a:pt x="35" y="21"/>
                    <a:pt x="34" y="20"/>
                    <a:pt x="34" y="19"/>
                  </a:cubicBezTo>
                  <a:cubicBezTo>
                    <a:pt x="34" y="12"/>
                    <a:pt x="34" y="12"/>
                    <a:pt x="34" y="12"/>
                  </a:cubicBezTo>
                  <a:cubicBezTo>
                    <a:pt x="34" y="11"/>
                    <a:pt x="35" y="10"/>
                    <a:pt x="36" y="10"/>
                  </a:cubicBezTo>
                  <a:cubicBezTo>
                    <a:pt x="45" y="10"/>
                    <a:pt x="45" y="10"/>
                    <a:pt x="45" y="10"/>
                  </a:cubicBezTo>
                  <a:cubicBezTo>
                    <a:pt x="46" y="10"/>
                    <a:pt x="47" y="11"/>
                    <a:pt x="47" y="12"/>
                  </a:cubicBezTo>
                  <a:lnTo>
                    <a:pt x="47" y="19"/>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ctr"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0" cap="none" spc="0" normalizeH="0" baseline="0" noProof="0">
                <a:ln>
                  <a:noFill/>
                </a:ln>
                <a:solidFill>
                  <a:prstClr val="black"/>
                </a:solidFill>
                <a:effectLst/>
                <a:uLnTx/>
                <a:uFillTx/>
                <a:latin typeface="Ubuntu"/>
                <a:ea typeface="+mn-ea"/>
                <a:cs typeface="+mn-cs"/>
              </a:endParaRPr>
            </a:p>
          </p:txBody>
        </p:sp>
        <p:sp>
          <p:nvSpPr>
            <p:cNvPr id="28" name="Freeform 177">
              <a:extLst>
                <a:ext uri="{FF2B5EF4-FFF2-40B4-BE49-F238E27FC236}">
                  <a16:creationId xmlns:a16="http://schemas.microsoft.com/office/drawing/2014/main" id="{F3076142-1C23-2A06-BAA5-BACA994ACF2D}"/>
                </a:ext>
              </a:extLst>
            </p:cNvPr>
            <p:cNvSpPr>
              <a:spLocks/>
            </p:cNvSpPr>
            <p:nvPr/>
          </p:nvSpPr>
          <p:spPr bwMode="auto">
            <a:xfrm>
              <a:off x="9445884" y="3162225"/>
              <a:ext cx="504106" cy="429423"/>
            </a:xfrm>
            <a:custGeom>
              <a:avLst/>
              <a:gdLst>
                <a:gd name="T0" fmla="*/ 7 w 159"/>
                <a:gd name="T1" fmla="*/ 133 h 135"/>
                <a:gd name="T2" fmla="*/ 7 w 159"/>
                <a:gd name="T3" fmla="*/ 131 h 135"/>
                <a:gd name="T4" fmla="*/ 8 w 159"/>
                <a:gd name="T5" fmla="*/ 130 h 135"/>
                <a:gd name="T6" fmla="*/ 8 w 159"/>
                <a:gd name="T7" fmla="*/ 129 h 135"/>
                <a:gd name="T8" fmla="*/ 10 w 159"/>
                <a:gd name="T9" fmla="*/ 125 h 135"/>
                <a:gd name="T10" fmla="*/ 13 w 159"/>
                <a:gd name="T11" fmla="*/ 117 h 135"/>
                <a:gd name="T12" fmla="*/ 15 w 159"/>
                <a:gd name="T13" fmla="*/ 113 h 135"/>
                <a:gd name="T14" fmla="*/ 16 w 159"/>
                <a:gd name="T15" fmla="*/ 110 h 135"/>
                <a:gd name="T16" fmla="*/ 15 w 159"/>
                <a:gd name="T17" fmla="*/ 109 h 135"/>
                <a:gd name="T18" fmla="*/ 15 w 159"/>
                <a:gd name="T19" fmla="*/ 15 h 135"/>
                <a:gd name="T20" fmla="*/ 17 w 159"/>
                <a:gd name="T21" fmla="*/ 13 h 135"/>
                <a:gd name="T22" fmla="*/ 142 w 159"/>
                <a:gd name="T23" fmla="*/ 13 h 135"/>
                <a:gd name="T24" fmla="*/ 144 w 159"/>
                <a:gd name="T25" fmla="*/ 15 h 135"/>
                <a:gd name="T26" fmla="*/ 144 w 159"/>
                <a:gd name="T27" fmla="*/ 109 h 135"/>
                <a:gd name="T28" fmla="*/ 142 w 159"/>
                <a:gd name="T29" fmla="*/ 110 h 135"/>
                <a:gd name="T30" fmla="*/ 142 w 159"/>
                <a:gd name="T31" fmla="*/ 110 h 135"/>
                <a:gd name="T32" fmla="*/ 144 w 159"/>
                <a:gd name="T33" fmla="*/ 113 h 135"/>
                <a:gd name="T34" fmla="*/ 145 w 159"/>
                <a:gd name="T35" fmla="*/ 117 h 135"/>
                <a:gd name="T36" fmla="*/ 149 w 159"/>
                <a:gd name="T37" fmla="*/ 125 h 135"/>
                <a:gd name="T38" fmla="*/ 150 w 159"/>
                <a:gd name="T39" fmla="*/ 129 h 135"/>
                <a:gd name="T40" fmla="*/ 151 w 159"/>
                <a:gd name="T41" fmla="*/ 130 h 135"/>
                <a:gd name="T42" fmla="*/ 151 w 159"/>
                <a:gd name="T43" fmla="*/ 131 h 135"/>
                <a:gd name="T44" fmla="*/ 152 w 159"/>
                <a:gd name="T45" fmla="*/ 133 h 135"/>
                <a:gd name="T46" fmla="*/ 156 w 159"/>
                <a:gd name="T47" fmla="*/ 135 h 135"/>
                <a:gd name="T48" fmla="*/ 159 w 159"/>
                <a:gd name="T49" fmla="*/ 127 h 135"/>
                <a:gd name="T50" fmla="*/ 159 w 159"/>
                <a:gd name="T51" fmla="*/ 81 h 135"/>
                <a:gd name="T52" fmla="*/ 159 w 159"/>
                <a:gd name="T53" fmla="*/ 64 h 135"/>
                <a:gd name="T54" fmla="*/ 159 w 159"/>
                <a:gd name="T55" fmla="*/ 49 h 135"/>
                <a:gd name="T56" fmla="*/ 159 w 159"/>
                <a:gd name="T57" fmla="*/ 13 h 135"/>
                <a:gd name="T58" fmla="*/ 146 w 159"/>
                <a:gd name="T59" fmla="*/ 0 h 135"/>
                <a:gd name="T60" fmla="*/ 13 w 159"/>
                <a:gd name="T61" fmla="*/ 0 h 135"/>
                <a:gd name="T62" fmla="*/ 0 w 159"/>
                <a:gd name="T63" fmla="*/ 13 h 135"/>
                <a:gd name="T64" fmla="*/ 0 w 159"/>
                <a:gd name="T65" fmla="*/ 48 h 135"/>
                <a:gd name="T66" fmla="*/ 0 w 159"/>
                <a:gd name="T67" fmla="*/ 64 h 135"/>
                <a:gd name="T68" fmla="*/ 0 w 159"/>
                <a:gd name="T69" fmla="*/ 69 h 135"/>
                <a:gd name="T70" fmla="*/ 0 w 159"/>
                <a:gd name="T71" fmla="*/ 127 h 135"/>
                <a:gd name="T72" fmla="*/ 3 w 159"/>
                <a:gd name="T73" fmla="*/ 135 h 135"/>
                <a:gd name="T74" fmla="*/ 7 w 159"/>
                <a:gd name="T75" fmla="*/ 133 h 1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159" h="135">
                  <a:moveTo>
                    <a:pt x="7" y="133"/>
                  </a:moveTo>
                  <a:cubicBezTo>
                    <a:pt x="7" y="131"/>
                    <a:pt x="7" y="131"/>
                    <a:pt x="7" y="131"/>
                  </a:cubicBezTo>
                  <a:cubicBezTo>
                    <a:pt x="8" y="130"/>
                    <a:pt x="8" y="130"/>
                    <a:pt x="8" y="130"/>
                  </a:cubicBezTo>
                  <a:cubicBezTo>
                    <a:pt x="8" y="129"/>
                    <a:pt x="8" y="129"/>
                    <a:pt x="8" y="129"/>
                  </a:cubicBezTo>
                  <a:cubicBezTo>
                    <a:pt x="10" y="125"/>
                    <a:pt x="10" y="125"/>
                    <a:pt x="10" y="125"/>
                  </a:cubicBezTo>
                  <a:cubicBezTo>
                    <a:pt x="13" y="117"/>
                    <a:pt x="13" y="117"/>
                    <a:pt x="13" y="117"/>
                  </a:cubicBezTo>
                  <a:cubicBezTo>
                    <a:pt x="14" y="116"/>
                    <a:pt x="14" y="114"/>
                    <a:pt x="15" y="113"/>
                  </a:cubicBezTo>
                  <a:cubicBezTo>
                    <a:pt x="15" y="112"/>
                    <a:pt x="16" y="111"/>
                    <a:pt x="16" y="110"/>
                  </a:cubicBezTo>
                  <a:cubicBezTo>
                    <a:pt x="16" y="110"/>
                    <a:pt x="15" y="109"/>
                    <a:pt x="15" y="109"/>
                  </a:cubicBezTo>
                  <a:cubicBezTo>
                    <a:pt x="15" y="15"/>
                    <a:pt x="15" y="15"/>
                    <a:pt x="15" y="15"/>
                  </a:cubicBezTo>
                  <a:cubicBezTo>
                    <a:pt x="15" y="14"/>
                    <a:pt x="16" y="13"/>
                    <a:pt x="17" y="13"/>
                  </a:cubicBezTo>
                  <a:cubicBezTo>
                    <a:pt x="142" y="13"/>
                    <a:pt x="142" y="13"/>
                    <a:pt x="142" y="13"/>
                  </a:cubicBezTo>
                  <a:cubicBezTo>
                    <a:pt x="143" y="13"/>
                    <a:pt x="144" y="14"/>
                    <a:pt x="144" y="15"/>
                  </a:cubicBezTo>
                  <a:cubicBezTo>
                    <a:pt x="144" y="109"/>
                    <a:pt x="144" y="109"/>
                    <a:pt x="144" y="109"/>
                  </a:cubicBezTo>
                  <a:cubicBezTo>
                    <a:pt x="144" y="109"/>
                    <a:pt x="143" y="110"/>
                    <a:pt x="142" y="110"/>
                  </a:cubicBezTo>
                  <a:cubicBezTo>
                    <a:pt x="142" y="110"/>
                    <a:pt x="142" y="110"/>
                    <a:pt x="142" y="110"/>
                  </a:cubicBezTo>
                  <a:cubicBezTo>
                    <a:pt x="143" y="111"/>
                    <a:pt x="143" y="112"/>
                    <a:pt x="144" y="113"/>
                  </a:cubicBezTo>
                  <a:cubicBezTo>
                    <a:pt x="144" y="114"/>
                    <a:pt x="145" y="116"/>
                    <a:pt x="145" y="117"/>
                  </a:cubicBezTo>
                  <a:cubicBezTo>
                    <a:pt x="149" y="125"/>
                    <a:pt x="149" y="125"/>
                    <a:pt x="149" y="125"/>
                  </a:cubicBezTo>
                  <a:cubicBezTo>
                    <a:pt x="150" y="129"/>
                    <a:pt x="150" y="129"/>
                    <a:pt x="150" y="129"/>
                  </a:cubicBezTo>
                  <a:cubicBezTo>
                    <a:pt x="151" y="130"/>
                    <a:pt x="151" y="130"/>
                    <a:pt x="151" y="130"/>
                  </a:cubicBezTo>
                  <a:cubicBezTo>
                    <a:pt x="151" y="131"/>
                    <a:pt x="151" y="131"/>
                    <a:pt x="151" y="131"/>
                  </a:cubicBezTo>
                  <a:cubicBezTo>
                    <a:pt x="152" y="133"/>
                    <a:pt x="152" y="133"/>
                    <a:pt x="152" y="133"/>
                  </a:cubicBezTo>
                  <a:cubicBezTo>
                    <a:pt x="153" y="134"/>
                    <a:pt x="155" y="134"/>
                    <a:pt x="156" y="135"/>
                  </a:cubicBezTo>
                  <a:cubicBezTo>
                    <a:pt x="158" y="133"/>
                    <a:pt x="159" y="130"/>
                    <a:pt x="159" y="127"/>
                  </a:cubicBezTo>
                  <a:cubicBezTo>
                    <a:pt x="159" y="81"/>
                    <a:pt x="159" y="81"/>
                    <a:pt x="159" y="81"/>
                  </a:cubicBezTo>
                  <a:cubicBezTo>
                    <a:pt x="159" y="76"/>
                    <a:pt x="159" y="70"/>
                    <a:pt x="159" y="64"/>
                  </a:cubicBezTo>
                  <a:cubicBezTo>
                    <a:pt x="159" y="49"/>
                    <a:pt x="159" y="49"/>
                    <a:pt x="159" y="49"/>
                  </a:cubicBezTo>
                  <a:cubicBezTo>
                    <a:pt x="159" y="13"/>
                    <a:pt x="159" y="13"/>
                    <a:pt x="159" y="13"/>
                  </a:cubicBezTo>
                  <a:cubicBezTo>
                    <a:pt x="159" y="6"/>
                    <a:pt x="153" y="0"/>
                    <a:pt x="146" y="0"/>
                  </a:cubicBezTo>
                  <a:cubicBezTo>
                    <a:pt x="13" y="0"/>
                    <a:pt x="13" y="0"/>
                    <a:pt x="13" y="0"/>
                  </a:cubicBezTo>
                  <a:cubicBezTo>
                    <a:pt x="6" y="0"/>
                    <a:pt x="0" y="6"/>
                    <a:pt x="0" y="13"/>
                  </a:cubicBezTo>
                  <a:cubicBezTo>
                    <a:pt x="0" y="48"/>
                    <a:pt x="0" y="48"/>
                    <a:pt x="0" y="48"/>
                  </a:cubicBezTo>
                  <a:cubicBezTo>
                    <a:pt x="0" y="64"/>
                    <a:pt x="0" y="64"/>
                    <a:pt x="0" y="64"/>
                  </a:cubicBezTo>
                  <a:cubicBezTo>
                    <a:pt x="0" y="66"/>
                    <a:pt x="0" y="67"/>
                    <a:pt x="0" y="69"/>
                  </a:cubicBezTo>
                  <a:cubicBezTo>
                    <a:pt x="0" y="127"/>
                    <a:pt x="0" y="127"/>
                    <a:pt x="0" y="127"/>
                  </a:cubicBezTo>
                  <a:cubicBezTo>
                    <a:pt x="0" y="130"/>
                    <a:pt x="1" y="133"/>
                    <a:pt x="3" y="135"/>
                  </a:cubicBezTo>
                  <a:cubicBezTo>
                    <a:pt x="4" y="134"/>
                    <a:pt x="6" y="134"/>
                    <a:pt x="7" y="13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ctr"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0" cap="none" spc="0" normalizeH="0" baseline="0" noProof="0">
                <a:ln>
                  <a:noFill/>
                </a:ln>
                <a:solidFill>
                  <a:prstClr val="black"/>
                </a:solidFill>
                <a:effectLst/>
                <a:uLnTx/>
                <a:uFillTx/>
                <a:latin typeface="Ubuntu"/>
                <a:ea typeface="+mn-ea"/>
                <a:cs typeface="+mn-cs"/>
              </a:endParaRPr>
            </a:p>
          </p:txBody>
        </p:sp>
        <p:sp>
          <p:nvSpPr>
            <p:cNvPr id="29" name="Freeform 178">
              <a:extLst>
                <a:ext uri="{FF2B5EF4-FFF2-40B4-BE49-F238E27FC236}">
                  <a16:creationId xmlns:a16="http://schemas.microsoft.com/office/drawing/2014/main" id="{E2664C1E-1265-C5FB-EA31-901194D197D4}"/>
                </a:ext>
              </a:extLst>
            </p:cNvPr>
            <p:cNvSpPr>
              <a:spLocks/>
            </p:cNvSpPr>
            <p:nvPr/>
          </p:nvSpPr>
          <p:spPr bwMode="auto">
            <a:xfrm>
              <a:off x="9800625" y="3366268"/>
              <a:ext cx="280059" cy="421422"/>
            </a:xfrm>
            <a:custGeom>
              <a:avLst/>
              <a:gdLst>
                <a:gd name="T0" fmla="*/ 36 w 88"/>
                <a:gd name="T1" fmla="*/ 133 h 133"/>
                <a:gd name="T2" fmla="*/ 73 w 88"/>
                <a:gd name="T3" fmla="*/ 132 h 133"/>
                <a:gd name="T4" fmla="*/ 75 w 88"/>
                <a:gd name="T5" fmla="*/ 110 h 133"/>
                <a:gd name="T6" fmla="*/ 88 w 88"/>
                <a:gd name="T7" fmla="*/ 63 h 133"/>
                <a:gd name="T8" fmla="*/ 80 w 88"/>
                <a:gd name="T9" fmla="*/ 43 h 133"/>
                <a:gd name="T10" fmla="*/ 52 w 88"/>
                <a:gd name="T11" fmla="*/ 0 h 133"/>
                <a:gd name="T12" fmla="*/ 50 w 88"/>
                <a:gd name="T13" fmla="*/ 75 h 133"/>
                <a:gd name="T14" fmla="*/ 46 w 88"/>
                <a:gd name="T15" fmla="*/ 77 h 133"/>
                <a:gd name="T16" fmla="*/ 39 w 88"/>
                <a:gd name="T17" fmla="*/ 75 h 133"/>
                <a:gd name="T18" fmla="*/ 35 w 88"/>
                <a:gd name="T19" fmla="*/ 73 h 133"/>
                <a:gd name="T20" fmla="*/ 35 w 88"/>
                <a:gd name="T21" fmla="*/ 72 h 133"/>
                <a:gd name="T22" fmla="*/ 34 w 88"/>
                <a:gd name="T23" fmla="*/ 68 h 133"/>
                <a:gd name="T24" fmla="*/ 32 w 88"/>
                <a:gd name="T25" fmla="*/ 63 h 133"/>
                <a:gd name="T26" fmla="*/ 28 w 88"/>
                <a:gd name="T27" fmla="*/ 55 h 133"/>
                <a:gd name="T28" fmla="*/ 27 w 88"/>
                <a:gd name="T29" fmla="*/ 52 h 133"/>
                <a:gd name="T30" fmla="*/ 24 w 88"/>
                <a:gd name="T31" fmla="*/ 46 h 133"/>
                <a:gd name="T32" fmla="*/ 8 w 88"/>
                <a:gd name="T33" fmla="*/ 34 h 133"/>
                <a:gd name="T34" fmla="*/ 4 w 88"/>
                <a:gd name="T35" fmla="*/ 35 h 133"/>
                <a:gd name="T36" fmla="*/ 1 w 88"/>
                <a:gd name="T37" fmla="*/ 46 h 133"/>
                <a:gd name="T38" fmla="*/ 8 w 88"/>
                <a:gd name="T39" fmla="*/ 63 h 133"/>
                <a:gd name="T40" fmla="*/ 12 w 88"/>
                <a:gd name="T41" fmla="*/ 72 h 133"/>
                <a:gd name="T42" fmla="*/ 13 w 88"/>
                <a:gd name="T43" fmla="*/ 76 h 133"/>
                <a:gd name="T44" fmla="*/ 16 w 88"/>
                <a:gd name="T45" fmla="*/ 82 h 133"/>
                <a:gd name="T46" fmla="*/ 31 w 88"/>
                <a:gd name="T47" fmla="*/ 109 h 133"/>
                <a:gd name="T48" fmla="*/ 36 w 88"/>
                <a:gd name="T49" fmla="*/ 133 h 13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88" h="133">
                  <a:moveTo>
                    <a:pt x="36" y="133"/>
                  </a:moveTo>
                  <a:cubicBezTo>
                    <a:pt x="73" y="132"/>
                    <a:pt x="73" y="132"/>
                    <a:pt x="73" y="132"/>
                  </a:cubicBezTo>
                  <a:cubicBezTo>
                    <a:pt x="68" y="125"/>
                    <a:pt x="75" y="110"/>
                    <a:pt x="75" y="110"/>
                  </a:cubicBezTo>
                  <a:cubicBezTo>
                    <a:pt x="75" y="110"/>
                    <a:pt x="88" y="69"/>
                    <a:pt x="88" y="63"/>
                  </a:cubicBezTo>
                  <a:cubicBezTo>
                    <a:pt x="87" y="58"/>
                    <a:pt x="85" y="55"/>
                    <a:pt x="80" y="43"/>
                  </a:cubicBezTo>
                  <a:cubicBezTo>
                    <a:pt x="75" y="32"/>
                    <a:pt x="52" y="0"/>
                    <a:pt x="52" y="0"/>
                  </a:cubicBezTo>
                  <a:cubicBezTo>
                    <a:pt x="52" y="0"/>
                    <a:pt x="55" y="69"/>
                    <a:pt x="50" y="75"/>
                  </a:cubicBezTo>
                  <a:cubicBezTo>
                    <a:pt x="49" y="76"/>
                    <a:pt x="48" y="77"/>
                    <a:pt x="46" y="77"/>
                  </a:cubicBezTo>
                  <a:cubicBezTo>
                    <a:pt x="44" y="77"/>
                    <a:pt x="41" y="76"/>
                    <a:pt x="39" y="75"/>
                  </a:cubicBezTo>
                  <a:cubicBezTo>
                    <a:pt x="37" y="74"/>
                    <a:pt x="35" y="73"/>
                    <a:pt x="35" y="73"/>
                  </a:cubicBezTo>
                  <a:cubicBezTo>
                    <a:pt x="35" y="73"/>
                    <a:pt x="35" y="73"/>
                    <a:pt x="35" y="72"/>
                  </a:cubicBezTo>
                  <a:cubicBezTo>
                    <a:pt x="35" y="72"/>
                    <a:pt x="35" y="70"/>
                    <a:pt x="34" y="68"/>
                  </a:cubicBezTo>
                  <a:cubicBezTo>
                    <a:pt x="33" y="66"/>
                    <a:pt x="32" y="65"/>
                    <a:pt x="32" y="63"/>
                  </a:cubicBezTo>
                  <a:cubicBezTo>
                    <a:pt x="30" y="60"/>
                    <a:pt x="29" y="57"/>
                    <a:pt x="28" y="55"/>
                  </a:cubicBezTo>
                  <a:cubicBezTo>
                    <a:pt x="28" y="54"/>
                    <a:pt x="27" y="53"/>
                    <a:pt x="27" y="52"/>
                  </a:cubicBezTo>
                  <a:cubicBezTo>
                    <a:pt x="26" y="50"/>
                    <a:pt x="25" y="48"/>
                    <a:pt x="24" y="46"/>
                  </a:cubicBezTo>
                  <a:cubicBezTo>
                    <a:pt x="20" y="40"/>
                    <a:pt x="14" y="34"/>
                    <a:pt x="8" y="34"/>
                  </a:cubicBezTo>
                  <a:cubicBezTo>
                    <a:pt x="6" y="34"/>
                    <a:pt x="5" y="34"/>
                    <a:pt x="4" y="35"/>
                  </a:cubicBezTo>
                  <a:cubicBezTo>
                    <a:pt x="0" y="37"/>
                    <a:pt x="0" y="41"/>
                    <a:pt x="1" y="46"/>
                  </a:cubicBezTo>
                  <a:cubicBezTo>
                    <a:pt x="2" y="51"/>
                    <a:pt x="5" y="57"/>
                    <a:pt x="8" y="63"/>
                  </a:cubicBezTo>
                  <a:cubicBezTo>
                    <a:pt x="9" y="66"/>
                    <a:pt x="10" y="70"/>
                    <a:pt x="12" y="72"/>
                  </a:cubicBezTo>
                  <a:cubicBezTo>
                    <a:pt x="12" y="74"/>
                    <a:pt x="13" y="75"/>
                    <a:pt x="13" y="76"/>
                  </a:cubicBezTo>
                  <a:cubicBezTo>
                    <a:pt x="14" y="78"/>
                    <a:pt x="15" y="81"/>
                    <a:pt x="16" y="82"/>
                  </a:cubicBezTo>
                  <a:cubicBezTo>
                    <a:pt x="21" y="96"/>
                    <a:pt x="31" y="109"/>
                    <a:pt x="31" y="109"/>
                  </a:cubicBezTo>
                  <a:lnTo>
                    <a:pt x="36" y="133"/>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ctr"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0" cap="none" spc="0" normalizeH="0" baseline="0" noProof="0">
                <a:ln>
                  <a:noFill/>
                </a:ln>
                <a:solidFill>
                  <a:prstClr val="black"/>
                </a:solidFill>
                <a:effectLst/>
                <a:uLnTx/>
                <a:uFillTx/>
                <a:latin typeface="Ubuntu"/>
                <a:ea typeface="+mn-ea"/>
                <a:cs typeface="+mn-cs"/>
              </a:endParaRPr>
            </a:p>
          </p:txBody>
        </p:sp>
        <p:sp>
          <p:nvSpPr>
            <p:cNvPr id="30" name="Freeform 179">
              <a:extLst>
                <a:ext uri="{FF2B5EF4-FFF2-40B4-BE49-F238E27FC236}">
                  <a16:creationId xmlns:a16="http://schemas.microsoft.com/office/drawing/2014/main" id="{1C5D9ECC-260B-2C78-3B2A-CC34454D89F7}"/>
                </a:ext>
              </a:extLst>
            </p:cNvPr>
            <p:cNvSpPr>
              <a:spLocks/>
            </p:cNvSpPr>
            <p:nvPr/>
          </p:nvSpPr>
          <p:spPr bwMode="auto">
            <a:xfrm>
              <a:off x="9889976" y="3801026"/>
              <a:ext cx="158700" cy="73349"/>
            </a:xfrm>
            <a:custGeom>
              <a:avLst/>
              <a:gdLst>
                <a:gd name="T0" fmla="*/ 7 w 119"/>
                <a:gd name="T1" fmla="*/ 0 h 55"/>
                <a:gd name="T2" fmla="*/ 0 w 119"/>
                <a:gd name="T3" fmla="*/ 0 h 55"/>
                <a:gd name="T4" fmla="*/ 0 w 119"/>
                <a:gd name="T5" fmla="*/ 55 h 55"/>
                <a:gd name="T6" fmla="*/ 119 w 119"/>
                <a:gd name="T7" fmla="*/ 55 h 55"/>
                <a:gd name="T8" fmla="*/ 119 w 119"/>
                <a:gd name="T9" fmla="*/ 0 h 55"/>
                <a:gd name="T10" fmla="*/ 119 w 119"/>
                <a:gd name="T11" fmla="*/ 0 h 55"/>
                <a:gd name="T12" fmla="*/ 7 w 119"/>
                <a:gd name="T13" fmla="*/ 0 h 55"/>
              </a:gdLst>
              <a:ahLst/>
              <a:cxnLst>
                <a:cxn ang="0">
                  <a:pos x="T0" y="T1"/>
                </a:cxn>
                <a:cxn ang="0">
                  <a:pos x="T2" y="T3"/>
                </a:cxn>
                <a:cxn ang="0">
                  <a:pos x="T4" y="T5"/>
                </a:cxn>
                <a:cxn ang="0">
                  <a:pos x="T6" y="T7"/>
                </a:cxn>
                <a:cxn ang="0">
                  <a:pos x="T8" y="T9"/>
                </a:cxn>
                <a:cxn ang="0">
                  <a:pos x="T10" y="T11"/>
                </a:cxn>
                <a:cxn ang="0">
                  <a:pos x="T12" y="T13"/>
                </a:cxn>
              </a:cxnLst>
              <a:rect l="0" t="0" r="r" b="b"/>
              <a:pathLst>
                <a:path w="119" h="55">
                  <a:moveTo>
                    <a:pt x="7" y="0"/>
                  </a:moveTo>
                  <a:lnTo>
                    <a:pt x="0" y="0"/>
                  </a:lnTo>
                  <a:lnTo>
                    <a:pt x="0" y="55"/>
                  </a:lnTo>
                  <a:lnTo>
                    <a:pt x="119" y="55"/>
                  </a:lnTo>
                  <a:lnTo>
                    <a:pt x="119" y="0"/>
                  </a:lnTo>
                  <a:lnTo>
                    <a:pt x="119" y="0"/>
                  </a:lnTo>
                  <a:lnTo>
                    <a:pt x="7"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ctr"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0" cap="none" spc="0" normalizeH="0" baseline="0" noProof="0">
                <a:ln>
                  <a:noFill/>
                </a:ln>
                <a:solidFill>
                  <a:prstClr val="black"/>
                </a:solidFill>
                <a:effectLst/>
                <a:uLnTx/>
                <a:uFillTx/>
                <a:latin typeface="Ubuntu"/>
                <a:ea typeface="+mn-ea"/>
                <a:cs typeface="+mn-cs"/>
              </a:endParaRPr>
            </a:p>
          </p:txBody>
        </p:sp>
        <p:sp>
          <p:nvSpPr>
            <p:cNvPr id="31" name="Freeform 180">
              <a:extLst>
                <a:ext uri="{FF2B5EF4-FFF2-40B4-BE49-F238E27FC236}">
                  <a16:creationId xmlns:a16="http://schemas.microsoft.com/office/drawing/2014/main" id="{AE141CFF-0418-37DF-9BB0-A963086A501B}"/>
                </a:ext>
              </a:extLst>
            </p:cNvPr>
            <p:cNvSpPr>
              <a:spLocks/>
            </p:cNvSpPr>
            <p:nvPr/>
          </p:nvSpPr>
          <p:spPr bwMode="auto">
            <a:xfrm>
              <a:off x="9312522" y="3366268"/>
              <a:ext cx="281393" cy="421422"/>
            </a:xfrm>
            <a:custGeom>
              <a:avLst/>
              <a:gdLst>
                <a:gd name="T0" fmla="*/ 85 w 89"/>
                <a:gd name="T1" fmla="*/ 35 h 133"/>
                <a:gd name="T2" fmla="*/ 81 w 89"/>
                <a:gd name="T3" fmla="*/ 34 h 133"/>
                <a:gd name="T4" fmla="*/ 65 w 89"/>
                <a:gd name="T5" fmla="*/ 46 h 133"/>
                <a:gd name="T6" fmla="*/ 62 w 89"/>
                <a:gd name="T7" fmla="*/ 52 h 133"/>
                <a:gd name="T8" fmla="*/ 60 w 89"/>
                <a:gd name="T9" fmla="*/ 55 h 133"/>
                <a:gd name="T10" fmla="*/ 57 w 89"/>
                <a:gd name="T11" fmla="*/ 63 h 133"/>
                <a:gd name="T12" fmla="*/ 55 w 89"/>
                <a:gd name="T13" fmla="*/ 68 h 133"/>
                <a:gd name="T14" fmla="*/ 53 w 89"/>
                <a:gd name="T15" fmla="*/ 72 h 133"/>
                <a:gd name="T16" fmla="*/ 53 w 89"/>
                <a:gd name="T17" fmla="*/ 73 h 133"/>
                <a:gd name="T18" fmla="*/ 50 w 89"/>
                <a:gd name="T19" fmla="*/ 75 h 133"/>
                <a:gd name="T20" fmla="*/ 42 w 89"/>
                <a:gd name="T21" fmla="*/ 77 h 133"/>
                <a:gd name="T22" fmla="*/ 38 w 89"/>
                <a:gd name="T23" fmla="*/ 75 h 133"/>
                <a:gd name="T24" fmla="*/ 37 w 89"/>
                <a:gd name="T25" fmla="*/ 0 h 133"/>
                <a:gd name="T26" fmla="*/ 8 w 89"/>
                <a:gd name="T27" fmla="*/ 43 h 133"/>
                <a:gd name="T28" fmla="*/ 1 w 89"/>
                <a:gd name="T29" fmla="*/ 63 h 133"/>
                <a:gd name="T30" fmla="*/ 13 w 89"/>
                <a:gd name="T31" fmla="*/ 110 h 133"/>
                <a:gd name="T32" fmla="*/ 16 w 89"/>
                <a:gd name="T33" fmla="*/ 132 h 133"/>
                <a:gd name="T34" fmla="*/ 52 w 89"/>
                <a:gd name="T35" fmla="*/ 133 h 133"/>
                <a:gd name="T36" fmla="*/ 58 w 89"/>
                <a:gd name="T37" fmla="*/ 109 h 133"/>
                <a:gd name="T38" fmla="*/ 72 w 89"/>
                <a:gd name="T39" fmla="*/ 82 h 133"/>
                <a:gd name="T40" fmla="*/ 75 w 89"/>
                <a:gd name="T41" fmla="*/ 76 h 133"/>
                <a:gd name="T42" fmla="*/ 77 w 89"/>
                <a:gd name="T43" fmla="*/ 72 h 133"/>
                <a:gd name="T44" fmla="*/ 81 w 89"/>
                <a:gd name="T45" fmla="*/ 63 h 133"/>
                <a:gd name="T46" fmla="*/ 87 w 89"/>
                <a:gd name="T47" fmla="*/ 46 h 133"/>
                <a:gd name="T48" fmla="*/ 85 w 89"/>
                <a:gd name="T49" fmla="*/ 35 h 13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89" h="133">
                  <a:moveTo>
                    <a:pt x="85" y="35"/>
                  </a:moveTo>
                  <a:cubicBezTo>
                    <a:pt x="83" y="34"/>
                    <a:pt x="82" y="34"/>
                    <a:pt x="81" y="34"/>
                  </a:cubicBezTo>
                  <a:cubicBezTo>
                    <a:pt x="75" y="34"/>
                    <a:pt x="69" y="40"/>
                    <a:pt x="65" y="46"/>
                  </a:cubicBezTo>
                  <a:cubicBezTo>
                    <a:pt x="64" y="48"/>
                    <a:pt x="62" y="50"/>
                    <a:pt x="62" y="52"/>
                  </a:cubicBezTo>
                  <a:cubicBezTo>
                    <a:pt x="61" y="53"/>
                    <a:pt x="60" y="54"/>
                    <a:pt x="60" y="55"/>
                  </a:cubicBezTo>
                  <a:cubicBezTo>
                    <a:pt x="59" y="57"/>
                    <a:pt x="58" y="60"/>
                    <a:pt x="57" y="63"/>
                  </a:cubicBezTo>
                  <a:cubicBezTo>
                    <a:pt x="56" y="65"/>
                    <a:pt x="55" y="66"/>
                    <a:pt x="55" y="68"/>
                  </a:cubicBezTo>
                  <a:cubicBezTo>
                    <a:pt x="54" y="70"/>
                    <a:pt x="53" y="72"/>
                    <a:pt x="53" y="72"/>
                  </a:cubicBezTo>
                  <a:cubicBezTo>
                    <a:pt x="53" y="73"/>
                    <a:pt x="53" y="73"/>
                    <a:pt x="53" y="73"/>
                  </a:cubicBezTo>
                  <a:cubicBezTo>
                    <a:pt x="53" y="73"/>
                    <a:pt x="52" y="74"/>
                    <a:pt x="50" y="75"/>
                  </a:cubicBezTo>
                  <a:cubicBezTo>
                    <a:pt x="48" y="76"/>
                    <a:pt x="45" y="77"/>
                    <a:pt x="42" y="77"/>
                  </a:cubicBezTo>
                  <a:cubicBezTo>
                    <a:pt x="41" y="77"/>
                    <a:pt x="39" y="76"/>
                    <a:pt x="38" y="75"/>
                  </a:cubicBezTo>
                  <a:cubicBezTo>
                    <a:pt x="34" y="69"/>
                    <a:pt x="37" y="0"/>
                    <a:pt x="37" y="0"/>
                  </a:cubicBezTo>
                  <a:cubicBezTo>
                    <a:pt x="37" y="0"/>
                    <a:pt x="14" y="32"/>
                    <a:pt x="8" y="43"/>
                  </a:cubicBezTo>
                  <a:cubicBezTo>
                    <a:pt x="3" y="55"/>
                    <a:pt x="1" y="58"/>
                    <a:pt x="1" y="63"/>
                  </a:cubicBezTo>
                  <a:cubicBezTo>
                    <a:pt x="0" y="69"/>
                    <a:pt x="13" y="110"/>
                    <a:pt x="13" y="110"/>
                  </a:cubicBezTo>
                  <a:cubicBezTo>
                    <a:pt x="13" y="110"/>
                    <a:pt x="20" y="125"/>
                    <a:pt x="16" y="132"/>
                  </a:cubicBezTo>
                  <a:cubicBezTo>
                    <a:pt x="52" y="133"/>
                    <a:pt x="52" y="133"/>
                    <a:pt x="52" y="133"/>
                  </a:cubicBezTo>
                  <a:cubicBezTo>
                    <a:pt x="58" y="109"/>
                    <a:pt x="58" y="109"/>
                    <a:pt x="58" y="109"/>
                  </a:cubicBezTo>
                  <a:cubicBezTo>
                    <a:pt x="58" y="109"/>
                    <a:pt x="68" y="96"/>
                    <a:pt x="72" y="82"/>
                  </a:cubicBezTo>
                  <a:cubicBezTo>
                    <a:pt x="73" y="81"/>
                    <a:pt x="74" y="78"/>
                    <a:pt x="75" y="76"/>
                  </a:cubicBezTo>
                  <a:cubicBezTo>
                    <a:pt x="76" y="75"/>
                    <a:pt x="76" y="74"/>
                    <a:pt x="77" y="72"/>
                  </a:cubicBezTo>
                  <a:cubicBezTo>
                    <a:pt x="78" y="70"/>
                    <a:pt x="79" y="66"/>
                    <a:pt x="81" y="63"/>
                  </a:cubicBezTo>
                  <a:cubicBezTo>
                    <a:pt x="84" y="57"/>
                    <a:pt x="86" y="51"/>
                    <a:pt x="87" y="46"/>
                  </a:cubicBezTo>
                  <a:cubicBezTo>
                    <a:pt x="89" y="41"/>
                    <a:pt x="88" y="37"/>
                    <a:pt x="85" y="35"/>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ctr"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0" cap="none" spc="0" normalizeH="0" baseline="0" noProof="0">
                <a:ln>
                  <a:noFill/>
                </a:ln>
                <a:solidFill>
                  <a:prstClr val="black"/>
                </a:solidFill>
                <a:effectLst/>
                <a:uLnTx/>
                <a:uFillTx/>
                <a:latin typeface="Ubuntu"/>
                <a:ea typeface="+mn-ea"/>
                <a:cs typeface="+mn-cs"/>
              </a:endParaRPr>
            </a:p>
          </p:txBody>
        </p:sp>
        <p:sp>
          <p:nvSpPr>
            <p:cNvPr id="32" name="Freeform 181">
              <a:extLst>
                <a:ext uri="{FF2B5EF4-FFF2-40B4-BE49-F238E27FC236}">
                  <a16:creationId xmlns:a16="http://schemas.microsoft.com/office/drawing/2014/main" id="{D16E22BB-F9CA-8645-D5BB-11697C40707E}"/>
                </a:ext>
              </a:extLst>
            </p:cNvPr>
            <p:cNvSpPr>
              <a:spLocks/>
            </p:cNvSpPr>
            <p:nvPr/>
          </p:nvSpPr>
          <p:spPr bwMode="auto">
            <a:xfrm>
              <a:off x="9347196" y="3801026"/>
              <a:ext cx="158700" cy="73349"/>
            </a:xfrm>
            <a:custGeom>
              <a:avLst/>
              <a:gdLst>
                <a:gd name="T0" fmla="*/ 0 w 119"/>
                <a:gd name="T1" fmla="*/ 0 h 55"/>
                <a:gd name="T2" fmla="*/ 0 w 119"/>
                <a:gd name="T3" fmla="*/ 0 h 55"/>
                <a:gd name="T4" fmla="*/ 0 w 119"/>
                <a:gd name="T5" fmla="*/ 55 h 55"/>
                <a:gd name="T6" fmla="*/ 119 w 119"/>
                <a:gd name="T7" fmla="*/ 55 h 55"/>
                <a:gd name="T8" fmla="*/ 119 w 119"/>
                <a:gd name="T9" fmla="*/ 0 h 55"/>
                <a:gd name="T10" fmla="*/ 109 w 119"/>
                <a:gd name="T11" fmla="*/ 0 h 55"/>
                <a:gd name="T12" fmla="*/ 0 w 119"/>
                <a:gd name="T13" fmla="*/ 0 h 55"/>
              </a:gdLst>
              <a:ahLst/>
              <a:cxnLst>
                <a:cxn ang="0">
                  <a:pos x="T0" y="T1"/>
                </a:cxn>
                <a:cxn ang="0">
                  <a:pos x="T2" y="T3"/>
                </a:cxn>
                <a:cxn ang="0">
                  <a:pos x="T4" y="T5"/>
                </a:cxn>
                <a:cxn ang="0">
                  <a:pos x="T6" y="T7"/>
                </a:cxn>
                <a:cxn ang="0">
                  <a:pos x="T8" y="T9"/>
                </a:cxn>
                <a:cxn ang="0">
                  <a:pos x="T10" y="T11"/>
                </a:cxn>
                <a:cxn ang="0">
                  <a:pos x="T12" y="T13"/>
                </a:cxn>
              </a:cxnLst>
              <a:rect l="0" t="0" r="r" b="b"/>
              <a:pathLst>
                <a:path w="119" h="55">
                  <a:moveTo>
                    <a:pt x="0" y="0"/>
                  </a:moveTo>
                  <a:lnTo>
                    <a:pt x="0" y="0"/>
                  </a:lnTo>
                  <a:lnTo>
                    <a:pt x="0" y="55"/>
                  </a:lnTo>
                  <a:lnTo>
                    <a:pt x="119" y="55"/>
                  </a:lnTo>
                  <a:lnTo>
                    <a:pt x="119" y="0"/>
                  </a:lnTo>
                  <a:lnTo>
                    <a:pt x="109" y="0"/>
                  </a:lnTo>
                  <a:lnTo>
                    <a:pt x="0"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ctr"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0" cap="none" spc="0" normalizeH="0" baseline="0" noProof="0">
                <a:ln>
                  <a:noFill/>
                </a:ln>
                <a:solidFill>
                  <a:prstClr val="black"/>
                </a:solidFill>
                <a:effectLst/>
                <a:uLnTx/>
                <a:uFillTx/>
                <a:latin typeface="Ubuntu"/>
                <a:ea typeface="+mn-ea"/>
                <a:cs typeface="+mn-cs"/>
              </a:endParaRPr>
            </a:p>
          </p:txBody>
        </p:sp>
      </p:grpSp>
      <p:grpSp>
        <p:nvGrpSpPr>
          <p:cNvPr id="33" name="Group 32">
            <a:extLst>
              <a:ext uri="{FF2B5EF4-FFF2-40B4-BE49-F238E27FC236}">
                <a16:creationId xmlns:a16="http://schemas.microsoft.com/office/drawing/2014/main" id="{7462FF54-D2C5-D101-66EB-2D83D4B45101}"/>
              </a:ext>
            </a:extLst>
          </p:cNvPr>
          <p:cNvGrpSpPr/>
          <p:nvPr/>
        </p:nvGrpSpPr>
        <p:grpSpPr>
          <a:xfrm>
            <a:off x="8935421" y="4889050"/>
            <a:ext cx="348365" cy="387073"/>
            <a:chOff x="373151" y="4119967"/>
            <a:chExt cx="1947979" cy="2099311"/>
          </a:xfrm>
          <a:solidFill>
            <a:srgbClr val="FFFFFF"/>
          </a:solidFill>
        </p:grpSpPr>
        <p:sp>
          <p:nvSpPr>
            <p:cNvPr id="34" name="Oval 33">
              <a:extLst>
                <a:ext uri="{FF2B5EF4-FFF2-40B4-BE49-F238E27FC236}">
                  <a16:creationId xmlns:a16="http://schemas.microsoft.com/office/drawing/2014/main" id="{C51CE963-7A68-2431-FC34-70AD476A1B2C}"/>
                </a:ext>
              </a:extLst>
            </p:cNvPr>
            <p:cNvSpPr/>
            <p:nvPr/>
          </p:nvSpPr>
          <p:spPr>
            <a:xfrm>
              <a:off x="926096" y="4119967"/>
              <a:ext cx="382528" cy="382528"/>
            </a:xfrm>
            <a:prstGeom prst="ellipse">
              <a:avLst/>
            </a:prstGeom>
            <a:grpFill/>
            <a:ln w="12700" cap="flat" cmpd="sng" algn="ctr">
              <a:no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0" cap="none" spc="0" normalizeH="0" baseline="0" noProof="0">
                <a:ln>
                  <a:noFill/>
                </a:ln>
                <a:solidFill>
                  <a:prstClr val="black"/>
                </a:solidFill>
                <a:effectLst/>
                <a:uLnTx/>
                <a:uFillTx/>
                <a:latin typeface="Ubuntu"/>
                <a:ea typeface="+mn-ea"/>
                <a:cs typeface="+mn-cs"/>
              </a:endParaRPr>
            </a:p>
          </p:txBody>
        </p:sp>
        <p:sp>
          <p:nvSpPr>
            <p:cNvPr id="35" name="Freeform 117">
              <a:extLst>
                <a:ext uri="{FF2B5EF4-FFF2-40B4-BE49-F238E27FC236}">
                  <a16:creationId xmlns:a16="http://schemas.microsoft.com/office/drawing/2014/main" id="{E530DDE1-7A05-99EB-8FDA-9D95DC012F32}"/>
                </a:ext>
              </a:extLst>
            </p:cNvPr>
            <p:cNvSpPr/>
            <p:nvPr/>
          </p:nvSpPr>
          <p:spPr>
            <a:xfrm>
              <a:off x="407988" y="4490167"/>
              <a:ext cx="1162943" cy="1265611"/>
            </a:xfrm>
            <a:custGeom>
              <a:avLst/>
              <a:gdLst>
                <a:gd name="connsiteX0" fmla="*/ 513080 w 1112520"/>
                <a:gd name="connsiteY0" fmla="*/ 0 h 1168400"/>
                <a:gd name="connsiteX1" fmla="*/ 147320 w 1112520"/>
                <a:gd name="connsiteY1" fmla="*/ 91440 h 1168400"/>
                <a:gd name="connsiteX2" fmla="*/ 0 w 1112520"/>
                <a:gd name="connsiteY2" fmla="*/ 391160 h 1168400"/>
                <a:gd name="connsiteX3" fmla="*/ 137160 w 1112520"/>
                <a:gd name="connsiteY3" fmla="*/ 452120 h 1168400"/>
                <a:gd name="connsiteX4" fmla="*/ 228600 w 1112520"/>
                <a:gd name="connsiteY4" fmla="*/ 223520 h 1168400"/>
                <a:gd name="connsiteX5" fmla="*/ 386080 w 1112520"/>
                <a:gd name="connsiteY5" fmla="*/ 172720 h 1168400"/>
                <a:gd name="connsiteX6" fmla="*/ 284480 w 1112520"/>
                <a:gd name="connsiteY6" fmla="*/ 589280 h 1168400"/>
                <a:gd name="connsiteX7" fmla="*/ 370840 w 1112520"/>
                <a:gd name="connsiteY7" fmla="*/ 797560 h 1168400"/>
                <a:gd name="connsiteX8" fmla="*/ 665480 w 1112520"/>
                <a:gd name="connsiteY8" fmla="*/ 838200 h 1168400"/>
                <a:gd name="connsiteX9" fmla="*/ 701040 w 1112520"/>
                <a:gd name="connsiteY9" fmla="*/ 1168400 h 1168400"/>
                <a:gd name="connsiteX10" fmla="*/ 894080 w 1112520"/>
                <a:gd name="connsiteY10" fmla="*/ 1132840 h 1168400"/>
                <a:gd name="connsiteX11" fmla="*/ 843280 w 1112520"/>
                <a:gd name="connsiteY11" fmla="*/ 762000 h 1168400"/>
                <a:gd name="connsiteX12" fmla="*/ 589280 w 1112520"/>
                <a:gd name="connsiteY12" fmla="*/ 645160 h 1168400"/>
                <a:gd name="connsiteX13" fmla="*/ 660400 w 1112520"/>
                <a:gd name="connsiteY13" fmla="*/ 304800 h 1168400"/>
                <a:gd name="connsiteX14" fmla="*/ 772160 w 1112520"/>
                <a:gd name="connsiteY14" fmla="*/ 487680 h 1168400"/>
                <a:gd name="connsiteX15" fmla="*/ 853440 w 1112520"/>
                <a:gd name="connsiteY15" fmla="*/ 497840 h 1168400"/>
                <a:gd name="connsiteX16" fmla="*/ 1112520 w 1112520"/>
                <a:gd name="connsiteY16" fmla="*/ 416560 h 1168400"/>
                <a:gd name="connsiteX17" fmla="*/ 1061720 w 1112520"/>
                <a:gd name="connsiteY17" fmla="*/ 269240 h 1168400"/>
                <a:gd name="connsiteX18" fmla="*/ 873760 w 1112520"/>
                <a:gd name="connsiteY18" fmla="*/ 355600 h 1168400"/>
                <a:gd name="connsiteX19" fmla="*/ 695960 w 1112520"/>
                <a:gd name="connsiteY19" fmla="*/ 81280 h 1168400"/>
                <a:gd name="connsiteX20" fmla="*/ 513080 w 1112520"/>
                <a:gd name="connsiteY20" fmla="*/ 0 h 1168400"/>
                <a:gd name="connsiteX0" fmla="*/ 513080 w 1112520"/>
                <a:gd name="connsiteY0" fmla="*/ 0 h 1168400"/>
                <a:gd name="connsiteX1" fmla="*/ 147320 w 1112520"/>
                <a:gd name="connsiteY1" fmla="*/ 91440 h 1168400"/>
                <a:gd name="connsiteX2" fmla="*/ 0 w 1112520"/>
                <a:gd name="connsiteY2" fmla="*/ 391160 h 1168400"/>
                <a:gd name="connsiteX3" fmla="*/ 137160 w 1112520"/>
                <a:gd name="connsiteY3" fmla="*/ 452120 h 1168400"/>
                <a:gd name="connsiteX4" fmla="*/ 228600 w 1112520"/>
                <a:gd name="connsiteY4" fmla="*/ 223520 h 1168400"/>
                <a:gd name="connsiteX5" fmla="*/ 386080 w 1112520"/>
                <a:gd name="connsiteY5" fmla="*/ 172720 h 1168400"/>
                <a:gd name="connsiteX6" fmla="*/ 284480 w 1112520"/>
                <a:gd name="connsiteY6" fmla="*/ 589280 h 1168400"/>
                <a:gd name="connsiteX7" fmla="*/ 370840 w 1112520"/>
                <a:gd name="connsiteY7" fmla="*/ 797560 h 1168400"/>
                <a:gd name="connsiteX8" fmla="*/ 665480 w 1112520"/>
                <a:gd name="connsiteY8" fmla="*/ 838200 h 1168400"/>
                <a:gd name="connsiteX9" fmla="*/ 701040 w 1112520"/>
                <a:gd name="connsiteY9" fmla="*/ 1168400 h 1168400"/>
                <a:gd name="connsiteX10" fmla="*/ 894080 w 1112520"/>
                <a:gd name="connsiteY10" fmla="*/ 1132840 h 1168400"/>
                <a:gd name="connsiteX11" fmla="*/ 843280 w 1112520"/>
                <a:gd name="connsiteY11" fmla="*/ 762000 h 1168400"/>
                <a:gd name="connsiteX12" fmla="*/ 589280 w 1112520"/>
                <a:gd name="connsiteY12" fmla="*/ 645160 h 1168400"/>
                <a:gd name="connsiteX13" fmla="*/ 660400 w 1112520"/>
                <a:gd name="connsiteY13" fmla="*/ 304800 h 1168400"/>
                <a:gd name="connsiteX14" fmla="*/ 772160 w 1112520"/>
                <a:gd name="connsiteY14" fmla="*/ 487680 h 1168400"/>
                <a:gd name="connsiteX15" fmla="*/ 853440 w 1112520"/>
                <a:gd name="connsiteY15" fmla="*/ 497840 h 1168400"/>
                <a:gd name="connsiteX16" fmla="*/ 1112520 w 1112520"/>
                <a:gd name="connsiteY16" fmla="*/ 416560 h 1168400"/>
                <a:gd name="connsiteX17" fmla="*/ 1061720 w 1112520"/>
                <a:gd name="connsiteY17" fmla="*/ 269240 h 1168400"/>
                <a:gd name="connsiteX18" fmla="*/ 873760 w 1112520"/>
                <a:gd name="connsiteY18" fmla="*/ 355600 h 1168400"/>
                <a:gd name="connsiteX19" fmla="*/ 695960 w 1112520"/>
                <a:gd name="connsiteY19" fmla="*/ 81280 h 1168400"/>
                <a:gd name="connsiteX20" fmla="*/ 513080 w 1112520"/>
                <a:gd name="connsiteY20" fmla="*/ 0 h 1168400"/>
                <a:gd name="connsiteX0" fmla="*/ 513080 w 1112520"/>
                <a:gd name="connsiteY0" fmla="*/ 0 h 1168400"/>
                <a:gd name="connsiteX1" fmla="*/ 147320 w 1112520"/>
                <a:gd name="connsiteY1" fmla="*/ 91440 h 1168400"/>
                <a:gd name="connsiteX2" fmla="*/ 0 w 1112520"/>
                <a:gd name="connsiteY2" fmla="*/ 391160 h 1168400"/>
                <a:gd name="connsiteX3" fmla="*/ 137160 w 1112520"/>
                <a:gd name="connsiteY3" fmla="*/ 452120 h 1168400"/>
                <a:gd name="connsiteX4" fmla="*/ 228600 w 1112520"/>
                <a:gd name="connsiteY4" fmla="*/ 223520 h 1168400"/>
                <a:gd name="connsiteX5" fmla="*/ 386080 w 1112520"/>
                <a:gd name="connsiteY5" fmla="*/ 172720 h 1168400"/>
                <a:gd name="connsiteX6" fmla="*/ 284480 w 1112520"/>
                <a:gd name="connsiteY6" fmla="*/ 589280 h 1168400"/>
                <a:gd name="connsiteX7" fmla="*/ 370840 w 1112520"/>
                <a:gd name="connsiteY7" fmla="*/ 797560 h 1168400"/>
                <a:gd name="connsiteX8" fmla="*/ 665480 w 1112520"/>
                <a:gd name="connsiteY8" fmla="*/ 838200 h 1168400"/>
                <a:gd name="connsiteX9" fmla="*/ 701040 w 1112520"/>
                <a:gd name="connsiteY9" fmla="*/ 1168400 h 1168400"/>
                <a:gd name="connsiteX10" fmla="*/ 894080 w 1112520"/>
                <a:gd name="connsiteY10" fmla="*/ 1132840 h 1168400"/>
                <a:gd name="connsiteX11" fmla="*/ 843280 w 1112520"/>
                <a:gd name="connsiteY11" fmla="*/ 762000 h 1168400"/>
                <a:gd name="connsiteX12" fmla="*/ 589280 w 1112520"/>
                <a:gd name="connsiteY12" fmla="*/ 645160 h 1168400"/>
                <a:gd name="connsiteX13" fmla="*/ 660400 w 1112520"/>
                <a:gd name="connsiteY13" fmla="*/ 304800 h 1168400"/>
                <a:gd name="connsiteX14" fmla="*/ 772160 w 1112520"/>
                <a:gd name="connsiteY14" fmla="*/ 487680 h 1168400"/>
                <a:gd name="connsiteX15" fmla="*/ 853440 w 1112520"/>
                <a:gd name="connsiteY15" fmla="*/ 497840 h 1168400"/>
                <a:gd name="connsiteX16" fmla="*/ 1112520 w 1112520"/>
                <a:gd name="connsiteY16" fmla="*/ 416560 h 1168400"/>
                <a:gd name="connsiteX17" fmla="*/ 1061720 w 1112520"/>
                <a:gd name="connsiteY17" fmla="*/ 269240 h 1168400"/>
                <a:gd name="connsiteX18" fmla="*/ 873760 w 1112520"/>
                <a:gd name="connsiteY18" fmla="*/ 355600 h 1168400"/>
                <a:gd name="connsiteX19" fmla="*/ 695960 w 1112520"/>
                <a:gd name="connsiteY19" fmla="*/ 81280 h 1168400"/>
                <a:gd name="connsiteX20" fmla="*/ 513080 w 1112520"/>
                <a:gd name="connsiteY20" fmla="*/ 0 h 1168400"/>
                <a:gd name="connsiteX0" fmla="*/ 513080 w 1112520"/>
                <a:gd name="connsiteY0" fmla="*/ 0 h 1168400"/>
                <a:gd name="connsiteX1" fmla="*/ 147320 w 1112520"/>
                <a:gd name="connsiteY1" fmla="*/ 91440 h 1168400"/>
                <a:gd name="connsiteX2" fmla="*/ 0 w 1112520"/>
                <a:gd name="connsiteY2" fmla="*/ 391160 h 1168400"/>
                <a:gd name="connsiteX3" fmla="*/ 137160 w 1112520"/>
                <a:gd name="connsiteY3" fmla="*/ 452120 h 1168400"/>
                <a:gd name="connsiteX4" fmla="*/ 228600 w 1112520"/>
                <a:gd name="connsiteY4" fmla="*/ 223520 h 1168400"/>
                <a:gd name="connsiteX5" fmla="*/ 386080 w 1112520"/>
                <a:gd name="connsiteY5" fmla="*/ 172720 h 1168400"/>
                <a:gd name="connsiteX6" fmla="*/ 284480 w 1112520"/>
                <a:gd name="connsiteY6" fmla="*/ 589280 h 1168400"/>
                <a:gd name="connsiteX7" fmla="*/ 370840 w 1112520"/>
                <a:gd name="connsiteY7" fmla="*/ 797560 h 1168400"/>
                <a:gd name="connsiteX8" fmla="*/ 660400 w 1112520"/>
                <a:gd name="connsiteY8" fmla="*/ 853440 h 1168400"/>
                <a:gd name="connsiteX9" fmla="*/ 701040 w 1112520"/>
                <a:gd name="connsiteY9" fmla="*/ 1168400 h 1168400"/>
                <a:gd name="connsiteX10" fmla="*/ 894080 w 1112520"/>
                <a:gd name="connsiteY10" fmla="*/ 1132840 h 1168400"/>
                <a:gd name="connsiteX11" fmla="*/ 843280 w 1112520"/>
                <a:gd name="connsiteY11" fmla="*/ 762000 h 1168400"/>
                <a:gd name="connsiteX12" fmla="*/ 589280 w 1112520"/>
                <a:gd name="connsiteY12" fmla="*/ 645160 h 1168400"/>
                <a:gd name="connsiteX13" fmla="*/ 660400 w 1112520"/>
                <a:gd name="connsiteY13" fmla="*/ 304800 h 1168400"/>
                <a:gd name="connsiteX14" fmla="*/ 772160 w 1112520"/>
                <a:gd name="connsiteY14" fmla="*/ 487680 h 1168400"/>
                <a:gd name="connsiteX15" fmla="*/ 853440 w 1112520"/>
                <a:gd name="connsiteY15" fmla="*/ 497840 h 1168400"/>
                <a:gd name="connsiteX16" fmla="*/ 1112520 w 1112520"/>
                <a:gd name="connsiteY16" fmla="*/ 416560 h 1168400"/>
                <a:gd name="connsiteX17" fmla="*/ 1061720 w 1112520"/>
                <a:gd name="connsiteY17" fmla="*/ 269240 h 1168400"/>
                <a:gd name="connsiteX18" fmla="*/ 873760 w 1112520"/>
                <a:gd name="connsiteY18" fmla="*/ 355600 h 1168400"/>
                <a:gd name="connsiteX19" fmla="*/ 695960 w 1112520"/>
                <a:gd name="connsiteY19" fmla="*/ 81280 h 1168400"/>
                <a:gd name="connsiteX20" fmla="*/ 513080 w 1112520"/>
                <a:gd name="connsiteY20" fmla="*/ 0 h 1168400"/>
                <a:gd name="connsiteX0" fmla="*/ 513080 w 1112520"/>
                <a:gd name="connsiteY0" fmla="*/ 0 h 1168400"/>
                <a:gd name="connsiteX1" fmla="*/ 147320 w 1112520"/>
                <a:gd name="connsiteY1" fmla="*/ 91440 h 1168400"/>
                <a:gd name="connsiteX2" fmla="*/ 0 w 1112520"/>
                <a:gd name="connsiteY2" fmla="*/ 391160 h 1168400"/>
                <a:gd name="connsiteX3" fmla="*/ 137160 w 1112520"/>
                <a:gd name="connsiteY3" fmla="*/ 452120 h 1168400"/>
                <a:gd name="connsiteX4" fmla="*/ 228600 w 1112520"/>
                <a:gd name="connsiteY4" fmla="*/ 223520 h 1168400"/>
                <a:gd name="connsiteX5" fmla="*/ 386080 w 1112520"/>
                <a:gd name="connsiteY5" fmla="*/ 172720 h 1168400"/>
                <a:gd name="connsiteX6" fmla="*/ 284480 w 1112520"/>
                <a:gd name="connsiteY6" fmla="*/ 589280 h 1168400"/>
                <a:gd name="connsiteX7" fmla="*/ 325120 w 1112520"/>
                <a:gd name="connsiteY7" fmla="*/ 787400 h 1168400"/>
                <a:gd name="connsiteX8" fmla="*/ 660400 w 1112520"/>
                <a:gd name="connsiteY8" fmla="*/ 853440 h 1168400"/>
                <a:gd name="connsiteX9" fmla="*/ 701040 w 1112520"/>
                <a:gd name="connsiteY9" fmla="*/ 1168400 h 1168400"/>
                <a:gd name="connsiteX10" fmla="*/ 894080 w 1112520"/>
                <a:gd name="connsiteY10" fmla="*/ 1132840 h 1168400"/>
                <a:gd name="connsiteX11" fmla="*/ 843280 w 1112520"/>
                <a:gd name="connsiteY11" fmla="*/ 762000 h 1168400"/>
                <a:gd name="connsiteX12" fmla="*/ 589280 w 1112520"/>
                <a:gd name="connsiteY12" fmla="*/ 645160 h 1168400"/>
                <a:gd name="connsiteX13" fmla="*/ 660400 w 1112520"/>
                <a:gd name="connsiteY13" fmla="*/ 304800 h 1168400"/>
                <a:gd name="connsiteX14" fmla="*/ 772160 w 1112520"/>
                <a:gd name="connsiteY14" fmla="*/ 487680 h 1168400"/>
                <a:gd name="connsiteX15" fmla="*/ 853440 w 1112520"/>
                <a:gd name="connsiteY15" fmla="*/ 497840 h 1168400"/>
                <a:gd name="connsiteX16" fmla="*/ 1112520 w 1112520"/>
                <a:gd name="connsiteY16" fmla="*/ 416560 h 1168400"/>
                <a:gd name="connsiteX17" fmla="*/ 1061720 w 1112520"/>
                <a:gd name="connsiteY17" fmla="*/ 269240 h 1168400"/>
                <a:gd name="connsiteX18" fmla="*/ 873760 w 1112520"/>
                <a:gd name="connsiteY18" fmla="*/ 355600 h 1168400"/>
                <a:gd name="connsiteX19" fmla="*/ 695960 w 1112520"/>
                <a:gd name="connsiteY19" fmla="*/ 81280 h 1168400"/>
                <a:gd name="connsiteX20" fmla="*/ 513080 w 1112520"/>
                <a:gd name="connsiteY20" fmla="*/ 0 h 1168400"/>
                <a:gd name="connsiteX0" fmla="*/ 513080 w 1112520"/>
                <a:gd name="connsiteY0" fmla="*/ 0 h 1168400"/>
                <a:gd name="connsiteX1" fmla="*/ 147320 w 1112520"/>
                <a:gd name="connsiteY1" fmla="*/ 91440 h 1168400"/>
                <a:gd name="connsiteX2" fmla="*/ 0 w 1112520"/>
                <a:gd name="connsiteY2" fmla="*/ 391160 h 1168400"/>
                <a:gd name="connsiteX3" fmla="*/ 137160 w 1112520"/>
                <a:gd name="connsiteY3" fmla="*/ 452120 h 1168400"/>
                <a:gd name="connsiteX4" fmla="*/ 228600 w 1112520"/>
                <a:gd name="connsiteY4" fmla="*/ 223520 h 1168400"/>
                <a:gd name="connsiteX5" fmla="*/ 386080 w 1112520"/>
                <a:gd name="connsiteY5" fmla="*/ 172720 h 1168400"/>
                <a:gd name="connsiteX6" fmla="*/ 284480 w 1112520"/>
                <a:gd name="connsiteY6" fmla="*/ 589280 h 1168400"/>
                <a:gd name="connsiteX7" fmla="*/ 325120 w 1112520"/>
                <a:gd name="connsiteY7" fmla="*/ 787400 h 1168400"/>
                <a:gd name="connsiteX8" fmla="*/ 660400 w 1112520"/>
                <a:gd name="connsiteY8" fmla="*/ 853440 h 1168400"/>
                <a:gd name="connsiteX9" fmla="*/ 701040 w 1112520"/>
                <a:gd name="connsiteY9" fmla="*/ 1168400 h 1168400"/>
                <a:gd name="connsiteX10" fmla="*/ 894080 w 1112520"/>
                <a:gd name="connsiteY10" fmla="*/ 1132840 h 1168400"/>
                <a:gd name="connsiteX11" fmla="*/ 843280 w 1112520"/>
                <a:gd name="connsiteY11" fmla="*/ 762000 h 1168400"/>
                <a:gd name="connsiteX12" fmla="*/ 589280 w 1112520"/>
                <a:gd name="connsiteY12" fmla="*/ 645160 h 1168400"/>
                <a:gd name="connsiteX13" fmla="*/ 660400 w 1112520"/>
                <a:gd name="connsiteY13" fmla="*/ 304800 h 1168400"/>
                <a:gd name="connsiteX14" fmla="*/ 772160 w 1112520"/>
                <a:gd name="connsiteY14" fmla="*/ 487680 h 1168400"/>
                <a:gd name="connsiteX15" fmla="*/ 853440 w 1112520"/>
                <a:gd name="connsiteY15" fmla="*/ 497840 h 1168400"/>
                <a:gd name="connsiteX16" fmla="*/ 1112520 w 1112520"/>
                <a:gd name="connsiteY16" fmla="*/ 416560 h 1168400"/>
                <a:gd name="connsiteX17" fmla="*/ 1061720 w 1112520"/>
                <a:gd name="connsiteY17" fmla="*/ 269240 h 1168400"/>
                <a:gd name="connsiteX18" fmla="*/ 873760 w 1112520"/>
                <a:gd name="connsiteY18" fmla="*/ 355600 h 1168400"/>
                <a:gd name="connsiteX19" fmla="*/ 695960 w 1112520"/>
                <a:gd name="connsiteY19" fmla="*/ 81280 h 1168400"/>
                <a:gd name="connsiteX20" fmla="*/ 513080 w 1112520"/>
                <a:gd name="connsiteY20" fmla="*/ 0 h 1168400"/>
                <a:gd name="connsiteX0" fmla="*/ 513080 w 1112520"/>
                <a:gd name="connsiteY0" fmla="*/ 0 h 1249014"/>
                <a:gd name="connsiteX1" fmla="*/ 147320 w 1112520"/>
                <a:gd name="connsiteY1" fmla="*/ 91440 h 1249014"/>
                <a:gd name="connsiteX2" fmla="*/ 0 w 1112520"/>
                <a:gd name="connsiteY2" fmla="*/ 391160 h 1249014"/>
                <a:gd name="connsiteX3" fmla="*/ 137160 w 1112520"/>
                <a:gd name="connsiteY3" fmla="*/ 452120 h 1249014"/>
                <a:gd name="connsiteX4" fmla="*/ 228600 w 1112520"/>
                <a:gd name="connsiteY4" fmla="*/ 223520 h 1249014"/>
                <a:gd name="connsiteX5" fmla="*/ 386080 w 1112520"/>
                <a:gd name="connsiteY5" fmla="*/ 172720 h 1249014"/>
                <a:gd name="connsiteX6" fmla="*/ 284480 w 1112520"/>
                <a:gd name="connsiteY6" fmla="*/ 589280 h 1249014"/>
                <a:gd name="connsiteX7" fmla="*/ 325120 w 1112520"/>
                <a:gd name="connsiteY7" fmla="*/ 787400 h 1249014"/>
                <a:gd name="connsiteX8" fmla="*/ 660400 w 1112520"/>
                <a:gd name="connsiteY8" fmla="*/ 853440 h 1249014"/>
                <a:gd name="connsiteX9" fmla="*/ 701040 w 1112520"/>
                <a:gd name="connsiteY9" fmla="*/ 1168400 h 1249014"/>
                <a:gd name="connsiteX10" fmla="*/ 894080 w 1112520"/>
                <a:gd name="connsiteY10" fmla="*/ 1132840 h 1249014"/>
                <a:gd name="connsiteX11" fmla="*/ 843280 w 1112520"/>
                <a:gd name="connsiteY11" fmla="*/ 762000 h 1249014"/>
                <a:gd name="connsiteX12" fmla="*/ 589280 w 1112520"/>
                <a:gd name="connsiteY12" fmla="*/ 645160 h 1249014"/>
                <a:gd name="connsiteX13" fmla="*/ 660400 w 1112520"/>
                <a:gd name="connsiteY13" fmla="*/ 304800 h 1249014"/>
                <a:gd name="connsiteX14" fmla="*/ 772160 w 1112520"/>
                <a:gd name="connsiteY14" fmla="*/ 487680 h 1249014"/>
                <a:gd name="connsiteX15" fmla="*/ 853440 w 1112520"/>
                <a:gd name="connsiteY15" fmla="*/ 497840 h 1249014"/>
                <a:gd name="connsiteX16" fmla="*/ 1112520 w 1112520"/>
                <a:gd name="connsiteY16" fmla="*/ 416560 h 1249014"/>
                <a:gd name="connsiteX17" fmla="*/ 1061720 w 1112520"/>
                <a:gd name="connsiteY17" fmla="*/ 269240 h 1249014"/>
                <a:gd name="connsiteX18" fmla="*/ 873760 w 1112520"/>
                <a:gd name="connsiteY18" fmla="*/ 355600 h 1249014"/>
                <a:gd name="connsiteX19" fmla="*/ 695960 w 1112520"/>
                <a:gd name="connsiteY19" fmla="*/ 81280 h 1249014"/>
                <a:gd name="connsiteX20" fmla="*/ 513080 w 1112520"/>
                <a:gd name="connsiteY20" fmla="*/ 0 h 1249014"/>
                <a:gd name="connsiteX0" fmla="*/ 513080 w 1112520"/>
                <a:gd name="connsiteY0" fmla="*/ 0 h 1265611"/>
                <a:gd name="connsiteX1" fmla="*/ 147320 w 1112520"/>
                <a:gd name="connsiteY1" fmla="*/ 91440 h 1265611"/>
                <a:gd name="connsiteX2" fmla="*/ 0 w 1112520"/>
                <a:gd name="connsiteY2" fmla="*/ 391160 h 1265611"/>
                <a:gd name="connsiteX3" fmla="*/ 137160 w 1112520"/>
                <a:gd name="connsiteY3" fmla="*/ 452120 h 1265611"/>
                <a:gd name="connsiteX4" fmla="*/ 228600 w 1112520"/>
                <a:gd name="connsiteY4" fmla="*/ 223520 h 1265611"/>
                <a:gd name="connsiteX5" fmla="*/ 386080 w 1112520"/>
                <a:gd name="connsiteY5" fmla="*/ 172720 h 1265611"/>
                <a:gd name="connsiteX6" fmla="*/ 284480 w 1112520"/>
                <a:gd name="connsiteY6" fmla="*/ 589280 h 1265611"/>
                <a:gd name="connsiteX7" fmla="*/ 325120 w 1112520"/>
                <a:gd name="connsiteY7" fmla="*/ 787400 h 1265611"/>
                <a:gd name="connsiteX8" fmla="*/ 660400 w 1112520"/>
                <a:gd name="connsiteY8" fmla="*/ 853440 h 1265611"/>
                <a:gd name="connsiteX9" fmla="*/ 701040 w 1112520"/>
                <a:gd name="connsiteY9" fmla="*/ 1168400 h 1265611"/>
                <a:gd name="connsiteX10" fmla="*/ 894080 w 1112520"/>
                <a:gd name="connsiteY10" fmla="*/ 1132840 h 1265611"/>
                <a:gd name="connsiteX11" fmla="*/ 843280 w 1112520"/>
                <a:gd name="connsiteY11" fmla="*/ 762000 h 1265611"/>
                <a:gd name="connsiteX12" fmla="*/ 589280 w 1112520"/>
                <a:gd name="connsiteY12" fmla="*/ 645160 h 1265611"/>
                <a:gd name="connsiteX13" fmla="*/ 660400 w 1112520"/>
                <a:gd name="connsiteY13" fmla="*/ 304800 h 1265611"/>
                <a:gd name="connsiteX14" fmla="*/ 772160 w 1112520"/>
                <a:gd name="connsiteY14" fmla="*/ 487680 h 1265611"/>
                <a:gd name="connsiteX15" fmla="*/ 853440 w 1112520"/>
                <a:gd name="connsiteY15" fmla="*/ 497840 h 1265611"/>
                <a:gd name="connsiteX16" fmla="*/ 1112520 w 1112520"/>
                <a:gd name="connsiteY16" fmla="*/ 416560 h 1265611"/>
                <a:gd name="connsiteX17" fmla="*/ 1061720 w 1112520"/>
                <a:gd name="connsiteY17" fmla="*/ 269240 h 1265611"/>
                <a:gd name="connsiteX18" fmla="*/ 873760 w 1112520"/>
                <a:gd name="connsiteY18" fmla="*/ 355600 h 1265611"/>
                <a:gd name="connsiteX19" fmla="*/ 695960 w 1112520"/>
                <a:gd name="connsiteY19" fmla="*/ 81280 h 1265611"/>
                <a:gd name="connsiteX20" fmla="*/ 513080 w 1112520"/>
                <a:gd name="connsiteY20" fmla="*/ 0 h 1265611"/>
                <a:gd name="connsiteX0" fmla="*/ 513080 w 1180221"/>
                <a:gd name="connsiteY0" fmla="*/ 0 h 1265611"/>
                <a:gd name="connsiteX1" fmla="*/ 147320 w 1180221"/>
                <a:gd name="connsiteY1" fmla="*/ 91440 h 1265611"/>
                <a:gd name="connsiteX2" fmla="*/ 0 w 1180221"/>
                <a:gd name="connsiteY2" fmla="*/ 391160 h 1265611"/>
                <a:gd name="connsiteX3" fmla="*/ 137160 w 1180221"/>
                <a:gd name="connsiteY3" fmla="*/ 452120 h 1265611"/>
                <a:gd name="connsiteX4" fmla="*/ 228600 w 1180221"/>
                <a:gd name="connsiteY4" fmla="*/ 223520 h 1265611"/>
                <a:gd name="connsiteX5" fmla="*/ 386080 w 1180221"/>
                <a:gd name="connsiteY5" fmla="*/ 172720 h 1265611"/>
                <a:gd name="connsiteX6" fmla="*/ 284480 w 1180221"/>
                <a:gd name="connsiteY6" fmla="*/ 589280 h 1265611"/>
                <a:gd name="connsiteX7" fmla="*/ 325120 w 1180221"/>
                <a:gd name="connsiteY7" fmla="*/ 787400 h 1265611"/>
                <a:gd name="connsiteX8" fmla="*/ 660400 w 1180221"/>
                <a:gd name="connsiteY8" fmla="*/ 853440 h 1265611"/>
                <a:gd name="connsiteX9" fmla="*/ 701040 w 1180221"/>
                <a:gd name="connsiteY9" fmla="*/ 1168400 h 1265611"/>
                <a:gd name="connsiteX10" fmla="*/ 894080 w 1180221"/>
                <a:gd name="connsiteY10" fmla="*/ 1132840 h 1265611"/>
                <a:gd name="connsiteX11" fmla="*/ 843280 w 1180221"/>
                <a:gd name="connsiteY11" fmla="*/ 762000 h 1265611"/>
                <a:gd name="connsiteX12" fmla="*/ 589280 w 1180221"/>
                <a:gd name="connsiteY12" fmla="*/ 645160 h 1265611"/>
                <a:gd name="connsiteX13" fmla="*/ 660400 w 1180221"/>
                <a:gd name="connsiteY13" fmla="*/ 304800 h 1265611"/>
                <a:gd name="connsiteX14" fmla="*/ 772160 w 1180221"/>
                <a:gd name="connsiteY14" fmla="*/ 487680 h 1265611"/>
                <a:gd name="connsiteX15" fmla="*/ 853440 w 1180221"/>
                <a:gd name="connsiteY15" fmla="*/ 497840 h 1265611"/>
                <a:gd name="connsiteX16" fmla="*/ 1112520 w 1180221"/>
                <a:gd name="connsiteY16" fmla="*/ 416560 h 1265611"/>
                <a:gd name="connsiteX17" fmla="*/ 1061720 w 1180221"/>
                <a:gd name="connsiteY17" fmla="*/ 269240 h 1265611"/>
                <a:gd name="connsiteX18" fmla="*/ 873760 w 1180221"/>
                <a:gd name="connsiteY18" fmla="*/ 355600 h 1265611"/>
                <a:gd name="connsiteX19" fmla="*/ 695960 w 1180221"/>
                <a:gd name="connsiteY19" fmla="*/ 81280 h 1265611"/>
                <a:gd name="connsiteX20" fmla="*/ 513080 w 1180221"/>
                <a:gd name="connsiteY20" fmla="*/ 0 h 1265611"/>
                <a:gd name="connsiteX0" fmla="*/ 513080 w 1190413"/>
                <a:gd name="connsiteY0" fmla="*/ 0 h 1265611"/>
                <a:gd name="connsiteX1" fmla="*/ 147320 w 1190413"/>
                <a:gd name="connsiteY1" fmla="*/ 91440 h 1265611"/>
                <a:gd name="connsiteX2" fmla="*/ 0 w 1190413"/>
                <a:gd name="connsiteY2" fmla="*/ 391160 h 1265611"/>
                <a:gd name="connsiteX3" fmla="*/ 137160 w 1190413"/>
                <a:gd name="connsiteY3" fmla="*/ 452120 h 1265611"/>
                <a:gd name="connsiteX4" fmla="*/ 228600 w 1190413"/>
                <a:gd name="connsiteY4" fmla="*/ 223520 h 1265611"/>
                <a:gd name="connsiteX5" fmla="*/ 386080 w 1190413"/>
                <a:gd name="connsiteY5" fmla="*/ 172720 h 1265611"/>
                <a:gd name="connsiteX6" fmla="*/ 284480 w 1190413"/>
                <a:gd name="connsiteY6" fmla="*/ 589280 h 1265611"/>
                <a:gd name="connsiteX7" fmla="*/ 325120 w 1190413"/>
                <a:gd name="connsiteY7" fmla="*/ 787400 h 1265611"/>
                <a:gd name="connsiteX8" fmla="*/ 660400 w 1190413"/>
                <a:gd name="connsiteY8" fmla="*/ 853440 h 1265611"/>
                <a:gd name="connsiteX9" fmla="*/ 701040 w 1190413"/>
                <a:gd name="connsiteY9" fmla="*/ 1168400 h 1265611"/>
                <a:gd name="connsiteX10" fmla="*/ 894080 w 1190413"/>
                <a:gd name="connsiteY10" fmla="*/ 1132840 h 1265611"/>
                <a:gd name="connsiteX11" fmla="*/ 843280 w 1190413"/>
                <a:gd name="connsiteY11" fmla="*/ 762000 h 1265611"/>
                <a:gd name="connsiteX12" fmla="*/ 589280 w 1190413"/>
                <a:gd name="connsiteY12" fmla="*/ 645160 h 1265611"/>
                <a:gd name="connsiteX13" fmla="*/ 660400 w 1190413"/>
                <a:gd name="connsiteY13" fmla="*/ 304800 h 1265611"/>
                <a:gd name="connsiteX14" fmla="*/ 772160 w 1190413"/>
                <a:gd name="connsiteY14" fmla="*/ 487680 h 1265611"/>
                <a:gd name="connsiteX15" fmla="*/ 853440 w 1190413"/>
                <a:gd name="connsiteY15" fmla="*/ 497840 h 1265611"/>
                <a:gd name="connsiteX16" fmla="*/ 1112520 w 1190413"/>
                <a:gd name="connsiteY16" fmla="*/ 416560 h 1265611"/>
                <a:gd name="connsiteX17" fmla="*/ 1061720 w 1190413"/>
                <a:gd name="connsiteY17" fmla="*/ 269240 h 1265611"/>
                <a:gd name="connsiteX18" fmla="*/ 873760 w 1190413"/>
                <a:gd name="connsiteY18" fmla="*/ 355600 h 1265611"/>
                <a:gd name="connsiteX19" fmla="*/ 695960 w 1190413"/>
                <a:gd name="connsiteY19" fmla="*/ 81280 h 1265611"/>
                <a:gd name="connsiteX20" fmla="*/ 513080 w 1190413"/>
                <a:gd name="connsiteY20" fmla="*/ 0 h 1265611"/>
                <a:gd name="connsiteX0" fmla="*/ 513080 w 1158804"/>
                <a:gd name="connsiteY0" fmla="*/ 0 h 1265611"/>
                <a:gd name="connsiteX1" fmla="*/ 147320 w 1158804"/>
                <a:gd name="connsiteY1" fmla="*/ 91440 h 1265611"/>
                <a:gd name="connsiteX2" fmla="*/ 0 w 1158804"/>
                <a:gd name="connsiteY2" fmla="*/ 391160 h 1265611"/>
                <a:gd name="connsiteX3" fmla="*/ 137160 w 1158804"/>
                <a:gd name="connsiteY3" fmla="*/ 452120 h 1265611"/>
                <a:gd name="connsiteX4" fmla="*/ 228600 w 1158804"/>
                <a:gd name="connsiteY4" fmla="*/ 223520 h 1265611"/>
                <a:gd name="connsiteX5" fmla="*/ 386080 w 1158804"/>
                <a:gd name="connsiteY5" fmla="*/ 172720 h 1265611"/>
                <a:gd name="connsiteX6" fmla="*/ 284480 w 1158804"/>
                <a:gd name="connsiteY6" fmla="*/ 589280 h 1265611"/>
                <a:gd name="connsiteX7" fmla="*/ 325120 w 1158804"/>
                <a:gd name="connsiteY7" fmla="*/ 787400 h 1265611"/>
                <a:gd name="connsiteX8" fmla="*/ 660400 w 1158804"/>
                <a:gd name="connsiteY8" fmla="*/ 853440 h 1265611"/>
                <a:gd name="connsiteX9" fmla="*/ 701040 w 1158804"/>
                <a:gd name="connsiteY9" fmla="*/ 1168400 h 1265611"/>
                <a:gd name="connsiteX10" fmla="*/ 894080 w 1158804"/>
                <a:gd name="connsiteY10" fmla="*/ 1132840 h 1265611"/>
                <a:gd name="connsiteX11" fmla="*/ 843280 w 1158804"/>
                <a:gd name="connsiteY11" fmla="*/ 762000 h 1265611"/>
                <a:gd name="connsiteX12" fmla="*/ 589280 w 1158804"/>
                <a:gd name="connsiteY12" fmla="*/ 645160 h 1265611"/>
                <a:gd name="connsiteX13" fmla="*/ 660400 w 1158804"/>
                <a:gd name="connsiteY13" fmla="*/ 304800 h 1265611"/>
                <a:gd name="connsiteX14" fmla="*/ 772160 w 1158804"/>
                <a:gd name="connsiteY14" fmla="*/ 487680 h 1265611"/>
                <a:gd name="connsiteX15" fmla="*/ 853440 w 1158804"/>
                <a:gd name="connsiteY15" fmla="*/ 497840 h 1265611"/>
                <a:gd name="connsiteX16" fmla="*/ 1112520 w 1158804"/>
                <a:gd name="connsiteY16" fmla="*/ 416560 h 1265611"/>
                <a:gd name="connsiteX17" fmla="*/ 1061720 w 1158804"/>
                <a:gd name="connsiteY17" fmla="*/ 269240 h 1265611"/>
                <a:gd name="connsiteX18" fmla="*/ 873760 w 1158804"/>
                <a:gd name="connsiteY18" fmla="*/ 355600 h 1265611"/>
                <a:gd name="connsiteX19" fmla="*/ 695960 w 1158804"/>
                <a:gd name="connsiteY19" fmla="*/ 81280 h 1265611"/>
                <a:gd name="connsiteX20" fmla="*/ 513080 w 1158804"/>
                <a:gd name="connsiteY20" fmla="*/ 0 h 1265611"/>
                <a:gd name="connsiteX0" fmla="*/ 513080 w 1158804"/>
                <a:gd name="connsiteY0" fmla="*/ 0 h 1265611"/>
                <a:gd name="connsiteX1" fmla="*/ 147320 w 1158804"/>
                <a:gd name="connsiteY1" fmla="*/ 91440 h 1265611"/>
                <a:gd name="connsiteX2" fmla="*/ 0 w 1158804"/>
                <a:gd name="connsiteY2" fmla="*/ 391160 h 1265611"/>
                <a:gd name="connsiteX3" fmla="*/ 137160 w 1158804"/>
                <a:gd name="connsiteY3" fmla="*/ 452120 h 1265611"/>
                <a:gd name="connsiteX4" fmla="*/ 228600 w 1158804"/>
                <a:gd name="connsiteY4" fmla="*/ 223520 h 1265611"/>
                <a:gd name="connsiteX5" fmla="*/ 386080 w 1158804"/>
                <a:gd name="connsiteY5" fmla="*/ 172720 h 1265611"/>
                <a:gd name="connsiteX6" fmla="*/ 284480 w 1158804"/>
                <a:gd name="connsiteY6" fmla="*/ 589280 h 1265611"/>
                <a:gd name="connsiteX7" fmla="*/ 325120 w 1158804"/>
                <a:gd name="connsiteY7" fmla="*/ 787400 h 1265611"/>
                <a:gd name="connsiteX8" fmla="*/ 660400 w 1158804"/>
                <a:gd name="connsiteY8" fmla="*/ 853440 h 1265611"/>
                <a:gd name="connsiteX9" fmla="*/ 701040 w 1158804"/>
                <a:gd name="connsiteY9" fmla="*/ 1168400 h 1265611"/>
                <a:gd name="connsiteX10" fmla="*/ 894080 w 1158804"/>
                <a:gd name="connsiteY10" fmla="*/ 1132840 h 1265611"/>
                <a:gd name="connsiteX11" fmla="*/ 843280 w 1158804"/>
                <a:gd name="connsiteY11" fmla="*/ 762000 h 1265611"/>
                <a:gd name="connsiteX12" fmla="*/ 589280 w 1158804"/>
                <a:gd name="connsiteY12" fmla="*/ 645160 h 1265611"/>
                <a:gd name="connsiteX13" fmla="*/ 660400 w 1158804"/>
                <a:gd name="connsiteY13" fmla="*/ 304800 h 1265611"/>
                <a:gd name="connsiteX14" fmla="*/ 772160 w 1158804"/>
                <a:gd name="connsiteY14" fmla="*/ 487680 h 1265611"/>
                <a:gd name="connsiteX15" fmla="*/ 853440 w 1158804"/>
                <a:gd name="connsiteY15" fmla="*/ 497840 h 1265611"/>
                <a:gd name="connsiteX16" fmla="*/ 1112520 w 1158804"/>
                <a:gd name="connsiteY16" fmla="*/ 416560 h 1265611"/>
                <a:gd name="connsiteX17" fmla="*/ 1061720 w 1158804"/>
                <a:gd name="connsiteY17" fmla="*/ 269240 h 1265611"/>
                <a:gd name="connsiteX18" fmla="*/ 873760 w 1158804"/>
                <a:gd name="connsiteY18" fmla="*/ 355600 h 1265611"/>
                <a:gd name="connsiteX19" fmla="*/ 695960 w 1158804"/>
                <a:gd name="connsiteY19" fmla="*/ 81280 h 1265611"/>
                <a:gd name="connsiteX20" fmla="*/ 513080 w 1158804"/>
                <a:gd name="connsiteY20" fmla="*/ 0 h 1265611"/>
                <a:gd name="connsiteX0" fmla="*/ 513080 w 1158804"/>
                <a:gd name="connsiteY0" fmla="*/ 0 h 1265611"/>
                <a:gd name="connsiteX1" fmla="*/ 147320 w 1158804"/>
                <a:gd name="connsiteY1" fmla="*/ 91440 h 1265611"/>
                <a:gd name="connsiteX2" fmla="*/ 0 w 1158804"/>
                <a:gd name="connsiteY2" fmla="*/ 391160 h 1265611"/>
                <a:gd name="connsiteX3" fmla="*/ 137160 w 1158804"/>
                <a:gd name="connsiteY3" fmla="*/ 452120 h 1265611"/>
                <a:gd name="connsiteX4" fmla="*/ 228600 w 1158804"/>
                <a:gd name="connsiteY4" fmla="*/ 223520 h 1265611"/>
                <a:gd name="connsiteX5" fmla="*/ 386080 w 1158804"/>
                <a:gd name="connsiteY5" fmla="*/ 172720 h 1265611"/>
                <a:gd name="connsiteX6" fmla="*/ 284480 w 1158804"/>
                <a:gd name="connsiteY6" fmla="*/ 589280 h 1265611"/>
                <a:gd name="connsiteX7" fmla="*/ 325120 w 1158804"/>
                <a:gd name="connsiteY7" fmla="*/ 787400 h 1265611"/>
                <a:gd name="connsiteX8" fmla="*/ 660400 w 1158804"/>
                <a:gd name="connsiteY8" fmla="*/ 853440 h 1265611"/>
                <a:gd name="connsiteX9" fmla="*/ 701040 w 1158804"/>
                <a:gd name="connsiteY9" fmla="*/ 1168400 h 1265611"/>
                <a:gd name="connsiteX10" fmla="*/ 894080 w 1158804"/>
                <a:gd name="connsiteY10" fmla="*/ 1132840 h 1265611"/>
                <a:gd name="connsiteX11" fmla="*/ 843280 w 1158804"/>
                <a:gd name="connsiteY11" fmla="*/ 762000 h 1265611"/>
                <a:gd name="connsiteX12" fmla="*/ 589280 w 1158804"/>
                <a:gd name="connsiteY12" fmla="*/ 645160 h 1265611"/>
                <a:gd name="connsiteX13" fmla="*/ 660400 w 1158804"/>
                <a:gd name="connsiteY13" fmla="*/ 304800 h 1265611"/>
                <a:gd name="connsiteX14" fmla="*/ 772160 w 1158804"/>
                <a:gd name="connsiteY14" fmla="*/ 487680 h 1265611"/>
                <a:gd name="connsiteX15" fmla="*/ 853440 w 1158804"/>
                <a:gd name="connsiteY15" fmla="*/ 497840 h 1265611"/>
                <a:gd name="connsiteX16" fmla="*/ 1112520 w 1158804"/>
                <a:gd name="connsiteY16" fmla="*/ 416560 h 1265611"/>
                <a:gd name="connsiteX17" fmla="*/ 1061720 w 1158804"/>
                <a:gd name="connsiteY17" fmla="*/ 269240 h 1265611"/>
                <a:gd name="connsiteX18" fmla="*/ 873760 w 1158804"/>
                <a:gd name="connsiteY18" fmla="*/ 355600 h 1265611"/>
                <a:gd name="connsiteX19" fmla="*/ 695960 w 1158804"/>
                <a:gd name="connsiteY19" fmla="*/ 81280 h 1265611"/>
                <a:gd name="connsiteX20" fmla="*/ 513080 w 1158804"/>
                <a:gd name="connsiteY20" fmla="*/ 0 h 1265611"/>
                <a:gd name="connsiteX0" fmla="*/ 517219 w 1162943"/>
                <a:gd name="connsiteY0" fmla="*/ 0 h 1265611"/>
                <a:gd name="connsiteX1" fmla="*/ 151459 w 1162943"/>
                <a:gd name="connsiteY1" fmla="*/ 91440 h 1265611"/>
                <a:gd name="connsiteX2" fmla="*/ 4139 w 1162943"/>
                <a:gd name="connsiteY2" fmla="*/ 391160 h 1265611"/>
                <a:gd name="connsiteX3" fmla="*/ 141299 w 1162943"/>
                <a:gd name="connsiteY3" fmla="*/ 452120 h 1265611"/>
                <a:gd name="connsiteX4" fmla="*/ 232739 w 1162943"/>
                <a:gd name="connsiteY4" fmla="*/ 223520 h 1265611"/>
                <a:gd name="connsiteX5" fmla="*/ 390219 w 1162943"/>
                <a:gd name="connsiteY5" fmla="*/ 172720 h 1265611"/>
                <a:gd name="connsiteX6" fmla="*/ 288619 w 1162943"/>
                <a:gd name="connsiteY6" fmla="*/ 589280 h 1265611"/>
                <a:gd name="connsiteX7" fmla="*/ 329259 w 1162943"/>
                <a:gd name="connsiteY7" fmla="*/ 787400 h 1265611"/>
                <a:gd name="connsiteX8" fmla="*/ 664539 w 1162943"/>
                <a:gd name="connsiteY8" fmla="*/ 853440 h 1265611"/>
                <a:gd name="connsiteX9" fmla="*/ 705179 w 1162943"/>
                <a:gd name="connsiteY9" fmla="*/ 1168400 h 1265611"/>
                <a:gd name="connsiteX10" fmla="*/ 898219 w 1162943"/>
                <a:gd name="connsiteY10" fmla="*/ 1132840 h 1265611"/>
                <a:gd name="connsiteX11" fmla="*/ 847419 w 1162943"/>
                <a:gd name="connsiteY11" fmla="*/ 762000 h 1265611"/>
                <a:gd name="connsiteX12" fmla="*/ 593419 w 1162943"/>
                <a:gd name="connsiteY12" fmla="*/ 645160 h 1265611"/>
                <a:gd name="connsiteX13" fmla="*/ 664539 w 1162943"/>
                <a:gd name="connsiteY13" fmla="*/ 304800 h 1265611"/>
                <a:gd name="connsiteX14" fmla="*/ 776299 w 1162943"/>
                <a:gd name="connsiteY14" fmla="*/ 487680 h 1265611"/>
                <a:gd name="connsiteX15" fmla="*/ 857579 w 1162943"/>
                <a:gd name="connsiteY15" fmla="*/ 497840 h 1265611"/>
                <a:gd name="connsiteX16" fmla="*/ 1116659 w 1162943"/>
                <a:gd name="connsiteY16" fmla="*/ 416560 h 1265611"/>
                <a:gd name="connsiteX17" fmla="*/ 1065859 w 1162943"/>
                <a:gd name="connsiteY17" fmla="*/ 269240 h 1265611"/>
                <a:gd name="connsiteX18" fmla="*/ 877899 w 1162943"/>
                <a:gd name="connsiteY18" fmla="*/ 355600 h 1265611"/>
                <a:gd name="connsiteX19" fmla="*/ 700099 w 1162943"/>
                <a:gd name="connsiteY19" fmla="*/ 81280 h 1265611"/>
                <a:gd name="connsiteX20" fmla="*/ 517219 w 1162943"/>
                <a:gd name="connsiteY20" fmla="*/ 0 h 1265611"/>
                <a:gd name="connsiteX0" fmla="*/ 517219 w 1162943"/>
                <a:gd name="connsiteY0" fmla="*/ 0 h 1265611"/>
                <a:gd name="connsiteX1" fmla="*/ 151459 w 1162943"/>
                <a:gd name="connsiteY1" fmla="*/ 91440 h 1265611"/>
                <a:gd name="connsiteX2" fmla="*/ 4139 w 1162943"/>
                <a:gd name="connsiteY2" fmla="*/ 391160 h 1265611"/>
                <a:gd name="connsiteX3" fmla="*/ 141299 w 1162943"/>
                <a:gd name="connsiteY3" fmla="*/ 452120 h 1265611"/>
                <a:gd name="connsiteX4" fmla="*/ 232739 w 1162943"/>
                <a:gd name="connsiteY4" fmla="*/ 223520 h 1265611"/>
                <a:gd name="connsiteX5" fmla="*/ 390219 w 1162943"/>
                <a:gd name="connsiteY5" fmla="*/ 172720 h 1265611"/>
                <a:gd name="connsiteX6" fmla="*/ 288619 w 1162943"/>
                <a:gd name="connsiteY6" fmla="*/ 589280 h 1265611"/>
                <a:gd name="connsiteX7" fmla="*/ 329259 w 1162943"/>
                <a:gd name="connsiteY7" fmla="*/ 787400 h 1265611"/>
                <a:gd name="connsiteX8" fmla="*/ 664539 w 1162943"/>
                <a:gd name="connsiteY8" fmla="*/ 853440 h 1265611"/>
                <a:gd name="connsiteX9" fmla="*/ 705179 w 1162943"/>
                <a:gd name="connsiteY9" fmla="*/ 1168400 h 1265611"/>
                <a:gd name="connsiteX10" fmla="*/ 898219 w 1162943"/>
                <a:gd name="connsiteY10" fmla="*/ 1132840 h 1265611"/>
                <a:gd name="connsiteX11" fmla="*/ 847419 w 1162943"/>
                <a:gd name="connsiteY11" fmla="*/ 762000 h 1265611"/>
                <a:gd name="connsiteX12" fmla="*/ 593419 w 1162943"/>
                <a:gd name="connsiteY12" fmla="*/ 645160 h 1265611"/>
                <a:gd name="connsiteX13" fmla="*/ 664539 w 1162943"/>
                <a:gd name="connsiteY13" fmla="*/ 304800 h 1265611"/>
                <a:gd name="connsiteX14" fmla="*/ 776299 w 1162943"/>
                <a:gd name="connsiteY14" fmla="*/ 487680 h 1265611"/>
                <a:gd name="connsiteX15" fmla="*/ 857579 w 1162943"/>
                <a:gd name="connsiteY15" fmla="*/ 497840 h 1265611"/>
                <a:gd name="connsiteX16" fmla="*/ 1116659 w 1162943"/>
                <a:gd name="connsiteY16" fmla="*/ 416560 h 1265611"/>
                <a:gd name="connsiteX17" fmla="*/ 1065859 w 1162943"/>
                <a:gd name="connsiteY17" fmla="*/ 269240 h 1265611"/>
                <a:gd name="connsiteX18" fmla="*/ 877899 w 1162943"/>
                <a:gd name="connsiteY18" fmla="*/ 355600 h 1265611"/>
                <a:gd name="connsiteX19" fmla="*/ 700099 w 1162943"/>
                <a:gd name="connsiteY19" fmla="*/ 81280 h 1265611"/>
                <a:gd name="connsiteX20" fmla="*/ 517219 w 1162943"/>
                <a:gd name="connsiteY20" fmla="*/ 0 h 1265611"/>
                <a:gd name="connsiteX0" fmla="*/ 517219 w 1162943"/>
                <a:gd name="connsiteY0" fmla="*/ 0 h 1265611"/>
                <a:gd name="connsiteX1" fmla="*/ 151459 w 1162943"/>
                <a:gd name="connsiteY1" fmla="*/ 91440 h 1265611"/>
                <a:gd name="connsiteX2" fmla="*/ 4139 w 1162943"/>
                <a:gd name="connsiteY2" fmla="*/ 391160 h 1265611"/>
                <a:gd name="connsiteX3" fmla="*/ 141299 w 1162943"/>
                <a:gd name="connsiteY3" fmla="*/ 452120 h 1265611"/>
                <a:gd name="connsiteX4" fmla="*/ 232739 w 1162943"/>
                <a:gd name="connsiteY4" fmla="*/ 223520 h 1265611"/>
                <a:gd name="connsiteX5" fmla="*/ 390219 w 1162943"/>
                <a:gd name="connsiteY5" fmla="*/ 172720 h 1265611"/>
                <a:gd name="connsiteX6" fmla="*/ 288619 w 1162943"/>
                <a:gd name="connsiteY6" fmla="*/ 589280 h 1265611"/>
                <a:gd name="connsiteX7" fmla="*/ 329259 w 1162943"/>
                <a:gd name="connsiteY7" fmla="*/ 787400 h 1265611"/>
                <a:gd name="connsiteX8" fmla="*/ 664539 w 1162943"/>
                <a:gd name="connsiteY8" fmla="*/ 853440 h 1265611"/>
                <a:gd name="connsiteX9" fmla="*/ 705179 w 1162943"/>
                <a:gd name="connsiteY9" fmla="*/ 1168400 h 1265611"/>
                <a:gd name="connsiteX10" fmla="*/ 898219 w 1162943"/>
                <a:gd name="connsiteY10" fmla="*/ 1132840 h 1265611"/>
                <a:gd name="connsiteX11" fmla="*/ 847419 w 1162943"/>
                <a:gd name="connsiteY11" fmla="*/ 762000 h 1265611"/>
                <a:gd name="connsiteX12" fmla="*/ 593419 w 1162943"/>
                <a:gd name="connsiteY12" fmla="*/ 645160 h 1265611"/>
                <a:gd name="connsiteX13" fmla="*/ 664539 w 1162943"/>
                <a:gd name="connsiteY13" fmla="*/ 304800 h 1265611"/>
                <a:gd name="connsiteX14" fmla="*/ 776299 w 1162943"/>
                <a:gd name="connsiteY14" fmla="*/ 487680 h 1265611"/>
                <a:gd name="connsiteX15" fmla="*/ 857579 w 1162943"/>
                <a:gd name="connsiteY15" fmla="*/ 497840 h 1265611"/>
                <a:gd name="connsiteX16" fmla="*/ 1116659 w 1162943"/>
                <a:gd name="connsiteY16" fmla="*/ 416560 h 1265611"/>
                <a:gd name="connsiteX17" fmla="*/ 1065859 w 1162943"/>
                <a:gd name="connsiteY17" fmla="*/ 269240 h 1265611"/>
                <a:gd name="connsiteX18" fmla="*/ 877899 w 1162943"/>
                <a:gd name="connsiteY18" fmla="*/ 355600 h 1265611"/>
                <a:gd name="connsiteX19" fmla="*/ 700099 w 1162943"/>
                <a:gd name="connsiteY19" fmla="*/ 81280 h 1265611"/>
                <a:gd name="connsiteX20" fmla="*/ 517219 w 1162943"/>
                <a:gd name="connsiteY20" fmla="*/ 0 h 126561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1162943" h="1265611">
                  <a:moveTo>
                    <a:pt x="517219" y="0"/>
                  </a:moveTo>
                  <a:lnTo>
                    <a:pt x="151459" y="91440"/>
                  </a:lnTo>
                  <a:lnTo>
                    <a:pt x="4139" y="391160"/>
                  </a:lnTo>
                  <a:cubicBezTo>
                    <a:pt x="-16181" y="431800"/>
                    <a:pt x="39699" y="574040"/>
                    <a:pt x="141299" y="452120"/>
                  </a:cubicBezTo>
                  <a:lnTo>
                    <a:pt x="232739" y="223520"/>
                  </a:lnTo>
                  <a:lnTo>
                    <a:pt x="390219" y="172720"/>
                  </a:lnTo>
                  <a:lnTo>
                    <a:pt x="288619" y="589280"/>
                  </a:lnTo>
                  <a:cubicBezTo>
                    <a:pt x="276766" y="658707"/>
                    <a:pt x="266606" y="743373"/>
                    <a:pt x="329259" y="787400"/>
                  </a:cubicBezTo>
                  <a:cubicBezTo>
                    <a:pt x="391912" y="831427"/>
                    <a:pt x="566326" y="839893"/>
                    <a:pt x="664539" y="853440"/>
                  </a:cubicBezTo>
                  <a:lnTo>
                    <a:pt x="705179" y="1168400"/>
                  </a:lnTo>
                  <a:cubicBezTo>
                    <a:pt x="698406" y="1217507"/>
                    <a:pt x="864352" y="1378373"/>
                    <a:pt x="898219" y="1132840"/>
                  </a:cubicBezTo>
                  <a:lnTo>
                    <a:pt x="847419" y="762000"/>
                  </a:lnTo>
                  <a:cubicBezTo>
                    <a:pt x="823712" y="677333"/>
                    <a:pt x="678086" y="684107"/>
                    <a:pt x="593419" y="645160"/>
                  </a:cubicBezTo>
                  <a:lnTo>
                    <a:pt x="664539" y="304800"/>
                  </a:lnTo>
                  <a:lnTo>
                    <a:pt x="776299" y="487680"/>
                  </a:lnTo>
                  <a:cubicBezTo>
                    <a:pt x="808472" y="506307"/>
                    <a:pt x="825406" y="512233"/>
                    <a:pt x="857579" y="497840"/>
                  </a:cubicBezTo>
                  <a:lnTo>
                    <a:pt x="1116659" y="416560"/>
                  </a:lnTo>
                  <a:cubicBezTo>
                    <a:pt x="1216566" y="347133"/>
                    <a:pt x="1133592" y="257387"/>
                    <a:pt x="1065859" y="269240"/>
                  </a:cubicBezTo>
                  <a:lnTo>
                    <a:pt x="877899" y="355600"/>
                  </a:lnTo>
                  <a:lnTo>
                    <a:pt x="700099" y="81280"/>
                  </a:lnTo>
                  <a:lnTo>
                    <a:pt x="517219" y="0"/>
                  </a:lnTo>
                  <a:close/>
                </a:path>
              </a:pathLst>
            </a:custGeom>
            <a:grpFill/>
            <a:ln w="12700" cap="flat" cmpd="sng" algn="ctr">
              <a:no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0" cap="none" spc="0" normalizeH="0" baseline="0" noProof="0">
                <a:ln>
                  <a:noFill/>
                </a:ln>
                <a:solidFill>
                  <a:prstClr val="black"/>
                </a:solidFill>
                <a:effectLst/>
                <a:uLnTx/>
                <a:uFillTx/>
                <a:latin typeface="Ubuntu"/>
                <a:ea typeface="+mn-ea"/>
                <a:cs typeface="+mn-cs"/>
              </a:endParaRPr>
            </a:p>
          </p:txBody>
        </p:sp>
        <p:sp>
          <p:nvSpPr>
            <p:cNvPr id="36" name="Freeform 118">
              <a:extLst>
                <a:ext uri="{FF2B5EF4-FFF2-40B4-BE49-F238E27FC236}">
                  <a16:creationId xmlns:a16="http://schemas.microsoft.com/office/drawing/2014/main" id="{F797791C-E90C-5D80-43A6-D71BA6B015B5}"/>
                </a:ext>
              </a:extLst>
            </p:cNvPr>
            <p:cNvSpPr/>
            <p:nvPr/>
          </p:nvSpPr>
          <p:spPr>
            <a:xfrm>
              <a:off x="373151" y="5304258"/>
              <a:ext cx="500526" cy="532989"/>
            </a:xfrm>
            <a:custGeom>
              <a:avLst/>
              <a:gdLst>
                <a:gd name="connsiteX0" fmla="*/ 309880 w 482600"/>
                <a:gd name="connsiteY0" fmla="*/ 0 h 518160"/>
                <a:gd name="connsiteX1" fmla="*/ 274320 w 482600"/>
                <a:gd name="connsiteY1" fmla="*/ 116840 h 518160"/>
                <a:gd name="connsiteX2" fmla="*/ 0 w 482600"/>
                <a:gd name="connsiteY2" fmla="*/ 391160 h 518160"/>
                <a:gd name="connsiteX3" fmla="*/ 127000 w 482600"/>
                <a:gd name="connsiteY3" fmla="*/ 518160 h 518160"/>
                <a:gd name="connsiteX4" fmla="*/ 447040 w 482600"/>
                <a:gd name="connsiteY4" fmla="*/ 213360 h 518160"/>
                <a:gd name="connsiteX5" fmla="*/ 482600 w 482600"/>
                <a:gd name="connsiteY5" fmla="*/ 50800 h 518160"/>
                <a:gd name="connsiteX6" fmla="*/ 309880 w 482600"/>
                <a:gd name="connsiteY6" fmla="*/ 0 h 518160"/>
                <a:gd name="connsiteX0" fmla="*/ 309880 w 482600"/>
                <a:gd name="connsiteY0" fmla="*/ 0 h 534056"/>
                <a:gd name="connsiteX1" fmla="*/ 274320 w 482600"/>
                <a:gd name="connsiteY1" fmla="*/ 116840 h 534056"/>
                <a:gd name="connsiteX2" fmla="*/ 0 w 482600"/>
                <a:gd name="connsiteY2" fmla="*/ 391160 h 534056"/>
                <a:gd name="connsiteX3" fmla="*/ 127000 w 482600"/>
                <a:gd name="connsiteY3" fmla="*/ 518160 h 534056"/>
                <a:gd name="connsiteX4" fmla="*/ 447040 w 482600"/>
                <a:gd name="connsiteY4" fmla="*/ 213360 h 534056"/>
                <a:gd name="connsiteX5" fmla="*/ 482600 w 482600"/>
                <a:gd name="connsiteY5" fmla="*/ 50800 h 534056"/>
                <a:gd name="connsiteX6" fmla="*/ 309880 w 482600"/>
                <a:gd name="connsiteY6" fmla="*/ 0 h 534056"/>
                <a:gd name="connsiteX0" fmla="*/ 321143 w 493863"/>
                <a:gd name="connsiteY0" fmla="*/ 0 h 534442"/>
                <a:gd name="connsiteX1" fmla="*/ 285583 w 493863"/>
                <a:gd name="connsiteY1" fmla="*/ 116840 h 534442"/>
                <a:gd name="connsiteX2" fmla="*/ 11263 w 493863"/>
                <a:gd name="connsiteY2" fmla="*/ 391160 h 534442"/>
                <a:gd name="connsiteX3" fmla="*/ 138263 w 493863"/>
                <a:gd name="connsiteY3" fmla="*/ 518160 h 534442"/>
                <a:gd name="connsiteX4" fmla="*/ 458303 w 493863"/>
                <a:gd name="connsiteY4" fmla="*/ 213360 h 534442"/>
                <a:gd name="connsiteX5" fmla="*/ 493863 w 493863"/>
                <a:gd name="connsiteY5" fmla="*/ 50800 h 534442"/>
                <a:gd name="connsiteX6" fmla="*/ 321143 w 493863"/>
                <a:gd name="connsiteY6" fmla="*/ 0 h 534442"/>
                <a:gd name="connsiteX0" fmla="*/ 327806 w 500526"/>
                <a:gd name="connsiteY0" fmla="*/ 0 h 532989"/>
                <a:gd name="connsiteX1" fmla="*/ 292246 w 500526"/>
                <a:gd name="connsiteY1" fmla="*/ 116840 h 532989"/>
                <a:gd name="connsiteX2" fmla="*/ 17926 w 500526"/>
                <a:gd name="connsiteY2" fmla="*/ 391160 h 532989"/>
                <a:gd name="connsiteX3" fmla="*/ 144926 w 500526"/>
                <a:gd name="connsiteY3" fmla="*/ 518160 h 532989"/>
                <a:gd name="connsiteX4" fmla="*/ 464966 w 500526"/>
                <a:gd name="connsiteY4" fmla="*/ 213360 h 532989"/>
                <a:gd name="connsiteX5" fmla="*/ 500526 w 500526"/>
                <a:gd name="connsiteY5" fmla="*/ 50800 h 532989"/>
                <a:gd name="connsiteX6" fmla="*/ 327806 w 500526"/>
                <a:gd name="connsiteY6" fmla="*/ 0 h 53298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00526" h="532989">
                  <a:moveTo>
                    <a:pt x="327806" y="0"/>
                  </a:moveTo>
                  <a:lnTo>
                    <a:pt x="292246" y="116840"/>
                  </a:lnTo>
                  <a:lnTo>
                    <a:pt x="17926" y="391160"/>
                  </a:lnTo>
                  <a:cubicBezTo>
                    <a:pt x="-21021" y="418253"/>
                    <a:pt x="-4087" y="582507"/>
                    <a:pt x="144926" y="518160"/>
                  </a:cubicBezTo>
                  <a:lnTo>
                    <a:pt x="464966" y="213360"/>
                  </a:lnTo>
                  <a:lnTo>
                    <a:pt x="500526" y="50800"/>
                  </a:lnTo>
                  <a:lnTo>
                    <a:pt x="327806" y="0"/>
                  </a:lnTo>
                  <a:close/>
                </a:path>
              </a:pathLst>
            </a:custGeom>
            <a:grpFill/>
            <a:ln w="12700" cap="flat" cmpd="sng" algn="ctr">
              <a:no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0" cap="none" spc="0" normalizeH="0" baseline="0" noProof="0">
                <a:ln>
                  <a:noFill/>
                </a:ln>
                <a:solidFill>
                  <a:prstClr val="black"/>
                </a:solidFill>
                <a:effectLst/>
                <a:uLnTx/>
                <a:uFillTx/>
                <a:latin typeface="Ubuntu"/>
                <a:ea typeface="+mn-ea"/>
                <a:cs typeface="+mn-cs"/>
              </a:endParaRPr>
            </a:p>
          </p:txBody>
        </p:sp>
        <p:sp>
          <p:nvSpPr>
            <p:cNvPr id="37" name="Freeform 119">
              <a:extLst>
                <a:ext uri="{FF2B5EF4-FFF2-40B4-BE49-F238E27FC236}">
                  <a16:creationId xmlns:a16="http://schemas.microsoft.com/office/drawing/2014/main" id="{F95B2484-E035-ACFF-BCAD-28E45FA89F32}"/>
                </a:ext>
              </a:extLst>
            </p:cNvPr>
            <p:cNvSpPr/>
            <p:nvPr/>
          </p:nvSpPr>
          <p:spPr>
            <a:xfrm>
              <a:off x="764745" y="5129618"/>
              <a:ext cx="1556385" cy="1089660"/>
            </a:xfrm>
            <a:custGeom>
              <a:avLst/>
              <a:gdLst>
                <a:gd name="connsiteX0" fmla="*/ 85725 w 1556385"/>
                <a:gd name="connsiteY0" fmla="*/ 1089660 h 1089660"/>
                <a:gd name="connsiteX1" fmla="*/ 85725 w 1556385"/>
                <a:gd name="connsiteY1" fmla="*/ 922020 h 1089660"/>
                <a:gd name="connsiteX2" fmla="*/ 379095 w 1556385"/>
                <a:gd name="connsiteY2" fmla="*/ 922020 h 1089660"/>
                <a:gd name="connsiteX3" fmla="*/ 379095 w 1556385"/>
                <a:gd name="connsiteY3" fmla="*/ 712470 h 1089660"/>
                <a:gd name="connsiteX4" fmla="*/ 672465 w 1556385"/>
                <a:gd name="connsiteY4" fmla="*/ 712470 h 1089660"/>
                <a:gd name="connsiteX5" fmla="*/ 672465 w 1556385"/>
                <a:gd name="connsiteY5" fmla="*/ 501015 h 1089660"/>
                <a:gd name="connsiteX6" fmla="*/ 965835 w 1556385"/>
                <a:gd name="connsiteY6" fmla="*/ 501015 h 1089660"/>
                <a:gd name="connsiteX7" fmla="*/ 965835 w 1556385"/>
                <a:gd name="connsiteY7" fmla="*/ 291465 h 1089660"/>
                <a:gd name="connsiteX8" fmla="*/ 1261110 w 1556385"/>
                <a:gd name="connsiteY8" fmla="*/ 291465 h 1089660"/>
                <a:gd name="connsiteX9" fmla="*/ 1261110 w 1556385"/>
                <a:gd name="connsiteY9" fmla="*/ 76200 h 1089660"/>
                <a:gd name="connsiteX10" fmla="*/ 1556385 w 1556385"/>
                <a:gd name="connsiteY10" fmla="*/ 76200 h 1089660"/>
                <a:gd name="connsiteX11" fmla="*/ 1556385 w 1556385"/>
                <a:gd name="connsiteY11" fmla="*/ 0 h 1089660"/>
                <a:gd name="connsiteX12" fmla="*/ 1177290 w 1556385"/>
                <a:gd name="connsiteY12" fmla="*/ 0 h 1089660"/>
                <a:gd name="connsiteX13" fmla="*/ 1177290 w 1556385"/>
                <a:gd name="connsiteY13" fmla="*/ 205740 h 1089660"/>
                <a:gd name="connsiteX14" fmla="*/ 880110 w 1556385"/>
                <a:gd name="connsiteY14" fmla="*/ 205740 h 1089660"/>
                <a:gd name="connsiteX15" fmla="*/ 880110 w 1556385"/>
                <a:gd name="connsiteY15" fmla="*/ 422910 h 1089660"/>
                <a:gd name="connsiteX16" fmla="*/ 586740 w 1556385"/>
                <a:gd name="connsiteY16" fmla="*/ 422910 h 1089660"/>
                <a:gd name="connsiteX17" fmla="*/ 586740 w 1556385"/>
                <a:gd name="connsiteY17" fmla="*/ 632460 h 1089660"/>
                <a:gd name="connsiteX18" fmla="*/ 304800 w 1556385"/>
                <a:gd name="connsiteY18" fmla="*/ 632460 h 1089660"/>
                <a:gd name="connsiteX19" fmla="*/ 304800 w 1556385"/>
                <a:gd name="connsiteY19" fmla="*/ 843915 h 1089660"/>
                <a:gd name="connsiteX20" fmla="*/ 0 w 1556385"/>
                <a:gd name="connsiteY20" fmla="*/ 843915 h 1089660"/>
                <a:gd name="connsiteX21" fmla="*/ 0 w 1556385"/>
                <a:gd name="connsiteY21" fmla="*/ 1089660 h 1089660"/>
                <a:gd name="connsiteX22" fmla="*/ 85725 w 1556385"/>
                <a:gd name="connsiteY22" fmla="*/ 1089660 h 10896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1556385" h="1089660">
                  <a:moveTo>
                    <a:pt x="85725" y="1089660"/>
                  </a:moveTo>
                  <a:lnTo>
                    <a:pt x="85725" y="922020"/>
                  </a:lnTo>
                  <a:lnTo>
                    <a:pt x="379095" y="922020"/>
                  </a:lnTo>
                  <a:lnTo>
                    <a:pt x="379095" y="712470"/>
                  </a:lnTo>
                  <a:lnTo>
                    <a:pt x="672465" y="712470"/>
                  </a:lnTo>
                  <a:lnTo>
                    <a:pt x="672465" y="501015"/>
                  </a:lnTo>
                  <a:lnTo>
                    <a:pt x="965835" y="501015"/>
                  </a:lnTo>
                  <a:lnTo>
                    <a:pt x="965835" y="291465"/>
                  </a:lnTo>
                  <a:lnTo>
                    <a:pt x="1261110" y="291465"/>
                  </a:lnTo>
                  <a:lnTo>
                    <a:pt x="1261110" y="76200"/>
                  </a:lnTo>
                  <a:lnTo>
                    <a:pt x="1556385" y="76200"/>
                  </a:lnTo>
                  <a:lnTo>
                    <a:pt x="1556385" y="0"/>
                  </a:lnTo>
                  <a:lnTo>
                    <a:pt x="1177290" y="0"/>
                  </a:lnTo>
                  <a:lnTo>
                    <a:pt x="1177290" y="205740"/>
                  </a:lnTo>
                  <a:lnTo>
                    <a:pt x="880110" y="205740"/>
                  </a:lnTo>
                  <a:lnTo>
                    <a:pt x="880110" y="422910"/>
                  </a:lnTo>
                  <a:lnTo>
                    <a:pt x="586740" y="422910"/>
                  </a:lnTo>
                  <a:lnTo>
                    <a:pt x="586740" y="632460"/>
                  </a:lnTo>
                  <a:lnTo>
                    <a:pt x="304800" y="632460"/>
                  </a:lnTo>
                  <a:lnTo>
                    <a:pt x="304800" y="843915"/>
                  </a:lnTo>
                  <a:lnTo>
                    <a:pt x="0" y="843915"/>
                  </a:lnTo>
                  <a:lnTo>
                    <a:pt x="0" y="1089660"/>
                  </a:lnTo>
                  <a:lnTo>
                    <a:pt x="85725" y="1089660"/>
                  </a:lnTo>
                  <a:close/>
                </a:path>
              </a:pathLst>
            </a:custGeom>
            <a:grpFill/>
            <a:ln w="12700" cap="flat" cmpd="sng" algn="ctr">
              <a:solidFill>
                <a:srgbClr val="FFFFFF"/>
              </a:solid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0" cap="none" spc="0" normalizeH="0" baseline="0" noProof="0">
                <a:ln>
                  <a:noFill/>
                </a:ln>
                <a:solidFill>
                  <a:prstClr val="black"/>
                </a:solidFill>
                <a:effectLst/>
                <a:uLnTx/>
                <a:uFillTx/>
                <a:latin typeface="Ubuntu"/>
                <a:ea typeface="+mn-ea"/>
                <a:cs typeface="+mn-cs"/>
              </a:endParaRPr>
            </a:p>
          </p:txBody>
        </p:sp>
      </p:grpSp>
      <p:sp>
        <p:nvSpPr>
          <p:cNvPr id="38" name="Isosceles Triangle 37">
            <a:extLst>
              <a:ext uri="{FF2B5EF4-FFF2-40B4-BE49-F238E27FC236}">
                <a16:creationId xmlns:a16="http://schemas.microsoft.com/office/drawing/2014/main" id="{AD03F170-10DA-C09F-3984-909DAB186BC7}"/>
              </a:ext>
            </a:extLst>
          </p:cNvPr>
          <p:cNvSpPr/>
          <p:nvPr/>
        </p:nvSpPr>
        <p:spPr>
          <a:xfrm flipV="1">
            <a:off x="5317611" y="4459792"/>
            <a:ext cx="1238250" cy="230510"/>
          </a:xfrm>
          <a:prstGeom prst="triangle">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a:ln>
                <a:noFill/>
              </a:ln>
              <a:solidFill>
                <a:srgbClr val="FFFFFF"/>
              </a:solidFill>
              <a:effectLst/>
              <a:uLnTx/>
              <a:uFillTx/>
              <a:latin typeface="Ubuntu"/>
              <a:ea typeface="+mn-ea"/>
              <a:cs typeface="+mn-cs"/>
            </a:endParaRPr>
          </a:p>
        </p:txBody>
      </p:sp>
      <p:sp>
        <p:nvSpPr>
          <p:cNvPr id="39" name="Rectangle: Rounded Corners 38">
            <a:extLst>
              <a:ext uri="{FF2B5EF4-FFF2-40B4-BE49-F238E27FC236}">
                <a16:creationId xmlns:a16="http://schemas.microsoft.com/office/drawing/2014/main" id="{AADD593E-ADCA-677E-C129-6EF04E8CD59D}"/>
              </a:ext>
            </a:extLst>
          </p:cNvPr>
          <p:cNvSpPr/>
          <p:nvPr/>
        </p:nvSpPr>
        <p:spPr>
          <a:xfrm>
            <a:off x="4831307" y="6002456"/>
            <a:ext cx="2438398" cy="361950"/>
          </a:xfrm>
          <a:prstGeom prst="roundRect">
            <a:avLst>
              <a:gd name="adj" fmla="val 50000"/>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a:ln>
                  <a:noFill/>
                </a:ln>
                <a:solidFill>
                  <a:srgbClr val="FFFFFF"/>
                </a:solidFill>
                <a:effectLst/>
                <a:uLnTx/>
                <a:uFillTx/>
                <a:latin typeface="Ubuntu"/>
                <a:ea typeface="+mn-ea"/>
                <a:cs typeface="+mn-cs"/>
              </a:rPr>
              <a:t>OUTCOMES</a:t>
            </a:r>
          </a:p>
        </p:txBody>
      </p:sp>
      <p:sp>
        <p:nvSpPr>
          <p:cNvPr id="42" name="Pentagon 33">
            <a:extLst>
              <a:ext uri="{FF2B5EF4-FFF2-40B4-BE49-F238E27FC236}">
                <a16:creationId xmlns:a16="http://schemas.microsoft.com/office/drawing/2014/main" id="{5112A22B-2B11-9C2C-49C9-CE2AB54222D8}"/>
              </a:ext>
            </a:extLst>
          </p:cNvPr>
          <p:cNvSpPr/>
          <p:nvPr/>
        </p:nvSpPr>
        <p:spPr>
          <a:xfrm>
            <a:off x="407368" y="2809136"/>
            <a:ext cx="11376000" cy="318055"/>
          </a:xfrm>
          <a:prstGeom prst="chevron">
            <a:avLst>
              <a:gd name="adj" fmla="val 12004"/>
            </a:avLst>
          </a:prstGeom>
          <a:solidFill>
            <a:schemeClr val="accent2"/>
          </a:solidFill>
          <a:ln w="19050" cap="flat" cmpd="sng" algn="ctr">
            <a:no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0" cap="none" spc="0" normalizeH="0" baseline="0" noProof="0">
                <a:ln>
                  <a:noFill/>
                </a:ln>
                <a:solidFill>
                  <a:srgbClr val="FFFFFF"/>
                </a:solidFill>
                <a:effectLst/>
                <a:uLnTx/>
                <a:uFillTx/>
                <a:latin typeface="Ubuntu"/>
                <a:ea typeface="+mn-ea"/>
                <a:cs typeface="+mn-cs"/>
              </a:rPr>
              <a:t>MANAGE CHANGE</a:t>
            </a:r>
          </a:p>
        </p:txBody>
      </p:sp>
      <p:grpSp>
        <p:nvGrpSpPr>
          <p:cNvPr id="43" name="Group 42">
            <a:extLst>
              <a:ext uri="{FF2B5EF4-FFF2-40B4-BE49-F238E27FC236}">
                <a16:creationId xmlns:a16="http://schemas.microsoft.com/office/drawing/2014/main" id="{8D90CB07-4FAB-772F-41D9-8FA818CB5758}"/>
              </a:ext>
            </a:extLst>
          </p:cNvPr>
          <p:cNvGrpSpPr/>
          <p:nvPr/>
        </p:nvGrpSpPr>
        <p:grpSpPr>
          <a:xfrm>
            <a:off x="404813" y="2003136"/>
            <a:ext cx="11379201" cy="711154"/>
            <a:chOff x="550865" y="1755775"/>
            <a:chExt cx="11162915" cy="711154"/>
          </a:xfrm>
        </p:grpSpPr>
        <p:sp>
          <p:nvSpPr>
            <p:cNvPr id="44" name="Rounded Rectangle 29">
              <a:extLst>
                <a:ext uri="{FF2B5EF4-FFF2-40B4-BE49-F238E27FC236}">
                  <a16:creationId xmlns:a16="http://schemas.microsoft.com/office/drawing/2014/main" id="{C623B32F-1E2A-CD85-2D4D-82695B5EAD76}"/>
                </a:ext>
              </a:extLst>
            </p:cNvPr>
            <p:cNvSpPr/>
            <p:nvPr/>
          </p:nvSpPr>
          <p:spPr>
            <a:xfrm>
              <a:off x="550865" y="1755775"/>
              <a:ext cx="2704874" cy="711154"/>
            </a:xfrm>
            <a:prstGeom prst="roundRect">
              <a:avLst>
                <a:gd name="adj" fmla="val 4437"/>
              </a:avLst>
            </a:prstGeom>
            <a:solidFill>
              <a:schemeClr val="bg1">
                <a:lumMod val="95000"/>
              </a:schemeClr>
            </a:solidFill>
            <a:ln w="3175" cap="flat" cmpd="sng" algn="ctr">
              <a:noFill/>
              <a:prstDash val="solid"/>
              <a:miter lim="800000"/>
            </a:ln>
            <a:effectLst/>
          </p:spPr>
          <p:txBody>
            <a:bodyPr lIns="0" r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0" cap="none" spc="0" normalizeH="0" baseline="0" noProof="0" dirty="0">
                  <a:ln>
                    <a:noFill/>
                  </a:ln>
                  <a:solidFill>
                    <a:prstClr val="black"/>
                  </a:solidFill>
                  <a:effectLst/>
                  <a:uLnTx/>
                  <a:uFillTx/>
                  <a:latin typeface="Ubuntu"/>
                  <a:ea typeface="+mn-ea"/>
                  <a:cs typeface="+mn-cs"/>
                </a:rPr>
                <a:t>Build on sponsorship from Executive Leadership to motivate users</a:t>
              </a:r>
            </a:p>
          </p:txBody>
        </p:sp>
        <p:sp>
          <p:nvSpPr>
            <p:cNvPr id="45" name="Rounded Rectangle 30">
              <a:extLst>
                <a:ext uri="{FF2B5EF4-FFF2-40B4-BE49-F238E27FC236}">
                  <a16:creationId xmlns:a16="http://schemas.microsoft.com/office/drawing/2014/main" id="{B136D2F1-B9B8-2A64-4440-C32F69A75D5B}"/>
                </a:ext>
              </a:extLst>
            </p:cNvPr>
            <p:cNvSpPr/>
            <p:nvPr/>
          </p:nvSpPr>
          <p:spPr>
            <a:xfrm>
              <a:off x="3370212" y="1755775"/>
              <a:ext cx="2704874" cy="711154"/>
            </a:xfrm>
            <a:prstGeom prst="roundRect">
              <a:avLst>
                <a:gd name="adj" fmla="val 4437"/>
              </a:avLst>
            </a:prstGeom>
            <a:solidFill>
              <a:schemeClr val="bg1">
                <a:lumMod val="95000"/>
              </a:schemeClr>
            </a:solidFill>
            <a:ln w="3175" cap="flat" cmpd="sng" algn="ctr">
              <a:noFill/>
              <a:prstDash val="solid"/>
              <a:miter lim="800000"/>
            </a:ln>
            <a:effectLst/>
          </p:spPr>
          <p:txBody>
            <a:bodyPr lIns="0" r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0" cap="none" spc="0" normalizeH="0" baseline="0" noProof="0" dirty="0">
                  <a:ln>
                    <a:noFill/>
                  </a:ln>
                  <a:solidFill>
                    <a:prstClr val="black"/>
                  </a:solidFill>
                  <a:effectLst/>
                  <a:uLnTx/>
                  <a:uFillTx/>
                  <a:latin typeface="Ubuntu"/>
                  <a:ea typeface="+mn-ea"/>
                  <a:cs typeface="+mn-cs"/>
                </a:rPr>
                <a:t>Developing a systematic and comprehensive plan to anticipate and address user needs and concerns</a:t>
              </a:r>
            </a:p>
          </p:txBody>
        </p:sp>
        <p:sp>
          <p:nvSpPr>
            <p:cNvPr id="46" name="Rounded Rectangle 31">
              <a:extLst>
                <a:ext uri="{FF2B5EF4-FFF2-40B4-BE49-F238E27FC236}">
                  <a16:creationId xmlns:a16="http://schemas.microsoft.com/office/drawing/2014/main" id="{74318B0E-87E0-6F89-11B6-155BD9DE8F58}"/>
                </a:ext>
              </a:extLst>
            </p:cNvPr>
            <p:cNvSpPr/>
            <p:nvPr/>
          </p:nvSpPr>
          <p:spPr>
            <a:xfrm>
              <a:off x="6189559" y="1755775"/>
              <a:ext cx="2704874" cy="711154"/>
            </a:xfrm>
            <a:prstGeom prst="roundRect">
              <a:avLst>
                <a:gd name="adj" fmla="val 4437"/>
              </a:avLst>
            </a:prstGeom>
            <a:solidFill>
              <a:schemeClr val="bg1">
                <a:lumMod val="95000"/>
              </a:schemeClr>
            </a:solidFill>
            <a:ln w="3175" cap="flat" cmpd="sng" algn="ctr">
              <a:noFill/>
              <a:prstDash val="solid"/>
              <a:miter lim="800000"/>
            </a:ln>
            <a:effectLst/>
          </p:spPr>
          <p:txBody>
            <a:bodyPr lIns="0" tIns="45720" rIns="0" bIns="45720" rtlCol="0" anchor="ctr"/>
            <a:lstStyle/>
            <a:p>
              <a:pPr algn="ctr">
                <a:defRPr/>
              </a:pPr>
              <a:r>
                <a:rPr lang="en-US" sz="1200" kern="0" dirty="0">
                  <a:solidFill>
                    <a:prstClr val="black"/>
                  </a:solidFill>
                  <a:latin typeface="Ubuntu"/>
                </a:rPr>
                <a:t>Create</a:t>
              </a:r>
              <a:r>
                <a:rPr kumimoji="0" lang="en-US" sz="1200" b="0" i="0" u="none" strike="noStrike" kern="0" cap="none" spc="0" normalizeH="0" baseline="0" noProof="0" dirty="0">
                  <a:ln>
                    <a:noFill/>
                  </a:ln>
                  <a:solidFill>
                    <a:prstClr val="black"/>
                  </a:solidFill>
                  <a:effectLst/>
                  <a:uLnTx/>
                  <a:uFillTx/>
                  <a:latin typeface="Ubuntu"/>
                  <a:ea typeface="+mn-ea"/>
                  <a:cs typeface="+mn-cs"/>
                </a:rPr>
                <a:t> </a:t>
              </a:r>
              <a:r>
                <a:rPr lang="en-US" sz="1200" kern="0" dirty="0">
                  <a:solidFill>
                    <a:prstClr val="black"/>
                  </a:solidFill>
                  <a:latin typeface="Ubuntu"/>
                </a:rPr>
                <a:t>personas and communication for user awareness</a:t>
              </a:r>
              <a:endParaRPr kumimoji="0" lang="en-US" sz="1200" b="0" i="0" u="none" strike="noStrike" kern="0" cap="none" spc="0" normalizeH="0" baseline="0" noProof="0" dirty="0">
                <a:ln>
                  <a:noFill/>
                </a:ln>
                <a:solidFill>
                  <a:prstClr val="black"/>
                </a:solidFill>
                <a:effectLst/>
                <a:uLnTx/>
                <a:uFillTx/>
                <a:latin typeface="Ubuntu"/>
                <a:ea typeface="+mn-ea"/>
                <a:cs typeface="+mn-cs"/>
              </a:endParaRPr>
            </a:p>
          </p:txBody>
        </p:sp>
        <p:sp>
          <p:nvSpPr>
            <p:cNvPr id="47" name="Rounded Rectangle 31">
              <a:extLst>
                <a:ext uri="{FF2B5EF4-FFF2-40B4-BE49-F238E27FC236}">
                  <a16:creationId xmlns:a16="http://schemas.microsoft.com/office/drawing/2014/main" id="{906523AA-F5B3-764B-4F5F-2FBE6880BEB5}"/>
                </a:ext>
              </a:extLst>
            </p:cNvPr>
            <p:cNvSpPr/>
            <p:nvPr/>
          </p:nvSpPr>
          <p:spPr>
            <a:xfrm>
              <a:off x="9008906" y="1755775"/>
              <a:ext cx="2704874" cy="711154"/>
            </a:xfrm>
            <a:prstGeom prst="roundRect">
              <a:avLst>
                <a:gd name="adj" fmla="val 4437"/>
              </a:avLst>
            </a:prstGeom>
            <a:solidFill>
              <a:schemeClr val="bg1">
                <a:lumMod val="95000"/>
              </a:schemeClr>
            </a:solidFill>
            <a:ln w="3175" cap="flat" cmpd="sng" algn="ctr">
              <a:noFill/>
              <a:prstDash val="solid"/>
              <a:miter lim="800000"/>
            </a:ln>
            <a:effectLst/>
          </p:spPr>
          <p:txBody>
            <a:bodyPr lIns="0" r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0" cap="none" spc="0" normalizeH="0" baseline="0" noProof="0" dirty="0">
                  <a:ln>
                    <a:noFill/>
                  </a:ln>
                  <a:solidFill>
                    <a:prstClr val="black"/>
                  </a:solidFill>
                  <a:effectLst/>
                  <a:uLnTx/>
                  <a:uFillTx/>
                  <a:latin typeface="Ubuntu"/>
                  <a:ea typeface="+mn-ea"/>
                  <a:cs typeface="+mn-cs"/>
                </a:rPr>
                <a:t>Continuous tracking of change adoption through pre-defined KPIs</a:t>
              </a:r>
            </a:p>
          </p:txBody>
        </p:sp>
      </p:grpSp>
      <p:sp>
        <p:nvSpPr>
          <p:cNvPr id="50" name="Rounded Rectangle 25">
            <a:extLst>
              <a:ext uri="{FF2B5EF4-FFF2-40B4-BE49-F238E27FC236}">
                <a16:creationId xmlns:a16="http://schemas.microsoft.com/office/drawing/2014/main" id="{93F7ED0E-5786-37B0-4B2A-06ED8311DFF8}"/>
              </a:ext>
            </a:extLst>
          </p:cNvPr>
          <p:cNvSpPr/>
          <p:nvPr/>
        </p:nvSpPr>
        <p:spPr>
          <a:xfrm>
            <a:off x="1321299" y="3140968"/>
            <a:ext cx="1715445" cy="581266"/>
          </a:xfrm>
          <a:prstGeom prst="rect">
            <a:avLst/>
          </a:prstGeom>
          <a:noFill/>
          <a:ln w="19050" cap="flat" cmpd="sng" algn="ctr">
            <a:no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0" cap="none" spc="0" normalizeH="0" baseline="0" noProof="0">
                <a:ln>
                  <a:noFill/>
                </a:ln>
                <a:solidFill>
                  <a:srgbClr val="FFFFFF"/>
                </a:solidFill>
                <a:effectLst/>
                <a:uLnTx/>
                <a:uFillTx/>
                <a:latin typeface="Ubuntu"/>
                <a:ea typeface="+mn-ea"/>
                <a:cs typeface="+mn-cs"/>
              </a:rPr>
              <a:t>Change Network</a:t>
            </a:r>
          </a:p>
        </p:txBody>
      </p:sp>
      <p:sp>
        <p:nvSpPr>
          <p:cNvPr id="51" name="Rounded Rectangle 26">
            <a:extLst>
              <a:ext uri="{FF2B5EF4-FFF2-40B4-BE49-F238E27FC236}">
                <a16:creationId xmlns:a16="http://schemas.microsoft.com/office/drawing/2014/main" id="{CA7DFD5F-C309-3D89-D39C-6D29E61421F7}"/>
              </a:ext>
            </a:extLst>
          </p:cNvPr>
          <p:cNvSpPr/>
          <p:nvPr/>
        </p:nvSpPr>
        <p:spPr>
          <a:xfrm>
            <a:off x="4703480" y="3140968"/>
            <a:ext cx="3153328" cy="581266"/>
          </a:xfrm>
          <a:prstGeom prst="rect">
            <a:avLst/>
          </a:prstGeom>
          <a:noFill/>
          <a:ln w="19050" cap="flat" cmpd="sng" algn="ctr">
            <a:no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0" cap="none" spc="0" normalizeH="0" baseline="0" noProof="0">
                <a:ln>
                  <a:noFill/>
                </a:ln>
                <a:solidFill>
                  <a:srgbClr val="FFFFFF"/>
                </a:solidFill>
                <a:effectLst/>
                <a:uLnTx/>
                <a:uFillTx/>
                <a:latin typeface="Ubuntu"/>
                <a:ea typeface="+mn-ea"/>
                <a:cs typeface="+mn-cs"/>
              </a:rPr>
              <a:t>Persona, Communication</a:t>
            </a:r>
            <a:r>
              <a:rPr lang="en-US" sz="1200" b="1" kern="0">
                <a:solidFill>
                  <a:srgbClr val="FFFFFF"/>
                </a:solidFill>
                <a:latin typeface="Ubuntu"/>
              </a:rPr>
              <a:t> &amp; Awareness</a:t>
            </a:r>
            <a:endParaRPr kumimoji="0" lang="en-US" sz="1200" b="1" i="0" u="none" strike="noStrike" kern="0" cap="none" spc="0" normalizeH="0" baseline="0" noProof="0">
              <a:ln>
                <a:noFill/>
              </a:ln>
              <a:solidFill>
                <a:srgbClr val="FFFFFF"/>
              </a:solidFill>
              <a:effectLst/>
              <a:uLnTx/>
              <a:uFillTx/>
              <a:latin typeface="Ubuntu"/>
              <a:ea typeface="+mn-ea"/>
              <a:cs typeface="+mn-cs"/>
            </a:endParaRPr>
          </a:p>
        </p:txBody>
      </p:sp>
      <p:cxnSp>
        <p:nvCxnSpPr>
          <p:cNvPr id="62" name="Straight Connector 61">
            <a:extLst>
              <a:ext uri="{FF2B5EF4-FFF2-40B4-BE49-F238E27FC236}">
                <a16:creationId xmlns:a16="http://schemas.microsoft.com/office/drawing/2014/main" id="{FF232C68-13A7-EE8B-5EFF-6191FEAAE726}"/>
              </a:ext>
            </a:extLst>
          </p:cNvPr>
          <p:cNvCxnSpPr/>
          <p:nvPr/>
        </p:nvCxnSpPr>
        <p:spPr>
          <a:xfrm>
            <a:off x="4143637" y="3212975"/>
            <a:ext cx="0" cy="1584000"/>
          </a:xfrm>
          <a:prstGeom prst="line">
            <a:avLst/>
          </a:prstGeom>
          <a:ln>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cxnSp>
        <p:nvCxnSpPr>
          <p:cNvPr id="63" name="Straight Connector 62">
            <a:extLst>
              <a:ext uri="{FF2B5EF4-FFF2-40B4-BE49-F238E27FC236}">
                <a16:creationId xmlns:a16="http://schemas.microsoft.com/office/drawing/2014/main" id="{19433DDD-E865-74F3-10E5-E689F208B617}"/>
              </a:ext>
            </a:extLst>
          </p:cNvPr>
          <p:cNvCxnSpPr/>
          <p:nvPr/>
        </p:nvCxnSpPr>
        <p:spPr>
          <a:xfrm>
            <a:off x="8009356" y="3212975"/>
            <a:ext cx="0" cy="1584000"/>
          </a:xfrm>
          <a:prstGeom prst="line">
            <a:avLst/>
          </a:prstGeom>
          <a:ln>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grpSp>
        <p:nvGrpSpPr>
          <p:cNvPr id="95" name="Group 94">
            <a:extLst>
              <a:ext uri="{FF2B5EF4-FFF2-40B4-BE49-F238E27FC236}">
                <a16:creationId xmlns:a16="http://schemas.microsoft.com/office/drawing/2014/main" id="{23A44CA8-1952-8B9C-4EA5-7664A354F7BA}"/>
              </a:ext>
            </a:extLst>
          </p:cNvPr>
          <p:cNvGrpSpPr/>
          <p:nvPr/>
        </p:nvGrpSpPr>
        <p:grpSpPr>
          <a:xfrm>
            <a:off x="1092428" y="3243476"/>
            <a:ext cx="328576" cy="375218"/>
            <a:chOff x="10988066" y="2633136"/>
            <a:chExt cx="532422" cy="589693"/>
          </a:xfrm>
          <a:solidFill>
            <a:schemeClr val="bg1"/>
          </a:solidFill>
        </p:grpSpPr>
        <p:grpSp>
          <p:nvGrpSpPr>
            <p:cNvPr id="96" name="Group 95">
              <a:extLst>
                <a:ext uri="{FF2B5EF4-FFF2-40B4-BE49-F238E27FC236}">
                  <a16:creationId xmlns:a16="http://schemas.microsoft.com/office/drawing/2014/main" id="{78560EEC-4EC2-4E8F-C626-DC0713124AB0}"/>
                </a:ext>
              </a:extLst>
            </p:cNvPr>
            <p:cNvGrpSpPr/>
            <p:nvPr/>
          </p:nvGrpSpPr>
          <p:grpSpPr>
            <a:xfrm>
              <a:off x="11171631" y="2827061"/>
              <a:ext cx="164226" cy="183766"/>
              <a:chOff x="8470293" y="774854"/>
              <a:chExt cx="262459" cy="293686"/>
            </a:xfrm>
            <a:grpFill/>
          </p:grpSpPr>
          <p:sp>
            <p:nvSpPr>
              <p:cNvPr id="105" name="Freeform 37">
                <a:extLst>
                  <a:ext uri="{FF2B5EF4-FFF2-40B4-BE49-F238E27FC236}">
                    <a16:creationId xmlns:a16="http://schemas.microsoft.com/office/drawing/2014/main" id="{C7F4DDDC-5416-FD3C-AFDF-04518648C2BC}"/>
                  </a:ext>
                </a:extLst>
              </p:cNvPr>
              <p:cNvSpPr>
                <a:spLocks/>
              </p:cNvSpPr>
              <p:nvPr/>
            </p:nvSpPr>
            <p:spPr bwMode="auto">
              <a:xfrm>
                <a:off x="8533536" y="774854"/>
                <a:ext cx="139925" cy="171943"/>
              </a:xfrm>
              <a:custGeom>
                <a:avLst/>
                <a:gdLst>
                  <a:gd name="T0" fmla="*/ 193 w 216"/>
                  <a:gd name="T1" fmla="*/ 108 h 264"/>
                  <a:gd name="T2" fmla="*/ 205 w 216"/>
                  <a:gd name="T3" fmla="*/ 133 h 264"/>
                  <a:gd name="T4" fmla="*/ 196 w 216"/>
                  <a:gd name="T5" fmla="*/ 185 h 264"/>
                  <a:gd name="T6" fmla="*/ 181 w 216"/>
                  <a:gd name="T7" fmla="*/ 201 h 264"/>
                  <a:gd name="T8" fmla="*/ 106 w 216"/>
                  <a:gd name="T9" fmla="*/ 263 h 264"/>
                  <a:gd name="T10" fmla="*/ 33 w 216"/>
                  <a:gd name="T11" fmla="*/ 201 h 264"/>
                  <a:gd name="T12" fmla="*/ 18 w 216"/>
                  <a:gd name="T13" fmla="*/ 185 h 264"/>
                  <a:gd name="T14" fmla="*/ 5 w 216"/>
                  <a:gd name="T15" fmla="*/ 155 h 264"/>
                  <a:gd name="T16" fmla="*/ 18 w 216"/>
                  <a:gd name="T17" fmla="*/ 129 h 264"/>
                  <a:gd name="T18" fmla="*/ 21 w 216"/>
                  <a:gd name="T19" fmla="*/ 110 h 264"/>
                  <a:gd name="T20" fmla="*/ 79 w 216"/>
                  <a:gd name="T21" fmla="*/ 19 h 264"/>
                  <a:gd name="T22" fmla="*/ 193 w 216"/>
                  <a:gd name="T23" fmla="*/ 108 h 26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216" h="264">
                    <a:moveTo>
                      <a:pt x="193" y="108"/>
                    </a:moveTo>
                    <a:cubicBezTo>
                      <a:pt x="193" y="118"/>
                      <a:pt x="188" y="129"/>
                      <a:pt x="205" y="133"/>
                    </a:cubicBezTo>
                    <a:cubicBezTo>
                      <a:pt x="216" y="136"/>
                      <a:pt x="209" y="178"/>
                      <a:pt x="196" y="185"/>
                    </a:cubicBezTo>
                    <a:cubicBezTo>
                      <a:pt x="188" y="189"/>
                      <a:pt x="184" y="194"/>
                      <a:pt x="181" y="201"/>
                    </a:cubicBezTo>
                    <a:cubicBezTo>
                      <a:pt x="166" y="234"/>
                      <a:pt x="145" y="264"/>
                      <a:pt x="106" y="263"/>
                    </a:cubicBezTo>
                    <a:cubicBezTo>
                      <a:pt x="69" y="263"/>
                      <a:pt x="47" y="234"/>
                      <a:pt x="33" y="201"/>
                    </a:cubicBezTo>
                    <a:cubicBezTo>
                      <a:pt x="30" y="194"/>
                      <a:pt x="27" y="189"/>
                      <a:pt x="18" y="185"/>
                    </a:cubicBezTo>
                    <a:cubicBezTo>
                      <a:pt x="8" y="180"/>
                      <a:pt x="6" y="167"/>
                      <a:pt x="5" y="155"/>
                    </a:cubicBezTo>
                    <a:cubicBezTo>
                      <a:pt x="5" y="145"/>
                      <a:pt x="0" y="133"/>
                      <a:pt x="18" y="129"/>
                    </a:cubicBezTo>
                    <a:cubicBezTo>
                      <a:pt x="26" y="128"/>
                      <a:pt x="21" y="116"/>
                      <a:pt x="21" y="110"/>
                    </a:cubicBezTo>
                    <a:cubicBezTo>
                      <a:pt x="20" y="65"/>
                      <a:pt x="41" y="31"/>
                      <a:pt x="79" y="19"/>
                    </a:cubicBezTo>
                    <a:cubicBezTo>
                      <a:pt x="139" y="0"/>
                      <a:pt x="194" y="42"/>
                      <a:pt x="193" y="108"/>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ctr"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200" b="0" i="0" u="none" strike="noStrike" kern="0" cap="none" spc="0" normalizeH="0" baseline="0" noProof="0">
                  <a:ln>
                    <a:noFill/>
                  </a:ln>
                  <a:solidFill>
                    <a:prstClr val="black"/>
                  </a:solidFill>
                  <a:effectLst/>
                  <a:uLnTx/>
                  <a:uFillTx/>
                  <a:latin typeface="Ubuntu"/>
                  <a:ea typeface="+mn-ea"/>
                  <a:cs typeface="+mn-cs"/>
                </a:endParaRPr>
              </a:p>
            </p:txBody>
          </p:sp>
          <p:sp>
            <p:nvSpPr>
              <p:cNvPr id="106" name="Freeform 47">
                <a:extLst>
                  <a:ext uri="{FF2B5EF4-FFF2-40B4-BE49-F238E27FC236}">
                    <a16:creationId xmlns:a16="http://schemas.microsoft.com/office/drawing/2014/main" id="{49D431A5-A739-789B-D7E4-C086162C7585}"/>
                  </a:ext>
                </a:extLst>
              </p:cNvPr>
              <p:cNvSpPr>
                <a:spLocks/>
              </p:cNvSpPr>
              <p:nvPr/>
            </p:nvSpPr>
            <p:spPr bwMode="auto">
              <a:xfrm>
                <a:off x="8554880" y="958259"/>
                <a:ext cx="40317" cy="67196"/>
              </a:xfrm>
              <a:custGeom>
                <a:avLst/>
                <a:gdLst>
                  <a:gd name="T0" fmla="*/ 25 w 62"/>
                  <a:gd name="T1" fmla="*/ 41 h 103"/>
                  <a:gd name="T2" fmla="*/ 46 w 62"/>
                  <a:gd name="T3" fmla="*/ 102 h 103"/>
                  <a:gd name="T4" fmla="*/ 50 w 62"/>
                  <a:gd name="T5" fmla="*/ 103 h 103"/>
                  <a:gd name="T6" fmla="*/ 38 w 62"/>
                  <a:gd name="T7" fmla="*/ 3 h 103"/>
                  <a:gd name="T8" fmla="*/ 35 w 62"/>
                  <a:gd name="T9" fmla="*/ 0 h 103"/>
                  <a:gd name="T10" fmla="*/ 0 w 62"/>
                  <a:gd name="T11" fmla="*/ 3 h 103"/>
                  <a:gd name="T12" fmla="*/ 25 w 62"/>
                  <a:gd name="T13" fmla="*/ 41 h 103"/>
                </a:gdLst>
                <a:ahLst/>
                <a:cxnLst>
                  <a:cxn ang="0">
                    <a:pos x="T0" y="T1"/>
                  </a:cxn>
                  <a:cxn ang="0">
                    <a:pos x="T2" y="T3"/>
                  </a:cxn>
                  <a:cxn ang="0">
                    <a:pos x="T4" y="T5"/>
                  </a:cxn>
                  <a:cxn ang="0">
                    <a:pos x="T6" y="T7"/>
                  </a:cxn>
                  <a:cxn ang="0">
                    <a:pos x="T8" y="T9"/>
                  </a:cxn>
                  <a:cxn ang="0">
                    <a:pos x="T10" y="T11"/>
                  </a:cxn>
                  <a:cxn ang="0">
                    <a:pos x="T12" y="T13"/>
                  </a:cxn>
                </a:cxnLst>
                <a:rect l="0" t="0" r="r" b="b"/>
                <a:pathLst>
                  <a:path w="62" h="103">
                    <a:moveTo>
                      <a:pt x="25" y="41"/>
                    </a:moveTo>
                    <a:cubicBezTo>
                      <a:pt x="31" y="61"/>
                      <a:pt x="39" y="82"/>
                      <a:pt x="46" y="102"/>
                    </a:cubicBezTo>
                    <a:cubicBezTo>
                      <a:pt x="47" y="102"/>
                      <a:pt x="48" y="102"/>
                      <a:pt x="50" y="103"/>
                    </a:cubicBezTo>
                    <a:cubicBezTo>
                      <a:pt x="48" y="70"/>
                      <a:pt x="62" y="36"/>
                      <a:pt x="38" y="3"/>
                    </a:cubicBezTo>
                    <a:cubicBezTo>
                      <a:pt x="36" y="1"/>
                      <a:pt x="35" y="0"/>
                      <a:pt x="35" y="0"/>
                    </a:cubicBezTo>
                    <a:cubicBezTo>
                      <a:pt x="0" y="3"/>
                      <a:pt x="0" y="3"/>
                      <a:pt x="0" y="3"/>
                    </a:cubicBezTo>
                    <a:cubicBezTo>
                      <a:pt x="12" y="3"/>
                      <a:pt x="16" y="13"/>
                      <a:pt x="25" y="4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ctr"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200" b="0" i="0" u="none" strike="noStrike" kern="0" cap="none" spc="0" normalizeH="0" baseline="0" noProof="0">
                  <a:ln>
                    <a:noFill/>
                  </a:ln>
                  <a:solidFill>
                    <a:prstClr val="black"/>
                  </a:solidFill>
                  <a:effectLst/>
                  <a:uLnTx/>
                  <a:uFillTx/>
                  <a:latin typeface="Ubuntu"/>
                  <a:ea typeface="+mn-ea"/>
                  <a:cs typeface="+mn-cs"/>
                </a:endParaRPr>
              </a:p>
            </p:txBody>
          </p:sp>
          <p:sp>
            <p:nvSpPr>
              <p:cNvPr id="107" name="Freeform 48">
                <a:extLst>
                  <a:ext uri="{FF2B5EF4-FFF2-40B4-BE49-F238E27FC236}">
                    <a16:creationId xmlns:a16="http://schemas.microsoft.com/office/drawing/2014/main" id="{D1486B4F-9BAE-4DE0-DD7B-463842A672F3}"/>
                  </a:ext>
                </a:extLst>
              </p:cNvPr>
              <p:cNvSpPr>
                <a:spLocks/>
              </p:cNvSpPr>
              <p:nvPr/>
            </p:nvSpPr>
            <p:spPr bwMode="auto">
              <a:xfrm>
                <a:off x="8611404" y="959050"/>
                <a:ext cx="38736" cy="66405"/>
              </a:xfrm>
              <a:custGeom>
                <a:avLst/>
                <a:gdLst>
                  <a:gd name="T0" fmla="*/ 14 w 60"/>
                  <a:gd name="T1" fmla="*/ 102 h 102"/>
                  <a:gd name="T2" fmla="*/ 37 w 60"/>
                  <a:gd name="T3" fmla="*/ 39 h 102"/>
                  <a:gd name="T4" fmla="*/ 60 w 60"/>
                  <a:gd name="T5" fmla="*/ 2 h 102"/>
                  <a:gd name="T6" fmla="*/ 60 w 60"/>
                  <a:gd name="T7" fmla="*/ 2 h 102"/>
                  <a:gd name="T8" fmla="*/ 23 w 60"/>
                  <a:gd name="T9" fmla="*/ 0 h 102"/>
                  <a:gd name="T10" fmla="*/ 14 w 60"/>
                  <a:gd name="T11" fmla="*/ 102 h 102"/>
                </a:gdLst>
                <a:ahLst/>
                <a:cxnLst>
                  <a:cxn ang="0">
                    <a:pos x="T0" y="T1"/>
                  </a:cxn>
                  <a:cxn ang="0">
                    <a:pos x="T2" y="T3"/>
                  </a:cxn>
                  <a:cxn ang="0">
                    <a:pos x="T4" y="T5"/>
                  </a:cxn>
                  <a:cxn ang="0">
                    <a:pos x="T6" y="T7"/>
                  </a:cxn>
                  <a:cxn ang="0">
                    <a:pos x="T8" y="T9"/>
                  </a:cxn>
                  <a:cxn ang="0">
                    <a:pos x="T10" y="T11"/>
                  </a:cxn>
                </a:cxnLst>
                <a:rect l="0" t="0" r="r" b="b"/>
                <a:pathLst>
                  <a:path w="60" h="102">
                    <a:moveTo>
                      <a:pt x="14" y="102"/>
                    </a:moveTo>
                    <a:cubicBezTo>
                      <a:pt x="22" y="81"/>
                      <a:pt x="30" y="60"/>
                      <a:pt x="37" y="39"/>
                    </a:cubicBezTo>
                    <a:cubicBezTo>
                      <a:pt x="45" y="13"/>
                      <a:pt x="49" y="2"/>
                      <a:pt x="60" y="2"/>
                    </a:cubicBezTo>
                    <a:cubicBezTo>
                      <a:pt x="60" y="2"/>
                      <a:pt x="60" y="2"/>
                      <a:pt x="60" y="2"/>
                    </a:cubicBezTo>
                    <a:cubicBezTo>
                      <a:pt x="23" y="0"/>
                      <a:pt x="23" y="0"/>
                      <a:pt x="23" y="0"/>
                    </a:cubicBezTo>
                    <a:cubicBezTo>
                      <a:pt x="0" y="34"/>
                      <a:pt x="12" y="68"/>
                      <a:pt x="14" y="10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ctr"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200" b="0" i="0" u="none" strike="noStrike" kern="0" cap="none" spc="0" normalizeH="0" baseline="0" noProof="0">
                  <a:ln>
                    <a:noFill/>
                  </a:ln>
                  <a:solidFill>
                    <a:prstClr val="black"/>
                  </a:solidFill>
                  <a:effectLst/>
                  <a:uLnTx/>
                  <a:uFillTx/>
                  <a:latin typeface="Ubuntu"/>
                  <a:ea typeface="+mn-ea"/>
                  <a:cs typeface="+mn-cs"/>
                </a:endParaRPr>
              </a:p>
            </p:txBody>
          </p:sp>
          <p:sp>
            <p:nvSpPr>
              <p:cNvPr id="108" name="Freeform 52">
                <a:extLst>
                  <a:ext uri="{FF2B5EF4-FFF2-40B4-BE49-F238E27FC236}">
                    <a16:creationId xmlns:a16="http://schemas.microsoft.com/office/drawing/2014/main" id="{DDA204F4-7B2B-E095-F815-4D1B7BFE5AB4}"/>
                  </a:ext>
                </a:extLst>
              </p:cNvPr>
              <p:cNvSpPr>
                <a:spLocks/>
              </p:cNvSpPr>
              <p:nvPr/>
            </p:nvSpPr>
            <p:spPr bwMode="auto">
              <a:xfrm>
                <a:off x="8470293" y="958259"/>
                <a:ext cx="262459" cy="110281"/>
              </a:xfrm>
              <a:custGeom>
                <a:avLst/>
                <a:gdLst>
                  <a:gd name="T0" fmla="*/ 399 w 406"/>
                  <a:gd name="T1" fmla="*/ 114 h 169"/>
                  <a:gd name="T2" fmla="*/ 310 w 406"/>
                  <a:gd name="T3" fmla="*/ 14 h 169"/>
                  <a:gd name="T4" fmla="*/ 278 w 406"/>
                  <a:gd name="T5" fmla="*/ 3 h 169"/>
                  <a:gd name="T6" fmla="*/ 255 w 406"/>
                  <a:gd name="T7" fmla="*/ 40 h 169"/>
                  <a:gd name="T8" fmla="*/ 232 w 406"/>
                  <a:gd name="T9" fmla="*/ 103 h 169"/>
                  <a:gd name="T10" fmla="*/ 241 w 406"/>
                  <a:gd name="T11" fmla="*/ 1 h 169"/>
                  <a:gd name="T12" fmla="*/ 167 w 406"/>
                  <a:gd name="T13" fmla="*/ 0 h 169"/>
                  <a:gd name="T14" fmla="*/ 169 w 406"/>
                  <a:gd name="T15" fmla="*/ 3 h 169"/>
                  <a:gd name="T16" fmla="*/ 181 w 406"/>
                  <a:gd name="T17" fmla="*/ 103 h 169"/>
                  <a:gd name="T18" fmla="*/ 177 w 406"/>
                  <a:gd name="T19" fmla="*/ 102 h 169"/>
                  <a:gd name="T20" fmla="*/ 156 w 406"/>
                  <a:gd name="T21" fmla="*/ 41 h 169"/>
                  <a:gd name="T22" fmla="*/ 131 w 406"/>
                  <a:gd name="T23" fmla="*/ 3 h 169"/>
                  <a:gd name="T24" fmla="*/ 130 w 406"/>
                  <a:gd name="T25" fmla="*/ 4 h 169"/>
                  <a:gd name="T26" fmla="*/ 130 w 406"/>
                  <a:gd name="T27" fmla="*/ 4 h 169"/>
                  <a:gd name="T28" fmla="*/ 100 w 406"/>
                  <a:gd name="T29" fmla="*/ 14 h 169"/>
                  <a:gd name="T30" fmla="*/ 11 w 406"/>
                  <a:gd name="T31" fmla="*/ 113 h 169"/>
                  <a:gd name="T32" fmla="*/ 68 w 406"/>
                  <a:gd name="T33" fmla="*/ 169 h 169"/>
                  <a:gd name="T34" fmla="*/ 392 w 406"/>
                  <a:gd name="T35" fmla="*/ 169 h 169"/>
                  <a:gd name="T36" fmla="*/ 399 w 406"/>
                  <a:gd name="T37" fmla="*/ 114 h 1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406" h="169">
                    <a:moveTo>
                      <a:pt x="399" y="114"/>
                    </a:moveTo>
                    <a:cubicBezTo>
                      <a:pt x="372" y="27"/>
                      <a:pt x="388" y="48"/>
                      <a:pt x="310" y="14"/>
                    </a:cubicBezTo>
                    <a:cubicBezTo>
                      <a:pt x="295" y="8"/>
                      <a:pt x="285" y="4"/>
                      <a:pt x="278" y="3"/>
                    </a:cubicBezTo>
                    <a:cubicBezTo>
                      <a:pt x="267" y="3"/>
                      <a:pt x="263" y="14"/>
                      <a:pt x="255" y="40"/>
                    </a:cubicBezTo>
                    <a:cubicBezTo>
                      <a:pt x="248" y="61"/>
                      <a:pt x="240" y="82"/>
                      <a:pt x="232" y="103"/>
                    </a:cubicBezTo>
                    <a:cubicBezTo>
                      <a:pt x="230" y="69"/>
                      <a:pt x="218" y="35"/>
                      <a:pt x="241" y="1"/>
                    </a:cubicBezTo>
                    <a:cubicBezTo>
                      <a:pt x="214" y="14"/>
                      <a:pt x="192" y="13"/>
                      <a:pt x="167" y="0"/>
                    </a:cubicBezTo>
                    <a:cubicBezTo>
                      <a:pt x="168" y="1"/>
                      <a:pt x="169" y="2"/>
                      <a:pt x="169" y="3"/>
                    </a:cubicBezTo>
                    <a:cubicBezTo>
                      <a:pt x="193" y="36"/>
                      <a:pt x="179" y="70"/>
                      <a:pt x="181" y="103"/>
                    </a:cubicBezTo>
                    <a:cubicBezTo>
                      <a:pt x="179" y="102"/>
                      <a:pt x="178" y="102"/>
                      <a:pt x="177" y="102"/>
                    </a:cubicBezTo>
                    <a:cubicBezTo>
                      <a:pt x="170" y="82"/>
                      <a:pt x="162" y="61"/>
                      <a:pt x="156" y="41"/>
                    </a:cubicBezTo>
                    <a:cubicBezTo>
                      <a:pt x="147" y="13"/>
                      <a:pt x="143" y="3"/>
                      <a:pt x="131" y="3"/>
                    </a:cubicBezTo>
                    <a:cubicBezTo>
                      <a:pt x="130" y="4"/>
                      <a:pt x="130" y="4"/>
                      <a:pt x="130" y="4"/>
                    </a:cubicBezTo>
                    <a:cubicBezTo>
                      <a:pt x="130" y="4"/>
                      <a:pt x="130" y="4"/>
                      <a:pt x="130" y="4"/>
                    </a:cubicBezTo>
                    <a:cubicBezTo>
                      <a:pt x="123" y="4"/>
                      <a:pt x="114" y="8"/>
                      <a:pt x="100" y="14"/>
                    </a:cubicBezTo>
                    <a:cubicBezTo>
                      <a:pt x="21" y="48"/>
                      <a:pt x="33" y="27"/>
                      <a:pt x="11" y="113"/>
                    </a:cubicBezTo>
                    <a:cubicBezTo>
                      <a:pt x="0" y="158"/>
                      <a:pt x="34" y="169"/>
                      <a:pt x="68" y="169"/>
                    </a:cubicBezTo>
                    <a:cubicBezTo>
                      <a:pt x="335" y="137"/>
                      <a:pt x="392" y="169"/>
                      <a:pt x="392" y="169"/>
                    </a:cubicBezTo>
                    <a:cubicBezTo>
                      <a:pt x="392" y="169"/>
                      <a:pt x="406" y="146"/>
                      <a:pt x="399" y="11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ctr"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200" b="0" i="0" u="none" strike="noStrike" kern="0" cap="none" spc="0" normalizeH="0" baseline="0" noProof="0">
                  <a:ln>
                    <a:noFill/>
                  </a:ln>
                  <a:solidFill>
                    <a:prstClr val="black"/>
                  </a:solidFill>
                  <a:effectLst/>
                  <a:uLnTx/>
                  <a:uFillTx/>
                  <a:latin typeface="Ubuntu"/>
                  <a:ea typeface="+mn-ea"/>
                  <a:cs typeface="+mn-cs"/>
                </a:endParaRPr>
              </a:p>
            </p:txBody>
          </p:sp>
        </p:grpSp>
        <p:cxnSp>
          <p:nvCxnSpPr>
            <p:cNvPr id="97" name="Straight Connector 96">
              <a:extLst>
                <a:ext uri="{FF2B5EF4-FFF2-40B4-BE49-F238E27FC236}">
                  <a16:creationId xmlns:a16="http://schemas.microsoft.com/office/drawing/2014/main" id="{66A5F796-53A8-D0A9-000A-F377F0EAE470}"/>
                </a:ext>
              </a:extLst>
            </p:cNvPr>
            <p:cNvCxnSpPr/>
            <p:nvPr/>
          </p:nvCxnSpPr>
          <p:spPr>
            <a:xfrm>
              <a:off x="11124868" y="2918944"/>
              <a:ext cx="41249" cy="0"/>
            </a:xfrm>
            <a:prstGeom prst="line">
              <a:avLst/>
            </a:prstGeom>
            <a:grpFill/>
            <a:ln w="6350" cap="flat" cmpd="sng" algn="ctr">
              <a:solidFill>
                <a:srgbClr val="FFFFFF"/>
              </a:solidFill>
              <a:prstDash val="solid"/>
              <a:miter lim="800000"/>
            </a:ln>
            <a:effectLst/>
          </p:spPr>
        </p:cxnSp>
        <p:cxnSp>
          <p:nvCxnSpPr>
            <p:cNvPr id="98" name="Straight Connector 97">
              <a:extLst>
                <a:ext uri="{FF2B5EF4-FFF2-40B4-BE49-F238E27FC236}">
                  <a16:creationId xmlns:a16="http://schemas.microsoft.com/office/drawing/2014/main" id="{BF936702-F6F0-D5EE-1A23-89137CAF46C8}"/>
                </a:ext>
              </a:extLst>
            </p:cNvPr>
            <p:cNvCxnSpPr/>
            <p:nvPr/>
          </p:nvCxnSpPr>
          <p:spPr>
            <a:xfrm>
              <a:off x="11253776" y="2785097"/>
              <a:ext cx="0" cy="37332"/>
            </a:xfrm>
            <a:prstGeom prst="line">
              <a:avLst/>
            </a:prstGeom>
            <a:grpFill/>
            <a:ln w="6350" cap="flat" cmpd="sng" algn="ctr">
              <a:solidFill>
                <a:srgbClr val="FFFFFF"/>
              </a:solidFill>
              <a:prstDash val="solid"/>
              <a:miter lim="800000"/>
            </a:ln>
            <a:effectLst/>
          </p:spPr>
        </p:cxnSp>
        <p:cxnSp>
          <p:nvCxnSpPr>
            <p:cNvPr id="99" name="Straight Connector 98">
              <a:extLst>
                <a:ext uri="{FF2B5EF4-FFF2-40B4-BE49-F238E27FC236}">
                  <a16:creationId xmlns:a16="http://schemas.microsoft.com/office/drawing/2014/main" id="{1419E8D7-5C64-49BC-A728-608530A0AB57}"/>
                </a:ext>
              </a:extLst>
            </p:cNvPr>
            <p:cNvCxnSpPr/>
            <p:nvPr/>
          </p:nvCxnSpPr>
          <p:spPr>
            <a:xfrm>
              <a:off x="11253776" y="3017468"/>
              <a:ext cx="0" cy="37332"/>
            </a:xfrm>
            <a:prstGeom prst="line">
              <a:avLst/>
            </a:prstGeom>
            <a:grpFill/>
            <a:ln w="6350" cap="flat" cmpd="sng" algn="ctr">
              <a:solidFill>
                <a:srgbClr val="FFFFFF"/>
              </a:solidFill>
              <a:prstDash val="solid"/>
              <a:miter lim="800000"/>
            </a:ln>
            <a:effectLst/>
          </p:spPr>
        </p:cxnSp>
        <p:cxnSp>
          <p:nvCxnSpPr>
            <p:cNvPr id="100" name="Straight Connector 99">
              <a:extLst>
                <a:ext uri="{FF2B5EF4-FFF2-40B4-BE49-F238E27FC236}">
                  <a16:creationId xmlns:a16="http://schemas.microsoft.com/office/drawing/2014/main" id="{9E235DBA-133E-1A8A-7110-EBA74641F144}"/>
                </a:ext>
              </a:extLst>
            </p:cNvPr>
            <p:cNvCxnSpPr/>
            <p:nvPr/>
          </p:nvCxnSpPr>
          <p:spPr>
            <a:xfrm>
              <a:off x="11341436" y="2918944"/>
              <a:ext cx="41249" cy="0"/>
            </a:xfrm>
            <a:prstGeom prst="line">
              <a:avLst/>
            </a:prstGeom>
            <a:grpFill/>
            <a:ln w="6350" cap="flat" cmpd="sng" algn="ctr">
              <a:solidFill>
                <a:srgbClr val="FFFFFF"/>
              </a:solidFill>
              <a:prstDash val="solid"/>
              <a:miter lim="800000"/>
            </a:ln>
            <a:effectLst/>
          </p:spPr>
        </p:cxnSp>
        <p:sp>
          <p:nvSpPr>
            <p:cNvPr id="101" name="Freeform 155">
              <a:extLst>
                <a:ext uri="{FF2B5EF4-FFF2-40B4-BE49-F238E27FC236}">
                  <a16:creationId xmlns:a16="http://schemas.microsoft.com/office/drawing/2014/main" id="{07C2C85A-6BE5-6CB5-65C1-16AD3FBEBF62}"/>
                </a:ext>
              </a:extLst>
            </p:cNvPr>
            <p:cNvSpPr>
              <a:spLocks/>
            </p:cNvSpPr>
            <p:nvPr/>
          </p:nvSpPr>
          <p:spPr bwMode="auto">
            <a:xfrm>
              <a:off x="11382533" y="2852390"/>
              <a:ext cx="137955" cy="147637"/>
            </a:xfrm>
            <a:custGeom>
              <a:avLst/>
              <a:gdLst>
                <a:gd name="T0" fmla="*/ 14 w 341"/>
                <a:gd name="T1" fmla="*/ 288 h 363"/>
                <a:gd name="T2" fmla="*/ 154 w 341"/>
                <a:gd name="T3" fmla="*/ 315 h 363"/>
                <a:gd name="T4" fmla="*/ 341 w 341"/>
                <a:gd name="T5" fmla="*/ 316 h 363"/>
                <a:gd name="T6" fmla="*/ 341 w 341"/>
                <a:gd name="T7" fmla="*/ 306 h 363"/>
                <a:gd name="T8" fmla="*/ 341 w 341"/>
                <a:gd name="T9" fmla="*/ 306 h 363"/>
                <a:gd name="T10" fmla="*/ 341 w 341"/>
                <a:gd name="T11" fmla="*/ 299 h 363"/>
                <a:gd name="T12" fmla="*/ 339 w 341"/>
                <a:gd name="T13" fmla="*/ 290 h 363"/>
                <a:gd name="T14" fmla="*/ 327 w 341"/>
                <a:gd name="T15" fmla="*/ 253 h 363"/>
                <a:gd name="T16" fmla="*/ 327 w 341"/>
                <a:gd name="T17" fmla="*/ 253 h 363"/>
                <a:gd name="T18" fmla="*/ 318 w 341"/>
                <a:gd name="T19" fmla="*/ 238 h 363"/>
                <a:gd name="T20" fmla="*/ 300 w 341"/>
                <a:gd name="T21" fmla="*/ 223 h 363"/>
                <a:gd name="T22" fmla="*/ 217 w 341"/>
                <a:gd name="T23" fmla="*/ 184 h 363"/>
                <a:gd name="T24" fmla="*/ 255 w 341"/>
                <a:gd name="T25" fmla="*/ 99 h 363"/>
                <a:gd name="T26" fmla="*/ 176 w 341"/>
                <a:gd name="T27" fmla="*/ 0 h 363"/>
                <a:gd name="T28" fmla="*/ 176 w 341"/>
                <a:gd name="T29" fmla="*/ 0 h 363"/>
                <a:gd name="T30" fmla="*/ 96 w 341"/>
                <a:gd name="T31" fmla="*/ 99 h 363"/>
                <a:gd name="T32" fmla="*/ 135 w 341"/>
                <a:gd name="T33" fmla="*/ 184 h 363"/>
                <a:gd name="T34" fmla="*/ 51 w 341"/>
                <a:gd name="T35" fmla="*/ 223 h 363"/>
                <a:gd name="T36" fmla="*/ 33 w 341"/>
                <a:gd name="T37" fmla="*/ 238 h 363"/>
                <a:gd name="T38" fmla="*/ 24 w 341"/>
                <a:gd name="T39" fmla="*/ 253 h 363"/>
                <a:gd name="T40" fmla="*/ 24 w 341"/>
                <a:gd name="T41" fmla="*/ 254 h 363"/>
                <a:gd name="T42" fmla="*/ 23 w 341"/>
                <a:gd name="T43" fmla="*/ 256 h 363"/>
                <a:gd name="T44" fmla="*/ 14 w 341"/>
                <a:gd name="T45" fmla="*/ 288 h 3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Lst>
              <a:rect l="0" t="0" r="r" b="b"/>
              <a:pathLst>
                <a:path w="341" h="363">
                  <a:moveTo>
                    <a:pt x="14" y="288"/>
                  </a:moveTo>
                  <a:cubicBezTo>
                    <a:pt x="14" y="288"/>
                    <a:pt x="0" y="363"/>
                    <a:pt x="154" y="315"/>
                  </a:cubicBezTo>
                  <a:cubicBezTo>
                    <a:pt x="291" y="272"/>
                    <a:pt x="341" y="316"/>
                    <a:pt x="341" y="316"/>
                  </a:cubicBezTo>
                  <a:cubicBezTo>
                    <a:pt x="341" y="306"/>
                    <a:pt x="341" y="306"/>
                    <a:pt x="341" y="306"/>
                  </a:cubicBezTo>
                  <a:cubicBezTo>
                    <a:pt x="341" y="306"/>
                    <a:pt x="341" y="306"/>
                    <a:pt x="341" y="306"/>
                  </a:cubicBezTo>
                  <a:cubicBezTo>
                    <a:pt x="341" y="304"/>
                    <a:pt x="341" y="301"/>
                    <a:pt x="341" y="299"/>
                  </a:cubicBezTo>
                  <a:cubicBezTo>
                    <a:pt x="341" y="296"/>
                    <a:pt x="340" y="293"/>
                    <a:pt x="339" y="290"/>
                  </a:cubicBezTo>
                  <a:cubicBezTo>
                    <a:pt x="337" y="278"/>
                    <a:pt x="333" y="265"/>
                    <a:pt x="327" y="253"/>
                  </a:cubicBezTo>
                  <a:cubicBezTo>
                    <a:pt x="327" y="253"/>
                    <a:pt x="327" y="253"/>
                    <a:pt x="327" y="253"/>
                  </a:cubicBezTo>
                  <a:cubicBezTo>
                    <a:pt x="324" y="247"/>
                    <a:pt x="321" y="243"/>
                    <a:pt x="318" y="238"/>
                  </a:cubicBezTo>
                  <a:cubicBezTo>
                    <a:pt x="313" y="231"/>
                    <a:pt x="306" y="226"/>
                    <a:pt x="300" y="223"/>
                  </a:cubicBezTo>
                  <a:cubicBezTo>
                    <a:pt x="278" y="212"/>
                    <a:pt x="245" y="201"/>
                    <a:pt x="217" y="184"/>
                  </a:cubicBezTo>
                  <a:cubicBezTo>
                    <a:pt x="239" y="167"/>
                    <a:pt x="255" y="135"/>
                    <a:pt x="255" y="99"/>
                  </a:cubicBezTo>
                  <a:cubicBezTo>
                    <a:pt x="255" y="45"/>
                    <a:pt x="219" y="0"/>
                    <a:pt x="176" y="0"/>
                  </a:cubicBezTo>
                  <a:cubicBezTo>
                    <a:pt x="176" y="0"/>
                    <a:pt x="176" y="0"/>
                    <a:pt x="176" y="0"/>
                  </a:cubicBezTo>
                  <a:cubicBezTo>
                    <a:pt x="132" y="0"/>
                    <a:pt x="96" y="45"/>
                    <a:pt x="96" y="99"/>
                  </a:cubicBezTo>
                  <a:cubicBezTo>
                    <a:pt x="96" y="135"/>
                    <a:pt x="112" y="167"/>
                    <a:pt x="135" y="184"/>
                  </a:cubicBezTo>
                  <a:cubicBezTo>
                    <a:pt x="107" y="201"/>
                    <a:pt x="73" y="212"/>
                    <a:pt x="51" y="223"/>
                  </a:cubicBezTo>
                  <a:cubicBezTo>
                    <a:pt x="45" y="226"/>
                    <a:pt x="38" y="231"/>
                    <a:pt x="33" y="238"/>
                  </a:cubicBezTo>
                  <a:cubicBezTo>
                    <a:pt x="30" y="243"/>
                    <a:pt x="27" y="248"/>
                    <a:pt x="24" y="253"/>
                  </a:cubicBezTo>
                  <a:cubicBezTo>
                    <a:pt x="24" y="254"/>
                    <a:pt x="24" y="254"/>
                    <a:pt x="24" y="254"/>
                  </a:cubicBezTo>
                  <a:cubicBezTo>
                    <a:pt x="23" y="255"/>
                    <a:pt x="23" y="256"/>
                    <a:pt x="23" y="256"/>
                  </a:cubicBezTo>
                  <a:cubicBezTo>
                    <a:pt x="17" y="267"/>
                    <a:pt x="16" y="276"/>
                    <a:pt x="14" y="288"/>
                  </a:cubicBezTo>
                  <a:close/>
                </a:path>
              </a:pathLst>
            </a:custGeom>
            <a:grpFill/>
            <a:ln w="6350" cap="flat">
              <a:noFill/>
              <a:prstDash val="solid"/>
              <a:miter lim="800000"/>
              <a:headEnd/>
              <a:tailEnd/>
            </a:ln>
          </p:spPr>
          <p:txBody>
            <a:bodyPr vert="horz" wrap="square" lIns="91440" tIns="45720" rIns="91440" bIns="45720" numCol="1" anchor="ctr"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200" b="0" i="0" u="none" strike="noStrike" kern="0" cap="none" spc="0" normalizeH="0" baseline="0" noProof="0">
                <a:ln>
                  <a:noFill/>
                </a:ln>
                <a:solidFill>
                  <a:prstClr val="black"/>
                </a:solidFill>
                <a:effectLst/>
                <a:uLnTx/>
                <a:uFillTx/>
                <a:latin typeface="Ubuntu"/>
                <a:ea typeface="+mn-ea"/>
                <a:cs typeface="+mn-cs"/>
              </a:endParaRPr>
            </a:p>
          </p:txBody>
        </p:sp>
        <p:sp>
          <p:nvSpPr>
            <p:cNvPr id="102" name="Freeform 155">
              <a:extLst>
                <a:ext uri="{FF2B5EF4-FFF2-40B4-BE49-F238E27FC236}">
                  <a16:creationId xmlns:a16="http://schemas.microsoft.com/office/drawing/2014/main" id="{033202F4-7F38-5522-C063-5FE59BDF0845}"/>
                </a:ext>
              </a:extLst>
            </p:cNvPr>
            <p:cNvSpPr>
              <a:spLocks/>
            </p:cNvSpPr>
            <p:nvPr/>
          </p:nvSpPr>
          <p:spPr bwMode="auto">
            <a:xfrm>
              <a:off x="10988066" y="2852390"/>
              <a:ext cx="137955" cy="147637"/>
            </a:xfrm>
            <a:custGeom>
              <a:avLst/>
              <a:gdLst>
                <a:gd name="T0" fmla="*/ 14 w 341"/>
                <a:gd name="T1" fmla="*/ 288 h 363"/>
                <a:gd name="T2" fmla="*/ 154 w 341"/>
                <a:gd name="T3" fmla="*/ 315 h 363"/>
                <a:gd name="T4" fmla="*/ 341 w 341"/>
                <a:gd name="T5" fmla="*/ 316 h 363"/>
                <a:gd name="T6" fmla="*/ 341 w 341"/>
                <a:gd name="T7" fmla="*/ 306 h 363"/>
                <a:gd name="T8" fmla="*/ 341 w 341"/>
                <a:gd name="T9" fmla="*/ 306 h 363"/>
                <a:gd name="T10" fmla="*/ 341 w 341"/>
                <a:gd name="T11" fmla="*/ 299 h 363"/>
                <a:gd name="T12" fmla="*/ 339 w 341"/>
                <a:gd name="T13" fmla="*/ 290 h 363"/>
                <a:gd name="T14" fmla="*/ 327 w 341"/>
                <a:gd name="T15" fmla="*/ 253 h 363"/>
                <a:gd name="T16" fmla="*/ 327 w 341"/>
                <a:gd name="T17" fmla="*/ 253 h 363"/>
                <a:gd name="T18" fmla="*/ 318 w 341"/>
                <a:gd name="T19" fmla="*/ 238 h 363"/>
                <a:gd name="T20" fmla="*/ 300 w 341"/>
                <a:gd name="T21" fmla="*/ 223 h 363"/>
                <a:gd name="T22" fmla="*/ 217 w 341"/>
                <a:gd name="T23" fmla="*/ 184 h 363"/>
                <a:gd name="T24" fmla="*/ 255 w 341"/>
                <a:gd name="T25" fmla="*/ 99 h 363"/>
                <a:gd name="T26" fmla="*/ 176 w 341"/>
                <a:gd name="T27" fmla="*/ 0 h 363"/>
                <a:gd name="T28" fmla="*/ 176 w 341"/>
                <a:gd name="T29" fmla="*/ 0 h 363"/>
                <a:gd name="T30" fmla="*/ 96 w 341"/>
                <a:gd name="T31" fmla="*/ 99 h 363"/>
                <a:gd name="T32" fmla="*/ 135 w 341"/>
                <a:gd name="T33" fmla="*/ 184 h 363"/>
                <a:gd name="T34" fmla="*/ 51 w 341"/>
                <a:gd name="T35" fmla="*/ 223 h 363"/>
                <a:gd name="T36" fmla="*/ 33 w 341"/>
                <a:gd name="T37" fmla="*/ 238 h 363"/>
                <a:gd name="T38" fmla="*/ 24 w 341"/>
                <a:gd name="T39" fmla="*/ 253 h 363"/>
                <a:gd name="T40" fmla="*/ 24 w 341"/>
                <a:gd name="T41" fmla="*/ 254 h 363"/>
                <a:gd name="T42" fmla="*/ 23 w 341"/>
                <a:gd name="T43" fmla="*/ 256 h 363"/>
                <a:gd name="T44" fmla="*/ 14 w 341"/>
                <a:gd name="T45" fmla="*/ 288 h 3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Lst>
              <a:rect l="0" t="0" r="r" b="b"/>
              <a:pathLst>
                <a:path w="341" h="363">
                  <a:moveTo>
                    <a:pt x="14" y="288"/>
                  </a:moveTo>
                  <a:cubicBezTo>
                    <a:pt x="14" y="288"/>
                    <a:pt x="0" y="363"/>
                    <a:pt x="154" y="315"/>
                  </a:cubicBezTo>
                  <a:cubicBezTo>
                    <a:pt x="291" y="272"/>
                    <a:pt x="341" y="316"/>
                    <a:pt x="341" y="316"/>
                  </a:cubicBezTo>
                  <a:cubicBezTo>
                    <a:pt x="341" y="306"/>
                    <a:pt x="341" y="306"/>
                    <a:pt x="341" y="306"/>
                  </a:cubicBezTo>
                  <a:cubicBezTo>
                    <a:pt x="341" y="306"/>
                    <a:pt x="341" y="306"/>
                    <a:pt x="341" y="306"/>
                  </a:cubicBezTo>
                  <a:cubicBezTo>
                    <a:pt x="341" y="304"/>
                    <a:pt x="341" y="301"/>
                    <a:pt x="341" y="299"/>
                  </a:cubicBezTo>
                  <a:cubicBezTo>
                    <a:pt x="341" y="296"/>
                    <a:pt x="340" y="293"/>
                    <a:pt x="339" y="290"/>
                  </a:cubicBezTo>
                  <a:cubicBezTo>
                    <a:pt x="337" y="278"/>
                    <a:pt x="333" y="265"/>
                    <a:pt x="327" y="253"/>
                  </a:cubicBezTo>
                  <a:cubicBezTo>
                    <a:pt x="327" y="253"/>
                    <a:pt x="327" y="253"/>
                    <a:pt x="327" y="253"/>
                  </a:cubicBezTo>
                  <a:cubicBezTo>
                    <a:pt x="324" y="247"/>
                    <a:pt x="321" y="243"/>
                    <a:pt x="318" y="238"/>
                  </a:cubicBezTo>
                  <a:cubicBezTo>
                    <a:pt x="313" y="231"/>
                    <a:pt x="306" y="226"/>
                    <a:pt x="300" y="223"/>
                  </a:cubicBezTo>
                  <a:cubicBezTo>
                    <a:pt x="278" y="212"/>
                    <a:pt x="245" y="201"/>
                    <a:pt x="217" y="184"/>
                  </a:cubicBezTo>
                  <a:cubicBezTo>
                    <a:pt x="239" y="167"/>
                    <a:pt x="255" y="135"/>
                    <a:pt x="255" y="99"/>
                  </a:cubicBezTo>
                  <a:cubicBezTo>
                    <a:pt x="255" y="45"/>
                    <a:pt x="219" y="0"/>
                    <a:pt x="176" y="0"/>
                  </a:cubicBezTo>
                  <a:cubicBezTo>
                    <a:pt x="176" y="0"/>
                    <a:pt x="176" y="0"/>
                    <a:pt x="176" y="0"/>
                  </a:cubicBezTo>
                  <a:cubicBezTo>
                    <a:pt x="132" y="0"/>
                    <a:pt x="96" y="45"/>
                    <a:pt x="96" y="99"/>
                  </a:cubicBezTo>
                  <a:cubicBezTo>
                    <a:pt x="96" y="135"/>
                    <a:pt x="112" y="167"/>
                    <a:pt x="135" y="184"/>
                  </a:cubicBezTo>
                  <a:cubicBezTo>
                    <a:pt x="107" y="201"/>
                    <a:pt x="73" y="212"/>
                    <a:pt x="51" y="223"/>
                  </a:cubicBezTo>
                  <a:cubicBezTo>
                    <a:pt x="45" y="226"/>
                    <a:pt x="38" y="231"/>
                    <a:pt x="33" y="238"/>
                  </a:cubicBezTo>
                  <a:cubicBezTo>
                    <a:pt x="30" y="243"/>
                    <a:pt x="27" y="248"/>
                    <a:pt x="24" y="253"/>
                  </a:cubicBezTo>
                  <a:cubicBezTo>
                    <a:pt x="24" y="254"/>
                    <a:pt x="24" y="254"/>
                    <a:pt x="24" y="254"/>
                  </a:cubicBezTo>
                  <a:cubicBezTo>
                    <a:pt x="23" y="255"/>
                    <a:pt x="23" y="256"/>
                    <a:pt x="23" y="256"/>
                  </a:cubicBezTo>
                  <a:cubicBezTo>
                    <a:pt x="17" y="267"/>
                    <a:pt x="16" y="276"/>
                    <a:pt x="14" y="288"/>
                  </a:cubicBezTo>
                  <a:close/>
                </a:path>
              </a:pathLst>
            </a:custGeom>
            <a:grpFill/>
            <a:ln w="6350" cap="flat">
              <a:noFill/>
              <a:prstDash val="solid"/>
              <a:miter lim="800000"/>
              <a:headEnd/>
              <a:tailEnd/>
            </a:ln>
          </p:spPr>
          <p:txBody>
            <a:bodyPr vert="horz" wrap="square" lIns="91440" tIns="45720" rIns="91440" bIns="45720" numCol="1" anchor="ctr"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200" b="0" i="0" u="none" strike="noStrike" kern="0" cap="none" spc="0" normalizeH="0" baseline="0" noProof="0">
                <a:ln>
                  <a:noFill/>
                </a:ln>
                <a:solidFill>
                  <a:prstClr val="black"/>
                </a:solidFill>
                <a:effectLst/>
                <a:uLnTx/>
                <a:uFillTx/>
                <a:latin typeface="Ubuntu"/>
                <a:ea typeface="+mn-ea"/>
                <a:cs typeface="+mn-cs"/>
              </a:endParaRPr>
            </a:p>
          </p:txBody>
        </p:sp>
        <p:sp>
          <p:nvSpPr>
            <p:cNvPr id="103" name="Freeform 155">
              <a:extLst>
                <a:ext uri="{FF2B5EF4-FFF2-40B4-BE49-F238E27FC236}">
                  <a16:creationId xmlns:a16="http://schemas.microsoft.com/office/drawing/2014/main" id="{DF3F142B-CCFD-9799-C9E0-32B06BB8271E}"/>
                </a:ext>
              </a:extLst>
            </p:cNvPr>
            <p:cNvSpPr>
              <a:spLocks/>
            </p:cNvSpPr>
            <p:nvPr/>
          </p:nvSpPr>
          <p:spPr bwMode="auto">
            <a:xfrm>
              <a:off x="11188148" y="2633136"/>
              <a:ext cx="137955" cy="147637"/>
            </a:xfrm>
            <a:custGeom>
              <a:avLst/>
              <a:gdLst>
                <a:gd name="T0" fmla="*/ 14 w 341"/>
                <a:gd name="T1" fmla="*/ 288 h 363"/>
                <a:gd name="T2" fmla="*/ 154 w 341"/>
                <a:gd name="T3" fmla="*/ 315 h 363"/>
                <a:gd name="T4" fmla="*/ 341 w 341"/>
                <a:gd name="T5" fmla="*/ 316 h 363"/>
                <a:gd name="T6" fmla="*/ 341 w 341"/>
                <a:gd name="T7" fmla="*/ 306 h 363"/>
                <a:gd name="T8" fmla="*/ 341 w 341"/>
                <a:gd name="T9" fmla="*/ 306 h 363"/>
                <a:gd name="T10" fmla="*/ 341 w 341"/>
                <a:gd name="T11" fmla="*/ 299 h 363"/>
                <a:gd name="T12" fmla="*/ 339 w 341"/>
                <a:gd name="T13" fmla="*/ 290 h 363"/>
                <a:gd name="T14" fmla="*/ 327 w 341"/>
                <a:gd name="T15" fmla="*/ 253 h 363"/>
                <a:gd name="T16" fmla="*/ 327 w 341"/>
                <a:gd name="T17" fmla="*/ 253 h 363"/>
                <a:gd name="T18" fmla="*/ 318 w 341"/>
                <a:gd name="T19" fmla="*/ 238 h 363"/>
                <a:gd name="T20" fmla="*/ 300 w 341"/>
                <a:gd name="T21" fmla="*/ 223 h 363"/>
                <a:gd name="T22" fmla="*/ 217 w 341"/>
                <a:gd name="T23" fmla="*/ 184 h 363"/>
                <a:gd name="T24" fmla="*/ 255 w 341"/>
                <a:gd name="T25" fmla="*/ 99 h 363"/>
                <a:gd name="T26" fmla="*/ 176 w 341"/>
                <a:gd name="T27" fmla="*/ 0 h 363"/>
                <a:gd name="T28" fmla="*/ 176 w 341"/>
                <a:gd name="T29" fmla="*/ 0 h 363"/>
                <a:gd name="T30" fmla="*/ 96 w 341"/>
                <a:gd name="T31" fmla="*/ 99 h 363"/>
                <a:gd name="T32" fmla="*/ 135 w 341"/>
                <a:gd name="T33" fmla="*/ 184 h 363"/>
                <a:gd name="T34" fmla="*/ 51 w 341"/>
                <a:gd name="T35" fmla="*/ 223 h 363"/>
                <a:gd name="T36" fmla="*/ 33 w 341"/>
                <a:gd name="T37" fmla="*/ 238 h 363"/>
                <a:gd name="T38" fmla="*/ 24 w 341"/>
                <a:gd name="T39" fmla="*/ 253 h 363"/>
                <a:gd name="T40" fmla="*/ 24 w 341"/>
                <a:gd name="T41" fmla="*/ 254 h 363"/>
                <a:gd name="T42" fmla="*/ 23 w 341"/>
                <a:gd name="T43" fmla="*/ 256 h 363"/>
                <a:gd name="T44" fmla="*/ 14 w 341"/>
                <a:gd name="T45" fmla="*/ 288 h 3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Lst>
              <a:rect l="0" t="0" r="r" b="b"/>
              <a:pathLst>
                <a:path w="341" h="363">
                  <a:moveTo>
                    <a:pt x="14" y="288"/>
                  </a:moveTo>
                  <a:cubicBezTo>
                    <a:pt x="14" y="288"/>
                    <a:pt x="0" y="363"/>
                    <a:pt x="154" y="315"/>
                  </a:cubicBezTo>
                  <a:cubicBezTo>
                    <a:pt x="291" y="272"/>
                    <a:pt x="341" y="316"/>
                    <a:pt x="341" y="316"/>
                  </a:cubicBezTo>
                  <a:cubicBezTo>
                    <a:pt x="341" y="306"/>
                    <a:pt x="341" y="306"/>
                    <a:pt x="341" y="306"/>
                  </a:cubicBezTo>
                  <a:cubicBezTo>
                    <a:pt x="341" y="306"/>
                    <a:pt x="341" y="306"/>
                    <a:pt x="341" y="306"/>
                  </a:cubicBezTo>
                  <a:cubicBezTo>
                    <a:pt x="341" y="304"/>
                    <a:pt x="341" y="301"/>
                    <a:pt x="341" y="299"/>
                  </a:cubicBezTo>
                  <a:cubicBezTo>
                    <a:pt x="341" y="296"/>
                    <a:pt x="340" y="293"/>
                    <a:pt x="339" y="290"/>
                  </a:cubicBezTo>
                  <a:cubicBezTo>
                    <a:pt x="337" y="278"/>
                    <a:pt x="333" y="265"/>
                    <a:pt x="327" y="253"/>
                  </a:cubicBezTo>
                  <a:cubicBezTo>
                    <a:pt x="327" y="253"/>
                    <a:pt x="327" y="253"/>
                    <a:pt x="327" y="253"/>
                  </a:cubicBezTo>
                  <a:cubicBezTo>
                    <a:pt x="324" y="247"/>
                    <a:pt x="321" y="243"/>
                    <a:pt x="318" y="238"/>
                  </a:cubicBezTo>
                  <a:cubicBezTo>
                    <a:pt x="313" y="231"/>
                    <a:pt x="306" y="226"/>
                    <a:pt x="300" y="223"/>
                  </a:cubicBezTo>
                  <a:cubicBezTo>
                    <a:pt x="278" y="212"/>
                    <a:pt x="245" y="201"/>
                    <a:pt x="217" y="184"/>
                  </a:cubicBezTo>
                  <a:cubicBezTo>
                    <a:pt x="239" y="167"/>
                    <a:pt x="255" y="135"/>
                    <a:pt x="255" y="99"/>
                  </a:cubicBezTo>
                  <a:cubicBezTo>
                    <a:pt x="255" y="45"/>
                    <a:pt x="219" y="0"/>
                    <a:pt x="176" y="0"/>
                  </a:cubicBezTo>
                  <a:cubicBezTo>
                    <a:pt x="176" y="0"/>
                    <a:pt x="176" y="0"/>
                    <a:pt x="176" y="0"/>
                  </a:cubicBezTo>
                  <a:cubicBezTo>
                    <a:pt x="132" y="0"/>
                    <a:pt x="96" y="45"/>
                    <a:pt x="96" y="99"/>
                  </a:cubicBezTo>
                  <a:cubicBezTo>
                    <a:pt x="96" y="135"/>
                    <a:pt x="112" y="167"/>
                    <a:pt x="135" y="184"/>
                  </a:cubicBezTo>
                  <a:cubicBezTo>
                    <a:pt x="107" y="201"/>
                    <a:pt x="73" y="212"/>
                    <a:pt x="51" y="223"/>
                  </a:cubicBezTo>
                  <a:cubicBezTo>
                    <a:pt x="45" y="226"/>
                    <a:pt x="38" y="231"/>
                    <a:pt x="33" y="238"/>
                  </a:cubicBezTo>
                  <a:cubicBezTo>
                    <a:pt x="30" y="243"/>
                    <a:pt x="27" y="248"/>
                    <a:pt x="24" y="253"/>
                  </a:cubicBezTo>
                  <a:cubicBezTo>
                    <a:pt x="24" y="254"/>
                    <a:pt x="24" y="254"/>
                    <a:pt x="24" y="254"/>
                  </a:cubicBezTo>
                  <a:cubicBezTo>
                    <a:pt x="23" y="255"/>
                    <a:pt x="23" y="256"/>
                    <a:pt x="23" y="256"/>
                  </a:cubicBezTo>
                  <a:cubicBezTo>
                    <a:pt x="17" y="267"/>
                    <a:pt x="16" y="276"/>
                    <a:pt x="14" y="288"/>
                  </a:cubicBezTo>
                  <a:close/>
                </a:path>
              </a:pathLst>
            </a:custGeom>
            <a:grpFill/>
            <a:ln w="6350" cap="flat">
              <a:noFill/>
              <a:prstDash val="solid"/>
              <a:miter lim="800000"/>
              <a:headEnd/>
              <a:tailEnd/>
            </a:ln>
          </p:spPr>
          <p:txBody>
            <a:bodyPr vert="horz" wrap="square" lIns="91440" tIns="45720" rIns="91440" bIns="45720" numCol="1" anchor="ctr"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200" b="0" i="0" u="none" strike="noStrike" kern="0" cap="none" spc="0" normalizeH="0" baseline="0" noProof="0">
                <a:ln>
                  <a:noFill/>
                </a:ln>
                <a:solidFill>
                  <a:prstClr val="black"/>
                </a:solidFill>
                <a:effectLst/>
                <a:uLnTx/>
                <a:uFillTx/>
                <a:latin typeface="Ubuntu"/>
                <a:ea typeface="+mn-ea"/>
                <a:cs typeface="+mn-cs"/>
              </a:endParaRPr>
            </a:p>
          </p:txBody>
        </p:sp>
        <p:sp>
          <p:nvSpPr>
            <p:cNvPr id="104" name="Freeform 155">
              <a:extLst>
                <a:ext uri="{FF2B5EF4-FFF2-40B4-BE49-F238E27FC236}">
                  <a16:creationId xmlns:a16="http://schemas.microsoft.com/office/drawing/2014/main" id="{BE4F8E85-9227-546C-F0C2-2F2972FE1E8D}"/>
                </a:ext>
              </a:extLst>
            </p:cNvPr>
            <p:cNvSpPr>
              <a:spLocks/>
            </p:cNvSpPr>
            <p:nvPr/>
          </p:nvSpPr>
          <p:spPr bwMode="auto">
            <a:xfrm>
              <a:off x="11188148" y="3075192"/>
              <a:ext cx="137955" cy="147637"/>
            </a:xfrm>
            <a:custGeom>
              <a:avLst/>
              <a:gdLst>
                <a:gd name="T0" fmla="*/ 14 w 341"/>
                <a:gd name="T1" fmla="*/ 288 h 363"/>
                <a:gd name="T2" fmla="*/ 154 w 341"/>
                <a:gd name="T3" fmla="*/ 315 h 363"/>
                <a:gd name="T4" fmla="*/ 341 w 341"/>
                <a:gd name="T5" fmla="*/ 316 h 363"/>
                <a:gd name="T6" fmla="*/ 341 w 341"/>
                <a:gd name="T7" fmla="*/ 306 h 363"/>
                <a:gd name="T8" fmla="*/ 341 w 341"/>
                <a:gd name="T9" fmla="*/ 306 h 363"/>
                <a:gd name="T10" fmla="*/ 341 w 341"/>
                <a:gd name="T11" fmla="*/ 299 h 363"/>
                <a:gd name="T12" fmla="*/ 339 w 341"/>
                <a:gd name="T13" fmla="*/ 290 h 363"/>
                <a:gd name="T14" fmla="*/ 327 w 341"/>
                <a:gd name="T15" fmla="*/ 253 h 363"/>
                <a:gd name="T16" fmla="*/ 327 w 341"/>
                <a:gd name="T17" fmla="*/ 253 h 363"/>
                <a:gd name="T18" fmla="*/ 318 w 341"/>
                <a:gd name="T19" fmla="*/ 238 h 363"/>
                <a:gd name="T20" fmla="*/ 300 w 341"/>
                <a:gd name="T21" fmla="*/ 223 h 363"/>
                <a:gd name="T22" fmla="*/ 217 w 341"/>
                <a:gd name="T23" fmla="*/ 184 h 363"/>
                <a:gd name="T24" fmla="*/ 255 w 341"/>
                <a:gd name="T25" fmla="*/ 99 h 363"/>
                <a:gd name="T26" fmla="*/ 176 w 341"/>
                <a:gd name="T27" fmla="*/ 0 h 363"/>
                <a:gd name="T28" fmla="*/ 176 w 341"/>
                <a:gd name="T29" fmla="*/ 0 h 363"/>
                <a:gd name="T30" fmla="*/ 96 w 341"/>
                <a:gd name="T31" fmla="*/ 99 h 363"/>
                <a:gd name="T32" fmla="*/ 135 w 341"/>
                <a:gd name="T33" fmla="*/ 184 h 363"/>
                <a:gd name="T34" fmla="*/ 51 w 341"/>
                <a:gd name="T35" fmla="*/ 223 h 363"/>
                <a:gd name="T36" fmla="*/ 33 w 341"/>
                <a:gd name="T37" fmla="*/ 238 h 363"/>
                <a:gd name="T38" fmla="*/ 24 w 341"/>
                <a:gd name="T39" fmla="*/ 253 h 363"/>
                <a:gd name="T40" fmla="*/ 24 w 341"/>
                <a:gd name="T41" fmla="*/ 254 h 363"/>
                <a:gd name="T42" fmla="*/ 23 w 341"/>
                <a:gd name="T43" fmla="*/ 256 h 363"/>
                <a:gd name="T44" fmla="*/ 14 w 341"/>
                <a:gd name="T45" fmla="*/ 288 h 3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Lst>
              <a:rect l="0" t="0" r="r" b="b"/>
              <a:pathLst>
                <a:path w="341" h="363">
                  <a:moveTo>
                    <a:pt x="14" y="288"/>
                  </a:moveTo>
                  <a:cubicBezTo>
                    <a:pt x="14" y="288"/>
                    <a:pt x="0" y="363"/>
                    <a:pt x="154" y="315"/>
                  </a:cubicBezTo>
                  <a:cubicBezTo>
                    <a:pt x="291" y="272"/>
                    <a:pt x="341" y="316"/>
                    <a:pt x="341" y="316"/>
                  </a:cubicBezTo>
                  <a:cubicBezTo>
                    <a:pt x="341" y="306"/>
                    <a:pt x="341" y="306"/>
                    <a:pt x="341" y="306"/>
                  </a:cubicBezTo>
                  <a:cubicBezTo>
                    <a:pt x="341" y="306"/>
                    <a:pt x="341" y="306"/>
                    <a:pt x="341" y="306"/>
                  </a:cubicBezTo>
                  <a:cubicBezTo>
                    <a:pt x="341" y="304"/>
                    <a:pt x="341" y="301"/>
                    <a:pt x="341" y="299"/>
                  </a:cubicBezTo>
                  <a:cubicBezTo>
                    <a:pt x="341" y="296"/>
                    <a:pt x="340" y="293"/>
                    <a:pt x="339" y="290"/>
                  </a:cubicBezTo>
                  <a:cubicBezTo>
                    <a:pt x="337" y="278"/>
                    <a:pt x="333" y="265"/>
                    <a:pt x="327" y="253"/>
                  </a:cubicBezTo>
                  <a:cubicBezTo>
                    <a:pt x="327" y="253"/>
                    <a:pt x="327" y="253"/>
                    <a:pt x="327" y="253"/>
                  </a:cubicBezTo>
                  <a:cubicBezTo>
                    <a:pt x="324" y="247"/>
                    <a:pt x="321" y="243"/>
                    <a:pt x="318" y="238"/>
                  </a:cubicBezTo>
                  <a:cubicBezTo>
                    <a:pt x="313" y="231"/>
                    <a:pt x="306" y="226"/>
                    <a:pt x="300" y="223"/>
                  </a:cubicBezTo>
                  <a:cubicBezTo>
                    <a:pt x="278" y="212"/>
                    <a:pt x="245" y="201"/>
                    <a:pt x="217" y="184"/>
                  </a:cubicBezTo>
                  <a:cubicBezTo>
                    <a:pt x="239" y="167"/>
                    <a:pt x="255" y="135"/>
                    <a:pt x="255" y="99"/>
                  </a:cubicBezTo>
                  <a:cubicBezTo>
                    <a:pt x="255" y="45"/>
                    <a:pt x="219" y="0"/>
                    <a:pt x="176" y="0"/>
                  </a:cubicBezTo>
                  <a:cubicBezTo>
                    <a:pt x="176" y="0"/>
                    <a:pt x="176" y="0"/>
                    <a:pt x="176" y="0"/>
                  </a:cubicBezTo>
                  <a:cubicBezTo>
                    <a:pt x="132" y="0"/>
                    <a:pt x="96" y="45"/>
                    <a:pt x="96" y="99"/>
                  </a:cubicBezTo>
                  <a:cubicBezTo>
                    <a:pt x="96" y="135"/>
                    <a:pt x="112" y="167"/>
                    <a:pt x="135" y="184"/>
                  </a:cubicBezTo>
                  <a:cubicBezTo>
                    <a:pt x="107" y="201"/>
                    <a:pt x="73" y="212"/>
                    <a:pt x="51" y="223"/>
                  </a:cubicBezTo>
                  <a:cubicBezTo>
                    <a:pt x="45" y="226"/>
                    <a:pt x="38" y="231"/>
                    <a:pt x="33" y="238"/>
                  </a:cubicBezTo>
                  <a:cubicBezTo>
                    <a:pt x="30" y="243"/>
                    <a:pt x="27" y="248"/>
                    <a:pt x="24" y="253"/>
                  </a:cubicBezTo>
                  <a:cubicBezTo>
                    <a:pt x="24" y="254"/>
                    <a:pt x="24" y="254"/>
                    <a:pt x="24" y="254"/>
                  </a:cubicBezTo>
                  <a:cubicBezTo>
                    <a:pt x="23" y="255"/>
                    <a:pt x="23" y="256"/>
                    <a:pt x="23" y="256"/>
                  </a:cubicBezTo>
                  <a:cubicBezTo>
                    <a:pt x="17" y="267"/>
                    <a:pt x="16" y="276"/>
                    <a:pt x="14" y="288"/>
                  </a:cubicBezTo>
                  <a:close/>
                </a:path>
              </a:pathLst>
            </a:custGeom>
            <a:grpFill/>
            <a:ln w="6350" cap="flat">
              <a:noFill/>
              <a:prstDash val="solid"/>
              <a:miter lim="800000"/>
              <a:headEnd/>
              <a:tailEnd/>
            </a:ln>
          </p:spPr>
          <p:txBody>
            <a:bodyPr vert="horz" wrap="square" lIns="91440" tIns="45720" rIns="91440" bIns="45720" numCol="1" anchor="ctr"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200" b="0" i="0" u="none" strike="noStrike" kern="0" cap="none" spc="0" normalizeH="0" baseline="0" noProof="0">
                <a:ln>
                  <a:noFill/>
                </a:ln>
                <a:solidFill>
                  <a:prstClr val="black"/>
                </a:solidFill>
                <a:effectLst/>
                <a:uLnTx/>
                <a:uFillTx/>
                <a:latin typeface="Ubuntu"/>
                <a:ea typeface="+mn-ea"/>
                <a:cs typeface="+mn-cs"/>
              </a:endParaRPr>
            </a:p>
          </p:txBody>
        </p:sp>
      </p:grpSp>
      <p:grpSp>
        <p:nvGrpSpPr>
          <p:cNvPr id="109" name="Group 108">
            <a:extLst>
              <a:ext uri="{FF2B5EF4-FFF2-40B4-BE49-F238E27FC236}">
                <a16:creationId xmlns:a16="http://schemas.microsoft.com/office/drawing/2014/main" id="{1F4F446D-0878-79DE-8BAB-8D1FA93EB86F}"/>
              </a:ext>
            </a:extLst>
          </p:cNvPr>
          <p:cNvGrpSpPr/>
          <p:nvPr/>
        </p:nvGrpSpPr>
        <p:grpSpPr>
          <a:xfrm>
            <a:off x="4422608" y="3303386"/>
            <a:ext cx="322416" cy="255397"/>
            <a:chOff x="2232025" y="4802188"/>
            <a:chExt cx="541338" cy="415925"/>
          </a:xfrm>
          <a:solidFill>
            <a:srgbClr val="FFFFFF"/>
          </a:solidFill>
        </p:grpSpPr>
        <p:sp>
          <p:nvSpPr>
            <p:cNvPr id="110" name="Freeform 127">
              <a:extLst>
                <a:ext uri="{FF2B5EF4-FFF2-40B4-BE49-F238E27FC236}">
                  <a16:creationId xmlns:a16="http://schemas.microsoft.com/office/drawing/2014/main" id="{25071356-4203-DC31-3D87-1CA90EA92AE9}"/>
                </a:ext>
              </a:extLst>
            </p:cNvPr>
            <p:cNvSpPr>
              <a:spLocks/>
            </p:cNvSpPr>
            <p:nvPr/>
          </p:nvSpPr>
          <p:spPr bwMode="auto">
            <a:xfrm>
              <a:off x="2232025" y="5014913"/>
              <a:ext cx="79375" cy="111125"/>
            </a:xfrm>
            <a:custGeom>
              <a:avLst/>
              <a:gdLst>
                <a:gd name="T0" fmla="*/ 7 w 37"/>
                <a:gd name="T1" fmla="*/ 31 h 52"/>
                <a:gd name="T2" fmla="*/ 37 w 37"/>
                <a:gd name="T3" fmla="*/ 47 h 52"/>
                <a:gd name="T4" fmla="*/ 21 w 37"/>
                <a:gd name="T5" fmla="*/ 0 h 52"/>
                <a:gd name="T6" fmla="*/ 7 w 37"/>
                <a:gd name="T7" fmla="*/ 31 h 52"/>
              </a:gdLst>
              <a:ahLst/>
              <a:cxnLst>
                <a:cxn ang="0">
                  <a:pos x="T0" y="T1"/>
                </a:cxn>
                <a:cxn ang="0">
                  <a:pos x="T2" y="T3"/>
                </a:cxn>
                <a:cxn ang="0">
                  <a:pos x="T4" y="T5"/>
                </a:cxn>
                <a:cxn ang="0">
                  <a:pos x="T6" y="T7"/>
                </a:cxn>
              </a:cxnLst>
              <a:rect l="0" t="0" r="r" b="b"/>
              <a:pathLst>
                <a:path w="37" h="52">
                  <a:moveTo>
                    <a:pt x="7" y="31"/>
                  </a:moveTo>
                  <a:cubicBezTo>
                    <a:pt x="14" y="52"/>
                    <a:pt x="37" y="47"/>
                    <a:pt x="37" y="47"/>
                  </a:cubicBezTo>
                  <a:cubicBezTo>
                    <a:pt x="21" y="0"/>
                    <a:pt x="21" y="0"/>
                    <a:pt x="21" y="0"/>
                  </a:cubicBezTo>
                  <a:cubicBezTo>
                    <a:pt x="21" y="0"/>
                    <a:pt x="0" y="8"/>
                    <a:pt x="7" y="31"/>
                  </a:cubicBezTo>
                  <a:close/>
                </a:path>
              </a:pathLst>
            </a:custGeom>
            <a:grpFill/>
            <a:ln>
              <a:noFill/>
            </a:ln>
          </p:spPr>
          <p:txBody>
            <a:bodyPr vert="horz" wrap="square" lIns="91440" tIns="45720" rIns="91440" bIns="45720" numCol="1" anchor="ctr"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0" cap="none" spc="0" normalizeH="0" baseline="0" noProof="0">
                <a:ln>
                  <a:noFill/>
                </a:ln>
                <a:solidFill>
                  <a:prstClr val="black"/>
                </a:solidFill>
                <a:effectLst/>
                <a:uLnTx/>
                <a:uFillTx/>
                <a:latin typeface="Ubuntu"/>
                <a:ea typeface="+mn-ea"/>
                <a:cs typeface="+mn-cs"/>
              </a:endParaRPr>
            </a:p>
          </p:txBody>
        </p:sp>
        <p:sp>
          <p:nvSpPr>
            <p:cNvPr id="111" name="Freeform 128">
              <a:extLst>
                <a:ext uri="{FF2B5EF4-FFF2-40B4-BE49-F238E27FC236}">
                  <a16:creationId xmlns:a16="http://schemas.microsoft.com/office/drawing/2014/main" id="{266AFD5F-4836-BFE4-D753-D4CD4BEAE7CE}"/>
                </a:ext>
              </a:extLst>
            </p:cNvPr>
            <p:cNvSpPr>
              <a:spLocks/>
            </p:cNvSpPr>
            <p:nvPr/>
          </p:nvSpPr>
          <p:spPr bwMode="auto">
            <a:xfrm>
              <a:off x="2592388" y="4913313"/>
              <a:ext cx="57150" cy="88900"/>
            </a:xfrm>
            <a:custGeom>
              <a:avLst/>
              <a:gdLst>
                <a:gd name="T0" fmla="*/ 0 w 27"/>
                <a:gd name="T1" fmla="*/ 4 h 41"/>
                <a:gd name="T2" fmla="*/ 12 w 27"/>
                <a:gd name="T3" fmla="*/ 41 h 41"/>
                <a:gd name="T4" fmla="*/ 21 w 27"/>
                <a:gd name="T5" fmla="*/ 18 h 41"/>
                <a:gd name="T6" fmla="*/ 0 w 27"/>
                <a:gd name="T7" fmla="*/ 4 h 41"/>
              </a:gdLst>
              <a:ahLst/>
              <a:cxnLst>
                <a:cxn ang="0">
                  <a:pos x="T0" y="T1"/>
                </a:cxn>
                <a:cxn ang="0">
                  <a:pos x="T2" y="T3"/>
                </a:cxn>
                <a:cxn ang="0">
                  <a:pos x="T4" y="T5"/>
                </a:cxn>
                <a:cxn ang="0">
                  <a:pos x="T6" y="T7"/>
                </a:cxn>
              </a:cxnLst>
              <a:rect l="0" t="0" r="r" b="b"/>
              <a:pathLst>
                <a:path w="27" h="41">
                  <a:moveTo>
                    <a:pt x="0" y="4"/>
                  </a:moveTo>
                  <a:cubicBezTo>
                    <a:pt x="12" y="41"/>
                    <a:pt x="12" y="41"/>
                    <a:pt x="12" y="41"/>
                  </a:cubicBezTo>
                  <a:cubicBezTo>
                    <a:pt x="12" y="41"/>
                    <a:pt x="27" y="34"/>
                    <a:pt x="21" y="18"/>
                  </a:cubicBezTo>
                  <a:cubicBezTo>
                    <a:pt x="15" y="0"/>
                    <a:pt x="0" y="4"/>
                    <a:pt x="0" y="4"/>
                  </a:cubicBezTo>
                  <a:close/>
                </a:path>
              </a:pathLst>
            </a:custGeom>
            <a:grpFill/>
            <a:ln>
              <a:noFill/>
            </a:ln>
          </p:spPr>
          <p:txBody>
            <a:bodyPr vert="horz" wrap="square" lIns="91440" tIns="45720" rIns="91440" bIns="45720" numCol="1" anchor="ctr"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0" cap="none" spc="0" normalizeH="0" baseline="0" noProof="0">
                <a:ln>
                  <a:noFill/>
                </a:ln>
                <a:solidFill>
                  <a:prstClr val="black"/>
                </a:solidFill>
                <a:effectLst/>
                <a:uLnTx/>
                <a:uFillTx/>
                <a:latin typeface="Ubuntu"/>
                <a:ea typeface="+mn-ea"/>
                <a:cs typeface="+mn-cs"/>
              </a:endParaRPr>
            </a:p>
          </p:txBody>
        </p:sp>
        <p:sp>
          <p:nvSpPr>
            <p:cNvPr id="112" name="Freeform 129">
              <a:extLst>
                <a:ext uri="{FF2B5EF4-FFF2-40B4-BE49-F238E27FC236}">
                  <a16:creationId xmlns:a16="http://schemas.microsoft.com/office/drawing/2014/main" id="{3EEEEBFF-6909-70E0-2021-F3629B858AD9}"/>
                </a:ext>
              </a:extLst>
            </p:cNvPr>
            <p:cNvSpPr>
              <a:spLocks/>
            </p:cNvSpPr>
            <p:nvPr/>
          </p:nvSpPr>
          <p:spPr bwMode="auto">
            <a:xfrm>
              <a:off x="2405063" y="4876800"/>
              <a:ext cx="171450" cy="211138"/>
            </a:xfrm>
            <a:custGeom>
              <a:avLst/>
              <a:gdLst>
                <a:gd name="T0" fmla="*/ 0 w 80"/>
                <a:gd name="T1" fmla="*/ 42 h 98"/>
                <a:gd name="T2" fmla="*/ 16 w 80"/>
                <a:gd name="T3" fmla="*/ 93 h 98"/>
                <a:gd name="T4" fmla="*/ 80 w 80"/>
                <a:gd name="T5" fmla="*/ 98 h 98"/>
                <a:gd name="T6" fmla="*/ 47 w 80"/>
                <a:gd name="T7" fmla="*/ 0 h 98"/>
                <a:gd name="T8" fmla="*/ 0 w 80"/>
                <a:gd name="T9" fmla="*/ 42 h 98"/>
              </a:gdLst>
              <a:ahLst/>
              <a:cxnLst>
                <a:cxn ang="0">
                  <a:pos x="T0" y="T1"/>
                </a:cxn>
                <a:cxn ang="0">
                  <a:pos x="T2" y="T3"/>
                </a:cxn>
                <a:cxn ang="0">
                  <a:pos x="T4" y="T5"/>
                </a:cxn>
                <a:cxn ang="0">
                  <a:pos x="T6" y="T7"/>
                </a:cxn>
                <a:cxn ang="0">
                  <a:pos x="T8" y="T9"/>
                </a:cxn>
              </a:cxnLst>
              <a:rect l="0" t="0" r="r" b="b"/>
              <a:pathLst>
                <a:path w="80" h="98">
                  <a:moveTo>
                    <a:pt x="0" y="42"/>
                  </a:moveTo>
                  <a:cubicBezTo>
                    <a:pt x="16" y="93"/>
                    <a:pt x="16" y="93"/>
                    <a:pt x="16" y="93"/>
                  </a:cubicBezTo>
                  <a:cubicBezTo>
                    <a:pt x="41" y="92"/>
                    <a:pt x="67" y="96"/>
                    <a:pt x="80" y="98"/>
                  </a:cubicBezTo>
                  <a:cubicBezTo>
                    <a:pt x="47" y="0"/>
                    <a:pt x="47" y="0"/>
                    <a:pt x="47" y="0"/>
                  </a:cubicBezTo>
                  <a:cubicBezTo>
                    <a:pt x="38" y="9"/>
                    <a:pt x="20" y="28"/>
                    <a:pt x="0" y="42"/>
                  </a:cubicBezTo>
                  <a:close/>
                </a:path>
              </a:pathLst>
            </a:custGeom>
            <a:grpFill/>
            <a:ln>
              <a:noFill/>
            </a:ln>
          </p:spPr>
          <p:txBody>
            <a:bodyPr vert="horz" wrap="square" lIns="91440" tIns="45720" rIns="91440" bIns="45720" numCol="1" anchor="ctr"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0" cap="none" spc="0" normalizeH="0" baseline="0" noProof="0">
                <a:ln>
                  <a:noFill/>
                </a:ln>
                <a:solidFill>
                  <a:prstClr val="black"/>
                </a:solidFill>
                <a:effectLst/>
                <a:uLnTx/>
                <a:uFillTx/>
                <a:latin typeface="Ubuntu"/>
                <a:ea typeface="+mn-ea"/>
                <a:cs typeface="+mn-cs"/>
              </a:endParaRPr>
            </a:p>
          </p:txBody>
        </p:sp>
        <p:sp>
          <p:nvSpPr>
            <p:cNvPr id="113" name="Freeform 130">
              <a:extLst>
                <a:ext uri="{FF2B5EF4-FFF2-40B4-BE49-F238E27FC236}">
                  <a16:creationId xmlns:a16="http://schemas.microsoft.com/office/drawing/2014/main" id="{1DE3993D-20E8-7740-5530-890E32EF3AEF}"/>
                </a:ext>
              </a:extLst>
            </p:cNvPr>
            <p:cNvSpPr>
              <a:spLocks/>
            </p:cNvSpPr>
            <p:nvPr/>
          </p:nvSpPr>
          <p:spPr bwMode="auto">
            <a:xfrm>
              <a:off x="2293938" y="4975225"/>
              <a:ext cx="127000" cy="136525"/>
            </a:xfrm>
            <a:custGeom>
              <a:avLst/>
              <a:gdLst>
                <a:gd name="T0" fmla="*/ 43 w 59"/>
                <a:gd name="T1" fmla="*/ 0 h 63"/>
                <a:gd name="T2" fmla="*/ 0 w 59"/>
                <a:gd name="T3" fmla="*/ 14 h 63"/>
                <a:gd name="T4" fmla="*/ 16 w 59"/>
                <a:gd name="T5" fmla="*/ 63 h 63"/>
                <a:gd name="T6" fmla="*/ 59 w 59"/>
                <a:gd name="T7" fmla="*/ 48 h 63"/>
                <a:gd name="T8" fmla="*/ 43 w 59"/>
                <a:gd name="T9" fmla="*/ 0 h 63"/>
              </a:gdLst>
              <a:ahLst/>
              <a:cxnLst>
                <a:cxn ang="0">
                  <a:pos x="T0" y="T1"/>
                </a:cxn>
                <a:cxn ang="0">
                  <a:pos x="T2" y="T3"/>
                </a:cxn>
                <a:cxn ang="0">
                  <a:pos x="T4" y="T5"/>
                </a:cxn>
                <a:cxn ang="0">
                  <a:pos x="T6" y="T7"/>
                </a:cxn>
                <a:cxn ang="0">
                  <a:pos x="T8" y="T9"/>
                </a:cxn>
              </a:cxnLst>
              <a:rect l="0" t="0" r="r" b="b"/>
              <a:pathLst>
                <a:path w="59" h="63">
                  <a:moveTo>
                    <a:pt x="43" y="0"/>
                  </a:moveTo>
                  <a:cubicBezTo>
                    <a:pt x="34" y="3"/>
                    <a:pt x="14" y="10"/>
                    <a:pt x="0" y="14"/>
                  </a:cubicBezTo>
                  <a:cubicBezTo>
                    <a:pt x="16" y="63"/>
                    <a:pt x="16" y="63"/>
                    <a:pt x="16" y="63"/>
                  </a:cubicBezTo>
                  <a:cubicBezTo>
                    <a:pt x="31" y="58"/>
                    <a:pt x="50" y="51"/>
                    <a:pt x="59" y="48"/>
                  </a:cubicBezTo>
                  <a:lnTo>
                    <a:pt x="43" y="0"/>
                  </a:lnTo>
                  <a:close/>
                </a:path>
              </a:pathLst>
            </a:custGeom>
            <a:grpFill/>
            <a:ln>
              <a:noFill/>
            </a:ln>
          </p:spPr>
          <p:txBody>
            <a:bodyPr vert="horz" wrap="square" lIns="91440" tIns="45720" rIns="91440" bIns="45720" numCol="1" anchor="ctr"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0" cap="none" spc="0" normalizeH="0" baseline="0" noProof="0">
                <a:ln>
                  <a:noFill/>
                </a:ln>
                <a:solidFill>
                  <a:prstClr val="black"/>
                </a:solidFill>
                <a:effectLst/>
                <a:uLnTx/>
                <a:uFillTx/>
                <a:latin typeface="Ubuntu"/>
                <a:ea typeface="+mn-ea"/>
                <a:cs typeface="+mn-cs"/>
              </a:endParaRPr>
            </a:p>
          </p:txBody>
        </p:sp>
        <p:sp>
          <p:nvSpPr>
            <p:cNvPr id="114" name="Freeform 131">
              <a:extLst>
                <a:ext uri="{FF2B5EF4-FFF2-40B4-BE49-F238E27FC236}">
                  <a16:creationId xmlns:a16="http://schemas.microsoft.com/office/drawing/2014/main" id="{AA51A769-B961-6E5B-AA5A-47ADD2FE3A90}"/>
                </a:ext>
              </a:extLst>
            </p:cNvPr>
            <p:cNvSpPr>
              <a:spLocks/>
            </p:cNvSpPr>
            <p:nvPr/>
          </p:nvSpPr>
          <p:spPr bwMode="auto">
            <a:xfrm>
              <a:off x="2338388" y="5108575"/>
              <a:ext cx="133350" cy="109538"/>
            </a:xfrm>
            <a:custGeom>
              <a:avLst/>
              <a:gdLst>
                <a:gd name="T0" fmla="*/ 37 w 62"/>
                <a:gd name="T1" fmla="*/ 24 h 51"/>
                <a:gd name="T2" fmla="*/ 23 w 62"/>
                <a:gd name="T3" fmla="*/ 0 h 51"/>
                <a:gd name="T4" fmla="*/ 0 w 62"/>
                <a:gd name="T5" fmla="*/ 7 h 51"/>
                <a:gd name="T6" fmla="*/ 20 w 62"/>
                <a:gd name="T7" fmla="*/ 37 h 51"/>
                <a:gd name="T8" fmla="*/ 38 w 62"/>
                <a:gd name="T9" fmla="*/ 48 h 51"/>
                <a:gd name="T10" fmla="*/ 37 w 62"/>
                <a:gd name="T11" fmla="*/ 24 h 51"/>
              </a:gdLst>
              <a:ahLst/>
              <a:cxnLst>
                <a:cxn ang="0">
                  <a:pos x="T0" y="T1"/>
                </a:cxn>
                <a:cxn ang="0">
                  <a:pos x="T2" y="T3"/>
                </a:cxn>
                <a:cxn ang="0">
                  <a:pos x="T4" y="T5"/>
                </a:cxn>
                <a:cxn ang="0">
                  <a:pos x="T6" y="T7"/>
                </a:cxn>
                <a:cxn ang="0">
                  <a:pos x="T8" y="T9"/>
                </a:cxn>
                <a:cxn ang="0">
                  <a:pos x="T10" y="T11"/>
                </a:cxn>
              </a:cxnLst>
              <a:rect l="0" t="0" r="r" b="b"/>
              <a:pathLst>
                <a:path w="62" h="51">
                  <a:moveTo>
                    <a:pt x="37" y="24"/>
                  </a:moveTo>
                  <a:cubicBezTo>
                    <a:pt x="32" y="17"/>
                    <a:pt x="28" y="7"/>
                    <a:pt x="23" y="0"/>
                  </a:cubicBezTo>
                  <a:cubicBezTo>
                    <a:pt x="0" y="7"/>
                    <a:pt x="0" y="7"/>
                    <a:pt x="0" y="7"/>
                  </a:cubicBezTo>
                  <a:cubicBezTo>
                    <a:pt x="6" y="17"/>
                    <a:pt x="15" y="30"/>
                    <a:pt x="20" y="37"/>
                  </a:cubicBezTo>
                  <a:cubicBezTo>
                    <a:pt x="24" y="42"/>
                    <a:pt x="29" y="51"/>
                    <a:pt x="38" y="48"/>
                  </a:cubicBezTo>
                  <a:cubicBezTo>
                    <a:pt x="62" y="40"/>
                    <a:pt x="46" y="39"/>
                    <a:pt x="37" y="24"/>
                  </a:cubicBezTo>
                  <a:close/>
                </a:path>
              </a:pathLst>
            </a:custGeom>
            <a:grpFill/>
            <a:ln>
              <a:noFill/>
            </a:ln>
          </p:spPr>
          <p:txBody>
            <a:bodyPr vert="horz" wrap="square" lIns="91440" tIns="45720" rIns="91440" bIns="45720" numCol="1" anchor="ctr"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0" cap="none" spc="0" normalizeH="0" baseline="0" noProof="0">
                <a:ln>
                  <a:noFill/>
                </a:ln>
                <a:solidFill>
                  <a:prstClr val="black"/>
                </a:solidFill>
                <a:effectLst/>
                <a:uLnTx/>
                <a:uFillTx/>
                <a:latin typeface="Ubuntu"/>
                <a:ea typeface="+mn-ea"/>
                <a:cs typeface="+mn-cs"/>
              </a:endParaRPr>
            </a:p>
          </p:txBody>
        </p:sp>
        <p:sp>
          <p:nvSpPr>
            <p:cNvPr id="115" name="Freeform 132">
              <a:extLst>
                <a:ext uri="{FF2B5EF4-FFF2-40B4-BE49-F238E27FC236}">
                  <a16:creationId xmlns:a16="http://schemas.microsoft.com/office/drawing/2014/main" id="{9897516A-DABE-9B98-7138-2A7954254F49}"/>
                </a:ext>
              </a:extLst>
            </p:cNvPr>
            <p:cNvSpPr>
              <a:spLocks/>
            </p:cNvSpPr>
            <p:nvPr/>
          </p:nvSpPr>
          <p:spPr bwMode="auto">
            <a:xfrm>
              <a:off x="2516188" y="4840288"/>
              <a:ext cx="107950" cy="257175"/>
            </a:xfrm>
            <a:custGeom>
              <a:avLst/>
              <a:gdLst>
                <a:gd name="T0" fmla="*/ 15 w 50"/>
                <a:gd name="T1" fmla="*/ 6 h 120"/>
                <a:gd name="T2" fmla="*/ 6 w 50"/>
                <a:gd name="T3" fmla="*/ 2 h 120"/>
                <a:gd name="T4" fmla="*/ 2 w 50"/>
                <a:gd name="T5" fmla="*/ 10 h 120"/>
                <a:gd name="T6" fmla="*/ 36 w 50"/>
                <a:gd name="T7" fmla="*/ 114 h 120"/>
                <a:gd name="T8" fmla="*/ 45 w 50"/>
                <a:gd name="T9" fmla="*/ 119 h 120"/>
                <a:gd name="T10" fmla="*/ 49 w 50"/>
                <a:gd name="T11" fmla="*/ 110 h 120"/>
                <a:gd name="T12" fmla="*/ 15 w 50"/>
                <a:gd name="T13" fmla="*/ 6 h 120"/>
              </a:gdLst>
              <a:ahLst/>
              <a:cxnLst>
                <a:cxn ang="0">
                  <a:pos x="T0" y="T1"/>
                </a:cxn>
                <a:cxn ang="0">
                  <a:pos x="T2" y="T3"/>
                </a:cxn>
                <a:cxn ang="0">
                  <a:pos x="T4" y="T5"/>
                </a:cxn>
                <a:cxn ang="0">
                  <a:pos x="T6" y="T7"/>
                </a:cxn>
                <a:cxn ang="0">
                  <a:pos x="T8" y="T9"/>
                </a:cxn>
                <a:cxn ang="0">
                  <a:pos x="T10" y="T11"/>
                </a:cxn>
                <a:cxn ang="0">
                  <a:pos x="T12" y="T13"/>
                </a:cxn>
              </a:cxnLst>
              <a:rect l="0" t="0" r="r" b="b"/>
              <a:pathLst>
                <a:path w="50" h="120">
                  <a:moveTo>
                    <a:pt x="15" y="6"/>
                  </a:moveTo>
                  <a:cubicBezTo>
                    <a:pt x="14" y="2"/>
                    <a:pt x="10" y="0"/>
                    <a:pt x="6" y="2"/>
                  </a:cubicBezTo>
                  <a:cubicBezTo>
                    <a:pt x="2" y="3"/>
                    <a:pt x="0" y="7"/>
                    <a:pt x="2" y="10"/>
                  </a:cubicBezTo>
                  <a:cubicBezTo>
                    <a:pt x="36" y="114"/>
                    <a:pt x="36" y="114"/>
                    <a:pt x="36" y="114"/>
                  </a:cubicBezTo>
                  <a:cubicBezTo>
                    <a:pt x="37" y="118"/>
                    <a:pt x="41" y="120"/>
                    <a:pt x="45" y="119"/>
                  </a:cubicBezTo>
                  <a:cubicBezTo>
                    <a:pt x="48" y="117"/>
                    <a:pt x="50" y="114"/>
                    <a:pt x="49" y="110"/>
                  </a:cubicBezTo>
                  <a:lnTo>
                    <a:pt x="15" y="6"/>
                  </a:lnTo>
                  <a:close/>
                </a:path>
              </a:pathLst>
            </a:custGeom>
            <a:grpFill/>
            <a:ln>
              <a:noFill/>
            </a:ln>
          </p:spPr>
          <p:txBody>
            <a:bodyPr vert="horz" wrap="square" lIns="91440" tIns="45720" rIns="91440" bIns="45720" numCol="1" anchor="ctr"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0" cap="none" spc="0" normalizeH="0" baseline="0" noProof="0">
                <a:ln>
                  <a:noFill/>
                </a:ln>
                <a:solidFill>
                  <a:prstClr val="black"/>
                </a:solidFill>
                <a:effectLst/>
                <a:uLnTx/>
                <a:uFillTx/>
                <a:latin typeface="Ubuntu"/>
                <a:ea typeface="+mn-ea"/>
                <a:cs typeface="+mn-cs"/>
              </a:endParaRPr>
            </a:p>
          </p:txBody>
        </p:sp>
        <p:sp>
          <p:nvSpPr>
            <p:cNvPr id="116" name="Freeform 133">
              <a:extLst>
                <a:ext uri="{FF2B5EF4-FFF2-40B4-BE49-F238E27FC236}">
                  <a16:creationId xmlns:a16="http://schemas.microsoft.com/office/drawing/2014/main" id="{6F04E19B-1346-AEAD-75BD-72837B9C2E43}"/>
                </a:ext>
              </a:extLst>
            </p:cNvPr>
            <p:cNvSpPr>
              <a:spLocks/>
            </p:cNvSpPr>
            <p:nvPr/>
          </p:nvSpPr>
          <p:spPr bwMode="auto">
            <a:xfrm>
              <a:off x="2638425" y="4802188"/>
              <a:ext cx="134938" cy="255588"/>
            </a:xfrm>
            <a:custGeom>
              <a:avLst/>
              <a:gdLst>
                <a:gd name="T0" fmla="*/ 56 w 63"/>
                <a:gd name="T1" fmla="*/ 50 h 119"/>
                <a:gd name="T2" fmla="*/ 16 w 63"/>
                <a:gd name="T3" fmla="*/ 2 h 119"/>
                <a:gd name="T4" fmla="*/ 9 w 63"/>
                <a:gd name="T5" fmla="*/ 0 h 119"/>
                <a:gd name="T6" fmla="*/ 6 w 63"/>
                <a:gd name="T7" fmla="*/ 1 h 119"/>
                <a:gd name="T8" fmla="*/ 1 w 63"/>
                <a:gd name="T9" fmla="*/ 5 h 119"/>
                <a:gd name="T10" fmla="*/ 10 w 63"/>
                <a:gd name="T11" fmla="*/ 18 h 119"/>
                <a:gd name="T12" fmla="*/ 41 w 63"/>
                <a:gd name="T13" fmla="*/ 55 h 119"/>
                <a:gd name="T14" fmla="*/ 38 w 63"/>
                <a:gd name="T15" fmla="*/ 103 h 119"/>
                <a:gd name="T16" fmla="*/ 38 w 63"/>
                <a:gd name="T17" fmla="*/ 118 h 119"/>
                <a:gd name="T18" fmla="*/ 44 w 63"/>
                <a:gd name="T19" fmla="*/ 119 h 119"/>
                <a:gd name="T20" fmla="*/ 52 w 63"/>
                <a:gd name="T21" fmla="*/ 112 h 119"/>
                <a:gd name="T22" fmla="*/ 56 w 63"/>
                <a:gd name="T23" fmla="*/ 50 h 11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63" h="119">
                  <a:moveTo>
                    <a:pt x="56" y="50"/>
                  </a:moveTo>
                  <a:cubicBezTo>
                    <a:pt x="50" y="29"/>
                    <a:pt x="35" y="12"/>
                    <a:pt x="16" y="2"/>
                  </a:cubicBezTo>
                  <a:cubicBezTo>
                    <a:pt x="14" y="1"/>
                    <a:pt x="11" y="0"/>
                    <a:pt x="9" y="0"/>
                  </a:cubicBezTo>
                  <a:cubicBezTo>
                    <a:pt x="8" y="0"/>
                    <a:pt x="7" y="1"/>
                    <a:pt x="6" y="1"/>
                  </a:cubicBezTo>
                  <a:cubicBezTo>
                    <a:pt x="4" y="2"/>
                    <a:pt x="2" y="3"/>
                    <a:pt x="1" y="5"/>
                  </a:cubicBezTo>
                  <a:cubicBezTo>
                    <a:pt x="0" y="9"/>
                    <a:pt x="3" y="14"/>
                    <a:pt x="10" y="18"/>
                  </a:cubicBezTo>
                  <a:cubicBezTo>
                    <a:pt x="25" y="26"/>
                    <a:pt x="35" y="39"/>
                    <a:pt x="41" y="55"/>
                  </a:cubicBezTo>
                  <a:cubicBezTo>
                    <a:pt x="46" y="71"/>
                    <a:pt x="45" y="88"/>
                    <a:pt x="38" y="103"/>
                  </a:cubicBezTo>
                  <a:cubicBezTo>
                    <a:pt x="35" y="109"/>
                    <a:pt x="35" y="115"/>
                    <a:pt x="38" y="118"/>
                  </a:cubicBezTo>
                  <a:cubicBezTo>
                    <a:pt x="40" y="119"/>
                    <a:pt x="42" y="119"/>
                    <a:pt x="44" y="119"/>
                  </a:cubicBezTo>
                  <a:cubicBezTo>
                    <a:pt x="47" y="118"/>
                    <a:pt x="50" y="115"/>
                    <a:pt x="52" y="112"/>
                  </a:cubicBezTo>
                  <a:cubicBezTo>
                    <a:pt x="61" y="93"/>
                    <a:pt x="63" y="71"/>
                    <a:pt x="56" y="50"/>
                  </a:cubicBezTo>
                  <a:close/>
                </a:path>
              </a:pathLst>
            </a:custGeom>
            <a:grpFill/>
            <a:ln>
              <a:noFill/>
            </a:ln>
          </p:spPr>
          <p:txBody>
            <a:bodyPr vert="horz" wrap="square" lIns="91440" tIns="45720" rIns="91440" bIns="45720" numCol="1" anchor="ctr"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0" cap="none" spc="0" normalizeH="0" baseline="0" noProof="0">
                <a:ln>
                  <a:noFill/>
                </a:ln>
                <a:solidFill>
                  <a:prstClr val="black"/>
                </a:solidFill>
                <a:effectLst/>
                <a:uLnTx/>
                <a:uFillTx/>
                <a:latin typeface="Ubuntu"/>
                <a:ea typeface="+mn-ea"/>
                <a:cs typeface="+mn-cs"/>
              </a:endParaRPr>
            </a:p>
          </p:txBody>
        </p:sp>
        <p:sp>
          <p:nvSpPr>
            <p:cNvPr id="117" name="Freeform 134">
              <a:extLst>
                <a:ext uri="{FF2B5EF4-FFF2-40B4-BE49-F238E27FC236}">
                  <a16:creationId xmlns:a16="http://schemas.microsoft.com/office/drawing/2014/main" id="{94EA76C7-2C57-3141-4806-C51DD10F258E}"/>
                </a:ext>
              </a:extLst>
            </p:cNvPr>
            <p:cNvSpPr>
              <a:spLocks/>
            </p:cNvSpPr>
            <p:nvPr/>
          </p:nvSpPr>
          <p:spPr bwMode="auto">
            <a:xfrm>
              <a:off x="2619375" y="4868863"/>
              <a:ext cx="90488" cy="155575"/>
            </a:xfrm>
            <a:custGeom>
              <a:avLst/>
              <a:gdLst>
                <a:gd name="T0" fmla="*/ 16 w 42"/>
                <a:gd name="T1" fmla="*/ 2 h 73"/>
                <a:gd name="T2" fmla="*/ 9 w 42"/>
                <a:gd name="T3" fmla="*/ 0 h 73"/>
                <a:gd name="T4" fmla="*/ 6 w 42"/>
                <a:gd name="T5" fmla="*/ 0 h 73"/>
                <a:gd name="T6" fmla="*/ 2 w 42"/>
                <a:gd name="T7" fmla="*/ 4 h 73"/>
                <a:gd name="T8" fmla="*/ 10 w 42"/>
                <a:gd name="T9" fmla="*/ 18 h 73"/>
                <a:gd name="T10" fmla="*/ 22 w 42"/>
                <a:gd name="T11" fmla="*/ 35 h 73"/>
                <a:gd name="T12" fmla="*/ 23 w 42"/>
                <a:gd name="T13" fmla="*/ 57 h 73"/>
                <a:gd name="T14" fmla="*/ 24 w 42"/>
                <a:gd name="T15" fmla="*/ 72 h 73"/>
                <a:gd name="T16" fmla="*/ 27 w 42"/>
                <a:gd name="T17" fmla="*/ 73 h 73"/>
                <a:gd name="T18" fmla="*/ 30 w 42"/>
                <a:gd name="T19" fmla="*/ 73 h 73"/>
                <a:gd name="T20" fmla="*/ 37 w 42"/>
                <a:gd name="T21" fmla="*/ 66 h 73"/>
                <a:gd name="T22" fmla="*/ 38 w 42"/>
                <a:gd name="T23" fmla="*/ 30 h 73"/>
                <a:gd name="T24" fmla="*/ 16 w 42"/>
                <a:gd name="T25" fmla="*/ 2 h 7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42" h="73">
                  <a:moveTo>
                    <a:pt x="16" y="2"/>
                  </a:moveTo>
                  <a:cubicBezTo>
                    <a:pt x="14" y="1"/>
                    <a:pt x="11" y="0"/>
                    <a:pt x="9" y="0"/>
                  </a:cubicBezTo>
                  <a:cubicBezTo>
                    <a:pt x="8" y="0"/>
                    <a:pt x="7" y="0"/>
                    <a:pt x="6" y="0"/>
                  </a:cubicBezTo>
                  <a:cubicBezTo>
                    <a:pt x="4" y="1"/>
                    <a:pt x="2" y="3"/>
                    <a:pt x="2" y="4"/>
                  </a:cubicBezTo>
                  <a:cubicBezTo>
                    <a:pt x="0" y="8"/>
                    <a:pt x="3" y="13"/>
                    <a:pt x="10" y="18"/>
                  </a:cubicBezTo>
                  <a:cubicBezTo>
                    <a:pt x="16" y="22"/>
                    <a:pt x="20" y="28"/>
                    <a:pt x="22" y="35"/>
                  </a:cubicBezTo>
                  <a:cubicBezTo>
                    <a:pt x="25" y="42"/>
                    <a:pt x="25" y="50"/>
                    <a:pt x="23" y="57"/>
                  </a:cubicBezTo>
                  <a:cubicBezTo>
                    <a:pt x="20" y="64"/>
                    <a:pt x="21" y="70"/>
                    <a:pt x="24" y="72"/>
                  </a:cubicBezTo>
                  <a:cubicBezTo>
                    <a:pt x="25" y="73"/>
                    <a:pt x="26" y="73"/>
                    <a:pt x="27" y="73"/>
                  </a:cubicBezTo>
                  <a:cubicBezTo>
                    <a:pt x="28" y="73"/>
                    <a:pt x="29" y="73"/>
                    <a:pt x="30" y="73"/>
                  </a:cubicBezTo>
                  <a:cubicBezTo>
                    <a:pt x="33" y="72"/>
                    <a:pt x="35" y="69"/>
                    <a:pt x="37" y="66"/>
                  </a:cubicBezTo>
                  <a:cubicBezTo>
                    <a:pt x="41" y="55"/>
                    <a:pt x="42" y="42"/>
                    <a:pt x="38" y="30"/>
                  </a:cubicBezTo>
                  <a:cubicBezTo>
                    <a:pt x="34" y="19"/>
                    <a:pt x="26" y="8"/>
                    <a:pt x="16" y="2"/>
                  </a:cubicBezTo>
                  <a:close/>
                </a:path>
              </a:pathLst>
            </a:custGeom>
            <a:grpFill/>
            <a:ln>
              <a:noFill/>
            </a:ln>
          </p:spPr>
          <p:txBody>
            <a:bodyPr vert="horz" wrap="square" lIns="91440" tIns="45720" rIns="91440" bIns="45720" numCol="1" anchor="ctr"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0" cap="none" spc="0" normalizeH="0" baseline="0" noProof="0">
                <a:ln>
                  <a:noFill/>
                </a:ln>
                <a:solidFill>
                  <a:prstClr val="black"/>
                </a:solidFill>
                <a:effectLst/>
                <a:uLnTx/>
                <a:uFillTx/>
                <a:latin typeface="Ubuntu"/>
                <a:ea typeface="+mn-ea"/>
                <a:cs typeface="+mn-cs"/>
              </a:endParaRPr>
            </a:p>
          </p:txBody>
        </p:sp>
      </p:grpSp>
      <p:sp>
        <p:nvSpPr>
          <p:cNvPr id="149" name="Rounded Rectangle 26">
            <a:extLst>
              <a:ext uri="{FF2B5EF4-FFF2-40B4-BE49-F238E27FC236}">
                <a16:creationId xmlns:a16="http://schemas.microsoft.com/office/drawing/2014/main" id="{1E02405F-7938-6DB7-AE57-2824B91173B4}"/>
              </a:ext>
            </a:extLst>
          </p:cNvPr>
          <p:cNvSpPr/>
          <p:nvPr/>
        </p:nvSpPr>
        <p:spPr>
          <a:xfrm>
            <a:off x="8905619" y="3140968"/>
            <a:ext cx="1715445" cy="581266"/>
          </a:xfrm>
          <a:prstGeom prst="rect">
            <a:avLst/>
          </a:prstGeom>
          <a:noFill/>
          <a:ln w="19050" cap="flat" cmpd="sng" algn="ctr">
            <a:noFill/>
            <a:prstDash val="solid"/>
            <a:miter lim="800000"/>
          </a:ln>
          <a:effectLst/>
        </p:spPr>
        <p:txBody>
          <a:bodyPr lIns="91440" tIns="45720" rIns="91440" bIns="4572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1" i="1" u="none" strike="noStrike" kern="0" cap="none" spc="0" normalizeH="0" baseline="0" noProof="0">
                <a:ln>
                  <a:noFill/>
                </a:ln>
                <a:solidFill>
                  <a:srgbClr val="FFFFFF"/>
                </a:solidFill>
                <a:effectLst/>
                <a:uLnTx/>
                <a:uFillTx/>
                <a:latin typeface="Ubuntu"/>
                <a:ea typeface="+mn-ea"/>
                <a:cs typeface="+mn-cs"/>
              </a:rPr>
              <a:t>Hypercare</a:t>
            </a:r>
            <a:r>
              <a:rPr lang="en-US" sz="1200" b="1" kern="0">
                <a:solidFill>
                  <a:srgbClr val="FFFFFF"/>
                </a:solidFill>
                <a:latin typeface="Ubuntu"/>
              </a:rPr>
              <a:t>*</a:t>
            </a:r>
            <a:endParaRPr kumimoji="0" lang="en-US" sz="1200" b="1" i="0" u="none" strike="noStrike" kern="0" cap="none" spc="0" normalizeH="0" baseline="0" noProof="0">
              <a:ln>
                <a:noFill/>
              </a:ln>
              <a:solidFill>
                <a:srgbClr val="FFFFFF"/>
              </a:solidFill>
              <a:effectLst/>
              <a:uLnTx/>
              <a:uFillTx/>
              <a:latin typeface="Ubuntu"/>
              <a:ea typeface="+mn-ea"/>
              <a:cs typeface="+mn-cs"/>
            </a:endParaRPr>
          </a:p>
        </p:txBody>
      </p:sp>
      <p:sp>
        <p:nvSpPr>
          <p:cNvPr id="181" name="TextBox 180">
            <a:extLst>
              <a:ext uri="{FF2B5EF4-FFF2-40B4-BE49-F238E27FC236}">
                <a16:creationId xmlns:a16="http://schemas.microsoft.com/office/drawing/2014/main" id="{12C700E8-12F7-E2D7-67F4-E8CFDAC679AA}"/>
              </a:ext>
            </a:extLst>
          </p:cNvPr>
          <p:cNvSpPr txBox="1"/>
          <p:nvPr/>
        </p:nvSpPr>
        <p:spPr>
          <a:xfrm>
            <a:off x="399839" y="3566929"/>
            <a:ext cx="3665191" cy="861774"/>
          </a:xfrm>
          <a:prstGeom prst="rect">
            <a:avLst/>
          </a:prstGeom>
          <a:noFill/>
        </p:spPr>
        <p:txBody>
          <a:bodyPr wrap="square">
            <a:spAutoFit/>
          </a:bodyPr>
          <a:lstStyle/>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000" b="0" i="0" u="none" strike="noStrike" kern="1200" cap="none" spc="0" normalizeH="0" baseline="0" noProof="0" dirty="0">
                <a:ln>
                  <a:noFill/>
                </a:ln>
                <a:solidFill>
                  <a:srgbClr val="FFFFFF"/>
                </a:solidFill>
                <a:effectLst/>
                <a:uLnTx/>
                <a:uFillTx/>
                <a:latin typeface="Ubuntu"/>
                <a:ea typeface="+mn-ea"/>
                <a:cs typeface="Arial" panose="020B0604020202020204" pitchFamily="34" charset="0"/>
              </a:rPr>
              <a:t>Establish and activate Change Agent Network with the team</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000" b="0" i="0" u="none" strike="noStrike" kern="1200" cap="none" spc="0" normalizeH="0" baseline="0" noProof="0" dirty="0">
                <a:ln>
                  <a:noFill/>
                </a:ln>
                <a:solidFill>
                  <a:srgbClr val="FFFFFF"/>
                </a:solidFill>
                <a:effectLst/>
                <a:uLnTx/>
                <a:uFillTx/>
                <a:latin typeface="Ubuntu"/>
                <a:ea typeface="+mn-ea"/>
                <a:cs typeface="Arial" panose="020B0604020202020204" pitchFamily="34" charset="0"/>
              </a:rPr>
              <a:t>Set BPMN </a:t>
            </a:r>
            <a:r>
              <a:rPr kumimoji="0" lang="en-US" sz="1000" b="0" i="0" u="none" strike="noStrike" kern="1200" cap="none" spc="0" normalizeH="0" baseline="0" noProof="0" dirty="0" err="1">
                <a:ln>
                  <a:noFill/>
                </a:ln>
                <a:solidFill>
                  <a:srgbClr val="FFFFFF"/>
                </a:solidFill>
                <a:effectLst/>
                <a:uLnTx/>
                <a:uFillTx/>
                <a:latin typeface="Ubuntu"/>
                <a:ea typeface="+mn-ea"/>
                <a:cs typeface="Arial" panose="020B0604020202020204" pitchFamily="34" charset="0"/>
              </a:rPr>
              <a:t>CoE</a:t>
            </a:r>
            <a:r>
              <a:rPr kumimoji="0" lang="en-US" sz="1000" b="0" i="0" u="none" strike="noStrike" kern="1200" cap="none" spc="0" normalizeH="0" baseline="0" noProof="0" dirty="0">
                <a:ln>
                  <a:noFill/>
                </a:ln>
                <a:solidFill>
                  <a:srgbClr val="FFFFFF"/>
                </a:solidFill>
                <a:effectLst/>
                <a:uLnTx/>
                <a:uFillTx/>
                <a:latin typeface="Ubuntu"/>
                <a:ea typeface="+mn-ea"/>
                <a:cs typeface="Arial" panose="020B0604020202020204" pitchFamily="34" charset="0"/>
              </a:rPr>
              <a:t> for optimizing and standardizing business processes.</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000" b="0" i="0" u="none" strike="noStrike" kern="1200" cap="none" spc="0" normalizeH="0" baseline="0" noProof="0" dirty="0">
                <a:ln>
                  <a:noFill/>
                </a:ln>
                <a:solidFill>
                  <a:srgbClr val="FFFFFF"/>
                </a:solidFill>
                <a:effectLst/>
                <a:uLnTx/>
                <a:uFillTx/>
                <a:latin typeface="Ubuntu"/>
                <a:ea typeface="+mn-ea"/>
                <a:cs typeface="Arial" panose="020B0604020202020204" pitchFamily="34" charset="0"/>
              </a:rPr>
              <a:t>Capture and share lesson learned</a:t>
            </a:r>
          </a:p>
        </p:txBody>
      </p:sp>
      <p:sp>
        <p:nvSpPr>
          <p:cNvPr id="182" name="TextBox 181">
            <a:extLst>
              <a:ext uri="{FF2B5EF4-FFF2-40B4-BE49-F238E27FC236}">
                <a16:creationId xmlns:a16="http://schemas.microsoft.com/office/drawing/2014/main" id="{F8BA1221-D27C-3C94-3E5A-1D66A72F7EFA}"/>
              </a:ext>
            </a:extLst>
          </p:cNvPr>
          <p:cNvSpPr txBox="1"/>
          <p:nvPr/>
        </p:nvSpPr>
        <p:spPr>
          <a:xfrm>
            <a:off x="4318675" y="3714026"/>
            <a:ext cx="3599242" cy="759182"/>
          </a:xfrm>
          <a:prstGeom prst="rect">
            <a:avLst/>
          </a:prstGeom>
          <a:noFill/>
        </p:spPr>
        <p:txBody>
          <a:bodyPr wrap="square">
            <a:spAutoFit/>
          </a:bodyPr>
          <a:lstStyle/>
          <a:p>
            <a:pPr marL="180000" marR="0" lvl="0" indent="-180000" algn="l" defTabSz="914400" rtl="0" eaLnBrk="1" fontAlgn="auto" latinLnBrk="0" hangingPunct="1">
              <a:lnSpc>
                <a:spcPct val="100000"/>
              </a:lnSpc>
              <a:spcBef>
                <a:spcPts val="0"/>
              </a:spcBef>
              <a:spcAft>
                <a:spcPts val="200"/>
              </a:spcAft>
              <a:buClr>
                <a:schemeClr val="bg1"/>
              </a:buClr>
              <a:buSzTx/>
              <a:buFont typeface="Wingdings" pitchFamily="2" charset="2"/>
              <a:buChar char="§"/>
              <a:tabLst/>
              <a:defRPr/>
            </a:pPr>
            <a:r>
              <a:rPr kumimoji="0" lang="en-IN" sz="1000" b="0" i="0" u="none" strike="noStrike" kern="0" cap="none" spc="0" normalizeH="0" baseline="0" noProof="0" dirty="0">
                <a:ln>
                  <a:noFill/>
                </a:ln>
                <a:solidFill>
                  <a:srgbClr val="FFFFFF"/>
                </a:solidFill>
                <a:effectLst/>
                <a:uLnTx/>
                <a:uFillTx/>
                <a:latin typeface="Ubuntu"/>
                <a:ea typeface="+mn-ea"/>
                <a:cs typeface="Arial" charset="0"/>
              </a:rPr>
              <a:t>Develop user persona to tailor communications</a:t>
            </a:r>
          </a:p>
          <a:p>
            <a:pPr marL="180000" marR="0" lvl="0" indent="-180000" algn="l" defTabSz="914400" rtl="0" eaLnBrk="1" fontAlgn="auto" latinLnBrk="0" hangingPunct="1">
              <a:lnSpc>
                <a:spcPct val="100000"/>
              </a:lnSpc>
              <a:spcBef>
                <a:spcPts val="0"/>
              </a:spcBef>
              <a:spcAft>
                <a:spcPts val="200"/>
              </a:spcAft>
              <a:buClr>
                <a:schemeClr val="bg1"/>
              </a:buClr>
              <a:buSzTx/>
              <a:buFont typeface="Wingdings" pitchFamily="2" charset="2"/>
              <a:buChar char="§"/>
              <a:tabLst/>
              <a:defRPr/>
            </a:pPr>
            <a:r>
              <a:rPr kumimoji="0" lang="en-IN" sz="1000" b="0" i="0" u="none" strike="noStrike" kern="0" cap="none" spc="0" normalizeH="0" baseline="0" noProof="0" dirty="0">
                <a:ln>
                  <a:noFill/>
                </a:ln>
                <a:solidFill>
                  <a:srgbClr val="FFFFFF"/>
                </a:solidFill>
                <a:effectLst/>
                <a:uLnTx/>
                <a:uFillTx/>
                <a:latin typeface="Ubuntu"/>
                <a:ea typeface="+mn-ea"/>
                <a:cs typeface="Arial" charset="0"/>
              </a:rPr>
              <a:t>Build and execute  target communication through defined channel to create awareness </a:t>
            </a:r>
          </a:p>
          <a:p>
            <a:pPr marL="180000" marR="0" lvl="0" indent="-180000" algn="l" defTabSz="914400" rtl="0" eaLnBrk="1" fontAlgn="auto" latinLnBrk="0" hangingPunct="1">
              <a:lnSpc>
                <a:spcPct val="100000"/>
              </a:lnSpc>
              <a:spcBef>
                <a:spcPts val="0"/>
              </a:spcBef>
              <a:spcAft>
                <a:spcPts val="200"/>
              </a:spcAft>
              <a:buClr>
                <a:srgbClr val="0070AD"/>
              </a:buClr>
              <a:buSzTx/>
              <a:buFont typeface="Wingdings" pitchFamily="2" charset="2"/>
              <a:buChar char="§"/>
              <a:tabLst/>
              <a:defRPr/>
            </a:pPr>
            <a:endParaRPr kumimoji="0" lang="en-IN" sz="1000" b="0" i="0" u="none" strike="noStrike" kern="0" cap="none" spc="0" normalizeH="0" baseline="0" noProof="0" dirty="0">
              <a:ln>
                <a:noFill/>
              </a:ln>
              <a:solidFill>
                <a:srgbClr val="FFFFFF"/>
              </a:solidFill>
              <a:effectLst/>
              <a:uLnTx/>
              <a:uFillTx/>
              <a:latin typeface="Ubuntu"/>
              <a:ea typeface="+mn-ea"/>
              <a:cs typeface="Arial" charset="0"/>
            </a:endParaRPr>
          </a:p>
        </p:txBody>
      </p:sp>
      <p:sp>
        <p:nvSpPr>
          <p:cNvPr id="186" name="TextBox 185">
            <a:extLst>
              <a:ext uri="{FF2B5EF4-FFF2-40B4-BE49-F238E27FC236}">
                <a16:creationId xmlns:a16="http://schemas.microsoft.com/office/drawing/2014/main" id="{927ABC07-FC97-C593-8103-73C039A7AE2F}"/>
              </a:ext>
            </a:extLst>
          </p:cNvPr>
          <p:cNvSpPr txBox="1"/>
          <p:nvPr/>
        </p:nvSpPr>
        <p:spPr>
          <a:xfrm>
            <a:off x="8238581" y="3703866"/>
            <a:ext cx="3538282" cy="400110"/>
          </a:xfrm>
          <a:prstGeom prst="rect">
            <a:avLst/>
          </a:prstGeom>
          <a:noFill/>
        </p:spPr>
        <p:txBody>
          <a:bodyPr wrap="square" lIns="91440" tIns="45720" rIns="91440" bIns="45720" anchor="t">
            <a:spAutoFit/>
          </a:bodyPr>
          <a:lstStyle/>
          <a:p>
            <a:pPr marL="179705" marR="0" lvl="0" indent="-179705" algn="l" defTabSz="914400" rtl="0" eaLnBrk="1" fontAlgn="auto" latinLnBrk="0" hangingPunct="1">
              <a:lnSpc>
                <a:spcPct val="100000"/>
              </a:lnSpc>
              <a:spcBef>
                <a:spcPts val="0"/>
              </a:spcBef>
              <a:spcAft>
                <a:spcPts val="200"/>
              </a:spcAft>
              <a:buClr>
                <a:schemeClr val="bg1"/>
              </a:buClr>
              <a:buSzTx/>
              <a:buFont typeface="Wingdings" pitchFamily="2" charset="2"/>
              <a:buChar char="§"/>
              <a:tabLst/>
              <a:defRPr/>
            </a:pPr>
            <a:r>
              <a:rPr kumimoji="0" lang="en-IN" sz="1000" b="0" i="1" u="none" strike="noStrike" kern="0" cap="none" spc="0" normalizeH="0" baseline="0" noProof="0">
                <a:ln>
                  <a:noFill/>
                </a:ln>
                <a:solidFill>
                  <a:srgbClr val="FFFFFF"/>
                </a:solidFill>
                <a:effectLst/>
                <a:uLnTx/>
                <a:uFillTx/>
                <a:latin typeface="Ubuntu"/>
                <a:ea typeface="+mn-ea"/>
                <a:cs typeface="Arial"/>
              </a:rPr>
              <a:t>Monitor adoption, resolve issues and enable continuous improvement</a:t>
            </a:r>
            <a:endParaRPr lang="en-IN" sz="1000" b="0" i="1" u="none" strike="noStrike" kern="0" cap="none" spc="0" normalizeH="0" baseline="0" noProof="0">
              <a:ln>
                <a:noFill/>
              </a:ln>
              <a:solidFill>
                <a:srgbClr val="FFFFFF"/>
              </a:solidFill>
              <a:effectLst/>
              <a:uLnTx/>
              <a:uFillTx/>
              <a:latin typeface="Ubuntu"/>
              <a:cs typeface="Arial"/>
            </a:endParaRPr>
          </a:p>
        </p:txBody>
      </p:sp>
      <p:pic>
        <p:nvPicPr>
          <p:cNvPr id="41" name="Graphic 40" descr="Care with solid fill">
            <a:extLst>
              <a:ext uri="{FF2B5EF4-FFF2-40B4-BE49-F238E27FC236}">
                <a16:creationId xmlns:a16="http://schemas.microsoft.com/office/drawing/2014/main" id="{82F88D2C-366A-FA6A-CA0A-873AACEE59A4}"/>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8956883" y="3254814"/>
            <a:ext cx="352541" cy="352541"/>
          </a:xfrm>
          <a:prstGeom prst="rect">
            <a:avLst/>
          </a:prstGeom>
        </p:spPr>
      </p:pic>
      <p:sp>
        <p:nvSpPr>
          <p:cNvPr id="48" name="TextBox 47">
            <a:extLst>
              <a:ext uri="{FF2B5EF4-FFF2-40B4-BE49-F238E27FC236}">
                <a16:creationId xmlns:a16="http://schemas.microsoft.com/office/drawing/2014/main" id="{81D69DC1-2F49-0FE7-52D3-EB17260DBE15}"/>
              </a:ext>
            </a:extLst>
          </p:cNvPr>
          <p:cNvSpPr txBox="1"/>
          <p:nvPr/>
        </p:nvSpPr>
        <p:spPr>
          <a:xfrm>
            <a:off x="175312" y="6403776"/>
            <a:ext cx="5285620" cy="230832"/>
          </a:xfrm>
          <a:prstGeom prst="rect">
            <a:avLst/>
          </a:prstGeom>
          <a:noFill/>
        </p:spPr>
        <p:txBody>
          <a:bodyPr wrap="square" lIns="91440" tIns="45720" rIns="91440" bIns="45720" anchor="t">
            <a:spAutoFit/>
          </a:bodyPr>
          <a:lstStyle/>
          <a:p>
            <a:r>
              <a:rPr lang="en-US" sz="900">
                <a:solidFill>
                  <a:schemeClr val="bg1">
                    <a:lumMod val="85000"/>
                  </a:schemeClr>
                </a:solidFill>
              </a:rPr>
              <a:t>*Hypercare &amp; adoption of  Change is not considered in the current  project scope.</a:t>
            </a:r>
          </a:p>
        </p:txBody>
      </p:sp>
      <p:sp>
        <p:nvSpPr>
          <p:cNvPr id="64" name="Rectangle 63">
            <a:extLst>
              <a:ext uri="{FF2B5EF4-FFF2-40B4-BE49-F238E27FC236}">
                <a16:creationId xmlns:a16="http://schemas.microsoft.com/office/drawing/2014/main" id="{007AEF65-B480-066F-23C7-DD21356D3FCE}"/>
              </a:ext>
            </a:extLst>
          </p:cNvPr>
          <p:cNvSpPr/>
          <p:nvPr/>
        </p:nvSpPr>
        <p:spPr>
          <a:xfrm>
            <a:off x="8009356" y="3212975"/>
            <a:ext cx="3782805" cy="1172502"/>
          </a:xfrm>
          <a:prstGeom prst="rect">
            <a:avLst/>
          </a:prstGeom>
          <a:solidFill>
            <a:srgbClr val="383B4E">
              <a:alpha val="41961"/>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err="1"/>
          </a:p>
        </p:txBody>
      </p:sp>
      <p:sp>
        <p:nvSpPr>
          <p:cNvPr id="65" name="TextBox 64">
            <a:extLst>
              <a:ext uri="{FF2B5EF4-FFF2-40B4-BE49-F238E27FC236}">
                <a16:creationId xmlns:a16="http://schemas.microsoft.com/office/drawing/2014/main" id="{50CAE6CF-0ADB-25B1-DA7D-FFF25873C623}"/>
              </a:ext>
            </a:extLst>
          </p:cNvPr>
          <p:cNvSpPr txBox="1"/>
          <p:nvPr/>
        </p:nvSpPr>
        <p:spPr>
          <a:xfrm>
            <a:off x="175743" y="29728"/>
            <a:ext cx="4574751" cy="338554"/>
          </a:xfrm>
          <a:prstGeom prst="rect">
            <a:avLst/>
          </a:prstGeom>
          <a:noFill/>
        </p:spPr>
        <p:txBody>
          <a:bodyPr wrap="square" rtlCol="0">
            <a:spAutoFit/>
          </a:bodyPr>
          <a:lstStyle/>
          <a:p>
            <a:r>
              <a:rPr lang="en-US" sz="1600" b="1">
                <a:solidFill>
                  <a:schemeClr val="bg1"/>
                </a:solidFill>
              </a:rPr>
              <a:t>PHASE 2:  Change Management</a:t>
            </a:r>
          </a:p>
        </p:txBody>
      </p:sp>
      <p:grpSp>
        <p:nvGrpSpPr>
          <p:cNvPr id="40" name="Group 39">
            <a:extLst>
              <a:ext uri="{FF2B5EF4-FFF2-40B4-BE49-F238E27FC236}">
                <a16:creationId xmlns:a16="http://schemas.microsoft.com/office/drawing/2014/main" id="{E5F6E9E7-74B4-22D0-1CFA-547045919F04}"/>
              </a:ext>
            </a:extLst>
          </p:cNvPr>
          <p:cNvGrpSpPr/>
          <p:nvPr/>
        </p:nvGrpSpPr>
        <p:grpSpPr>
          <a:xfrm>
            <a:off x="5392317" y="70096"/>
            <a:ext cx="5304257" cy="167498"/>
            <a:chOff x="6837649" y="990853"/>
            <a:chExt cx="5304257" cy="261730"/>
          </a:xfrm>
        </p:grpSpPr>
        <p:sp>
          <p:nvSpPr>
            <p:cNvPr id="49" name="Rectangle: Rounded Corners 48">
              <a:extLst>
                <a:ext uri="{FF2B5EF4-FFF2-40B4-BE49-F238E27FC236}">
                  <a16:creationId xmlns:a16="http://schemas.microsoft.com/office/drawing/2014/main" id="{B195221F-A17F-2E20-9906-2AC3259BF57D}"/>
                </a:ext>
              </a:extLst>
            </p:cNvPr>
            <p:cNvSpPr/>
            <p:nvPr/>
          </p:nvSpPr>
          <p:spPr>
            <a:xfrm>
              <a:off x="6837649" y="990853"/>
              <a:ext cx="1004635" cy="249108"/>
            </a:xfrm>
            <a:prstGeom prst="roundRect">
              <a:avLst/>
            </a:prstGeom>
            <a:solidFill>
              <a:srgbClr val="40404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700"/>
                <a:t>Our Understanding</a:t>
              </a:r>
              <a:endParaRPr lang="en-IN" sz="700" err="1"/>
            </a:p>
          </p:txBody>
        </p:sp>
        <p:sp>
          <p:nvSpPr>
            <p:cNvPr id="52" name="Rectangle: Rounded Corners 51">
              <a:extLst>
                <a:ext uri="{FF2B5EF4-FFF2-40B4-BE49-F238E27FC236}">
                  <a16:creationId xmlns:a16="http://schemas.microsoft.com/office/drawing/2014/main" id="{99C9E6F5-3132-D597-20B5-80C6CF5DA162}"/>
                </a:ext>
              </a:extLst>
            </p:cNvPr>
            <p:cNvSpPr/>
            <p:nvPr/>
          </p:nvSpPr>
          <p:spPr>
            <a:xfrm>
              <a:off x="7953152" y="1002292"/>
              <a:ext cx="1004635" cy="249108"/>
            </a:xfrm>
            <a:prstGeom prst="roundRect">
              <a:avLst/>
            </a:prstGeom>
            <a:solidFill>
              <a:srgbClr val="0070A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700"/>
                <a:t>Approach</a:t>
              </a:r>
              <a:endParaRPr lang="en-IN" sz="700" err="1"/>
            </a:p>
          </p:txBody>
        </p:sp>
        <p:sp>
          <p:nvSpPr>
            <p:cNvPr id="53" name="Rectangle: Rounded Corners 52">
              <a:extLst>
                <a:ext uri="{FF2B5EF4-FFF2-40B4-BE49-F238E27FC236}">
                  <a16:creationId xmlns:a16="http://schemas.microsoft.com/office/drawing/2014/main" id="{137E6AB3-AC7C-B3EA-FFC1-E8694CFE9BBF}"/>
                </a:ext>
              </a:extLst>
            </p:cNvPr>
            <p:cNvSpPr/>
            <p:nvPr/>
          </p:nvSpPr>
          <p:spPr>
            <a:xfrm>
              <a:off x="9017511" y="1003475"/>
              <a:ext cx="1004635" cy="249108"/>
            </a:xfrm>
            <a:prstGeom prst="roundRect">
              <a:avLst/>
            </a:prstGeom>
            <a:solidFill>
              <a:srgbClr val="40404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700"/>
                <a:t>Team</a:t>
              </a:r>
              <a:endParaRPr lang="en-IN" sz="700"/>
            </a:p>
          </p:txBody>
        </p:sp>
        <p:sp>
          <p:nvSpPr>
            <p:cNvPr id="54" name="Rectangle: Rounded Corners 53">
              <a:extLst>
                <a:ext uri="{FF2B5EF4-FFF2-40B4-BE49-F238E27FC236}">
                  <a16:creationId xmlns:a16="http://schemas.microsoft.com/office/drawing/2014/main" id="{31265BDD-A71B-80FE-4A69-B6A8970DB592}"/>
                </a:ext>
              </a:extLst>
            </p:cNvPr>
            <p:cNvSpPr/>
            <p:nvPr/>
          </p:nvSpPr>
          <p:spPr>
            <a:xfrm>
              <a:off x="10081870" y="1001985"/>
              <a:ext cx="1004635" cy="249108"/>
            </a:xfrm>
            <a:prstGeom prst="roundRect">
              <a:avLst/>
            </a:prstGeom>
            <a:solidFill>
              <a:srgbClr val="40404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700"/>
                <a:t>Why US</a:t>
              </a:r>
              <a:endParaRPr lang="en-IN" sz="700"/>
            </a:p>
          </p:txBody>
        </p:sp>
        <p:sp>
          <p:nvSpPr>
            <p:cNvPr id="55" name="Rectangle: Rounded Corners 54">
              <a:extLst>
                <a:ext uri="{FF2B5EF4-FFF2-40B4-BE49-F238E27FC236}">
                  <a16:creationId xmlns:a16="http://schemas.microsoft.com/office/drawing/2014/main" id="{23F6384E-3356-1E61-8F98-D793C282BEC9}"/>
                </a:ext>
              </a:extLst>
            </p:cNvPr>
            <p:cNvSpPr/>
            <p:nvPr/>
          </p:nvSpPr>
          <p:spPr>
            <a:xfrm>
              <a:off x="11137271" y="997539"/>
              <a:ext cx="1004635" cy="249108"/>
            </a:xfrm>
            <a:prstGeom prst="roundRect">
              <a:avLst/>
            </a:prstGeom>
            <a:solidFill>
              <a:srgbClr val="40404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700"/>
                <a:t>Credentials</a:t>
              </a:r>
              <a:endParaRPr lang="en-IN" sz="700"/>
            </a:p>
          </p:txBody>
        </p:sp>
      </p:grpSp>
    </p:spTree>
    <p:extLst>
      <p:ext uri="{BB962C8B-B14F-4D97-AF65-F5344CB8AC3E}">
        <p14:creationId xmlns:p14="http://schemas.microsoft.com/office/powerpoint/2010/main" val="423972885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6478208-22C8-C832-5BE9-188F553F9290}"/>
            </a:ext>
          </a:extLst>
        </p:cNvPr>
        <p:cNvGrpSpPr/>
        <p:nvPr/>
      </p:nvGrpSpPr>
      <p:grpSpPr>
        <a:xfrm>
          <a:off x="0" y="0"/>
          <a:ext cx="0" cy="0"/>
          <a:chOff x="0" y="0"/>
          <a:chExt cx="0" cy="0"/>
        </a:xfrm>
      </p:grpSpPr>
      <p:graphicFrame>
        <p:nvGraphicFramePr>
          <p:cNvPr id="71" name="think-cell data - do not delete" hidden="1">
            <a:extLst>
              <a:ext uri="{FF2B5EF4-FFF2-40B4-BE49-F238E27FC236}">
                <a16:creationId xmlns:a16="http://schemas.microsoft.com/office/drawing/2014/main" id="{4816080D-5121-C124-6051-115CDE0FC963}"/>
              </a:ext>
            </a:extLst>
          </p:cNvPr>
          <p:cNvGraphicFramePr>
            <a:graphicFrameLocks noChangeAspect="1"/>
          </p:cNvGraphicFramePr>
          <p:nvPr>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4" imgW="350" imgH="350" progId="TCLayout.ActiveDocument.1">
                  <p:embed/>
                </p:oleObj>
              </mc:Choice>
              <mc:Fallback>
                <p:oleObj name="think-cell Slide" r:id="rId4" imgW="350" imgH="350" progId="TCLayout.ActiveDocument.1">
                  <p:embed/>
                  <p:pic>
                    <p:nvPicPr>
                      <p:cNvPr id="71" name="think-cell data - do not delete" hidden="1">
                        <a:extLst>
                          <a:ext uri="{FF2B5EF4-FFF2-40B4-BE49-F238E27FC236}">
                            <a16:creationId xmlns:a16="http://schemas.microsoft.com/office/drawing/2014/main" id="{4816080D-5121-C124-6051-115CDE0FC963}"/>
                          </a:ext>
                        </a:extLst>
                      </p:cNvPr>
                      <p:cNvPicPr/>
                      <p:nvPr/>
                    </p:nvPicPr>
                    <p:blipFill>
                      <a:blip r:embed="rId5"/>
                      <a:stretch>
                        <a:fillRect/>
                      </a:stretch>
                    </p:blipFill>
                    <p:spPr>
                      <a:xfrm>
                        <a:off x="1588" y="1588"/>
                        <a:ext cx="1588" cy="1588"/>
                      </a:xfrm>
                      <a:prstGeom prst="rect">
                        <a:avLst/>
                      </a:prstGeom>
                    </p:spPr>
                  </p:pic>
                </p:oleObj>
              </mc:Fallback>
            </mc:AlternateContent>
          </a:graphicData>
        </a:graphic>
      </p:graphicFrame>
      <p:sp>
        <p:nvSpPr>
          <p:cNvPr id="2" name="Title 1">
            <a:extLst>
              <a:ext uri="{FF2B5EF4-FFF2-40B4-BE49-F238E27FC236}">
                <a16:creationId xmlns:a16="http://schemas.microsoft.com/office/drawing/2014/main" id="{4BBAD27C-8154-97F0-CD40-81D54B3D1720}"/>
              </a:ext>
            </a:extLst>
          </p:cNvPr>
          <p:cNvSpPr>
            <a:spLocks noGrp="1"/>
          </p:cNvSpPr>
          <p:nvPr>
            <p:ph type="title"/>
          </p:nvPr>
        </p:nvSpPr>
        <p:spPr>
          <a:xfrm>
            <a:off x="414973" y="260350"/>
            <a:ext cx="9691052" cy="792163"/>
          </a:xfrm>
        </p:spPr>
        <p:txBody>
          <a:bodyPr vert="horz"/>
          <a:lstStyle/>
          <a:p>
            <a:r>
              <a:rPr lang="en-GB" cap="none" dirty="0"/>
              <a:t>Capgemini Invent brings the key ingredients for the success of </a:t>
            </a:r>
            <a:r>
              <a:rPr lang="en-GB" cap="none" dirty="0" err="1"/>
              <a:t>eBU’s</a:t>
            </a:r>
            <a:r>
              <a:rPr lang="en-GB" cap="none" dirty="0"/>
              <a:t> Organization &amp; BPM project</a:t>
            </a:r>
          </a:p>
        </p:txBody>
      </p:sp>
      <p:sp>
        <p:nvSpPr>
          <p:cNvPr id="4" name="Rectangle 3">
            <a:extLst>
              <a:ext uri="{FF2B5EF4-FFF2-40B4-BE49-F238E27FC236}">
                <a16:creationId xmlns:a16="http://schemas.microsoft.com/office/drawing/2014/main" id="{C5D2EA75-3F9E-AEBE-28C8-964B7CA85BF3}"/>
              </a:ext>
            </a:extLst>
          </p:cNvPr>
          <p:cNvSpPr/>
          <p:nvPr/>
        </p:nvSpPr>
        <p:spPr>
          <a:xfrm>
            <a:off x="905083" y="2321075"/>
            <a:ext cx="3192364" cy="792163"/>
          </a:xfrm>
          <a:prstGeom prst="rect">
            <a:avLst/>
          </a:prstGeom>
          <a:no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n-US" sz="2000" b="1">
                <a:solidFill>
                  <a:schemeClr val="bg1"/>
                </a:solidFill>
              </a:rPr>
              <a:t>Expertise in Telco B2B transformation</a:t>
            </a:r>
          </a:p>
        </p:txBody>
      </p:sp>
      <p:sp>
        <p:nvSpPr>
          <p:cNvPr id="5" name="Rectangle 4">
            <a:extLst>
              <a:ext uri="{FF2B5EF4-FFF2-40B4-BE49-F238E27FC236}">
                <a16:creationId xmlns:a16="http://schemas.microsoft.com/office/drawing/2014/main" id="{66B24871-B816-7843-472D-A4AAE29DEC68}"/>
              </a:ext>
            </a:extLst>
          </p:cNvPr>
          <p:cNvSpPr/>
          <p:nvPr/>
        </p:nvSpPr>
        <p:spPr>
          <a:xfrm>
            <a:off x="905083" y="3217746"/>
            <a:ext cx="3192364" cy="792163"/>
          </a:xfrm>
          <a:prstGeom prst="rect">
            <a:avLst/>
          </a:prstGeom>
          <a:no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marL="228600" indent="-228600">
              <a:spcAft>
                <a:spcPts val="600"/>
              </a:spcAft>
              <a:buFont typeface="Wingdings" panose="05000000000000000000" pitchFamily="2" charset="2"/>
              <a:buChar char="§"/>
            </a:pPr>
            <a:r>
              <a:rPr lang="en-US" sz="1400">
                <a:solidFill>
                  <a:schemeClr val="bg1"/>
                </a:solidFill>
              </a:rPr>
              <a:t>Strong track record of successful transformation projects for international B2B Telecom operators (products, journeys, processes…)</a:t>
            </a:r>
          </a:p>
        </p:txBody>
      </p:sp>
      <p:sp>
        <p:nvSpPr>
          <p:cNvPr id="6" name="Rectangle 5">
            <a:extLst>
              <a:ext uri="{FF2B5EF4-FFF2-40B4-BE49-F238E27FC236}">
                <a16:creationId xmlns:a16="http://schemas.microsoft.com/office/drawing/2014/main" id="{954F6E81-487E-19A5-59BA-DE7DEFC45D59}"/>
              </a:ext>
            </a:extLst>
          </p:cNvPr>
          <p:cNvSpPr/>
          <p:nvPr/>
        </p:nvSpPr>
        <p:spPr>
          <a:xfrm>
            <a:off x="4827811" y="2321075"/>
            <a:ext cx="3192364" cy="792163"/>
          </a:xfrm>
          <a:prstGeom prst="rect">
            <a:avLst/>
          </a:prstGeom>
          <a:no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n-US" sz="2000" b="1">
                <a:solidFill>
                  <a:schemeClr val="bg1"/>
                </a:solidFill>
              </a:rPr>
              <a:t>Organization &amp; Business Process Management</a:t>
            </a:r>
          </a:p>
        </p:txBody>
      </p:sp>
      <p:sp>
        <p:nvSpPr>
          <p:cNvPr id="7" name="Rectangle 6">
            <a:extLst>
              <a:ext uri="{FF2B5EF4-FFF2-40B4-BE49-F238E27FC236}">
                <a16:creationId xmlns:a16="http://schemas.microsoft.com/office/drawing/2014/main" id="{E6B56235-BFA7-C03A-B8E6-EED3193B2961}"/>
              </a:ext>
            </a:extLst>
          </p:cNvPr>
          <p:cNvSpPr/>
          <p:nvPr/>
        </p:nvSpPr>
        <p:spPr>
          <a:xfrm>
            <a:off x="4827811" y="3217746"/>
            <a:ext cx="3192364" cy="792163"/>
          </a:xfrm>
          <a:prstGeom prst="rect">
            <a:avLst/>
          </a:prstGeom>
          <a:no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marL="228600" indent="-228600">
              <a:spcAft>
                <a:spcPts val="600"/>
              </a:spcAft>
              <a:buFont typeface="Wingdings" panose="05000000000000000000" pitchFamily="2" charset="2"/>
              <a:buChar char="§"/>
            </a:pPr>
            <a:r>
              <a:rPr lang="en-US" sz="1400">
                <a:solidFill>
                  <a:schemeClr val="bg1"/>
                </a:solidFill>
              </a:rPr>
              <a:t>Organizational design expertise, supporting Telecom operators &amp; other industries</a:t>
            </a:r>
          </a:p>
          <a:p>
            <a:pPr marL="228600" indent="-228600">
              <a:spcAft>
                <a:spcPts val="600"/>
              </a:spcAft>
              <a:buFont typeface="Wingdings" panose="05000000000000000000" pitchFamily="2" charset="2"/>
              <a:buChar char="§"/>
            </a:pPr>
            <a:r>
              <a:rPr lang="en-US" sz="1400">
                <a:solidFill>
                  <a:schemeClr val="bg1"/>
                </a:solidFill>
              </a:rPr>
              <a:t>Track record of Business Process Management projects @scale</a:t>
            </a:r>
          </a:p>
          <a:p>
            <a:pPr marL="685800" lvl="1" indent="-228600">
              <a:spcAft>
                <a:spcPts val="600"/>
              </a:spcAft>
              <a:buFont typeface="Wingdings" panose="05000000000000000000" pitchFamily="2" charset="2"/>
              <a:buChar char="§"/>
            </a:pPr>
            <a:r>
              <a:rPr lang="en-US" sz="1200">
                <a:solidFill>
                  <a:schemeClr val="bg1"/>
                </a:solidFill>
              </a:rPr>
              <a:t>Business Process optimization &amp; modelling</a:t>
            </a:r>
          </a:p>
          <a:p>
            <a:pPr marL="685800" lvl="1" indent="-228600">
              <a:spcAft>
                <a:spcPts val="600"/>
              </a:spcAft>
              <a:buFont typeface="Wingdings" panose="05000000000000000000" pitchFamily="2" charset="2"/>
              <a:buChar char="§"/>
            </a:pPr>
            <a:r>
              <a:rPr lang="en-US" sz="1200">
                <a:solidFill>
                  <a:schemeClr val="bg1"/>
                </a:solidFill>
              </a:rPr>
              <a:t>Enterprise process redefinition on ERP transformations…</a:t>
            </a:r>
          </a:p>
        </p:txBody>
      </p:sp>
      <p:sp>
        <p:nvSpPr>
          <p:cNvPr id="8" name="Rectangle 7">
            <a:extLst>
              <a:ext uri="{FF2B5EF4-FFF2-40B4-BE49-F238E27FC236}">
                <a16:creationId xmlns:a16="http://schemas.microsoft.com/office/drawing/2014/main" id="{5674431E-4B72-A30D-B713-BE4C73E76362}"/>
              </a:ext>
            </a:extLst>
          </p:cNvPr>
          <p:cNvSpPr/>
          <p:nvPr/>
        </p:nvSpPr>
        <p:spPr>
          <a:xfrm>
            <a:off x="8496923" y="2321075"/>
            <a:ext cx="3271007" cy="792163"/>
          </a:xfrm>
          <a:prstGeom prst="rect">
            <a:avLst/>
          </a:prstGeom>
          <a:no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n-US" sz="2000" b="1">
                <a:solidFill>
                  <a:schemeClr val="bg1"/>
                </a:solidFill>
              </a:rPr>
              <a:t>Experienced </a:t>
            </a:r>
            <a:r>
              <a:rPr lang="en-US" sz="2000" b="1" err="1">
                <a:solidFill>
                  <a:schemeClr val="bg1"/>
                </a:solidFill>
              </a:rPr>
              <a:t>stc</a:t>
            </a:r>
            <a:r>
              <a:rPr lang="en-US" sz="2000" b="1">
                <a:solidFill>
                  <a:schemeClr val="bg1"/>
                </a:solidFill>
              </a:rPr>
              <a:t> consulting partner</a:t>
            </a:r>
          </a:p>
        </p:txBody>
      </p:sp>
      <p:sp>
        <p:nvSpPr>
          <p:cNvPr id="9" name="Rectangle 8">
            <a:extLst>
              <a:ext uri="{FF2B5EF4-FFF2-40B4-BE49-F238E27FC236}">
                <a16:creationId xmlns:a16="http://schemas.microsoft.com/office/drawing/2014/main" id="{B50E83B2-479F-86FF-8DEA-8F1494773DA3}"/>
              </a:ext>
            </a:extLst>
          </p:cNvPr>
          <p:cNvSpPr/>
          <p:nvPr/>
        </p:nvSpPr>
        <p:spPr>
          <a:xfrm>
            <a:off x="8496924" y="3211305"/>
            <a:ext cx="3192364" cy="792163"/>
          </a:xfrm>
          <a:prstGeom prst="rect">
            <a:avLst/>
          </a:prstGeom>
          <a:no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marL="228600" indent="-228600">
              <a:spcAft>
                <a:spcPts val="600"/>
              </a:spcAft>
              <a:buFont typeface="Wingdings" panose="05000000000000000000" pitchFamily="2" charset="2"/>
              <a:buChar char="§"/>
            </a:pPr>
            <a:r>
              <a:rPr lang="en-US" sz="1400" dirty="0">
                <a:solidFill>
                  <a:schemeClr val="bg1"/>
                </a:solidFill>
              </a:rPr>
              <a:t> Track record of successful engagements in B2B, B2C, Wholesale &amp; Solutions</a:t>
            </a:r>
          </a:p>
          <a:p>
            <a:pPr marL="228600" indent="-228600">
              <a:spcAft>
                <a:spcPts val="600"/>
              </a:spcAft>
              <a:buFont typeface="Wingdings" panose="05000000000000000000" pitchFamily="2" charset="2"/>
              <a:buChar char="§"/>
            </a:pPr>
            <a:r>
              <a:rPr lang="en-US" sz="1400" dirty="0">
                <a:solidFill>
                  <a:schemeClr val="bg1"/>
                </a:solidFill>
              </a:rPr>
              <a:t>Recent projects conducted for </a:t>
            </a:r>
            <a:r>
              <a:rPr lang="en-US" sz="1400" dirty="0" err="1">
                <a:solidFill>
                  <a:schemeClr val="bg1"/>
                </a:solidFill>
              </a:rPr>
              <a:t>eBU</a:t>
            </a:r>
            <a:r>
              <a:rPr lang="en-US" sz="1400" dirty="0">
                <a:solidFill>
                  <a:schemeClr val="bg1"/>
                </a:solidFill>
              </a:rPr>
              <a:t> included:</a:t>
            </a:r>
          </a:p>
        </p:txBody>
      </p:sp>
      <p:pic>
        <p:nvPicPr>
          <p:cNvPr id="3" name="Imagen 8">
            <a:extLst>
              <a:ext uri="{FF2B5EF4-FFF2-40B4-BE49-F238E27FC236}">
                <a16:creationId xmlns:a16="http://schemas.microsoft.com/office/drawing/2014/main" id="{3D982F48-FE3E-2F0B-4CF6-A2DF08ED66FB}"/>
              </a:ext>
            </a:extLst>
          </p:cNvPr>
          <p:cNvPicPr>
            <a:picLocks noChangeAspect="1"/>
          </p:cNvPicPr>
          <p:nvPr/>
        </p:nvPicPr>
        <p:blipFill>
          <a:blip r:embed="rId6" cstate="hqprint">
            <a:extLst>
              <a:ext uri="{28A0092B-C50C-407E-A947-70E740481C1C}">
                <a14:useLocalDpi xmlns:a14="http://schemas.microsoft.com/office/drawing/2010/main" val="0"/>
              </a:ext>
            </a:extLst>
          </a:blip>
          <a:stretch>
            <a:fillRect/>
          </a:stretch>
        </p:blipFill>
        <p:spPr>
          <a:xfrm>
            <a:off x="9645013" y="1645672"/>
            <a:ext cx="727547" cy="363774"/>
          </a:xfrm>
          <a:prstGeom prst="rect">
            <a:avLst/>
          </a:prstGeom>
        </p:spPr>
      </p:pic>
      <p:pic>
        <p:nvPicPr>
          <p:cNvPr id="1026" name="Picture 2" descr="Business Process Management icon line illustration 42897400 Vector Art at  Vecteezy">
            <a:extLst>
              <a:ext uri="{FF2B5EF4-FFF2-40B4-BE49-F238E27FC236}">
                <a16:creationId xmlns:a16="http://schemas.microsoft.com/office/drawing/2014/main" id="{1FD964BF-768F-2A13-40B7-C8E7EC5B200F}"/>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6032377" y="1420533"/>
            <a:ext cx="783232" cy="783232"/>
          </a:xfrm>
          <a:prstGeom prst="rect">
            <a:avLst/>
          </a:prstGeom>
          <a:noFill/>
          <a:effectLst>
            <a:softEdge rad="127000"/>
          </a:effectLst>
          <a:extLst>
            <a:ext uri="{909E8E84-426E-40DD-AFC4-6F175D3DCCD1}">
              <a14:hiddenFill xmlns:a14="http://schemas.microsoft.com/office/drawing/2010/main">
                <a:solidFill>
                  <a:srgbClr val="FFFFFF"/>
                </a:solidFill>
              </a14:hiddenFill>
            </a:ext>
          </a:extLst>
        </p:spPr>
      </p:pic>
      <p:pic>
        <p:nvPicPr>
          <p:cNvPr id="1032" name="Picture 8" descr="Digital transformation Generic Detailed Outline icon | Freepik">
            <a:extLst>
              <a:ext uri="{FF2B5EF4-FFF2-40B4-BE49-F238E27FC236}">
                <a16:creationId xmlns:a16="http://schemas.microsoft.com/office/drawing/2014/main" id="{1EEAB149-FB9F-F06F-4F97-63A7C8CCF48D}"/>
              </a:ext>
            </a:extLst>
          </p:cNvPr>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2109649" y="1420532"/>
            <a:ext cx="783233" cy="783233"/>
          </a:xfrm>
          <a:prstGeom prst="rect">
            <a:avLst/>
          </a:prstGeom>
          <a:noFill/>
          <a:effectLst>
            <a:softEdge rad="127000"/>
          </a:effectLst>
          <a:extLst>
            <a:ext uri="{909E8E84-426E-40DD-AFC4-6F175D3DCCD1}">
              <a14:hiddenFill xmlns:a14="http://schemas.microsoft.com/office/drawing/2010/main">
                <a:solidFill>
                  <a:srgbClr val="FFFFFF"/>
                </a:solidFill>
              </a14:hiddenFill>
            </a:ext>
          </a:extLst>
        </p:spPr>
      </p:pic>
      <p:sp>
        <p:nvSpPr>
          <p:cNvPr id="16" name="Rectangle 15">
            <a:extLst>
              <a:ext uri="{FF2B5EF4-FFF2-40B4-BE49-F238E27FC236}">
                <a16:creationId xmlns:a16="http://schemas.microsoft.com/office/drawing/2014/main" id="{19C0F259-E07C-8A6F-BC74-CF067F953045}"/>
              </a:ext>
            </a:extLst>
          </p:cNvPr>
          <p:cNvSpPr/>
          <p:nvPr/>
        </p:nvSpPr>
        <p:spPr>
          <a:xfrm>
            <a:off x="4792885" y="7273053"/>
            <a:ext cx="2445026" cy="1215241"/>
          </a:xfrm>
          <a:prstGeom prst="rect">
            <a:avLst/>
          </a:prstGeom>
          <a:solidFill>
            <a:srgbClr val="FFFF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1600">
                <a:solidFill>
                  <a:srgbClr val="FF0000"/>
                </a:solidFill>
              </a:rPr>
              <a:t>Middle East team inputs</a:t>
            </a:r>
            <a:endParaRPr lang="en-US" sz="1600" err="1">
              <a:solidFill>
                <a:srgbClr val="FF0000"/>
              </a:solidFill>
            </a:endParaRPr>
          </a:p>
        </p:txBody>
      </p:sp>
      <p:grpSp>
        <p:nvGrpSpPr>
          <p:cNvPr id="10" name="Group 9">
            <a:extLst>
              <a:ext uri="{FF2B5EF4-FFF2-40B4-BE49-F238E27FC236}">
                <a16:creationId xmlns:a16="http://schemas.microsoft.com/office/drawing/2014/main" id="{37F305D7-6AC9-A0DF-6A7A-75A206DB5CF9}"/>
              </a:ext>
            </a:extLst>
          </p:cNvPr>
          <p:cNvGrpSpPr/>
          <p:nvPr/>
        </p:nvGrpSpPr>
        <p:grpSpPr>
          <a:xfrm>
            <a:off x="5392317" y="70096"/>
            <a:ext cx="5304257" cy="167498"/>
            <a:chOff x="6837649" y="990853"/>
            <a:chExt cx="5304257" cy="261730"/>
          </a:xfrm>
        </p:grpSpPr>
        <p:sp>
          <p:nvSpPr>
            <p:cNvPr id="11" name="Rectangle: Rounded Corners 10">
              <a:extLst>
                <a:ext uri="{FF2B5EF4-FFF2-40B4-BE49-F238E27FC236}">
                  <a16:creationId xmlns:a16="http://schemas.microsoft.com/office/drawing/2014/main" id="{6CE10B0F-5D1C-402B-7669-E0C3D2CFE53B}"/>
                </a:ext>
              </a:extLst>
            </p:cNvPr>
            <p:cNvSpPr/>
            <p:nvPr/>
          </p:nvSpPr>
          <p:spPr>
            <a:xfrm>
              <a:off x="6837649" y="990853"/>
              <a:ext cx="1004635" cy="249108"/>
            </a:xfrm>
            <a:prstGeom prst="roundRect">
              <a:avLst/>
            </a:prstGeom>
            <a:solidFill>
              <a:srgbClr val="40404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700"/>
                <a:t>Our Understanding</a:t>
              </a:r>
              <a:endParaRPr lang="en-IN" sz="700" err="1"/>
            </a:p>
          </p:txBody>
        </p:sp>
        <p:sp>
          <p:nvSpPr>
            <p:cNvPr id="12" name="Rectangle: Rounded Corners 11">
              <a:extLst>
                <a:ext uri="{FF2B5EF4-FFF2-40B4-BE49-F238E27FC236}">
                  <a16:creationId xmlns:a16="http://schemas.microsoft.com/office/drawing/2014/main" id="{5A1247C1-EEFE-FC81-1901-DA1041E40C24}"/>
                </a:ext>
              </a:extLst>
            </p:cNvPr>
            <p:cNvSpPr/>
            <p:nvPr/>
          </p:nvSpPr>
          <p:spPr>
            <a:xfrm>
              <a:off x="7953152" y="1002292"/>
              <a:ext cx="1004635" cy="249108"/>
            </a:xfrm>
            <a:prstGeom prst="roundRect">
              <a:avLst/>
            </a:prstGeom>
            <a:solidFill>
              <a:srgbClr val="40404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700"/>
                <a:t>Approach</a:t>
              </a:r>
              <a:endParaRPr lang="en-IN" sz="700" err="1"/>
            </a:p>
          </p:txBody>
        </p:sp>
        <p:sp>
          <p:nvSpPr>
            <p:cNvPr id="13" name="Rectangle: Rounded Corners 12">
              <a:extLst>
                <a:ext uri="{FF2B5EF4-FFF2-40B4-BE49-F238E27FC236}">
                  <a16:creationId xmlns:a16="http://schemas.microsoft.com/office/drawing/2014/main" id="{BACB3E11-1C9D-8529-B7A7-38F1F01C9685}"/>
                </a:ext>
              </a:extLst>
            </p:cNvPr>
            <p:cNvSpPr/>
            <p:nvPr/>
          </p:nvSpPr>
          <p:spPr>
            <a:xfrm>
              <a:off x="9017511" y="1003475"/>
              <a:ext cx="1004635" cy="249108"/>
            </a:xfrm>
            <a:prstGeom prst="roundRect">
              <a:avLst/>
            </a:prstGeom>
            <a:solidFill>
              <a:srgbClr val="40404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700"/>
                <a:t>Team</a:t>
              </a:r>
              <a:endParaRPr lang="en-IN" sz="700"/>
            </a:p>
          </p:txBody>
        </p:sp>
        <p:sp>
          <p:nvSpPr>
            <p:cNvPr id="14" name="Rectangle: Rounded Corners 13">
              <a:extLst>
                <a:ext uri="{FF2B5EF4-FFF2-40B4-BE49-F238E27FC236}">
                  <a16:creationId xmlns:a16="http://schemas.microsoft.com/office/drawing/2014/main" id="{F696C97C-6EB3-1D4E-AAE9-7171F2F752CD}"/>
                </a:ext>
              </a:extLst>
            </p:cNvPr>
            <p:cNvSpPr/>
            <p:nvPr/>
          </p:nvSpPr>
          <p:spPr>
            <a:xfrm>
              <a:off x="10081870" y="1001985"/>
              <a:ext cx="1004635" cy="249108"/>
            </a:xfrm>
            <a:prstGeom prst="roundRect">
              <a:avLst/>
            </a:prstGeom>
            <a:solidFill>
              <a:srgbClr val="0070A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700"/>
                <a:t>Why US</a:t>
              </a:r>
              <a:endParaRPr lang="en-IN" sz="700"/>
            </a:p>
          </p:txBody>
        </p:sp>
        <p:sp>
          <p:nvSpPr>
            <p:cNvPr id="15" name="Rectangle: Rounded Corners 14">
              <a:extLst>
                <a:ext uri="{FF2B5EF4-FFF2-40B4-BE49-F238E27FC236}">
                  <a16:creationId xmlns:a16="http://schemas.microsoft.com/office/drawing/2014/main" id="{8029C97B-94A2-644C-4764-F855CD8F0F7A}"/>
                </a:ext>
              </a:extLst>
            </p:cNvPr>
            <p:cNvSpPr/>
            <p:nvPr/>
          </p:nvSpPr>
          <p:spPr>
            <a:xfrm>
              <a:off x="11137271" y="997539"/>
              <a:ext cx="1004635" cy="249108"/>
            </a:xfrm>
            <a:prstGeom prst="roundRect">
              <a:avLst/>
            </a:prstGeom>
            <a:solidFill>
              <a:srgbClr val="40404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700"/>
                <a:t>Credentials</a:t>
              </a:r>
              <a:endParaRPr lang="en-IN" sz="700"/>
            </a:p>
          </p:txBody>
        </p:sp>
      </p:grpSp>
      <p:sp>
        <p:nvSpPr>
          <p:cNvPr id="18" name="TextBox 17">
            <a:extLst>
              <a:ext uri="{FF2B5EF4-FFF2-40B4-BE49-F238E27FC236}">
                <a16:creationId xmlns:a16="http://schemas.microsoft.com/office/drawing/2014/main" id="{0EEADFF4-C90F-880F-CBD0-D6823CB3126A}"/>
              </a:ext>
            </a:extLst>
          </p:cNvPr>
          <p:cNvSpPr txBox="1"/>
          <p:nvPr/>
        </p:nvSpPr>
        <p:spPr>
          <a:xfrm>
            <a:off x="8748476" y="4613484"/>
            <a:ext cx="3192364" cy="769441"/>
          </a:xfrm>
          <a:prstGeom prst="rect">
            <a:avLst/>
          </a:prstGeom>
          <a:noFill/>
        </p:spPr>
        <p:txBody>
          <a:bodyPr wrap="square">
            <a:spAutoFit/>
          </a:bodyPr>
          <a:lstStyle/>
          <a:p>
            <a:pPr marL="179388" indent="-179388">
              <a:buFont typeface="Arial" panose="020B0604020202020204" pitchFamily="34" charset="0"/>
              <a:buChar char="•"/>
            </a:pPr>
            <a:r>
              <a:rPr lang="en-US" sz="1100">
                <a:solidFill>
                  <a:schemeClr val="bg1"/>
                </a:solidFill>
              </a:rPr>
              <a:t>IT program management</a:t>
            </a:r>
          </a:p>
          <a:p>
            <a:pPr marL="179388" indent="-179388">
              <a:buFont typeface="Arial" panose="020B0604020202020204" pitchFamily="34" charset="0"/>
              <a:buChar char="•"/>
            </a:pPr>
            <a:r>
              <a:rPr lang="en-US" sz="1100">
                <a:solidFill>
                  <a:schemeClr val="bg1"/>
                </a:solidFill>
              </a:rPr>
              <a:t>IT Customer Migration</a:t>
            </a:r>
          </a:p>
          <a:p>
            <a:pPr marL="179388" indent="-179388">
              <a:buFont typeface="Arial" panose="020B0604020202020204" pitchFamily="34" charset="0"/>
              <a:buChar char="•"/>
            </a:pPr>
            <a:r>
              <a:rPr lang="en-US" sz="1100">
                <a:solidFill>
                  <a:schemeClr val="bg1"/>
                </a:solidFill>
              </a:rPr>
              <a:t>Product Modelling</a:t>
            </a:r>
          </a:p>
          <a:p>
            <a:pPr marL="179388" indent="-179388">
              <a:buFont typeface="Arial" panose="020B0604020202020204" pitchFamily="34" charset="0"/>
              <a:buChar char="•"/>
            </a:pPr>
            <a:r>
              <a:rPr lang="en-US" sz="1100">
                <a:solidFill>
                  <a:schemeClr val="bg1"/>
                </a:solidFill>
              </a:rPr>
              <a:t>B2B Minimum Viable Customer Experience</a:t>
            </a:r>
          </a:p>
        </p:txBody>
      </p:sp>
    </p:spTree>
    <p:extLst>
      <p:ext uri="{BB962C8B-B14F-4D97-AF65-F5344CB8AC3E}">
        <p14:creationId xmlns:p14="http://schemas.microsoft.com/office/powerpoint/2010/main" val="378438344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2E8D48C-7A5B-1DB3-5EFE-CD6E18FDFD0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84726C1-330A-DF96-21A8-90935ADFD3AA}"/>
              </a:ext>
            </a:extLst>
          </p:cNvPr>
          <p:cNvSpPr>
            <a:spLocks noGrp="1"/>
          </p:cNvSpPr>
          <p:nvPr>
            <p:ph type="title"/>
          </p:nvPr>
        </p:nvSpPr>
        <p:spPr>
          <a:xfrm>
            <a:off x="2169816" y="2589127"/>
            <a:ext cx="8388313" cy="716711"/>
          </a:xfrm>
        </p:spPr>
        <p:txBody>
          <a:bodyPr/>
          <a:lstStyle/>
          <a:p>
            <a:r>
              <a:rPr lang="fr-FR"/>
              <a:t>ILLUSTRATION OF RELEVANT PROJECT CREDENTIALS</a:t>
            </a:r>
            <a:endParaRPr lang="en-US"/>
          </a:p>
        </p:txBody>
      </p:sp>
      <p:grpSp>
        <p:nvGrpSpPr>
          <p:cNvPr id="3" name="Group 2">
            <a:extLst>
              <a:ext uri="{FF2B5EF4-FFF2-40B4-BE49-F238E27FC236}">
                <a16:creationId xmlns:a16="http://schemas.microsoft.com/office/drawing/2014/main" id="{067EC201-0162-5000-7324-E824F11FCA37}"/>
              </a:ext>
            </a:extLst>
          </p:cNvPr>
          <p:cNvGrpSpPr/>
          <p:nvPr/>
        </p:nvGrpSpPr>
        <p:grpSpPr>
          <a:xfrm>
            <a:off x="5392317" y="70095"/>
            <a:ext cx="5304257" cy="167498"/>
            <a:chOff x="6837649" y="990853"/>
            <a:chExt cx="5304257" cy="261730"/>
          </a:xfrm>
        </p:grpSpPr>
        <p:sp>
          <p:nvSpPr>
            <p:cNvPr id="4" name="Rectangle: Rounded Corners 3">
              <a:extLst>
                <a:ext uri="{FF2B5EF4-FFF2-40B4-BE49-F238E27FC236}">
                  <a16:creationId xmlns:a16="http://schemas.microsoft.com/office/drawing/2014/main" id="{927AD534-8D9A-2202-7C70-7B0B00E1745F}"/>
                </a:ext>
              </a:extLst>
            </p:cNvPr>
            <p:cNvSpPr/>
            <p:nvPr/>
          </p:nvSpPr>
          <p:spPr>
            <a:xfrm>
              <a:off x="6837649" y="990853"/>
              <a:ext cx="1004635" cy="249108"/>
            </a:xfrm>
            <a:prstGeom prst="roundRect">
              <a:avLst/>
            </a:prstGeom>
            <a:solidFill>
              <a:srgbClr val="40404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700"/>
                <a:t>Our Understanding</a:t>
              </a:r>
              <a:endParaRPr lang="en-IN" sz="700" err="1"/>
            </a:p>
          </p:txBody>
        </p:sp>
        <p:sp>
          <p:nvSpPr>
            <p:cNvPr id="5" name="Rectangle: Rounded Corners 4">
              <a:extLst>
                <a:ext uri="{FF2B5EF4-FFF2-40B4-BE49-F238E27FC236}">
                  <a16:creationId xmlns:a16="http://schemas.microsoft.com/office/drawing/2014/main" id="{6146A293-95D7-F37D-2AB5-4382B9C9D233}"/>
                </a:ext>
              </a:extLst>
            </p:cNvPr>
            <p:cNvSpPr/>
            <p:nvPr/>
          </p:nvSpPr>
          <p:spPr>
            <a:xfrm>
              <a:off x="7953152" y="1002292"/>
              <a:ext cx="1004635" cy="249108"/>
            </a:xfrm>
            <a:prstGeom prst="roundRect">
              <a:avLst/>
            </a:prstGeom>
            <a:solidFill>
              <a:srgbClr val="40404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700"/>
                <a:t>Approach</a:t>
              </a:r>
              <a:endParaRPr lang="en-IN" sz="700" err="1"/>
            </a:p>
          </p:txBody>
        </p:sp>
        <p:sp>
          <p:nvSpPr>
            <p:cNvPr id="6" name="Rectangle: Rounded Corners 5">
              <a:extLst>
                <a:ext uri="{FF2B5EF4-FFF2-40B4-BE49-F238E27FC236}">
                  <a16:creationId xmlns:a16="http://schemas.microsoft.com/office/drawing/2014/main" id="{D02CC3CC-5062-BED1-B223-CADCC7233137}"/>
                </a:ext>
              </a:extLst>
            </p:cNvPr>
            <p:cNvSpPr/>
            <p:nvPr/>
          </p:nvSpPr>
          <p:spPr>
            <a:xfrm>
              <a:off x="9017511" y="1003475"/>
              <a:ext cx="1004635" cy="249108"/>
            </a:xfrm>
            <a:prstGeom prst="roundRect">
              <a:avLst/>
            </a:prstGeom>
            <a:solidFill>
              <a:srgbClr val="40404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700"/>
                <a:t>Team</a:t>
              </a:r>
              <a:endParaRPr lang="en-IN" sz="700"/>
            </a:p>
          </p:txBody>
        </p:sp>
        <p:sp>
          <p:nvSpPr>
            <p:cNvPr id="7" name="Rectangle: Rounded Corners 6">
              <a:extLst>
                <a:ext uri="{FF2B5EF4-FFF2-40B4-BE49-F238E27FC236}">
                  <a16:creationId xmlns:a16="http://schemas.microsoft.com/office/drawing/2014/main" id="{2128D8B7-1942-9D18-BF16-CB48A3364439}"/>
                </a:ext>
              </a:extLst>
            </p:cNvPr>
            <p:cNvSpPr/>
            <p:nvPr/>
          </p:nvSpPr>
          <p:spPr>
            <a:xfrm>
              <a:off x="10081870" y="1001985"/>
              <a:ext cx="1004635" cy="249108"/>
            </a:xfrm>
            <a:prstGeom prst="roundRect">
              <a:avLst/>
            </a:prstGeom>
            <a:solidFill>
              <a:srgbClr val="40404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700"/>
                <a:t>Why US</a:t>
              </a:r>
              <a:endParaRPr lang="en-IN" sz="700"/>
            </a:p>
          </p:txBody>
        </p:sp>
        <p:sp>
          <p:nvSpPr>
            <p:cNvPr id="8" name="Rectangle: Rounded Corners 7">
              <a:extLst>
                <a:ext uri="{FF2B5EF4-FFF2-40B4-BE49-F238E27FC236}">
                  <a16:creationId xmlns:a16="http://schemas.microsoft.com/office/drawing/2014/main" id="{1516D1CF-8728-4879-396C-078BAD39DC87}"/>
                </a:ext>
              </a:extLst>
            </p:cNvPr>
            <p:cNvSpPr/>
            <p:nvPr/>
          </p:nvSpPr>
          <p:spPr>
            <a:xfrm>
              <a:off x="11137271" y="997539"/>
              <a:ext cx="1004635" cy="249108"/>
            </a:xfrm>
            <a:prstGeom prst="roundRect">
              <a:avLst/>
            </a:prstGeom>
            <a:solidFill>
              <a:srgbClr val="0070A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700"/>
                <a:t>Credentials</a:t>
              </a:r>
              <a:endParaRPr lang="en-IN" sz="700"/>
            </a:p>
          </p:txBody>
        </p:sp>
      </p:grpSp>
    </p:spTree>
    <p:extLst>
      <p:ext uri="{BB962C8B-B14F-4D97-AF65-F5344CB8AC3E}">
        <p14:creationId xmlns:p14="http://schemas.microsoft.com/office/powerpoint/2010/main" val="26896395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C968EB1-FA10-9710-4863-38F8B60DC98F}"/>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5913682C-19B5-7121-CB2F-0568ED92FD65}"/>
              </a:ext>
            </a:extLst>
          </p:cNvPr>
          <p:cNvSpPr>
            <a:spLocks noGrp="1"/>
          </p:cNvSpPr>
          <p:nvPr>
            <p:ph type="title"/>
          </p:nvPr>
        </p:nvSpPr>
        <p:spPr>
          <a:xfrm>
            <a:off x="416850" y="322475"/>
            <a:ext cx="10944597" cy="716711"/>
          </a:xfrm>
        </p:spPr>
        <p:txBody>
          <a:bodyPr/>
          <a:lstStyle/>
          <a:p>
            <a:r>
              <a:rPr lang="en-US" cap="none" spc="80">
                <a:solidFill>
                  <a:schemeClr val="bg1"/>
                </a:solidFill>
              </a:rPr>
              <a:t>Capgemini consultants are used to working on target operating models for the foundation of a scalable process excellence</a:t>
            </a:r>
          </a:p>
        </p:txBody>
      </p:sp>
      <p:sp>
        <p:nvSpPr>
          <p:cNvPr id="4" name="Oval 3">
            <a:extLst>
              <a:ext uri="{FF2B5EF4-FFF2-40B4-BE49-F238E27FC236}">
                <a16:creationId xmlns:a16="http://schemas.microsoft.com/office/drawing/2014/main" id="{8AF8FF7D-9609-C515-51A8-8CB37DF74C52}"/>
              </a:ext>
            </a:extLst>
          </p:cNvPr>
          <p:cNvSpPr/>
          <p:nvPr/>
        </p:nvSpPr>
        <p:spPr>
          <a:xfrm>
            <a:off x="4394894" y="3049994"/>
            <a:ext cx="1154326" cy="1154326"/>
          </a:xfrm>
          <a:prstGeom prst="ellipse">
            <a:avLst/>
          </a:prstGeom>
          <a:solidFill>
            <a:schemeClr val="bg1">
              <a:lumMod val="95000"/>
            </a:schemeClr>
          </a:soli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400" err="1">
              <a:solidFill>
                <a:schemeClr val="tx1"/>
              </a:solidFill>
            </a:endParaRPr>
          </a:p>
        </p:txBody>
      </p:sp>
      <p:sp>
        <p:nvSpPr>
          <p:cNvPr id="7" name="Oval 6">
            <a:extLst>
              <a:ext uri="{FF2B5EF4-FFF2-40B4-BE49-F238E27FC236}">
                <a16:creationId xmlns:a16="http://schemas.microsoft.com/office/drawing/2014/main" id="{D3F4FE53-3A7A-8D5C-9A23-11AB085C443E}"/>
              </a:ext>
            </a:extLst>
          </p:cNvPr>
          <p:cNvSpPr/>
          <p:nvPr/>
        </p:nvSpPr>
        <p:spPr>
          <a:xfrm>
            <a:off x="4845154" y="4557907"/>
            <a:ext cx="1154326" cy="1154326"/>
          </a:xfrm>
          <a:prstGeom prst="ellipse">
            <a:avLst/>
          </a:prstGeom>
          <a:solidFill>
            <a:schemeClr val="bg1">
              <a:lumMod val="95000"/>
            </a:schemeClr>
          </a:soli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400" err="1">
              <a:solidFill>
                <a:schemeClr val="tx1"/>
              </a:solidFill>
            </a:endParaRPr>
          </a:p>
        </p:txBody>
      </p:sp>
      <p:sp>
        <p:nvSpPr>
          <p:cNvPr id="8" name="Oval 7">
            <a:extLst>
              <a:ext uri="{FF2B5EF4-FFF2-40B4-BE49-F238E27FC236}">
                <a16:creationId xmlns:a16="http://schemas.microsoft.com/office/drawing/2014/main" id="{AF58942F-0565-4897-068E-8BEAC2E6F353}"/>
              </a:ext>
            </a:extLst>
          </p:cNvPr>
          <p:cNvSpPr/>
          <p:nvPr/>
        </p:nvSpPr>
        <p:spPr>
          <a:xfrm>
            <a:off x="6479910" y="4535979"/>
            <a:ext cx="1154326" cy="1154326"/>
          </a:xfrm>
          <a:prstGeom prst="ellipse">
            <a:avLst/>
          </a:prstGeom>
          <a:solidFill>
            <a:schemeClr val="bg1">
              <a:lumMod val="95000"/>
            </a:schemeClr>
          </a:soli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400" err="1">
              <a:solidFill>
                <a:schemeClr val="tx1"/>
              </a:solidFill>
            </a:endParaRPr>
          </a:p>
        </p:txBody>
      </p:sp>
      <p:sp>
        <p:nvSpPr>
          <p:cNvPr id="9" name="Oval 8">
            <a:extLst>
              <a:ext uri="{FF2B5EF4-FFF2-40B4-BE49-F238E27FC236}">
                <a16:creationId xmlns:a16="http://schemas.microsoft.com/office/drawing/2014/main" id="{859BBD41-6C77-7A98-E5C1-B667A23C3F1F}"/>
              </a:ext>
            </a:extLst>
          </p:cNvPr>
          <p:cNvSpPr/>
          <p:nvPr/>
        </p:nvSpPr>
        <p:spPr>
          <a:xfrm>
            <a:off x="6944712" y="3045017"/>
            <a:ext cx="1154326" cy="1154326"/>
          </a:xfrm>
          <a:prstGeom prst="ellipse">
            <a:avLst/>
          </a:prstGeom>
          <a:solidFill>
            <a:schemeClr val="bg1">
              <a:lumMod val="95000"/>
            </a:schemeClr>
          </a:soli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400" err="1">
              <a:solidFill>
                <a:schemeClr val="tx1"/>
              </a:solidFill>
            </a:endParaRPr>
          </a:p>
        </p:txBody>
      </p:sp>
      <p:sp>
        <p:nvSpPr>
          <p:cNvPr id="10" name="Oval 9">
            <a:extLst>
              <a:ext uri="{FF2B5EF4-FFF2-40B4-BE49-F238E27FC236}">
                <a16:creationId xmlns:a16="http://schemas.microsoft.com/office/drawing/2014/main" id="{2411F2A0-0312-7080-E87F-C56B911568C8}"/>
              </a:ext>
            </a:extLst>
          </p:cNvPr>
          <p:cNvSpPr/>
          <p:nvPr/>
        </p:nvSpPr>
        <p:spPr>
          <a:xfrm>
            <a:off x="5666793" y="2107954"/>
            <a:ext cx="1154326" cy="1154326"/>
          </a:xfrm>
          <a:prstGeom prst="ellipse">
            <a:avLst/>
          </a:prstGeom>
          <a:solidFill>
            <a:schemeClr val="bg1">
              <a:lumMod val="95000"/>
            </a:schemeClr>
          </a:soli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400" err="1">
              <a:solidFill>
                <a:schemeClr val="tx1"/>
              </a:solidFill>
            </a:endParaRPr>
          </a:p>
        </p:txBody>
      </p:sp>
      <p:sp>
        <p:nvSpPr>
          <p:cNvPr id="11" name="Rectangle 10">
            <a:extLst>
              <a:ext uri="{FF2B5EF4-FFF2-40B4-BE49-F238E27FC236}">
                <a16:creationId xmlns:a16="http://schemas.microsoft.com/office/drawing/2014/main" id="{FA17A4AE-CCE0-92EA-90A1-28A71793F1EF}"/>
              </a:ext>
            </a:extLst>
          </p:cNvPr>
          <p:cNvSpPr/>
          <p:nvPr/>
        </p:nvSpPr>
        <p:spPr>
          <a:xfrm>
            <a:off x="6516643" y="4685593"/>
            <a:ext cx="1204931" cy="184794"/>
          </a:xfrm>
          <a:prstGeom prst="rect">
            <a:avLst/>
          </a:prstGeom>
        </p:spPr>
        <p:txBody>
          <a:bodyPr wrap="square" lIns="0" tIns="0" rIns="0" bIns="0">
            <a:spAutoFit/>
          </a:bodyPr>
          <a:lstStyle/>
          <a:p>
            <a:pPr marL="0" marR="0" lvl="0" indent="0" algn="ctr" defTabSz="958029" rtl="0" eaLnBrk="1" fontAlgn="auto" latinLnBrk="0" hangingPunct="1">
              <a:lnSpc>
                <a:spcPct val="100000"/>
              </a:lnSpc>
              <a:spcBef>
                <a:spcPts val="0"/>
              </a:spcBef>
              <a:spcAft>
                <a:spcPts val="0"/>
              </a:spcAft>
              <a:buClrTx/>
              <a:buSzTx/>
              <a:buFontTx/>
              <a:buNone/>
              <a:tabLst/>
              <a:defRPr/>
            </a:pPr>
            <a:endParaRPr kumimoji="0" lang="en-GB" sz="1201" b="1" i="0" u="none" strike="noStrike" kern="0" cap="none" spc="0" normalizeH="0" baseline="0" noProof="0">
              <a:ln>
                <a:noFill/>
              </a:ln>
              <a:solidFill>
                <a:schemeClr val="bg1"/>
              </a:solidFill>
              <a:effectLst/>
              <a:uLnTx/>
              <a:uFillTx/>
              <a:latin typeface="Ubuntu"/>
              <a:ea typeface="+mn-ea"/>
              <a:cs typeface="+mn-cs"/>
            </a:endParaRPr>
          </a:p>
        </p:txBody>
      </p:sp>
      <p:sp>
        <p:nvSpPr>
          <p:cNvPr id="12" name="Oval 8">
            <a:extLst>
              <a:ext uri="{FF2B5EF4-FFF2-40B4-BE49-F238E27FC236}">
                <a16:creationId xmlns:a16="http://schemas.microsoft.com/office/drawing/2014/main" id="{2BD6E808-D3F4-7099-7317-395F5413B020}"/>
              </a:ext>
            </a:extLst>
          </p:cNvPr>
          <p:cNvSpPr>
            <a:spLocks noChangeAspect="1" noChangeArrowheads="1"/>
          </p:cNvSpPr>
          <p:nvPr/>
        </p:nvSpPr>
        <p:spPr bwMode="gray">
          <a:xfrm>
            <a:off x="5599393" y="3536033"/>
            <a:ext cx="1296531" cy="898436"/>
          </a:xfrm>
          <a:prstGeom prst="ellipse">
            <a:avLst/>
          </a:prstGeom>
          <a:noFill/>
          <a:ln w="9525" cap="flat" cmpd="sng" algn="ctr">
            <a:noFill/>
            <a:prstDash val="solid"/>
            <a:miter lim="800000"/>
          </a:ln>
          <a:effectLst/>
        </p:spPr>
        <p:txBody>
          <a:bodyPr lIns="0" tIns="55447" rIns="0" bIns="55447" rtlCol="0" anchor="ctr"/>
          <a:lstStyle/>
          <a:p>
            <a:pPr marL="0" marR="0" lvl="1" algn="ctr" defTabSz="211081" rtl="0" eaLnBrk="0" fontAlgn="auto" latinLnBrk="0" hangingPunct="0">
              <a:lnSpc>
                <a:spcPct val="90000"/>
              </a:lnSpc>
              <a:spcBef>
                <a:spcPts val="620"/>
              </a:spcBef>
              <a:spcAft>
                <a:spcPts val="0"/>
              </a:spcAft>
              <a:buClr>
                <a:srgbClr val="B10034"/>
              </a:buClr>
              <a:buSzPct val="120000"/>
              <a:buFontTx/>
              <a:buNone/>
              <a:tabLst/>
              <a:defRPr/>
            </a:pPr>
            <a:r>
              <a:rPr kumimoji="0" lang="en-GB" sz="1200" b="1" i="0" u="none" strike="noStrike" kern="0" cap="none" spc="0" normalizeH="0" baseline="0" noProof="0">
                <a:ln>
                  <a:noFill/>
                </a:ln>
                <a:solidFill>
                  <a:schemeClr val="bg1"/>
                </a:solidFill>
                <a:effectLst/>
                <a:uLnTx/>
                <a:uFillTx/>
                <a:latin typeface="Ubuntu"/>
                <a:ea typeface="+mn-ea"/>
                <a:cs typeface="Calibri" pitchFamily="34" charset="0"/>
                <a:sym typeface="Calibri"/>
              </a:rPr>
              <a:t>Target </a:t>
            </a:r>
            <a:r>
              <a:rPr lang="en-GB" sz="1200" b="1" kern="0">
                <a:solidFill>
                  <a:schemeClr val="bg1"/>
                </a:solidFill>
                <a:latin typeface="Ubuntu"/>
                <a:cs typeface="Calibri" pitchFamily="34" charset="0"/>
                <a:sym typeface="Calibri"/>
              </a:rPr>
              <a:t>Operating </a:t>
            </a:r>
            <a:r>
              <a:rPr kumimoji="0" lang="en-GB" sz="1200" b="1" i="0" u="none" strike="noStrike" kern="0" cap="none" spc="0" normalizeH="0" baseline="0" noProof="0">
                <a:ln>
                  <a:noFill/>
                </a:ln>
                <a:solidFill>
                  <a:schemeClr val="bg1"/>
                </a:solidFill>
                <a:effectLst/>
                <a:uLnTx/>
                <a:uFillTx/>
                <a:latin typeface="Ubuntu"/>
                <a:ea typeface="+mn-ea"/>
                <a:cs typeface="Calibri" pitchFamily="34" charset="0"/>
                <a:sym typeface="Calibri"/>
              </a:rPr>
              <a:t>Model (TOM)</a:t>
            </a:r>
          </a:p>
        </p:txBody>
      </p:sp>
      <p:grpSp>
        <p:nvGrpSpPr>
          <p:cNvPr id="13" name="Group 12">
            <a:extLst>
              <a:ext uri="{FF2B5EF4-FFF2-40B4-BE49-F238E27FC236}">
                <a16:creationId xmlns:a16="http://schemas.microsoft.com/office/drawing/2014/main" id="{07E26AD9-F81E-E150-1263-079DE4F9D6B5}"/>
              </a:ext>
            </a:extLst>
          </p:cNvPr>
          <p:cNvGrpSpPr/>
          <p:nvPr/>
        </p:nvGrpSpPr>
        <p:grpSpPr>
          <a:xfrm>
            <a:off x="567169" y="3214319"/>
            <a:ext cx="3291840" cy="803185"/>
            <a:chOff x="567169" y="3094611"/>
            <a:chExt cx="3291840" cy="803185"/>
          </a:xfrm>
        </p:grpSpPr>
        <p:sp>
          <p:nvSpPr>
            <p:cNvPr id="14" name="AutoShape 53">
              <a:extLst>
                <a:ext uri="{FF2B5EF4-FFF2-40B4-BE49-F238E27FC236}">
                  <a16:creationId xmlns:a16="http://schemas.microsoft.com/office/drawing/2014/main" id="{F6B347E3-A870-7DC0-AE8A-782FBD48D0A5}"/>
                </a:ext>
              </a:extLst>
            </p:cNvPr>
            <p:cNvSpPr>
              <a:spLocks noChangeArrowheads="1"/>
            </p:cNvSpPr>
            <p:nvPr/>
          </p:nvSpPr>
          <p:spPr bwMode="auto">
            <a:xfrm>
              <a:off x="567169" y="3094611"/>
              <a:ext cx="3200400" cy="350954"/>
            </a:xfrm>
            <a:prstGeom prst="round2SameRect">
              <a:avLst>
                <a:gd name="adj1" fmla="val 0"/>
                <a:gd name="adj2" fmla="val 0"/>
              </a:avLst>
            </a:prstGeom>
            <a:noFill/>
            <a:ln w="9525">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nchorCtr="0">
              <a:noAutofit/>
            </a:bodyPr>
            <a:lstStyle/>
            <a:p>
              <a:pPr marL="118518" lvl="1" defTabSz="433321">
                <a:spcAft>
                  <a:spcPts val="0"/>
                </a:spcAft>
                <a:buClr>
                  <a:schemeClr val="accent2"/>
                </a:buClr>
                <a:buSzPct val="80000"/>
              </a:pPr>
              <a:r>
                <a:rPr lang="en-GB" sz="1100" b="1">
                  <a:solidFill>
                    <a:srgbClr val="0D6E95"/>
                  </a:solidFill>
                </a:rPr>
                <a:t>Qualification and change management</a:t>
              </a:r>
            </a:p>
          </p:txBody>
        </p:sp>
        <p:sp>
          <p:nvSpPr>
            <p:cNvPr id="15" name="Rechteck 104">
              <a:extLst>
                <a:ext uri="{FF2B5EF4-FFF2-40B4-BE49-F238E27FC236}">
                  <a16:creationId xmlns:a16="http://schemas.microsoft.com/office/drawing/2014/main" id="{1DA685F8-2177-C005-A8C2-4D9ABF61586F}"/>
                </a:ext>
              </a:extLst>
            </p:cNvPr>
            <p:cNvSpPr/>
            <p:nvPr/>
          </p:nvSpPr>
          <p:spPr>
            <a:xfrm>
              <a:off x="567169" y="3465796"/>
              <a:ext cx="3291840" cy="432000"/>
            </a:xfrm>
            <a:prstGeom prst="rect">
              <a:avLst/>
            </a:prstGeom>
            <a:noFill/>
            <a:ln w="9525">
              <a:noFill/>
            </a:ln>
          </p:spPr>
          <p:style>
            <a:lnRef idx="2">
              <a:schemeClr val="accent1">
                <a:shade val="50000"/>
              </a:schemeClr>
            </a:lnRef>
            <a:fillRef idx="1">
              <a:schemeClr val="accent1"/>
            </a:fillRef>
            <a:effectRef idx="0">
              <a:schemeClr val="accent1"/>
            </a:effectRef>
            <a:fontRef idx="minor">
              <a:schemeClr val="lt1"/>
            </a:fontRef>
          </p:style>
          <p:txBody>
            <a:bodyPr rtlCol="0" anchor="t" anchorCtr="0"/>
            <a:lstStyle/>
            <a:p>
              <a:pPr>
                <a:spcBef>
                  <a:spcPts val="0"/>
                </a:spcBef>
                <a:spcAft>
                  <a:spcPts val="600"/>
                </a:spcAft>
                <a:buClr>
                  <a:schemeClr val="accent1"/>
                </a:buClr>
              </a:pPr>
              <a:r>
                <a:rPr lang="en-GB" sz="1050" b="1">
                  <a:solidFill>
                    <a:schemeClr val="bg1"/>
                  </a:solidFill>
                  <a:cs typeface="Arial" charset="0"/>
                </a:rPr>
                <a:t>Change management </a:t>
              </a:r>
              <a:r>
                <a:rPr lang="en-GB" sz="1050">
                  <a:solidFill>
                    <a:schemeClr val="bg1"/>
                  </a:solidFill>
                  <a:cs typeface="Arial" charset="0"/>
                </a:rPr>
                <a:t>and communication, qualification concepts and trainings</a:t>
              </a:r>
            </a:p>
          </p:txBody>
        </p:sp>
        <p:cxnSp>
          <p:nvCxnSpPr>
            <p:cNvPr id="16" name="Straight Connector 15">
              <a:extLst>
                <a:ext uri="{FF2B5EF4-FFF2-40B4-BE49-F238E27FC236}">
                  <a16:creationId xmlns:a16="http://schemas.microsoft.com/office/drawing/2014/main" id="{07555FCB-DB51-84F9-0F57-B0057E025FF2}"/>
                </a:ext>
              </a:extLst>
            </p:cNvPr>
            <p:cNvCxnSpPr>
              <a:cxnSpLocks/>
            </p:cNvCxnSpPr>
            <p:nvPr/>
          </p:nvCxnSpPr>
          <p:spPr>
            <a:xfrm>
              <a:off x="567169" y="3426466"/>
              <a:ext cx="2926080" cy="0"/>
            </a:xfrm>
            <a:prstGeom prst="line">
              <a:avLst/>
            </a:prstGeom>
            <a:ln>
              <a:solidFill>
                <a:srgbClr val="0D6E95"/>
              </a:solidFill>
            </a:ln>
          </p:spPr>
          <p:style>
            <a:lnRef idx="1">
              <a:schemeClr val="accent1"/>
            </a:lnRef>
            <a:fillRef idx="0">
              <a:schemeClr val="accent1"/>
            </a:fillRef>
            <a:effectRef idx="0">
              <a:schemeClr val="accent1"/>
            </a:effectRef>
            <a:fontRef idx="minor">
              <a:schemeClr val="tx1"/>
            </a:fontRef>
          </p:style>
        </p:cxnSp>
      </p:grpSp>
      <p:grpSp>
        <p:nvGrpSpPr>
          <p:cNvPr id="17" name="Group 16">
            <a:extLst>
              <a:ext uri="{FF2B5EF4-FFF2-40B4-BE49-F238E27FC236}">
                <a16:creationId xmlns:a16="http://schemas.microsoft.com/office/drawing/2014/main" id="{DBEF88D5-2ECA-5BD6-249B-0E334A3746CE}"/>
              </a:ext>
            </a:extLst>
          </p:cNvPr>
          <p:cNvGrpSpPr/>
          <p:nvPr/>
        </p:nvGrpSpPr>
        <p:grpSpPr>
          <a:xfrm>
            <a:off x="684234" y="1567305"/>
            <a:ext cx="3291840" cy="803186"/>
            <a:chOff x="943834" y="1664287"/>
            <a:chExt cx="3291840" cy="803186"/>
          </a:xfrm>
        </p:grpSpPr>
        <p:sp>
          <p:nvSpPr>
            <p:cNvPr id="18" name="AutoShape 53">
              <a:extLst>
                <a:ext uri="{FF2B5EF4-FFF2-40B4-BE49-F238E27FC236}">
                  <a16:creationId xmlns:a16="http://schemas.microsoft.com/office/drawing/2014/main" id="{D0CEAB5A-D7BB-926A-FCA9-70D5CAE2AA49}"/>
                </a:ext>
              </a:extLst>
            </p:cNvPr>
            <p:cNvSpPr>
              <a:spLocks noChangeArrowheads="1"/>
            </p:cNvSpPr>
            <p:nvPr/>
          </p:nvSpPr>
          <p:spPr bwMode="auto">
            <a:xfrm>
              <a:off x="943834" y="1664287"/>
              <a:ext cx="3200400" cy="350954"/>
            </a:xfrm>
            <a:prstGeom prst="round2SameRect">
              <a:avLst>
                <a:gd name="adj1" fmla="val 0"/>
                <a:gd name="adj2" fmla="val 0"/>
              </a:avLst>
            </a:prstGeom>
            <a:noFill/>
            <a:ln w="9525">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nchorCtr="0">
              <a:noAutofit/>
            </a:bodyPr>
            <a:lstStyle/>
            <a:p>
              <a:pPr marL="118518" lvl="1" defTabSz="433321">
                <a:spcAft>
                  <a:spcPts val="0"/>
                </a:spcAft>
                <a:buClr>
                  <a:schemeClr val="accent2"/>
                </a:buClr>
                <a:buSzPct val="80000"/>
              </a:pPr>
              <a:r>
                <a:rPr lang="en-GB" sz="1100" b="1">
                  <a:solidFill>
                    <a:schemeClr val="accent1">
                      <a:lumMod val="20000"/>
                      <a:lumOff val="80000"/>
                    </a:schemeClr>
                  </a:solidFill>
                </a:rPr>
                <a:t>An overarching mission and vision</a:t>
              </a:r>
            </a:p>
          </p:txBody>
        </p:sp>
        <p:sp>
          <p:nvSpPr>
            <p:cNvPr id="19" name="Rechteck 104">
              <a:extLst>
                <a:ext uri="{FF2B5EF4-FFF2-40B4-BE49-F238E27FC236}">
                  <a16:creationId xmlns:a16="http://schemas.microsoft.com/office/drawing/2014/main" id="{4933EE12-9D32-A617-C9FF-DE9CDF68CF49}"/>
                </a:ext>
              </a:extLst>
            </p:cNvPr>
            <p:cNvSpPr/>
            <p:nvPr/>
          </p:nvSpPr>
          <p:spPr>
            <a:xfrm>
              <a:off x="943834" y="2035473"/>
              <a:ext cx="3291840" cy="432000"/>
            </a:xfrm>
            <a:prstGeom prst="rect">
              <a:avLst/>
            </a:prstGeom>
            <a:noFill/>
            <a:ln w="9525">
              <a:noFill/>
            </a:ln>
          </p:spPr>
          <p:style>
            <a:lnRef idx="2">
              <a:schemeClr val="accent1">
                <a:shade val="50000"/>
              </a:schemeClr>
            </a:lnRef>
            <a:fillRef idx="1">
              <a:schemeClr val="accent1"/>
            </a:fillRef>
            <a:effectRef idx="0">
              <a:schemeClr val="accent1"/>
            </a:effectRef>
            <a:fontRef idx="minor">
              <a:schemeClr val="lt1"/>
            </a:fontRef>
          </p:style>
          <p:txBody>
            <a:bodyPr rtlCol="0" anchor="t" anchorCtr="0"/>
            <a:lstStyle/>
            <a:p>
              <a:pPr>
                <a:spcBef>
                  <a:spcPts val="0"/>
                </a:spcBef>
                <a:spcAft>
                  <a:spcPts val="600"/>
                </a:spcAft>
                <a:buClr>
                  <a:schemeClr val="accent1"/>
                </a:buClr>
              </a:pPr>
              <a:r>
                <a:rPr lang="en-GB" sz="1050">
                  <a:solidFill>
                    <a:schemeClr val="bg1"/>
                  </a:solidFill>
                  <a:cs typeface="Arial" charset="0"/>
                </a:rPr>
                <a:t>Definition and </a:t>
              </a:r>
              <a:r>
                <a:rPr lang="en-GB" sz="1050" b="1">
                  <a:solidFill>
                    <a:schemeClr val="bg1"/>
                  </a:solidFill>
                  <a:cs typeface="Arial" charset="0"/>
                </a:rPr>
                <a:t>prioritisation</a:t>
              </a:r>
              <a:r>
                <a:rPr lang="en-GB" sz="1050">
                  <a:solidFill>
                    <a:schemeClr val="bg1"/>
                  </a:solidFill>
                  <a:cs typeface="Arial" charset="0"/>
                </a:rPr>
                <a:t> of mid- and long-term goals</a:t>
              </a:r>
            </a:p>
          </p:txBody>
        </p:sp>
        <p:cxnSp>
          <p:nvCxnSpPr>
            <p:cNvPr id="20" name="Straight Connector 19">
              <a:extLst>
                <a:ext uri="{FF2B5EF4-FFF2-40B4-BE49-F238E27FC236}">
                  <a16:creationId xmlns:a16="http://schemas.microsoft.com/office/drawing/2014/main" id="{B4C21DA1-2326-7BC0-A35D-E8FD611DAC82}"/>
                </a:ext>
              </a:extLst>
            </p:cNvPr>
            <p:cNvCxnSpPr>
              <a:cxnSpLocks/>
            </p:cNvCxnSpPr>
            <p:nvPr/>
          </p:nvCxnSpPr>
          <p:spPr>
            <a:xfrm>
              <a:off x="943834" y="1996142"/>
              <a:ext cx="3291840" cy="0"/>
            </a:xfrm>
            <a:prstGeom prst="line">
              <a:avLst/>
            </a:prstGeom>
            <a:ln>
              <a:solidFill>
                <a:schemeClr val="accent1">
                  <a:lumMod val="20000"/>
                  <a:lumOff val="80000"/>
                </a:schemeClr>
              </a:solidFill>
            </a:ln>
          </p:spPr>
          <p:style>
            <a:lnRef idx="1">
              <a:schemeClr val="accent1"/>
            </a:lnRef>
            <a:fillRef idx="0">
              <a:schemeClr val="accent1"/>
            </a:fillRef>
            <a:effectRef idx="0">
              <a:schemeClr val="accent1"/>
            </a:effectRef>
            <a:fontRef idx="minor">
              <a:schemeClr val="tx1"/>
            </a:fontRef>
          </p:style>
        </p:cxnSp>
      </p:grpSp>
      <p:grpSp>
        <p:nvGrpSpPr>
          <p:cNvPr id="21" name="Group 20">
            <a:extLst>
              <a:ext uri="{FF2B5EF4-FFF2-40B4-BE49-F238E27FC236}">
                <a16:creationId xmlns:a16="http://schemas.microsoft.com/office/drawing/2014/main" id="{514A9771-2834-C4B6-F9E1-CBCF7089745A}"/>
              </a:ext>
            </a:extLst>
          </p:cNvPr>
          <p:cNvGrpSpPr/>
          <p:nvPr/>
        </p:nvGrpSpPr>
        <p:grpSpPr>
          <a:xfrm>
            <a:off x="744092" y="4861331"/>
            <a:ext cx="3291840" cy="1102706"/>
            <a:chOff x="651597" y="4888170"/>
            <a:chExt cx="3291840" cy="1102706"/>
          </a:xfrm>
        </p:grpSpPr>
        <p:sp>
          <p:nvSpPr>
            <p:cNvPr id="22" name="AutoShape 53">
              <a:extLst>
                <a:ext uri="{FF2B5EF4-FFF2-40B4-BE49-F238E27FC236}">
                  <a16:creationId xmlns:a16="http://schemas.microsoft.com/office/drawing/2014/main" id="{4A3344BC-FD59-B031-19B7-F9349DD8B68E}"/>
                </a:ext>
              </a:extLst>
            </p:cNvPr>
            <p:cNvSpPr>
              <a:spLocks noChangeArrowheads="1"/>
            </p:cNvSpPr>
            <p:nvPr/>
          </p:nvSpPr>
          <p:spPr bwMode="auto">
            <a:xfrm>
              <a:off x="651597" y="4888170"/>
              <a:ext cx="3200400" cy="350954"/>
            </a:xfrm>
            <a:prstGeom prst="round2SameRect">
              <a:avLst>
                <a:gd name="adj1" fmla="val 0"/>
                <a:gd name="adj2" fmla="val 0"/>
              </a:avLst>
            </a:prstGeom>
            <a:noFill/>
            <a:ln w="9525">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nchorCtr="0">
              <a:noAutofit/>
            </a:bodyPr>
            <a:lstStyle/>
            <a:p>
              <a:pPr marL="118518" lvl="1" defTabSz="433321">
                <a:spcAft>
                  <a:spcPts val="0"/>
                </a:spcAft>
                <a:buClr>
                  <a:schemeClr val="accent2"/>
                </a:buClr>
                <a:buSzPct val="80000"/>
              </a:pPr>
              <a:r>
                <a:rPr lang="en-GB" sz="1100" b="1">
                  <a:solidFill>
                    <a:srgbClr val="14A5E0"/>
                  </a:solidFill>
                </a:rPr>
                <a:t>Build and run integration</a:t>
              </a:r>
            </a:p>
          </p:txBody>
        </p:sp>
        <p:sp>
          <p:nvSpPr>
            <p:cNvPr id="23" name="Rechteck 104">
              <a:extLst>
                <a:ext uri="{FF2B5EF4-FFF2-40B4-BE49-F238E27FC236}">
                  <a16:creationId xmlns:a16="http://schemas.microsoft.com/office/drawing/2014/main" id="{EAB38750-7B57-E69A-379E-10C59C43AB47}"/>
                </a:ext>
              </a:extLst>
            </p:cNvPr>
            <p:cNvSpPr/>
            <p:nvPr/>
          </p:nvSpPr>
          <p:spPr>
            <a:xfrm>
              <a:off x="651597" y="5259356"/>
              <a:ext cx="3291840" cy="731520"/>
            </a:xfrm>
            <a:prstGeom prst="rect">
              <a:avLst/>
            </a:prstGeom>
            <a:noFill/>
            <a:ln w="9525">
              <a:noFill/>
            </a:ln>
          </p:spPr>
          <p:style>
            <a:lnRef idx="2">
              <a:schemeClr val="accent1">
                <a:shade val="50000"/>
              </a:schemeClr>
            </a:lnRef>
            <a:fillRef idx="1">
              <a:schemeClr val="accent1"/>
            </a:fillRef>
            <a:effectRef idx="0">
              <a:schemeClr val="accent1"/>
            </a:effectRef>
            <a:fontRef idx="minor">
              <a:schemeClr val="lt1"/>
            </a:fontRef>
          </p:style>
          <p:txBody>
            <a:bodyPr rtlCol="0" anchor="t" anchorCtr="0"/>
            <a:lstStyle/>
            <a:p>
              <a:pPr>
                <a:spcBef>
                  <a:spcPts val="0"/>
                </a:spcBef>
                <a:spcAft>
                  <a:spcPts val="600"/>
                </a:spcAft>
                <a:buClr>
                  <a:schemeClr val="accent1"/>
                </a:buClr>
              </a:pPr>
              <a:r>
                <a:rPr lang="en-GB" sz="1050" b="1">
                  <a:solidFill>
                    <a:schemeClr val="bg1"/>
                  </a:solidFill>
                  <a:cs typeface="Arial" charset="0"/>
                </a:rPr>
                <a:t>Agile processes for Process Excellence projects and business as usual setup </a:t>
              </a:r>
              <a:r>
                <a:rPr lang="en-GB" sz="1050">
                  <a:solidFill>
                    <a:schemeClr val="bg1"/>
                  </a:solidFill>
                  <a:cs typeface="Arial" charset="0"/>
                </a:rPr>
                <a:t>(qualify &amp; build, maintenance, support, administration and management)</a:t>
              </a:r>
            </a:p>
          </p:txBody>
        </p:sp>
        <p:cxnSp>
          <p:nvCxnSpPr>
            <p:cNvPr id="24" name="Straight Connector 23">
              <a:extLst>
                <a:ext uri="{FF2B5EF4-FFF2-40B4-BE49-F238E27FC236}">
                  <a16:creationId xmlns:a16="http://schemas.microsoft.com/office/drawing/2014/main" id="{54A9E006-9EE9-7AFF-96DB-7B007E765B25}"/>
                </a:ext>
              </a:extLst>
            </p:cNvPr>
            <p:cNvCxnSpPr>
              <a:cxnSpLocks/>
            </p:cNvCxnSpPr>
            <p:nvPr/>
          </p:nvCxnSpPr>
          <p:spPr>
            <a:xfrm>
              <a:off x="651597" y="5220025"/>
              <a:ext cx="3291840" cy="0"/>
            </a:xfrm>
            <a:prstGeom prst="line">
              <a:avLst/>
            </a:prstGeom>
            <a:ln>
              <a:solidFill>
                <a:srgbClr val="14A5E0"/>
              </a:solidFill>
            </a:ln>
          </p:spPr>
          <p:style>
            <a:lnRef idx="1">
              <a:schemeClr val="accent1"/>
            </a:lnRef>
            <a:fillRef idx="0">
              <a:schemeClr val="accent1"/>
            </a:fillRef>
            <a:effectRef idx="0">
              <a:schemeClr val="accent1"/>
            </a:effectRef>
            <a:fontRef idx="minor">
              <a:schemeClr val="tx1"/>
            </a:fontRef>
          </p:style>
        </p:cxnSp>
      </p:grpSp>
      <p:grpSp>
        <p:nvGrpSpPr>
          <p:cNvPr id="25" name="Group 24">
            <a:extLst>
              <a:ext uri="{FF2B5EF4-FFF2-40B4-BE49-F238E27FC236}">
                <a16:creationId xmlns:a16="http://schemas.microsoft.com/office/drawing/2014/main" id="{4CBA3025-DD6D-1DB4-80F7-A6F8B3DE0A52}"/>
              </a:ext>
            </a:extLst>
          </p:cNvPr>
          <p:cNvGrpSpPr/>
          <p:nvPr/>
        </p:nvGrpSpPr>
        <p:grpSpPr>
          <a:xfrm>
            <a:off x="8161047" y="1567305"/>
            <a:ext cx="3291840" cy="1102704"/>
            <a:chOff x="7630206" y="1694898"/>
            <a:chExt cx="3291840" cy="1102704"/>
          </a:xfrm>
        </p:grpSpPr>
        <p:sp>
          <p:nvSpPr>
            <p:cNvPr id="26" name="AutoShape 53">
              <a:extLst>
                <a:ext uri="{FF2B5EF4-FFF2-40B4-BE49-F238E27FC236}">
                  <a16:creationId xmlns:a16="http://schemas.microsoft.com/office/drawing/2014/main" id="{7D841270-E0FE-3579-AE06-147E78AC62B3}"/>
                </a:ext>
              </a:extLst>
            </p:cNvPr>
            <p:cNvSpPr>
              <a:spLocks noChangeArrowheads="1"/>
            </p:cNvSpPr>
            <p:nvPr/>
          </p:nvSpPr>
          <p:spPr bwMode="auto">
            <a:xfrm>
              <a:off x="7630206" y="1694898"/>
              <a:ext cx="3200400" cy="350954"/>
            </a:xfrm>
            <a:prstGeom prst="round2SameRect">
              <a:avLst>
                <a:gd name="adj1" fmla="val 0"/>
                <a:gd name="adj2" fmla="val 0"/>
              </a:avLst>
            </a:prstGeom>
            <a:noFill/>
            <a:ln w="9525">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nchorCtr="0">
              <a:noAutofit/>
            </a:bodyPr>
            <a:lstStyle/>
            <a:p>
              <a:pPr marL="118518" lvl="1" defTabSz="433321">
                <a:spcAft>
                  <a:spcPts val="0"/>
                </a:spcAft>
                <a:buClr>
                  <a:schemeClr val="accent2"/>
                </a:buClr>
                <a:buSzPct val="80000"/>
              </a:pPr>
              <a:r>
                <a:rPr lang="en-GB" sz="1100" b="1">
                  <a:solidFill>
                    <a:schemeClr val="bg1"/>
                  </a:solidFill>
                </a:rPr>
                <a:t>Structure and roles</a:t>
              </a:r>
            </a:p>
          </p:txBody>
        </p:sp>
        <p:sp>
          <p:nvSpPr>
            <p:cNvPr id="27" name="Rechteck 104">
              <a:extLst>
                <a:ext uri="{FF2B5EF4-FFF2-40B4-BE49-F238E27FC236}">
                  <a16:creationId xmlns:a16="http://schemas.microsoft.com/office/drawing/2014/main" id="{2D905F1B-77ED-2593-BC72-B28F6CE8FE54}"/>
                </a:ext>
              </a:extLst>
            </p:cNvPr>
            <p:cNvSpPr/>
            <p:nvPr/>
          </p:nvSpPr>
          <p:spPr>
            <a:xfrm>
              <a:off x="7630206" y="2066082"/>
              <a:ext cx="3291840" cy="731520"/>
            </a:xfrm>
            <a:prstGeom prst="rect">
              <a:avLst/>
            </a:prstGeom>
            <a:noFill/>
            <a:ln w="9525">
              <a:noFill/>
            </a:ln>
          </p:spPr>
          <p:style>
            <a:lnRef idx="2">
              <a:schemeClr val="accent1">
                <a:shade val="50000"/>
              </a:schemeClr>
            </a:lnRef>
            <a:fillRef idx="1">
              <a:schemeClr val="accent1"/>
            </a:fillRef>
            <a:effectRef idx="0">
              <a:schemeClr val="accent1"/>
            </a:effectRef>
            <a:fontRef idx="minor">
              <a:schemeClr val="lt1"/>
            </a:fontRef>
          </p:style>
          <p:txBody>
            <a:bodyPr rtlCol="0" anchor="t" anchorCtr="0"/>
            <a:lstStyle/>
            <a:p>
              <a:pPr>
                <a:spcBef>
                  <a:spcPts val="0"/>
                </a:spcBef>
                <a:spcAft>
                  <a:spcPts val="600"/>
                </a:spcAft>
                <a:buClr>
                  <a:schemeClr val="accent1"/>
                </a:buClr>
              </a:pPr>
              <a:r>
                <a:rPr lang="en-GB" sz="1050">
                  <a:solidFill>
                    <a:schemeClr val="bg1"/>
                  </a:solidFill>
                  <a:cs typeface="Arial" charset="0"/>
                </a:rPr>
                <a:t>Organisational Process Excellence structures and setting the project and business as usual setup (Business + IT), </a:t>
              </a:r>
              <a:r>
                <a:rPr lang="en-GB" sz="1050" b="1">
                  <a:solidFill>
                    <a:schemeClr val="bg1"/>
                  </a:solidFill>
                  <a:cs typeface="Arial" charset="0"/>
                </a:rPr>
                <a:t>definition of role profiles and assignment of Process Excellence tasks</a:t>
              </a:r>
            </a:p>
          </p:txBody>
        </p:sp>
        <p:cxnSp>
          <p:nvCxnSpPr>
            <p:cNvPr id="28" name="Straight Connector 27">
              <a:extLst>
                <a:ext uri="{FF2B5EF4-FFF2-40B4-BE49-F238E27FC236}">
                  <a16:creationId xmlns:a16="http://schemas.microsoft.com/office/drawing/2014/main" id="{F6A7AB22-EA2E-886A-6812-A70225576115}"/>
                </a:ext>
              </a:extLst>
            </p:cNvPr>
            <p:cNvCxnSpPr>
              <a:cxnSpLocks/>
            </p:cNvCxnSpPr>
            <p:nvPr/>
          </p:nvCxnSpPr>
          <p:spPr>
            <a:xfrm>
              <a:off x="7630206" y="2026753"/>
              <a:ext cx="3291840" cy="0"/>
            </a:xfrm>
            <a:prstGeom prst="line">
              <a:avLst/>
            </a:prstGeom>
            <a:ln w="6350">
              <a:solidFill>
                <a:schemeClr val="accent1">
                  <a:lumMod val="75000"/>
                </a:schemeClr>
              </a:solidFill>
            </a:ln>
          </p:spPr>
          <p:style>
            <a:lnRef idx="1">
              <a:schemeClr val="accent1"/>
            </a:lnRef>
            <a:fillRef idx="0">
              <a:schemeClr val="accent1"/>
            </a:fillRef>
            <a:effectRef idx="0">
              <a:schemeClr val="accent1"/>
            </a:effectRef>
            <a:fontRef idx="minor">
              <a:schemeClr val="tx1"/>
            </a:fontRef>
          </p:style>
        </p:cxnSp>
      </p:grpSp>
      <p:grpSp>
        <p:nvGrpSpPr>
          <p:cNvPr id="29" name="Group 28">
            <a:extLst>
              <a:ext uri="{FF2B5EF4-FFF2-40B4-BE49-F238E27FC236}">
                <a16:creationId xmlns:a16="http://schemas.microsoft.com/office/drawing/2014/main" id="{D5701097-89A5-3F46-000A-3267D64B0833}"/>
              </a:ext>
            </a:extLst>
          </p:cNvPr>
          <p:cNvGrpSpPr/>
          <p:nvPr/>
        </p:nvGrpSpPr>
        <p:grpSpPr>
          <a:xfrm>
            <a:off x="8340795" y="3214319"/>
            <a:ext cx="3291840" cy="1102704"/>
            <a:chOff x="8205930" y="3233671"/>
            <a:chExt cx="3291840" cy="1102704"/>
          </a:xfrm>
        </p:grpSpPr>
        <p:sp>
          <p:nvSpPr>
            <p:cNvPr id="30" name="AutoShape 53">
              <a:extLst>
                <a:ext uri="{FF2B5EF4-FFF2-40B4-BE49-F238E27FC236}">
                  <a16:creationId xmlns:a16="http://schemas.microsoft.com/office/drawing/2014/main" id="{9E2FCB8D-99DE-B12F-9FCF-0E368C946568}"/>
                </a:ext>
              </a:extLst>
            </p:cNvPr>
            <p:cNvSpPr>
              <a:spLocks noChangeArrowheads="1"/>
            </p:cNvSpPr>
            <p:nvPr/>
          </p:nvSpPr>
          <p:spPr bwMode="auto">
            <a:xfrm>
              <a:off x="8205930" y="3233671"/>
              <a:ext cx="3200400" cy="350954"/>
            </a:xfrm>
            <a:prstGeom prst="round2SameRect">
              <a:avLst>
                <a:gd name="adj1" fmla="val 0"/>
                <a:gd name="adj2" fmla="val 0"/>
              </a:avLst>
            </a:prstGeom>
            <a:noFill/>
            <a:ln w="9525">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nchorCtr="0">
              <a:noAutofit/>
            </a:bodyPr>
            <a:lstStyle/>
            <a:p>
              <a:pPr marL="118518" lvl="1" defTabSz="433321">
                <a:spcAft>
                  <a:spcPts val="0"/>
                </a:spcAft>
                <a:buClr>
                  <a:schemeClr val="accent2"/>
                </a:buClr>
                <a:buSzPct val="80000"/>
              </a:pPr>
              <a:r>
                <a:rPr lang="en-GB" sz="1100" b="1">
                  <a:solidFill>
                    <a:schemeClr val="bg1"/>
                  </a:solidFill>
                </a:rPr>
                <a:t>Policies and committees</a:t>
              </a:r>
            </a:p>
          </p:txBody>
        </p:sp>
        <p:sp>
          <p:nvSpPr>
            <p:cNvPr id="31" name="Rechteck 104">
              <a:extLst>
                <a:ext uri="{FF2B5EF4-FFF2-40B4-BE49-F238E27FC236}">
                  <a16:creationId xmlns:a16="http://schemas.microsoft.com/office/drawing/2014/main" id="{6836BFD5-3DA9-5AC0-9AD8-84D032A86AC1}"/>
                </a:ext>
              </a:extLst>
            </p:cNvPr>
            <p:cNvSpPr/>
            <p:nvPr/>
          </p:nvSpPr>
          <p:spPr>
            <a:xfrm>
              <a:off x="8205930" y="3604855"/>
              <a:ext cx="3291840" cy="731520"/>
            </a:xfrm>
            <a:prstGeom prst="rect">
              <a:avLst/>
            </a:prstGeom>
            <a:noFill/>
            <a:ln w="9525">
              <a:noFill/>
            </a:ln>
          </p:spPr>
          <p:style>
            <a:lnRef idx="2">
              <a:schemeClr val="accent1">
                <a:shade val="50000"/>
              </a:schemeClr>
            </a:lnRef>
            <a:fillRef idx="1">
              <a:schemeClr val="accent1"/>
            </a:fillRef>
            <a:effectRef idx="0">
              <a:schemeClr val="accent1"/>
            </a:effectRef>
            <a:fontRef idx="minor">
              <a:schemeClr val="lt1"/>
            </a:fontRef>
          </p:style>
          <p:txBody>
            <a:bodyPr rtlCol="0" anchor="t" anchorCtr="0"/>
            <a:lstStyle/>
            <a:p>
              <a:pPr>
                <a:spcBef>
                  <a:spcPts val="0"/>
                </a:spcBef>
                <a:spcAft>
                  <a:spcPts val="600"/>
                </a:spcAft>
                <a:buClr>
                  <a:schemeClr val="accent1"/>
                </a:buClr>
              </a:pPr>
              <a:r>
                <a:rPr lang="en-GB" sz="1050" b="1">
                  <a:solidFill>
                    <a:schemeClr val="bg1"/>
                  </a:solidFill>
                  <a:cs typeface="Arial" charset="0"/>
                </a:rPr>
                <a:t>Policies, approval levels, governance bodies and escalation paths</a:t>
              </a:r>
              <a:r>
                <a:rPr lang="en-GB" sz="1050">
                  <a:solidFill>
                    <a:schemeClr val="bg1"/>
                  </a:solidFill>
                  <a:cs typeface="Arial" charset="0"/>
                </a:rPr>
                <a:t>, Process Excellence standards for development, compliance / segregation of duties etc.</a:t>
              </a:r>
            </a:p>
          </p:txBody>
        </p:sp>
        <p:cxnSp>
          <p:nvCxnSpPr>
            <p:cNvPr id="32" name="Straight Connector 31">
              <a:extLst>
                <a:ext uri="{FF2B5EF4-FFF2-40B4-BE49-F238E27FC236}">
                  <a16:creationId xmlns:a16="http://schemas.microsoft.com/office/drawing/2014/main" id="{B55B5305-10D6-6428-AD95-606D0498F3A7}"/>
                </a:ext>
              </a:extLst>
            </p:cNvPr>
            <p:cNvCxnSpPr>
              <a:cxnSpLocks/>
            </p:cNvCxnSpPr>
            <p:nvPr/>
          </p:nvCxnSpPr>
          <p:spPr>
            <a:xfrm>
              <a:off x="8205930" y="3565526"/>
              <a:ext cx="3291840" cy="19099"/>
            </a:xfrm>
            <a:prstGeom prst="line">
              <a:avLst/>
            </a:prstGeom>
            <a:ln>
              <a:solidFill>
                <a:schemeClr val="accent1">
                  <a:lumMod val="60000"/>
                  <a:lumOff val="40000"/>
                </a:schemeClr>
              </a:solidFill>
            </a:ln>
          </p:spPr>
          <p:style>
            <a:lnRef idx="1">
              <a:schemeClr val="accent1"/>
            </a:lnRef>
            <a:fillRef idx="0">
              <a:schemeClr val="accent1"/>
            </a:fillRef>
            <a:effectRef idx="0">
              <a:schemeClr val="accent1"/>
            </a:effectRef>
            <a:fontRef idx="minor">
              <a:schemeClr val="tx1"/>
            </a:fontRef>
          </p:style>
        </p:cxnSp>
      </p:grpSp>
      <p:grpSp>
        <p:nvGrpSpPr>
          <p:cNvPr id="33" name="Group 32">
            <a:extLst>
              <a:ext uri="{FF2B5EF4-FFF2-40B4-BE49-F238E27FC236}">
                <a16:creationId xmlns:a16="http://schemas.microsoft.com/office/drawing/2014/main" id="{D32B0B8E-DB1D-DC39-6496-8C7FFC6D02B5}"/>
              </a:ext>
            </a:extLst>
          </p:cNvPr>
          <p:cNvGrpSpPr>
            <a:grpSpLocks/>
          </p:cNvGrpSpPr>
          <p:nvPr/>
        </p:nvGrpSpPr>
        <p:grpSpPr>
          <a:xfrm>
            <a:off x="5133549" y="6079089"/>
            <a:ext cx="3008682" cy="464765"/>
            <a:chOff x="4424922" y="6126058"/>
            <a:chExt cx="3932917" cy="607536"/>
          </a:xfrm>
        </p:grpSpPr>
        <p:pic>
          <p:nvPicPr>
            <p:cNvPr id="34" name="Graphic 33" descr="Open book">
              <a:extLst>
                <a:ext uri="{FF2B5EF4-FFF2-40B4-BE49-F238E27FC236}">
                  <a16:creationId xmlns:a16="http://schemas.microsoft.com/office/drawing/2014/main" id="{FA7BCEFB-BE18-E4ED-3D97-C8A67D4CFD68}"/>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4424922" y="6148628"/>
              <a:ext cx="584966" cy="584966"/>
            </a:xfrm>
            <a:prstGeom prst="rect">
              <a:avLst/>
            </a:prstGeom>
          </p:spPr>
        </p:pic>
        <p:sp>
          <p:nvSpPr>
            <p:cNvPr id="35" name="TextBox 34">
              <a:extLst>
                <a:ext uri="{FF2B5EF4-FFF2-40B4-BE49-F238E27FC236}">
                  <a16:creationId xmlns:a16="http://schemas.microsoft.com/office/drawing/2014/main" id="{F939F9DA-54B6-D095-59BE-06B6B28C2CE0}"/>
                </a:ext>
              </a:extLst>
            </p:cNvPr>
            <p:cNvSpPr txBox="1"/>
            <p:nvPr/>
          </p:nvSpPr>
          <p:spPr>
            <a:xfrm>
              <a:off x="5009888" y="6126058"/>
              <a:ext cx="3347951" cy="556179"/>
            </a:xfrm>
            <a:prstGeom prst="rect">
              <a:avLst/>
            </a:prstGeom>
            <a:noFill/>
          </p:spPr>
          <p:txBody>
            <a:bodyPr vert="horz" wrap="none" lIns="68850" tIns="35802" rIns="68850" bIns="35802" rtlCol="0" anchor="ctr">
              <a:spAutoFit/>
            </a:bodyPr>
            <a:lstStyle/>
            <a:p>
              <a:pPr marL="72867" indent="-72867" algn="l">
                <a:spcBef>
                  <a:spcPct val="0"/>
                </a:spcBef>
              </a:pPr>
              <a:r>
                <a:rPr lang="en-GB" sz="765" b="1">
                  <a:solidFill>
                    <a:schemeClr val="bg1"/>
                  </a:solidFill>
                </a:rPr>
                <a:t>Cookbooks available:</a:t>
              </a:r>
            </a:p>
            <a:p>
              <a:pPr marL="260350" indent="-171450" algn="l">
                <a:spcBef>
                  <a:spcPct val="0"/>
                </a:spcBef>
                <a:buFont typeface="Wingdings" panose="05000000000000000000" pitchFamily="2" charset="2"/>
                <a:buChar char="§"/>
              </a:pPr>
              <a:r>
                <a:rPr lang="en-GB" sz="765">
                  <a:solidFill>
                    <a:schemeClr val="bg1"/>
                  </a:solidFill>
                </a:rPr>
                <a:t>Stand-alone Process Excellence or</a:t>
              </a:r>
            </a:p>
            <a:p>
              <a:pPr marL="260350" indent="-171450" algn="l">
                <a:spcBef>
                  <a:spcPct val="0"/>
                </a:spcBef>
                <a:buFont typeface="Wingdings" panose="05000000000000000000" pitchFamily="2" charset="2"/>
                <a:buChar char="§"/>
              </a:pPr>
              <a:r>
                <a:rPr lang="en-GB" sz="765">
                  <a:solidFill>
                    <a:schemeClr val="bg1"/>
                  </a:solidFill>
                </a:rPr>
                <a:t>Synergetic to Process Mining, Automation and AI</a:t>
              </a:r>
            </a:p>
          </p:txBody>
        </p:sp>
      </p:grpSp>
      <p:grpSp>
        <p:nvGrpSpPr>
          <p:cNvPr id="36" name="Group 35">
            <a:extLst>
              <a:ext uri="{FF2B5EF4-FFF2-40B4-BE49-F238E27FC236}">
                <a16:creationId xmlns:a16="http://schemas.microsoft.com/office/drawing/2014/main" id="{6220FFDC-C761-3040-8216-BC15481415AD}"/>
              </a:ext>
            </a:extLst>
          </p:cNvPr>
          <p:cNvGrpSpPr/>
          <p:nvPr/>
        </p:nvGrpSpPr>
        <p:grpSpPr>
          <a:xfrm>
            <a:off x="8161047" y="4861332"/>
            <a:ext cx="3291840" cy="1102705"/>
            <a:chOff x="7883049" y="5126706"/>
            <a:chExt cx="3291840" cy="1102705"/>
          </a:xfrm>
        </p:grpSpPr>
        <p:sp>
          <p:nvSpPr>
            <p:cNvPr id="37" name="AutoShape 53">
              <a:extLst>
                <a:ext uri="{FF2B5EF4-FFF2-40B4-BE49-F238E27FC236}">
                  <a16:creationId xmlns:a16="http://schemas.microsoft.com/office/drawing/2014/main" id="{B88E360A-A96A-E9D6-88C5-EED333E410FF}"/>
                </a:ext>
              </a:extLst>
            </p:cNvPr>
            <p:cNvSpPr>
              <a:spLocks noChangeArrowheads="1"/>
            </p:cNvSpPr>
            <p:nvPr/>
          </p:nvSpPr>
          <p:spPr bwMode="auto">
            <a:xfrm>
              <a:off x="7883049" y="5126706"/>
              <a:ext cx="3200400" cy="350954"/>
            </a:xfrm>
            <a:prstGeom prst="round2SameRect">
              <a:avLst>
                <a:gd name="adj1" fmla="val 0"/>
                <a:gd name="adj2" fmla="val 0"/>
              </a:avLst>
            </a:prstGeom>
            <a:noFill/>
            <a:ln w="9525">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nchorCtr="0">
              <a:noAutofit/>
            </a:bodyPr>
            <a:lstStyle/>
            <a:p>
              <a:pPr marL="118518" lvl="1" defTabSz="433321">
                <a:spcAft>
                  <a:spcPts val="0"/>
                </a:spcAft>
                <a:buClr>
                  <a:schemeClr val="accent2"/>
                </a:buClr>
                <a:buSzPct val="80000"/>
              </a:pPr>
              <a:r>
                <a:rPr lang="en-GB" sz="1100" b="1">
                  <a:solidFill>
                    <a:schemeClr val="bg1"/>
                  </a:solidFill>
                </a:rPr>
                <a:t>Architecture and ecosystem</a:t>
              </a:r>
            </a:p>
          </p:txBody>
        </p:sp>
        <p:sp>
          <p:nvSpPr>
            <p:cNvPr id="38" name="Rechteck 104">
              <a:extLst>
                <a:ext uri="{FF2B5EF4-FFF2-40B4-BE49-F238E27FC236}">
                  <a16:creationId xmlns:a16="http://schemas.microsoft.com/office/drawing/2014/main" id="{6888F16B-AE84-D846-8006-62A0CA2CDFB1}"/>
                </a:ext>
              </a:extLst>
            </p:cNvPr>
            <p:cNvSpPr/>
            <p:nvPr/>
          </p:nvSpPr>
          <p:spPr>
            <a:xfrm>
              <a:off x="7883049" y="5497891"/>
              <a:ext cx="3291840" cy="731520"/>
            </a:xfrm>
            <a:prstGeom prst="rect">
              <a:avLst/>
            </a:prstGeom>
            <a:noFill/>
            <a:ln w="9525">
              <a:noFill/>
            </a:ln>
          </p:spPr>
          <p:style>
            <a:lnRef idx="2">
              <a:schemeClr val="accent1">
                <a:shade val="50000"/>
              </a:schemeClr>
            </a:lnRef>
            <a:fillRef idx="1">
              <a:schemeClr val="accent1"/>
            </a:fillRef>
            <a:effectRef idx="0">
              <a:schemeClr val="accent1"/>
            </a:effectRef>
            <a:fontRef idx="minor">
              <a:schemeClr val="lt1"/>
            </a:fontRef>
          </p:style>
          <p:txBody>
            <a:bodyPr rtlCol="0" anchor="t" anchorCtr="0"/>
            <a:lstStyle/>
            <a:p>
              <a:pPr>
                <a:spcBef>
                  <a:spcPts val="0"/>
                </a:spcBef>
                <a:spcAft>
                  <a:spcPts val="600"/>
                </a:spcAft>
                <a:buClr>
                  <a:schemeClr val="accent1"/>
                </a:buClr>
              </a:pPr>
              <a:r>
                <a:rPr lang="en-GB" sz="1050" b="1">
                  <a:solidFill>
                    <a:schemeClr val="bg1"/>
                  </a:solidFill>
                  <a:cs typeface="Arial" charset="0"/>
                </a:rPr>
                <a:t>Process Excellence software provider architecture and embedding it into the IT ecosystem, </a:t>
              </a:r>
              <a:r>
                <a:rPr lang="en-GB" sz="1050">
                  <a:solidFill>
                    <a:schemeClr val="bg1"/>
                  </a:solidFill>
                  <a:cs typeface="Arial" charset="0"/>
                </a:rPr>
                <a:t>data management and infrastructure</a:t>
              </a:r>
            </a:p>
          </p:txBody>
        </p:sp>
        <p:cxnSp>
          <p:nvCxnSpPr>
            <p:cNvPr id="39" name="Straight Connector 38">
              <a:extLst>
                <a:ext uri="{FF2B5EF4-FFF2-40B4-BE49-F238E27FC236}">
                  <a16:creationId xmlns:a16="http://schemas.microsoft.com/office/drawing/2014/main" id="{B8CD6924-CFC5-0FF3-1C0D-045A34A42E03}"/>
                </a:ext>
              </a:extLst>
            </p:cNvPr>
            <p:cNvCxnSpPr>
              <a:cxnSpLocks/>
            </p:cNvCxnSpPr>
            <p:nvPr/>
          </p:nvCxnSpPr>
          <p:spPr>
            <a:xfrm>
              <a:off x="7883049" y="5458561"/>
              <a:ext cx="3291840" cy="0"/>
            </a:xfrm>
            <a:prstGeom prst="line">
              <a:avLst/>
            </a:prstGeom>
            <a:ln>
              <a:solidFill>
                <a:schemeClr val="accent1"/>
              </a:solidFill>
            </a:ln>
          </p:spPr>
          <p:style>
            <a:lnRef idx="1">
              <a:schemeClr val="accent2"/>
            </a:lnRef>
            <a:fillRef idx="0">
              <a:schemeClr val="accent2"/>
            </a:fillRef>
            <a:effectRef idx="0">
              <a:schemeClr val="accent2"/>
            </a:effectRef>
            <a:fontRef idx="minor">
              <a:schemeClr val="tx1"/>
            </a:fontRef>
          </p:style>
        </p:cxnSp>
      </p:grpSp>
      <p:sp>
        <p:nvSpPr>
          <p:cNvPr id="40" name="Oval 39">
            <a:extLst>
              <a:ext uri="{FF2B5EF4-FFF2-40B4-BE49-F238E27FC236}">
                <a16:creationId xmlns:a16="http://schemas.microsoft.com/office/drawing/2014/main" id="{01E8A996-BC17-D781-A6B9-8ABF27ED84F3}"/>
              </a:ext>
            </a:extLst>
          </p:cNvPr>
          <p:cNvSpPr/>
          <p:nvPr/>
        </p:nvSpPr>
        <p:spPr>
          <a:xfrm>
            <a:off x="4808024" y="2482174"/>
            <a:ext cx="2942716" cy="2934835"/>
          </a:xfrm>
          <a:prstGeom prst="ellipse">
            <a:avLst/>
          </a:prstGeom>
          <a:noFill/>
          <a:ln w="7777">
            <a:solidFill>
              <a:schemeClr val="bg1">
                <a:lumMod val="50000"/>
              </a:scheme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74659" tIns="37330" rIns="74659" bIns="37330" numCol="1" spcCol="0" rtlCol="0" fromWordArt="0" anchor="ctr" anchorCtr="0" forceAA="0" compatLnSpc="1">
            <a:prstTxWarp prst="textNoShape">
              <a:avLst/>
            </a:prstTxWarp>
            <a:noAutofit/>
          </a:bodyPr>
          <a:lstStyle/>
          <a:p>
            <a:pPr algn="ctr"/>
            <a:endParaRPr lang="en-GB" sz="1400">
              <a:solidFill>
                <a:schemeClr val="tx1"/>
              </a:solidFill>
            </a:endParaRPr>
          </a:p>
        </p:txBody>
      </p:sp>
      <p:sp>
        <p:nvSpPr>
          <p:cNvPr id="41" name="Oval 22">
            <a:extLst>
              <a:ext uri="{FF2B5EF4-FFF2-40B4-BE49-F238E27FC236}">
                <a16:creationId xmlns:a16="http://schemas.microsoft.com/office/drawing/2014/main" id="{E56FD06E-2F00-2414-85AD-195C78F37903}"/>
              </a:ext>
            </a:extLst>
          </p:cNvPr>
          <p:cNvSpPr>
            <a:spLocks noChangeArrowheads="1"/>
          </p:cNvSpPr>
          <p:nvPr/>
        </p:nvSpPr>
        <p:spPr bwMode="auto">
          <a:xfrm rot="13009960">
            <a:off x="4356679" y="2951820"/>
            <a:ext cx="1280226" cy="1297838"/>
          </a:xfrm>
          <a:prstGeom prst="ellipse">
            <a:avLst/>
          </a:prstGeom>
          <a:solidFill>
            <a:srgbClr val="0D6E95"/>
          </a:solidFill>
          <a:ln w="9525">
            <a:noFill/>
            <a:round/>
            <a:headEnd/>
            <a:tailEnd/>
          </a:ln>
        </p:spPr>
        <p:txBody>
          <a:bodyPr vert="horz" wrap="square" lIns="74680" tIns="37340" rIns="74680" bIns="37340" numCol="1" anchor="t" anchorCtr="0" compatLnSpc="1">
            <a:prstTxWarp prst="textNoShape">
              <a:avLst/>
            </a:prstTxWarp>
          </a:bodyPr>
          <a:lstStyle/>
          <a:p>
            <a:pPr marL="0" marR="0" lvl="0" indent="0" algn="l" defTabSz="958029" rtl="0" eaLnBrk="1" fontAlgn="auto" latinLnBrk="0" hangingPunct="1">
              <a:lnSpc>
                <a:spcPct val="100000"/>
              </a:lnSpc>
              <a:spcBef>
                <a:spcPts val="0"/>
              </a:spcBef>
              <a:spcAft>
                <a:spcPts val="0"/>
              </a:spcAft>
              <a:buClrTx/>
              <a:buSzTx/>
              <a:buFontTx/>
              <a:buNone/>
              <a:tabLst/>
              <a:defRPr/>
            </a:pPr>
            <a:endParaRPr kumimoji="0" lang="en-GB" sz="1600" b="0" i="0" u="none" strike="noStrike" kern="0" cap="none" spc="0" normalizeH="0" baseline="0">
              <a:ln>
                <a:noFill/>
              </a:ln>
              <a:solidFill>
                <a:srgbClr val="263147"/>
              </a:solidFill>
              <a:effectLst/>
              <a:uLnTx/>
              <a:uFillTx/>
              <a:latin typeface="Ubuntu"/>
              <a:ea typeface="+mn-ea"/>
              <a:cs typeface="+mn-cs"/>
            </a:endParaRPr>
          </a:p>
        </p:txBody>
      </p:sp>
      <p:sp>
        <p:nvSpPr>
          <p:cNvPr id="42" name="Oval 23">
            <a:extLst>
              <a:ext uri="{FF2B5EF4-FFF2-40B4-BE49-F238E27FC236}">
                <a16:creationId xmlns:a16="http://schemas.microsoft.com/office/drawing/2014/main" id="{DAC312AD-8EFC-AD46-D153-3C4218503CA3}"/>
              </a:ext>
            </a:extLst>
          </p:cNvPr>
          <p:cNvSpPr>
            <a:spLocks noChangeArrowheads="1"/>
          </p:cNvSpPr>
          <p:nvPr/>
        </p:nvSpPr>
        <p:spPr bwMode="auto">
          <a:xfrm rot="13009960">
            <a:off x="4422779" y="3018827"/>
            <a:ext cx="1148029" cy="1163822"/>
          </a:xfrm>
          <a:prstGeom prst="ellipse">
            <a:avLst/>
          </a:prstGeom>
          <a:solidFill>
            <a:srgbClr val="FFFFFF"/>
          </a:solidFill>
          <a:ln w="9525">
            <a:noFill/>
            <a:round/>
            <a:headEnd/>
            <a:tailEnd/>
          </a:ln>
        </p:spPr>
        <p:txBody>
          <a:bodyPr vert="horz" wrap="square" lIns="74680" tIns="37340" rIns="74680" bIns="37340" numCol="1" anchor="t" anchorCtr="0" compatLnSpc="1">
            <a:prstTxWarp prst="textNoShape">
              <a:avLst/>
            </a:prstTxWarp>
          </a:bodyPr>
          <a:lstStyle/>
          <a:p>
            <a:pPr marL="0" marR="0" lvl="0" indent="0" algn="l" defTabSz="958029" rtl="0" eaLnBrk="1" fontAlgn="auto" latinLnBrk="0" hangingPunct="1">
              <a:lnSpc>
                <a:spcPct val="100000"/>
              </a:lnSpc>
              <a:spcBef>
                <a:spcPts val="0"/>
              </a:spcBef>
              <a:spcAft>
                <a:spcPts val="0"/>
              </a:spcAft>
              <a:buClrTx/>
              <a:buSzTx/>
              <a:buFontTx/>
              <a:buNone/>
              <a:tabLst/>
              <a:defRPr/>
            </a:pPr>
            <a:endParaRPr kumimoji="0" lang="en-GB" sz="1600" b="0" i="0" u="none" strike="noStrike" kern="0" cap="none" spc="0" normalizeH="0" baseline="0">
              <a:ln>
                <a:noFill/>
              </a:ln>
              <a:solidFill>
                <a:srgbClr val="263147"/>
              </a:solidFill>
              <a:effectLst/>
              <a:uLnTx/>
              <a:uFillTx/>
              <a:latin typeface="Ubuntu"/>
              <a:ea typeface="+mn-ea"/>
              <a:cs typeface="+mn-cs"/>
            </a:endParaRPr>
          </a:p>
        </p:txBody>
      </p:sp>
      <p:sp>
        <p:nvSpPr>
          <p:cNvPr id="43" name="Oval 42">
            <a:extLst>
              <a:ext uri="{FF2B5EF4-FFF2-40B4-BE49-F238E27FC236}">
                <a16:creationId xmlns:a16="http://schemas.microsoft.com/office/drawing/2014/main" id="{B8D6B555-F86C-D0A1-33A2-8D373B3A94FB}"/>
              </a:ext>
            </a:extLst>
          </p:cNvPr>
          <p:cNvSpPr>
            <a:spLocks noChangeArrowheads="1"/>
          </p:cNvSpPr>
          <p:nvPr/>
        </p:nvSpPr>
        <p:spPr bwMode="auto">
          <a:xfrm rot="8647370">
            <a:off x="4817501" y="4464224"/>
            <a:ext cx="1280226" cy="1297838"/>
          </a:xfrm>
          <a:prstGeom prst="ellipse">
            <a:avLst/>
          </a:prstGeom>
          <a:solidFill>
            <a:srgbClr val="14A5E0"/>
          </a:solidFill>
          <a:ln w="9525">
            <a:noFill/>
            <a:round/>
            <a:headEnd/>
            <a:tailEnd/>
          </a:ln>
        </p:spPr>
        <p:txBody>
          <a:bodyPr vert="horz" wrap="square" lIns="74680" tIns="37340" rIns="74680" bIns="37340" numCol="1" anchor="t" anchorCtr="0" compatLnSpc="1">
            <a:prstTxWarp prst="textNoShape">
              <a:avLst/>
            </a:prstTxWarp>
          </a:bodyPr>
          <a:lstStyle/>
          <a:p>
            <a:pPr marL="0" marR="0" lvl="0" indent="0" algn="l" defTabSz="958029" rtl="0" eaLnBrk="1" fontAlgn="auto" latinLnBrk="0" hangingPunct="1">
              <a:lnSpc>
                <a:spcPct val="100000"/>
              </a:lnSpc>
              <a:spcBef>
                <a:spcPts val="0"/>
              </a:spcBef>
              <a:spcAft>
                <a:spcPts val="0"/>
              </a:spcAft>
              <a:buClrTx/>
              <a:buSzTx/>
              <a:buFontTx/>
              <a:buNone/>
              <a:tabLst/>
              <a:defRPr/>
            </a:pPr>
            <a:endParaRPr kumimoji="0" lang="en-GB" sz="1600" b="0" i="0" u="none" strike="noStrike" kern="0" cap="none" spc="0" normalizeH="0" baseline="0">
              <a:ln>
                <a:noFill/>
              </a:ln>
              <a:solidFill>
                <a:srgbClr val="263147"/>
              </a:solidFill>
              <a:effectLst/>
              <a:uLnTx/>
              <a:uFillTx/>
              <a:latin typeface="Ubuntu"/>
              <a:ea typeface="+mn-ea"/>
              <a:cs typeface="+mn-cs"/>
            </a:endParaRPr>
          </a:p>
        </p:txBody>
      </p:sp>
      <p:sp>
        <p:nvSpPr>
          <p:cNvPr id="44" name="Oval 43">
            <a:extLst>
              <a:ext uri="{FF2B5EF4-FFF2-40B4-BE49-F238E27FC236}">
                <a16:creationId xmlns:a16="http://schemas.microsoft.com/office/drawing/2014/main" id="{A96FD6BD-1696-FFD7-8BC2-5242524BA89F}"/>
              </a:ext>
            </a:extLst>
          </p:cNvPr>
          <p:cNvSpPr>
            <a:spLocks noChangeArrowheads="1"/>
          </p:cNvSpPr>
          <p:nvPr/>
        </p:nvSpPr>
        <p:spPr bwMode="auto">
          <a:xfrm rot="8647370">
            <a:off x="4883600" y="4531232"/>
            <a:ext cx="1148029" cy="1163822"/>
          </a:xfrm>
          <a:prstGeom prst="ellipse">
            <a:avLst/>
          </a:prstGeom>
          <a:solidFill>
            <a:srgbClr val="FFFFFF"/>
          </a:solidFill>
          <a:ln w="9525">
            <a:noFill/>
            <a:round/>
            <a:headEnd/>
            <a:tailEnd/>
          </a:ln>
        </p:spPr>
        <p:txBody>
          <a:bodyPr vert="horz" wrap="square" lIns="74680" tIns="37340" rIns="74680" bIns="37340" numCol="1" anchor="t" anchorCtr="0" compatLnSpc="1">
            <a:prstTxWarp prst="textNoShape">
              <a:avLst/>
            </a:prstTxWarp>
          </a:bodyPr>
          <a:lstStyle/>
          <a:p>
            <a:pPr marL="0" marR="0" lvl="0" indent="0" algn="l" defTabSz="958029" rtl="0" eaLnBrk="1" fontAlgn="auto" latinLnBrk="0" hangingPunct="1">
              <a:lnSpc>
                <a:spcPct val="100000"/>
              </a:lnSpc>
              <a:spcBef>
                <a:spcPts val="0"/>
              </a:spcBef>
              <a:spcAft>
                <a:spcPts val="0"/>
              </a:spcAft>
              <a:buClrTx/>
              <a:buSzTx/>
              <a:buFontTx/>
              <a:buNone/>
              <a:tabLst/>
              <a:defRPr/>
            </a:pPr>
            <a:endParaRPr kumimoji="0" lang="en-GB" sz="1600" b="0" i="0" u="none" strike="noStrike" kern="0" cap="none" spc="0" normalizeH="0" baseline="0">
              <a:ln>
                <a:noFill/>
              </a:ln>
              <a:solidFill>
                <a:srgbClr val="263147"/>
              </a:solidFill>
              <a:effectLst/>
              <a:uLnTx/>
              <a:uFillTx/>
              <a:latin typeface="Ubuntu"/>
              <a:ea typeface="+mn-ea"/>
              <a:cs typeface="+mn-cs"/>
            </a:endParaRPr>
          </a:p>
        </p:txBody>
      </p:sp>
      <p:sp>
        <p:nvSpPr>
          <p:cNvPr id="45" name="Oval 190">
            <a:extLst>
              <a:ext uri="{FF2B5EF4-FFF2-40B4-BE49-F238E27FC236}">
                <a16:creationId xmlns:a16="http://schemas.microsoft.com/office/drawing/2014/main" id="{9FBBBF90-F83B-C5F9-5BAD-0710396D410F}"/>
              </a:ext>
            </a:extLst>
          </p:cNvPr>
          <p:cNvSpPr>
            <a:spLocks noChangeArrowheads="1"/>
          </p:cNvSpPr>
          <p:nvPr/>
        </p:nvSpPr>
        <p:spPr bwMode="auto">
          <a:xfrm rot="4294561">
            <a:off x="6403791" y="4454600"/>
            <a:ext cx="1297847" cy="1280224"/>
          </a:xfrm>
          <a:prstGeom prst="ellipse">
            <a:avLst/>
          </a:prstGeom>
          <a:solidFill>
            <a:schemeClr val="accent1"/>
          </a:solidFill>
          <a:ln w="9525">
            <a:noFill/>
            <a:round/>
            <a:headEnd/>
            <a:tailEnd/>
          </a:ln>
        </p:spPr>
        <p:txBody>
          <a:bodyPr vert="horz" wrap="square" lIns="74680" tIns="37340" rIns="74680" bIns="37340" numCol="1" anchor="t" anchorCtr="0" compatLnSpc="1">
            <a:prstTxWarp prst="textNoShape">
              <a:avLst/>
            </a:prstTxWarp>
          </a:bodyPr>
          <a:lstStyle/>
          <a:p>
            <a:pPr marL="0" marR="0" lvl="0" indent="0" algn="l" defTabSz="958029" rtl="0" eaLnBrk="1" fontAlgn="auto" latinLnBrk="0" hangingPunct="1">
              <a:lnSpc>
                <a:spcPct val="100000"/>
              </a:lnSpc>
              <a:spcBef>
                <a:spcPts val="0"/>
              </a:spcBef>
              <a:spcAft>
                <a:spcPts val="0"/>
              </a:spcAft>
              <a:buClrTx/>
              <a:buSzTx/>
              <a:buFontTx/>
              <a:buNone/>
              <a:tabLst/>
              <a:defRPr/>
            </a:pPr>
            <a:endParaRPr kumimoji="0" lang="en-GB" sz="1600" b="0" i="0" u="none" strike="noStrike" kern="0" cap="none" spc="0" normalizeH="0" baseline="0">
              <a:ln>
                <a:noFill/>
              </a:ln>
              <a:solidFill>
                <a:srgbClr val="263147"/>
              </a:solidFill>
              <a:effectLst/>
              <a:uLnTx/>
              <a:uFillTx/>
              <a:latin typeface="Ubuntu"/>
              <a:ea typeface="+mn-ea"/>
              <a:cs typeface="+mn-cs"/>
            </a:endParaRPr>
          </a:p>
        </p:txBody>
      </p:sp>
      <p:sp>
        <p:nvSpPr>
          <p:cNvPr id="46" name="Oval 191">
            <a:extLst>
              <a:ext uri="{FF2B5EF4-FFF2-40B4-BE49-F238E27FC236}">
                <a16:creationId xmlns:a16="http://schemas.microsoft.com/office/drawing/2014/main" id="{3FF747B3-5945-9D8B-5358-3E631CA20A1D}"/>
              </a:ext>
            </a:extLst>
          </p:cNvPr>
          <p:cNvSpPr>
            <a:spLocks noChangeArrowheads="1"/>
          </p:cNvSpPr>
          <p:nvPr/>
        </p:nvSpPr>
        <p:spPr bwMode="auto">
          <a:xfrm rot="4294561">
            <a:off x="6470056" y="4518467"/>
            <a:ext cx="1163829" cy="1148026"/>
          </a:xfrm>
          <a:prstGeom prst="ellipse">
            <a:avLst/>
          </a:prstGeom>
          <a:solidFill>
            <a:srgbClr val="FFFFFF"/>
          </a:solidFill>
          <a:ln w="9525">
            <a:noFill/>
            <a:round/>
            <a:headEnd/>
            <a:tailEnd/>
          </a:ln>
        </p:spPr>
        <p:txBody>
          <a:bodyPr vert="horz" wrap="square" lIns="74680" tIns="37340" rIns="74680" bIns="37340" numCol="1" anchor="t" anchorCtr="0" compatLnSpc="1">
            <a:prstTxWarp prst="textNoShape">
              <a:avLst/>
            </a:prstTxWarp>
          </a:bodyPr>
          <a:lstStyle/>
          <a:p>
            <a:pPr marL="0" marR="0" lvl="0" indent="0" algn="l" defTabSz="958029" rtl="0" eaLnBrk="1" fontAlgn="auto" latinLnBrk="0" hangingPunct="1">
              <a:lnSpc>
                <a:spcPct val="100000"/>
              </a:lnSpc>
              <a:spcBef>
                <a:spcPts val="0"/>
              </a:spcBef>
              <a:spcAft>
                <a:spcPts val="0"/>
              </a:spcAft>
              <a:buClrTx/>
              <a:buSzTx/>
              <a:buFontTx/>
              <a:buNone/>
              <a:tabLst/>
              <a:defRPr/>
            </a:pPr>
            <a:endParaRPr kumimoji="0" lang="en-GB" sz="1600" b="0" i="0" u="none" strike="noStrike" kern="0" cap="none" spc="0" normalizeH="0" baseline="0">
              <a:ln>
                <a:noFill/>
              </a:ln>
              <a:solidFill>
                <a:srgbClr val="55C3F0"/>
              </a:solidFill>
              <a:effectLst/>
              <a:uLnTx/>
              <a:uFillTx/>
              <a:latin typeface="Ubuntu"/>
              <a:ea typeface="+mn-ea"/>
              <a:cs typeface="+mn-cs"/>
            </a:endParaRPr>
          </a:p>
        </p:txBody>
      </p:sp>
      <p:sp>
        <p:nvSpPr>
          <p:cNvPr id="47" name="Oval 22">
            <a:extLst>
              <a:ext uri="{FF2B5EF4-FFF2-40B4-BE49-F238E27FC236}">
                <a16:creationId xmlns:a16="http://schemas.microsoft.com/office/drawing/2014/main" id="{F6107D02-4BC0-78B0-4DF9-7DFD66A995D2}"/>
              </a:ext>
            </a:extLst>
          </p:cNvPr>
          <p:cNvSpPr>
            <a:spLocks noChangeArrowheads="1"/>
          </p:cNvSpPr>
          <p:nvPr/>
        </p:nvSpPr>
        <p:spPr bwMode="auto">
          <a:xfrm>
            <a:off x="6858413" y="2963797"/>
            <a:ext cx="1280226" cy="1297847"/>
          </a:xfrm>
          <a:prstGeom prst="ellipse">
            <a:avLst/>
          </a:prstGeom>
          <a:solidFill>
            <a:schemeClr val="accent1">
              <a:lumMod val="60000"/>
              <a:lumOff val="40000"/>
            </a:schemeClr>
          </a:solidFill>
          <a:ln w="9525">
            <a:noFill/>
            <a:round/>
            <a:headEnd/>
            <a:tailEnd/>
          </a:ln>
        </p:spPr>
        <p:txBody>
          <a:bodyPr vert="horz" wrap="square" lIns="74680" tIns="37340" rIns="74680" bIns="37340" numCol="1" anchor="t" anchorCtr="0" compatLnSpc="1">
            <a:prstTxWarp prst="textNoShape">
              <a:avLst/>
            </a:prstTxWarp>
          </a:bodyPr>
          <a:lstStyle/>
          <a:p>
            <a:pPr marL="0" marR="0" lvl="0" indent="0" algn="l" defTabSz="958029" rtl="0" eaLnBrk="1" fontAlgn="auto" latinLnBrk="0" hangingPunct="1">
              <a:lnSpc>
                <a:spcPct val="100000"/>
              </a:lnSpc>
              <a:spcBef>
                <a:spcPts val="0"/>
              </a:spcBef>
              <a:spcAft>
                <a:spcPts val="0"/>
              </a:spcAft>
              <a:buClrTx/>
              <a:buSzTx/>
              <a:buFontTx/>
              <a:buNone/>
              <a:tabLst/>
              <a:defRPr/>
            </a:pPr>
            <a:endParaRPr kumimoji="0" lang="en-GB" sz="1600" b="0" i="0" u="none" strike="noStrike" kern="0" cap="none" spc="0" normalizeH="0" baseline="0">
              <a:ln>
                <a:noFill/>
              </a:ln>
              <a:solidFill>
                <a:srgbClr val="263147"/>
              </a:solidFill>
              <a:effectLst/>
              <a:uLnTx/>
              <a:uFillTx/>
              <a:latin typeface="Ubuntu"/>
              <a:ea typeface="+mn-ea"/>
              <a:cs typeface="+mn-cs"/>
            </a:endParaRPr>
          </a:p>
        </p:txBody>
      </p:sp>
      <p:sp>
        <p:nvSpPr>
          <p:cNvPr id="48" name="Oval 23">
            <a:extLst>
              <a:ext uri="{FF2B5EF4-FFF2-40B4-BE49-F238E27FC236}">
                <a16:creationId xmlns:a16="http://schemas.microsoft.com/office/drawing/2014/main" id="{0F17D49A-DA62-7F2E-B9C0-85888DC9D9F3}"/>
              </a:ext>
            </a:extLst>
          </p:cNvPr>
          <p:cNvSpPr>
            <a:spLocks noChangeArrowheads="1"/>
          </p:cNvSpPr>
          <p:nvPr/>
        </p:nvSpPr>
        <p:spPr bwMode="auto">
          <a:xfrm>
            <a:off x="6924511" y="3030803"/>
            <a:ext cx="1148029" cy="1163829"/>
          </a:xfrm>
          <a:prstGeom prst="ellipse">
            <a:avLst/>
          </a:prstGeom>
          <a:solidFill>
            <a:srgbClr val="FFFFFF"/>
          </a:solidFill>
          <a:ln w="9525">
            <a:noFill/>
            <a:round/>
            <a:headEnd/>
            <a:tailEnd/>
          </a:ln>
        </p:spPr>
        <p:txBody>
          <a:bodyPr vert="horz" wrap="square" lIns="74680" tIns="37340" rIns="74680" bIns="37340" numCol="1" anchor="t" anchorCtr="0" compatLnSpc="1">
            <a:prstTxWarp prst="textNoShape">
              <a:avLst/>
            </a:prstTxWarp>
          </a:bodyPr>
          <a:lstStyle/>
          <a:p>
            <a:pPr marL="0" marR="0" lvl="0" indent="0" algn="l" defTabSz="958029" rtl="0" eaLnBrk="1" fontAlgn="auto" latinLnBrk="0" hangingPunct="1">
              <a:lnSpc>
                <a:spcPct val="100000"/>
              </a:lnSpc>
              <a:spcBef>
                <a:spcPts val="0"/>
              </a:spcBef>
              <a:spcAft>
                <a:spcPts val="0"/>
              </a:spcAft>
              <a:buClrTx/>
              <a:buSzTx/>
              <a:buFontTx/>
              <a:buNone/>
              <a:tabLst/>
              <a:defRPr/>
            </a:pPr>
            <a:endParaRPr kumimoji="0" lang="en-GB" sz="1600" b="0" i="0" u="none" strike="noStrike" kern="0" cap="none" spc="0" normalizeH="0" baseline="0">
              <a:ln>
                <a:noFill/>
              </a:ln>
              <a:solidFill>
                <a:srgbClr val="263147"/>
              </a:solidFill>
              <a:effectLst/>
              <a:uLnTx/>
              <a:uFillTx/>
              <a:latin typeface="Ubuntu"/>
              <a:ea typeface="+mn-ea"/>
              <a:cs typeface="+mn-cs"/>
            </a:endParaRPr>
          </a:p>
        </p:txBody>
      </p:sp>
      <p:sp>
        <p:nvSpPr>
          <p:cNvPr id="49" name="Oval 22">
            <a:extLst>
              <a:ext uri="{FF2B5EF4-FFF2-40B4-BE49-F238E27FC236}">
                <a16:creationId xmlns:a16="http://schemas.microsoft.com/office/drawing/2014/main" id="{DB333AA8-AF83-79A9-F554-8E92C7A8B056}"/>
              </a:ext>
            </a:extLst>
          </p:cNvPr>
          <p:cNvSpPr>
            <a:spLocks noChangeArrowheads="1"/>
          </p:cNvSpPr>
          <p:nvPr/>
        </p:nvSpPr>
        <p:spPr bwMode="auto">
          <a:xfrm rot="17423251">
            <a:off x="5591957" y="2057563"/>
            <a:ext cx="1297839" cy="1280225"/>
          </a:xfrm>
          <a:prstGeom prst="ellipse">
            <a:avLst/>
          </a:prstGeom>
          <a:solidFill>
            <a:schemeClr val="accent1">
              <a:lumMod val="75000"/>
            </a:schemeClr>
          </a:solidFill>
          <a:ln w="9525">
            <a:noFill/>
            <a:round/>
            <a:headEnd/>
            <a:tailEnd/>
          </a:ln>
        </p:spPr>
        <p:txBody>
          <a:bodyPr vert="horz" wrap="square" lIns="74680" tIns="37340" rIns="74680" bIns="37340" numCol="1" anchor="t" anchorCtr="0" compatLnSpc="1">
            <a:prstTxWarp prst="textNoShape">
              <a:avLst/>
            </a:prstTxWarp>
          </a:bodyPr>
          <a:lstStyle/>
          <a:p>
            <a:pPr marL="0" marR="0" lvl="0" indent="0" algn="l" defTabSz="958029" rtl="0" eaLnBrk="1" fontAlgn="auto" latinLnBrk="0" hangingPunct="1">
              <a:lnSpc>
                <a:spcPct val="100000"/>
              </a:lnSpc>
              <a:spcBef>
                <a:spcPts val="0"/>
              </a:spcBef>
              <a:spcAft>
                <a:spcPts val="0"/>
              </a:spcAft>
              <a:buClrTx/>
              <a:buSzTx/>
              <a:buFontTx/>
              <a:buNone/>
              <a:tabLst/>
              <a:defRPr/>
            </a:pPr>
            <a:endParaRPr kumimoji="0" lang="en-GB" sz="1600" b="0" i="0" u="none" strike="noStrike" kern="0" cap="none" spc="0" normalizeH="0" baseline="0">
              <a:ln>
                <a:noFill/>
              </a:ln>
              <a:solidFill>
                <a:srgbClr val="263147"/>
              </a:solidFill>
              <a:effectLst/>
              <a:uLnTx/>
              <a:uFillTx/>
              <a:latin typeface="Ubuntu"/>
              <a:ea typeface="+mn-ea"/>
              <a:cs typeface="+mn-cs"/>
            </a:endParaRPr>
          </a:p>
        </p:txBody>
      </p:sp>
      <p:sp>
        <p:nvSpPr>
          <p:cNvPr id="50" name="Oval 23">
            <a:extLst>
              <a:ext uri="{FF2B5EF4-FFF2-40B4-BE49-F238E27FC236}">
                <a16:creationId xmlns:a16="http://schemas.microsoft.com/office/drawing/2014/main" id="{EE81459C-9CC4-6DE3-9726-1805A772A001}"/>
              </a:ext>
            </a:extLst>
          </p:cNvPr>
          <p:cNvSpPr>
            <a:spLocks noChangeArrowheads="1"/>
          </p:cNvSpPr>
          <p:nvPr/>
        </p:nvSpPr>
        <p:spPr bwMode="auto">
          <a:xfrm rot="17423251">
            <a:off x="5658965" y="2123662"/>
            <a:ext cx="1163823" cy="1148028"/>
          </a:xfrm>
          <a:prstGeom prst="ellipse">
            <a:avLst/>
          </a:prstGeom>
          <a:solidFill>
            <a:srgbClr val="FFFFFF"/>
          </a:solidFill>
          <a:ln w="9525">
            <a:noFill/>
            <a:round/>
            <a:headEnd/>
            <a:tailEnd/>
          </a:ln>
        </p:spPr>
        <p:txBody>
          <a:bodyPr vert="horz" wrap="square" lIns="74680" tIns="37340" rIns="74680" bIns="37340" numCol="1" anchor="t" anchorCtr="0" compatLnSpc="1">
            <a:prstTxWarp prst="textNoShape">
              <a:avLst/>
            </a:prstTxWarp>
          </a:bodyPr>
          <a:lstStyle/>
          <a:p>
            <a:pPr marL="0" marR="0" lvl="0" indent="0" algn="l" defTabSz="958029" rtl="0" eaLnBrk="1" fontAlgn="auto" latinLnBrk="0" hangingPunct="1">
              <a:lnSpc>
                <a:spcPct val="100000"/>
              </a:lnSpc>
              <a:spcBef>
                <a:spcPts val="0"/>
              </a:spcBef>
              <a:spcAft>
                <a:spcPts val="0"/>
              </a:spcAft>
              <a:buClrTx/>
              <a:buSzTx/>
              <a:buFontTx/>
              <a:buNone/>
              <a:tabLst/>
              <a:defRPr/>
            </a:pPr>
            <a:endParaRPr kumimoji="0" lang="en-GB" sz="1600" b="0" i="0" u="none" strike="noStrike" kern="0" cap="none" spc="0" normalizeH="0" baseline="0">
              <a:ln>
                <a:noFill/>
              </a:ln>
              <a:solidFill>
                <a:schemeClr val="tx2"/>
              </a:solidFill>
              <a:effectLst/>
              <a:uLnTx/>
              <a:uFillTx/>
              <a:latin typeface="Ubuntu"/>
              <a:ea typeface="+mn-ea"/>
              <a:cs typeface="+mn-cs"/>
            </a:endParaRPr>
          </a:p>
        </p:txBody>
      </p:sp>
      <p:sp>
        <p:nvSpPr>
          <p:cNvPr id="51" name="Rectangle 50">
            <a:extLst>
              <a:ext uri="{FF2B5EF4-FFF2-40B4-BE49-F238E27FC236}">
                <a16:creationId xmlns:a16="http://schemas.microsoft.com/office/drawing/2014/main" id="{21243EB1-AE57-28C8-0F9D-7E8678A844AA}"/>
              </a:ext>
            </a:extLst>
          </p:cNvPr>
          <p:cNvSpPr/>
          <p:nvPr/>
        </p:nvSpPr>
        <p:spPr>
          <a:xfrm>
            <a:off x="6455718" y="4736950"/>
            <a:ext cx="1262289" cy="184794"/>
          </a:xfrm>
          <a:prstGeom prst="rect">
            <a:avLst/>
          </a:prstGeom>
        </p:spPr>
        <p:txBody>
          <a:bodyPr wrap="square" lIns="0" tIns="0" rIns="0" bIns="0">
            <a:spAutoFit/>
          </a:bodyPr>
          <a:lstStyle/>
          <a:p>
            <a:pPr marL="0" marR="0" lvl="0" indent="0" algn="ctr" defTabSz="958029" rtl="0" eaLnBrk="1" fontAlgn="auto" latinLnBrk="0" hangingPunct="1">
              <a:lnSpc>
                <a:spcPct val="100000"/>
              </a:lnSpc>
              <a:spcBef>
                <a:spcPts val="0"/>
              </a:spcBef>
              <a:spcAft>
                <a:spcPts val="0"/>
              </a:spcAft>
              <a:buClrTx/>
              <a:buSzTx/>
              <a:buFontTx/>
              <a:buNone/>
              <a:tabLst/>
              <a:defRPr/>
            </a:pPr>
            <a:endParaRPr kumimoji="0" lang="en-GB" sz="1201" b="1" i="0" u="none" strike="noStrike" kern="0" cap="none" spc="0" normalizeH="0" baseline="0">
              <a:ln>
                <a:noFill/>
              </a:ln>
              <a:solidFill>
                <a:srgbClr val="F2A300"/>
              </a:solidFill>
              <a:effectLst/>
              <a:uLnTx/>
              <a:uFillTx/>
              <a:latin typeface="Ubuntu"/>
              <a:ea typeface="+mn-ea"/>
              <a:cs typeface="+mn-cs"/>
            </a:endParaRPr>
          </a:p>
        </p:txBody>
      </p:sp>
      <p:sp>
        <p:nvSpPr>
          <p:cNvPr id="52" name="Rectangle 199">
            <a:extLst>
              <a:ext uri="{FF2B5EF4-FFF2-40B4-BE49-F238E27FC236}">
                <a16:creationId xmlns:a16="http://schemas.microsoft.com/office/drawing/2014/main" id="{FC46BE1E-2956-B6F8-F6F8-7FC199E8D5C7}"/>
              </a:ext>
            </a:extLst>
          </p:cNvPr>
          <p:cNvSpPr/>
          <p:nvPr/>
        </p:nvSpPr>
        <p:spPr>
          <a:xfrm>
            <a:off x="6916153" y="3381885"/>
            <a:ext cx="1164747" cy="461665"/>
          </a:xfrm>
          <a:prstGeom prst="rect">
            <a:avLst/>
          </a:prstGeom>
        </p:spPr>
        <p:txBody>
          <a:bodyPr wrap="square" lIns="0" tIns="0" rIns="0" bIns="0">
            <a:spAutoFit/>
          </a:bodyPr>
          <a:lstStyle/>
          <a:p>
            <a:pPr algn="ctr" defTabSz="958029">
              <a:defRPr/>
            </a:pPr>
            <a:r>
              <a:rPr lang="en-GB" sz="1000" b="1" kern="0">
                <a:solidFill>
                  <a:schemeClr val="accent1">
                    <a:lumMod val="60000"/>
                    <a:lumOff val="40000"/>
                  </a:schemeClr>
                </a:solidFill>
              </a:rPr>
              <a:t>Governance</a:t>
            </a:r>
          </a:p>
          <a:p>
            <a:pPr algn="ctr" defTabSz="958029">
              <a:defRPr/>
            </a:pPr>
            <a:r>
              <a:rPr lang="en-GB" sz="1000" kern="0">
                <a:solidFill>
                  <a:schemeClr val="accent1">
                    <a:lumMod val="60000"/>
                    <a:lumOff val="40000"/>
                  </a:schemeClr>
                </a:solidFill>
              </a:rPr>
              <a:t>Policies &amp; committees</a:t>
            </a:r>
          </a:p>
        </p:txBody>
      </p:sp>
      <p:sp>
        <p:nvSpPr>
          <p:cNvPr id="53" name="Rectangle 201">
            <a:extLst>
              <a:ext uri="{FF2B5EF4-FFF2-40B4-BE49-F238E27FC236}">
                <a16:creationId xmlns:a16="http://schemas.microsoft.com/office/drawing/2014/main" id="{46CDACDC-F19A-C192-FDE8-4AE7CD276802}"/>
              </a:ext>
            </a:extLst>
          </p:cNvPr>
          <p:cNvSpPr/>
          <p:nvPr/>
        </p:nvSpPr>
        <p:spPr>
          <a:xfrm>
            <a:off x="5010849" y="4882310"/>
            <a:ext cx="893530" cy="461665"/>
          </a:xfrm>
          <a:prstGeom prst="rect">
            <a:avLst/>
          </a:prstGeom>
          <a:noFill/>
        </p:spPr>
        <p:txBody>
          <a:bodyPr wrap="square" lIns="0" tIns="0" rIns="0" bIns="0">
            <a:spAutoFit/>
          </a:bodyPr>
          <a:lstStyle/>
          <a:p>
            <a:pPr algn="ctr" defTabSz="958029">
              <a:defRPr/>
            </a:pPr>
            <a:r>
              <a:rPr lang="en-GB" sz="1000" b="1" kern="0">
                <a:solidFill>
                  <a:srgbClr val="14A5E0"/>
                </a:solidFill>
              </a:rPr>
              <a:t>Processes</a:t>
            </a:r>
          </a:p>
          <a:p>
            <a:pPr algn="ctr" defTabSz="958029">
              <a:defRPr/>
            </a:pPr>
            <a:r>
              <a:rPr lang="en-GB" sz="1000" kern="0">
                <a:solidFill>
                  <a:srgbClr val="14A5E0"/>
                </a:solidFill>
              </a:rPr>
              <a:t>Build &amp; run integration</a:t>
            </a:r>
          </a:p>
        </p:txBody>
      </p:sp>
      <p:sp>
        <p:nvSpPr>
          <p:cNvPr id="54" name="Rectangle 202">
            <a:extLst>
              <a:ext uri="{FF2B5EF4-FFF2-40B4-BE49-F238E27FC236}">
                <a16:creationId xmlns:a16="http://schemas.microsoft.com/office/drawing/2014/main" id="{CEEA27CD-BCB3-9E27-E740-287FD51D4C72}"/>
              </a:ext>
            </a:extLst>
          </p:cNvPr>
          <p:cNvSpPr/>
          <p:nvPr/>
        </p:nvSpPr>
        <p:spPr>
          <a:xfrm>
            <a:off x="4548151" y="3292961"/>
            <a:ext cx="897284" cy="615553"/>
          </a:xfrm>
          <a:prstGeom prst="rect">
            <a:avLst/>
          </a:prstGeom>
        </p:spPr>
        <p:txBody>
          <a:bodyPr wrap="square" lIns="0" tIns="0" rIns="0" bIns="0">
            <a:spAutoFit/>
          </a:bodyPr>
          <a:lstStyle/>
          <a:p>
            <a:pPr algn="ctr" defTabSz="958029">
              <a:defRPr/>
            </a:pPr>
            <a:r>
              <a:rPr lang="en-GB" sz="1000" b="1" kern="0">
                <a:solidFill>
                  <a:srgbClr val="0D6E95"/>
                </a:solidFill>
              </a:rPr>
              <a:t>People &amp; culture</a:t>
            </a:r>
          </a:p>
          <a:p>
            <a:pPr algn="ctr" defTabSz="958029">
              <a:defRPr/>
            </a:pPr>
            <a:r>
              <a:rPr lang="en-GB" sz="1000" kern="0">
                <a:solidFill>
                  <a:srgbClr val="0D6E95"/>
                </a:solidFill>
              </a:rPr>
              <a:t>Qualification &amp; training</a:t>
            </a:r>
          </a:p>
        </p:txBody>
      </p:sp>
      <p:sp>
        <p:nvSpPr>
          <p:cNvPr id="55" name="Rectangle 203">
            <a:extLst>
              <a:ext uri="{FF2B5EF4-FFF2-40B4-BE49-F238E27FC236}">
                <a16:creationId xmlns:a16="http://schemas.microsoft.com/office/drawing/2014/main" id="{045B3625-252C-48BF-BFD5-4DBA6646FAEA}"/>
              </a:ext>
            </a:extLst>
          </p:cNvPr>
          <p:cNvSpPr/>
          <p:nvPr/>
        </p:nvSpPr>
        <p:spPr>
          <a:xfrm>
            <a:off x="5702329" y="2466843"/>
            <a:ext cx="1077095" cy="461665"/>
          </a:xfrm>
          <a:prstGeom prst="rect">
            <a:avLst/>
          </a:prstGeom>
        </p:spPr>
        <p:txBody>
          <a:bodyPr wrap="square" lIns="0" tIns="0" rIns="0" bIns="0">
            <a:spAutoFit/>
          </a:bodyPr>
          <a:lstStyle/>
          <a:p>
            <a:pPr algn="ctr" defTabSz="958029">
              <a:defRPr/>
            </a:pPr>
            <a:r>
              <a:rPr lang="en-GB" sz="1000" b="1" kern="0">
                <a:solidFill>
                  <a:schemeClr val="accent1">
                    <a:lumMod val="50000"/>
                  </a:schemeClr>
                </a:solidFill>
              </a:rPr>
              <a:t>Organisation</a:t>
            </a:r>
          </a:p>
          <a:p>
            <a:pPr algn="ctr" defTabSz="958029">
              <a:defRPr/>
            </a:pPr>
            <a:r>
              <a:rPr lang="en-GB" sz="1000" kern="0">
                <a:solidFill>
                  <a:schemeClr val="accent1">
                    <a:lumMod val="50000"/>
                  </a:schemeClr>
                </a:solidFill>
              </a:rPr>
              <a:t>Structure &amp; </a:t>
            </a:r>
          </a:p>
          <a:p>
            <a:pPr algn="ctr" defTabSz="958029">
              <a:defRPr/>
            </a:pPr>
            <a:r>
              <a:rPr lang="en-GB" sz="1000" kern="0">
                <a:solidFill>
                  <a:schemeClr val="accent1">
                    <a:lumMod val="50000"/>
                  </a:schemeClr>
                </a:solidFill>
              </a:rPr>
              <a:t>roles</a:t>
            </a:r>
          </a:p>
        </p:txBody>
      </p:sp>
      <p:sp>
        <p:nvSpPr>
          <p:cNvPr id="56" name="Rectangle 204">
            <a:extLst>
              <a:ext uri="{FF2B5EF4-FFF2-40B4-BE49-F238E27FC236}">
                <a16:creationId xmlns:a16="http://schemas.microsoft.com/office/drawing/2014/main" id="{777838CE-9E95-E8A1-99AD-32B167ACCC6A}"/>
              </a:ext>
            </a:extLst>
          </p:cNvPr>
          <p:cNvSpPr/>
          <p:nvPr/>
        </p:nvSpPr>
        <p:spPr>
          <a:xfrm>
            <a:off x="6540564" y="4823953"/>
            <a:ext cx="1022811" cy="537054"/>
          </a:xfrm>
          <a:prstGeom prst="rect">
            <a:avLst/>
          </a:prstGeom>
        </p:spPr>
        <p:txBody>
          <a:bodyPr wrap="none" lIns="74659" tIns="37330" rIns="74659" bIns="37330">
            <a:spAutoFit/>
          </a:bodyPr>
          <a:lstStyle/>
          <a:p>
            <a:pPr algn="ctr" defTabSz="958029">
              <a:defRPr/>
            </a:pPr>
            <a:r>
              <a:rPr lang="en-GB" sz="1000" b="1" kern="0">
                <a:solidFill>
                  <a:schemeClr val="accent1"/>
                </a:solidFill>
              </a:rPr>
              <a:t>Technology</a:t>
            </a:r>
          </a:p>
          <a:p>
            <a:pPr algn="ctr" defTabSz="958029">
              <a:defRPr/>
            </a:pPr>
            <a:r>
              <a:rPr lang="en-GB" sz="1000" kern="0">
                <a:solidFill>
                  <a:schemeClr val="accent1"/>
                </a:solidFill>
              </a:rPr>
              <a:t>Architecture &amp; </a:t>
            </a:r>
          </a:p>
          <a:p>
            <a:pPr algn="ctr" defTabSz="958029">
              <a:defRPr/>
            </a:pPr>
            <a:r>
              <a:rPr lang="en-GB" sz="1000" kern="0">
                <a:solidFill>
                  <a:schemeClr val="accent1"/>
                </a:solidFill>
              </a:rPr>
              <a:t>ecosystem</a:t>
            </a:r>
          </a:p>
        </p:txBody>
      </p:sp>
      <p:sp>
        <p:nvSpPr>
          <p:cNvPr id="57" name="Rectangle 203">
            <a:extLst>
              <a:ext uri="{FF2B5EF4-FFF2-40B4-BE49-F238E27FC236}">
                <a16:creationId xmlns:a16="http://schemas.microsoft.com/office/drawing/2014/main" id="{9C91CFCB-1B58-91EA-BB2C-3B333B9C686E}"/>
              </a:ext>
            </a:extLst>
          </p:cNvPr>
          <p:cNvSpPr/>
          <p:nvPr/>
        </p:nvSpPr>
        <p:spPr>
          <a:xfrm>
            <a:off x="4118500" y="2212291"/>
            <a:ext cx="897579" cy="307777"/>
          </a:xfrm>
          <a:prstGeom prst="rect">
            <a:avLst/>
          </a:prstGeom>
        </p:spPr>
        <p:txBody>
          <a:bodyPr wrap="square" lIns="0" tIns="0" rIns="0" bIns="0">
            <a:spAutoFit/>
          </a:bodyPr>
          <a:lstStyle/>
          <a:p>
            <a:pPr algn="ctr" defTabSz="958029">
              <a:defRPr/>
            </a:pPr>
            <a:r>
              <a:rPr lang="en-GB" sz="1000" b="1" kern="0">
                <a:solidFill>
                  <a:schemeClr val="accent1">
                    <a:lumMod val="20000"/>
                    <a:lumOff val="80000"/>
                  </a:schemeClr>
                </a:solidFill>
              </a:rPr>
              <a:t>Mission and vision</a:t>
            </a:r>
            <a:endParaRPr lang="en-GB" sz="1000" kern="0">
              <a:solidFill>
                <a:schemeClr val="accent1">
                  <a:lumMod val="20000"/>
                  <a:lumOff val="80000"/>
                </a:schemeClr>
              </a:solidFill>
            </a:endParaRPr>
          </a:p>
        </p:txBody>
      </p:sp>
      <p:cxnSp>
        <p:nvCxnSpPr>
          <p:cNvPr id="58" name="Straight Connector 57">
            <a:extLst>
              <a:ext uri="{FF2B5EF4-FFF2-40B4-BE49-F238E27FC236}">
                <a16:creationId xmlns:a16="http://schemas.microsoft.com/office/drawing/2014/main" id="{6282D805-8429-2FD6-A7AA-4707705A2BAB}"/>
              </a:ext>
            </a:extLst>
          </p:cNvPr>
          <p:cNvCxnSpPr>
            <a:stCxn id="57" idx="3"/>
          </p:cNvCxnSpPr>
          <p:nvPr/>
        </p:nvCxnSpPr>
        <p:spPr>
          <a:xfrm>
            <a:off x="5016079" y="2366180"/>
            <a:ext cx="383879" cy="385100"/>
          </a:xfrm>
          <a:prstGeom prst="line">
            <a:avLst/>
          </a:prstGeom>
          <a:ln w="12700">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
        <p:nvSpPr>
          <p:cNvPr id="59" name="Oval 58">
            <a:extLst>
              <a:ext uri="{FF2B5EF4-FFF2-40B4-BE49-F238E27FC236}">
                <a16:creationId xmlns:a16="http://schemas.microsoft.com/office/drawing/2014/main" id="{AFEF92CA-D0BC-3293-C875-80AAF07A2D9F}"/>
              </a:ext>
            </a:extLst>
          </p:cNvPr>
          <p:cNvSpPr/>
          <p:nvPr/>
        </p:nvSpPr>
        <p:spPr>
          <a:xfrm>
            <a:off x="5338917" y="2714420"/>
            <a:ext cx="102921" cy="102921"/>
          </a:xfrm>
          <a:prstGeom prst="ellipse">
            <a:avLst/>
          </a:prstGeom>
          <a:solidFill>
            <a:srgbClr val="4A4C4E"/>
          </a:soli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400" err="1">
              <a:solidFill>
                <a:schemeClr val="tx1"/>
              </a:solidFill>
            </a:endParaRPr>
          </a:p>
        </p:txBody>
      </p:sp>
      <p:grpSp>
        <p:nvGrpSpPr>
          <p:cNvPr id="69" name="Group 68">
            <a:extLst>
              <a:ext uri="{FF2B5EF4-FFF2-40B4-BE49-F238E27FC236}">
                <a16:creationId xmlns:a16="http://schemas.microsoft.com/office/drawing/2014/main" id="{3A814A71-40E3-5DFE-8F40-129AD82624FC}"/>
              </a:ext>
            </a:extLst>
          </p:cNvPr>
          <p:cNvGrpSpPr/>
          <p:nvPr/>
        </p:nvGrpSpPr>
        <p:grpSpPr>
          <a:xfrm>
            <a:off x="5392317" y="70096"/>
            <a:ext cx="5304257" cy="167498"/>
            <a:chOff x="6837649" y="990853"/>
            <a:chExt cx="5304257" cy="261730"/>
          </a:xfrm>
        </p:grpSpPr>
        <p:sp>
          <p:nvSpPr>
            <p:cNvPr id="70" name="Rectangle: Rounded Corners 69">
              <a:extLst>
                <a:ext uri="{FF2B5EF4-FFF2-40B4-BE49-F238E27FC236}">
                  <a16:creationId xmlns:a16="http://schemas.microsoft.com/office/drawing/2014/main" id="{4DC69029-A0BB-2925-1CF3-941670A2BA48}"/>
                </a:ext>
              </a:extLst>
            </p:cNvPr>
            <p:cNvSpPr/>
            <p:nvPr/>
          </p:nvSpPr>
          <p:spPr>
            <a:xfrm>
              <a:off x="6837649" y="990853"/>
              <a:ext cx="1004635" cy="249108"/>
            </a:xfrm>
            <a:prstGeom prst="roundRect">
              <a:avLst/>
            </a:prstGeom>
            <a:solidFill>
              <a:srgbClr val="40404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700"/>
                <a:t>Our Understanding</a:t>
              </a:r>
              <a:endParaRPr lang="en-IN" sz="700" err="1"/>
            </a:p>
          </p:txBody>
        </p:sp>
        <p:sp>
          <p:nvSpPr>
            <p:cNvPr id="71" name="Rectangle: Rounded Corners 70">
              <a:extLst>
                <a:ext uri="{FF2B5EF4-FFF2-40B4-BE49-F238E27FC236}">
                  <a16:creationId xmlns:a16="http://schemas.microsoft.com/office/drawing/2014/main" id="{DAC789A0-2945-918C-34CC-D51BEBDE2AEC}"/>
                </a:ext>
              </a:extLst>
            </p:cNvPr>
            <p:cNvSpPr/>
            <p:nvPr/>
          </p:nvSpPr>
          <p:spPr>
            <a:xfrm>
              <a:off x="7953152" y="1002292"/>
              <a:ext cx="1004635" cy="249108"/>
            </a:xfrm>
            <a:prstGeom prst="roundRect">
              <a:avLst/>
            </a:prstGeom>
            <a:solidFill>
              <a:srgbClr val="40404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700"/>
                <a:t>Approach</a:t>
              </a:r>
              <a:endParaRPr lang="en-IN" sz="700" err="1"/>
            </a:p>
          </p:txBody>
        </p:sp>
        <p:sp>
          <p:nvSpPr>
            <p:cNvPr id="78" name="Rectangle: Rounded Corners 77">
              <a:extLst>
                <a:ext uri="{FF2B5EF4-FFF2-40B4-BE49-F238E27FC236}">
                  <a16:creationId xmlns:a16="http://schemas.microsoft.com/office/drawing/2014/main" id="{FA4A1681-494D-4F3D-20EB-121B366803F2}"/>
                </a:ext>
              </a:extLst>
            </p:cNvPr>
            <p:cNvSpPr/>
            <p:nvPr/>
          </p:nvSpPr>
          <p:spPr>
            <a:xfrm>
              <a:off x="9017511" y="1003475"/>
              <a:ext cx="1004635" cy="249108"/>
            </a:xfrm>
            <a:prstGeom prst="roundRect">
              <a:avLst/>
            </a:prstGeom>
            <a:solidFill>
              <a:srgbClr val="40404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700"/>
                <a:t>Team</a:t>
              </a:r>
              <a:endParaRPr lang="en-IN" sz="700"/>
            </a:p>
          </p:txBody>
        </p:sp>
        <p:sp>
          <p:nvSpPr>
            <p:cNvPr id="79" name="Rectangle: Rounded Corners 78">
              <a:extLst>
                <a:ext uri="{FF2B5EF4-FFF2-40B4-BE49-F238E27FC236}">
                  <a16:creationId xmlns:a16="http://schemas.microsoft.com/office/drawing/2014/main" id="{AA753022-B1EB-69D0-0FBF-6FAB2141101C}"/>
                </a:ext>
              </a:extLst>
            </p:cNvPr>
            <p:cNvSpPr/>
            <p:nvPr/>
          </p:nvSpPr>
          <p:spPr>
            <a:xfrm>
              <a:off x="10081870" y="1001985"/>
              <a:ext cx="1004635" cy="249108"/>
            </a:xfrm>
            <a:prstGeom prst="roundRect">
              <a:avLst/>
            </a:prstGeom>
            <a:solidFill>
              <a:srgbClr val="40404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700"/>
                <a:t>Why US</a:t>
              </a:r>
              <a:endParaRPr lang="en-IN" sz="700"/>
            </a:p>
          </p:txBody>
        </p:sp>
        <p:sp>
          <p:nvSpPr>
            <p:cNvPr id="80" name="Rectangle: Rounded Corners 79">
              <a:extLst>
                <a:ext uri="{FF2B5EF4-FFF2-40B4-BE49-F238E27FC236}">
                  <a16:creationId xmlns:a16="http://schemas.microsoft.com/office/drawing/2014/main" id="{FBBA0BBD-1FF0-D96C-A768-BC70DF4A1E2B}"/>
                </a:ext>
              </a:extLst>
            </p:cNvPr>
            <p:cNvSpPr/>
            <p:nvPr/>
          </p:nvSpPr>
          <p:spPr>
            <a:xfrm>
              <a:off x="11137271" y="997539"/>
              <a:ext cx="1004635" cy="249108"/>
            </a:xfrm>
            <a:prstGeom prst="roundRect">
              <a:avLst/>
            </a:prstGeom>
            <a:solidFill>
              <a:srgbClr val="0070A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700"/>
                <a:t>Credentials</a:t>
              </a:r>
              <a:endParaRPr lang="en-IN" sz="700"/>
            </a:p>
          </p:txBody>
        </p:sp>
      </p:grpSp>
    </p:spTree>
    <p:extLst>
      <p:ext uri="{BB962C8B-B14F-4D97-AF65-F5344CB8AC3E}">
        <p14:creationId xmlns:p14="http://schemas.microsoft.com/office/powerpoint/2010/main" val="220033588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1C27CD1-7506-C4D0-0CC7-8903349E80DC}"/>
            </a:ext>
          </a:extLst>
        </p:cNvPr>
        <p:cNvGrpSpPr/>
        <p:nvPr/>
      </p:nvGrpSpPr>
      <p:grpSpPr>
        <a:xfrm>
          <a:off x="0" y="0"/>
          <a:ext cx="0" cy="0"/>
          <a:chOff x="0" y="0"/>
          <a:chExt cx="0" cy="0"/>
        </a:xfrm>
      </p:grpSpPr>
      <p:graphicFrame>
        <p:nvGraphicFramePr>
          <p:cNvPr id="5" name="think-cell data - do not delete" hidden="1">
            <a:extLst>
              <a:ext uri="{FF2B5EF4-FFF2-40B4-BE49-F238E27FC236}">
                <a16:creationId xmlns:a16="http://schemas.microsoft.com/office/drawing/2014/main" id="{47B230F6-5EE5-A440-56FF-90FAE51992D0}"/>
              </a:ext>
            </a:extLst>
          </p:cNvPr>
          <p:cNvGraphicFramePr>
            <a:graphicFrameLocks noChangeAspect="1"/>
          </p:cNvGraphicFramePr>
          <p:nvPr>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272" imgH="272" progId="TCLayout.ActiveDocument.1">
                  <p:embed/>
                </p:oleObj>
              </mc:Choice>
              <mc:Fallback>
                <p:oleObj name="think-cell Slide" r:id="rId3" imgW="272" imgH="272" progId="TCLayout.ActiveDocument.1">
                  <p:embed/>
                  <p:pic>
                    <p:nvPicPr>
                      <p:cNvPr id="5" name="think-cell data - do not delete" hidden="1">
                        <a:extLst>
                          <a:ext uri="{FF2B5EF4-FFF2-40B4-BE49-F238E27FC236}">
                            <a16:creationId xmlns:a16="http://schemas.microsoft.com/office/drawing/2014/main" id="{47B230F6-5EE5-A440-56FF-90FAE51992D0}"/>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pic>
        <p:nvPicPr>
          <p:cNvPr id="17" name="Picture Placeholder 16" descr="A tall building with a city in the background&#10;&#10;AI-generated content may be incorrect.">
            <a:extLst>
              <a:ext uri="{FF2B5EF4-FFF2-40B4-BE49-F238E27FC236}">
                <a16:creationId xmlns:a16="http://schemas.microsoft.com/office/drawing/2014/main" id="{27868A92-EC46-070E-D13E-48DB419AB115}"/>
              </a:ext>
            </a:extLst>
          </p:cNvPr>
          <p:cNvPicPr>
            <a:picLocks noGrp="1" noChangeAspect="1"/>
          </p:cNvPicPr>
          <p:nvPr>
            <p:ph type="pic" sz="quarter" idx="18"/>
          </p:nvPr>
        </p:nvPicPr>
        <p:blipFill>
          <a:blip r:embed="rId5"/>
          <a:srcRect l="27495" r="27495"/>
          <a:stretch>
            <a:fillRect/>
          </a:stretch>
        </p:blipFill>
        <p:spPr/>
      </p:pic>
      <p:sp>
        <p:nvSpPr>
          <p:cNvPr id="6" name="Title 5">
            <a:extLst>
              <a:ext uri="{FF2B5EF4-FFF2-40B4-BE49-F238E27FC236}">
                <a16:creationId xmlns:a16="http://schemas.microsoft.com/office/drawing/2014/main" id="{49E8ACE5-2682-2F68-79D1-0673CB0FAABF}"/>
              </a:ext>
            </a:extLst>
          </p:cNvPr>
          <p:cNvSpPr>
            <a:spLocks noGrp="1"/>
          </p:cNvSpPr>
          <p:nvPr>
            <p:ph type="title"/>
          </p:nvPr>
        </p:nvSpPr>
        <p:spPr/>
        <p:txBody>
          <a:bodyPr vert="horz"/>
          <a:lstStyle/>
          <a:p>
            <a:r>
              <a:rPr lang="en-US" cap="none">
                <a:latin typeface="+mn-lt"/>
              </a:rPr>
              <a:t>For a leading German Telecom operator, we are leveraging strategic BPM, driving the future of</a:t>
            </a:r>
            <a:r>
              <a:rPr lang="de-DE" cap="none">
                <a:latin typeface="+mn-lt"/>
              </a:rPr>
              <a:t> </a:t>
            </a:r>
            <a:r>
              <a:rPr lang="en-US" cap="none">
                <a:latin typeface="+mn-lt"/>
              </a:rPr>
              <a:t>telco business process management</a:t>
            </a:r>
          </a:p>
        </p:txBody>
      </p:sp>
      <p:sp>
        <p:nvSpPr>
          <p:cNvPr id="7" name="Text Placeholder 6">
            <a:extLst>
              <a:ext uri="{FF2B5EF4-FFF2-40B4-BE49-F238E27FC236}">
                <a16:creationId xmlns:a16="http://schemas.microsoft.com/office/drawing/2014/main" id="{75459019-8D90-7B35-6281-BA4ED59819CB}"/>
              </a:ext>
            </a:extLst>
          </p:cNvPr>
          <p:cNvSpPr>
            <a:spLocks noGrp="1"/>
          </p:cNvSpPr>
          <p:nvPr>
            <p:ph type="body" sz="quarter" idx="15"/>
          </p:nvPr>
        </p:nvSpPr>
        <p:spPr>
          <a:xfrm>
            <a:off x="585351" y="1540170"/>
            <a:ext cx="7561263" cy="492443"/>
          </a:xfrm>
        </p:spPr>
        <p:txBody>
          <a:bodyPr/>
          <a:lstStyle/>
          <a:p>
            <a:r>
              <a:rPr lang="en-US"/>
              <a:t>In Q1 2025, Capgemini Invent was awarded as strategic partner for the BPM strategy in  the operator central Transformation program</a:t>
            </a:r>
            <a:endParaRPr lang="de-DE"/>
          </a:p>
        </p:txBody>
      </p:sp>
      <p:sp>
        <p:nvSpPr>
          <p:cNvPr id="8" name="Text Placeholder 7">
            <a:extLst>
              <a:ext uri="{FF2B5EF4-FFF2-40B4-BE49-F238E27FC236}">
                <a16:creationId xmlns:a16="http://schemas.microsoft.com/office/drawing/2014/main" id="{A68A05A4-2568-6FAF-0B08-D58B59DA4852}"/>
              </a:ext>
            </a:extLst>
          </p:cNvPr>
          <p:cNvSpPr>
            <a:spLocks noGrp="1"/>
          </p:cNvSpPr>
          <p:nvPr>
            <p:ph type="body" sz="quarter" idx="17"/>
          </p:nvPr>
        </p:nvSpPr>
        <p:spPr>
          <a:xfrm>
            <a:off x="551384" y="2286700"/>
            <a:ext cx="7560077" cy="4536356"/>
          </a:xfrm>
        </p:spPr>
        <p:txBody>
          <a:bodyPr/>
          <a:lstStyle/>
          <a:p>
            <a:pPr marL="171450" indent="-171450">
              <a:spcBef>
                <a:spcPts val="1200"/>
              </a:spcBef>
              <a:buFont typeface="Arial" panose="020B0604020202020204" pitchFamily="34" charset="0"/>
              <a:buChar char="•"/>
            </a:pPr>
            <a:r>
              <a:rPr lang="en-US" sz="1600"/>
              <a:t>Business Process Management Strategy &amp; Roadmap design together with </a:t>
            </a:r>
            <a:r>
              <a:rPr lang="en-US" sz="1600" err="1"/>
              <a:t>CxOs</a:t>
            </a:r>
            <a:endParaRPr lang="en-US" sz="1600"/>
          </a:p>
          <a:p>
            <a:pPr marL="171450" indent="-171450">
              <a:spcBef>
                <a:spcPts val="1200"/>
              </a:spcBef>
              <a:buFont typeface="Arial" panose="020B0604020202020204" pitchFamily="34" charset="0"/>
              <a:buChar char="•"/>
            </a:pPr>
            <a:r>
              <a:rPr lang="en-US" sz="1600"/>
              <a:t>Selected PoC case with client’s </a:t>
            </a:r>
            <a:r>
              <a:rPr lang="en-US" sz="1600" err="1"/>
              <a:t>OmniChannel</a:t>
            </a:r>
            <a:r>
              <a:rPr lang="en-US" sz="1600"/>
              <a:t> Consumer team to demonstrate process optimization value to the organization</a:t>
            </a:r>
          </a:p>
          <a:p>
            <a:pPr marL="171450" indent="-171450">
              <a:spcBef>
                <a:spcPts val="1200"/>
              </a:spcBef>
              <a:buFont typeface="Arial" panose="020B0604020202020204" pitchFamily="34" charset="0"/>
              <a:buChar char="•"/>
            </a:pPr>
            <a:r>
              <a:rPr lang="en-US" sz="1600"/>
              <a:t>Enabling process mining on the Telco new process management platform (Signavio)</a:t>
            </a:r>
          </a:p>
          <a:p>
            <a:pPr marL="171450" indent="-171450">
              <a:spcBef>
                <a:spcPts val="1200"/>
              </a:spcBef>
              <a:buFont typeface="Arial" panose="020B0604020202020204" pitchFamily="34" charset="0"/>
              <a:buChar char="•"/>
            </a:pPr>
            <a:r>
              <a:rPr lang="en-US" sz="1600"/>
              <a:t>Project embedded as key enabler into client’s central Transformation program</a:t>
            </a:r>
            <a:endParaRPr lang="de-DE" sz="1600"/>
          </a:p>
        </p:txBody>
      </p:sp>
      <p:sp>
        <p:nvSpPr>
          <p:cNvPr id="27" name="Arrow: Pentagon 26">
            <a:extLst>
              <a:ext uri="{FF2B5EF4-FFF2-40B4-BE49-F238E27FC236}">
                <a16:creationId xmlns:a16="http://schemas.microsoft.com/office/drawing/2014/main" id="{E100D59C-2321-708B-CCB4-EC1CCC0CCA62}"/>
              </a:ext>
            </a:extLst>
          </p:cNvPr>
          <p:cNvSpPr/>
          <p:nvPr/>
        </p:nvSpPr>
        <p:spPr>
          <a:xfrm>
            <a:off x="0" y="5366607"/>
            <a:ext cx="5784112" cy="942713"/>
          </a:xfrm>
          <a:prstGeom prst="homePlate">
            <a:avLst>
              <a:gd name="adj" fmla="val 30677"/>
            </a:avLst>
          </a:prstGeom>
          <a:solidFill>
            <a:schemeClr val="bg1"/>
          </a:soli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400" err="1">
              <a:solidFill>
                <a:schemeClr val="tx1"/>
              </a:solidFill>
            </a:endParaRPr>
          </a:p>
        </p:txBody>
      </p:sp>
      <p:sp>
        <p:nvSpPr>
          <p:cNvPr id="28" name="Rectangle 27">
            <a:extLst>
              <a:ext uri="{FF2B5EF4-FFF2-40B4-BE49-F238E27FC236}">
                <a16:creationId xmlns:a16="http://schemas.microsoft.com/office/drawing/2014/main" id="{742343E1-6B9E-A2B9-BEE4-802B0BA0E7C7}"/>
              </a:ext>
            </a:extLst>
          </p:cNvPr>
          <p:cNvSpPr/>
          <p:nvPr/>
        </p:nvSpPr>
        <p:spPr>
          <a:xfrm>
            <a:off x="3387791" y="5478836"/>
            <a:ext cx="1956385" cy="738664"/>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72000" rIns="72000" rtlCol="0" anchor="ctr" anchorCtr="0">
            <a:spAutoFit/>
          </a:bodyPr>
          <a:lstStyle/>
          <a:p>
            <a:pPr marL="0" marR="0" lvl="0" indent="0" defTabSz="914400" rtl="0" eaLnBrk="1" fontAlgn="auto" latinLnBrk="0" hangingPunct="1">
              <a:lnSpc>
                <a:spcPct val="100000"/>
              </a:lnSpc>
              <a:spcBef>
                <a:spcPts val="0"/>
              </a:spcBef>
              <a:spcAft>
                <a:spcPts val="0"/>
              </a:spcAft>
              <a:buClrTx/>
              <a:buSzTx/>
              <a:buFontTx/>
              <a:buNone/>
              <a:tabLst/>
              <a:defRPr/>
            </a:pPr>
            <a:r>
              <a:rPr lang="en-US" sz="1400">
                <a:solidFill>
                  <a:sysClr val="windowText" lastClr="000000"/>
                </a:solidFill>
              </a:rPr>
              <a:t>Team on the ground combining Telco- and BPM-Know-how</a:t>
            </a:r>
            <a:endParaRPr kumimoji="0" lang="en-GB" sz="1400" i="0" u="none" strike="noStrike" kern="1200" cap="none" spc="0" normalizeH="0" baseline="0" noProof="0">
              <a:ln>
                <a:noFill/>
              </a:ln>
              <a:solidFill>
                <a:sysClr val="windowText" lastClr="000000"/>
              </a:solidFill>
              <a:effectLst/>
              <a:uLnTx/>
              <a:uFillTx/>
              <a:ea typeface="+mn-ea"/>
              <a:cs typeface="+mn-cs"/>
            </a:endParaRPr>
          </a:p>
        </p:txBody>
      </p:sp>
      <p:sp>
        <p:nvSpPr>
          <p:cNvPr id="29" name="Rectangle 28">
            <a:extLst>
              <a:ext uri="{FF2B5EF4-FFF2-40B4-BE49-F238E27FC236}">
                <a16:creationId xmlns:a16="http://schemas.microsoft.com/office/drawing/2014/main" id="{B184892D-BF7D-4C8A-B2DF-D4B4FE60F357}"/>
              </a:ext>
            </a:extLst>
          </p:cNvPr>
          <p:cNvSpPr/>
          <p:nvPr/>
        </p:nvSpPr>
        <p:spPr>
          <a:xfrm>
            <a:off x="301159" y="5478837"/>
            <a:ext cx="2182718" cy="738664"/>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72000" rIns="72000" rtlCol="0" anchor="ctr" anchorCtr="0">
            <a:spAutoFit/>
          </a:bodyPr>
          <a:lstStyle/>
          <a:p>
            <a:pPr marL="0" marR="0" lvl="0" indent="0" defTabSz="914400" rtl="0" eaLnBrk="1" fontAlgn="auto" latinLnBrk="0" hangingPunct="1">
              <a:lnSpc>
                <a:spcPct val="100000"/>
              </a:lnSpc>
              <a:spcBef>
                <a:spcPts val="0"/>
              </a:spcBef>
              <a:spcAft>
                <a:spcPts val="0"/>
              </a:spcAft>
              <a:buClrTx/>
              <a:buSzTx/>
              <a:buFontTx/>
              <a:buNone/>
              <a:tabLst/>
              <a:defRPr/>
            </a:pPr>
            <a:r>
              <a:rPr kumimoji="0" lang="en-US" sz="1400" i="0" u="none" strike="noStrike" kern="1200" cap="none" spc="0" normalizeH="0" baseline="0" noProof="0">
                <a:ln>
                  <a:noFill/>
                </a:ln>
                <a:solidFill>
                  <a:sysClr val="windowText" lastClr="000000"/>
                </a:solidFill>
                <a:effectLst/>
                <a:uLnTx/>
                <a:uFillTx/>
                <a:ea typeface="+mn-ea"/>
                <a:cs typeface="+mn-cs"/>
              </a:rPr>
              <a:t>BPM project as key enabler for large Transformation program</a:t>
            </a:r>
            <a:endParaRPr kumimoji="0" lang="en-GB" sz="1400" i="0" u="none" strike="noStrike" kern="1200" cap="none" spc="0" normalizeH="0" baseline="0" noProof="0">
              <a:ln>
                <a:noFill/>
              </a:ln>
              <a:solidFill>
                <a:sysClr val="windowText" lastClr="000000"/>
              </a:solidFill>
              <a:effectLst/>
              <a:uLnTx/>
              <a:uFillTx/>
              <a:ea typeface="+mn-ea"/>
              <a:cs typeface="+mn-cs"/>
            </a:endParaRPr>
          </a:p>
        </p:txBody>
      </p:sp>
      <p:grpSp>
        <p:nvGrpSpPr>
          <p:cNvPr id="31" name="Group 30">
            <a:extLst>
              <a:ext uri="{FF2B5EF4-FFF2-40B4-BE49-F238E27FC236}">
                <a16:creationId xmlns:a16="http://schemas.microsoft.com/office/drawing/2014/main" id="{0FA9B69F-0A1B-13DB-3223-AA9479605378}"/>
              </a:ext>
            </a:extLst>
          </p:cNvPr>
          <p:cNvGrpSpPr/>
          <p:nvPr/>
        </p:nvGrpSpPr>
        <p:grpSpPr>
          <a:xfrm>
            <a:off x="2564445" y="5577988"/>
            <a:ext cx="504000" cy="504000"/>
            <a:chOff x="6167413" y="5805000"/>
            <a:chExt cx="504000" cy="504000"/>
          </a:xfrm>
        </p:grpSpPr>
        <p:cxnSp>
          <p:nvCxnSpPr>
            <p:cNvPr id="32" name="Straight Connector 31">
              <a:extLst>
                <a:ext uri="{FF2B5EF4-FFF2-40B4-BE49-F238E27FC236}">
                  <a16:creationId xmlns:a16="http://schemas.microsoft.com/office/drawing/2014/main" id="{72F2E4FE-E866-19CB-72DC-44F49DB32B9E}"/>
                </a:ext>
              </a:extLst>
            </p:cNvPr>
            <p:cNvCxnSpPr/>
            <p:nvPr/>
          </p:nvCxnSpPr>
          <p:spPr>
            <a:xfrm>
              <a:off x="6419413" y="5805000"/>
              <a:ext cx="0" cy="504000"/>
            </a:xfrm>
            <a:prstGeom prst="line">
              <a:avLst/>
            </a:prstGeom>
            <a:ln w="28575">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33" name="Straight Connector 32">
              <a:extLst>
                <a:ext uri="{FF2B5EF4-FFF2-40B4-BE49-F238E27FC236}">
                  <a16:creationId xmlns:a16="http://schemas.microsoft.com/office/drawing/2014/main" id="{BCDA1D33-C042-985B-3674-08C293C13757}"/>
                </a:ext>
              </a:extLst>
            </p:cNvPr>
            <p:cNvCxnSpPr>
              <a:cxnSpLocks/>
            </p:cNvCxnSpPr>
            <p:nvPr/>
          </p:nvCxnSpPr>
          <p:spPr>
            <a:xfrm rot="5400000">
              <a:off x="6419413" y="5805000"/>
              <a:ext cx="0" cy="504000"/>
            </a:xfrm>
            <a:prstGeom prst="line">
              <a:avLst/>
            </a:prstGeom>
            <a:ln w="28575">
              <a:solidFill>
                <a:schemeClr val="accent2"/>
              </a:solidFill>
            </a:ln>
          </p:spPr>
          <p:style>
            <a:lnRef idx="1">
              <a:schemeClr val="accent1"/>
            </a:lnRef>
            <a:fillRef idx="0">
              <a:schemeClr val="accent1"/>
            </a:fillRef>
            <a:effectRef idx="0">
              <a:schemeClr val="accent1"/>
            </a:effectRef>
            <a:fontRef idx="minor">
              <a:schemeClr val="tx1"/>
            </a:fontRef>
          </p:style>
        </p:cxnSp>
      </p:grpSp>
      <p:grpSp>
        <p:nvGrpSpPr>
          <p:cNvPr id="19" name="Group 18">
            <a:extLst>
              <a:ext uri="{FF2B5EF4-FFF2-40B4-BE49-F238E27FC236}">
                <a16:creationId xmlns:a16="http://schemas.microsoft.com/office/drawing/2014/main" id="{E0A96A66-D286-51F6-CE44-66A53DC8586D}"/>
              </a:ext>
            </a:extLst>
          </p:cNvPr>
          <p:cNvGrpSpPr/>
          <p:nvPr/>
        </p:nvGrpSpPr>
        <p:grpSpPr>
          <a:xfrm>
            <a:off x="8010069" y="1101038"/>
            <a:ext cx="4080538" cy="5735093"/>
            <a:chOff x="8010069" y="1101038"/>
            <a:chExt cx="4080538" cy="5735093"/>
          </a:xfrm>
        </p:grpSpPr>
        <p:sp>
          <p:nvSpPr>
            <p:cNvPr id="37" name="Rectangle 6">
              <a:extLst>
                <a:ext uri="{FF2B5EF4-FFF2-40B4-BE49-F238E27FC236}">
                  <a16:creationId xmlns:a16="http://schemas.microsoft.com/office/drawing/2014/main" id="{6383059A-5B4F-8F77-63ED-C51AC858249C}"/>
                </a:ext>
              </a:extLst>
            </p:cNvPr>
            <p:cNvSpPr/>
            <p:nvPr/>
          </p:nvSpPr>
          <p:spPr>
            <a:xfrm>
              <a:off x="8010069" y="1101038"/>
              <a:ext cx="4080538" cy="5735093"/>
            </a:xfrm>
            <a:prstGeom prst="rect">
              <a:avLst/>
            </a:prstGeom>
            <a:gradFill>
              <a:gsLst>
                <a:gs pos="100000">
                  <a:schemeClr val="accent2">
                    <a:alpha val="30000"/>
                  </a:schemeClr>
                </a:gs>
                <a:gs pos="0">
                  <a:schemeClr val="accent2">
                    <a:alpha val="16000"/>
                  </a:schemeClr>
                </a:gs>
              </a:gsLst>
              <a:lin ang="5400000" scaled="0"/>
            </a:gradFill>
            <a:ln w="3175" cap="flat" cmpd="sng" algn="ctr">
              <a:noFill/>
              <a:prstDash val="solid"/>
            </a:ln>
            <a:effectLst/>
          </p:spPr>
          <p:txBody>
            <a:bodyPr rtlCol="0" anchor="t"/>
            <a:lstStyle/>
            <a:p>
              <a:pPr algn="ctr" defTabSz="779252"/>
              <a:endParaRPr lang="en-US" sz="1400" b="1" kern="0">
                <a:solidFill>
                  <a:srgbClr val="FFFFFF"/>
                </a:solidFill>
                <a:latin typeface="Ubuntu"/>
              </a:endParaRPr>
            </a:p>
          </p:txBody>
        </p:sp>
        <p:pic>
          <p:nvPicPr>
            <p:cNvPr id="18" name="Picture 17">
              <a:extLst>
                <a:ext uri="{FF2B5EF4-FFF2-40B4-BE49-F238E27FC236}">
                  <a16:creationId xmlns:a16="http://schemas.microsoft.com/office/drawing/2014/main" id="{A6FC743D-000E-2738-8D8B-16A9F3EE3164}"/>
                </a:ext>
              </a:extLst>
            </p:cNvPr>
            <p:cNvPicPr>
              <a:picLocks noChangeAspect="1"/>
            </p:cNvPicPr>
            <p:nvPr/>
          </p:nvPicPr>
          <p:blipFill>
            <a:blip r:embed="rId6"/>
            <a:stretch>
              <a:fillRect/>
            </a:stretch>
          </p:blipFill>
          <p:spPr>
            <a:xfrm>
              <a:off x="10337418" y="3350167"/>
              <a:ext cx="444523" cy="806491"/>
            </a:xfrm>
            <a:prstGeom prst="rect">
              <a:avLst/>
            </a:prstGeom>
          </p:spPr>
        </p:pic>
      </p:grpSp>
      <p:grpSp>
        <p:nvGrpSpPr>
          <p:cNvPr id="50" name="Group 49">
            <a:extLst>
              <a:ext uri="{FF2B5EF4-FFF2-40B4-BE49-F238E27FC236}">
                <a16:creationId xmlns:a16="http://schemas.microsoft.com/office/drawing/2014/main" id="{8A282A3A-88B4-5A24-EB69-F712CF629466}"/>
              </a:ext>
            </a:extLst>
          </p:cNvPr>
          <p:cNvGrpSpPr/>
          <p:nvPr/>
        </p:nvGrpSpPr>
        <p:grpSpPr>
          <a:xfrm>
            <a:off x="5392317" y="70095"/>
            <a:ext cx="5304257" cy="167498"/>
            <a:chOff x="6837649" y="990853"/>
            <a:chExt cx="5304257" cy="261730"/>
          </a:xfrm>
        </p:grpSpPr>
        <p:sp>
          <p:nvSpPr>
            <p:cNvPr id="51" name="Rectangle: Rounded Corners 50">
              <a:extLst>
                <a:ext uri="{FF2B5EF4-FFF2-40B4-BE49-F238E27FC236}">
                  <a16:creationId xmlns:a16="http://schemas.microsoft.com/office/drawing/2014/main" id="{81638863-0167-EE00-AE5E-A13A22F6A814}"/>
                </a:ext>
              </a:extLst>
            </p:cNvPr>
            <p:cNvSpPr/>
            <p:nvPr/>
          </p:nvSpPr>
          <p:spPr>
            <a:xfrm>
              <a:off x="6837649" y="990853"/>
              <a:ext cx="1004635" cy="249108"/>
            </a:xfrm>
            <a:prstGeom prst="roundRect">
              <a:avLst/>
            </a:prstGeom>
            <a:solidFill>
              <a:srgbClr val="40404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700"/>
                <a:t>Our Understanding</a:t>
              </a:r>
              <a:endParaRPr lang="en-IN" sz="700" err="1"/>
            </a:p>
          </p:txBody>
        </p:sp>
        <p:sp>
          <p:nvSpPr>
            <p:cNvPr id="52" name="Rectangle: Rounded Corners 51">
              <a:extLst>
                <a:ext uri="{FF2B5EF4-FFF2-40B4-BE49-F238E27FC236}">
                  <a16:creationId xmlns:a16="http://schemas.microsoft.com/office/drawing/2014/main" id="{DBD0E7F4-25D8-C503-6690-E6E02C018324}"/>
                </a:ext>
              </a:extLst>
            </p:cNvPr>
            <p:cNvSpPr/>
            <p:nvPr/>
          </p:nvSpPr>
          <p:spPr>
            <a:xfrm>
              <a:off x="7953152" y="1002292"/>
              <a:ext cx="1004635" cy="249108"/>
            </a:xfrm>
            <a:prstGeom prst="roundRect">
              <a:avLst/>
            </a:prstGeom>
            <a:solidFill>
              <a:srgbClr val="40404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700"/>
                <a:t>Approach</a:t>
              </a:r>
              <a:endParaRPr lang="en-IN" sz="700" err="1"/>
            </a:p>
          </p:txBody>
        </p:sp>
        <p:sp>
          <p:nvSpPr>
            <p:cNvPr id="53" name="Rectangle: Rounded Corners 52">
              <a:extLst>
                <a:ext uri="{FF2B5EF4-FFF2-40B4-BE49-F238E27FC236}">
                  <a16:creationId xmlns:a16="http://schemas.microsoft.com/office/drawing/2014/main" id="{F408BED5-A8F4-0C52-7FAA-92F3F3BCF52E}"/>
                </a:ext>
              </a:extLst>
            </p:cNvPr>
            <p:cNvSpPr/>
            <p:nvPr/>
          </p:nvSpPr>
          <p:spPr>
            <a:xfrm>
              <a:off x="9017511" y="1003475"/>
              <a:ext cx="1004635" cy="249108"/>
            </a:xfrm>
            <a:prstGeom prst="roundRect">
              <a:avLst/>
            </a:prstGeom>
            <a:solidFill>
              <a:srgbClr val="40404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700"/>
                <a:t>Team</a:t>
              </a:r>
              <a:endParaRPr lang="en-IN" sz="700"/>
            </a:p>
          </p:txBody>
        </p:sp>
        <p:sp>
          <p:nvSpPr>
            <p:cNvPr id="54" name="Rectangle: Rounded Corners 53">
              <a:extLst>
                <a:ext uri="{FF2B5EF4-FFF2-40B4-BE49-F238E27FC236}">
                  <a16:creationId xmlns:a16="http://schemas.microsoft.com/office/drawing/2014/main" id="{188EC5D4-85BC-764F-FE46-678935AA5B05}"/>
                </a:ext>
              </a:extLst>
            </p:cNvPr>
            <p:cNvSpPr/>
            <p:nvPr/>
          </p:nvSpPr>
          <p:spPr>
            <a:xfrm>
              <a:off x="10081870" y="1001985"/>
              <a:ext cx="1004635" cy="249108"/>
            </a:xfrm>
            <a:prstGeom prst="roundRect">
              <a:avLst/>
            </a:prstGeom>
            <a:solidFill>
              <a:srgbClr val="40404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700"/>
                <a:t>Why US</a:t>
              </a:r>
              <a:endParaRPr lang="en-IN" sz="700"/>
            </a:p>
          </p:txBody>
        </p:sp>
        <p:sp>
          <p:nvSpPr>
            <p:cNvPr id="55" name="Rectangle: Rounded Corners 54">
              <a:extLst>
                <a:ext uri="{FF2B5EF4-FFF2-40B4-BE49-F238E27FC236}">
                  <a16:creationId xmlns:a16="http://schemas.microsoft.com/office/drawing/2014/main" id="{4EA465C2-287F-09AD-D4C6-EDA69D6355DD}"/>
                </a:ext>
              </a:extLst>
            </p:cNvPr>
            <p:cNvSpPr/>
            <p:nvPr/>
          </p:nvSpPr>
          <p:spPr>
            <a:xfrm>
              <a:off x="11137271" y="997539"/>
              <a:ext cx="1004635" cy="249108"/>
            </a:xfrm>
            <a:prstGeom prst="roundRect">
              <a:avLst/>
            </a:prstGeom>
            <a:solidFill>
              <a:srgbClr val="0070A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700"/>
                <a:t>Credentials</a:t>
              </a:r>
              <a:endParaRPr lang="en-IN" sz="700"/>
            </a:p>
          </p:txBody>
        </p:sp>
      </p:grpSp>
    </p:spTree>
    <p:extLst>
      <p:ext uri="{BB962C8B-B14F-4D97-AF65-F5344CB8AC3E}">
        <p14:creationId xmlns:p14="http://schemas.microsoft.com/office/powerpoint/2010/main" val="113449481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EC470CA-6750-CC04-2832-7DA2A0D370F1}"/>
            </a:ext>
          </a:extLst>
        </p:cNvPr>
        <p:cNvGrpSpPr/>
        <p:nvPr/>
      </p:nvGrpSpPr>
      <p:grpSpPr>
        <a:xfrm>
          <a:off x="0" y="0"/>
          <a:ext cx="0" cy="0"/>
          <a:chOff x="0" y="0"/>
          <a:chExt cx="0" cy="0"/>
        </a:xfrm>
      </p:grpSpPr>
      <p:graphicFrame>
        <p:nvGraphicFramePr>
          <p:cNvPr id="10" name="Object 9" hidden="1">
            <a:extLst>
              <a:ext uri="{FF2B5EF4-FFF2-40B4-BE49-F238E27FC236}">
                <a16:creationId xmlns:a16="http://schemas.microsoft.com/office/drawing/2014/main" id="{621BA9D5-B4A3-B3A1-E3B7-EFE0FBE8179C}"/>
              </a:ext>
            </a:extLst>
          </p:cNvPr>
          <p:cNvGraphicFramePr>
            <a:graphicFrameLocks noChangeAspect="1"/>
          </p:cNvGraphicFramePr>
          <p:nvPr>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473" imgH="473" progId="TCLayout.ActiveDocument.1">
                  <p:embed/>
                </p:oleObj>
              </mc:Choice>
              <mc:Fallback>
                <p:oleObj name="think-cell Slide" r:id="rId3" imgW="473" imgH="473" progId="TCLayout.ActiveDocument.1">
                  <p:embed/>
                  <p:pic>
                    <p:nvPicPr>
                      <p:cNvPr id="10" name="Object 9" hidden="1">
                        <a:extLst>
                          <a:ext uri="{FF2B5EF4-FFF2-40B4-BE49-F238E27FC236}">
                            <a16:creationId xmlns:a16="http://schemas.microsoft.com/office/drawing/2014/main" id="{621BA9D5-B4A3-B3A1-E3B7-EFE0FBE8179C}"/>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3" name="Slide Number Placeholder 2">
            <a:extLst>
              <a:ext uri="{FF2B5EF4-FFF2-40B4-BE49-F238E27FC236}">
                <a16:creationId xmlns:a16="http://schemas.microsoft.com/office/drawing/2014/main" id="{BE8DD6CD-75FB-DFD0-ABE5-160033103B8B}"/>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5D9A5160-6218-4E5A-B9E6-B93E3DAE377C}" type="slidenum">
              <a:rPr kumimoji="0" lang="en-US" sz="800" b="0" i="0" u="none" strike="noStrike" kern="1200" cap="none" spc="0" normalizeH="0" baseline="0" noProof="0" smtClean="0">
                <a:ln>
                  <a:noFill/>
                </a:ln>
                <a:solidFill>
                  <a:srgbClr val="FFFFFF">
                    <a:lumMod val="65000"/>
                  </a:srgbClr>
                </a:solidFill>
                <a:effectLst/>
                <a:uLnTx/>
                <a:uFillTx/>
                <a:latin typeface="Ubuntu"/>
                <a:ea typeface="+mn-ea"/>
                <a:cs typeface="Arial" panose="020B0604020202020204" pitchFamily="34" charset="0"/>
              </a:rPr>
              <a:pPr marL="0" marR="0" lvl="0" indent="0" algn="r" defTabSz="914400" rtl="0" eaLnBrk="1" fontAlgn="auto" latinLnBrk="0" hangingPunct="1">
                <a:lnSpc>
                  <a:spcPct val="100000"/>
                </a:lnSpc>
                <a:spcBef>
                  <a:spcPts val="0"/>
                </a:spcBef>
                <a:spcAft>
                  <a:spcPts val="0"/>
                </a:spcAft>
                <a:buClrTx/>
                <a:buSzTx/>
                <a:buFontTx/>
                <a:buNone/>
                <a:tabLst/>
                <a:defRPr/>
              </a:pPr>
              <a:t>15</a:t>
            </a:fld>
            <a:endParaRPr kumimoji="0" lang="en-US" sz="800" b="0" i="0" u="none" strike="noStrike" kern="1200" cap="none" spc="0" normalizeH="0" baseline="0" noProof="0">
              <a:ln>
                <a:noFill/>
              </a:ln>
              <a:solidFill>
                <a:srgbClr val="FFFFFF">
                  <a:lumMod val="65000"/>
                </a:srgbClr>
              </a:solidFill>
              <a:effectLst/>
              <a:uLnTx/>
              <a:uFillTx/>
              <a:latin typeface="Ubuntu"/>
              <a:ea typeface="+mn-ea"/>
              <a:cs typeface="Arial" panose="020B0604020202020204" pitchFamily="34" charset="0"/>
            </a:endParaRPr>
          </a:p>
        </p:txBody>
      </p:sp>
      <p:grpSp>
        <p:nvGrpSpPr>
          <p:cNvPr id="6" name="Group 5">
            <a:extLst>
              <a:ext uri="{FF2B5EF4-FFF2-40B4-BE49-F238E27FC236}">
                <a16:creationId xmlns:a16="http://schemas.microsoft.com/office/drawing/2014/main" id="{DBBC4B48-9AAF-F811-3E40-0F377919D49A}"/>
              </a:ext>
            </a:extLst>
          </p:cNvPr>
          <p:cNvGrpSpPr/>
          <p:nvPr/>
        </p:nvGrpSpPr>
        <p:grpSpPr>
          <a:xfrm>
            <a:off x="0" y="1871936"/>
            <a:ext cx="9790976" cy="4321974"/>
            <a:chOff x="0" y="2147420"/>
            <a:chExt cx="10679501" cy="4460546"/>
          </a:xfrm>
        </p:grpSpPr>
        <p:sp>
          <p:nvSpPr>
            <p:cNvPr id="9" name="Oval 8">
              <a:extLst>
                <a:ext uri="{FF2B5EF4-FFF2-40B4-BE49-F238E27FC236}">
                  <a16:creationId xmlns:a16="http://schemas.microsoft.com/office/drawing/2014/main" id="{49F5A135-BEE3-C9D4-089A-2BFBF95B0277}"/>
                </a:ext>
              </a:extLst>
            </p:cNvPr>
            <p:cNvSpPr/>
            <p:nvPr/>
          </p:nvSpPr>
          <p:spPr>
            <a:xfrm>
              <a:off x="1039317" y="2276969"/>
              <a:ext cx="1405758" cy="1329690"/>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nchorCtr="0"/>
            <a:lstStyle/>
            <a:p>
              <a:pPr marL="0" marR="0" lvl="0" indent="0" algn="ctr" defTabSz="914400" rtl="0" eaLnBrk="1" fontAlgn="auto" latinLnBrk="0" hangingPunct="1">
                <a:lnSpc>
                  <a:spcPct val="100000"/>
                </a:lnSpc>
                <a:spcBef>
                  <a:spcPts val="0"/>
                </a:spcBef>
                <a:spcAft>
                  <a:spcPts val="0"/>
                </a:spcAft>
                <a:buClr>
                  <a:srgbClr val="0070AD"/>
                </a:buClr>
                <a:buSzPct val="120000"/>
                <a:buFontTx/>
                <a:buNone/>
                <a:tabLst/>
                <a:defRPr/>
              </a:pPr>
              <a:endParaRPr kumimoji="0" lang="en-US" sz="1400" b="1" i="0" u="none" strike="noStrike" kern="1200" cap="none" spc="0" normalizeH="0" baseline="0" noProof="0">
                <a:ln>
                  <a:noFill/>
                </a:ln>
                <a:solidFill>
                  <a:srgbClr val="FFFFFF"/>
                </a:solidFill>
                <a:effectLst/>
                <a:uLnTx/>
                <a:uFillTx/>
                <a:latin typeface="Ubuntu Light" panose="020B0304030602030204" pitchFamily="34" charset="0"/>
                <a:ea typeface="Verdana" panose="020B0604030504040204" pitchFamily="34" charset="0"/>
                <a:cs typeface="+mn-cs"/>
              </a:endParaRPr>
            </a:p>
          </p:txBody>
        </p:sp>
        <p:sp>
          <p:nvSpPr>
            <p:cNvPr id="12" name="Oval 11">
              <a:extLst>
                <a:ext uri="{FF2B5EF4-FFF2-40B4-BE49-F238E27FC236}">
                  <a16:creationId xmlns:a16="http://schemas.microsoft.com/office/drawing/2014/main" id="{F985FF08-A44E-4E5D-3928-22CDC3A526DF}"/>
                </a:ext>
              </a:extLst>
            </p:cNvPr>
            <p:cNvSpPr/>
            <p:nvPr/>
          </p:nvSpPr>
          <p:spPr>
            <a:xfrm>
              <a:off x="4601128" y="2249723"/>
              <a:ext cx="1405758" cy="1329690"/>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nchorCtr="0"/>
            <a:lstStyle/>
            <a:p>
              <a:pPr marL="0" marR="0" lvl="0" indent="0" algn="ctr" defTabSz="914400" rtl="0" eaLnBrk="1" fontAlgn="auto" latinLnBrk="0" hangingPunct="1">
                <a:lnSpc>
                  <a:spcPct val="100000"/>
                </a:lnSpc>
                <a:spcBef>
                  <a:spcPts val="0"/>
                </a:spcBef>
                <a:spcAft>
                  <a:spcPts val="0"/>
                </a:spcAft>
                <a:buClr>
                  <a:srgbClr val="0070AD"/>
                </a:buClr>
                <a:buSzPct val="120000"/>
                <a:buFontTx/>
                <a:buNone/>
                <a:tabLst/>
                <a:defRPr/>
              </a:pPr>
              <a:endParaRPr kumimoji="0" lang="en-US" sz="1400" b="1" i="0" u="none" strike="noStrike" kern="1200" cap="none" spc="0" normalizeH="0" baseline="0" noProof="0">
                <a:ln>
                  <a:noFill/>
                </a:ln>
                <a:solidFill>
                  <a:srgbClr val="FFFFFF"/>
                </a:solidFill>
                <a:effectLst/>
                <a:uLnTx/>
                <a:uFillTx/>
                <a:latin typeface="Ubuntu Light" panose="020B0304030602030204" pitchFamily="34" charset="0"/>
                <a:ea typeface="Verdana" panose="020B0604030504040204" pitchFamily="34" charset="0"/>
                <a:cs typeface="+mn-cs"/>
              </a:endParaRPr>
            </a:p>
          </p:txBody>
        </p:sp>
        <p:sp>
          <p:nvSpPr>
            <p:cNvPr id="13" name="Oval 12">
              <a:extLst>
                <a:ext uri="{FF2B5EF4-FFF2-40B4-BE49-F238E27FC236}">
                  <a16:creationId xmlns:a16="http://schemas.microsoft.com/office/drawing/2014/main" id="{E39BA036-D47F-1953-23D3-299CB7BB16B7}"/>
                </a:ext>
              </a:extLst>
            </p:cNvPr>
            <p:cNvSpPr/>
            <p:nvPr/>
          </p:nvSpPr>
          <p:spPr>
            <a:xfrm>
              <a:off x="8088365" y="2276969"/>
              <a:ext cx="1405758" cy="1329690"/>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nchorCtr="0"/>
            <a:lstStyle/>
            <a:p>
              <a:pPr marL="0" marR="0" lvl="0" indent="0" algn="ctr" defTabSz="914400" rtl="0" eaLnBrk="1" fontAlgn="auto" latinLnBrk="0" hangingPunct="1">
                <a:lnSpc>
                  <a:spcPct val="100000"/>
                </a:lnSpc>
                <a:spcBef>
                  <a:spcPts val="0"/>
                </a:spcBef>
                <a:spcAft>
                  <a:spcPts val="0"/>
                </a:spcAft>
                <a:buClr>
                  <a:srgbClr val="0070AD"/>
                </a:buClr>
                <a:buSzPct val="120000"/>
                <a:buFontTx/>
                <a:buNone/>
                <a:tabLst/>
                <a:defRPr/>
              </a:pPr>
              <a:endParaRPr kumimoji="0" lang="en-US" sz="1400" b="1" i="0" u="none" strike="noStrike" kern="1200" cap="none" spc="0" normalizeH="0" baseline="0" noProof="0">
                <a:ln>
                  <a:noFill/>
                </a:ln>
                <a:solidFill>
                  <a:srgbClr val="FFFFFF"/>
                </a:solidFill>
                <a:effectLst/>
                <a:uLnTx/>
                <a:uFillTx/>
                <a:latin typeface="Ubuntu Light" panose="020B0304030602030204" pitchFamily="34" charset="0"/>
                <a:ea typeface="Verdana" panose="020B0604030504040204" pitchFamily="34" charset="0"/>
                <a:cs typeface="+mn-cs"/>
              </a:endParaRPr>
            </a:p>
          </p:txBody>
        </p:sp>
        <p:sp>
          <p:nvSpPr>
            <p:cNvPr id="14" name="Oval 13">
              <a:extLst>
                <a:ext uri="{FF2B5EF4-FFF2-40B4-BE49-F238E27FC236}">
                  <a16:creationId xmlns:a16="http://schemas.microsoft.com/office/drawing/2014/main" id="{195ED070-8849-99E9-4F9A-53E44B6084F8}"/>
                </a:ext>
              </a:extLst>
            </p:cNvPr>
            <p:cNvSpPr/>
            <p:nvPr/>
          </p:nvSpPr>
          <p:spPr>
            <a:xfrm>
              <a:off x="941765" y="2174666"/>
              <a:ext cx="1621726" cy="1534296"/>
            </a:xfrm>
            <a:prstGeom prst="ellipse">
              <a:avLst/>
            </a:prstGeom>
            <a:noFill/>
            <a:ln w="3810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nchorCtr="0"/>
            <a:lstStyle/>
            <a:p>
              <a:pPr marL="0" marR="0" lvl="0" indent="0" algn="ctr" defTabSz="914400" rtl="0" eaLnBrk="1" fontAlgn="auto" latinLnBrk="0" hangingPunct="1">
                <a:lnSpc>
                  <a:spcPct val="100000"/>
                </a:lnSpc>
                <a:spcBef>
                  <a:spcPts val="0"/>
                </a:spcBef>
                <a:spcAft>
                  <a:spcPts val="0"/>
                </a:spcAft>
                <a:buClr>
                  <a:srgbClr val="0070AD"/>
                </a:buClr>
                <a:buSzPct val="120000"/>
                <a:buFontTx/>
                <a:buNone/>
                <a:tabLst/>
                <a:defRPr/>
              </a:pPr>
              <a:endParaRPr kumimoji="0" lang="en-US" sz="1400" b="1" i="0" u="none" strike="noStrike" kern="1200" cap="none" spc="0" normalizeH="0" baseline="0" noProof="0">
                <a:ln>
                  <a:noFill/>
                </a:ln>
                <a:solidFill>
                  <a:srgbClr val="FFFFFF"/>
                </a:solidFill>
                <a:effectLst/>
                <a:uLnTx/>
                <a:uFillTx/>
                <a:latin typeface="Ubuntu Light" panose="020B0304030602030204" pitchFamily="34" charset="0"/>
                <a:ea typeface="Verdana" panose="020B0604030504040204" pitchFamily="34" charset="0"/>
                <a:cs typeface="+mn-cs"/>
              </a:endParaRPr>
            </a:p>
          </p:txBody>
        </p:sp>
        <p:sp>
          <p:nvSpPr>
            <p:cNvPr id="16" name="Oval 15">
              <a:extLst>
                <a:ext uri="{FF2B5EF4-FFF2-40B4-BE49-F238E27FC236}">
                  <a16:creationId xmlns:a16="http://schemas.microsoft.com/office/drawing/2014/main" id="{54B06522-59C7-1BB4-B0BA-F9686AB11327}"/>
                </a:ext>
              </a:extLst>
            </p:cNvPr>
            <p:cNvSpPr/>
            <p:nvPr/>
          </p:nvSpPr>
          <p:spPr>
            <a:xfrm>
              <a:off x="4503576" y="2147420"/>
              <a:ext cx="1621726" cy="1534296"/>
            </a:xfrm>
            <a:prstGeom prst="ellipse">
              <a:avLst/>
            </a:prstGeom>
            <a:noFill/>
            <a:ln w="3810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nchorCtr="0"/>
            <a:lstStyle/>
            <a:p>
              <a:pPr marL="0" marR="0" lvl="0" indent="0" algn="ctr" defTabSz="914400" rtl="0" eaLnBrk="1" fontAlgn="auto" latinLnBrk="0" hangingPunct="1">
                <a:lnSpc>
                  <a:spcPct val="100000"/>
                </a:lnSpc>
                <a:spcBef>
                  <a:spcPts val="0"/>
                </a:spcBef>
                <a:spcAft>
                  <a:spcPts val="0"/>
                </a:spcAft>
                <a:buClr>
                  <a:srgbClr val="0070AD"/>
                </a:buClr>
                <a:buSzPct val="120000"/>
                <a:buFontTx/>
                <a:buNone/>
                <a:tabLst/>
                <a:defRPr/>
              </a:pPr>
              <a:endParaRPr kumimoji="0" lang="en-US" sz="1400" b="1" i="0" u="none" strike="noStrike" kern="1200" cap="none" spc="0" normalizeH="0" baseline="0" noProof="0">
                <a:ln>
                  <a:noFill/>
                </a:ln>
                <a:solidFill>
                  <a:srgbClr val="FFFFFF"/>
                </a:solidFill>
                <a:effectLst/>
                <a:uLnTx/>
                <a:uFillTx/>
                <a:latin typeface="Ubuntu Light" panose="020B0304030602030204" pitchFamily="34" charset="0"/>
                <a:ea typeface="Verdana" panose="020B0604030504040204" pitchFamily="34" charset="0"/>
                <a:cs typeface="+mn-cs"/>
              </a:endParaRPr>
            </a:p>
          </p:txBody>
        </p:sp>
        <p:sp>
          <p:nvSpPr>
            <p:cNvPr id="17" name="Oval 16">
              <a:extLst>
                <a:ext uri="{FF2B5EF4-FFF2-40B4-BE49-F238E27FC236}">
                  <a16:creationId xmlns:a16="http://schemas.microsoft.com/office/drawing/2014/main" id="{29402053-FACE-11E4-B748-2FCFA151AA0F}"/>
                </a:ext>
              </a:extLst>
            </p:cNvPr>
            <p:cNvSpPr/>
            <p:nvPr/>
          </p:nvSpPr>
          <p:spPr>
            <a:xfrm>
              <a:off x="7990813" y="2174666"/>
              <a:ext cx="1621726" cy="1534296"/>
            </a:xfrm>
            <a:prstGeom prst="ellipse">
              <a:avLst/>
            </a:prstGeom>
            <a:noFill/>
            <a:ln w="3810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nchorCtr="0"/>
            <a:lstStyle/>
            <a:p>
              <a:pPr marL="0" marR="0" lvl="0" indent="0" algn="ctr" defTabSz="914400" rtl="0" eaLnBrk="1" fontAlgn="auto" latinLnBrk="0" hangingPunct="1">
                <a:lnSpc>
                  <a:spcPct val="100000"/>
                </a:lnSpc>
                <a:spcBef>
                  <a:spcPts val="0"/>
                </a:spcBef>
                <a:spcAft>
                  <a:spcPts val="0"/>
                </a:spcAft>
                <a:buClr>
                  <a:srgbClr val="0070AD"/>
                </a:buClr>
                <a:buSzPct val="120000"/>
                <a:buFontTx/>
                <a:buNone/>
                <a:tabLst/>
                <a:defRPr/>
              </a:pPr>
              <a:endParaRPr kumimoji="0" lang="en-US" sz="1400" b="1" i="0" u="none" strike="noStrike" kern="1200" cap="none" spc="0" normalizeH="0" baseline="0" noProof="0">
                <a:ln>
                  <a:noFill/>
                </a:ln>
                <a:solidFill>
                  <a:srgbClr val="FFFFFF"/>
                </a:solidFill>
                <a:effectLst/>
                <a:uLnTx/>
                <a:uFillTx/>
                <a:latin typeface="Ubuntu Light" panose="020B0304030602030204" pitchFamily="34" charset="0"/>
                <a:ea typeface="Verdana" panose="020B0604030504040204" pitchFamily="34" charset="0"/>
                <a:cs typeface="+mn-cs"/>
              </a:endParaRPr>
            </a:p>
          </p:txBody>
        </p:sp>
        <p:sp>
          <p:nvSpPr>
            <p:cNvPr id="18" name="Rectangle 17">
              <a:extLst>
                <a:ext uri="{FF2B5EF4-FFF2-40B4-BE49-F238E27FC236}">
                  <a16:creationId xmlns:a16="http://schemas.microsoft.com/office/drawing/2014/main" id="{C2A6BE84-2A41-F0B2-5D36-F147C63A2FEB}"/>
                </a:ext>
              </a:extLst>
            </p:cNvPr>
            <p:cNvSpPr/>
            <p:nvPr/>
          </p:nvSpPr>
          <p:spPr>
            <a:xfrm>
              <a:off x="0" y="2914568"/>
              <a:ext cx="10679501" cy="57903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srgbClr val="FFFFFF"/>
                </a:solidFill>
                <a:effectLst/>
                <a:uLnTx/>
                <a:uFillTx/>
                <a:latin typeface="Ubuntu Light" panose="020B0304030602030204" pitchFamily="34" charset="0"/>
                <a:ea typeface="+mn-ea"/>
                <a:cs typeface="+mn-cs"/>
              </a:endParaRPr>
            </a:p>
          </p:txBody>
        </p:sp>
        <p:sp>
          <p:nvSpPr>
            <p:cNvPr id="19" name="Rectangle 18">
              <a:extLst>
                <a:ext uri="{FF2B5EF4-FFF2-40B4-BE49-F238E27FC236}">
                  <a16:creationId xmlns:a16="http://schemas.microsoft.com/office/drawing/2014/main" id="{0FF9808A-BCF3-BE18-923D-5C9035D63490}"/>
                </a:ext>
              </a:extLst>
            </p:cNvPr>
            <p:cNvSpPr/>
            <p:nvPr/>
          </p:nvSpPr>
          <p:spPr>
            <a:xfrm>
              <a:off x="315029" y="2889892"/>
              <a:ext cx="2809579" cy="53077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nchorCtr="0"/>
            <a:lstStyle/>
            <a:p>
              <a:pPr marL="0" marR="0" lvl="0" indent="0" algn="ctr" defTabSz="914400" rtl="0" eaLnBrk="1" fontAlgn="auto" latinLnBrk="0" hangingPunct="1">
                <a:lnSpc>
                  <a:spcPct val="100000"/>
                </a:lnSpc>
                <a:spcBef>
                  <a:spcPts val="0"/>
                </a:spcBef>
                <a:spcAft>
                  <a:spcPts val="0"/>
                </a:spcAft>
                <a:buClr>
                  <a:srgbClr val="0070AD"/>
                </a:buClr>
                <a:buSzPct val="120000"/>
                <a:buFontTx/>
                <a:buNone/>
                <a:tabLst/>
                <a:defRPr/>
              </a:pPr>
              <a:r>
                <a:rPr kumimoji="0" lang="en-IN" sz="1400" b="1" i="0" u="none" strike="noStrike" kern="1200" cap="none" spc="0" normalizeH="0" baseline="0" noProof="0">
                  <a:ln>
                    <a:noFill/>
                  </a:ln>
                  <a:solidFill>
                    <a:srgbClr val="FFFFFF"/>
                  </a:solidFill>
                  <a:effectLst/>
                  <a:uLnTx/>
                  <a:uFillTx/>
                  <a:latin typeface="Ubuntu Light" panose="020B0304030602030204" pitchFamily="34" charset="0"/>
                  <a:ea typeface="Verdana" panose="020B0604030504040204" pitchFamily="34" charset="0"/>
                  <a:cs typeface="+mn-cs"/>
                </a:rPr>
                <a:t>Business Problem</a:t>
              </a:r>
            </a:p>
          </p:txBody>
        </p:sp>
        <p:sp>
          <p:nvSpPr>
            <p:cNvPr id="20" name="Rectangle 19">
              <a:extLst>
                <a:ext uri="{FF2B5EF4-FFF2-40B4-BE49-F238E27FC236}">
                  <a16:creationId xmlns:a16="http://schemas.microsoft.com/office/drawing/2014/main" id="{7F6FE175-5ACC-BFA0-AAEE-93B0C3859977}"/>
                </a:ext>
              </a:extLst>
            </p:cNvPr>
            <p:cNvSpPr/>
            <p:nvPr/>
          </p:nvSpPr>
          <p:spPr>
            <a:xfrm>
              <a:off x="3631878" y="2938693"/>
              <a:ext cx="2170926" cy="53077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nchorCtr="0"/>
            <a:lstStyle/>
            <a:p>
              <a:pPr marL="0" marR="0" lvl="0" indent="0" algn="ctr" defTabSz="914400" rtl="0" eaLnBrk="1" fontAlgn="auto" latinLnBrk="0" hangingPunct="1">
                <a:lnSpc>
                  <a:spcPct val="100000"/>
                </a:lnSpc>
                <a:spcBef>
                  <a:spcPts val="0"/>
                </a:spcBef>
                <a:spcAft>
                  <a:spcPts val="0"/>
                </a:spcAft>
                <a:buClr>
                  <a:srgbClr val="0070AD"/>
                </a:buClr>
                <a:buSzPct val="120000"/>
                <a:buFontTx/>
                <a:buNone/>
                <a:tabLst/>
                <a:defRPr/>
              </a:pPr>
              <a:endParaRPr kumimoji="0" lang="en-US" sz="1400" b="1" i="0" u="none" strike="noStrike" kern="1200" cap="none" spc="0" normalizeH="0" baseline="0" noProof="0">
                <a:ln>
                  <a:noFill/>
                </a:ln>
                <a:solidFill>
                  <a:srgbClr val="FFFFFF"/>
                </a:solidFill>
                <a:effectLst/>
                <a:uLnTx/>
                <a:uFillTx/>
                <a:latin typeface="Ubuntu Light" panose="020B0304030602030204" pitchFamily="34" charset="0"/>
                <a:ea typeface="Verdana" panose="020B0604030504040204" pitchFamily="34" charset="0"/>
                <a:cs typeface="+mn-cs"/>
              </a:endParaRPr>
            </a:p>
          </p:txBody>
        </p:sp>
        <p:sp>
          <p:nvSpPr>
            <p:cNvPr id="21" name="Rectangle 20">
              <a:extLst>
                <a:ext uri="{FF2B5EF4-FFF2-40B4-BE49-F238E27FC236}">
                  <a16:creationId xmlns:a16="http://schemas.microsoft.com/office/drawing/2014/main" id="{D8FCE4B8-12BB-D45B-7D41-04B8B4CA2E02}"/>
                </a:ext>
              </a:extLst>
            </p:cNvPr>
            <p:cNvSpPr/>
            <p:nvPr/>
          </p:nvSpPr>
          <p:spPr>
            <a:xfrm>
              <a:off x="3995234" y="2889892"/>
              <a:ext cx="2466702" cy="53077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nchorCtr="0"/>
            <a:lstStyle/>
            <a:p>
              <a:pPr marL="0" marR="0" lvl="0" indent="0" algn="ctr" defTabSz="914400" rtl="0" eaLnBrk="1" fontAlgn="auto" latinLnBrk="0" hangingPunct="1">
                <a:lnSpc>
                  <a:spcPct val="100000"/>
                </a:lnSpc>
                <a:spcBef>
                  <a:spcPts val="0"/>
                </a:spcBef>
                <a:spcAft>
                  <a:spcPts val="0"/>
                </a:spcAft>
                <a:buClr>
                  <a:srgbClr val="0070AD"/>
                </a:buClr>
                <a:buSzPct val="120000"/>
                <a:buFontTx/>
                <a:buNone/>
                <a:tabLst/>
                <a:defRPr/>
              </a:pPr>
              <a:r>
                <a:rPr kumimoji="0" lang="en-US" sz="1400" b="1" i="0" u="none" strike="noStrike" kern="1200" cap="none" spc="0" normalizeH="0" baseline="0" noProof="0">
                  <a:ln>
                    <a:noFill/>
                  </a:ln>
                  <a:solidFill>
                    <a:srgbClr val="FFFFFF"/>
                  </a:solidFill>
                  <a:effectLst/>
                  <a:uLnTx/>
                  <a:uFillTx/>
                  <a:latin typeface="Ubuntu Light" panose="020B0304030602030204" pitchFamily="34" charset="0"/>
                  <a:ea typeface="Verdana" panose="020B0604030504040204" pitchFamily="34" charset="0"/>
                  <a:cs typeface="+mn-cs"/>
                </a:rPr>
                <a:t>Solution</a:t>
              </a:r>
            </a:p>
          </p:txBody>
        </p:sp>
        <p:sp>
          <p:nvSpPr>
            <p:cNvPr id="22" name="Rectangle 21">
              <a:extLst>
                <a:ext uri="{FF2B5EF4-FFF2-40B4-BE49-F238E27FC236}">
                  <a16:creationId xmlns:a16="http://schemas.microsoft.com/office/drawing/2014/main" id="{01A2B1D5-0280-D009-1939-1645F9DF9252}"/>
                </a:ext>
              </a:extLst>
            </p:cNvPr>
            <p:cNvSpPr/>
            <p:nvPr/>
          </p:nvSpPr>
          <p:spPr>
            <a:xfrm>
              <a:off x="7418959" y="2871872"/>
              <a:ext cx="2631276" cy="53077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nchorCtr="0"/>
            <a:lstStyle/>
            <a:p>
              <a:pPr marL="0" marR="0" lvl="0" indent="0" algn="ctr" defTabSz="914400" rtl="0" eaLnBrk="1" fontAlgn="auto" latinLnBrk="0" hangingPunct="1">
                <a:lnSpc>
                  <a:spcPct val="100000"/>
                </a:lnSpc>
                <a:spcBef>
                  <a:spcPts val="0"/>
                </a:spcBef>
                <a:spcAft>
                  <a:spcPts val="0"/>
                </a:spcAft>
                <a:buClr>
                  <a:srgbClr val="0070AD"/>
                </a:buClr>
                <a:buSzPct val="120000"/>
                <a:buFontTx/>
                <a:buNone/>
                <a:tabLst/>
                <a:defRPr/>
              </a:pPr>
              <a:endParaRPr kumimoji="0" lang="en-US" sz="1400" b="1" i="0" u="none" strike="noStrike" kern="1200" cap="none" spc="0" normalizeH="0" baseline="0" noProof="0">
                <a:ln>
                  <a:noFill/>
                </a:ln>
                <a:solidFill>
                  <a:srgbClr val="FFFFFF"/>
                </a:solidFill>
                <a:effectLst/>
                <a:uLnTx/>
                <a:uFillTx/>
                <a:latin typeface="Ubuntu Light" panose="020B0304030602030204" pitchFamily="34" charset="0"/>
                <a:ea typeface="Verdana" panose="020B0604030504040204" pitchFamily="34" charset="0"/>
                <a:cs typeface="+mn-cs"/>
              </a:endParaRPr>
            </a:p>
            <a:p>
              <a:pPr marL="0" marR="0" lvl="0" indent="0" algn="ctr" defTabSz="914400" rtl="0" eaLnBrk="1" fontAlgn="auto" latinLnBrk="0" hangingPunct="1">
                <a:lnSpc>
                  <a:spcPct val="100000"/>
                </a:lnSpc>
                <a:spcBef>
                  <a:spcPts val="0"/>
                </a:spcBef>
                <a:spcAft>
                  <a:spcPts val="0"/>
                </a:spcAft>
                <a:buClr>
                  <a:srgbClr val="0070AD"/>
                </a:buClr>
                <a:buSzPct val="120000"/>
                <a:buFontTx/>
                <a:buNone/>
                <a:tabLst/>
                <a:defRPr/>
              </a:pPr>
              <a:r>
                <a:rPr kumimoji="0" lang="en-US" sz="1400" b="1" i="0" u="none" strike="noStrike" kern="1200" cap="none" spc="0" normalizeH="0" baseline="0" noProof="0">
                  <a:ln>
                    <a:noFill/>
                  </a:ln>
                  <a:solidFill>
                    <a:srgbClr val="FFFFFF"/>
                  </a:solidFill>
                  <a:effectLst/>
                  <a:uLnTx/>
                  <a:uFillTx/>
                  <a:latin typeface="Ubuntu Light" panose="020B0304030602030204" pitchFamily="34" charset="0"/>
                  <a:ea typeface="Verdana" panose="020B0604030504040204" pitchFamily="34" charset="0"/>
                  <a:cs typeface="+mn-cs"/>
                </a:rPr>
                <a:t>Business Benefits</a:t>
              </a:r>
              <a:br>
                <a:rPr kumimoji="0" lang="en-US" sz="1400" b="1" i="0" u="none" strike="noStrike" kern="1200" cap="none" spc="0" normalizeH="0" baseline="0" noProof="0">
                  <a:ln>
                    <a:noFill/>
                  </a:ln>
                  <a:solidFill>
                    <a:srgbClr val="FFFFFF"/>
                  </a:solidFill>
                  <a:effectLst/>
                  <a:uLnTx/>
                  <a:uFillTx/>
                  <a:latin typeface="Ubuntu Light" panose="020B0304030602030204" pitchFamily="34" charset="0"/>
                  <a:ea typeface="Verdana" panose="020B0604030504040204" pitchFamily="34" charset="0"/>
                  <a:cs typeface="+mn-cs"/>
                </a:rPr>
              </a:br>
              <a:endParaRPr kumimoji="0" lang="en-US" sz="1400" b="1" i="0" u="none" strike="noStrike" kern="1200" cap="none" spc="0" normalizeH="0" baseline="0" noProof="0">
                <a:ln>
                  <a:noFill/>
                </a:ln>
                <a:solidFill>
                  <a:srgbClr val="FFFFFF"/>
                </a:solidFill>
                <a:effectLst/>
                <a:uLnTx/>
                <a:uFillTx/>
                <a:latin typeface="Ubuntu Light" panose="020B0304030602030204" pitchFamily="34" charset="0"/>
                <a:ea typeface="Verdana" panose="020B0604030504040204" pitchFamily="34" charset="0"/>
                <a:cs typeface="+mn-cs"/>
              </a:endParaRPr>
            </a:p>
          </p:txBody>
        </p:sp>
        <p:cxnSp>
          <p:nvCxnSpPr>
            <p:cNvPr id="24" name="Straight Connector 23">
              <a:extLst>
                <a:ext uri="{FF2B5EF4-FFF2-40B4-BE49-F238E27FC236}">
                  <a16:creationId xmlns:a16="http://schemas.microsoft.com/office/drawing/2014/main" id="{76407A58-4718-5466-AB79-A2261CE6A0BC}"/>
                </a:ext>
              </a:extLst>
            </p:cNvPr>
            <p:cNvCxnSpPr/>
            <p:nvPr/>
          </p:nvCxnSpPr>
          <p:spPr>
            <a:xfrm>
              <a:off x="3315667" y="2986947"/>
              <a:ext cx="0" cy="434273"/>
            </a:xfrm>
            <a:prstGeom prst="line">
              <a:avLst/>
            </a:prstGeom>
            <a:ln w="19050">
              <a:solidFill>
                <a:schemeClr val="bg1">
                  <a:alpha val="50000"/>
                </a:schemeClr>
              </a:solidFill>
            </a:ln>
          </p:spPr>
          <p:style>
            <a:lnRef idx="1">
              <a:schemeClr val="accent1"/>
            </a:lnRef>
            <a:fillRef idx="0">
              <a:schemeClr val="accent1"/>
            </a:fillRef>
            <a:effectRef idx="0">
              <a:schemeClr val="accent1"/>
            </a:effectRef>
            <a:fontRef idx="minor">
              <a:schemeClr val="tx1"/>
            </a:fontRef>
          </p:style>
        </p:cxnSp>
        <p:cxnSp>
          <p:nvCxnSpPr>
            <p:cNvPr id="26" name="Straight Connector 25">
              <a:extLst>
                <a:ext uri="{FF2B5EF4-FFF2-40B4-BE49-F238E27FC236}">
                  <a16:creationId xmlns:a16="http://schemas.microsoft.com/office/drawing/2014/main" id="{4BF3939B-E58C-0843-5C3C-82104D8CB19C}"/>
                </a:ext>
              </a:extLst>
            </p:cNvPr>
            <p:cNvCxnSpPr/>
            <p:nvPr/>
          </p:nvCxnSpPr>
          <p:spPr>
            <a:xfrm>
              <a:off x="6942696" y="3004374"/>
              <a:ext cx="0" cy="434273"/>
            </a:xfrm>
            <a:prstGeom prst="line">
              <a:avLst/>
            </a:prstGeom>
            <a:ln w="19050">
              <a:solidFill>
                <a:schemeClr val="bg1">
                  <a:alpha val="50000"/>
                </a:schemeClr>
              </a:solidFill>
            </a:ln>
          </p:spPr>
          <p:style>
            <a:lnRef idx="1">
              <a:schemeClr val="accent1"/>
            </a:lnRef>
            <a:fillRef idx="0">
              <a:schemeClr val="accent1"/>
            </a:fillRef>
            <a:effectRef idx="0">
              <a:schemeClr val="accent1"/>
            </a:effectRef>
            <a:fontRef idx="minor">
              <a:schemeClr val="tx1"/>
            </a:fontRef>
          </p:style>
        </p:cxnSp>
        <p:cxnSp>
          <p:nvCxnSpPr>
            <p:cNvPr id="28" name="Straight Connector 27">
              <a:extLst>
                <a:ext uri="{FF2B5EF4-FFF2-40B4-BE49-F238E27FC236}">
                  <a16:creationId xmlns:a16="http://schemas.microsoft.com/office/drawing/2014/main" id="{1F6FAC46-7A89-7D45-6C57-28339B07832B}"/>
                </a:ext>
              </a:extLst>
            </p:cNvPr>
            <p:cNvCxnSpPr>
              <a:cxnSpLocks/>
            </p:cNvCxnSpPr>
            <p:nvPr/>
          </p:nvCxnSpPr>
          <p:spPr>
            <a:xfrm>
              <a:off x="6942696" y="3493598"/>
              <a:ext cx="0" cy="3114368"/>
            </a:xfrm>
            <a:prstGeom prst="line">
              <a:avLst/>
            </a:prstGeom>
            <a:ln w="12700">
              <a:solidFill>
                <a:schemeClr val="tx1">
                  <a:lumMod val="65000"/>
                  <a:lumOff val="35000"/>
                  <a:alpha val="50000"/>
                </a:schemeClr>
              </a:solidFill>
              <a:tailEnd type="oval"/>
            </a:ln>
          </p:spPr>
          <p:style>
            <a:lnRef idx="1">
              <a:schemeClr val="accent1"/>
            </a:lnRef>
            <a:fillRef idx="0">
              <a:schemeClr val="accent1"/>
            </a:fillRef>
            <a:effectRef idx="0">
              <a:schemeClr val="accent1"/>
            </a:effectRef>
            <a:fontRef idx="minor">
              <a:schemeClr val="tx1"/>
            </a:fontRef>
          </p:style>
        </p:cxnSp>
        <p:sp>
          <p:nvSpPr>
            <p:cNvPr id="29" name="Rectangle 28">
              <a:extLst>
                <a:ext uri="{FF2B5EF4-FFF2-40B4-BE49-F238E27FC236}">
                  <a16:creationId xmlns:a16="http://schemas.microsoft.com/office/drawing/2014/main" id="{34E77E4C-F211-C486-C260-104E3606A7E3}"/>
                </a:ext>
              </a:extLst>
            </p:cNvPr>
            <p:cNvSpPr/>
            <p:nvPr/>
          </p:nvSpPr>
          <p:spPr>
            <a:xfrm>
              <a:off x="333177" y="3811265"/>
              <a:ext cx="2887013" cy="250276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nchorCtr="0"/>
            <a:lstStyle/>
            <a:p>
              <a:pPr marL="182880" marR="0" lvl="0" indent="-182880" algn="l" defTabSz="914400" rtl="0" eaLnBrk="1" fontAlgn="auto" latinLnBrk="0" hangingPunct="1">
                <a:lnSpc>
                  <a:spcPct val="100000"/>
                </a:lnSpc>
                <a:spcBef>
                  <a:spcPts val="0"/>
                </a:spcBef>
                <a:spcAft>
                  <a:spcPts val="1200"/>
                </a:spcAft>
                <a:buClr>
                  <a:schemeClr val="bg1"/>
                </a:buClr>
                <a:buSzPct val="120000"/>
                <a:buFont typeface="Wingdings" panose="05000000000000000000" pitchFamily="2" charset="2"/>
                <a:buChar char="§"/>
                <a:tabLst/>
                <a:defRPr/>
              </a:pPr>
              <a:r>
                <a:rPr kumimoji="0" lang="en-US" sz="1100" b="0" i="0" u="none" strike="noStrike" kern="1200" cap="none" spc="0" normalizeH="0" baseline="0" noProof="0">
                  <a:ln>
                    <a:noFill/>
                  </a:ln>
                  <a:solidFill>
                    <a:srgbClr val="FFFFFF"/>
                  </a:solidFill>
                  <a:effectLst/>
                  <a:uLnTx/>
                  <a:uFillTx/>
                  <a:latin typeface="Ubuntu Light" panose="020B0304030602030204" pitchFamily="34" charset="0"/>
                  <a:ea typeface="+mn-ea"/>
                  <a:cs typeface="+mn-cs"/>
                </a:rPr>
                <a:t>The client's technical services function was distributed across many divisions and departments. Over time, several 'Shadow' IT functions emerged, where business or digital teams made isolated decisions, including software selections, choosing implementation partners, and then transitioning IT support to ISG.</a:t>
              </a:r>
            </a:p>
            <a:p>
              <a:pPr marL="182880" marR="0" lvl="0" indent="-182880" algn="l" defTabSz="914400" rtl="0" eaLnBrk="1" fontAlgn="auto" latinLnBrk="0" hangingPunct="1">
                <a:lnSpc>
                  <a:spcPct val="100000"/>
                </a:lnSpc>
                <a:spcBef>
                  <a:spcPts val="0"/>
                </a:spcBef>
                <a:spcAft>
                  <a:spcPts val="1200"/>
                </a:spcAft>
                <a:buClr>
                  <a:schemeClr val="bg1"/>
                </a:buClr>
                <a:buSzPct val="120000"/>
                <a:buFont typeface="Wingdings" panose="05000000000000000000" pitchFamily="2" charset="2"/>
                <a:buChar char="§"/>
                <a:tabLst/>
                <a:defRPr/>
              </a:pPr>
              <a:r>
                <a:rPr kumimoji="0" lang="en-US" sz="1100" b="0" i="0" u="none" strike="noStrike" kern="1200" cap="none" spc="0" normalizeH="0" baseline="0" noProof="0">
                  <a:ln>
                    <a:noFill/>
                  </a:ln>
                  <a:solidFill>
                    <a:srgbClr val="FFFFFF"/>
                  </a:solidFill>
                  <a:effectLst/>
                  <a:uLnTx/>
                  <a:uFillTx/>
                  <a:latin typeface="Ubuntu Light" panose="020B0304030602030204" pitchFamily="34" charset="0"/>
                  <a:ea typeface="+mn-ea"/>
                  <a:cs typeface="+mn-cs"/>
                </a:rPr>
                <a:t>Lack of alignment in vision, fragmented collaboration, and siloed operations were major causes for concern for OCIO</a:t>
              </a:r>
              <a:endParaRPr kumimoji="0" lang="en-IN" sz="1100" b="0" i="0" u="none" strike="noStrike" kern="1200" cap="none" spc="0" normalizeH="0" baseline="0" noProof="0">
                <a:ln>
                  <a:noFill/>
                </a:ln>
                <a:solidFill>
                  <a:srgbClr val="FFFFFF"/>
                </a:solidFill>
                <a:effectLst/>
                <a:uLnTx/>
                <a:uFillTx/>
                <a:latin typeface="Ubuntu Light" panose="020B0304030602030204" pitchFamily="34" charset="0"/>
                <a:ea typeface="+mn-ea"/>
                <a:cs typeface="+mn-cs"/>
              </a:endParaRPr>
            </a:p>
          </p:txBody>
        </p:sp>
        <p:sp>
          <p:nvSpPr>
            <p:cNvPr id="31" name="Rectangle 30">
              <a:extLst>
                <a:ext uri="{FF2B5EF4-FFF2-40B4-BE49-F238E27FC236}">
                  <a16:creationId xmlns:a16="http://schemas.microsoft.com/office/drawing/2014/main" id="{7C785729-9EDB-756E-9EBD-0BEB889BF546}"/>
                </a:ext>
              </a:extLst>
            </p:cNvPr>
            <p:cNvSpPr/>
            <p:nvPr/>
          </p:nvSpPr>
          <p:spPr>
            <a:xfrm>
              <a:off x="3612131" y="3810154"/>
              <a:ext cx="3090246" cy="2783312"/>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nchorCtr="0"/>
            <a:lstStyle/>
            <a:p>
              <a:pPr marL="171450" marR="0" lvl="0" indent="-171450" algn="l" defTabSz="914400" rtl="0" eaLnBrk="1" fontAlgn="auto" latinLnBrk="0" hangingPunct="1">
                <a:lnSpc>
                  <a:spcPct val="100000"/>
                </a:lnSpc>
                <a:spcBef>
                  <a:spcPts val="0"/>
                </a:spcBef>
                <a:spcAft>
                  <a:spcPts val="900"/>
                </a:spcAft>
                <a:buClr>
                  <a:schemeClr val="bg1"/>
                </a:buClr>
                <a:buSzPct val="120000"/>
                <a:buFont typeface="Wingdings" panose="05000000000000000000" pitchFamily="2" charset="2"/>
                <a:buChar char="§"/>
                <a:tabLst/>
                <a:defRPr/>
              </a:pPr>
              <a:r>
                <a:rPr kumimoji="0" lang="en-US" sz="1100" b="1" i="0" u="none" strike="noStrike" kern="1200" cap="none" spc="0" normalizeH="0" baseline="0" noProof="0">
                  <a:ln>
                    <a:noFill/>
                  </a:ln>
                  <a:solidFill>
                    <a:srgbClr val="FFFFFF"/>
                  </a:solidFill>
                  <a:effectLst/>
                  <a:uLnTx/>
                  <a:uFillTx/>
                  <a:latin typeface="Ubuntu Light"/>
                  <a:ea typeface="+mn-lt"/>
                  <a:cs typeface="+mn-lt"/>
                </a:rPr>
                <a:t>Restructured organizational structure </a:t>
              </a:r>
              <a:r>
                <a:rPr kumimoji="0" lang="en-US" sz="1100" b="0" i="0" u="none" strike="noStrike" kern="1200" cap="none" spc="0" normalizeH="0" baseline="0" noProof="0">
                  <a:ln>
                    <a:noFill/>
                  </a:ln>
                  <a:solidFill>
                    <a:srgbClr val="FFFFFF"/>
                  </a:solidFill>
                  <a:effectLst/>
                  <a:uLnTx/>
                  <a:uFillTx/>
                  <a:latin typeface="Ubuntu Light"/>
                  <a:ea typeface="+mn-lt"/>
                  <a:cs typeface="+mn-lt"/>
                </a:rPr>
                <a:t>to ensure transparency among different functions while </a:t>
              </a:r>
              <a:r>
                <a:rPr kumimoji="0" lang="en-US" sz="1100" b="1" i="0" u="none" strike="noStrike" kern="1200" cap="none" spc="0" normalizeH="0" baseline="0" noProof="0">
                  <a:ln>
                    <a:noFill/>
                  </a:ln>
                  <a:solidFill>
                    <a:srgbClr val="FFFFFF"/>
                  </a:solidFill>
                  <a:effectLst/>
                  <a:uLnTx/>
                  <a:uFillTx/>
                  <a:latin typeface="Ubuntu Light"/>
                  <a:ea typeface="+mn-lt"/>
                  <a:cs typeface="+mn-lt"/>
                </a:rPr>
                <a:t>addressing the need for operational excellence and agility</a:t>
              </a:r>
              <a:r>
                <a:rPr kumimoji="0" lang="en-US" sz="1100" b="0" i="0" u="none" strike="noStrike" kern="1200" cap="none" spc="0" normalizeH="0" baseline="0" noProof="0">
                  <a:ln>
                    <a:noFill/>
                  </a:ln>
                  <a:solidFill>
                    <a:srgbClr val="FFFFFF"/>
                  </a:solidFill>
                  <a:effectLst/>
                  <a:uLnTx/>
                  <a:uFillTx/>
                  <a:latin typeface="Ubuntu Light"/>
                  <a:ea typeface="+mn-lt"/>
                  <a:cs typeface="+mn-lt"/>
                </a:rPr>
                <a:t>, thereby eliminating siloed operations</a:t>
              </a:r>
            </a:p>
            <a:p>
              <a:pPr marL="171450" marR="0" lvl="0" indent="-171450" algn="l" defTabSz="914400" rtl="0" eaLnBrk="1" fontAlgn="auto" latinLnBrk="0" hangingPunct="1">
                <a:lnSpc>
                  <a:spcPct val="100000"/>
                </a:lnSpc>
                <a:spcBef>
                  <a:spcPts val="0"/>
                </a:spcBef>
                <a:spcAft>
                  <a:spcPts val="900"/>
                </a:spcAft>
                <a:buClr>
                  <a:schemeClr val="bg1"/>
                </a:buClr>
                <a:buSzPct val="120000"/>
                <a:buFont typeface="Wingdings" panose="05000000000000000000" pitchFamily="2" charset="2"/>
                <a:buChar char="§"/>
                <a:tabLst/>
                <a:defRPr/>
              </a:pPr>
              <a:r>
                <a:rPr kumimoji="0" lang="en-IN" sz="1100" b="1" i="0" u="none" strike="noStrike" kern="1200" cap="none" spc="0" normalizeH="0" baseline="0" noProof="0">
                  <a:ln>
                    <a:noFill/>
                  </a:ln>
                  <a:solidFill>
                    <a:srgbClr val="FFFFFF"/>
                  </a:solidFill>
                  <a:effectLst/>
                  <a:uLnTx/>
                  <a:uFillTx/>
                  <a:latin typeface="Ubuntu Light"/>
                  <a:ea typeface="+mn-lt"/>
                  <a:cs typeface="+mn-lt"/>
                </a:rPr>
                <a:t>Centralized the Architecture &amp; Integration functions </a:t>
              </a:r>
              <a:r>
                <a:rPr kumimoji="0" lang="en-IN" sz="1100" b="0" i="0" u="none" strike="noStrike" kern="1200" cap="none" spc="0" normalizeH="0" baseline="0" noProof="0">
                  <a:ln>
                    <a:noFill/>
                  </a:ln>
                  <a:solidFill>
                    <a:srgbClr val="FFFFFF"/>
                  </a:solidFill>
                  <a:effectLst/>
                  <a:uLnTx/>
                  <a:uFillTx/>
                  <a:latin typeface="Ubuntu Light"/>
                  <a:ea typeface="+mn-lt"/>
                  <a:cs typeface="+mn-lt"/>
                </a:rPr>
                <a:t>and introduced/designed the BRM layer into the IT organization eliminating gaps in technology capability &amp; delivery</a:t>
              </a:r>
            </a:p>
            <a:p>
              <a:pPr marL="171450" marR="0" lvl="0" indent="-171450" algn="l" defTabSz="914400" rtl="0" eaLnBrk="1" fontAlgn="auto" latinLnBrk="0" hangingPunct="1">
                <a:lnSpc>
                  <a:spcPct val="100000"/>
                </a:lnSpc>
                <a:spcBef>
                  <a:spcPts val="0"/>
                </a:spcBef>
                <a:spcAft>
                  <a:spcPts val="900"/>
                </a:spcAft>
                <a:buClr>
                  <a:schemeClr val="bg1"/>
                </a:buClr>
                <a:buSzPct val="120000"/>
                <a:buFont typeface="Wingdings" panose="05000000000000000000" pitchFamily="2" charset="2"/>
                <a:buChar char="§"/>
                <a:tabLst/>
                <a:defRPr/>
              </a:pPr>
              <a:r>
                <a:rPr kumimoji="0" lang="en-IN" sz="1100" b="1" i="0" u="none" strike="noStrike" kern="1200" cap="none" spc="0" normalizeH="0" baseline="0" noProof="0">
                  <a:ln>
                    <a:noFill/>
                  </a:ln>
                  <a:solidFill>
                    <a:srgbClr val="FFFFFF"/>
                  </a:solidFill>
                  <a:effectLst/>
                  <a:uLnTx/>
                  <a:uFillTx/>
                  <a:latin typeface="Ubuntu Light"/>
                  <a:ea typeface="+mn-lt"/>
                  <a:cs typeface="+mn-lt"/>
                </a:rPr>
                <a:t>Revised RACI to</a:t>
              </a:r>
              <a:r>
                <a:rPr kumimoji="0" lang="en-IN" sz="1100" b="0" i="0" u="none" strike="noStrike" kern="1200" cap="none" spc="0" normalizeH="0" baseline="0" noProof="0">
                  <a:ln>
                    <a:noFill/>
                  </a:ln>
                  <a:solidFill>
                    <a:srgbClr val="FFFFFF"/>
                  </a:solidFill>
                  <a:effectLst/>
                  <a:uLnTx/>
                  <a:uFillTx/>
                  <a:latin typeface="Ubuntu Light"/>
                  <a:ea typeface="+mn-lt"/>
                  <a:cs typeface="+mn-lt"/>
                </a:rPr>
                <a:t> ensure transparency across different functions, bringing structure and clarity to roles across different functions</a:t>
              </a:r>
            </a:p>
          </p:txBody>
        </p:sp>
        <p:sp>
          <p:nvSpPr>
            <p:cNvPr id="33" name="Rectangle 32">
              <a:extLst>
                <a:ext uri="{FF2B5EF4-FFF2-40B4-BE49-F238E27FC236}">
                  <a16:creationId xmlns:a16="http://schemas.microsoft.com/office/drawing/2014/main" id="{E0BCB2C4-016C-1E65-E995-449E9AF3B3B7}"/>
                </a:ext>
              </a:extLst>
            </p:cNvPr>
            <p:cNvSpPr/>
            <p:nvPr/>
          </p:nvSpPr>
          <p:spPr>
            <a:xfrm>
              <a:off x="7336067" y="3825113"/>
              <a:ext cx="2745860" cy="2560141"/>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nchorCtr="0"/>
            <a:lstStyle/>
            <a:p>
              <a:pPr marL="171450" marR="0" lvl="0" indent="-171450" algn="l" defTabSz="914400" rtl="0" eaLnBrk="1" fontAlgn="auto" latinLnBrk="0" hangingPunct="1">
                <a:lnSpc>
                  <a:spcPct val="100000"/>
                </a:lnSpc>
                <a:spcBef>
                  <a:spcPts val="0"/>
                </a:spcBef>
                <a:spcAft>
                  <a:spcPts val="0"/>
                </a:spcAft>
                <a:buClr>
                  <a:schemeClr val="bg1"/>
                </a:buClr>
                <a:buSzPct val="120000"/>
                <a:buFont typeface="Wingdings" panose="05000000000000000000" pitchFamily="2" charset="2"/>
                <a:buChar char="§"/>
                <a:tabLst/>
                <a:defRPr/>
              </a:pPr>
              <a:r>
                <a:rPr kumimoji="0" lang="en-US" sz="1100" b="0" i="0" u="none" strike="noStrike" kern="1200" cap="none" spc="0" normalizeH="0" baseline="0" noProof="0">
                  <a:ln>
                    <a:noFill/>
                  </a:ln>
                  <a:solidFill>
                    <a:srgbClr val="FFFFFF"/>
                  </a:solidFill>
                  <a:effectLst/>
                  <a:uLnTx/>
                  <a:uFillTx/>
                  <a:latin typeface="Ubuntu Light" panose="020B0304030602030204" pitchFamily="34" charset="0"/>
                  <a:ea typeface="Verdana"/>
                  <a:cs typeface="+mn-cs"/>
                </a:rPr>
                <a:t>Better </a:t>
              </a:r>
              <a:r>
                <a:rPr kumimoji="0" lang="en-US" sz="1100" b="1" i="0" u="none" strike="noStrike" kern="1200" cap="none" spc="0" normalizeH="0" baseline="0" noProof="0">
                  <a:ln>
                    <a:noFill/>
                  </a:ln>
                  <a:solidFill>
                    <a:srgbClr val="FFFFFF"/>
                  </a:solidFill>
                  <a:effectLst/>
                  <a:uLnTx/>
                  <a:uFillTx/>
                  <a:latin typeface="Ubuntu Light" panose="020B0304030602030204" pitchFamily="34" charset="0"/>
                  <a:ea typeface="Verdana"/>
                  <a:cs typeface="+mn-cs"/>
                </a:rPr>
                <a:t>collaboration</a:t>
              </a:r>
              <a:r>
                <a:rPr kumimoji="0" lang="en-US" sz="1100" b="0" i="0" u="none" strike="noStrike" kern="1200" cap="none" spc="0" normalizeH="0" baseline="0" noProof="0">
                  <a:ln>
                    <a:noFill/>
                  </a:ln>
                  <a:solidFill>
                    <a:srgbClr val="FFFFFF"/>
                  </a:solidFill>
                  <a:effectLst/>
                  <a:uLnTx/>
                  <a:uFillTx/>
                  <a:latin typeface="Ubuntu Light" panose="020B0304030602030204" pitchFamily="34" charset="0"/>
                  <a:ea typeface="Verdana"/>
                  <a:cs typeface="+mn-cs"/>
                </a:rPr>
                <a:t> on project</a:t>
              </a:r>
              <a:br>
                <a:rPr kumimoji="0" lang="en-US" sz="1100" b="0" i="0" u="none" strike="noStrike" kern="1200" cap="none" spc="0" normalizeH="0" baseline="0" noProof="0">
                  <a:ln>
                    <a:noFill/>
                  </a:ln>
                  <a:solidFill>
                    <a:srgbClr val="FFFFFF"/>
                  </a:solidFill>
                  <a:effectLst/>
                  <a:uLnTx/>
                  <a:uFillTx/>
                  <a:latin typeface="Ubuntu Light" panose="020B0304030602030204" pitchFamily="34" charset="0"/>
                  <a:ea typeface="Verdana"/>
                  <a:cs typeface="+mn-cs"/>
                </a:rPr>
              </a:br>
              <a:endParaRPr kumimoji="0" lang="en-US" sz="1100" b="0" i="0" u="none" strike="noStrike" kern="1200" cap="none" spc="0" normalizeH="0" baseline="0" noProof="0">
                <a:ln>
                  <a:noFill/>
                </a:ln>
                <a:solidFill>
                  <a:srgbClr val="FFFFFF"/>
                </a:solidFill>
                <a:effectLst/>
                <a:uLnTx/>
                <a:uFillTx/>
                <a:latin typeface="Ubuntu Light" panose="020B0304030602030204" pitchFamily="34" charset="0"/>
                <a:ea typeface="Verdana"/>
                <a:cs typeface="+mn-cs"/>
              </a:endParaRPr>
            </a:p>
            <a:p>
              <a:pPr marL="171450" marR="0" lvl="0" indent="-171450" algn="l" defTabSz="914400" rtl="0" eaLnBrk="1" fontAlgn="auto" latinLnBrk="0" hangingPunct="1">
                <a:lnSpc>
                  <a:spcPct val="100000"/>
                </a:lnSpc>
                <a:spcBef>
                  <a:spcPts val="0"/>
                </a:spcBef>
                <a:spcAft>
                  <a:spcPts val="0"/>
                </a:spcAft>
                <a:buClr>
                  <a:schemeClr val="bg1"/>
                </a:buClr>
                <a:buSzPct val="120000"/>
                <a:buFont typeface="Wingdings" panose="05000000000000000000" pitchFamily="2" charset="2"/>
                <a:buChar char="§"/>
                <a:tabLst/>
                <a:defRPr/>
              </a:pPr>
              <a:r>
                <a:rPr kumimoji="0" lang="en-US" sz="1100" b="0" i="0" u="none" strike="noStrike" kern="1200" cap="none" spc="0" normalizeH="0" baseline="0" noProof="0">
                  <a:ln>
                    <a:noFill/>
                  </a:ln>
                  <a:solidFill>
                    <a:srgbClr val="FFFFFF"/>
                  </a:solidFill>
                  <a:effectLst/>
                  <a:uLnTx/>
                  <a:uFillTx/>
                  <a:latin typeface="Ubuntu Light" panose="020B0304030602030204" pitchFamily="34" charset="0"/>
                  <a:ea typeface="Verdana"/>
                  <a:cs typeface="+mn-cs"/>
                </a:rPr>
                <a:t>Easier to cross train on new skills</a:t>
              </a:r>
              <a:br>
                <a:rPr kumimoji="0" lang="en-US" sz="1100" b="0" i="0" u="none" strike="noStrike" kern="1200" cap="none" spc="0" normalizeH="0" baseline="0" noProof="0">
                  <a:ln>
                    <a:noFill/>
                  </a:ln>
                  <a:solidFill>
                    <a:srgbClr val="FFFFFF"/>
                  </a:solidFill>
                  <a:effectLst/>
                  <a:uLnTx/>
                  <a:uFillTx/>
                  <a:latin typeface="Ubuntu Light" panose="020B0304030602030204" pitchFamily="34" charset="0"/>
                  <a:ea typeface="Verdana"/>
                  <a:cs typeface="+mn-cs"/>
                </a:rPr>
              </a:br>
              <a:endParaRPr kumimoji="0" lang="en-US" sz="1100" b="0" i="0" u="none" strike="noStrike" kern="1200" cap="none" spc="0" normalizeH="0" baseline="0" noProof="0">
                <a:ln>
                  <a:noFill/>
                </a:ln>
                <a:solidFill>
                  <a:srgbClr val="FFFFFF"/>
                </a:solidFill>
                <a:effectLst/>
                <a:uLnTx/>
                <a:uFillTx/>
                <a:latin typeface="Ubuntu Light" panose="020B0304030602030204" pitchFamily="34" charset="0"/>
                <a:ea typeface="Verdana"/>
                <a:cs typeface="+mn-cs"/>
              </a:endParaRPr>
            </a:p>
            <a:p>
              <a:pPr marL="171450" marR="0" lvl="0" indent="-171450" algn="l" defTabSz="914400" rtl="0" eaLnBrk="1" fontAlgn="auto" latinLnBrk="0" hangingPunct="1">
                <a:lnSpc>
                  <a:spcPct val="100000"/>
                </a:lnSpc>
                <a:spcBef>
                  <a:spcPts val="0"/>
                </a:spcBef>
                <a:spcAft>
                  <a:spcPts val="0"/>
                </a:spcAft>
                <a:buClr>
                  <a:schemeClr val="bg1"/>
                </a:buClr>
                <a:buSzPct val="120000"/>
                <a:buFont typeface="Wingdings" panose="05000000000000000000" pitchFamily="2" charset="2"/>
                <a:buChar char="§"/>
                <a:tabLst/>
                <a:defRPr/>
              </a:pPr>
              <a:r>
                <a:rPr kumimoji="0" lang="en-US" sz="1100" b="0" i="0" u="none" strike="noStrike" kern="1200" cap="none" spc="0" normalizeH="0" baseline="0" noProof="0">
                  <a:ln>
                    <a:noFill/>
                  </a:ln>
                  <a:solidFill>
                    <a:srgbClr val="FFFFFF"/>
                  </a:solidFill>
                  <a:effectLst/>
                  <a:uLnTx/>
                  <a:uFillTx/>
                  <a:latin typeface="Ubuntu Light" panose="020B0304030602030204" pitchFamily="34" charset="0"/>
                  <a:ea typeface="Verdana"/>
                  <a:cs typeface="+mn-cs"/>
                </a:rPr>
                <a:t>Increased accountability</a:t>
              </a:r>
              <a:br>
                <a:rPr kumimoji="0" lang="en-US" sz="1100" b="0" i="0" u="none" strike="noStrike" kern="1200" cap="none" spc="0" normalizeH="0" baseline="0" noProof="0">
                  <a:ln>
                    <a:noFill/>
                  </a:ln>
                  <a:solidFill>
                    <a:srgbClr val="FFFFFF"/>
                  </a:solidFill>
                  <a:effectLst/>
                  <a:uLnTx/>
                  <a:uFillTx/>
                  <a:latin typeface="Ubuntu Light" panose="020B0304030602030204" pitchFamily="34" charset="0"/>
                  <a:ea typeface="Verdana"/>
                  <a:cs typeface="+mn-cs"/>
                </a:rPr>
              </a:br>
              <a:endParaRPr kumimoji="0" lang="en-US" sz="1100" b="0" i="0" u="none" strike="noStrike" kern="1200" cap="none" spc="0" normalizeH="0" baseline="0" noProof="0">
                <a:ln>
                  <a:noFill/>
                </a:ln>
                <a:solidFill>
                  <a:srgbClr val="FFFFFF"/>
                </a:solidFill>
                <a:effectLst/>
                <a:uLnTx/>
                <a:uFillTx/>
                <a:latin typeface="Ubuntu Light" panose="020B0304030602030204" pitchFamily="34" charset="0"/>
                <a:ea typeface="Verdana"/>
                <a:cs typeface="+mn-cs"/>
              </a:endParaRPr>
            </a:p>
            <a:p>
              <a:pPr marL="171450" marR="0" lvl="0" indent="-171450" algn="l" defTabSz="914400" rtl="0" eaLnBrk="1" fontAlgn="auto" latinLnBrk="0" hangingPunct="1">
                <a:lnSpc>
                  <a:spcPct val="100000"/>
                </a:lnSpc>
                <a:spcBef>
                  <a:spcPts val="0"/>
                </a:spcBef>
                <a:spcAft>
                  <a:spcPts val="0"/>
                </a:spcAft>
                <a:buClr>
                  <a:schemeClr val="bg1"/>
                </a:buClr>
                <a:buSzPct val="120000"/>
                <a:buFont typeface="Wingdings" panose="05000000000000000000" pitchFamily="2" charset="2"/>
                <a:buChar char="§"/>
                <a:tabLst/>
                <a:defRPr/>
              </a:pPr>
              <a:r>
                <a:rPr kumimoji="0" lang="en-US" sz="1100" b="0" i="0" u="none" strike="noStrike" kern="1200" cap="none" spc="0" normalizeH="0" baseline="0" noProof="0">
                  <a:ln>
                    <a:noFill/>
                  </a:ln>
                  <a:solidFill>
                    <a:srgbClr val="FFFFFF"/>
                  </a:solidFill>
                  <a:effectLst/>
                  <a:uLnTx/>
                  <a:uFillTx/>
                  <a:latin typeface="Ubuntu Light" panose="020B0304030602030204" pitchFamily="34" charset="0"/>
                  <a:ea typeface="Verdana" panose="020B0604030504040204" pitchFamily="34" charset="0"/>
                  <a:cs typeface="+mn-cs"/>
                </a:rPr>
                <a:t>Increased </a:t>
              </a:r>
              <a:r>
                <a:rPr kumimoji="0" lang="en-US" sz="1100" b="1" i="0" u="none" strike="noStrike" kern="1200" cap="none" spc="0" normalizeH="0" baseline="0" noProof="0">
                  <a:ln>
                    <a:noFill/>
                  </a:ln>
                  <a:solidFill>
                    <a:srgbClr val="FFFFFF"/>
                  </a:solidFill>
                  <a:effectLst/>
                  <a:uLnTx/>
                  <a:uFillTx/>
                  <a:latin typeface="Ubuntu Light" panose="020B0304030602030204" pitchFamily="34" charset="0"/>
                  <a:ea typeface="Verdana" panose="020B0604030504040204" pitchFamily="34" charset="0"/>
                  <a:cs typeface="+mn-cs"/>
                </a:rPr>
                <a:t>Agility and Productivity</a:t>
              </a:r>
              <a:br>
                <a:rPr kumimoji="0" lang="en-US" sz="1100" b="0" i="0" u="none" strike="noStrike" kern="1200" cap="none" spc="0" normalizeH="0" baseline="0" noProof="0">
                  <a:ln>
                    <a:noFill/>
                  </a:ln>
                  <a:solidFill>
                    <a:srgbClr val="FFFFFF"/>
                  </a:solidFill>
                  <a:effectLst/>
                  <a:uLnTx/>
                  <a:uFillTx/>
                  <a:latin typeface="Ubuntu Light" panose="020B0304030602030204" pitchFamily="34" charset="0"/>
                  <a:ea typeface="Verdana" panose="020B0604030504040204" pitchFamily="34" charset="0"/>
                  <a:cs typeface="+mn-cs"/>
                </a:rPr>
              </a:br>
              <a:endParaRPr kumimoji="0" lang="en-US" sz="1100" b="0" i="0" u="none" strike="noStrike" kern="1200" cap="none" spc="0" normalizeH="0" baseline="0" noProof="0">
                <a:ln>
                  <a:noFill/>
                </a:ln>
                <a:solidFill>
                  <a:srgbClr val="FFFFFF"/>
                </a:solidFill>
                <a:effectLst/>
                <a:uLnTx/>
                <a:uFillTx/>
                <a:latin typeface="Ubuntu Light" panose="020B0304030602030204" pitchFamily="34" charset="0"/>
                <a:ea typeface="Verdana" panose="020B0604030504040204" pitchFamily="34" charset="0"/>
                <a:cs typeface="+mn-cs"/>
              </a:endParaRPr>
            </a:p>
            <a:p>
              <a:pPr marL="171450" marR="0" lvl="0" indent="-171450" algn="l" defTabSz="914400" rtl="0" eaLnBrk="1" fontAlgn="auto" latinLnBrk="0" hangingPunct="1">
                <a:lnSpc>
                  <a:spcPct val="100000"/>
                </a:lnSpc>
                <a:spcBef>
                  <a:spcPts val="0"/>
                </a:spcBef>
                <a:spcAft>
                  <a:spcPts val="0"/>
                </a:spcAft>
                <a:buClr>
                  <a:schemeClr val="bg1"/>
                </a:buClr>
                <a:buSzPct val="120000"/>
                <a:buFont typeface="Wingdings" panose="05000000000000000000" pitchFamily="2" charset="2"/>
                <a:buChar char="§"/>
                <a:tabLst/>
                <a:defRPr/>
              </a:pPr>
              <a:r>
                <a:rPr kumimoji="0" lang="en-US" sz="1100" b="0" i="0" u="none" strike="noStrike" kern="1200" cap="none" spc="0" normalizeH="0" baseline="0" noProof="0">
                  <a:ln>
                    <a:noFill/>
                  </a:ln>
                  <a:solidFill>
                    <a:srgbClr val="FFFFFF"/>
                  </a:solidFill>
                  <a:effectLst/>
                  <a:uLnTx/>
                  <a:uFillTx/>
                  <a:latin typeface="Ubuntu Light" panose="020B0304030602030204" pitchFamily="34" charset="0"/>
                  <a:ea typeface="Verdana" panose="020B0604030504040204" pitchFamily="34" charset="0"/>
                  <a:cs typeface="+mn-cs"/>
                </a:rPr>
                <a:t>Decreases silos with fungible workforce</a:t>
              </a:r>
            </a:p>
            <a:p>
              <a:pPr marL="171450" marR="0" lvl="0" indent="-171450" algn="l" defTabSz="914400" rtl="0" eaLnBrk="1" fontAlgn="auto" latinLnBrk="0" hangingPunct="1">
                <a:lnSpc>
                  <a:spcPct val="100000"/>
                </a:lnSpc>
                <a:spcBef>
                  <a:spcPts val="0"/>
                </a:spcBef>
                <a:spcAft>
                  <a:spcPts val="0"/>
                </a:spcAft>
                <a:buClr>
                  <a:schemeClr val="bg1"/>
                </a:buClr>
                <a:buSzPct val="120000"/>
                <a:buFont typeface="Wingdings" panose="05000000000000000000" pitchFamily="2" charset="2"/>
                <a:buChar char="§"/>
                <a:tabLst/>
                <a:defRPr/>
              </a:pPr>
              <a:endParaRPr kumimoji="0" lang="en-US" sz="1100" b="0" i="0" u="none" strike="noStrike" kern="1200" cap="none" spc="0" normalizeH="0" baseline="0" noProof="0">
                <a:ln>
                  <a:noFill/>
                </a:ln>
                <a:solidFill>
                  <a:srgbClr val="FFFFFF"/>
                </a:solidFill>
                <a:effectLst/>
                <a:uLnTx/>
                <a:uFillTx/>
                <a:latin typeface="Ubuntu Light" panose="020B0304030602030204" pitchFamily="34" charset="0"/>
                <a:ea typeface="Verdana" panose="020B0604030504040204" pitchFamily="34" charset="0"/>
                <a:cs typeface="+mn-cs"/>
              </a:endParaRPr>
            </a:p>
            <a:p>
              <a:pPr marL="171450" marR="0" lvl="0" indent="-171450" algn="l" defTabSz="914400" rtl="0" eaLnBrk="1" fontAlgn="auto" latinLnBrk="0" hangingPunct="1">
                <a:lnSpc>
                  <a:spcPct val="100000"/>
                </a:lnSpc>
                <a:spcBef>
                  <a:spcPts val="0"/>
                </a:spcBef>
                <a:spcAft>
                  <a:spcPts val="0"/>
                </a:spcAft>
                <a:buClr>
                  <a:schemeClr val="bg1"/>
                </a:buClr>
                <a:buSzPct val="120000"/>
                <a:buFont typeface="Wingdings" panose="05000000000000000000" pitchFamily="2" charset="2"/>
                <a:buChar char="§"/>
                <a:tabLst/>
                <a:defRPr/>
              </a:pPr>
              <a:r>
                <a:rPr kumimoji="0" lang="en-US" sz="1100" b="0" i="0" u="none" strike="noStrike" kern="1200" cap="none" spc="0" normalizeH="0" baseline="0" noProof="0">
                  <a:ln>
                    <a:noFill/>
                  </a:ln>
                  <a:solidFill>
                    <a:srgbClr val="FFFFFF"/>
                  </a:solidFill>
                  <a:effectLst/>
                  <a:uLnTx/>
                  <a:uFillTx/>
                  <a:latin typeface="Ubuntu Light" panose="020B0304030602030204" pitchFamily="34" charset="0"/>
                  <a:ea typeface="Verdana" panose="020B0604030504040204" pitchFamily="34" charset="0"/>
                  <a:cs typeface="+mn-cs"/>
                </a:rPr>
                <a:t>Better </a:t>
              </a:r>
              <a:r>
                <a:rPr kumimoji="0" lang="en-US" sz="1100" b="1" i="0" u="none" strike="noStrike" kern="1200" cap="none" spc="0" normalizeH="0" baseline="0" noProof="0">
                  <a:ln>
                    <a:noFill/>
                  </a:ln>
                  <a:solidFill>
                    <a:srgbClr val="FFFFFF"/>
                  </a:solidFill>
                  <a:effectLst/>
                  <a:uLnTx/>
                  <a:uFillTx/>
                  <a:latin typeface="Ubuntu Light" panose="020B0304030602030204" pitchFamily="34" charset="0"/>
                  <a:ea typeface="Verdana" panose="020B0604030504040204" pitchFamily="34" charset="0"/>
                  <a:cs typeface="+mn-cs"/>
                </a:rPr>
                <a:t>operational synergy</a:t>
              </a:r>
              <a:r>
                <a:rPr kumimoji="0" lang="en-US" sz="1100" b="0" i="0" u="none" strike="noStrike" kern="1200" cap="none" spc="0" normalizeH="0" baseline="0" noProof="0">
                  <a:ln>
                    <a:noFill/>
                  </a:ln>
                  <a:solidFill>
                    <a:srgbClr val="FFFFFF"/>
                  </a:solidFill>
                  <a:effectLst/>
                  <a:uLnTx/>
                  <a:uFillTx/>
                  <a:latin typeface="Ubuntu Light" panose="020B0304030602030204" pitchFamily="34" charset="0"/>
                  <a:ea typeface="Verdana" panose="020B0604030504040204" pitchFamily="34" charset="0"/>
                  <a:cs typeface="+mn-cs"/>
                </a:rPr>
                <a:t> with Infrastructure services</a:t>
              </a:r>
            </a:p>
            <a:p>
              <a:pPr marL="171450" marR="0" lvl="0" indent="-171450" algn="l" defTabSz="914400" rtl="0" eaLnBrk="1" fontAlgn="auto" latinLnBrk="0" hangingPunct="1">
                <a:lnSpc>
                  <a:spcPct val="100000"/>
                </a:lnSpc>
                <a:spcBef>
                  <a:spcPts val="0"/>
                </a:spcBef>
                <a:spcAft>
                  <a:spcPts val="0"/>
                </a:spcAft>
                <a:buClr>
                  <a:schemeClr val="bg1"/>
                </a:buClr>
                <a:buSzPct val="120000"/>
                <a:buFont typeface="Wingdings" panose="05000000000000000000" pitchFamily="2" charset="2"/>
                <a:buChar char="§"/>
                <a:tabLst/>
                <a:defRPr/>
              </a:pPr>
              <a:endParaRPr kumimoji="0" lang="en-US" sz="1100" b="0" i="0" u="none" strike="noStrike" kern="1200" cap="none" spc="0" normalizeH="0" baseline="0" noProof="0">
                <a:ln>
                  <a:noFill/>
                </a:ln>
                <a:solidFill>
                  <a:srgbClr val="FFFFFF"/>
                </a:solidFill>
                <a:effectLst/>
                <a:uLnTx/>
                <a:uFillTx/>
                <a:latin typeface="Ubuntu Light" panose="020B0304030602030204" pitchFamily="34" charset="0"/>
                <a:ea typeface="Verdana" panose="020B0604030504040204" pitchFamily="34" charset="0"/>
                <a:cs typeface="+mn-cs"/>
              </a:endParaRPr>
            </a:p>
            <a:p>
              <a:pPr marL="171450" marR="0" lvl="0" indent="-171450" algn="l" defTabSz="914400" rtl="0" eaLnBrk="1" fontAlgn="auto" latinLnBrk="0" hangingPunct="1">
                <a:lnSpc>
                  <a:spcPct val="100000"/>
                </a:lnSpc>
                <a:spcBef>
                  <a:spcPts val="0"/>
                </a:spcBef>
                <a:spcAft>
                  <a:spcPts val="0"/>
                </a:spcAft>
                <a:buClr>
                  <a:schemeClr val="bg1"/>
                </a:buClr>
                <a:buSzPct val="120000"/>
                <a:buFont typeface="Wingdings" panose="05000000000000000000" pitchFamily="2" charset="2"/>
                <a:buChar char="§"/>
                <a:tabLst/>
                <a:defRPr/>
              </a:pPr>
              <a:r>
                <a:rPr kumimoji="0" lang="en-US" sz="1100" b="0" i="0" u="none" strike="noStrike" kern="1200" cap="none" spc="0" normalizeH="0" baseline="0" noProof="0">
                  <a:ln>
                    <a:noFill/>
                  </a:ln>
                  <a:solidFill>
                    <a:srgbClr val="FFFFFF"/>
                  </a:solidFill>
                  <a:effectLst/>
                  <a:uLnTx/>
                  <a:uFillTx/>
                  <a:latin typeface="Ubuntu Light" panose="020B0304030602030204" pitchFamily="34" charset="0"/>
                  <a:ea typeface="Verdana" panose="020B0604030504040204" pitchFamily="34" charset="0"/>
                  <a:cs typeface="+mn-cs"/>
                </a:rPr>
                <a:t>Fully Autonomous</a:t>
              </a:r>
            </a:p>
          </p:txBody>
        </p:sp>
        <p:cxnSp>
          <p:nvCxnSpPr>
            <p:cNvPr id="35" name="Straight Connector 34">
              <a:extLst>
                <a:ext uri="{FF2B5EF4-FFF2-40B4-BE49-F238E27FC236}">
                  <a16:creationId xmlns:a16="http://schemas.microsoft.com/office/drawing/2014/main" id="{363BCC26-5F1B-8973-3844-AFF6E840CA6B}"/>
                </a:ext>
              </a:extLst>
            </p:cNvPr>
            <p:cNvCxnSpPr>
              <a:cxnSpLocks/>
            </p:cNvCxnSpPr>
            <p:nvPr/>
          </p:nvCxnSpPr>
          <p:spPr>
            <a:xfrm>
              <a:off x="3315667" y="3536294"/>
              <a:ext cx="0" cy="3057171"/>
            </a:xfrm>
            <a:prstGeom prst="line">
              <a:avLst/>
            </a:prstGeom>
            <a:ln w="12700">
              <a:solidFill>
                <a:schemeClr val="tx1">
                  <a:lumMod val="65000"/>
                  <a:lumOff val="35000"/>
                  <a:alpha val="50000"/>
                </a:schemeClr>
              </a:solidFill>
              <a:tailEnd type="oval"/>
            </a:ln>
          </p:spPr>
          <p:style>
            <a:lnRef idx="1">
              <a:schemeClr val="accent1"/>
            </a:lnRef>
            <a:fillRef idx="0">
              <a:schemeClr val="accent1"/>
            </a:fillRef>
            <a:effectRef idx="0">
              <a:schemeClr val="accent1"/>
            </a:effectRef>
            <a:fontRef idx="minor">
              <a:schemeClr val="tx1"/>
            </a:fontRef>
          </p:style>
        </p:cxnSp>
        <p:pic>
          <p:nvPicPr>
            <p:cNvPr id="36" name="Picture 35" descr="Shape&#10;&#10;Description automatically generated with low confidence">
              <a:extLst>
                <a:ext uri="{FF2B5EF4-FFF2-40B4-BE49-F238E27FC236}">
                  <a16:creationId xmlns:a16="http://schemas.microsoft.com/office/drawing/2014/main" id="{0A75B212-E9FF-713D-BA88-0CA7886B851F}"/>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1440178" y="2453971"/>
              <a:ext cx="570108" cy="507747"/>
            </a:xfrm>
            <a:prstGeom prst="rect">
              <a:avLst/>
            </a:prstGeom>
          </p:spPr>
        </p:pic>
        <p:pic>
          <p:nvPicPr>
            <p:cNvPr id="51" name="Picture 50" descr="Shape&#10;&#10;Description automatically generated with low confidence">
              <a:extLst>
                <a:ext uri="{FF2B5EF4-FFF2-40B4-BE49-F238E27FC236}">
                  <a16:creationId xmlns:a16="http://schemas.microsoft.com/office/drawing/2014/main" id="{12403F4D-5EA8-1E02-5149-D12A8969C03C}"/>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flipH="1" flipV="1">
              <a:off x="5053529" y="2454272"/>
              <a:ext cx="467030" cy="467030"/>
            </a:xfrm>
            <a:prstGeom prst="rect">
              <a:avLst/>
            </a:prstGeom>
          </p:spPr>
        </p:pic>
        <p:pic>
          <p:nvPicPr>
            <p:cNvPr id="52" name="Picture 51" descr="Shape&#10;&#10;Description automatically generated with low confidence">
              <a:extLst>
                <a:ext uri="{FF2B5EF4-FFF2-40B4-BE49-F238E27FC236}">
                  <a16:creationId xmlns:a16="http://schemas.microsoft.com/office/drawing/2014/main" id="{8BECFE28-6B2B-8533-90AD-385E77C658E3}"/>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8536287" y="2440430"/>
              <a:ext cx="504520" cy="504520"/>
            </a:xfrm>
            <a:prstGeom prst="rect">
              <a:avLst/>
            </a:prstGeom>
          </p:spPr>
        </p:pic>
      </p:grpSp>
      <p:pic>
        <p:nvPicPr>
          <p:cNvPr id="5" name="Picture 4" descr="A low angle view of a building&#10;&#10;AI-generated content may be incorrect.">
            <a:extLst>
              <a:ext uri="{FF2B5EF4-FFF2-40B4-BE49-F238E27FC236}">
                <a16:creationId xmlns:a16="http://schemas.microsoft.com/office/drawing/2014/main" id="{04BCE170-D074-1195-A4D7-704CFF227C51}"/>
              </a:ext>
            </a:extLst>
          </p:cNvPr>
          <p:cNvPicPr>
            <a:picLocks noChangeAspect="1"/>
          </p:cNvPicPr>
          <p:nvPr/>
        </p:nvPicPr>
        <p:blipFill>
          <a:blip r:embed="rId8">
            <a:extLst>
              <a:ext uri="{28A0092B-C50C-407E-A947-70E740481C1C}">
                <a14:useLocalDpi xmlns:a14="http://schemas.microsoft.com/office/drawing/2010/main" val="0"/>
              </a:ext>
            </a:extLst>
          </a:blip>
          <a:stretch>
            <a:fillRect/>
          </a:stretch>
        </p:blipFill>
        <p:spPr>
          <a:xfrm>
            <a:off x="9303505" y="9648"/>
            <a:ext cx="2888495" cy="6517344"/>
          </a:xfrm>
          <a:prstGeom prst="rect">
            <a:avLst/>
          </a:prstGeom>
        </p:spPr>
      </p:pic>
      <p:sp>
        <p:nvSpPr>
          <p:cNvPr id="7" name="Right Triangle 6">
            <a:extLst>
              <a:ext uri="{FF2B5EF4-FFF2-40B4-BE49-F238E27FC236}">
                <a16:creationId xmlns:a16="http://schemas.microsoft.com/office/drawing/2014/main" id="{47BC2E34-3AA6-182F-3FF7-CD40A1FFE866}"/>
              </a:ext>
            </a:extLst>
          </p:cNvPr>
          <p:cNvSpPr/>
          <p:nvPr/>
        </p:nvSpPr>
        <p:spPr>
          <a:xfrm rot="5400000">
            <a:off x="8952080" y="354750"/>
            <a:ext cx="2570551" cy="1867703"/>
          </a:xfrm>
          <a:prstGeom prst="rtTriangle">
            <a:avLst/>
          </a:prstGeom>
          <a:solidFill>
            <a:srgbClr val="272936"/>
          </a:soli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400" b="0" i="0" u="none" strike="noStrike" kern="1200" cap="none" spc="0" normalizeH="0" baseline="0" noProof="0" err="1">
              <a:ln>
                <a:noFill/>
              </a:ln>
              <a:solidFill>
                <a:prstClr val="black"/>
              </a:solidFill>
              <a:effectLst/>
              <a:uLnTx/>
              <a:uFillTx/>
              <a:latin typeface="Ubuntu"/>
              <a:ea typeface="+mn-ea"/>
              <a:cs typeface="+mn-cs"/>
            </a:endParaRPr>
          </a:p>
        </p:txBody>
      </p:sp>
      <p:sp>
        <p:nvSpPr>
          <p:cNvPr id="25" name="Title 1">
            <a:extLst>
              <a:ext uri="{FF2B5EF4-FFF2-40B4-BE49-F238E27FC236}">
                <a16:creationId xmlns:a16="http://schemas.microsoft.com/office/drawing/2014/main" id="{9966B859-F0DE-1247-F758-73BA48D51F84}"/>
              </a:ext>
            </a:extLst>
          </p:cNvPr>
          <p:cNvSpPr txBox="1">
            <a:spLocks/>
          </p:cNvSpPr>
          <p:nvPr/>
        </p:nvSpPr>
        <p:spPr>
          <a:xfrm>
            <a:off x="191278" y="207899"/>
            <a:ext cx="11216673" cy="1580375"/>
          </a:xfrm>
          <a:prstGeom prst="rect">
            <a:avLst/>
          </a:prstGeom>
        </p:spPr>
        <p:txBody>
          <a:bodyPr vert="horz" lIns="0" tIns="180000" rIns="0" bIns="0" rtlCol="0" anchor="t" anchorCtr="0">
            <a:noAutofit/>
          </a:bodyPr>
          <a:lstStyle>
            <a:lvl1pPr marL="0" marR="0" indent="0" algn="l" defTabSz="914400" rtl="0" eaLnBrk="1" fontAlgn="auto" latinLnBrk="0" hangingPunct="1">
              <a:lnSpc>
                <a:spcPct val="100000"/>
              </a:lnSpc>
              <a:spcBef>
                <a:spcPct val="0"/>
              </a:spcBef>
              <a:spcAft>
                <a:spcPts val="0"/>
              </a:spcAft>
              <a:buClrTx/>
              <a:buSzTx/>
              <a:buFontTx/>
              <a:buNone/>
              <a:tabLst/>
              <a:defRPr kumimoji="0" lang="en-US" sz="2800" b="0" i="0" u="none" strike="noStrike" kern="1200" cap="none" spc="0" normalizeH="0" baseline="0" noProof="0">
                <a:ln>
                  <a:noFill/>
                </a:ln>
                <a:solidFill>
                  <a:schemeClr val="bg1"/>
                </a:solidFill>
                <a:effectLst/>
                <a:uLnTx/>
                <a:uFillTx/>
                <a:latin typeface="+mj-lt"/>
                <a:ea typeface="+mj-ea"/>
                <a:cs typeface="+mj-cs"/>
              </a:defRPr>
            </a:lvl1pPr>
          </a:lstStyle>
          <a:p>
            <a:pPr marL="0" marR="0" lvl="0" indent="0" algn="l" defTabSz="914400" rtl="0" eaLnBrk="1" fontAlgn="auto" latinLnBrk="0" hangingPunct="1">
              <a:lnSpc>
                <a:spcPct val="100000"/>
              </a:lnSpc>
              <a:spcBef>
                <a:spcPct val="0"/>
              </a:spcBef>
              <a:spcAft>
                <a:spcPts val="0"/>
              </a:spcAft>
              <a:buClrTx/>
              <a:buSzTx/>
              <a:buFontTx/>
              <a:buNone/>
              <a:tabLst/>
              <a:defRPr/>
            </a:pPr>
            <a:r>
              <a:rPr kumimoji="0" lang="en-US" sz="2600" i="0" u="none" strike="noStrike" kern="1200" cap="none" spc="0" normalizeH="0" baseline="0" noProof="0">
                <a:ln>
                  <a:noFill/>
                </a:ln>
                <a:solidFill>
                  <a:srgbClr val="FFFFFF"/>
                </a:solidFill>
                <a:effectLst/>
                <a:uLnTx/>
                <a:uFillTx/>
                <a:latin typeface="Ubuntu" panose="020B0504030602030204" pitchFamily="34" charset="0"/>
                <a:ea typeface="+mj-ea"/>
                <a:cs typeface="+mj-cs"/>
              </a:rPr>
              <a:t>We have assisted </a:t>
            </a:r>
            <a:r>
              <a:rPr lang="en-US" sz="2600">
                <a:solidFill>
                  <a:srgbClr val="FFFFFF"/>
                </a:solidFill>
                <a:latin typeface="Ubuntu" panose="020B0504030602030204" pitchFamily="34" charset="0"/>
              </a:rPr>
              <a:t>a Southeast Asian operator</a:t>
            </a:r>
            <a:r>
              <a:rPr kumimoji="0" lang="en-US" sz="2600" i="0" u="none" strike="noStrike" kern="1200" cap="none" spc="0" normalizeH="0" baseline="0" noProof="0">
                <a:ln>
                  <a:noFill/>
                </a:ln>
                <a:solidFill>
                  <a:srgbClr val="FFFFFF"/>
                </a:solidFill>
                <a:effectLst/>
                <a:uLnTx/>
                <a:uFillTx/>
                <a:latin typeface="Ubuntu" panose="020B0504030602030204" pitchFamily="34" charset="0"/>
                <a:ea typeface="+mj-ea"/>
                <a:cs typeface="+mj-cs"/>
              </a:rPr>
              <a:t> in reorganizing their organizational structure and centralizing various business functions to eliminate siloed operations</a:t>
            </a:r>
            <a:endParaRPr kumimoji="0" lang="en-US" sz="2600" i="0" u="none" strike="noStrike" kern="1200" cap="none" spc="0" normalizeH="0" baseline="0" noProof="0">
              <a:ln>
                <a:noFill/>
              </a:ln>
              <a:solidFill>
                <a:srgbClr val="FFFFFF"/>
              </a:solidFill>
              <a:effectLst/>
              <a:uLnTx/>
              <a:uFillTx/>
              <a:latin typeface="Ubuntu Medium"/>
              <a:ea typeface="+mj-ea"/>
              <a:cs typeface="+mj-cs"/>
            </a:endParaRPr>
          </a:p>
        </p:txBody>
      </p:sp>
      <p:grpSp>
        <p:nvGrpSpPr>
          <p:cNvPr id="39" name="Group 38">
            <a:extLst>
              <a:ext uri="{FF2B5EF4-FFF2-40B4-BE49-F238E27FC236}">
                <a16:creationId xmlns:a16="http://schemas.microsoft.com/office/drawing/2014/main" id="{4E6F7F6B-3FF1-5B48-63E5-BB221B6F2D06}"/>
              </a:ext>
            </a:extLst>
          </p:cNvPr>
          <p:cNvGrpSpPr/>
          <p:nvPr/>
        </p:nvGrpSpPr>
        <p:grpSpPr>
          <a:xfrm>
            <a:off x="5392317" y="70096"/>
            <a:ext cx="5304257" cy="167498"/>
            <a:chOff x="6837649" y="990853"/>
            <a:chExt cx="5304257" cy="261730"/>
          </a:xfrm>
        </p:grpSpPr>
        <p:sp>
          <p:nvSpPr>
            <p:cNvPr id="40" name="Rectangle: Rounded Corners 39">
              <a:extLst>
                <a:ext uri="{FF2B5EF4-FFF2-40B4-BE49-F238E27FC236}">
                  <a16:creationId xmlns:a16="http://schemas.microsoft.com/office/drawing/2014/main" id="{F7638708-A0F4-EEC0-094B-3B06BFC0316D}"/>
                </a:ext>
              </a:extLst>
            </p:cNvPr>
            <p:cNvSpPr/>
            <p:nvPr/>
          </p:nvSpPr>
          <p:spPr>
            <a:xfrm>
              <a:off x="6837649" y="990853"/>
              <a:ext cx="1004635" cy="249108"/>
            </a:xfrm>
            <a:prstGeom prst="roundRect">
              <a:avLst/>
            </a:prstGeom>
            <a:solidFill>
              <a:srgbClr val="40404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700"/>
                <a:t>Our Understanding</a:t>
              </a:r>
              <a:endParaRPr lang="en-IN" sz="700" err="1"/>
            </a:p>
          </p:txBody>
        </p:sp>
        <p:sp>
          <p:nvSpPr>
            <p:cNvPr id="41" name="Rectangle: Rounded Corners 40">
              <a:extLst>
                <a:ext uri="{FF2B5EF4-FFF2-40B4-BE49-F238E27FC236}">
                  <a16:creationId xmlns:a16="http://schemas.microsoft.com/office/drawing/2014/main" id="{34A7A35B-BF67-7ACD-E7DE-B44F9DDA59CA}"/>
                </a:ext>
              </a:extLst>
            </p:cNvPr>
            <p:cNvSpPr/>
            <p:nvPr/>
          </p:nvSpPr>
          <p:spPr>
            <a:xfrm>
              <a:off x="7953152" y="1002292"/>
              <a:ext cx="1004635" cy="249108"/>
            </a:xfrm>
            <a:prstGeom prst="roundRect">
              <a:avLst/>
            </a:prstGeom>
            <a:solidFill>
              <a:srgbClr val="40404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700"/>
                <a:t>Approach</a:t>
              </a:r>
              <a:endParaRPr lang="en-IN" sz="700" err="1"/>
            </a:p>
          </p:txBody>
        </p:sp>
        <p:sp>
          <p:nvSpPr>
            <p:cNvPr id="42" name="Rectangle: Rounded Corners 41">
              <a:extLst>
                <a:ext uri="{FF2B5EF4-FFF2-40B4-BE49-F238E27FC236}">
                  <a16:creationId xmlns:a16="http://schemas.microsoft.com/office/drawing/2014/main" id="{8CC50BEE-DCFF-1321-F57F-A6E7BC778A4A}"/>
                </a:ext>
              </a:extLst>
            </p:cNvPr>
            <p:cNvSpPr/>
            <p:nvPr/>
          </p:nvSpPr>
          <p:spPr>
            <a:xfrm>
              <a:off x="9017511" y="1003475"/>
              <a:ext cx="1004635" cy="249108"/>
            </a:xfrm>
            <a:prstGeom prst="roundRect">
              <a:avLst/>
            </a:prstGeom>
            <a:solidFill>
              <a:srgbClr val="40404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700"/>
                <a:t>Team</a:t>
              </a:r>
              <a:endParaRPr lang="en-IN" sz="700"/>
            </a:p>
          </p:txBody>
        </p:sp>
        <p:sp>
          <p:nvSpPr>
            <p:cNvPr id="43" name="Rectangle: Rounded Corners 42">
              <a:extLst>
                <a:ext uri="{FF2B5EF4-FFF2-40B4-BE49-F238E27FC236}">
                  <a16:creationId xmlns:a16="http://schemas.microsoft.com/office/drawing/2014/main" id="{E3D78665-ACDA-0EE6-2847-C26BDD321006}"/>
                </a:ext>
              </a:extLst>
            </p:cNvPr>
            <p:cNvSpPr/>
            <p:nvPr/>
          </p:nvSpPr>
          <p:spPr>
            <a:xfrm>
              <a:off x="10081870" y="1001985"/>
              <a:ext cx="1004635" cy="249108"/>
            </a:xfrm>
            <a:prstGeom prst="roundRect">
              <a:avLst/>
            </a:prstGeom>
            <a:solidFill>
              <a:srgbClr val="40404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700"/>
                <a:t>Why US</a:t>
              </a:r>
              <a:endParaRPr lang="en-IN" sz="700"/>
            </a:p>
          </p:txBody>
        </p:sp>
        <p:sp>
          <p:nvSpPr>
            <p:cNvPr id="44" name="Rectangle: Rounded Corners 43">
              <a:extLst>
                <a:ext uri="{FF2B5EF4-FFF2-40B4-BE49-F238E27FC236}">
                  <a16:creationId xmlns:a16="http://schemas.microsoft.com/office/drawing/2014/main" id="{77EBDCFA-F0EC-00FB-664B-998160EC5F4A}"/>
                </a:ext>
              </a:extLst>
            </p:cNvPr>
            <p:cNvSpPr/>
            <p:nvPr/>
          </p:nvSpPr>
          <p:spPr>
            <a:xfrm>
              <a:off x="11137271" y="997539"/>
              <a:ext cx="1004635" cy="249108"/>
            </a:xfrm>
            <a:prstGeom prst="roundRect">
              <a:avLst/>
            </a:prstGeom>
            <a:solidFill>
              <a:srgbClr val="0070A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700"/>
                <a:t>Credentials</a:t>
              </a:r>
              <a:endParaRPr lang="en-IN" sz="700"/>
            </a:p>
          </p:txBody>
        </p:sp>
      </p:grpSp>
    </p:spTree>
    <p:extLst>
      <p:ext uri="{BB962C8B-B14F-4D97-AF65-F5344CB8AC3E}">
        <p14:creationId xmlns:p14="http://schemas.microsoft.com/office/powerpoint/2010/main" val="6466386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E6A2C43-9277-6FDE-F0BF-BD5BF04F7A16}"/>
            </a:ext>
          </a:extLst>
        </p:cNvPr>
        <p:cNvGrpSpPr/>
        <p:nvPr/>
      </p:nvGrpSpPr>
      <p:grpSpPr>
        <a:xfrm>
          <a:off x="0" y="0"/>
          <a:ext cx="0" cy="0"/>
          <a:chOff x="0" y="0"/>
          <a:chExt cx="0" cy="0"/>
        </a:xfrm>
      </p:grpSpPr>
      <p:graphicFrame>
        <p:nvGraphicFramePr>
          <p:cNvPr id="10" name="Object 9" hidden="1">
            <a:extLst>
              <a:ext uri="{FF2B5EF4-FFF2-40B4-BE49-F238E27FC236}">
                <a16:creationId xmlns:a16="http://schemas.microsoft.com/office/drawing/2014/main" id="{5BEB0C8F-FD37-3AE8-82A3-DFA55ED48AD8}"/>
              </a:ext>
            </a:extLst>
          </p:cNvPr>
          <p:cNvGraphicFramePr>
            <a:graphicFrameLocks noChangeAspect="1"/>
          </p:cNvGraphicFramePr>
          <p:nvPr>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473" imgH="473" progId="TCLayout.ActiveDocument.1">
                  <p:embed/>
                </p:oleObj>
              </mc:Choice>
              <mc:Fallback>
                <p:oleObj name="think-cell Slide" r:id="rId3" imgW="473" imgH="473" progId="TCLayout.ActiveDocument.1">
                  <p:embed/>
                  <p:pic>
                    <p:nvPicPr>
                      <p:cNvPr id="10" name="Object 9" hidden="1">
                        <a:extLst>
                          <a:ext uri="{FF2B5EF4-FFF2-40B4-BE49-F238E27FC236}">
                            <a16:creationId xmlns:a16="http://schemas.microsoft.com/office/drawing/2014/main" id="{5BEB0C8F-FD37-3AE8-82A3-DFA55ED48AD8}"/>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3" name="Slide Number Placeholder 2">
            <a:extLst>
              <a:ext uri="{FF2B5EF4-FFF2-40B4-BE49-F238E27FC236}">
                <a16:creationId xmlns:a16="http://schemas.microsoft.com/office/drawing/2014/main" id="{1CF20898-86B3-AAF0-03F8-218014F8A671}"/>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5D9A5160-6218-4E5A-B9E6-B93E3DAE377C}" type="slidenum">
              <a:rPr kumimoji="0" lang="en-US" sz="800" b="0" i="0" u="none" strike="noStrike" kern="1200" cap="none" spc="0" normalizeH="0" baseline="0" noProof="0" smtClean="0">
                <a:ln>
                  <a:noFill/>
                </a:ln>
                <a:solidFill>
                  <a:srgbClr val="FFFFFF">
                    <a:lumMod val="65000"/>
                  </a:srgbClr>
                </a:solidFill>
                <a:effectLst/>
                <a:uLnTx/>
                <a:uFillTx/>
                <a:latin typeface="Ubuntu"/>
                <a:ea typeface="+mn-ea"/>
                <a:cs typeface="Arial" panose="020B0604020202020204" pitchFamily="34" charset="0"/>
              </a:rPr>
              <a:pPr marL="0" marR="0" lvl="0" indent="0" algn="r" defTabSz="914400" rtl="0" eaLnBrk="1" fontAlgn="auto" latinLnBrk="0" hangingPunct="1">
                <a:lnSpc>
                  <a:spcPct val="100000"/>
                </a:lnSpc>
                <a:spcBef>
                  <a:spcPts val="0"/>
                </a:spcBef>
                <a:spcAft>
                  <a:spcPts val="0"/>
                </a:spcAft>
                <a:buClrTx/>
                <a:buSzTx/>
                <a:buFontTx/>
                <a:buNone/>
                <a:tabLst/>
                <a:defRPr/>
              </a:pPr>
              <a:t>16</a:t>
            </a:fld>
            <a:endParaRPr kumimoji="0" lang="en-US" sz="800" b="0" i="0" u="none" strike="noStrike" kern="1200" cap="none" spc="0" normalizeH="0" baseline="0" noProof="0">
              <a:ln>
                <a:noFill/>
              </a:ln>
              <a:solidFill>
                <a:srgbClr val="FFFFFF">
                  <a:lumMod val="65000"/>
                </a:srgbClr>
              </a:solidFill>
              <a:effectLst/>
              <a:uLnTx/>
              <a:uFillTx/>
              <a:latin typeface="Ubuntu"/>
              <a:ea typeface="+mn-ea"/>
              <a:cs typeface="Arial" panose="020B0604020202020204" pitchFamily="34" charset="0"/>
            </a:endParaRPr>
          </a:p>
        </p:txBody>
      </p:sp>
      <p:grpSp>
        <p:nvGrpSpPr>
          <p:cNvPr id="6" name="Group 5">
            <a:extLst>
              <a:ext uri="{FF2B5EF4-FFF2-40B4-BE49-F238E27FC236}">
                <a16:creationId xmlns:a16="http://schemas.microsoft.com/office/drawing/2014/main" id="{989F576E-B09B-891B-1EF7-10EE46504FBF}"/>
              </a:ext>
            </a:extLst>
          </p:cNvPr>
          <p:cNvGrpSpPr/>
          <p:nvPr/>
        </p:nvGrpSpPr>
        <p:grpSpPr>
          <a:xfrm>
            <a:off x="0" y="1871936"/>
            <a:ext cx="9790976" cy="4321974"/>
            <a:chOff x="0" y="2147420"/>
            <a:chExt cx="10679501" cy="4460546"/>
          </a:xfrm>
        </p:grpSpPr>
        <p:sp>
          <p:nvSpPr>
            <p:cNvPr id="9" name="Oval 8">
              <a:extLst>
                <a:ext uri="{FF2B5EF4-FFF2-40B4-BE49-F238E27FC236}">
                  <a16:creationId xmlns:a16="http://schemas.microsoft.com/office/drawing/2014/main" id="{CE41BCE9-355A-A1AC-A298-970227718ACD}"/>
                </a:ext>
              </a:extLst>
            </p:cNvPr>
            <p:cNvSpPr/>
            <p:nvPr/>
          </p:nvSpPr>
          <p:spPr>
            <a:xfrm>
              <a:off x="1039317" y="2276969"/>
              <a:ext cx="1405758" cy="1329690"/>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nchorCtr="0"/>
            <a:lstStyle/>
            <a:p>
              <a:pPr marL="0" marR="0" lvl="0" indent="0" algn="ctr" defTabSz="914400" rtl="0" eaLnBrk="1" fontAlgn="auto" latinLnBrk="0" hangingPunct="1">
                <a:lnSpc>
                  <a:spcPct val="100000"/>
                </a:lnSpc>
                <a:spcBef>
                  <a:spcPts val="0"/>
                </a:spcBef>
                <a:spcAft>
                  <a:spcPts val="0"/>
                </a:spcAft>
                <a:buClr>
                  <a:srgbClr val="0070AD"/>
                </a:buClr>
                <a:buSzPct val="120000"/>
                <a:buFontTx/>
                <a:buNone/>
                <a:tabLst/>
                <a:defRPr/>
              </a:pPr>
              <a:endParaRPr kumimoji="0" lang="en-US" sz="1400" b="1" i="0" u="none" strike="noStrike" kern="1200" cap="none" spc="0" normalizeH="0" baseline="0" noProof="0">
                <a:ln>
                  <a:noFill/>
                </a:ln>
                <a:solidFill>
                  <a:srgbClr val="FFFFFF"/>
                </a:solidFill>
                <a:effectLst/>
                <a:uLnTx/>
                <a:uFillTx/>
                <a:latin typeface="Ubuntu Light" panose="020B0304030602030204" pitchFamily="34" charset="0"/>
                <a:ea typeface="Verdana" panose="020B0604030504040204" pitchFamily="34" charset="0"/>
                <a:cs typeface="+mn-cs"/>
              </a:endParaRPr>
            </a:p>
          </p:txBody>
        </p:sp>
        <p:sp>
          <p:nvSpPr>
            <p:cNvPr id="12" name="Oval 11">
              <a:extLst>
                <a:ext uri="{FF2B5EF4-FFF2-40B4-BE49-F238E27FC236}">
                  <a16:creationId xmlns:a16="http://schemas.microsoft.com/office/drawing/2014/main" id="{FD02C6A7-DC37-2713-C72F-AAD60E627099}"/>
                </a:ext>
              </a:extLst>
            </p:cNvPr>
            <p:cNvSpPr/>
            <p:nvPr/>
          </p:nvSpPr>
          <p:spPr>
            <a:xfrm>
              <a:off x="4601128" y="2249723"/>
              <a:ext cx="1405758" cy="1329690"/>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nchorCtr="0"/>
            <a:lstStyle/>
            <a:p>
              <a:pPr marL="0" marR="0" lvl="0" indent="0" algn="ctr" defTabSz="914400" rtl="0" eaLnBrk="1" fontAlgn="auto" latinLnBrk="0" hangingPunct="1">
                <a:lnSpc>
                  <a:spcPct val="100000"/>
                </a:lnSpc>
                <a:spcBef>
                  <a:spcPts val="0"/>
                </a:spcBef>
                <a:spcAft>
                  <a:spcPts val="0"/>
                </a:spcAft>
                <a:buClr>
                  <a:srgbClr val="0070AD"/>
                </a:buClr>
                <a:buSzPct val="120000"/>
                <a:buFontTx/>
                <a:buNone/>
                <a:tabLst/>
                <a:defRPr/>
              </a:pPr>
              <a:endParaRPr kumimoji="0" lang="en-US" sz="1400" b="1" i="0" u="none" strike="noStrike" kern="1200" cap="none" spc="0" normalizeH="0" baseline="0" noProof="0">
                <a:ln>
                  <a:noFill/>
                </a:ln>
                <a:solidFill>
                  <a:srgbClr val="FFFFFF"/>
                </a:solidFill>
                <a:effectLst/>
                <a:uLnTx/>
                <a:uFillTx/>
                <a:latin typeface="Ubuntu Light" panose="020B0304030602030204" pitchFamily="34" charset="0"/>
                <a:ea typeface="Verdana" panose="020B0604030504040204" pitchFamily="34" charset="0"/>
                <a:cs typeface="+mn-cs"/>
              </a:endParaRPr>
            </a:p>
          </p:txBody>
        </p:sp>
        <p:sp>
          <p:nvSpPr>
            <p:cNvPr id="13" name="Oval 12">
              <a:extLst>
                <a:ext uri="{FF2B5EF4-FFF2-40B4-BE49-F238E27FC236}">
                  <a16:creationId xmlns:a16="http://schemas.microsoft.com/office/drawing/2014/main" id="{CA7A26D7-00A0-F381-61A9-D8A8DB5DD84E}"/>
                </a:ext>
              </a:extLst>
            </p:cNvPr>
            <p:cNvSpPr/>
            <p:nvPr/>
          </p:nvSpPr>
          <p:spPr>
            <a:xfrm>
              <a:off x="8088365" y="2276969"/>
              <a:ext cx="1405758" cy="1329690"/>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nchorCtr="0"/>
            <a:lstStyle/>
            <a:p>
              <a:pPr marL="0" marR="0" lvl="0" indent="0" algn="ctr" defTabSz="914400" rtl="0" eaLnBrk="1" fontAlgn="auto" latinLnBrk="0" hangingPunct="1">
                <a:lnSpc>
                  <a:spcPct val="100000"/>
                </a:lnSpc>
                <a:spcBef>
                  <a:spcPts val="0"/>
                </a:spcBef>
                <a:spcAft>
                  <a:spcPts val="0"/>
                </a:spcAft>
                <a:buClr>
                  <a:srgbClr val="0070AD"/>
                </a:buClr>
                <a:buSzPct val="120000"/>
                <a:buFontTx/>
                <a:buNone/>
                <a:tabLst/>
                <a:defRPr/>
              </a:pPr>
              <a:endParaRPr kumimoji="0" lang="en-US" sz="1400" b="1" i="0" u="none" strike="noStrike" kern="1200" cap="none" spc="0" normalizeH="0" baseline="0" noProof="0">
                <a:ln>
                  <a:noFill/>
                </a:ln>
                <a:solidFill>
                  <a:srgbClr val="FFFFFF"/>
                </a:solidFill>
                <a:effectLst/>
                <a:uLnTx/>
                <a:uFillTx/>
                <a:latin typeface="Ubuntu Light" panose="020B0304030602030204" pitchFamily="34" charset="0"/>
                <a:ea typeface="Verdana" panose="020B0604030504040204" pitchFamily="34" charset="0"/>
                <a:cs typeface="+mn-cs"/>
              </a:endParaRPr>
            </a:p>
          </p:txBody>
        </p:sp>
        <p:sp>
          <p:nvSpPr>
            <p:cNvPr id="14" name="Oval 13">
              <a:extLst>
                <a:ext uri="{FF2B5EF4-FFF2-40B4-BE49-F238E27FC236}">
                  <a16:creationId xmlns:a16="http://schemas.microsoft.com/office/drawing/2014/main" id="{C041DA76-1291-A195-AE91-4F11C241CA6E}"/>
                </a:ext>
              </a:extLst>
            </p:cNvPr>
            <p:cNvSpPr/>
            <p:nvPr/>
          </p:nvSpPr>
          <p:spPr>
            <a:xfrm>
              <a:off x="941765" y="2174666"/>
              <a:ext cx="1621726" cy="1534296"/>
            </a:xfrm>
            <a:prstGeom prst="ellipse">
              <a:avLst/>
            </a:prstGeom>
            <a:noFill/>
            <a:ln w="3810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nchorCtr="0"/>
            <a:lstStyle/>
            <a:p>
              <a:pPr marL="0" marR="0" lvl="0" indent="0" algn="ctr" defTabSz="914400" rtl="0" eaLnBrk="1" fontAlgn="auto" latinLnBrk="0" hangingPunct="1">
                <a:lnSpc>
                  <a:spcPct val="100000"/>
                </a:lnSpc>
                <a:spcBef>
                  <a:spcPts val="0"/>
                </a:spcBef>
                <a:spcAft>
                  <a:spcPts val="0"/>
                </a:spcAft>
                <a:buClr>
                  <a:srgbClr val="0070AD"/>
                </a:buClr>
                <a:buSzPct val="120000"/>
                <a:buFontTx/>
                <a:buNone/>
                <a:tabLst/>
                <a:defRPr/>
              </a:pPr>
              <a:endParaRPr kumimoji="0" lang="en-US" sz="1400" b="1" i="0" u="none" strike="noStrike" kern="1200" cap="none" spc="0" normalizeH="0" baseline="0" noProof="0">
                <a:ln>
                  <a:noFill/>
                </a:ln>
                <a:solidFill>
                  <a:srgbClr val="FFFFFF"/>
                </a:solidFill>
                <a:effectLst/>
                <a:uLnTx/>
                <a:uFillTx/>
                <a:latin typeface="Ubuntu Light" panose="020B0304030602030204" pitchFamily="34" charset="0"/>
                <a:ea typeface="Verdana" panose="020B0604030504040204" pitchFamily="34" charset="0"/>
                <a:cs typeface="+mn-cs"/>
              </a:endParaRPr>
            </a:p>
          </p:txBody>
        </p:sp>
        <p:sp>
          <p:nvSpPr>
            <p:cNvPr id="16" name="Oval 15">
              <a:extLst>
                <a:ext uri="{FF2B5EF4-FFF2-40B4-BE49-F238E27FC236}">
                  <a16:creationId xmlns:a16="http://schemas.microsoft.com/office/drawing/2014/main" id="{99005744-6BED-EBBB-1A1F-166BB2729752}"/>
                </a:ext>
              </a:extLst>
            </p:cNvPr>
            <p:cNvSpPr/>
            <p:nvPr/>
          </p:nvSpPr>
          <p:spPr>
            <a:xfrm>
              <a:off x="4503576" y="2147420"/>
              <a:ext cx="1621726" cy="1534296"/>
            </a:xfrm>
            <a:prstGeom prst="ellipse">
              <a:avLst/>
            </a:prstGeom>
            <a:noFill/>
            <a:ln w="3810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nchorCtr="0"/>
            <a:lstStyle/>
            <a:p>
              <a:pPr marL="0" marR="0" lvl="0" indent="0" algn="ctr" defTabSz="914400" rtl="0" eaLnBrk="1" fontAlgn="auto" latinLnBrk="0" hangingPunct="1">
                <a:lnSpc>
                  <a:spcPct val="100000"/>
                </a:lnSpc>
                <a:spcBef>
                  <a:spcPts val="0"/>
                </a:spcBef>
                <a:spcAft>
                  <a:spcPts val="0"/>
                </a:spcAft>
                <a:buClr>
                  <a:srgbClr val="0070AD"/>
                </a:buClr>
                <a:buSzPct val="120000"/>
                <a:buFontTx/>
                <a:buNone/>
                <a:tabLst/>
                <a:defRPr/>
              </a:pPr>
              <a:endParaRPr kumimoji="0" lang="en-US" sz="1400" b="1" i="0" u="none" strike="noStrike" kern="1200" cap="none" spc="0" normalizeH="0" baseline="0" noProof="0">
                <a:ln>
                  <a:noFill/>
                </a:ln>
                <a:solidFill>
                  <a:srgbClr val="FFFFFF"/>
                </a:solidFill>
                <a:effectLst/>
                <a:uLnTx/>
                <a:uFillTx/>
                <a:latin typeface="Ubuntu Light" panose="020B0304030602030204" pitchFamily="34" charset="0"/>
                <a:ea typeface="Verdana" panose="020B0604030504040204" pitchFamily="34" charset="0"/>
                <a:cs typeface="+mn-cs"/>
              </a:endParaRPr>
            </a:p>
          </p:txBody>
        </p:sp>
        <p:sp>
          <p:nvSpPr>
            <p:cNvPr id="17" name="Oval 16">
              <a:extLst>
                <a:ext uri="{FF2B5EF4-FFF2-40B4-BE49-F238E27FC236}">
                  <a16:creationId xmlns:a16="http://schemas.microsoft.com/office/drawing/2014/main" id="{2311AE59-9FE5-CA00-A6B3-038854A41AB8}"/>
                </a:ext>
              </a:extLst>
            </p:cNvPr>
            <p:cNvSpPr/>
            <p:nvPr/>
          </p:nvSpPr>
          <p:spPr>
            <a:xfrm>
              <a:off x="7990813" y="2174666"/>
              <a:ext cx="1621726" cy="1534296"/>
            </a:xfrm>
            <a:prstGeom prst="ellipse">
              <a:avLst/>
            </a:prstGeom>
            <a:noFill/>
            <a:ln w="3810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nchorCtr="0"/>
            <a:lstStyle/>
            <a:p>
              <a:pPr marL="0" marR="0" lvl="0" indent="0" algn="ctr" defTabSz="914400" rtl="0" eaLnBrk="1" fontAlgn="auto" latinLnBrk="0" hangingPunct="1">
                <a:lnSpc>
                  <a:spcPct val="100000"/>
                </a:lnSpc>
                <a:spcBef>
                  <a:spcPts val="0"/>
                </a:spcBef>
                <a:spcAft>
                  <a:spcPts val="0"/>
                </a:spcAft>
                <a:buClr>
                  <a:srgbClr val="0070AD"/>
                </a:buClr>
                <a:buSzPct val="120000"/>
                <a:buFontTx/>
                <a:buNone/>
                <a:tabLst/>
                <a:defRPr/>
              </a:pPr>
              <a:endParaRPr kumimoji="0" lang="en-US" sz="1400" b="1" i="0" u="none" strike="noStrike" kern="1200" cap="none" spc="0" normalizeH="0" baseline="0" noProof="0">
                <a:ln>
                  <a:noFill/>
                </a:ln>
                <a:solidFill>
                  <a:srgbClr val="FFFFFF"/>
                </a:solidFill>
                <a:effectLst/>
                <a:uLnTx/>
                <a:uFillTx/>
                <a:latin typeface="Ubuntu Light" panose="020B0304030602030204" pitchFamily="34" charset="0"/>
                <a:ea typeface="Verdana" panose="020B0604030504040204" pitchFamily="34" charset="0"/>
                <a:cs typeface="+mn-cs"/>
              </a:endParaRPr>
            </a:p>
          </p:txBody>
        </p:sp>
        <p:sp>
          <p:nvSpPr>
            <p:cNvPr id="18" name="Rectangle 17">
              <a:extLst>
                <a:ext uri="{FF2B5EF4-FFF2-40B4-BE49-F238E27FC236}">
                  <a16:creationId xmlns:a16="http://schemas.microsoft.com/office/drawing/2014/main" id="{843305C0-017A-62FF-DE6D-F1665CC654E7}"/>
                </a:ext>
              </a:extLst>
            </p:cNvPr>
            <p:cNvSpPr/>
            <p:nvPr/>
          </p:nvSpPr>
          <p:spPr>
            <a:xfrm>
              <a:off x="0" y="2914568"/>
              <a:ext cx="10679501" cy="57903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srgbClr val="FFFFFF"/>
                </a:solidFill>
                <a:effectLst/>
                <a:uLnTx/>
                <a:uFillTx/>
                <a:latin typeface="Ubuntu Light" panose="020B0304030602030204" pitchFamily="34" charset="0"/>
                <a:ea typeface="+mn-ea"/>
                <a:cs typeface="+mn-cs"/>
              </a:endParaRPr>
            </a:p>
          </p:txBody>
        </p:sp>
        <p:sp>
          <p:nvSpPr>
            <p:cNvPr id="19" name="Rectangle 18">
              <a:extLst>
                <a:ext uri="{FF2B5EF4-FFF2-40B4-BE49-F238E27FC236}">
                  <a16:creationId xmlns:a16="http://schemas.microsoft.com/office/drawing/2014/main" id="{EF4C9F6F-C848-5D53-80E2-7E31F9ED6CBC}"/>
                </a:ext>
              </a:extLst>
            </p:cNvPr>
            <p:cNvSpPr/>
            <p:nvPr/>
          </p:nvSpPr>
          <p:spPr>
            <a:xfrm>
              <a:off x="315029" y="2889892"/>
              <a:ext cx="2809579" cy="53077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nchorCtr="0"/>
            <a:lstStyle/>
            <a:p>
              <a:pPr marL="0" marR="0" lvl="0" indent="0" algn="ctr" defTabSz="914400" rtl="0" eaLnBrk="1" fontAlgn="auto" latinLnBrk="0" hangingPunct="1">
                <a:lnSpc>
                  <a:spcPct val="100000"/>
                </a:lnSpc>
                <a:spcBef>
                  <a:spcPts val="0"/>
                </a:spcBef>
                <a:spcAft>
                  <a:spcPts val="0"/>
                </a:spcAft>
                <a:buClr>
                  <a:srgbClr val="0070AD"/>
                </a:buClr>
                <a:buSzPct val="120000"/>
                <a:buFontTx/>
                <a:buNone/>
                <a:tabLst/>
                <a:defRPr/>
              </a:pPr>
              <a:r>
                <a:rPr kumimoji="0" lang="en-IN" sz="1400" b="1" i="0" u="none" strike="noStrike" kern="1200" cap="none" spc="0" normalizeH="0" baseline="0" noProof="0">
                  <a:ln>
                    <a:noFill/>
                  </a:ln>
                  <a:solidFill>
                    <a:srgbClr val="FFFFFF"/>
                  </a:solidFill>
                  <a:effectLst/>
                  <a:uLnTx/>
                  <a:uFillTx/>
                  <a:latin typeface="Ubuntu Light" panose="020B0304030602030204" pitchFamily="34" charset="0"/>
                  <a:ea typeface="Verdana" panose="020B0604030504040204" pitchFamily="34" charset="0"/>
                  <a:cs typeface="+mn-cs"/>
                </a:rPr>
                <a:t>Business Problem</a:t>
              </a:r>
            </a:p>
          </p:txBody>
        </p:sp>
        <p:sp>
          <p:nvSpPr>
            <p:cNvPr id="20" name="Rectangle 19">
              <a:extLst>
                <a:ext uri="{FF2B5EF4-FFF2-40B4-BE49-F238E27FC236}">
                  <a16:creationId xmlns:a16="http://schemas.microsoft.com/office/drawing/2014/main" id="{906366D5-9509-28A4-2632-8B270A16B74D}"/>
                </a:ext>
              </a:extLst>
            </p:cNvPr>
            <p:cNvSpPr/>
            <p:nvPr/>
          </p:nvSpPr>
          <p:spPr>
            <a:xfrm>
              <a:off x="3631878" y="2938693"/>
              <a:ext cx="2170926" cy="53077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nchorCtr="0"/>
            <a:lstStyle/>
            <a:p>
              <a:pPr marL="0" marR="0" lvl="0" indent="0" algn="ctr" defTabSz="914400" rtl="0" eaLnBrk="1" fontAlgn="auto" latinLnBrk="0" hangingPunct="1">
                <a:lnSpc>
                  <a:spcPct val="100000"/>
                </a:lnSpc>
                <a:spcBef>
                  <a:spcPts val="0"/>
                </a:spcBef>
                <a:spcAft>
                  <a:spcPts val="0"/>
                </a:spcAft>
                <a:buClr>
                  <a:srgbClr val="0070AD"/>
                </a:buClr>
                <a:buSzPct val="120000"/>
                <a:buFontTx/>
                <a:buNone/>
                <a:tabLst/>
                <a:defRPr/>
              </a:pPr>
              <a:endParaRPr kumimoji="0" lang="en-US" sz="1400" b="1" i="0" u="none" strike="noStrike" kern="1200" cap="none" spc="0" normalizeH="0" baseline="0" noProof="0">
                <a:ln>
                  <a:noFill/>
                </a:ln>
                <a:solidFill>
                  <a:srgbClr val="FFFFFF"/>
                </a:solidFill>
                <a:effectLst/>
                <a:uLnTx/>
                <a:uFillTx/>
                <a:latin typeface="Ubuntu Light" panose="020B0304030602030204" pitchFamily="34" charset="0"/>
                <a:ea typeface="Verdana" panose="020B0604030504040204" pitchFamily="34" charset="0"/>
                <a:cs typeface="+mn-cs"/>
              </a:endParaRPr>
            </a:p>
          </p:txBody>
        </p:sp>
        <p:sp>
          <p:nvSpPr>
            <p:cNvPr id="21" name="Rectangle 20">
              <a:extLst>
                <a:ext uri="{FF2B5EF4-FFF2-40B4-BE49-F238E27FC236}">
                  <a16:creationId xmlns:a16="http://schemas.microsoft.com/office/drawing/2014/main" id="{CCDFF678-23FF-B9AB-8135-CDEA585B5695}"/>
                </a:ext>
              </a:extLst>
            </p:cNvPr>
            <p:cNvSpPr/>
            <p:nvPr/>
          </p:nvSpPr>
          <p:spPr>
            <a:xfrm>
              <a:off x="3995234" y="2889892"/>
              <a:ext cx="2466702" cy="53077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nchorCtr="0"/>
            <a:lstStyle/>
            <a:p>
              <a:pPr marL="0" marR="0" lvl="0" indent="0" algn="ctr" defTabSz="914400" rtl="0" eaLnBrk="1" fontAlgn="auto" latinLnBrk="0" hangingPunct="1">
                <a:lnSpc>
                  <a:spcPct val="100000"/>
                </a:lnSpc>
                <a:spcBef>
                  <a:spcPts val="0"/>
                </a:spcBef>
                <a:spcAft>
                  <a:spcPts val="0"/>
                </a:spcAft>
                <a:buClr>
                  <a:srgbClr val="0070AD"/>
                </a:buClr>
                <a:buSzPct val="120000"/>
                <a:buFontTx/>
                <a:buNone/>
                <a:tabLst/>
                <a:defRPr/>
              </a:pPr>
              <a:r>
                <a:rPr kumimoji="0" lang="en-US" sz="1400" b="1" i="0" u="none" strike="noStrike" kern="1200" cap="none" spc="0" normalizeH="0" baseline="0" noProof="0">
                  <a:ln>
                    <a:noFill/>
                  </a:ln>
                  <a:solidFill>
                    <a:srgbClr val="FFFFFF"/>
                  </a:solidFill>
                  <a:effectLst/>
                  <a:uLnTx/>
                  <a:uFillTx/>
                  <a:latin typeface="Ubuntu Light" panose="020B0304030602030204" pitchFamily="34" charset="0"/>
                  <a:ea typeface="Verdana" panose="020B0604030504040204" pitchFamily="34" charset="0"/>
                  <a:cs typeface="+mn-cs"/>
                </a:rPr>
                <a:t>Solution</a:t>
              </a:r>
            </a:p>
          </p:txBody>
        </p:sp>
        <p:sp>
          <p:nvSpPr>
            <p:cNvPr id="22" name="Rectangle 21">
              <a:extLst>
                <a:ext uri="{FF2B5EF4-FFF2-40B4-BE49-F238E27FC236}">
                  <a16:creationId xmlns:a16="http://schemas.microsoft.com/office/drawing/2014/main" id="{BE3C5F63-AA1E-1737-D592-6AC1D5B78D3A}"/>
                </a:ext>
              </a:extLst>
            </p:cNvPr>
            <p:cNvSpPr/>
            <p:nvPr/>
          </p:nvSpPr>
          <p:spPr>
            <a:xfrm>
              <a:off x="7418959" y="2871872"/>
              <a:ext cx="2631276" cy="53077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nchorCtr="0"/>
            <a:lstStyle/>
            <a:p>
              <a:pPr marL="0" marR="0" lvl="0" indent="0" algn="ctr" defTabSz="914400" rtl="0" eaLnBrk="1" fontAlgn="auto" latinLnBrk="0" hangingPunct="1">
                <a:lnSpc>
                  <a:spcPct val="100000"/>
                </a:lnSpc>
                <a:spcBef>
                  <a:spcPts val="0"/>
                </a:spcBef>
                <a:spcAft>
                  <a:spcPts val="0"/>
                </a:spcAft>
                <a:buClr>
                  <a:srgbClr val="0070AD"/>
                </a:buClr>
                <a:buSzPct val="120000"/>
                <a:buFontTx/>
                <a:buNone/>
                <a:tabLst/>
                <a:defRPr/>
              </a:pPr>
              <a:endParaRPr kumimoji="0" lang="en-US" sz="1400" b="1" i="0" u="none" strike="noStrike" kern="1200" cap="none" spc="0" normalizeH="0" baseline="0" noProof="0">
                <a:ln>
                  <a:noFill/>
                </a:ln>
                <a:solidFill>
                  <a:srgbClr val="FFFFFF"/>
                </a:solidFill>
                <a:effectLst/>
                <a:uLnTx/>
                <a:uFillTx/>
                <a:latin typeface="Ubuntu Light" panose="020B0304030602030204" pitchFamily="34" charset="0"/>
                <a:ea typeface="Verdana" panose="020B0604030504040204" pitchFamily="34" charset="0"/>
                <a:cs typeface="+mn-cs"/>
              </a:endParaRPr>
            </a:p>
            <a:p>
              <a:pPr marL="0" marR="0" lvl="0" indent="0" algn="ctr" defTabSz="914400" rtl="0" eaLnBrk="1" fontAlgn="auto" latinLnBrk="0" hangingPunct="1">
                <a:lnSpc>
                  <a:spcPct val="100000"/>
                </a:lnSpc>
                <a:spcBef>
                  <a:spcPts val="0"/>
                </a:spcBef>
                <a:spcAft>
                  <a:spcPts val="0"/>
                </a:spcAft>
                <a:buClr>
                  <a:srgbClr val="0070AD"/>
                </a:buClr>
                <a:buSzPct val="120000"/>
                <a:buFontTx/>
                <a:buNone/>
                <a:tabLst/>
                <a:defRPr/>
              </a:pPr>
              <a:r>
                <a:rPr kumimoji="0" lang="en-US" sz="1400" b="1" i="0" u="none" strike="noStrike" kern="1200" cap="none" spc="0" normalizeH="0" baseline="0" noProof="0">
                  <a:ln>
                    <a:noFill/>
                  </a:ln>
                  <a:solidFill>
                    <a:srgbClr val="FFFFFF"/>
                  </a:solidFill>
                  <a:effectLst/>
                  <a:uLnTx/>
                  <a:uFillTx/>
                  <a:latin typeface="Ubuntu Light" panose="020B0304030602030204" pitchFamily="34" charset="0"/>
                  <a:ea typeface="Verdana" panose="020B0604030504040204" pitchFamily="34" charset="0"/>
                  <a:cs typeface="+mn-cs"/>
                </a:rPr>
                <a:t>Business Benefits</a:t>
              </a:r>
              <a:br>
                <a:rPr kumimoji="0" lang="en-US" sz="1400" b="1" i="0" u="none" strike="noStrike" kern="1200" cap="none" spc="0" normalizeH="0" baseline="0" noProof="0">
                  <a:ln>
                    <a:noFill/>
                  </a:ln>
                  <a:solidFill>
                    <a:srgbClr val="FFFFFF"/>
                  </a:solidFill>
                  <a:effectLst/>
                  <a:uLnTx/>
                  <a:uFillTx/>
                  <a:latin typeface="Ubuntu Light" panose="020B0304030602030204" pitchFamily="34" charset="0"/>
                  <a:ea typeface="Verdana" panose="020B0604030504040204" pitchFamily="34" charset="0"/>
                  <a:cs typeface="+mn-cs"/>
                </a:rPr>
              </a:br>
              <a:endParaRPr kumimoji="0" lang="en-US" sz="1400" b="1" i="0" u="none" strike="noStrike" kern="1200" cap="none" spc="0" normalizeH="0" baseline="0" noProof="0">
                <a:ln>
                  <a:noFill/>
                </a:ln>
                <a:solidFill>
                  <a:srgbClr val="FFFFFF"/>
                </a:solidFill>
                <a:effectLst/>
                <a:uLnTx/>
                <a:uFillTx/>
                <a:latin typeface="Ubuntu Light" panose="020B0304030602030204" pitchFamily="34" charset="0"/>
                <a:ea typeface="Verdana" panose="020B0604030504040204" pitchFamily="34" charset="0"/>
                <a:cs typeface="+mn-cs"/>
              </a:endParaRPr>
            </a:p>
          </p:txBody>
        </p:sp>
        <p:cxnSp>
          <p:nvCxnSpPr>
            <p:cNvPr id="24" name="Straight Connector 23">
              <a:extLst>
                <a:ext uri="{FF2B5EF4-FFF2-40B4-BE49-F238E27FC236}">
                  <a16:creationId xmlns:a16="http://schemas.microsoft.com/office/drawing/2014/main" id="{427183BD-176E-3D78-4978-7D369590036D}"/>
                </a:ext>
              </a:extLst>
            </p:cNvPr>
            <p:cNvCxnSpPr/>
            <p:nvPr/>
          </p:nvCxnSpPr>
          <p:spPr>
            <a:xfrm>
              <a:off x="3315667" y="2986947"/>
              <a:ext cx="0" cy="434273"/>
            </a:xfrm>
            <a:prstGeom prst="line">
              <a:avLst/>
            </a:prstGeom>
            <a:ln w="19050">
              <a:solidFill>
                <a:schemeClr val="bg1">
                  <a:alpha val="50000"/>
                </a:schemeClr>
              </a:solidFill>
            </a:ln>
          </p:spPr>
          <p:style>
            <a:lnRef idx="1">
              <a:schemeClr val="accent1"/>
            </a:lnRef>
            <a:fillRef idx="0">
              <a:schemeClr val="accent1"/>
            </a:fillRef>
            <a:effectRef idx="0">
              <a:schemeClr val="accent1"/>
            </a:effectRef>
            <a:fontRef idx="minor">
              <a:schemeClr val="tx1"/>
            </a:fontRef>
          </p:style>
        </p:cxnSp>
        <p:cxnSp>
          <p:nvCxnSpPr>
            <p:cNvPr id="26" name="Straight Connector 25">
              <a:extLst>
                <a:ext uri="{FF2B5EF4-FFF2-40B4-BE49-F238E27FC236}">
                  <a16:creationId xmlns:a16="http://schemas.microsoft.com/office/drawing/2014/main" id="{B3D28F31-51A2-9F2F-1BC6-AEC915D781DC}"/>
                </a:ext>
              </a:extLst>
            </p:cNvPr>
            <p:cNvCxnSpPr/>
            <p:nvPr/>
          </p:nvCxnSpPr>
          <p:spPr>
            <a:xfrm>
              <a:off x="6942696" y="3004374"/>
              <a:ext cx="0" cy="434273"/>
            </a:xfrm>
            <a:prstGeom prst="line">
              <a:avLst/>
            </a:prstGeom>
            <a:ln w="19050">
              <a:solidFill>
                <a:schemeClr val="bg1">
                  <a:alpha val="50000"/>
                </a:schemeClr>
              </a:solidFill>
            </a:ln>
          </p:spPr>
          <p:style>
            <a:lnRef idx="1">
              <a:schemeClr val="accent1"/>
            </a:lnRef>
            <a:fillRef idx="0">
              <a:schemeClr val="accent1"/>
            </a:fillRef>
            <a:effectRef idx="0">
              <a:schemeClr val="accent1"/>
            </a:effectRef>
            <a:fontRef idx="minor">
              <a:schemeClr val="tx1"/>
            </a:fontRef>
          </p:style>
        </p:cxnSp>
        <p:cxnSp>
          <p:nvCxnSpPr>
            <p:cNvPr id="28" name="Straight Connector 27">
              <a:extLst>
                <a:ext uri="{FF2B5EF4-FFF2-40B4-BE49-F238E27FC236}">
                  <a16:creationId xmlns:a16="http://schemas.microsoft.com/office/drawing/2014/main" id="{4A298EEC-CF2B-1105-4C2B-9CF3B632E8EA}"/>
                </a:ext>
              </a:extLst>
            </p:cNvPr>
            <p:cNvCxnSpPr>
              <a:cxnSpLocks/>
            </p:cNvCxnSpPr>
            <p:nvPr/>
          </p:nvCxnSpPr>
          <p:spPr>
            <a:xfrm>
              <a:off x="6942696" y="3493598"/>
              <a:ext cx="0" cy="3114368"/>
            </a:xfrm>
            <a:prstGeom prst="line">
              <a:avLst/>
            </a:prstGeom>
            <a:ln w="12700">
              <a:solidFill>
                <a:schemeClr val="tx1">
                  <a:lumMod val="65000"/>
                  <a:lumOff val="35000"/>
                  <a:alpha val="50000"/>
                </a:schemeClr>
              </a:solidFill>
              <a:tailEnd type="oval"/>
            </a:ln>
          </p:spPr>
          <p:style>
            <a:lnRef idx="1">
              <a:schemeClr val="accent1"/>
            </a:lnRef>
            <a:fillRef idx="0">
              <a:schemeClr val="accent1"/>
            </a:fillRef>
            <a:effectRef idx="0">
              <a:schemeClr val="accent1"/>
            </a:effectRef>
            <a:fontRef idx="minor">
              <a:schemeClr val="tx1"/>
            </a:fontRef>
          </p:style>
        </p:cxnSp>
        <p:sp>
          <p:nvSpPr>
            <p:cNvPr id="29" name="Rectangle 28">
              <a:extLst>
                <a:ext uri="{FF2B5EF4-FFF2-40B4-BE49-F238E27FC236}">
                  <a16:creationId xmlns:a16="http://schemas.microsoft.com/office/drawing/2014/main" id="{2415B11A-4A41-E04D-9E34-6F9C236D090D}"/>
                </a:ext>
              </a:extLst>
            </p:cNvPr>
            <p:cNvSpPr/>
            <p:nvPr/>
          </p:nvSpPr>
          <p:spPr>
            <a:xfrm>
              <a:off x="333177" y="3811265"/>
              <a:ext cx="2887013" cy="250276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nchorCtr="0"/>
            <a:lstStyle/>
            <a:p>
              <a:pPr marL="182880" marR="0" lvl="0" indent="-182880" algn="l" defTabSz="914400" rtl="0" eaLnBrk="1" fontAlgn="auto" latinLnBrk="0" hangingPunct="1">
                <a:lnSpc>
                  <a:spcPct val="100000"/>
                </a:lnSpc>
                <a:spcBef>
                  <a:spcPts val="0"/>
                </a:spcBef>
                <a:spcAft>
                  <a:spcPts val="1200"/>
                </a:spcAft>
                <a:buClr>
                  <a:schemeClr val="bg1"/>
                </a:buClr>
                <a:buSzPct val="120000"/>
                <a:buFont typeface="Wingdings" panose="05000000000000000000" pitchFamily="2" charset="2"/>
                <a:buChar char="§"/>
                <a:tabLst/>
                <a:defRPr/>
              </a:pPr>
              <a:r>
                <a:rPr kumimoji="0" lang="en-US" sz="1100" b="0" i="0" u="none" strike="noStrike" kern="1200" cap="none" spc="0" normalizeH="0" baseline="0" noProof="0">
                  <a:ln>
                    <a:noFill/>
                  </a:ln>
                  <a:solidFill>
                    <a:srgbClr val="FFFFFF"/>
                  </a:solidFill>
                  <a:effectLst/>
                  <a:uLnTx/>
                  <a:uFillTx/>
                  <a:latin typeface="Ubuntu Light" panose="020B0304030602030204" pitchFamily="34" charset="0"/>
                  <a:ea typeface="+mn-ea"/>
                  <a:cs typeface="+mn-cs"/>
                </a:rPr>
                <a:t>The business faced challenges with its current processes, which were fragmented and inefficient. </a:t>
              </a:r>
            </a:p>
            <a:p>
              <a:pPr marL="182880" marR="0" lvl="0" indent="-182880" algn="l" defTabSz="914400" rtl="0" eaLnBrk="1" fontAlgn="auto" latinLnBrk="0" hangingPunct="1">
                <a:lnSpc>
                  <a:spcPct val="100000"/>
                </a:lnSpc>
                <a:spcBef>
                  <a:spcPts val="0"/>
                </a:spcBef>
                <a:spcAft>
                  <a:spcPts val="1200"/>
                </a:spcAft>
                <a:buClr>
                  <a:schemeClr val="bg1"/>
                </a:buClr>
                <a:buSzPct val="120000"/>
                <a:buFont typeface="Wingdings" panose="05000000000000000000" pitchFamily="2" charset="2"/>
                <a:buChar char="§"/>
                <a:tabLst/>
                <a:defRPr/>
              </a:pPr>
              <a:r>
                <a:rPr kumimoji="0" lang="en-US" sz="1100" b="0" i="0" u="none" strike="noStrike" kern="1200" cap="none" spc="0" normalizeH="0" baseline="0" noProof="0">
                  <a:ln>
                    <a:noFill/>
                  </a:ln>
                  <a:solidFill>
                    <a:srgbClr val="FFFFFF"/>
                  </a:solidFill>
                  <a:effectLst/>
                  <a:uLnTx/>
                  <a:uFillTx/>
                  <a:latin typeface="Ubuntu Light" panose="020B0304030602030204" pitchFamily="34" charset="0"/>
                  <a:ea typeface="+mn-ea"/>
                  <a:cs typeface="+mn-cs"/>
                </a:rPr>
                <a:t>There was a lack of alignment and transparency across various functions, leading to siloed operations and reduced agility.</a:t>
              </a:r>
            </a:p>
          </p:txBody>
        </p:sp>
        <p:sp>
          <p:nvSpPr>
            <p:cNvPr id="31" name="Rectangle 30">
              <a:extLst>
                <a:ext uri="{FF2B5EF4-FFF2-40B4-BE49-F238E27FC236}">
                  <a16:creationId xmlns:a16="http://schemas.microsoft.com/office/drawing/2014/main" id="{10C6C065-D6EF-59C2-CC7D-04B5915C2337}"/>
                </a:ext>
              </a:extLst>
            </p:cNvPr>
            <p:cNvSpPr/>
            <p:nvPr/>
          </p:nvSpPr>
          <p:spPr>
            <a:xfrm>
              <a:off x="3612131" y="3810154"/>
              <a:ext cx="3090246" cy="2783312"/>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nchorCtr="0"/>
            <a:lstStyle/>
            <a:p>
              <a:pPr marL="171450" marR="0" lvl="0" indent="-171450" algn="l" defTabSz="914400" rtl="0" eaLnBrk="1" fontAlgn="auto" latinLnBrk="0" hangingPunct="1">
                <a:lnSpc>
                  <a:spcPct val="100000"/>
                </a:lnSpc>
                <a:spcBef>
                  <a:spcPts val="0"/>
                </a:spcBef>
                <a:spcAft>
                  <a:spcPts val="900"/>
                </a:spcAft>
                <a:buClr>
                  <a:schemeClr val="bg1"/>
                </a:buClr>
                <a:buSzPct val="120000"/>
                <a:buFont typeface="Wingdings" panose="05000000000000000000" pitchFamily="2" charset="2"/>
                <a:buChar char="§"/>
                <a:tabLst/>
                <a:defRPr/>
              </a:pPr>
              <a:r>
                <a:rPr kumimoji="0" lang="en-US" sz="1100" b="0" i="0" u="none" strike="noStrike" kern="1200" cap="none" spc="0" normalizeH="0" baseline="0" noProof="0">
                  <a:ln>
                    <a:noFill/>
                  </a:ln>
                  <a:solidFill>
                    <a:srgbClr val="FFFFFF"/>
                  </a:solidFill>
                  <a:effectLst/>
                  <a:uLnTx/>
                  <a:uFillTx/>
                  <a:latin typeface="Ubuntu Light"/>
                  <a:ea typeface="+mn-lt"/>
                  <a:cs typeface="+mn-lt"/>
                </a:rPr>
                <a:t>Performed process prioritization and assessment of 400 processes from 8 streams through a matured process optimization methodology</a:t>
              </a:r>
            </a:p>
            <a:p>
              <a:pPr marL="171450" marR="0" lvl="0" indent="-171450" algn="l" defTabSz="914400" rtl="0" eaLnBrk="1" fontAlgn="auto" latinLnBrk="0" hangingPunct="1">
                <a:lnSpc>
                  <a:spcPct val="100000"/>
                </a:lnSpc>
                <a:spcBef>
                  <a:spcPts val="0"/>
                </a:spcBef>
                <a:spcAft>
                  <a:spcPts val="900"/>
                </a:spcAft>
                <a:buClr>
                  <a:schemeClr val="bg1"/>
                </a:buClr>
                <a:buSzPct val="120000"/>
                <a:buFont typeface="Wingdings" panose="05000000000000000000" pitchFamily="2" charset="2"/>
                <a:buChar char="§"/>
                <a:tabLst/>
                <a:defRPr/>
              </a:pPr>
              <a:r>
                <a:rPr kumimoji="0" lang="en-US" sz="1100" b="0" i="0" u="none" strike="noStrike" kern="1200" cap="none" spc="0" normalizeH="0" baseline="0" noProof="0">
                  <a:ln>
                    <a:noFill/>
                  </a:ln>
                  <a:solidFill>
                    <a:srgbClr val="FFFFFF"/>
                  </a:solidFill>
                  <a:effectLst/>
                  <a:uLnTx/>
                  <a:uFillTx/>
                  <a:latin typeface="Ubuntu Light"/>
                  <a:ea typeface="+mn-lt"/>
                  <a:cs typeface="+mn-lt"/>
                </a:rPr>
                <a:t>163 L3 </a:t>
              </a:r>
              <a:r>
                <a:rPr kumimoji="0" lang="en-US" sz="1100" b="0" i="0" u="none" strike="noStrike" kern="1200" cap="none" spc="0" normalizeH="0" baseline="0" noProof="0" err="1">
                  <a:ln>
                    <a:noFill/>
                  </a:ln>
                  <a:solidFill>
                    <a:srgbClr val="FFFFFF"/>
                  </a:solidFill>
                  <a:effectLst/>
                  <a:uLnTx/>
                  <a:uFillTx/>
                  <a:latin typeface="Ubuntu Light"/>
                  <a:ea typeface="+mn-lt"/>
                  <a:cs typeface="+mn-lt"/>
                </a:rPr>
                <a:t>eTOM</a:t>
              </a:r>
              <a:r>
                <a:rPr kumimoji="0" lang="en-US" sz="1100" b="0" i="0" u="none" strike="noStrike" kern="1200" cap="none" spc="0" normalizeH="0" baseline="0" noProof="0">
                  <a:ln>
                    <a:noFill/>
                  </a:ln>
                  <a:solidFill>
                    <a:srgbClr val="FFFFFF"/>
                  </a:solidFill>
                  <a:effectLst/>
                  <a:uLnTx/>
                  <a:uFillTx/>
                  <a:latin typeface="Ubuntu Light"/>
                  <a:ea typeface="+mn-lt"/>
                  <a:cs typeface="+mn-lt"/>
                </a:rPr>
                <a:t> processes simplified with To-be processes documented as per industry best practices </a:t>
              </a:r>
            </a:p>
            <a:p>
              <a:pPr marL="171450" marR="0" lvl="0" indent="-171450" algn="l" defTabSz="914400" rtl="0" eaLnBrk="1" fontAlgn="auto" latinLnBrk="0" hangingPunct="1">
                <a:lnSpc>
                  <a:spcPct val="100000"/>
                </a:lnSpc>
                <a:spcBef>
                  <a:spcPts val="0"/>
                </a:spcBef>
                <a:spcAft>
                  <a:spcPts val="900"/>
                </a:spcAft>
                <a:buClr>
                  <a:schemeClr val="bg1"/>
                </a:buClr>
                <a:buSzPct val="120000"/>
                <a:buFont typeface="Wingdings" panose="05000000000000000000" pitchFamily="2" charset="2"/>
                <a:buChar char="§"/>
                <a:tabLst/>
                <a:defRPr/>
              </a:pPr>
              <a:r>
                <a:rPr kumimoji="0" lang="en-US" sz="1100" b="0" i="0" u="none" strike="noStrike" kern="1200" cap="none" spc="0" normalizeH="0" baseline="0" noProof="0">
                  <a:ln>
                    <a:noFill/>
                  </a:ln>
                  <a:solidFill>
                    <a:srgbClr val="FFFFFF"/>
                  </a:solidFill>
                  <a:effectLst/>
                  <a:uLnTx/>
                  <a:uFillTx/>
                  <a:latin typeface="Ubuntu Light"/>
                  <a:ea typeface="+mn-lt"/>
                  <a:cs typeface="+mn-lt"/>
                </a:rPr>
                <a:t>Developed &amp; implemented portal for Network BU, Facilities BU, and 12 BOTS (Processes)</a:t>
              </a:r>
            </a:p>
            <a:p>
              <a:pPr marL="171450" marR="0" lvl="0" indent="-171450" algn="l" defTabSz="914400" rtl="0" eaLnBrk="1" fontAlgn="auto" latinLnBrk="0" hangingPunct="1">
                <a:lnSpc>
                  <a:spcPct val="100000"/>
                </a:lnSpc>
                <a:spcBef>
                  <a:spcPts val="0"/>
                </a:spcBef>
                <a:spcAft>
                  <a:spcPts val="900"/>
                </a:spcAft>
                <a:buClr>
                  <a:schemeClr val="bg1"/>
                </a:buClr>
                <a:buSzPct val="120000"/>
                <a:buFont typeface="Wingdings" panose="05000000000000000000" pitchFamily="2" charset="2"/>
                <a:buChar char="§"/>
                <a:tabLst/>
                <a:defRPr/>
              </a:pPr>
              <a:r>
                <a:rPr kumimoji="0" lang="en-US" sz="1100" b="0" i="0" u="none" strike="noStrike" kern="1200" cap="none" spc="0" normalizeH="0" baseline="0" noProof="0">
                  <a:ln>
                    <a:noFill/>
                  </a:ln>
                  <a:solidFill>
                    <a:srgbClr val="FFFFFF"/>
                  </a:solidFill>
                  <a:effectLst/>
                  <a:uLnTx/>
                  <a:uFillTx/>
                  <a:latin typeface="Ubuntu Light"/>
                  <a:ea typeface="+mn-lt"/>
                  <a:cs typeface="+mn-lt"/>
                </a:rPr>
                <a:t>Implemented a Agile delivery with defined sprints across the project, centralized repository of business stream processes, and change management and production support for smooth transition</a:t>
              </a:r>
            </a:p>
          </p:txBody>
        </p:sp>
        <p:sp>
          <p:nvSpPr>
            <p:cNvPr id="33" name="Rectangle 32">
              <a:extLst>
                <a:ext uri="{FF2B5EF4-FFF2-40B4-BE49-F238E27FC236}">
                  <a16:creationId xmlns:a16="http://schemas.microsoft.com/office/drawing/2014/main" id="{3020340A-473C-03FE-8A7D-43D730217D7E}"/>
                </a:ext>
              </a:extLst>
            </p:cNvPr>
            <p:cNvSpPr/>
            <p:nvPr/>
          </p:nvSpPr>
          <p:spPr>
            <a:xfrm>
              <a:off x="7336067" y="3825113"/>
              <a:ext cx="2745860" cy="2560141"/>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nchorCtr="0"/>
            <a:lstStyle/>
            <a:p>
              <a:pPr marL="182880" marR="0" lvl="0" indent="-182880" algn="l" defTabSz="914400" rtl="0" eaLnBrk="1" fontAlgn="auto" latinLnBrk="0" hangingPunct="1">
                <a:lnSpc>
                  <a:spcPct val="100000"/>
                </a:lnSpc>
                <a:spcBef>
                  <a:spcPts val="0"/>
                </a:spcBef>
                <a:spcAft>
                  <a:spcPts val="1200"/>
                </a:spcAft>
                <a:buClr>
                  <a:schemeClr val="bg1"/>
                </a:buClr>
                <a:buSzPct val="120000"/>
                <a:buFont typeface="Wingdings" panose="05000000000000000000" pitchFamily="2" charset="2"/>
                <a:buChar char="§"/>
                <a:tabLst/>
                <a:defRPr/>
              </a:pPr>
              <a:r>
                <a:rPr kumimoji="0" lang="en-US" sz="1100" b="0" i="0" u="none" strike="noStrike" kern="1200" cap="none" spc="0" normalizeH="0" baseline="0" noProof="0">
                  <a:ln>
                    <a:noFill/>
                  </a:ln>
                  <a:solidFill>
                    <a:srgbClr val="FFFFFF"/>
                  </a:solidFill>
                  <a:effectLst/>
                  <a:uLnTx/>
                  <a:uFillTx/>
                  <a:latin typeface="Ubuntu Light" panose="020B0304030602030204" pitchFamily="34" charset="0"/>
                  <a:ea typeface="+mn-ea"/>
                  <a:cs typeface="+mn-cs"/>
                </a:rPr>
                <a:t>Improvement in the process workflows due to streamlining leading to </a:t>
              </a:r>
              <a:r>
                <a:rPr kumimoji="0" lang="en-US" sz="1100" b="1" i="0" u="none" strike="noStrike" kern="1200" cap="none" spc="0" normalizeH="0" baseline="0" noProof="0">
                  <a:ln>
                    <a:noFill/>
                  </a:ln>
                  <a:solidFill>
                    <a:srgbClr val="FFFFFF"/>
                  </a:solidFill>
                  <a:effectLst/>
                  <a:uLnTx/>
                  <a:uFillTx/>
                  <a:latin typeface="Ubuntu Light" panose="020B0304030602030204" pitchFamily="34" charset="0"/>
                  <a:ea typeface="+mn-ea"/>
                  <a:cs typeface="+mn-cs"/>
                </a:rPr>
                <a:t>faster and more efficient operations.</a:t>
              </a:r>
            </a:p>
            <a:p>
              <a:pPr marL="182880" marR="0" lvl="0" indent="-182880" algn="l" defTabSz="914400" rtl="0" eaLnBrk="1" fontAlgn="auto" latinLnBrk="0" hangingPunct="1">
                <a:lnSpc>
                  <a:spcPct val="100000"/>
                </a:lnSpc>
                <a:spcBef>
                  <a:spcPts val="0"/>
                </a:spcBef>
                <a:spcAft>
                  <a:spcPts val="1200"/>
                </a:spcAft>
                <a:buClr>
                  <a:schemeClr val="bg1"/>
                </a:buClr>
                <a:buSzPct val="120000"/>
                <a:buFont typeface="Wingdings" panose="05000000000000000000" pitchFamily="2" charset="2"/>
                <a:buChar char="§"/>
                <a:tabLst/>
                <a:defRPr/>
              </a:pPr>
              <a:r>
                <a:rPr kumimoji="0" lang="en-US" sz="1100" b="0" i="0" u="none" strike="noStrike" kern="1200" cap="none" spc="0" normalizeH="0" baseline="0" noProof="0">
                  <a:ln>
                    <a:noFill/>
                  </a:ln>
                  <a:solidFill>
                    <a:srgbClr val="FFFFFF"/>
                  </a:solidFill>
                  <a:effectLst/>
                  <a:uLnTx/>
                  <a:uFillTx/>
                  <a:latin typeface="Ubuntu Light" panose="020B0304030602030204" pitchFamily="34" charset="0"/>
                  <a:ea typeface="+mn-ea"/>
                  <a:cs typeface="+mn-cs"/>
                </a:rPr>
                <a:t>Optimized processes ensuring higher quality outputs by </a:t>
              </a:r>
              <a:r>
                <a:rPr kumimoji="0" lang="en-US" sz="1100" b="1" i="0" u="none" strike="noStrike" kern="1200" cap="none" spc="0" normalizeH="0" baseline="0" noProof="0">
                  <a:ln>
                    <a:noFill/>
                  </a:ln>
                  <a:solidFill>
                    <a:srgbClr val="FFFFFF"/>
                  </a:solidFill>
                  <a:effectLst/>
                  <a:uLnTx/>
                  <a:uFillTx/>
                  <a:latin typeface="Ubuntu Light" panose="020B0304030602030204" pitchFamily="34" charset="0"/>
                  <a:ea typeface="+mn-ea"/>
                  <a:cs typeface="+mn-cs"/>
                </a:rPr>
                <a:t>minimizing errors </a:t>
              </a:r>
              <a:r>
                <a:rPr kumimoji="0" lang="en-US" sz="1100" b="0" i="0" u="none" strike="noStrike" kern="1200" cap="none" spc="0" normalizeH="0" baseline="0" noProof="0">
                  <a:ln>
                    <a:noFill/>
                  </a:ln>
                  <a:solidFill>
                    <a:srgbClr val="FFFFFF"/>
                  </a:solidFill>
                  <a:effectLst/>
                  <a:uLnTx/>
                  <a:uFillTx/>
                  <a:latin typeface="Ubuntu Light" panose="020B0304030602030204" pitchFamily="34" charset="0"/>
                  <a:ea typeface="+mn-ea"/>
                  <a:cs typeface="+mn-cs"/>
                </a:rPr>
                <a:t>and enhancing consistency.</a:t>
              </a:r>
            </a:p>
            <a:p>
              <a:pPr marL="182880" marR="0" lvl="0" indent="-182880" algn="l" defTabSz="914400" rtl="0" eaLnBrk="1" fontAlgn="auto" latinLnBrk="0" hangingPunct="1">
                <a:lnSpc>
                  <a:spcPct val="100000"/>
                </a:lnSpc>
                <a:spcBef>
                  <a:spcPts val="0"/>
                </a:spcBef>
                <a:spcAft>
                  <a:spcPts val="1200"/>
                </a:spcAft>
                <a:buClr>
                  <a:schemeClr val="bg1"/>
                </a:buClr>
                <a:buSzPct val="120000"/>
                <a:buFont typeface="Wingdings" panose="05000000000000000000" pitchFamily="2" charset="2"/>
                <a:buChar char="§"/>
                <a:tabLst/>
                <a:defRPr/>
              </a:pPr>
              <a:r>
                <a:rPr kumimoji="0" lang="en-US" sz="1100" b="0" i="0" u="none" strike="noStrike" kern="1200" cap="none" spc="0" normalizeH="0" baseline="0" noProof="0">
                  <a:ln>
                    <a:noFill/>
                  </a:ln>
                  <a:solidFill>
                    <a:srgbClr val="FFFFFF"/>
                  </a:solidFill>
                  <a:effectLst/>
                  <a:uLnTx/>
                  <a:uFillTx/>
                  <a:latin typeface="Ubuntu Light" panose="020B0304030602030204" pitchFamily="34" charset="0"/>
                  <a:ea typeface="+mn-ea"/>
                  <a:cs typeface="+mn-cs"/>
                </a:rPr>
                <a:t>Automated processes leading to consistent and </a:t>
              </a:r>
              <a:r>
                <a:rPr kumimoji="0" lang="en-US" sz="1100" b="1" i="0" u="none" strike="noStrike" kern="1200" cap="none" spc="0" normalizeH="0" baseline="0" noProof="0">
                  <a:ln>
                    <a:noFill/>
                  </a:ln>
                  <a:solidFill>
                    <a:srgbClr val="FFFFFF"/>
                  </a:solidFill>
                  <a:effectLst/>
                  <a:uLnTx/>
                  <a:uFillTx/>
                  <a:latin typeface="Ubuntu Light" panose="020B0304030602030204" pitchFamily="34" charset="0"/>
                  <a:ea typeface="+mn-ea"/>
                  <a:cs typeface="+mn-cs"/>
                </a:rPr>
                <a:t>precise execution</a:t>
              </a:r>
              <a:r>
                <a:rPr kumimoji="0" lang="en-US" sz="1100" b="0" i="0" u="none" strike="noStrike" kern="1200" cap="none" spc="0" normalizeH="0" baseline="0" noProof="0">
                  <a:ln>
                    <a:noFill/>
                  </a:ln>
                  <a:solidFill>
                    <a:srgbClr val="FFFFFF"/>
                  </a:solidFill>
                  <a:effectLst/>
                  <a:uLnTx/>
                  <a:uFillTx/>
                  <a:latin typeface="Ubuntu Light" panose="020B0304030602030204" pitchFamily="34" charset="0"/>
                  <a:ea typeface="+mn-ea"/>
                  <a:cs typeface="+mn-cs"/>
                </a:rPr>
                <a:t>, reducing the likelihood of errors and </a:t>
              </a:r>
              <a:r>
                <a:rPr kumimoji="0" lang="en-US" sz="1100" b="1" i="0" u="none" strike="noStrike" kern="1200" cap="none" spc="0" normalizeH="0" baseline="0" noProof="0">
                  <a:ln>
                    <a:noFill/>
                  </a:ln>
                  <a:solidFill>
                    <a:srgbClr val="FFFFFF"/>
                  </a:solidFill>
                  <a:effectLst/>
                  <a:uLnTx/>
                  <a:uFillTx/>
                  <a:latin typeface="Ubuntu Light" panose="020B0304030602030204" pitchFamily="34" charset="0"/>
                  <a:ea typeface="+mn-ea"/>
                  <a:cs typeface="+mn-cs"/>
                </a:rPr>
                <a:t>improving overall quality.</a:t>
              </a:r>
            </a:p>
          </p:txBody>
        </p:sp>
        <p:cxnSp>
          <p:nvCxnSpPr>
            <p:cNvPr id="35" name="Straight Connector 34">
              <a:extLst>
                <a:ext uri="{FF2B5EF4-FFF2-40B4-BE49-F238E27FC236}">
                  <a16:creationId xmlns:a16="http://schemas.microsoft.com/office/drawing/2014/main" id="{CA560209-9E99-D761-0469-7151B42A7B56}"/>
                </a:ext>
              </a:extLst>
            </p:cNvPr>
            <p:cNvCxnSpPr>
              <a:cxnSpLocks/>
            </p:cNvCxnSpPr>
            <p:nvPr/>
          </p:nvCxnSpPr>
          <p:spPr>
            <a:xfrm>
              <a:off x="3315667" y="3536294"/>
              <a:ext cx="0" cy="3057171"/>
            </a:xfrm>
            <a:prstGeom prst="line">
              <a:avLst/>
            </a:prstGeom>
            <a:ln w="12700">
              <a:solidFill>
                <a:schemeClr val="tx1">
                  <a:lumMod val="65000"/>
                  <a:lumOff val="35000"/>
                  <a:alpha val="50000"/>
                </a:schemeClr>
              </a:solidFill>
              <a:tailEnd type="oval"/>
            </a:ln>
          </p:spPr>
          <p:style>
            <a:lnRef idx="1">
              <a:schemeClr val="accent1"/>
            </a:lnRef>
            <a:fillRef idx="0">
              <a:schemeClr val="accent1"/>
            </a:fillRef>
            <a:effectRef idx="0">
              <a:schemeClr val="accent1"/>
            </a:effectRef>
            <a:fontRef idx="minor">
              <a:schemeClr val="tx1"/>
            </a:fontRef>
          </p:style>
        </p:cxnSp>
        <p:pic>
          <p:nvPicPr>
            <p:cNvPr id="36" name="Picture 35" descr="Shape&#10;&#10;Description automatically generated with low confidence">
              <a:extLst>
                <a:ext uri="{FF2B5EF4-FFF2-40B4-BE49-F238E27FC236}">
                  <a16:creationId xmlns:a16="http://schemas.microsoft.com/office/drawing/2014/main" id="{1028B4B5-8123-B6CB-AE27-9768496262BA}"/>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1440178" y="2453971"/>
              <a:ext cx="570108" cy="507747"/>
            </a:xfrm>
            <a:prstGeom prst="rect">
              <a:avLst/>
            </a:prstGeom>
          </p:spPr>
        </p:pic>
        <p:pic>
          <p:nvPicPr>
            <p:cNvPr id="51" name="Picture 50" descr="Shape&#10;&#10;Description automatically generated with low confidence">
              <a:extLst>
                <a:ext uri="{FF2B5EF4-FFF2-40B4-BE49-F238E27FC236}">
                  <a16:creationId xmlns:a16="http://schemas.microsoft.com/office/drawing/2014/main" id="{28040A04-CD49-541D-00DB-ECEFFF46B211}"/>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flipH="1" flipV="1">
              <a:off x="5053529" y="2454272"/>
              <a:ext cx="467030" cy="467030"/>
            </a:xfrm>
            <a:prstGeom prst="rect">
              <a:avLst/>
            </a:prstGeom>
          </p:spPr>
        </p:pic>
        <p:pic>
          <p:nvPicPr>
            <p:cNvPr id="52" name="Picture 51" descr="Shape&#10;&#10;Description automatically generated with low confidence">
              <a:extLst>
                <a:ext uri="{FF2B5EF4-FFF2-40B4-BE49-F238E27FC236}">
                  <a16:creationId xmlns:a16="http://schemas.microsoft.com/office/drawing/2014/main" id="{F3B31950-BF58-5DC7-8BA1-27C32200845C}"/>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8536287" y="2440430"/>
              <a:ext cx="504520" cy="504520"/>
            </a:xfrm>
            <a:prstGeom prst="rect">
              <a:avLst/>
            </a:prstGeom>
          </p:spPr>
        </p:pic>
      </p:grpSp>
      <p:pic>
        <p:nvPicPr>
          <p:cNvPr id="5" name="Picture 4">
            <a:extLst>
              <a:ext uri="{FF2B5EF4-FFF2-40B4-BE49-F238E27FC236}">
                <a16:creationId xmlns:a16="http://schemas.microsoft.com/office/drawing/2014/main" id="{733434F8-51F2-4894-4463-927E2F6FC27C}"/>
              </a:ext>
            </a:extLst>
          </p:cNvPr>
          <p:cNvPicPr>
            <a:picLocks noChangeAspect="1"/>
          </p:cNvPicPr>
          <p:nvPr/>
        </p:nvPicPr>
        <p:blipFill>
          <a:blip r:embed="rId8">
            <a:extLst>
              <a:ext uri="{28A0092B-C50C-407E-A947-70E740481C1C}">
                <a14:useLocalDpi xmlns:a14="http://schemas.microsoft.com/office/drawing/2010/main" val="0"/>
              </a:ext>
            </a:extLst>
          </a:blip>
          <a:srcRect/>
          <a:stretch/>
        </p:blipFill>
        <p:spPr>
          <a:xfrm>
            <a:off x="9303506" y="0"/>
            <a:ext cx="2888494" cy="6549390"/>
          </a:xfrm>
          <a:prstGeom prst="rect">
            <a:avLst/>
          </a:prstGeom>
        </p:spPr>
      </p:pic>
      <p:sp>
        <p:nvSpPr>
          <p:cNvPr id="7" name="Right Triangle 6">
            <a:extLst>
              <a:ext uri="{FF2B5EF4-FFF2-40B4-BE49-F238E27FC236}">
                <a16:creationId xmlns:a16="http://schemas.microsoft.com/office/drawing/2014/main" id="{112D3315-1531-EF1A-F189-4579F769FAC4}"/>
              </a:ext>
            </a:extLst>
          </p:cNvPr>
          <p:cNvSpPr/>
          <p:nvPr/>
        </p:nvSpPr>
        <p:spPr>
          <a:xfrm rot="5400000">
            <a:off x="8950415" y="353087"/>
            <a:ext cx="2573877" cy="1867703"/>
          </a:xfrm>
          <a:prstGeom prst="rtTriangle">
            <a:avLst/>
          </a:prstGeom>
          <a:solidFill>
            <a:srgbClr val="272936"/>
          </a:soli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400" b="0" i="0" u="none" strike="noStrike" kern="1200" cap="none" spc="0" normalizeH="0" baseline="0" noProof="0" err="1">
              <a:ln>
                <a:noFill/>
              </a:ln>
              <a:solidFill>
                <a:prstClr val="black"/>
              </a:solidFill>
              <a:effectLst/>
              <a:uLnTx/>
              <a:uFillTx/>
              <a:latin typeface="Ubuntu"/>
              <a:ea typeface="+mn-ea"/>
              <a:cs typeface="+mn-cs"/>
            </a:endParaRPr>
          </a:p>
        </p:txBody>
      </p:sp>
      <p:sp>
        <p:nvSpPr>
          <p:cNvPr id="25" name="Title 1">
            <a:extLst>
              <a:ext uri="{FF2B5EF4-FFF2-40B4-BE49-F238E27FC236}">
                <a16:creationId xmlns:a16="http://schemas.microsoft.com/office/drawing/2014/main" id="{2A568B24-CF05-6447-5D2C-1B4946A149B3}"/>
              </a:ext>
            </a:extLst>
          </p:cNvPr>
          <p:cNvSpPr txBox="1">
            <a:spLocks/>
          </p:cNvSpPr>
          <p:nvPr/>
        </p:nvSpPr>
        <p:spPr>
          <a:xfrm>
            <a:off x="191278" y="207899"/>
            <a:ext cx="10693783" cy="1580375"/>
          </a:xfrm>
          <a:prstGeom prst="rect">
            <a:avLst/>
          </a:prstGeom>
        </p:spPr>
        <p:txBody>
          <a:bodyPr vert="horz" lIns="0" tIns="180000" rIns="0" bIns="0" rtlCol="0" anchor="t" anchorCtr="0">
            <a:noAutofit/>
          </a:bodyPr>
          <a:lstStyle>
            <a:lvl1pPr marL="0" marR="0" indent="0" algn="l" defTabSz="914400" rtl="0" eaLnBrk="1" fontAlgn="auto" latinLnBrk="0" hangingPunct="1">
              <a:lnSpc>
                <a:spcPct val="100000"/>
              </a:lnSpc>
              <a:spcBef>
                <a:spcPct val="0"/>
              </a:spcBef>
              <a:spcAft>
                <a:spcPts val="0"/>
              </a:spcAft>
              <a:buClrTx/>
              <a:buSzTx/>
              <a:buFontTx/>
              <a:buNone/>
              <a:tabLst/>
              <a:defRPr kumimoji="0" lang="en-US" sz="2800" b="0" i="0" u="none" strike="noStrike" kern="1200" cap="none" spc="0" normalizeH="0" baseline="0" noProof="0">
                <a:ln>
                  <a:noFill/>
                </a:ln>
                <a:solidFill>
                  <a:schemeClr val="bg1"/>
                </a:solidFill>
                <a:effectLst/>
                <a:uLnTx/>
                <a:uFillTx/>
                <a:latin typeface="+mj-lt"/>
                <a:ea typeface="+mj-ea"/>
                <a:cs typeface="+mj-cs"/>
              </a:defRPr>
            </a:lvl1pPr>
          </a:lstStyle>
          <a:p>
            <a:pPr marL="0" marR="0" lvl="0" indent="0" algn="l" defTabSz="914400" rtl="0" eaLnBrk="1" fontAlgn="auto" latinLnBrk="0" hangingPunct="1">
              <a:lnSpc>
                <a:spcPct val="100000"/>
              </a:lnSpc>
              <a:spcBef>
                <a:spcPct val="0"/>
              </a:spcBef>
              <a:spcAft>
                <a:spcPts val="0"/>
              </a:spcAft>
              <a:buClrTx/>
              <a:buSzTx/>
              <a:buFontTx/>
              <a:buNone/>
              <a:tabLst/>
              <a:defRPr/>
            </a:pPr>
            <a:r>
              <a:rPr kumimoji="0" lang="en-US" sz="2600" b="0" i="0" u="none" strike="noStrike" kern="1200" cap="none" spc="0" normalizeH="0" baseline="0" noProof="0">
                <a:ln>
                  <a:noFill/>
                </a:ln>
                <a:solidFill>
                  <a:srgbClr val="FFFFFF"/>
                </a:solidFill>
                <a:effectLst/>
                <a:uLnTx/>
                <a:uFillTx/>
                <a:latin typeface="Ubuntu" panose="020B0504030602030204" pitchFamily="34" charset="0"/>
                <a:ea typeface="+mj-ea"/>
                <a:cs typeface="+mj-cs"/>
              </a:rPr>
              <a:t>Supported a major Southeast Asian operator with process transformation and assurance, enhancing efficiency and alignment with strategic goals</a:t>
            </a:r>
            <a:endParaRPr kumimoji="0" lang="en-US" sz="2600" b="0" i="0" u="none" strike="noStrike" kern="1200" cap="none" spc="0" normalizeH="0" baseline="0" noProof="0">
              <a:ln>
                <a:noFill/>
              </a:ln>
              <a:solidFill>
                <a:srgbClr val="FFFFFF"/>
              </a:solidFill>
              <a:effectLst/>
              <a:uLnTx/>
              <a:uFillTx/>
              <a:latin typeface="Ubuntu Medium"/>
              <a:ea typeface="+mj-ea"/>
              <a:cs typeface="+mj-cs"/>
            </a:endParaRPr>
          </a:p>
        </p:txBody>
      </p:sp>
      <p:grpSp>
        <p:nvGrpSpPr>
          <p:cNvPr id="39" name="Group 38">
            <a:extLst>
              <a:ext uri="{FF2B5EF4-FFF2-40B4-BE49-F238E27FC236}">
                <a16:creationId xmlns:a16="http://schemas.microsoft.com/office/drawing/2014/main" id="{71D79C5B-2992-A762-5AFE-FE4C818C7E7B}"/>
              </a:ext>
            </a:extLst>
          </p:cNvPr>
          <p:cNvGrpSpPr/>
          <p:nvPr/>
        </p:nvGrpSpPr>
        <p:grpSpPr>
          <a:xfrm>
            <a:off x="5392317" y="70096"/>
            <a:ext cx="5304257" cy="167498"/>
            <a:chOff x="6837649" y="990853"/>
            <a:chExt cx="5304257" cy="261730"/>
          </a:xfrm>
        </p:grpSpPr>
        <p:sp>
          <p:nvSpPr>
            <p:cNvPr id="40" name="Rectangle: Rounded Corners 39">
              <a:extLst>
                <a:ext uri="{FF2B5EF4-FFF2-40B4-BE49-F238E27FC236}">
                  <a16:creationId xmlns:a16="http://schemas.microsoft.com/office/drawing/2014/main" id="{2D14451B-47C4-6DA8-D4EC-2073B71BADB2}"/>
                </a:ext>
              </a:extLst>
            </p:cNvPr>
            <p:cNvSpPr/>
            <p:nvPr/>
          </p:nvSpPr>
          <p:spPr>
            <a:xfrm>
              <a:off x="6837649" y="990853"/>
              <a:ext cx="1004635" cy="249108"/>
            </a:xfrm>
            <a:prstGeom prst="roundRect">
              <a:avLst/>
            </a:prstGeom>
            <a:solidFill>
              <a:srgbClr val="40404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700"/>
                <a:t>Our Understanding</a:t>
              </a:r>
              <a:endParaRPr lang="en-IN" sz="700" err="1"/>
            </a:p>
          </p:txBody>
        </p:sp>
        <p:sp>
          <p:nvSpPr>
            <p:cNvPr id="41" name="Rectangle: Rounded Corners 40">
              <a:extLst>
                <a:ext uri="{FF2B5EF4-FFF2-40B4-BE49-F238E27FC236}">
                  <a16:creationId xmlns:a16="http://schemas.microsoft.com/office/drawing/2014/main" id="{4EF92A2C-83D5-6418-66A6-861EE9D100E2}"/>
                </a:ext>
              </a:extLst>
            </p:cNvPr>
            <p:cNvSpPr/>
            <p:nvPr/>
          </p:nvSpPr>
          <p:spPr>
            <a:xfrm>
              <a:off x="7953152" y="1002292"/>
              <a:ext cx="1004635" cy="249108"/>
            </a:xfrm>
            <a:prstGeom prst="roundRect">
              <a:avLst/>
            </a:prstGeom>
            <a:solidFill>
              <a:srgbClr val="40404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700"/>
                <a:t>Approach</a:t>
              </a:r>
              <a:endParaRPr lang="en-IN" sz="700" err="1"/>
            </a:p>
          </p:txBody>
        </p:sp>
        <p:sp>
          <p:nvSpPr>
            <p:cNvPr id="42" name="Rectangle: Rounded Corners 41">
              <a:extLst>
                <a:ext uri="{FF2B5EF4-FFF2-40B4-BE49-F238E27FC236}">
                  <a16:creationId xmlns:a16="http://schemas.microsoft.com/office/drawing/2014/main" id="{69A7DBCE-09EB-DFE9-3E6F-EA42CEEC2BDB}"/>
                </a:ext>
              </a:extLst>
            </p:cNvPr>
            <p:cNvSpPr/>
            <p:nvPr/>
          </p:nvSpPr>
          <p:spPr>
            <a:xfrm>
              <a:off x="9017511" y="1003475"/>
              <a:ext cx="1004635" cy="249108"/>
            </a:xfrm>
            <a:prstGeom prst="roundRect">
              <a:avLst/>
            </a:prstGeom>
            <a:solidFill>
              <a:srgbClr val="40404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700"/>
                <a:t>Team</a:t>
              </a:r>
              <a:endParaRPr lang="en-IN" sz="700"/>
            </a:p>
          </p:txBody>
        </p:sp>
        <p:sp>
          <p:nvSpPr>
            <p:cNvPr id="43" name="Rectangle: Rounded Corners 42">
              <a:extLst>
                <a:ext uri="{FF2B5EF4-FFF2-40B4-BE49-F238E27FC236}">
                  <a16:creationId xmlns:a16="http://schemas.microsoft.com/office/drawing/2014/main" id="{729F9ABA-8567-DD0A-DC03-D2A97E5DE01F}"/>
                </a:ext>
              </a:extLst>
            </p:cNvPr>
            <p:cNvSpPr/>
            <p:nvPr/>
          </p:nvSpPr>
          <p:spPr>
            <a:xfrm>
              <a:off x="10081870" y="1001985"/>
              <a:ext cx="1004635" cy="249108"/>
            </a:xfrm>
            <a:prstGeom prst="roundRect">
              <a:avLst/>
            </a:prstGeom>
            <a:solidFill>
              <a:srgbClr val="40404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700"/>
                <a:t>Why US</a:t>
              </a:r>
              <a:endParaRPr lang="en-IN" sz="700"/>
            </a:p>
          </p:txBody>
        </p:sp>
        <p:sp>
          <p:nvSpPr>
            <p:cNvPr id="44" name="Rectangle: Rounded Corners 43">
              <a:extLst>
                <a:ext uri="{FF2B5EF4-FFF2-40B4-BE49-F238E27FC236}">
                  <a16:creationId xmlns:a16="http://schemas.microsoft.com/office/drawing/2014/main" id="{A23DDB80-1CDB-02F0-FA56-28F55C454AA6}"/>
                </a:ext>
              </a:extLst>
            </p:cNvPr>
            <p:cNvSpPr/>
            <p:nvPr/>
          </p:nvSpPr>
          <p:spPr>
            <a:xfrm>
              <a:off x="11137271" y="997539"/>
              <a:ext cx="1004635" cy="249108"/>
            </a:xfrm>
            <a:prstGeom prst="roundRect">
              <a:avLst/>
            </a:prstGeom>
            <a:solidFill>
              <a:srgbClr val="0070A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700"/>
                <a:t>Credentials</a:t>
              </a:r>
              <a:endParaRPr lang="en-IN" sz="700"/>
            </a:p>
          </p:txBody>
        </p:sp>
      </p:grpSp>
    </p:spTree>
    <p:extLst>
      <p:ext uri="{BB962C8B-B14F-4D97-AF65-F5344CB8AC3E}">
        <p14:creationId xmlns:p14="http://schemas.microsoft.com/office/powerpoint/2010/main" val="699914025"/>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2479EC9-D27C-372B-A41D-72C4F7A5920B}"/>
            </a:ext>
          </a:extLst>
        </p:cNvPr>
        <p:cNvGrpSpPr/>
        <p:nvPr/>
      </p:nvGrpSpPr>
      <p:grpSpPr>
        <a:xfrm>
          <a:off x="0" y="0"/>
          <a:ext cx="0" cy="0"/>
          <a:chOff x="0" y="0"/>
          <a:chExt cx="0" cy="0"/>
        </a:xfrm>
      </p:grpSpPr>
      <p:graphicFrame>
        <p:nvGraphicFramePr>
          <p:cNvPr id="10" name="Object 9" hidden="1">
            <a:extLst>
              <a:ext uri="{FF2B5EF4-FFF2-40B4-BE49-F238E27FC236}">
                <a16:creationId xmlns:a16="http://schemas.microsoft.com/office/drawing/2014/main" id="{54E012AB-F471-E83F-E1D6-7CFFFA4B9611}"/>
              </a:ext>
            </a:extLst>
          </p:cNvPr>
          <p:cNvGraphicFramePr>
            <a:graphicFrameLocks noChangeAspect="1"/>
          </p:cNvGraphicFramePr>
          <p:nvPr>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473" imgH="473" progId="TCLayout.ActiveDocument.1">
                  <p:embed/>
                </p:oleObj>
              </mc:Choice>
              <mc:Fallback>
                <p:oleObj name="think-cell Slide" r:id="rId3" imgW="473" imgH="473" progId="TCLayout.ActiveDocument.1">
                  <p:embed/>
                  <p:pic>
                    <p:nvPicPr>
                      <p:cNvPr id="10" name="Object 9" hidden="1">
                        <a:extLst>
                          <a:ext uri="{FF2B5EF4-FFF2-40B4-BE49-F238E27FC236}">
                            <a16:creationId xmlns:a16="http://schemas.microsoft.com/office/drawing/2014/main" id="{54E012AB-F471-E83F-E1D6-7CFFFA4B9611}"/>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3" name="Slide Number Placeholder 2">
            <a:extLst>
              <a:ext uri="{FF2B5EF4-FFF2-40B4-BE49-F238E27FC236}">
                <a16:creationId xmlns:a16="http://schemas.microsoft.com/office/drawing/2014/main" id="{79FA916C-DAAC-9F34-9904-F1D05B121F0C}"/>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5D9A5160-6218-4E5A-B9E6-B93E3DAE377C}" type="slidenum">
              <a:rPr kumimoji="0" lang="en-US" sz="800" b="0" i="0" u="none" strike="noStrike" kern="1200" cap="none" spc="0" normalizeH="0" baseline="0" noProof="0" smtClean="0">
                <a:ln>
                  <a:noFill/>
                </a:ln>
                <a:solidFill>
                  <a:srgbClr val="FFFFFF">
                    <a:lumMod val="65000"/>
                  </a:srgbClr>
                </a:solidFill>
                <a:effectLst/>
                <a:uLnTx/>
                <a:uFillTx/>
                <a:latin typeface="Ubuntu"/>
                <a:ea typeface="+mn-ea"/>
                <a:cs typeface="Arial" panose="020B0604020202020204" pitchFamily="34" charset="0"/>
              </a:rPr>
              <a:pPr marL="0" marR="0" lvl="0" indent="0" algn="r" defTabSz="914400" rtl="0" eaLnBrk="1" fontAlgn="auto" latinLnBrk="0" hangingPunct="1">
                <a:lnSpc>
                  <a:spcPct val="100000"/>
                </a:lnSpc>
                <a:spcBef>
                  <a:spcPts val="0"/>
                </a:spcBef>
                <a:spcAft>
                  <a:spcPts val="0"/>
                </a:spcAft>
                <a:buClrTx/>
                <a:buSzTx/>
                <a:buFontTx/>
                <a:buNone/>
                <a:tabLst/>
                <a:defRPr/>
              </a:pPr>
              <a:t>17</a:t>
            </a:fld>
            <a:endParaRPr kumimoji="0" lang="en-US" sz="800" b="0" i="0" u="none" strike="noStrike" kern="1200" cap="none" spc="0" normalizeH="0" baseline="0" noProof="0">
              <a:ln>
                <a:noFill/>
              </a:ln>
              <a:solidFill>
                <a:srgbClr val="FFFFFF">
                  <a:lumMod val="65000"/>
                </a:srgbClr>
              </a:solidFill>
              <a:effectLst/>
              <a:uLnTx/>
              <a:uFillTx/>
              <a:latin typeface="Ubuntu"/>
              <a:ea typeface="+mn-ea"/>
              <a:cs typeface="Arial" panose="020B0604020202020204" pitchFamily="34" charset="0"/>
            </a:endParaRPr>
          </a:p>
        </p:txBody>
      </p:sp>
      <p:grpSp>
        <p:nvGrpSpPr>
          <p:cNvPr id="6" name="Group 5">
            <a:extLst>
              <a:ext uri="{FF2B5EF4-FFF2-40B4-BE49-F238E27FC236}">
                <a16:creationId xmlns:a16="http://schemas.microsoft.com/office/drawing/2014/main" id="{015060A7-B4BD-6C94-FBAB-1EFD508CAD41}"/>
              </a:ext>
            </a:extLst>
          </p:cNvPr>
          <p:cNvGrpSpPr/>
          <p:nvPr/>
        </p:nvGrpSpPr>
        <p:grpSpPr>
          <a:xfrm>
            <a:off x="0" y="1871936"/>
            <a:ext cx="9790976" cy="4321974"/>
            <a:chOff x="0" y="2147420"/>
            <a:chExt cx="10679501" cy="4460546"/>
          </a:xfrm>
        </p:grpSpPr>
        <p:sp>
          <p:nvSpPr>
            <p:cNvPr id="9" name="Oval 8">
              <a:extLst>
                <a:ext uri="{FF2B5EF4-FFF2-40B4-BE49-F238E27FC236}">
                  <a16:creationId xmlns:a16="http://schemas.microsoft.com/office/drawing/2014/main" id="{5783ABE1-5402-85C1-B18E-B808CC27F4F1}"/>
                </a:ext>
              </a:extLst>
            </p:cNvPr>
            <p:cNvSpPr/>
            <p:nvPr/>
          </p:nvSpPr>
          <p:spPr>
            <a:xfrm>
              <a:off x="1039317" y="2276969"/>
              <a:ext cx="1405758" cy="1329690"/>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nchorCtr="0"/>
            <a:lstStyle/>
            <a:p>
              <a:pPr marL="0" marR="0" lvl="0" indent="0" algn="ctr" defTabSz="914400" rtl="0" eaLnBrk="1" fontAlgn="auto" latinLnBrk="0" hangingPunct="1">
                <a:lnSpc>
                  <a:spcPct val="100000"/>
                </a:lnSpc>
                <a:spcBef>
                  <a:spcPts val="0"/>
                </a:spcBef>
                <a:spcAft>
                  <a:spcPts val="0"/>
                </a:spcAft>
                <a:buClr>
                  <a:srgbClr val="0070AD"/>
                </a:buClr>
                <a:buSzPct val="120000"/>
                <a:buFontTx/>
                <a:buNone/>
                <a:tabLst/>
                <a:defRPr/>
              </a:pPr>
              <a:endParaRPr kumimoji="0" lang="en-US" sz="1400" b="1" i="0" u="none" strike="noStrike" kern="1200" cap="none" spc="0" normalizeH="0" baseline="0" noProof="0">
                <a:ln>
                  <a:noFill/>
                </a:ln>
                <a:solidFill>
                  <a:srgbClr val="FFFFFF"/>
                </a:solidFill>
                <a:effectLst/>
                <a:uLnTx/>
                <a:uFillTx/>
                <a:latin typeface="Ubuntu Light" panose="020B0304030602030204" pitchFamily="34" charset="0"/>
                <a:ea typeface="Verdana" panose="020B0604030504040204" pitchFamily="34" charset="0"/>
                <a:cs typeface="+mn-cs"/>
              </a:endParaRPr>
            </a:p>
          </p:txBody>
        </p:sp>
        <p:sp>
          <p:nvSpPr>
            <p:cNvPr id="12" name="Oval 11">
              <a:extLst>
                <a:ext uri="{FF2B5EF4-FFF2-40B4-BE49-F238E27FC236}">
                  <a16:creationId xmlns:a16="http://schemas.microsoft.com/office/drawing/2014/main" id="{6A514637-7558-9B8F-E061-3E7419656FEE}"/>
                </a:ext>
              </a:extLst>
            </p:cNvPr>
            <p:cNvSpPr/>
            <p:nvPr/>
          </p:nvSpPr>
          <p:spPr>
            <a:xfrm>
              <a:off x="4601128" y="2249723"/>
              <a:ext cx="1405758" cy="1329690"/>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nchorCtr="0"/>
            <a:lstStyle/>
            <a:p>
              <a:pPr marL="0" marR="0" lvl="0" indent="0" algn="ctr" defTabSz="914400" rtl="0" eaLnBrk="1" fontAlgn="auto" latinLnBrk="0" hangingPunct="1">
                <a:lnSpc>
                  <a:spcPct val="100000"/>
                </a:lnSpc>
                <a:spcBef>
                  <a:spcPts val="0"/>
                </a:spcBef>
                <a:spcAft>
                  <a:spcPts val="0"/>
                </a:spcAft>
                <a:buClr>
                  <a:srgbClr val="0070AD"/>
                </a:buClr>
                <a:buSzPct val="120000"/>
                <a:buFontTx/>
                <a:buNone/>
                <a:tabLst/>
                <a:defRPr/>
              </a:pPr>
              <a:endParaRPr kumimoji="0" lang="en-US" sz="1400" b="1" i="0" u="none" strike="noStrike" kern="1200" cap="none" spc="0" normalizeH="0" baseline="0" noProof="0">
                <a:ln>
                  <a:noFill/>
                </a:ln>
                <a:solidFill>
                  <a:srgbClr val="FFFFFF"/>
                </a:solidFill>
                <a:effectLst/>
                <a:uLnTx/>
                <a:uFillTx/>
                <a:latin typeface="Ubuntu Light" panose="020B0304030602030204" pitchFamily="34" charset="0"/>
                <a:ea typeface="Verdana" panose="020B0604030504040204" pitchFamily="34" charset="0"/>
                <a:cs typeface="+mn-cs"/>
              </a:endParaRPr>
            </a:p>
          </p:txBody>
        </p:sp>
        <p:sp>
          <p:nvSpPr>
            <p:cNvPr id="13" name="Oval 12">
              <a:extLst>
                <a:ext uri="{FF2B5EF4-FFF2-40B4-BE49-F238E27FC236}">
                  <a16:creationId xmlns:a16="http://schemas.microsoft.com/office/drawing/2014/main" id="{06960DE4-4FF7-48DE-00B0-7F2209186F54}"/>
                </a:ext>
              </a:extLst>
            </p:cNvPr>
            <p:cNvSpPr/>
            <p:nvPr/>
          </p:nvSpPr>
          <p:spPr>
            <a:xfrm>
              <a:off x="8088365" y="2276969"/>
              <a:ext cx="1405758" cy="1329690"/>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nchorCtr="0"/>
            <a:lstStyle/>
            <a:p>
              <a:pPr marL="0" marR="0" lvl="0" indent="0" algn="ctr" defTabSz="914400" rtl="0" eaLnBrk="1" fontAlgn="auto" latinLnBrk="0" hangingPunct="1">
                <a:lnSpc>
                  <a:spcPct val="100000"/>
                </a:lnSpc>
                <a:spcBef>
                  <a:spcPts val="0"/>
                </a:spcBef>
                <a:spcAft>
                  <a:spcPts val="0"/>
                </a:spcAft>
                <a:buClr>
                  <a:srgbClr val="0070AD"/>
                </a:buClr>
                <a:buSzPct val="120000"/>
                <a:buFontTx/>
                <a:buNone/>
                <a:tabLst/>
                <a:defRPr/>
              </a:pPr>
              <a:endParaRPr kumimoji="0" lang="en-US" sz="1400" b="1" i="0" u="none" strike="noStrike" kern="1200" cap="none" spc="0" normalizeH="0" baseline="0" noProof="0">
                <a:ln>
                  <a:noFill/>
                </a:ln>
                <a:solidFill>
                  <a:srgbClr val="FFFFFF"/>
                </a:solidFill>
                <a:effectLst/>
                <a:uLnTx/>
                <a:uFillTx/>
                <a:latin typeface="Ubuntu Light" panose="020B0304030602030204" pitchFamily="34" charset="0"/>
                <a:ea typeface="Verdana" panose="020B0604030504040204" pitchFamily="34" charset="0"/>
                <a:cs typeface="+mn-cs"/>
              </a:endParaRPr>
            </a:p>
          </p:txBody>
        </p:sp>
        <p:sp>
          <p:nvSpPr>
            <p:cNvPr id="14" name="Oval 13">
              <a:extLst>
                <a:ext uri="{FF2B5EF4-FFF2-40B4-BE49-F238E27FC236}">
                  <a16:creationId xmlns:a16="http://schemas.microsoft.com/office/drawing/2014/main" id="{2579DFEA-4BBA-CCF8-E320-1130B3093B91}"/>
                </a:ext>
              </a:extLst>
            </p:cNvPr>
            <p:cNvSpPr/>
            <p:nvPr/>
          </p:nvSpPr>
          <p:spPr>
            <a:xfrm>
              <a:off x="941765" y="2174666"/>
              <a:ext cx="1621726" cy="1534296"/>
            </a:xfrm>
            <a:prstGeom prst="ellipse">
              <a:avLst/>
            </a:prstGeom>
            <a:noFill/>
            <a:ln w="3810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nchorCtr="0"/>
            <a:lstStyle/>
            <a:p>
              <a:pPr marL="0" marR="0" lvl="0" indent="0" algn="ctr" defTabSz="914400" rtl="0" eaLnBrk="1" fontAlgn="auto" latinLnBrk="0" hangingPunct="1">
                <a:lnSpc>
                  <a:spcPct val="100000"/>
                </a:lnSpc>
                <a:spcBef>
                  <a:spcPts val="0"/>
                </a:spcBef>
                <a:spcAft>
                  <a:spcPts val="0"/>
                </a:spcAft>
                <a:buClr>
                  <a:srgbClr val="0070AD"/>
                </a:buClr>
                <a:buSzPct val="120000"/>
                <a:buFontTx/>
                <a:buNone/>
                <a:tabLst/>
                <a:defRPr/>
              </a:pPr>
              <a:endParaRPr kumimoji="0" lang="en-US" sz="1400" b="1" i="0" u="none" strike="noStrike" kern="1200" cap="none" spc="0" normalizeH="0" baseline="0" noProof="0">
                <a:ln>
                  <a:noFill/>
                </a:ln>
                <a:solidFill>
                  <a:srgbClr val="FFFFFF"/>
                </a:solidFill>
                <a:effectLst/>
                <a:uLnTx/>
                <a:uFillTx/>
                <a:latin typeface="Ubuntu Light" panose="020B0304030602030204" pitchFamily="34" charset="0"/>
                <a:ea typeface="Verdana" panose="020B0604030504040204" pitchFamily="34" charset="0"/>
                <a:cs typeface="+mn-cs"/>
              </a:endParaRPr>
            </a:p>
          </p:txBody>
        </p:sp>
        <p:sp>
          <p:nvSpPr>
            <p:cNvPr id="16" name="Oval 15">
              <a:extLst>
                <a:ext uri="{FF2B5EF4-FFF2-40B4-BE49-F238E27FC236}">
                  <a16:creationId xmlns:a16="http://schemas.microsoft.com/office/drawing/2014/main" id="{3A917990-04E4-F07D-1E15-3D23A4A27CF0}"/>
                </a:ext>
              </a:extLst>
            </p:cNvPr>
            <p:cNvSpPr/>
            <p:nvPr/>
          </p:nvSpPr>
          <p:spPr>
            <a:xfrm>
              <a:off x="4503576" y="2147420"/>
              <a:ext cx="1621726" cy="1534296"/>
            </a:xfrm>
            <a:prstGeom prst="ellipse">
              <a:avLst/>
            </a:prstGeom>
            <a:noFill/>
            <a:ln w="3810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nchorCtr="0"/>
            <a:lstStyle/>
            <a:p>
              <a:pPr marL="0" marR="0" lvl="0" indent="0" algn="ctr" defTabSz="914400" rtl="0" eaLnBrk="1" fontAlgn="auto" latinLnBrk="0" hangingPunct="1">
                <a:lnSpc>
                  <a:spcPct val="100000"/>
                </a:lnSpc>
                <a:spcBef>
                  <a:spcPts val="0"/>
                </a:spcBef>
                <a:spcAft>
                  <a:spcPts val="0"/>
                </a:spcAft>
                <a:buClr>
                  <a:srgbClr val="0070AD"/>
                </a:buClr>
                <a:buSzPct val="120000"/>
                <a:buFontTx/>
                <a:buNone/>
                <a:tabLst/>
                <a:defRPr/>
              </a:pPr>
              <a:endParaRPr kumimoji="0" lang="en-US" sz="1400" b="1" i="0" u="none" strike="noStrike" kern="1200" cap="none" spc="0" normalizeH="0" baseline="0" noProof="0">
                <a:ln>
                  <a:noFill/>
                </a:ln>
                <a:solidFill>
                  <a:srgbClr val="FFFFFF"/>
                </a:solidFill>
                <a:effectLst/>
                <a:uLnTx/>
                <a:uFillTx/>
                <a:latin typeface="Ubuntu Light" panose="020B0304030602030204" pitchFamily="34" charset="0"/>
                <a:ea typeface="Verdana" panose="020B0604030504040204" pitchFamily="34" charset="0"/>
                <a:cs typeface="+mn-cs"/>
              </a:endParaRPr>
            </a:p>
          </p:txBody>
        </p:sp>
        <p:sp>
          <p:nvSpPr>
            <p:cNvPr id="17" name="Oval 16">
              <a:extLst>
                <a:ext uri="{FF2B5EF4-FFF2-40B4-BE49-F238E27FC236}">
                  <a16:creationId xmlns:a16="http://schemas.microsoft.com/office/drawing/2014/main" id="{9F23E3DB-3DC7-4377-68DE-A4BE235A5972}"/>
                </a:ext>
              </a:extLst>
            </p:cNvPr>
            <p:cNvSpPr/>
            <p:nvPr/>
          </p:nvSpPr>
          <p:spPr>
            <a:xfrm>
              <a:off x="7990813" y="2174666"/>
              <a:ext cx="1621726" cy="1534296"/>
            </a:xfrm>
            <a:prstGeom prst="ellipse">
              <a:avLst/>
            </a:prstGeom>
            <a:noFill/>
            <a:ln w="3810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nchorCtr="0"/>
            <a:lstStyle/>
            <a:p>
              <a:pPr marL="0" marR="0" lvl="0" indent="0" algn="ctr" defTabSz="914400" rtl="0" eaLnBrk="1" fontAlgn="auto" latinLnBrk="0" hangingPunct="1">
                <a:lnSpc>
                  <a:spcPct val="100000"/>
                </a:lnSpc>
                <a:spcBef>
                  <a:spcPts val="0"/>
                </a:spcBef>
                <a:spcAft>
                  <a:spcPts val="0"/>
                </a:spcAft>
                <a:buClr>
                  <a:srgbClr val="0070AD"/>
                </a:buClr>
                <a:buSzPct val="120000"/>
                <a:buFontTx/>
                <a:buNone/>
                <a:tabLst/>
                <a:defRPr/>
              </a:pPr>
              <a:endParaRPr kumimoji="0" lang="en-US" sz="1400" b="1" i="0" u="none" strike="noStrike" kern="1200" cap="none" spc="0" normalizeH="0" baseline="0" noProof="0">
                <a:ln>
                  <a:noFill/>
                </a:ln>
                <a:solidFill>
                  <a:srgbClr val="FFFFFF"/>
                </a:solidFill>
                <a:effectLst/>
                <a:uLnTx/>
                <a:uFillTx/>
                <a:latin typeface="Ubuntu Light" panose="020B0304030602030204" pitchFamily="34" charset="0"/>
                <a:ea typeface="Verdana" panose="020B0604030504040204" pitchFamily="34" charset="0"/>
                <a:cs typeface="+mn-cs"/>
              </a:endParaRPr>
            </a:p>
          </p:txBody>
        </p:sp>
        <p:sp>
          <p:nvSpPr>
            <p:cNvPr id="18" name="Rectangle 17">
              <a:extLst>
                <a:ext uri="{FF2B5EF4-FFF2-40B4-BE49-F238E27FC236}">
                  <a16:creationId xmlns:a16="http://schemas.microsoft.com/office/drawing/2014/main" id="{BA7275A8-5B91-DE70-37D1-6896706E5C29}"/>
                </a:ext>
              </a:extLst>
            </p:cNvPr>
            <p:cNvSpPr/>
            <p:nvPr/>
          </p:nvSpPr>
          <p:spPr>
            <a:xfrm>
              <a:off x="0" y="2914568"/>
              <a:ext cx="10679501" cy="57903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srgbClr val="FFFFFF"/>
                </a:solidFill>
                <a:effectLst/>
                <a:uLnTx/>
                <a:uFillTx/>
                <a:latin typeface="Ubuntu Light" panose="020B0304030602030204" pitchFamily="34" charset="0"/>
                <a:ea typeface="+mn-ea"/>
                <a:cs typeface="+mn-cs"/>
              </a:endParaRPr>
            </a:p>
          </p:txBody>
        </p:sp>
        <p:sp>
          <p:nvSpPr>
            <p:cNvPr id="19" name="Rectangle 18">
              <a:extLst>
                <a:ext uri="{FF2B5EF4-FFF2-40B4-BE49-F238E27FC236}">
                  <a16:creationId xmlns:a16="http://schemas.microsoft.com/office/drawing/2014/main" id="{3F5A5EF0-6697-CA2E-03C3-3EA632B74DE5}"/>
                </a:ext>
              </a:extLst>
            </p:cNvPr>
            <p:cNvSpPr/>
            <p:nvPr/>
          </p:nvSpPr>
          <p:spPr>
            <a:xfrm>
              <a:off x="315029" y="2889892"/>
              <a:ext cx="2809579" cy="53077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nchorCtr="0"/>
            <a:lstStyle/>
            <a:p>
              <a:pPr marL="0" marR="0" lvl="0" indent="0" algn="ctr" defTabSz="914400" rtl="0" eaLnBrk="1" fontAlgn="auto" latinLnBrk="0" hangingPunct="1">
                <a:lnSpc>
                  <a:spcPct val="100000"/>
                </a:lnSpc>
                <a:spcBef>
                  <a:spcPts val="0"/>
                </a:spcBef>
                <a:spcAft>
                  <a:spcPts val="0"/>
                </a:spcAft>
                <a:buClr>
                  <a:srgbClr val="0070AD"/>
                </a:buClr>
                <a:buSzPct val="120000"/>
                <a:buFontTx/>
                <a:buNone/>
                <a:tabLst/>
                <a:defRPr/>
              </a:pPr>
              <a:r>
                <a:rPr kumimoji="0" lang="en-IN" sz="1400" b="1" i="0" u="none" strike="noStrike" kern="1200" cap="none" spc="0" normalizeH="0" baseline="0" noProof="0">
                  <a:ln>
                    <a:noFill/>
                  </a:ln>
                  <a:solidFill>
                    <a:srgbClr val="FFFFFF"/>
                  </a:solidFill>
                  <a:effectLst/>
                  <a:uLnTx/>
                  <a:uFillTx/>
                  <a:latin typeface="Ubuntu Light" panose="020B0304030602030204" pitchFamily="34" charset="0"/>
                  <a:ea typeface="Verdana" panose="020B0604030504040204" pitchFamily="34" charset="0"/>
                  <a:cs typeface="+mn-cs"/>
                </a:rPr>
                <a:t>Business Problem</a:t>
              </a:r>
            </a:p>
          </p:txBody>
        </p:sp>
        <p:sp>
          <p:nvSpPr>
            <p:cNvPr id="20" name="Rectangle 19">
              <a:extLst>
                <a:ext uri="{FF2B5EF4-FFF2-40B4-BE49-F238E27FC236}">
                  <a16:creationId xmlns:a16="http://schemas.microsoft.com/office/drawing/2014/main" id="{03209FB0-0BB6-B47B-7DDA-AF0584D541EB}"/>
                </a:ext>
              </a:extLst>
            </p:cNvPr>
            <p:cNvSpPr/>
            <p:nvPr/>
          </p:nvSpPr>
          <p:spPr>
            <a:xfrm>
              <a:off x="3631878" y="2938693"/>
              <a:ext cx="2170926" cy="53077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nchorCtr="0"/>
            <a:lstStyle/>
            <a:p>
              <a:pPr marL="0" marR="0" lvl="0" indent="0" algn="ctr" defTabSz="914400" rtl="0" eaLnBrk="1" fontAlgn="auto" latinLnBrk="0" hangingPunct="1">
                <a:lnSpc>
                  <a:spcPct val="100000"/>
                </a:lnSpc>
                <a:spcBef>
                  <a:spcPts val="0"/>
                </a:spcBef>
                <a:spcAft>
                  <a:spcPts val="0"/>
                </a:spcAft>
                <a:buClr>
                  <a:srgbClr val="0070AD"/>
                </a:buClr>
                <a:buSzPct val="120000"/>
                <a:buFontTx/>
                <a:buNone/>
                <a:tabLst/>
                <a:defRPr/>
              </a:pPr>
              <a:endParaRPr kumimoji="0" lang="en-US" sz="1400" b="1" i="0" u="none" strike="noStrike" kern="1200" cap="none" spc="0" normalizeH="0" baseline="0" noProof="0">
                <a:ln>
                  <a:noFill/>
                </a:ln>
                <a:solidFill>
                  <a:srgbClr val="FFFFFF"/>
                </a:solidFill>
                <a:effectLst/>
                <a:uLnTx/>
                <a:uFillTx/>
                <a:latin typeface="Ubuntu Light" panose="020B0304030602030204" pitchFamily="34" charset="0"/>
                <a:ea typeface="Verdana" panose="020B0604030504040204" pitchFamily="34" charset="0"/>
                <a:cs typeface="+mn-cs"/>
              </a:endParaRPr>
            </a:p>
          </p:txBody>
        </p:sp>
        <p:sp>
          <p:nvSpPr>
            <p:cNvPr id="21" name="Rectangle 20">
              <a:extLst>
                <a:ext uri="{FF2B5EF4-FFF2-40B4-BE49-F238E27FC236}">
                  <a16:creationId xmlns:a16="http://schemas.microsoft.com/office/drawing/2014/main" id="{74DE809D-2AA5-B602-2EA8-C2FCCD6EEF43}"/>
                </a:ext>
              </a:extLst>
            </p:cNvPr>
            <p:cNvSpPr/>
            <p:nvPr/>
          </p:nvSpPr>
          <p:spPr>
            <a:xfrm>
              <a:off x="3995234" y="2889892"/>
              <a:ext cx="2466702" cy="53077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nchorCtr="0"/>
            <a:lstStyle/>
            <a:p>
              <a:pPr marL="0" marR="0" lvl="0" indent="0" algn="ctr" defTabSz="914400" rtl="0" eaLnBrk="1" fontAlgn="auto" latinLnBrk="0" hangingPunct="1">
                <a:lnSpc>
                  <a:spcPct val="100000"/>
                </a:lnSpc>
                <a:spcBef>
                  <a:spcPts val="0"/>
                </a:spcBef>
                <a:spcAft>
                  <a:spcPts val="0"/>
                </a:spcAft>
                <a:buClr>
                  <a:srgbClr val="0070AD"/>
                </a:buClr>
                <a:buSzPct val="120000"/>
                <a:buFontTx/>
                <a:buNone/>
                <a:tabLst/>
                <a:defRPr/>
              </a:pPr>
              <a:r>
                <a:rPr kumimoji="0" lang="en-US" sz="1400" b="1" i="0" u="none" strike="noStrike" kern="1200" cap="none" spc="0" normalizeH="0" baseline="0" noProof="0">
                  <a:ln>
                    <a:noFill/>
                  </a:ln>
                  <a:solidFill>
                    <a:srgbClr val="FFFFFF"/>
                  </a:solidFill>
                  <a:effectLst/>
                  <a:uLnTx/>
                  <a:uFillTx/>
                  <a:latin typeface="Ubuntu Light" panose="020B0304030602030204" pitchFamily="34" charset="0"/>
                  <a:ea typeface="Verdana" panose="020B0604030504040204" pitchFamily="34" charset="0"/>
                  <a:cs typeface="+mn-cs"/>
                </a:rPr>
                <a:t>Solution</a:t>
              </a:r>
            </a:p>
          </p:txBody>
        </p:sp>
        <p:sp>
          <p:nvSpPr>
            <p:cNvPr id="22" name="Rectangle 21">
              <a:extLst>
                <a:ext uri="{FF2B5EF4-FFF2-40B4-BE49-F238E27FC236}">
                  <a16:creationId xmlns:a16="http://schemas.microsoft.com/office/drawing/2014/main" id="{FF3BB22B-2FDF-70A1-856D-B0E27538C5E6}"/>
                </a:ext>
              </a:extLst>
            </p:cNvPr>
            <p:cNvSpPr/>
            <p:nvPr/>
          </p:nvSpPr>
          <p:spPr>
            <a:xfrm>
              <a:off x="7418959" y="2871872"/>
              <a:ext cx="2631276" cy="53077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nchorCtr="0"/>
            <a:lstStyle/>
            <a:p>
              <a:pPr marL="0" marR="0" lvl="0" indent="0" algn="ctr" defTabSz="914400" rtl="0" eaLnBrk="1" fontAlgn="auto" latinLnBrk="0" hangingPunct="1">
                <a:lnSpc>
                  <a:spcPct val="100000"/>
                </a:lnSpc>
                <a:spcBef>
                  <a:spcPts val="0"/>
                </a:spcBef>
                <a:spcAft>
                  <a:spcPts val="0"/>
                </a:spcAft>
                <a:buClr>
                  <a:srgbClr val="0070AD"/>
                </a:buClr>
                <a:buSzPct val="120000"/>
                <a:buFontTx/>
                <a:buNone/>
                <a:tabLst/>
                <a:defRPr/>
              </a:pPr>
              <a:endParaRPr kumimoji="0" lang="en-US" sz="1400" b="1" i="0" u="none" strike="noStrike" kern="1200" cap="none" spc="0" normalizeH="0" baseline="0" noProof="0">
                <a:ln>
                  <a:noFill/>
                </a:ln>
                <a:solidFill>
                  <a:srgbClr val="FFFFFF"/>
                </a:solidFill>
                <a:effectLst/>
                <a:uLnTx/>
                <a:uFillTx/>
                <a:latin typeface="Ubuntu Light" panose="020B0304030602030204" pitchFamily="34" charset="0"/>
                <a:ea typeface="Verdana" panose="020B0604030504040204" pitchFamily="34" charset="0"/>
                <a:cs typeface="+mn-cs"/>
              </a:endParaRPr>
            </a:p>
            <a:p>
              <a:pPr marL="0" marR="0" lvl="0" indent="0" algn="ctr" defTabSz="914400" rtl="0" eaLnBrk="1" fontAlgn="auto" latinLnBrk="0" hangingPunct="1">
                <a:lnSpc>
                  <a:spcPct val="100000"/>
                </a:lnSpc>
                <a:spcBef>
                  <a:spcPts val="0"/>
                </a:spcBef>
                <a:spcAft>
                  <a:spcPts val="0"/>
                </a:spcAft>
                <a:buClr>
                  <a:srgbClr val="0070AD"/>
                </a:buClr>
                <a:buSzPct val="120000"/>
                <a:buFontTx/>
                <a:buNone/>
                <a:tabLst/>
                <a:defRPr/>
              </a:pPr>
              <a:r>
                <a:rPr kumimoji="0" lang="en-US" sz="1400" b="1" i="0" u="none" strike="noStrike" kern="1200" cap="none" spc="0" normalizeH="0" baseline="0" noProof="0">
                  <a:ln>
                    <a:noFill/>
                  </a:ln>
                  <a:solidFill>
                    <a:srgbClr val="FFFFFF"/>
                  </a:solidFill>
                  <a:effectLst/>
                  <a:uLnTx/>
                  <a:uFillTx/>
                  <a:latin typeface="Ubuntu Light" panose="020B0304030602030204" pitchFamily="34" charset="0"/>
                  <a:ea typeface="Verdana" panose="020B0604030504040204" pitchFamily="34" charset="0"/>
                  <a:cs typeface="+mn-cs"/>
                </a:rPr>
                <a:t>Business Benefits</a:t>
              </a:r>
              <a:br>
                <a:rPr kumimoji="0" lang="en-US" sz="1400" b="1" i="0" u="none" strike="noStrike" kern="1200" cap="none" spc="0" normalizeH="0" baseline="0" noProof="0">
                  <a:ln>
                    <a:noFill/>
                  </a:ln>
                  <a:solidFill>
                    <a:srgbClr val="FFFFFF"/>
                  </a:solidFill>
                  <a:effectLst/>
                  <a:uLnTx/>
                  <a:uFillTx/>
                  <a:latin typeface="Ubuntu Light" panose="020B0304030602030204" pitchFamily="34" charset="0"/>
                  <a:ea typeface="Verdana" panose="020B0604030504040204" pitchFamily="34" charset="0"/>
                  <a:cs typeface="+mn-cs"/>
                </a:rPr>
              </a:br>
              <a:endParaRPr kumimoji="0" lang="en-US" sz="1400" b="1" i="0" u="none" strike="noStrike" kern="1200" cap="none" spc="0" normalizeH="0" baseline="0" noProof="0">
                <a:ln>
                  <a:noFill/>
                </a:ln>
                <a:solidFill>
                  <a:srgbClr val="FFFFFF"/>
                </a:solidFill>
                <a:effectLst/>
                <a:uLnTx/>
                <a:uFillTx/>
                <a:latin typeface="Ubuntu Light" panose="020B0304030602030204" pitchFamily="34" charset="0"/>
                <a:ea typeface="Verdana" panose="020B0604030504040204" pitchFamily="34" charset="0"/>
                <a:cs typeface="+mn-cs"/>
              </a:endParaRPr>
            </a:p>
          </p:txBody>
        </p:sp>
        <p:cxnSp>
          <p:nvCxnSpPr>
            <p:cNvPr id="24" name="Straight Connector 23">
              <a:extLst>
                <a:ext uri="{FF2B5EF4-FFF2-40B4-BE49-F238E27FC236}">
                  <a16:creationId xmlns:a16="http://schemas.microsoft.com/office/drawing/2014/main" id="{B9D951AD-BFD2-35F2-AFDE-63CA1C9A96ED}"/>
                </a:ext>
              </a:extLst>
            </p:cNvPr>
            <p:cNvCxnSpPr/>
            <p:nvPr/>
          </p:nvCxnSpPr>
          <p:spPr>
            <a:xfrm>
              <a:off x="3315667" y="2986947"/>
              <a:ext cx="0" cy="434273"/>
            </a:xfrm>
            <a:prstGeom prst="line">
              <a:avLst/>
            </a:prstGeom>
            <a:ln w="19050">
              <a:solidFill>
                <a:schemeClr val="bg1">
                  <a:alpha val="50000"/>
                </a:schemeClr>
              </a:solidFill>
            </a:ln>
          </p:spPr>
          <p:style>
            <a:lnRef idx="1">
              <a:schemeClr val="accent1"/>
            </a:lnRef>
            <a:fillRef idx="0">
              <a:schemeClr val="accent1"/>
            </a:fillRef>
            <a:effectRef idx="0">
              <a:schemeClr val="accent1"/>
            </a:effectRef>
            <a:fontRef idx="minor">
              <a:schemeClr val="tx1"/>
            </a:fontRef>
          </p:style>
        </p:cxnSp>
        <p:cxnSp>
          <p:nvCxnSpPr>
            <p:cNvPr id="26" name="Straight Connector 25">
              <a:extLst>
                <a:ext uri="{FF2B5EF4-FFF2-40B4-BE49-F238E27FC236}">
                  <a16:creationId xmlns:a16="http://schemas.microsoft.com/office/drawing/2014/main" id="{ED15071B-061F-68E1-17AD-A9424922F9F4}"/>
                </a:ext>
              </a:extLst>
            </p:cNvPr>
            <p:cNvCxnSpPr/>
            <p:nvPr/>
          </p:nvCxnSpPr>
          <p:spPr>
            <a:xfrm>
              <a:off x="6942696" y="3004374"/>
              <a:ext cx="0" cy="434273"/>
            </a:xfrm>
            <a:prstGeom prst="line">
              <a:avLst/>
            </a:prstGeom>
            <a:ln w="19050">
              <a:solidFill>
                <a:schemeClr val="bg1">
                  <a:alpha val="50000"/>
                </a:schemeClr>
              </a:solidFill>
            </a:ln>
          </p:spPr>
          <p:style>
            <a:lnRef idx="1">
              <a:schemeClr val="accent1"/>
            </a:lnRef>
            <a:fillRef idx="0">
              <a:schemeClr val="accent1"/>
            </a:fillRef>
            <a:effectRef idx="0">
              <a:schemeClr val="accent1"/>
            </a:effectRef>
            <a:fontRef idx="minor">
              <a:schemeClr val="tx1"/>
            </a:fontRef>
          </p:style>
        </p:cxnSp>
        <p:cxnSp>
          <p:nvCxnSpPr>
            <p:cNvPr id="28" name="Straight Connector 27">
              <a:extLst>
                <a:ext uri="{FF2B5EF4-FFF2-40B4-BE49-F238E27FC236}">
                  <a16:creationId xmlns:a16="http://schemas.microsoft.com/office/drawing/2014/main" id="{DE5FCA6A-4906-026E-E041-945D438E0593}"/>
                </a:ext>
              </a:extLst>
            </p:cNvPr>
            <p:cNvCxnSpPr>
              <a:cxnSpLocks/>
            </p:cNvCxnSpPr>
            <p:nvPr/>
          </p:nvCxnSpPr>
          <p:spPr>
            <a:xfrm>
              <a:off x="6942696" y="3493598"/>
              <a:ext cx="0" cy="3114368"/>
            </a:xfrm>
            <a:prstGeom prst="line">
              <a:avLst/>
            </a:prstGeom>
            <a:ln w="12700">
              <a:solidFill>
                <a:schemeClr val="tx1">
                  <a:lumMod val="65000"/>
                  <a:lumOff val="35000"/>
                  <a:alpha val="50000"/>
                </a:schemeClr>
              </a:solidFill>
              <a:tailEnd type="oval"/>
            </a:ln>
          </p:spPr>
          <p:style>
            <a:lnRef idx="1">
              <a:schemeClr val="accent1"/>
            </a:lnRef>
            <a:fillRef idx="0">
              <a:schemeClr val="accent1"/>
            </a:fillRef>
            <a:effectRef idx="0">
              <a:schemeClr val="accent1"/>
            </a:effectRef>
            <a:fontRef idx="minor">
              <a:schemeClr val="tx1"/>
            </a:fontRef>
          </p:style>
        </p:cxnSp>
        <p:sp>
          <p:nvSpPr>
            <p:cNvPr id="29" name="Rectangle 28">
              <a:extLst>
                <a:ext uri="{FF2B5EF4-FFF2-40B4-BE49-F238E27FC236}">
                  <a16:creationId xmlns:a16="http://schemas.microsoft.com/office/drawing/2014/main" id="{DEFB4184-E729-C154-AAF1-04A48BE154BD}"/>
                </a:ext>
              </a:extLst>
            </p:cNvPr>
            <p:cNvSpPr/>
            <p:nvPr/>
          </p:nvSpPr>
          <p:spPr>
            <a:xfrm>
              <a:off x="333177" y="3811265"/>
              <a:ext cx="2887013" cy="250276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nchorCtr="0"/>
            <a:lstStyle/>
            <a:p>
              <a:pPr marL="144000" marR="0" lvl="0" indent="-144000" algn="l" defTabSz="914400" rtl="0" eaLnBrk="1" fontAlgn="auto" latinLnBrk="0" hangingPunct="1">
                <a:lnSpc>
                  <a:spcPct val="100000"/>
                </a:lnSpc>
                <a:spcBef>
                  <a:spcPts val="0"/>
                </a:spcBef>
                <a:spcAft>
                  <a:spcPts val="0"/>
                </a:spcAft>
                <a:buClrTx/>
                <a:buSzTx/>
                <a:buFont typeface="Wingdings" panose="05000000000000000000" pitchFamily="2" charset="2"/>
                <a:buChar char="§"/>
                <a:tabLst/>
                <a:defRPr/>
              </a:pPr>
              <a:r>
                <a:rPr kumimoji="0" lang="en-US" sz="1100" b="0" i="0" u="none" strike="noStrike" kern="1200" cap="none" spc="0" normalizeH="0" baseline="0" noProof="0">
                  <a:ln>
                    <a:noFill/>
                  </a:ln>
                  <a:solidFill>
                    <a:srgbClr val="FFFFFF"/>
                  </a:solidFill>
                  <a:effectLst/>
                  <a:uLnTx/>
                  <a:uFillTx/>
                  <a:latin typeface="Ubuntu Light"/>
                  <a:ea typeface="+mn-lt"/>
                  <a:cs typeface="+mn-lt"/>
                </a:rPr>
                <a:t>The client wanted to run an enterprise initiative that establishes a community-based approach, framework, standards and tools necessary to perform enterprise business processes.</a:t>
              </a:r>
            </a:p>
            <a:p>
              <a:pPr marL="144000" marR="0" lvl="0" indent="-144000" algn="l" defTabSz="914400" rtl="0" eaLnBrk="1" fontAlgn="auto" latinLnBrk="0" hangingPunct="1">
                <a:lnSpc>
                  <a:spcPct val="100000"/>
                </a:lnSpc>
                <a:spcBef>
                  <a:spcPts val="0"/>
                </a:spcBef>
                <a:spcAft>
                  <a:spcPts val="0"/>
                </a:spcAft>
                <a:buClrTx/>
                <a:buSzTx/>
                <a:buFont typeface="Wingdings" panose="05000000000000000000" pitchFamily="2" charset="2"/>
                <a:buChar char="§"/>
                <a:tabLst/>
                <a:defRPr/>
              </a:pPr>
              <a:endParaRPr kumimoji="0" lang="en-US" sz="1100" b="0" i="0" u="none" strike="noStrike" kern="1200" cap="none" spc="0" normalizeH="0" baseline="0" noProof="0">
                <a:ln>
                  <a:noFill/>
                </a:ln>
                <a:solidFill>
                  <a:srgbClr val="FFFFFF"/>
                </a:solidFill>
                <a:effectLst/>
                <a:uLnTx/>
                <a:uFillTx/>
                <a:latin typeface="Ubuntu Light"/>
                <a:ea typeface="+mn-lt"/>
                <a:cs typeface="+mn-lt"/>
              </a:endParaRPr>
            </a:p>
            <a:p>
              <a:pPr marL="144000" marR="0" lvl="0" indent="-144000" algn="l" defTabSz="914400" rtl="0" eaLnBrk="1" fontAlgn="auto" latinLnBrk="0" hangingPunct="1">
                <a:lnSpc>
                  <a:spcPct val="100000"/>
                </a:lnSpc>
                <a:spcBef>
                  <a:spcPts val="0"/>
                </a:spcBef>
                <a:spcAft>
                  <a:spcPts val="0"/>
                </a:spcAft>
                <a:buClrTx/>
                <a:buSzTx/>
                <a:buFont typeface="Wingdings" panose="05000000000000000000" pitchFamily="2" charset="2"/>
                <a:buChar char="§"/>
                <a:tabLst/>
                <a:defRPr/>
              </a:pPr>
              <a:r>
                <a:rPr kumimoji="0" lang="en-US" sz="1100" b="0" i="0" u="none" strike="noStrike" kern="1200" cap="none" spc="0" normalizeH="0" baseline="0" noProof="0">
                  <a:ln>
                    <a:noFill/>
                  </a:ln>
                  <a:solidFill>
                    <a:srgbClr val="FFFFFF"/>
                  </a:solidFill>
                  <a:effectLst/>
                  <a:uLnTx/>
                  <a:uFillTx/>
                  <a:latin typeface="Ubuntu Light"/>
                  <a:ea typeface="+mn-lt"/>
                  <a:cs typeface="+mn-lt"/>
                </a:rPr>
                <a:t>The ask was to deliver the re-usable library of </a:t>
              </a:r>
              <a:r>
                <a:rPr kumimoji="0" lang="en-US" sz="1100" i="0" u="none" strike="noStrike" kern="1200" cap="none" spc="0" normalizeH="0" baseline="0" noProof="0">
                  <a:ln>
                    <a:noFill/>
                  </a:ln>
                  <a:solidFill>
                    <a:srgbClr val="FFFFFF"/>
                  </a:solidFill>
                  <a:effectLst/>
                  <a:uLnTx/>
                  <a:uFillTx/>
                  <a:latin typeface="Ubuntu Light"/>
                  <a:ea typeface="+mn-lt"/>
                  <a:cs typeface="+mn-lt"/>
                </a:rPr>
                <a:t>400</a:t>
              </a:r>
              <a:r>
                <a:rPr kumimoji="0" lang="en-US" sz="1100" b="0" i="0" u="none" strike="noStrike" kern="1200" cap="none" spc="0" normalizeH="0" baseline="0" noProof="0">
                  <a:ln>
                    <a:noFill/>
                  </a:ln>
                  <a:solidFill>
                    <a:srgbClr val="FFFFFF"/>
                  </a:solidFill>
                  <a:effectLst/>
                  <a:uLnTx/>
                  <a:uFillTx/>
                  <a:latin typeface="Ubuntu Light"/>
                  <a:ea typeface="+mn-lt"/>
                  <a:cs typeface="+mn-lt"/>
                </a:rPr>
                <a:t> Business Process Flows for both customer facing and back-office enabling functions using the Enterprise Architecture tool - </a:t>
              </a:r>
              <a:r>
                <a:rPr kumimoji="0" lang="en-US" sz="1100" b="0" i="0" u="none" strike="noStrike" kern="1200" cap="none" spc="0" normalizeH="0" baseline="0" noProof="0" err="1">
                  <a:ln>
                    <a:noFill/>
                  </a:ln>
                  <a:solidFill>
                    <a:srgbClr val="FFFFFF"/>
                  </a:solidFill>
                  <a:effectLst/>
                  <a:uLnTx/>
                  <a:uFillTx/>
                  <a:latin typeface="Ubuntu Light"/>
                  <a:ea typeface="+mn-lt"/>
                  <a:cs typeface="+mn-lt"/>
                </a:rPr>
                <a:t>BizzDesign</a:t>
              </a:r>
              <a:endParaRPr kumimoji="0" lang="en-US" sz="1100" b="0" i="0" u="none" strike="noStrike" kern="1200" cap="none" spc="0" normalizeH="0" baseline="0" noProof="0">
                <a:ln>
                  <a:noFill/>
                </a:ln>
                <a:solidFill>
                  <a:srgbClr val="FFFFFF"/>
                </a:solidFill>
                <a:effectLst/>
                <a:uLnTx/>
                <a:uFillTx/>
                <a:latin typeface="Ubuntu Light"/>
                <a:ea typeface="+mn-lt"/>
                <a:cs typeface="+mn-lt"/>
              </a:endParaRPr>
            </a:p>
            <a:p>
              <a:pPr marL="144000" marR="0" lvl="0" indent="-144000" algn="l" defTabSz="914400" rtl="0" eaLnBrk="1" fontAlgn="auto" latinLnBrk="0" hangingPunct="1">
                <a:lnSpc>
                  <a:spcPct val="100000"/>
                </a:lnSpc>
                <a:spcBef>
                  <a:spcPts val="0"/>
                </a:spcBef>
                <a:spcAft>
                  <a:spcPts val="0"/>
                </a:spcAft>
                <a:buClrTx/>
                <a:buSzTx/>
                <a:buFont typeface="Wingdings" panose="05000000000000000000" pitchFamily="2" charset="2"/>
                <a:buChar char="§"/>
                <a:tabLst/>
                <a:defRPr/>
              </a:pPr>
              <a:endParaRPr kumimoji="0" lang="en-US" sz="1100" b="0" i="0" u="none" strike="noStrike" kern="1200" cap="none" spc="0" normalizeH="0" baseline="0" noProof="0">
                <a:ln>
                  <a:noFill/>
                </a:ln>
                <a:solidFill>
                  <a:srgbClr val="FFFFFF"/>
                </a:solidFill>
                <a:effectLst/>
                <a:uLnTx/>
                <a:uFillTx/>
                <a:latin typeface="Ubuntu Light"/>
                <a:ea typeface="+mn-lt"/>
                <a:cs typeface="+mn-lt"/>
              </a:endParaRPr>
            </a:p>
            <a:p>
              <a:pPr marL="144000" marR="0" lvl="0" indent="-144000" algn="l" defTabSz="914400" rtl="0" eaLnBrk="1" fontAlgn="auto" latinLnBrk="0" hangingPunct="1">
                <a:lnSpc>
                  <a:spcPct val="100000"/>
                </a:lnSpc>
                <a:spcBef>
                  <a:spcPts val="0"/>
                </a:spcBef>
                <a:spcAft>
                  <a:spcPts val="0"/>
                </a:spcAft>
                <a:buClrTx/>
                <a:buSzTx/>
                <a:buFont typeface="Wingdings" panose="05000000000000000000" pitchFamily="2" charset="2"/>
                <a:buChar char="§"/>
                <a:tabLst/>
                <a:defRPr/>
              </a:pPr>
              <a:r>
                <a:rPr kumimoji="0" lang="en-US" sz="1100" b="0" i="0" u="none" strike="noStrike" kern="1200" cap="none" spc="0" normalizeH="0" baseline="0" noProof="0">
                  <a:ln>
                    <a:noFill/>
                  </a:ln>
                  <a:solidFill>
                    <a:srgbClr val="FFFFFF"/>
                  </a:solidFill>
                  <a:effectLst/>
                  <a:uLnTx/>
                  <a:uFillTx/>
                  <a:latin typeface="Ubuntu Light"/>
                  <a:ea typeface="+mn-lt"/>
                  <a:cs typeface="+mn-lt"/>
                </a:rPr>
                <a:t>As-Is processes were required to be migrated from </a:t>
              </a:r>
              <a:r>
                <a:rPr kumimoji="0" lang="en-US" sz="1100" b="0" i="0" u="none" strike="noStrike" kern="1200" cap="none" spc="0" normalizeH="0" baseline="0" noProof="0" err="1">
                  <a:ln>
                    <a:noFill/>
                  </a:ln>
                  <a:solidFill>
                    <a:srgbClr val="FFFFFF"/>
                  </a:solidFill>
                  <a:effectLst/>
                  <a:uLnTx/>
                  <a:uFillTx/>
                  <a:latin typeface="Ubuntu Light"/>
                  <a:ea typeface="+mn-lt"/>
                  <a:cs typeface="+mn-lt"/>
                </a:rPr>
                <a:t>BusinessOptix</a:t>
              </a:r>
              <a:r>
                <a:rPr kumimoji="0" lang="en-US" sz="1100" b="0" i="0" u="none" strike="noStrike" kern="1200" cap="none" spc="0" normalizeH="0" baseline="0" noProof="0">
                  <a:ln>
                    <a:noFill/>
                  </a:ln>
                  <a:solidFill>
                    <a:srgbClr val="FFFFFF"/>
                  </a:solidFill>
                  <a:effectLst/>
                  <a:uLnTx/>
                  <a:uFillTx/>
                  <a:latin typeface="Ubuntu Light"/>
                  <a:ea typeface="+mn-lt"/>
                  <a:cs typeface="+mn-lt"/>
                </a:rPr>
                <a:t> to </a:t>
              </a:r>
              <a:r>
                <a:rPr kumimoji="0" lang="en-US" sz="1100" b="0" i="0" u="none" strike="noStrike" kern="1200" cap="none" spc="0" normalizeH="0" baseline="0" noProof="0" err="1">
                  <a:ln>
                    <a:noFill/>
                  </a:ln>
                  <a:solidFill>
                    <a:srgbClr val="FFFFFF"/>
                  </a:solidFill>
                  <a:effectLst/>
                  <a:uLnTx/>
                  <a:uFillTx/>
                  <a:latin typeface="Ubuntu Light"/>
                  <a:ea typeface="+mn-lt"/>
                  <a:cs typeface="+mn-lt"/>
                </a:rPr>
                <a:t>BizzDesign</a:t>
              </a:r>
              <a:r>
                <a:rPr kumimoji="0" lang="en-US" sz="1100" b="0" i="0" u="none" strike="noStrike" kern="1200" cap="none" spc="0" normalizeH="0" baseline="0" noProof="0">
                  <a:ln>
                    <a:noFill/>
                  </a:ln>
                  <a:solidFill>
                    <a:srgbClr val="FFFFFF"/>
                  </a:solidFill>
                  <a:effectLst/>
                  <a:uLnTx/>
                  <a:uFillTx/>
                  <a:latin typeface="Ubuntu Light"/>
                  <a:ea typeface="+mn-lt"/>
                  <a:cs typeface="+mn-lt"/>
                </a:rPr>
                <a:t> with any enhancements or revisions that may be required.</a:t>
              </a:r>
            </a:p>
          </p:txBody>
        </p:sp>
        <p:sp>
          <p:nvSpPr>
            <p:cNvPr id="31" name="Rectangle 30">
              <a:extLst>
                <a:ext uri="{FF2B5EF4-FFF2-40B4-BE49-F238E27FC236}">
                  <a16:creationId xmlns:a16="http://schemas.microsoft.com/office/drawing/2014/main" id="{B7EFD9CE-45AA-531B-6D1D-59AD901CC463}"/>
                </a:ext>
              </a:extLst>
            </p:cNvPr>
            <p:cNvSpPr/>
            <p:nvPr/>
          </p:nvSpPr>
          <p:spPr>
            <a:xfrm>
              <a:off x="3612131" y="3810154"/>
              <a:ext cx="3090246" cy="2783312"/>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nchorCtr="0"/>
            <a:lstStyle/>
            <a:p>
              <a:pPr marL="171450" marR="0" lvl="0" indent="-171450" algn="l" defTabSz="914400" rtl="0" eaLnBrk="1" fontAlgn="auto" latinLnBrk="0" hangingPunct="1">
                <a:lnSpc>
                  <a:spcPct val="100000"/>
                </a:lnSpc>
                <a:spcBef>
                  <a:spcPts val="0"/>
                </a:spcBef>
                <a:spcAft>
                  <a:spcPts val="900"/>
                </a:spcAft>
                <a:buClr>
                  <a:schemeClr val="bg1"/>
                </a:buClr>
                <a:buSzPct val="120000"/>
                <a:buFont typeface="Wingdings" panose="05000000000000000000" pitchFamily="2" charset="2"/>
                <a:buChar char="§"/>
                <a:tabLst/>
                <a:defRPr/>
              </a:pPr>
              <a:r>
                <a:rPr kumimoji="0" lang="en-US" sz="1100" b="1" i="0" u="none" strike="noStrike" kern="1200" cap="none" spc="0" normalizeH="0" baseline="0" noProof="0">
                  <a:ln>
                    <a:noFill/>
                  </a:ln>
                  <a:solidFill>
                    <a:srgbClr val="FFFFFF"/>
                  </a:solidFill>
                  <a:effectLst/>
                  <a:uLnTx/>
                  <a:uFillTx/>
                  <a:latin typeface="Ubuntu Light"/>
                  <a:ea typeface="+mn-lt"/>
                  <a:cs typeface="+mn-lt"/>
                </a:rPr>
                <a:t>Created processes and developed workflow diagrams </a:t>
              </a:r>
              <a:r>
                <a:rPr kumimoji="0" lang="en-US" sz="1100" b="0" i="0" u="none" strike="noStrike" kern="1200" cap="none" spc="0" normalizeH="0" baseline="0" noProof="0">
                  <a:ln>
                    <a:noFill/>
                  </a:ln>
                  <a:solidFill>
                    <a:srgbClr val="FFFFFF"/>
                  </a:solidFill>
                  <a:effectLst/>
                  <a:uLnTx/>
                  <a:uFillTx/>
                  <a:latin typeface="Ubuntu Light"/>
                  <a:ea typeface="+mn-lt"/>
                  <a:cs typeface="+mn-lt"/>
                </a:rPr>
                <a:t>to facilitate end-to-end process ownership for Source to Pay, Order to Cash, Record to Report, Project to Retire, Business process mgmt. and Plan to Deliver areas</a:t>
              </a:r>
            </a:p>
            <a:p>
              <a:pPr marL="171450" marR="0" lvl="0" indent="-171450" algn="l" defTabSz="914400" rtl="0" eaLnBrk="1" fontAlgn="auto" latinLnBrk="0" hangingPunct="1">
                <a:lnSpc>
                  <a:spcPct val="100000"/>
                </a:lnSpc>
                <a:spcBef>
                  <a:spcPts val="0"/>
                </a:spcBef>
                <a:spcAft>
                  <a:spcPts val="900"/>
                </a:spcAft>
                <a:buClr>
                  <a:schemeClr val="bg1"/>
                </a:buClr>
                <a:buSzPct val="120000"/>
                <a:buFont typeface="Wingdings" panose="05000000000000000000" pitchFamily="2" charset="2"/>
                <a:buChar char="§"/>
                <a:tabLst/>
                <a:defRPr/>
              </a:pPr>
              <a:r>
                <a:rPr kumimoji="0" lang="en-US" sz="1100" b="0" i="0" u="none" strike="noStrike" kern="1200" cap="none" spc="0" normalizeH="0" baseline="0" noProof="0">
                  <a:ln>
                    <a:noFill/>
                  </a:ln>
                  <a:solidFill>
                    <a:srgbClr val="FFFFFF"/>
                  </a:solidFill>
                  <a:effectLst/>
                  <a:uLnTx/>
                  <a:uFillTx/>
                  <a:latin typeface="Ubuntu Light"/>
                  <a:ea typeface="+mn-lt"/>
                  <a:cs typeface="+mn-lt"/>
                </a:rPr>
                <a:t>Established a common language to ensure consistency and understanding across the organization. </a:t>
              </a:r>
            </a:p>
            <a:p>
              <a:pPr marL="171450" marR="0" lvl="0" indent="-171450" algn="l" defTabSz="914400" rtl="0" eaLnBrk="1" fontAlgn="auto" latinLnBrk="0" hangingPunct="1">
                <a:lnSpc>
                  <a:spcPct val="100000"/>
                </a:lnSpc>
                <a:spcBef>
                  <a:spcPts val="0"/>
                </a:spcBef>
                <a:spcAft>
                  <a:spcPts val="900"/>
                </a:spcAft>
                <a:buClr>
                  <a:schemeClr val="bg1"/>
                </a:buClr>
                <a:buSzPct val="120000"/>
                <a:buFont typeface="Wingdings" panose="05000000000000000000" pitchFamily="2" charset="2"/>
                <a:buChar char="§"/>
                <a:tabLst/>
                <a:defRPr/>
              </a:pPr>
              <a:r>
                <a:rPr kumimoji="0" lang="en-US" sz="1100" b="1" i="0" u="none" strike="noStrike" kern="1200" cap="none" spc="0" normalizeH="0" baseline="0" noProof="0">
                  <a:ln>
                    <a:noFill/>
                  </a:ln>
                  <a:solidFill>
                    <a:srgbClr val="FFFFFF"/>
                  </a:solidFill>
                  <a:effectLst/>
                  <a:uLnTx/>
                  <a:uFillTx/>
                  <a:latin typeface="Ubuntu Light"/>
                  <a:ea typeface="+mn-lt"/>
                  <a:cs typeface="+mn-lt"/>
                </a:rPr>
                <a:t>Improved hand-offs and cross-functional collaborations </a:t>
              </a:r>
              <a:r>
                <a:rPr kumimoji="0" lang="en-US" sz="1100" b="0" i="0" u="none" strike="noStrike" kern="1200" cap="none" spc="0" normalizeH="0" baseline="0" noProof="0">
                  <a:ln>
                    <a:noFill/>
                  </a:ln>
                  <a:solidFill>
                    <a:srgbClr val="FFFFFF"/>
                  </a:solidFill>
                  <a:effectLst/>
                  <a:uLnTx/>
                  <a:uFillTx/>
                  <a:latin typeface="Ubuntu Light"/>
                  <a:ea typeface="+mn-lt"/>
                  <a:cs typeface="+mn-lt"/>
                </a:rPr>
                <a:t>to enhance overall efficiency and teamwork</a:t>
              </a:r>
              <a:endParaRPr kumimoji="0" lang="en-IN" sz="1100" b="0" i="0" u="none" strike="noStrike" kern="1200" cap="none" spc="0" normalizeH="0" baseline="0" noProof="0">
                <a:ln>
                  <a:noFill/>
                </a:ln>
                <a:solidFill>
                  <a:srgbClr val="FFFFFF"/>
                </a:solidFill>
                <a:effectLst/>
                <a:uLnTx/>
                <a:uFillTx/>
                <a:latin typeface="Ubuntu Light"/>
                <a:ea typeface="+mn-lt"/>
                <a:cs typeface="+mn-lt"/>
              </a:endParaRPr>
            </a:p>
          </p:txBody>
        </p:sp>
        <p:sp>
          <p:nvSpPr>
            <p:cNvPr id="33" name="Rectangle 32">
              <a:extLst>
                <a:ext uri="{FF2B5EF4-FFF2-40B4-BE49-F238E27FC236}">
                  <a16:creationId xmlns:a16="http://schemas.microsoft.com/office/drawing/2014/main" id="{4C281EDA-25A3-6F7A-CD22-44F746B46C8D}"/>
                </a:ext>
              </a:extLst>
            </p:cNvPr>
            <p:cNvSpPr/>
            <p:nvPr/>
          </p:nvSpPr>
          <p:spPr>
            <a:xfrm>
              <a:off x="7336067" y="3825113"/>
              <a:ext cx="2745860" cy="2560141"/>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nchorCtr="0"/>
            <a:lstStyle/>
            <a:p>
              <a:pPr marL="171450" marR="0" lvl="0" indent="-171450" algn="l" defTabSz="914400" rtl="0" eaLnBrk="1" fontAlgn="auto" latinLnBrk="0" hangingPunct="1">
                <a:lnSpc>
                  <a:spcPct val="100000"/>
                </a:lnSpc>
                <a:spcBef>
                  <a:spcPts val="0"/>
                </a:spcBef>
                <a:spcAft>
                  <a:spcPts val="0"/>
                </a:spcAft>
                <a:buClr>
                  <a:schemeClr val="bg1"/>
                </a:buClr>
                <a:buSzPct val="120000"/>
                <a:buFont typeface="Wingdings" panose="05000000000000000000" pitchFamily="2" charset="2"/>
                <a:buChar char="§"/>
                <a:tabLst/>
                <a:defRPr/>
              </a:pPr>
              <a:r>
                <a:rPr kumimoji="0" lang="en-US" sz="1100" b="0" i="0" u="none" strike="noStrike" kern="1200" cap="none" spc="0" normalizeH="0" baseline="0" noProof="0">
                  <a:ln>
                    <a:noFill/>
                  </a:ln>
                  <a:solidFill>
                    <a:srgbClr val="FFFFFF"/>
                  </a:solidFill>
                  <a:effectLst/>
                  <a:uLnTx/>
                  <a:uFillTx/>
                  <a:latin typeface="Ubuntu Light" panose="020B0304030602030204" pitchFamily="34" charset="0"/>
                  <a:ea typeface="Verdana"/>
                  <a:cs typeface="+mn-cs"/>
                </a:rPr>
                <a:t>Enhanced process v</a:t>
              </a:r>
              <a:r>
                <a:rPr kumimoji="0" lang="en-US" sz="1100" b="0" i="0" u="none" strike="noStrike" kern="1200" cap="none" spc="0" normalizeH="0" baseline="0" noProof="0" err="1">
                  <a:ln>
                    <a:noFill/>
                  </a:ln>
                  <a:solidFill>
                    <a:srgbClr val="FFFFFF"/>
                  </a:solidFill>
                  <a:effectLst/>
                  <a:uLnTx/>
                  <a:uFillTx/>
                  <a:latin typeface="Ubuntu Light" panose="020B0304030602030204" pitchFamily="34" charset="0"/>
                  <a:ea typeface="Verdana"/>
                  <a:cs typeface="+mn-cs"/>
                </a:rPr>
                <a:t>isibility</a:t>
              </a:r>
              <a:r>
                <a:rPr kumimoji="0" lang="en-US" sz="1100" b="0" i="0" u="none" strike="noStrike" kern="1200" cap="none" spc="0" normalizeH="0" baseline="0" noProof="0">
                  <a:ln>
                    <a:noFill/>
                  </a:ln>
                  <a:solidFill>
                    <a:srgbClr val="FFFFFF"/>
                  </a:solidFill>
                  <a:effectLst/>
                  <a:uLnTx/>
                  <a:uFillTx/>
                  <a:latin typeface="Ubuntu Light" panose="020B0304030602030204" pitchFamily="34" charset="0"/>
                  <a:ea typeface="Verdana"/>
                  <a:cs typeface="+mn-cs"/>
                </a:rPr>
                <a:t> with a comprehensive view of business processes, enabling </a:t>
              </a:r>
              <a:r>
                <a:rPr kumimoji="0" lang="en-US" sz="1100" b="1" i="0" u="none" strike="noStrike" kern="1200" cap="none" spc="0" normalizeH="0" baseline="0" noProof="0">
                  <a:ln>
                    <a:noFill/>
                  </a:ln>
                  <a:solidFill>
                    <a:srgbClr val="FFFFFF"/>
                  </a:solidFill>
                  <a:effectLst/>
                  <a:uLnTx/>
                  <a:uFillTx/>
                  <a:latin typeface="Ubuntu Light" panose="020B0304030602030204" pitchFamily="34" charset="0"/>
                  <a:ea typeface="Verdana"/>
                  <a:cs typeface="+mn-cs"/>
                </a:rPr>
                <a:t>better understanding and management of customer journeys.</a:t>
              </a:r>
            </a:p>
            <a:p>
              <a:pPr marL="171450" marR="0" lvl="0" indent="-171450" algn="l" defTabSz="914400" rtl="0" eaLnBrk="1" fontAlgn="auto" latinLnBrk="0" hangingPunct="1">
                <a:lnSpc>
                  <a:spcPct val="100000"/>
                </a:lnSpc>
                <a:spcBef>
                  <a:spcPts val="0"/>
                </a:spcBef>
                <a:spcAft>
                  <a:spcPts val="0"/>
                </a:spcAft>
                <a:buClr>
                  <a:schemeClr val="bg1"/>
                </a:buClr>
                <a:buSzPct val="120000"/>
                <a:buFont typeface="Wingdings" panose="05000000000000000000" pitchFamily="2" charset="2"/>
                <a:buChar char="§"/>
                <a:tabLst/>
                <a:defRPr/>
              </a:pPr>
              <a:endParaRPr kumimoji="0" lang="en-US" sz="1100" b="0" i="0" u="none" strike="noStrike" kern="1200" cap="none" spc="0" normalizeH="0" baseline="0" noProof="0">
                <a:ln>
                  <a:noFill/>
                </a:ln>
                <a:solidFill>
                  <a:srgbClr val="FFFFFF"/>
                </a:solidFill>
                <a:effectLst/>
                <a:uLnTx/>
                <a:uFillTx/>
                <a:latin typeface="Ubuntu Light" panose="020B0304030602030204" pitchFamily="34" charset="0"/>
                <a:ea typeface="Verdana"/>
                <a:cs typeface="+mn-cs"/>
              </a:endParaRPr>
            </a:p>
            <a:p>
              <a:pPr marL="171450" marR="0" lvl="0" indent="-171450" algn="l" defTabSz="914400" rtl="0" eaLnBrk="1" fontAlgn="auto" latinLnBrk="0" hangingPunct="1">
                <a:lnSpc>
                  <a:spcPct val="100000"/>
                </a:lnSpc>
                <a:spcBef>
                  <a:spcPts val="0"/>
                </a:spcBef>
                <a:spcAft>
                  <a:spcPts val="0"/>
                </a:spcAft>
                <a:buClr>
                  <a:schemeClr val="bg1"/>
                </a:buClr>
                <a:buSzPct val="120000"/>
                <a:buFont typeface="Wingdings" panose="05000000000000000000" pitchFamily="2" charset="2"/>
                <a:buChar char="§"/>
                <a:tabLst/>
                <a:defRPr/>
              </a:pPr>
              <a:r>
                <a:rPr kumimoji="0" lang="en-US" sz="1100" b="1" i="0" u="none" strike="noStrike" kern="1200" cap="none" spc="0" normalizeH="0" baseline="0" noProof="0">
                  <a:ln>
                    <a:noFill/>
                  </a:ln>
                  <a:solidFill>
                    <a:srgbClr val="FFFFFF"/>
                  </a:solidFill>
                  <a:effectLst/>
                  <a:uLnTx/>
                  <a:uFillTx/>
                  <a:latin typeface="Ubuntu Light" panose="020B0304030602030204" pitchFamily="34" charset="0"/>
                  <a:ea typeface="Verdana"/>
                  <a:cs typeface="+mn-cs"/>
                </a:rPr>
                <a:t>Improved efficiency </a:t>
              </a:r>
              <a:r>
                <a:rPr kumimoji="0" lang="en-US" sz="1100" b="0" i="0" u="none" strike="noStrike" kern="1200" cap="none" spc="0" normalizeH="0" baseline="0" noProof="0">
                  <a:ln>
                    <a:noFill/>
                  </a:ln>
                  <a:solidFill>
                    <a:srgbClr val="FFFFFF"/>
                  </a:solidFill>
                  <a:effectLst/>
                  <a:uLnTx/>
                  <a:uFillTx/>
                  <a:latin typeface="Ubuntu Light" panose="020B0304030602030204" pitchFamily="34" charset="0"/>
                  <a:ea typeface="Verdana"/>
                  <a:cs typeface="+mn-cs"/>
                </a:rPr>
                <a:t>by streamlining and optimizing processes</a:t>
              </a:r>
            </a:p>
            <a:p>
              <a:pPr marL="171450" marR="0" lvl="0" indent="-171450" algn="l" defTabSz="914400" rtl="0" eaLnBrk="1" fontAlgn="auto" latinLnBrk="0" hangingPunct="1">
                <a:lnSpc>
                  <a:spcPct val="100000"/>
                </a:lnSpc>
                <a:spcBef>
                  <a:spcPts val="0"/>
                </a:spcBef>
                <a:spcAft>
                  <a:spcPts val="0"/>
                </a:spcAft>
                <a:buClr>
                  <a:schemeClr val="bg1"/>
                </a:buClr>
                <a:buSzPct val="120000"/>
                <a:buFont typeface="Wingdings" panose="05000000000000000000" pitchFamily="2" charset="2"/>
                <a:buChar char="§"/>
                <a:tabLst/>
                <a:defRPr/>
              </a:pPr>
              <a:endParaRPr kumimoji="0" lang="en-US" sz="1100" b="0" i="0" u="none" strike="noStrike" kern="1200" cap="none" spc="0" normalizeH="0" baseline="0" noProof="0">
                <a:ln>
                  <a:noFill/>
                </a:ln>
                <a:solidFill>
                  <a:srgbClr val="FFFFFF"/>
                </a:solidFill>
                <a:effectLst/>
                <a:uLnTx/>
                <a:uFillTx/>
                <a:latin typeface="Ubuntu Light" panose="020B0304030602030204" pitchFamily="34" charset="0"/>
                <a:ea typeface="Verdana"/>
                <a:cs typeface="+mn-cs"/>
              </a:endParaRPr>
            </a:p>
            <a:p>
              <a:pPr marL="171450" marR="0" lvl="0" indent="-171450" algn="l" defTabSz="914400" rtl="0" eaLnBrk="1" fontAlgn="auto" latinLnBrk="0" hangingPunct="1">
                <a:lnSpc>
                  <a:spcPct val="100000"/>
                </a:lnSpc>
                <a:spcBef>
                  <a:spcPts val="0"/>
                </a:spcBef>
                <a:spcAft>
                  <a:spcPts val="0"/>
                </a:spcAft>
                <a:buClr>
                  <a:schemeClr val="bg1"/>
                </a:buClr>
                <a:buSzPct val="120000"/>
                <a:buFont typeface="Wingdings" panose="05000000000000000000" pitchFamily="2" charset="2"/>
                <a:buChar char="§"/>
                <a:tabLst/>
                <a:defRPr/>
              </a:pPr>
              <a:r>
                <a:rPr kumimoji="0" lang="en-US" sz="1100" b="0" i="0" u="none" strike="noStrike" kern="1200" cap="none" spc="0" normalizeH="0" baseline="0" noProof="0">
                  <a:ln>
                    <a:noFill/>
                  </a:ln>
                  <a:solidFill>
                    <a:srgbClr val="FFFFFF"/>
                  </a:solidFill>
                  <a:effectLst/>
                  <a:uLnTx/>
                  <a:uFillTx/>
                  <a:latin typeface="Ubuntu Light" panose="020B0304030602030204" pitchFamily="34" charset="0"/>
                  <a:ea typeface="Verdana"/>
                  <a:cs typeface="+mn-cs"/>
                </a:rPr>
                <a:t>Better </a:t>
              </a:r>
              <a:r>
                <a:rPr kumimoji="0" lang="en-US" sz="1100" b="1" i="0" u="none" strike="noStrike" kern="1200" cap="none" spc="0" normalizeH="0" baseline="0" noProof="0">
                  <a:ln>
                    <a:noFill/>
                  </a:ln>
                  <a:solidFill>
                    <a:srgbClr val="FFFFFF"/>
                  </a:solidFill>
                  <a:effectLst/>
                  <a:uLnTx/>
                  <a:uFillTx/>
                  <a:latin typeface="Ubuntu Light" panose="020B0304030602030204" pitchFamily="34" charset="0"/>
                  <a:ea typeface="Verdana"/>
                  <a:cs typeface="+mn-cs"/>
                </a:rPr>
                <a:t>alignment with business g</a:t>
              </a:r>
              <a:r>
                <a:rPr kumimoji="0" lang="en-US" sz="1100" b="1" i="0" u="none" strike="noStrike" kern="1200" cap="none" spc="0" normalizeH="0" baseline="0" noProof="0" err="1">
                  <a:ln>
                    <a:noFill/>
                  </a:ln>
                  <a:solidFill>
                    <a:srgbClr val="FFFFFF"/>
                  </a:solidFill>
                  <a:effectLst/>
                  <a:uLnTx/>
                  <a:uFillTx/>
                  <a:latin typeface="Ubuntu Light" panose="020B0304030602030204" pitchFamily="34" charset="0"/>
                  <a:ea typeface="Verdana"/>
                  <a:cs typeface="+mn-cs"/>
                </a:rPr>
                <a:t>oals</a:t>
              </a:r>
              <a:r>
                <a:rPr kumimoji="0" lang="en-US" sz="1100" b="1" i="0" u="none" strike="noStrike" kern="1200" cap="none" spc="0" normalizeH="0" baseline="0" noProof="0">
                  <a:ln>
                    <a:noFill/>
                  </a:ln>
                  <a:solidFill>
                    <a:srgbClr val="FFFFFF"/>
                  </a:solidFill>
                  <a:effectLst/>
                  <a:uLnTx/>
                  <a:uFillTx/>
                  <a:latin typeface="Ubuntu Light" panose="020B0304030602030204" pitchFamily="34" charset="0"/>
                  <a:ea typeface="Verdana"/>
                  <a:cs typeface="+mn-cs"/>
                </a:rPr>
                <a:t> and effective decision-making</a:t>
              </a:r>
              <a:r>
                <a:rPr kumimoji="0" lang="en-US" sz="1100" b="0" i="0" u="none" strike="noStrike" kern="1200" cap="none" spc="0" normalizeH="0" baseline="0" noProof="0">
                  <a:ln>
                    <a:noFill/>
                  </a:ln>
                  <a:solidFill>
                    <a:srgbClr val="FFFFFF"/>
                  </a:solidFill>
                  <a:effectLst/>
                  <a:uLnTx/>
                  <a:uFillTx/>
                  <a:latin typeface="Ubuntu Light" panose="020B0304030602030204" pitchFamily="34" charset="0"/>
                  <a:ea typeface="Verdana"/>
                  <a:cs typeface="+mn-cs"/>
                </a:rPr>
                <a:t>.</a:t>
              </a:r>
            </a:p>
            <a:p>
              <a:pPr marL="0" marR="0" lvl="0" indent="0" algn="l" defTabSz="914400" rtl="0" eaLnBrk="1" fontAlgn="auto" latinLnBrk="0" hangingPunct="1">
                <a:lnSpc>
                  <a:spcPct val="100000"/>
                </a:lnSpc>
                <a:spcBef>
                  <a:spcPts val="0"/>
                </a:spcBef>
                <a:spcAft>
                  <a:spcPts val="0"/>
                </a:spcAft>
                <a:buClr>
                  <a:srgbClr val="0070AD"/>
                </a:buClr>
                <a:buSzPct val="120000"/>
                <a:buFontTx/>
                <a:buNone/>
                <a:tabLst/>
                <a:defRPr/>
              </a:pPr>
              <a:endParaRPr kumimoji="0" lang="en-US" sz="1100" b="0" i="0" u="none" strike="noStrike" kern="1200" cap="none" spc="0" normalizeH="0" baseline="0" noProof="0">
                <a:ln>
                  <a:noFill/>
                </a:ln>
                <a:solidFill>
                  <a:srgbClr val="FFFFFF"/>
                </a:solidFill>
                <a:effectLst/>
                <a:uLnTx/>
                <a:uFillTx/>
                <a:latin typeface="Ubuntu Light" panose="020B0304030602030204" pitchFamily="34" charset="0"/>
                <a:ea typeface="Verdana"/>
                <a:cs typeface="+mn-cs"/>
              </a:endParaRPr>
            </a:p>
          </p:txBody>
        </p:sp>
        <p:cxnSp>
          <p:nvCxnSpPr>
            <p:cNvPr id="35" name="Straight Connector 34">
              <a:extLst>
                <a:ext uri="{FF2B5EF4-FFF2-40B4-BE49-F238E27FC236}">
                  <a16:creationId xmlns:a16="http://schemas.microsoft.com/office/drawing/2014/main" id="{A2A30BE4-89F0-833B-DB14-329BF7CE8F7F}"/>
                </a:ext>
              </a:extLst>
            </p:cNvPr>
            <p:cNvCxnSpPr>
              <a:cxnSpLocks/>
            </p:cNvCxnSpPr>
            <p:nvPr/>
          </p:nvCxnSpPr>
          <p:spPr>
            <a:xfrm>
              <a:off x="3315667" y="3536294"/>
              <a:ext cx="0" cy="3057171"/>
            </a:xfrm>
            <a:prstGeom prst="line">
              <a:avLst/>
            </a:prstGeom>
            <a:ln w="12700">
              <a:solidFill>
                <a:schemeClr val="tx1">
                  <a:lumMod val="65000"/>
                  <a:lumOff val="35000"/>
                  <a:alpha val="50000"/>
                </a:schemeClr>
              </a:solidFill>
              <a:tailEnd type="oval"/>
            </a:ln>
          </p:spPr>
          <p:style>
            <a:lnRef idx="1">
              <a:schemeClr val="accent1"/>
            </a:lnRef>
            <a:fillRef idx="0">
              <a:schemeClr val="accent1"/>
            </a:fillRef>
            <a:effectRef idx="0">
              <a:schemeClr val="accent1"/>
            </a:effectRef>
            <a:fontRef idx="minor">
              <a:schemeClr val="tx1"/>
            </a:fontRef>
          </p:style>
        </p:cxnSp>
        <p:pic>
          <p:nvPicPr>
            <p:cNvPr id="36" name="Picture 35" descr="Shape&#10;&#10;Description automatically generated with low confidence">
              <a:extLst>
                <a:ext uri="{FF2B5EF4-FFF2-40B4-BE49-F238E27FC236}">
                  <a16:creationId xmlns:a16="http://schemas.microsoft.com/office/drawing/2014/main" id="{A479C5EA-66EB-68A5-94E6-AD94D4B5B140}"/>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1440178" y="2453971"/>
              <a:ext cx="570108" cy="507747"/>
            </a:xfrm>
            <a:prstGeom prst="rect">
              <a:avLst/>
            </a:prstGeom>
          </p:spPr>
        </p:pic>
        <p:pic>
          <p:nvPicPr>
            <p:cNvPr id="51" name="Picture 50" descr="Shape&#10;&#10;Description automatically generated with low confidence">
              <a:extLst>
                <a:ext uri="{FF2B5EF4-FFF2-40B4-BE49-F238E27FC236}">
                  <a16:creationId xmlns:a16="http://schemas.microsoft.com/office/drawing/2014/main" id="{F761FD98-B4F0-204F-ECD9-657129F5A2B2}"/>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flipH="1" flipV="1">
              <a:off x="5053529" y="2454272"/>
              <a:ext cx="467030" cy="467030"/>
            </a:xfrm>
            <a:prstGeom prst="rect">
              <a:avLst/>
            </a:prstGeom>
          </p:spPr>
        </p:pic>
        <p:pic>
          <p:nvPicPr>
            <p:cNvPr id="52" name="Picture 51" descr="Shape&#10;&#10;Description automatically generated with low confidence">
              <a:extLst>
                <a:ext uri="{FF2B5EF4-FFF2-40B4-BE49-F238E27FC236}">
                  <a16:creationId xmlns:a16="http://schemas.microsoft.com/office/drawing/2014/main" id="{0127F5C0-07B1-CFFC-9F91-DB696614E3E4}"/>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8536287" y="2440430"/>
              <a:ext cx="504520" cy="504520"/>
            </a:xfrm>
            <a:prstGeom prst="rect">
              <a:avLst/>
            </a:prstGeom>
          </p:spPr>
        </p:pic>
      </p:grpSp>
      <p:pic>
        <p:nvPicPr>
          <p:cNvPr id="5" name="Picture 4">
            <a:extLst>
              <a:ext uri="{FF2B5EF4-FFF2-40B4-BE49-F238E27FC236}">
                <a16:creationId xmlns:a16="http://schemas.microsoft.com/office/drawing/2014/main" id="{7165F1B8-BFBB-9CE2-5C48-911B165C6645}"/>
              </a:ext>
            </a:extLst>
          </p:cNvPr>
          <p:cNvPicPr>
            <a:picLocks noChangeAspect="1"/>
          </p:cNvPicPr>
          <p:nvPr/>
        </p:nvPicPr>
        <p:blipFill>
          <a:blip r:embed="rId8">
            <a:extLst>
              <a:ext uri="{28A0092B-C50C-407E-A947-70E740481C1C}">
                <a14:useLocalDpi xmlns:a14="http://schemas.microsoft.com/office/drawing/2010/main" val="0"/>
              </a:ext>
            </a:extLst>
          </a:blip>
          <a:srcRect/>
          <a:stretch/>
        </p:blipFill>
        <p:spPr>
          <a:xfrm>
            <a:off x="9332559" y="1"/>
            <a:ext cx="2859441" cy="6526530"/>
          </a:xfrm>
          <a:prstGeom prst="rect">
            <a:avLst/>
          </a:prstGeom>
        </p:spPr>
      </p:pic>
      <p:sp>
        <p:nvSpPr>
          <p:cNvPr id="7" name="Right Triangle 6">
            <a:extLst>
              <a:ext uri="{FF2B5EF4-FFF2-40B4-BE49-F238E27FC236}">
                <a16:creationId xmlns:a16="http://schemas.microsoft.com/office/drawing/2014/main" id="{833566B6-4487-6137-DB0D-2D0F96F5D7F3}"/>
              </a:ext>
            </a:extLst>
          </p:cNvPr>
          <p:cNvSpPr/>
          <p:nvPr/>
        </p:nvSpPr>
        <p:spPr>
          <a:xfrm rot="5400000">
            <a:off x="8952080" y="345606"/>
            <a:ext cx="2570551" cy="1867703"/>
          </a:xfrm>
          <a:prstGeom prst="rtTriangle">
            <a:avLst/>
          </a:prstGeom>
          <a:solidFill>
            <a:srgbClr val="272936"/>
          </a:soli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400" b="0" i="0" u="none" strike="noStrike" kern="1200" cap="none" spc="0" normalizeH="0" baseline="0" noProof="0" err="1">
              <a:ln>
                <a:noFill/>
              </a:ln>
              <a:solidFill>
                <a:prstClr val="black"/>
              </a:solidFill>
              <a:effectLst/>
              <a:uLnTx/>
              <a:uFillTx/>
              <a:latin typeface="Ubuntu"/>
              <a:ea typeface="+mn-ea"/>
              <a:cs typeface="+mn-cs"/>
            </a:endParaRPr>
          </a:p>
        </p:txBody>
      </p:sp>
      <p:sp>
        <p:nvSpPr>
          <p:cNvPr id="25" name="Title 1">
            <a:extLst>
              <a:ext uri="{FF2B5EF4-FFF2-40B4-BE49-F238E27FC236}">
                <a16:creationId xmlns:a16="http://schemas.microsoft.com/office/drawing/2014/main" id="{098E84CF-23D4-CE98-F0FF-6A415015DC98}"/>
              </a:ext>
            </a:extLst>
          </p:cNvPr>
          <p:cNvSpPr txBox="1">
            <a:spLocks/>
          </p:cNvSpPr>
          <p:nvPr/>
        </p:nvSpPr>
        <p:spPr>
          <a:xfrm>
            <a:off x="191278" y="207899"/>
            <a:ext cx="10693783" cy="1580375"/>
          </a:xfrm>
          <a:prstGeom prst="rect">
            <a:avLst/>
          </a:prstGeom>
        </p:spPr>
        <p:txBody>
          <a:bodyPr vert="horz" lIns="0" tIns="180000" rIns="0" bIns="0" rtlCol="0" anchor="t" anchorCtr="0">
            <a:noAutofit/>
          </a:bodyPr>
          <a:lstStyle>
            <a:lvl1pPr marL="0" marR="0" indent="0" algn="l" defTabSz="914400" rtl="0" eaLnBrk="1" fontAlgn="auto" latinLnBrk="0" hangingPunct="1">
              <a:lnSpc>
                <a:spcPct val="100000"/>
              </a:lnSpc>
              <a:spcBef>
                <a:spcPct val="0"/>
              </a:spcBef>
              <a:spcAft>
                <a:spcPts val="0"/>
              </a:spcAft>
              <a:buClrTx/>
              <a:buSzTx/>
              <a:buFontTx/>
              <a:buNone/>
              <a:tabLst/>
              <a:defRPr kumimoji="0" lang="en-US" sz="2800" b="0" i="0" u="none" strike="noStrike" kern="1200" cap="none" spc="0" normalizeH="0" baseline="0" noProof="0">
                <a:ln>
                  <a:noFill/>
                </a:ln>
                <a:solidFill>
                  <a:schemeClr val="bg1"/>
                </a:solidFill>
                <a:effectLst/>
                <a:uLnTx/>
                <a:uFillTx/>
                <a:latin typeface="+mj-lt"/>
                <a:ea typeface="+mj-ea"/>
                <a:cs typeface="+mj-cs"/>
              </a:defRPr>
            </a:lvl1pPr>
          </a:lstStyle>
          <a:p>
            <a:pPr marL="0" marR="0" lvl="0" indent="0" algn="l" defTabSz="914400" rtl="0" eaLnBrk="1" fontAlgn="auto" latinLnBrk="0" hangingPunct="1">
              <a:lnSpc>
                <a:spcPct val="100000"/>
              </a:lnSpc>
              <a:spcBef>
                <a:spcPct val="0"/>
              </a:spcBef>
              <a:spcAft>
                <a:spcPts val="0"/>
              </a:spcAft>
              <a:buClrTx/>
              <a:buSzTx/>
              <a:buFontTx/>
              <a:buNone/>
              <a:tabLst/>
              <a:defRPr/>
            </a:pPr>
            <a:r>
              <a:rPr kumimoji="0" lang="en-US" sz="2600" b="0" i="0" u="none" strike="noStrike" kern="1200" cap="none" spc="0" normalizeH="0" baseline="0" noProof="0">
                <a:ln>
                  <a:noFill/>
                </a:ln>
                <a:solidFill>
                  <a:srgbClr val="FFFFFF"/>
                </a:solidFill>
                <a:effectLst/>
                <a:uLnTx/>
                <a:uFillTx/>
                <a:latin typeface="Ubuntu" panose="020B0504030602030204" pitchFamily="34" charset="0"/>
                <a:ea typeface="+mj-ea"/>
                <a:cs typeface="+mj-cs"/>
              </a:rPr>
              <a:t>Migrated 400 business processes for various customer’s journeys by utilizing Enterprise Architecture tool for a leading US telecom operator</a:t>
            </a:r>
          </a:p>
        </p:txBody>
      </p:sp>
      <p:grpSp>
        <p:nvGrpSpPr>
          <p:cNvPr id="45" name="Group 44">
            <a:extLst>
              <a:ext uri="{FF2B5EF4-FFF2-40B4-BE49-F238E27FC236}">
                <a16:creationId xmlns:a16="http://schemas.microsoft.com/office/drawing/2014/main" id="{C6F6F686-EB08-03A8-AAB5-B83B9646C22C}"/>
              </a:ext>
            </a:extLst>
          </p:cNvPr>
          <p:cNvGrpSpPr/>
          <p:nvPr/>
        </p:nvGrpSpPr>
        <p:grpSpPr>
          <a:xfrm>
            <a:off x="5392317" y="70096"/>
            <a:ext cx="5304257" cy="167498"/>
            <a:chOff x="6837649" y="990853"/>
            <a:chExt cx="5304257" cy="261730"/>
          </a:xfrm>
        </p:grpSpPr>
        <p:sp>
          <p:nvSpPr>
            <p:cNvPr id="46" name="Rectangle: Rounded Corners 45">
              <a:extLst>
                <a:ext uri="{FF2B5EF4-FFF2-40B4-BE49-F238E27FC236}">
                  <a16:creationId xmlns:a16="http://schemas.microsoft.com/office/drawing/2014/main" id="{6613A66A-FCD9-8D2F-0575-5237CFF42868}"/>
                </a:ext>
              </a:extLst>
            </p:cNvPr>
            <p:cNvSpPr/>
            <p:nvPr/>
          </p:nvSpPr>
          <p:spPr>
            <a:xfrm>
              <a:off x="6837649" y="990853"/>
              <a:ext cx="1004635" cy="249108"/>
            </a:xfrm>
            <a:prstGeom prst="roundRect">
              <a:avLst/>
            </a:prstGeom>
            <a:solidFill>
              <a:srgbClr val="40404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700"/>
                <a:t>Our Understanding</a:t>
              </a:r>
              <a:endParaRPr lang="en-IN" sz="700" err="1"/>
            </a:p>
          </p:txBody>
        </p:sp>
        <p:sp>
          <p:nvSpPr>
            <p:cNvPr id="47" name="Rectangle: Rounded Corners 46">
              <a:extLst>
                <a:ext uri="{FF2B5EF4-FFF2-40B4-BE49-F238E27FC236}">
                  <a16:creationId xmlns:a16="http://schemas.microsoft.com/office/drawing/2014/main" id="{05AF1BCB-B541-F854-C862-73AB8D4F1C5E}"/>
                </a:ext>
              </a:extLst>
            </p:cNvPr>
            <p:cNvSpPr/>
            <p:nvPr/>
          </p:nvSpPr>
          <p:spPr>
            <a:xfrm>
              <a:off x="7953152" y="1002292"/>
              <a:ext cx="1004635" cy="249108"/>
            </a:xfrm>
            <a:prstGeom prst="roundRect">
              <a:avLst/>
            </a:prstGeom>
            <a:solidFill>
              <a:srgbClr val="40404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700"/>
                <a:t>Approach</a:t>
              </a:r>
              <a:endParaRPr lang="en-IN" sz="700" err="1"/>
            </a:p>
          </p:txBody>
        </p:sp>
        <p:sp>
          <p:nvSpPr>
            <p:cNvPr id="48" name="Rectangle: Rounded Corners 47">
              <a:extLst>
                <a:ext uri="{FF2B5EF4-FFF2-40B4-BE49-F238E27FC236}">
                  <a16:creationId xmlns:a16="http://schemas.microsoft.com/office/drawing/2014/main" id="{63E544F9-80D5-03FF-F544-D5312A92B408}"/>
                </a:ext>
              </a:extLst>
            </p:cNvPr>
            <p:cNvSpPr/>
            <p:nvPr/>
          </p:nvSpPr>
          <p:spPr>
            <a:xfrm>
              <a:off x="9017511" y="1003475"/>
              <a:ext cx="1004635" cy="249108"/>
            </a:xfrm>
            <a:prstGeom prst="roundRect">
              <a:avLst/>
            </a:prstGeom>
            <a:solidFill>
              <a:srgbClr val="40404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700"/>
                <a:t>Team</a:t>
              </a:r>
              <a:endParaRPr lang="en-IN" sz="700"/>
            </a:p>
          </p:txBody>
        </p:sp>
        <p:sp>
          <p:nvSpPr>
            <p:cNvPr id="49" name="Rectangle: Rounded Corners 48">
              <a:extLst>
                <a:ext uri="{FF2B5EF4-FFF2-40B4-BE49-F238E27FC236}">
                  <a16:creationId xmlns:a16="http://schemas.microsoft.com/office/drawing/2014/main" id="{E535AE50-00A0-848A-4A76-B4BBBF8B6E9E}"/>
                </a:ext>
              </a:extLst>
            </p:cNvPr>
            <p:cNvSpPr/>
            <p:nvPr/>
          </p:nvSpPr>
          <p:spPr>
            <a:xfrm>
              <a:off x="10081870" y="1001985"/>
              <a:ext cx="1004635" cy="249108"/>
            </a:xfrm>
            <a:prstGeom prst="roundRect">
              <a:avLst/>
            </a:prstGeom>
            <a:solidFill>
              <a:srgbClr val="40404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700"/>
                <a:t>Why US</a:t>
              </a:r>
              <a:endParaRPr lang="en-IN" sz="700"/>
            </a:p>
          </p:txBody>
        </p:sp>
        <p:sp>
          <p:nvSpPr>
            <p:cNvPr id="50" name="Rectangle: Rounded Corners 49">
              <a:extLst>
                <a:ext uri="{FF2B5EF4-FFF2-40B4-BE49-F238E27FC236}">
                  <a16:creationId xmlns:a16="http://schemas.microsoft.com/office/drawing/2014/main" id="{D7B4D221-D163-5D10-169B-C15479AA5C34}"/>
                </a:ext>
              </a:extLst>
            </p:cNvPr>
            <p:cNvSpPr/>
            <p:nvPr/>
          </p:nvSpPr>
          <p:spPr>
            <a:xfrm>
              <a:off x="11137271" y="997539"/>
              <a:ext cx="1004635" cy="249108"/>
            </a:xfrm>
            <a:prstGeom prst="roundRect">
              <a:avLst/>
            </a:prstGeom>
            <a:solidFill>
              <a:srgbClr val="0070A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700"/>
                <a:t>Credentials</a:t>
              </a:r>
              <a:endParaRPr lang="en-IN" sz="700"/>
            </a:p>
          </p:txBody>
        </p:sp>
      </p:grpSp>
    </p:spTree>
    <p:extLst>
      <p:ext uri="{BB962C8B-B14F-4D97-AF65-F5344CB8AC3E}">
        <p14:creationId xmlns:p14="http://schemas.microsoft.com/office/powerpoint/2010/main" val="981487092"/>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C3EAA74-742E-2A56-2502-59F07B799121}"/>
            </a:ext>
          </a:extLst>
        </p:cNvPr>
        <p:cNvGrpSpPr/>
        <p:nvPr/>
      </p:nvGrpSpPr>
      <p:grpSpPr>
        <a:xfrm>
          <a:off x="0" y="0"/>
          <a:ext cx="0" cy="0"/>
          <a:chOff x="0" y="0"/>
          <a:chExt cx="0" cy="0"/>
        </a:xfrm>
      </p:grpSpPr>
      <p:graphicFrame>
        <p:nvGraphicFramePr>
          <p:cNvPr id="10" name="Object 9" hidden="1">
            <a:extLst>
              <a:ext uri="{FF2B5EF4-FFF2-40B4-BE49-F238E27FC236}">
                <a16:creationId xmlns:a16="http://schemas.microsoft.com/office/drawing/2014/main" id="{F2E114F7-8D06-A4F4-F9FF-7A957B4C3165}"/>
              </a:ext>
            </a:extLst>
          </p:cNvPr>
          <p:cNvGraphicFramePr>
            <a:graphicFrameLocks noChangeAspect="1"/>
          </p:cNvGraphicFramePr>
          <p:nvPr>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473" imgH="473" progId="TCLayout.ActiveDocument.1">
                  <p:embed/>
                </p:oleObj>
              </mc:Choice>
              <mc:Fallback>
                <p:oleObj name="think-cell Slide" r:id="rId3" imgW="473" imgH="473" progId="TCLayout.ActiveDocument.1">
                  <p:embed/>
                  <p:pic>
                    <p:nvPicPr>
                      <p:cNvPr id="10" name="Object 9" hidden="1">
                        <a:extLst>
                          <a:ext uri="{FF2B5EF4-FFF2-40B4-BE49-F238E27FC236}">
                            <a16:creationId xmlns:a16="http://schemas.microsoft.com/office/drawing/2014/main" id="{F2E114F7-8D06-A4F4-F9FF-7A957B4C3165}"/>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3" name="Slide Number Placeholder 2">
            <a:extLst>
              <a:ext uri="{FF2B5EF4-FFF2-40B4-BE49-F238E27FC236}">
                <a16:creationId xmlns:a16="http://schemas.microsoft.com/office/drawing/2014/main" id="{40EB13F0-F0EB-1078-533B-4DF9A9E802C1}"/>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5D9A5160-6218-4E5A-B9E6-B93E3DAE377C}" type="slidenum">
              <a:rPr kumimoji="0" lang="en-US" sz="800" b="0" i="0" u="none" strike="noStrike" kern="1200" cap="none" spc="0" normalizeH="0" baseline="0" noProof="0" smtClean="0">
                <a:ln>
                  <a:noFill/>
                </a:ln>
                <a:solidFill>
                  <a:srgbClr val="FFFFFF">
                    <a:lumMod val="65000"/>
                  </a:srgbClr>
                </a:solidFill>
                <a:effectLst/>
                <a:uLnTx/>
                <a:uFillTx/>
                <a:latin typeface="Ubuntu"/>
                <a:ea typeface="+mn-ea"/>
                <a:cs typeface="Arial" panose="020B0604020202020204" pitchFamily="34" charset="0"/>
              </a:rPr>
              <a:pPr marL="0" marR="0" lvl="0" indent="0" algn="r" defTabSz="914400" rtl="0" eaLnBrk="1" fontAlgn="auto" latinLnBrk="0" hangingPunct="1">
                <a:lnSpc>
                  <a:spcPct val="100000"/>
                </a:lnSpc>
                <a:spcBef>
                  <a:spcPts val="0"/>
                </a:spcBef>
                <a:spcAft>
                  <a:spcPts val="0"/>
                </a:spcAft>
                <a:buClrTx/>
                <a:buSzTx/>
                <a:buFontTx/>
                <a:buNone/>
                <a:tabLst/>
                <a:defRPr/>
              </a:pPr>
              <a:t>18</a:t>
            </a:fld>
            <a:endParaRPr kumimoji="0" lang="en-US" sz="800" b="0" i="0" u="none" strike="noStrike" kern="1200" cap="none" spc="0" normalizeH="0" baseline="0" noProof="0">
              <a:ln>
                <a:noFill/>
              </a:ln>
              <a:solidFill>
                <a:srgbClr val="FFFFFF">
                  <a:lumMod val="65000"/>
                </a:srgbClr>
              </a:solidFill>
              <a:effectLst/>
              <a:uLnTx/>
              <a:uFillTx/>
              <a:latin typeface="Ubuntu"/>
              <a:ea typeface="+mn-ea"/>
              <a:cs typeface="Arial" panose="020B0604020202020204" pitchFamily="34" charset="0"/>
            </a:endParaRPr>
          </a:p>
        </p:txBody>
      </p:sp>
      <p:grpSp>
        <p:nvGrpSpPr>
          <p:cNvPr id="6" name="Group 5">
            <a:extLst>
              <a:ext uri="{FF2B5EF4-FFF2-40B4-BE49-F238E27FC236}">
                <a16:creationId xmlns:a16="http://schemas.microsoft.com/office/drawing/2014/main" id="{2423C563-561D-BBDF-744E-37B4DB625EBA}"/>
              </a:ext>
            </a:extLst>
          </p:cNvPr>
          <p:cNvGrpSpPr/>
          <p:nvPr/>
        </p:nvGrpSpPr>
        <p:grpSpPr>
          <a:xfrm>
            <a:off x="0" y="1871936"/>
            <a:ext cx="9790976" cy="4321974"/>
            <a:chOff x="0" y="2147420"/>
            <a:chExt cx="10679501" cy="4460546"/>
          </a:xfrm>
        </p:grpSpPr>
        <p:sp>
          <p:nvSpPr>
            <p:cNvPr id="9" name="Oval 8">
              <a:extLst>
                <a:ext uri="{FF2B5EF4-FFF2-40B4-BE49-F238E27FC236}">
                  <a16:creationId xmlns:a16="http://schemas.microsoft.com/office/drawing/2014/main" id="{BB800580-BCDE-69D9-9C26-83BDFB52E0DA}"/>
                </a:ext>
              </a:extLst>
            </p:cNvPr>
            <p:cNvSpPr/>
            <p:nvPr/>
          </p:nvSpPr>
          <p:spPr>
            <a:xfrm>
              <a:off x="1039317" y="2276969"/>
              <a:ext cx="1405758" cy="1329690"/>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nchorCtr="0"/>
            <a:lstStyle/>
            <a:p>
              <a:pPr marL="0" marR="0" lvl="0" indent="0" algn="ctr" defTabSz="914400" rtl="0" eaLnBrk="1" fontAlgn="auto" latinLnBrk="0" hangingPunct="1">
                <a:lnSpc>
                  <a:spcPct val="100000"/>
                </a:lnSpc>
                <a:spcBef>
                  <a:spcPts val="0"/>
                </a:spcBef>
                <a:spcAft>
                  <a:spcPts val="0"/>
                </a:spcAft>
                <a:buClr>
                  <a:srgbClr val="0070AD"/>
                </a:buClr>
                <a:buSzPct val="120000"/>
                <a:buFontTx/>
                <a:buNone/>
                <a:tabLst/>
                <a:defRPr/>
              </a:pPr>
              <a:endParaRPr kumimoji="0" lang="en-US" sz="1400" b="1" i="0" u="none" strike="noStrike" kern="1200" cap="none" spc="0" normalizeH="0" baseline="0" noProof="0">
                <a:ln>
                  <a:noFill/>
                </a:ln>
                <a:solidFill>
                  <a:srgbClr val="FFFFFF"/>
                </a:solidFill>
                <a:effectLst/>
                <a:uLnTx/>
                <a:uFillTx/>
                <a:latin typeface="Ubuntu Light" panose="020B0304030602030204" pitchFamily="34" charset="0"/>
                <a:ea typeface="Verdana" panose="020B0604030504040204" pitchFamily="34" charset="0"/>
                <a:cs typeface="+mn-cs"/>
              </a:endParaRPr>
            </a:p>
          </p:txBody>
        </p:sp>
        <p:sp>
          <p:nvSpPr>
            <p:cNvPr id="12" name="Oval 11">
              <a:extLst>
                <a:ext uri="{FF2B5EF4-FFF2-40B4-BE49-F238E27FC236}">
                  <a16:creationId xmlns:a16="http://schemas.microsoft.com/office/drawing/2014/main" id="{37CB4B47-D346-165A-2C85-B882F1A911FB}"/>
                </a:ext>
              </a:extLst>
            </p:cNvPr>
            <p:cNvSpPr/>
            <p:nvPr/>
          </p:nvSpPr>
          <p:spPr>
            <a:xfrm>
              <a:off x="4601128" y="2249723"/>
              <a:ext cx="1405758" cy="1329690"/>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nchorCtr="0"/>
            <a:lstStyle/>
            <a:p>
              <a:pPr marL="0" marR="0" lvl="0" indent="0" algn="ctr" defTabSz="914400" rtl="0" eaLnBrk="1" fontAlgn="auto" latinLnBrk="0" hangingPunct="1">
                <a:lnSpc>
                  <a:spcPct val="100000"/>
                </a:lnSpc>
                <a:spcBef>
                  <a:spcPts val="0"/>
                </a:spcBef>
                <a:spcAft>
                  <a:spcPts val="0"/>
                </a:spcAft>
                <a:buClr>
                  <a:srgbClr val="0070AD"/>
                </a:buClr>
                <a:buSzPct val="120000"/>
                <a:buFontTx/>
                <a:buNone/>
                <a:tabLst/>
                <a:defRPr/>
              </a:pPr>
              <a:endParaRPr kumimoji="0" lang="en-US" sz="1400" b="1" i="0" u="none" strike="noStrike" kern="1200" cap="none" spc="0" normalizeH="0" baseline="0" noProof="0">
                <a:ln>
                  <a:noFill/>
                </a:ln>
                <a:solidFill>
                  <a:srgbClr val="FFFFFF"/>
                </a:solidFill>
                <a:effectLst/>
                <a:uLnTx/>
                <a:uFillTx/>
                <a:latin typeface="Ubuntu Light" panose="020B0304030602030204" pitchFamily="34" charset="0"/>
                <a:ea typeface="Verdana" panose="020B0604030504040204" pitchFamily="34" charset="0"/>
                <a:cs typeface="+mn-cs"/>
              </a:endParaRPr>
            </a:p>
          </p:txBody>
        </p:sp>
        <p:sp>
          <p:nvSpPr>
            <p:cNvPr id="13" name="Oval 12">
              <a:extLst>
                <a:ext uri="{FF2B5EF4-FFF2-40B4-BE49-F238E27FC236}">
                  <a16:creationId xmlns:a16="http://schemas.microsoft.com/office/drawing/2014/main" id="{451F5528-4771-F3DA-28F3-6D6C6D70C9AB}"/>
                </a:ext>
              </a:extLst>
            </p:cNvPr>
            <p:cNvSpPr/>
            <p:nvPr/>
          </p:nvSpPr>
          <p:spPr>
            <a:xfrm>
              <a:off x="8088365" y="2276969"/>
              <a:ext cx="1405758" cy="1329690"/>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nchorCtr="0"/>
            <a:lstStyle/>
            <a:p>
              <a:pPr marL="0" marR="0" lvl="0" indent="0" algn="ctr" defTabSz="914400" rtl="0" eaLnBrk="1" fontAlgn="auto" latinLnBrk="0" hangingPunct="1">
                <a:lnSpc>
                  <a:spcPct val="100000"/>
                </a:lnSpc>
                <a:spcBef>
                  <a:spcPts val="0"/>
                </a:spcBef>
                <a:spcAft>
                  <a:spcPts val="0"/>
                </a:spcAft>
                <a:buClr>
                  <a:srgbClr val="0070AD"/>
                </a:buClr>
                <a:buSzPct val="120000"/>
                <a:buFontTx/>
                <a:buNone/>
                <a:tabLst/>
                <a:defRPr/>
              </a:pPr>
              <a:endParaRPr kumimoji="0" lang="en-US" sz="1400" b="1" i="0" u="none" strike="noStrike" kern="1200" cap="none" spc="0" normalizeH="0" baseline="0" noProof="0">
                <a:ln>
                  <a:noFill/>
                </a:ln>
                <a:solidFill>
                  <a:srgbClr val="FFFFFF"/>
                </a:solidFill>
                <a:effectLst/>
                <a:uLnTx/>
                <a:uFillTx/>
                <a:latin typeface="Ubuntu Light" panose="020B0304030602030204" pitchFamily="34" charset="0"/>
                <a:ea typeface="Verdana" panose="020B0604030504040204" pitchFamily="34" charset="0"/>
                <a:cs typeface="+mn-cs"/>
              </a:endParaRPr>
            </a:p>
          </p:txBody>
        </p:sp>
        <p:sp>
          <p:nvSpPr>
            <p:cNvPr id="14" name="Oval 13">
              <a:extLst>
                <a:ext uri="{FF2B5EF4-FFF2-40B4-BE49-F238E27FC236}">
                  <a16:creationId xmlns:a16="http://schemas.microsoft.com/office/drawing/2014/main" id="{8B803344-C330-AB5F-1B71-A22621D171E5}"/>
                </a:ext>
              </a:extLst>
            </p:cNvPr>
            <p:cNvSpPr/>
            <p:nvPr/>
          </p:nvSpPr>
          <p:spPr>
            <a:xfrm>
              <a:off x="941765" y="2174666"/>
              <a:ext cx="1621726" cy="1534296"/>
            </a:xfrm>
            <a:prstGeom prst="ellipse">
              <a:avLst/>
            </a:prstGeom>
            <a:noFill/>
            <a:ln w="3810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nchorCtr="0"/>
            <a:lstStyle/>
            <a:p>
              <a:pPr marL="0" marR="0" lvl="0" indent="0" algn="ctr" defTabSz="914400" rtl="0" eaLnBrk="1" fontAlgn="auto" latinLnBrk="0" hangingPunct="1">
                <a:lnSpc>
                  <a:spcPct val="100000"/>
                </a:lnSpc>
                <a:spcBef>
                  <a:spcPts val="0"/>
                </a:spcBef>
                <a:spcAft>
                  <a:spcPts val="0"/>
                </a:spcAft>
                <a:buClr>
                  <a:srgbClr val="0070AD"/>
                </a:buClr>
                <a:buSzPct val="120000"/>
                <a:buFontTx/>
                <a:buNone/>
                <a:tabLst/>
                <a:defRPr/>
              </a:pPr>
              <a:endParaRPr kumimoji="0" lang="en-US" sz="1400" b="1" i="0" u="none" strike="noStrike" kern="1200" cap="none" spc="0" normalizeH="0" baseline="0" noProof="0">
                <a:ln>
                  <a:noFill/>
                </a:ln>
                <a:solidFill>
                  <a:srgbClr val="FFFFFF"/>
                </a:solidFill>
                <a:effectLst/>
                <a:uLnTx/>
                <a:uFillTx/>
                <a:latin typeface="Ubuntu Light" panose="020B0304030602030204" pitchFamily="34" charset="0"/>
                <a:ea typeface="Verdana" panose="020B0604030504040204" pitchFamily="34" charset="0"/>
                <a:cs typeface="+mn-cs"/>
              </a:endParaRPr>
            </a:p>
          </p:txBody>
        </p:sp>
        <p:sp>
          <p:nvSpPr>
            <p:cNvPr id="16" name="Oval 15">
              <a:extLst>
                <a:ext uri="{FF2B5EF4-FFF2-40B4-BE49-F238E27FC236}">
                  <a16:creationId xmlns:a16="http://schemas.microsoft.com/office/drawing/2014/main" id="{0D57EEE6-0533-F755-313E-9C6360534E57}"/>
                </a:ext>
              </a:extLst>
            </p:cNvPr>
            <p:cNvSpPr/>
            <p:nvPr/>
          </p:nvSpPr>
          <p:spPr>
            <a:xfrm>
              <a:off x="4503576" y="2147420"/>
              <a:ext cx="1621726" cy="1534296"/>
            </a:xfrm>
            <a:prstGeom prst="ellipse">
              <a:avLst/>
            </a:prstGeom>
            <a:noFill/>
            <a:ln w="3810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nchorCtr="0"/>
            <a:lstStyle/>
            <a:p>
              <a:pPr marL="0" marR="0" lvl="0" indent="0" algn="ctr" defTabSz="914400" rtl="0" eaLnBrk="1" fontAlgn="auto" latinLnBrk="0" hangingPunct="1">
                <a:lnSpc>
                  <a:spcPct val="100000"/>
                </a:lnSpc>
                <a:spcBef>
                  <a:spcPts val="0"/>
                </a:spcBef>
                <a:spcAft>
                  <a:spcPts val="0"/>
                </a:spcAft>
                <a:buClr>
                  <a:srgbClr val="0070AD"/>
                </a:buClr>
                <a:buSzPct val="120000"/>
                <a:buFontTx/>
                <a:buNone/>
                <a:tabLst/>
                <a:defRPr/>
              </a:pPr>
              <a:endParaRPr kumimoji="0" lang="en-US" sz="1400" b="1" i="0" u="none" strike="noStrike" kern="1200" cap="none" spc="0" normalizeH="0" baseline="0" noProof="0">
                <a:ln>
                  <a:noFill/>
                </a:ln>
                <a:solidFill>
                  <a:srgbClr val="FFFFFF"/>
                </a:solidFill>
                <a:effectLst/>
                <a:uLnTx/>
                <a:uFillTx/>
                <a:latin typeface="Ubuntu Light" panose="020B0304030602030204" pitchFamily="34" charset="0"/>
                <a:ea typeface="Verdana" panose="020B0604030504040204" pitchFamily="34" charset="0"/>
                <a:cs typeface="+mn-cs"/>
              </a:endParaRPr>
            </a:p>
          </p:txBody>
        </p:sp>
        <p:sp>
          <p:nvSpPr>
            <p:cNvPr id="17" name="Oval 16">
              <a:extLst>
                <a:ext uri="{FF2B5EF4-FFF2-40B4-BE49-F238E27FC236}">
                  <a16:creationId xmlns:a16="http://schemas.microsoft.com/office/drawing/2014/main" id="{223FD2F8-A11D-3887-D93C-C07B9B78E32B}"/>
                </a:ext>
              </a:extLst>
            </p:cNvPr>
            <p:cNvSpPr/>
            <p:nvPr/>
          </p:nvSpPr>
          <p:spPr>
            <a:xfrm>
              <a:off x="7990813" y="2174666"/>
              <a:ext cx="1621726" cy="1534296"/>
            </a:xfrm>
            <a:prstGeom prst="ellipse">
              <a:avLst/>
            </a:prstGeom>
            <a:noFill/>
            <a:ln w="3810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nchorCtr="0"/>
            <a:lstStyle/>
            <a:p>
              <a:pPr marL="0" marR="0" lvl="0" indent="0" algn="ctr" defTabSz="914400" rtl="0" eaLnBrk="1" fontAlgn="auto" latinLnBrk="0" hangingPunct="1">
                <a:lnSpc>
                  <a:spcPct val="100000"/>
                </a:lnSpc>
                <a:spcBef>
                  <a:spcPts val="0"/>
                </a:spcBef>
                <a:spcAft>
                  <a:spcPts val="0"/>
                </a:spcAft>
                <a:buClr>
                  <a:srgbClr val="0070AD"/>
                </a:buClr>
                <a:buSzPct val="120000"/>
                <a:buFontTx/>
                <a:buNone/>
                <a:tabLst/>
                <a:defRPr/>
              </a:pPr>
              <a:endParaRPr kumimoji="0" lang="en-US" sz="1400" b="1" i="0" u="none" strike="noStrike" kern="1200" cap="none" spc="0" normalizeH="0" baseline="0" noProof="0">
                <a:ln>
                  <a:noFill/>
                </a:ln>
                <a:solidFill>
                  <a:srgbClr val="FFFFFF"/>
                </a:solidFill>
                <a:effectLst/>
                <a:uLnTx/>
                <a:uFillTx/>
                <a:latin typeface="Ubuntu Light" panose="020B0304030602030204" pitchFamily="34" charset="0"/>
                <a:ea typeface="Verdana" panose="020B0604030504040204" pitchFamily="34" charset="0"/>
                <a:cs typeface="+mn-cs"/>
              </a:endParaRPr>
            </a:p>
          </p:txBody>
        </p:sp>
        <p:sp>
          <p:nvSpPr>
            <p:cNvPr id="18" name="Rectangle 17">
              <a:extLst>
                <a:ext uri="{FF2B5EF4-FFF2-40B4-BE49-F238E27FC236}">
                  <a16:creationId xmlns:a16="http://schemas.microsoft.com/office/drawing/2014/main" id="{085FA0E3-1050-5C7F-5EEB-04A9B8ACF991}"/>
                </a:ext>
              </a:extLst>
            </p:cNvPr>
            <p:cNvSpPr/>
            <p:nvPr/>
          </p:nvSpPr>
          <p:spPr>
            <a:xfrm>
              <a:off x="0" y="2914568"/>
              <a:ext cx="10679501" cy="57903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srgbClr val="FFFFFF"/>
                </a:solidFill>
                <a:effectLst/>
                <a:uLnTx/>
                <a:uFillTx/>
                <a:latin typeface="Ubuntu Light" panose="020B0304030602030204" pitchFamily="34" charset="0"/>
                <a:ea typeface="+mn-ea"/>
                <a:cs typeface="+mn-cs"/>
              </a:endParaRPr>
            </a:p>
          </p:txBody>
        </p:sp>
        <p:sp>
          <p:nvSpPr>
            <p:cNvPr id="19" name="Rectangle 18">
              <a:extLst>
                <a:ext uri="{FF2B5EF4-FFF2-40B4-BE49-F238E27FC236}">
                  <a16:creationId xmlns:a16="http://schemas.microsoft.com/office/drawing/2014/main" id="{C03EA79C-C01A-B217-345C-02308A800324}"/>
                </a:ext>
              </a:extLst>
            </p:cNvPr>
            <p:cNvSpPr/>
            <p:nvPr/>
          </p:nvSpPr>
          <p:spPr>
            <a:xfrm>
              <a:off x="315029" y="2889892"/>
              <a:ext cx="2809579" cy="53077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nchorCtr="0"/>
            <a:lstStyle/>
            <a:p>
              <a:pPr marL="0" marR="0" lvl="0" indent="0" algn="ctr" defTabSz="914400" rtl="0" eaLnBrk="1" fontAlgn="auto" latinLnBrk="0" hangingPunct="1">
                <a:lnSpc>
                  <a:spcPct val="100000"/>
                </a:lnSpc>
                <a:spcBef>
                  <a:spcPts val="0"/>
                </a:spcBef>
                <a:spcAft>
                  <a:spcPts val="0"/>
                </a:spcAft>
                <a:buClr>
                  <a:srgbClr val="0070AD"/>
                </a:buClr>
                <a:buSzPct val="120000"/>
                <a:buFontTx/>
                <a:buNone/>
                <a:tabLst/>
                <a:defRPr/>
              </a:pPr>
              <a:r>
                <a:rPr kumimoji="0" lang="en-IN" sz="1400" b="1" i="0" u="none" strike="noStrike" kern="1200" cap="none" spc="0" normalizeH="0" baseline="0" noProof="0">
                  <a:ln>
                    <a:noFill/>
                  </a:ln>
                  <a:solidFill>
                    <a:srgbClr val="FFFFFF"/>
                  </a:solidFill>
                  <a:effectLst/>
                  <a:uLnTx/>
                  <a:uFillTx/>
                  <a:latin typeface="Ubuntu Light" panose="020B0304030602030204" pitchFamily="34" charset="0"/>
                  <a:ea typeface="Verdana" panose="020B0604030504040204" pitchFamily="34" charset="0"/>
                  <a:cs typeface="+mn-cs"/>
                </a:rPr>
                <a:t>Business Problem</a:t>
              </a:r>
            </a:p>
          </p:txBody>
        </p:sp>
        <p:sp>
          <p:nvSpPr>
            <p:cNvPr id="20" name="Rectangle 19">
              <a:extLst>
                <a:ext uri="{FF2B5EF4-FFF2-40B4-BE49-F238E27FC236}">
                  <a16:creationId xmlns:a16="http://schemas.microsoft.com/office/drawing/2014/main" id="{49CF5558-175A-B058-A6B9-76515D6C4DA5}"/>
                </a:ext>
              </a:extLst>
            </p:cNvPr>
            <p:cNvSpPr/>
            <p:nvPr/>
          </p:nvSpPr>
          <p:spPr>
            <a:xfrm>
              <a:off x="3631878" y="2938693"/>
              <a:ext cx="2170926" cy="53077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nchorCtr="0"/>
            <a:lstStyle/>
            <a:p>
              <a:pPr marL="0" marR="0" lvl="0" indent="0" algn="ctr" defTabSz="914400" rtl="0" eaLnBrk="1" fontAlgn="auto" latinLnBrk="0" hangingPunct="1">
                <a:lnSpc>
                  <a:spcPct val="100000"/>
                </a:lnSpc>
                <a:spcBef>
                  <a:spcPts val="0"/>
                </a:spcBef>
                <a:spcAft>
                  <a:spcPts val="0"/>
                </a:spcAft>
                <a:buClr>
                  <a:srgbClr val="0070AD"/>
                </a:buClr>
                <a:buSzPct val="120000"/>
                <a:buFontTx/>
                <a:buNone/>
                <a:tabLst/>
                <a:defRPr/>
              </a:pPr>
              <a:endParaRPr kumimoji="0" lang="en-US" sz="1400" b="1" i="0" u="none" strike="noStrike" kern="1200" cap="none" spc="0" normalizeH="0" baseline="0" noProof="0">
                <a:ln>
                  <a:noFill/>
                </a:ln>
                <a:solidFill>
                  <a:srgbClr val="FFFFFF"/>
                </a:solidFill>
                <a:effectLst/>
                <a:uLnTx/>
                <a:uFillTx/>
                <a:latin typeface="Ubuntu Light" panose="020B0304030602030204" pitchFamily="34" charset="0"/>
                <a:ea typeface="Verdana" panose="020B0604030504040204" pitchFamily="34" charset="0"/>
                <a:cs typeface="+mn-cs"/>
              </a:endParaRPr>
            </a:p>
          </p:txBody>
        </p:sp>
        <p:sp>
          <p:nvSpPr>
            <p:cNvPr id="21" name="Rectangle 20">
              <a:extLst>
                <a:ext uri="{FF2B5EF4-FFF2-40B4-BE49-F238E27FC236}">
                  <a16:creationId xmlns:a16="http://schemas.microsoft.com/office/drawing/2014/main" id="{71CE3624-F259-CA42-A82D-79004CB0561A}"/>
                </a:ext>
              </a:extLst>
            </p:cNvPr>
            <p:cNvSpPr/>
            <p:nvPr/>
          </p:nvSpPr>
          <p:spPr>
            <a:xfrm>
              <a:off x="3995234" y="2889892"/>
              <a:ext cx="2466702" cy="53077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nchorCtr="0"/>
            <a:lstStyle/>
            <a:p>
              <a:pPr marL="0" marR="0" lvl="0" indent="0" algn="ctr" defTabSz="914400" rtl="0" eaLnBrk="1" fontAlgn="auto" latinLnBrk="0" hangingPunct="1">
                <a:lnSpc>
                  <a:spcPct val="100000"/>
                </a:lnSpc>
                <a:spcBef>
                  <a:spcPts val="0"/>
                </a:spcBef>
                <a:spcAft>
                  <a:spcPts val="0"/>
                </a:spcAft>
                <a:buClr>
                  <a:srgbClr val="0070AD"/>
                </a:buClr>
                <a:buSzPct val="120000"/>
                <a:buFontTx/>
                <a:buNone/>
                <a:tabLst/>
                <a:defRPr/>
              </a:pPr>
              <a:r>
                <a:rPr kumimoji="0" lang="en-US" sz="1400" b="1" i="0" u="none" strike="noStrike" kern="1200" cap="none" spc="0" normalizeH="0" baseline="0" noProof="0">
                  <a:ln>
                    <a:noFill/>
                  </a:ln>
                  <a:solidFill>
                    <a:srgbClr val="FFFFFF"/>
                  </a:solidFill>
                  <a:effectLst/>
                  <a:uLnTx/>
                  <a:uFillTx/>
                  <a:latin typeface="Ubuntu Light" panose="020B0304030602030204" pitchFamily="34" charset="0"/>
                  <a:ea typeface="Verdana" panose="020B0604030504040204" pitchFamily="34" charset="0"/>
                  <a:cs typeface="+mn-cs"/>
                </a:rPr>
                <a:t>Solution</a:t>
              </a:r>
            </a:p>
          </p:txBody>
        </p:sp>
        <p:sp>
          <p:nvSpPr>
            <p:cNvPr id="22" name="Rectangle 21">
              <a:extLst>
                <a:ext uri="{FF2B5EF4-FFF2-40B4-BE49-F238E27FC236}">
                  <a16:creationId xmlns:a16="http://schemas.microsoft.com/office/drawing/2014/main" id="{20691696-B917-7414-D925-141D1DC03180}"/>
                </a:ext>
              </a:extLst>
            </p:cNvPr>
            <p:cNvSpPr/>
            <p:nvPr/>
          </p:nvSpPr>
          <p:spPr>
            <a:xfrm>
              <a:off x="7418959" y="2871872"/>
              <a:ext cx="2631276" cy="53077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nchorCtr="0"/>
            <a:lstStyle/>
            <a:p>
              <a:pPr marL="0" marR="0" lvl="0" indent="0" algn="ctr" defTabSz="914400" rtl="0" eaLnBrk="1" fontAlgn="auto" latinLnBrk="0" hangingPunct="1">
                <a:lnSpc>
                  <a:spcPct val="100000"/>
                </a:lnSpc>
                <a:spcBef>
                  <a:spcPts val="0"/>
                </a:spcBef>
                <a:spcAft>
                  <a:spcPts val="0"/>
                </a:spcAft>
                <a:buClr>
                  <a:srgbClr val="0070AD"/>
                </a:buClr>
                <a:buSzPct val="120000"/>
                <a:buFontTx/>
                <a:buNone/>
                <a:tabLst/>
                <a:defRPr/>
              </a:pPr>
              <a:endParaRPr kumimoji="0" lang="en-US" sz="1400" b="1" i="0" u="none" strike="noStrike" kern="1200" cap="none" spc="0" normalizeH="0" baseline="0" noProof="0">
                <a:ln>
                  <a:noFill/>
                </a:ln>
                <a:solidFill>
                  <a:srgbClr val="FFFFFF"/>
                </a:solidFill>
                <a:effectLst/>
                <a:uLnTx/>
                <a:uFillTx/>
                <a:latin typeface="Ubuntu Light" panose="020B0304030602030204" pitchFamily="34" charset="0"/>
                <a:ea typeface="Verdana" panose="020B0604030504040204" pitchFamily="34" charset="0"/>
                <a:cs typeface="+mn-cs"/>
              </a:endParaRPr>
            </a:p>
            <a:p>
              <a:pPr marL="0" marR="0" lvl="0" indent="0" algn="ctr" defTabSz="914400" rtl="0" eaLnBrk="1" fontAlgn="auto" latinLnBrk="0" hangingPunct="1">
                <a:lnSpc>
                  <a:spcPct val="100000"/>
                </a:lnSpc>
                <a:spcBef>
                  <a:spcPts val="0"/>
                </a:spcBef>
                <a:spcAft>
                  <a:spcPts val="0"/>
                </a:spcAft>
                <a:buClr>
                  <a:srgbClr val="0070AD"/>
                </a:buClr>
                <a:buSzPct val="120000"/>
                <a:buFontTx/>
                <a:buNone/>
                <a:tabLst/>
                <a:defRPr/>
              </a:pPr>
              <a:r>
                <a:rPr kumimoji="0" lang="en-US" sz="1400" b="1" i="0" u="none" strike="noStrike" kern="1200" cap="none" spc="0" normalizeH="0" baseline="0" noProof="0">
                  <a:ln>
                    <a:noFill/>
                  </a:ln>
                  <a:solidFill>
                    <a:srgbClr val="FFFFFF"/>
                  </a:solidFill>
                  <a:effectLst/>
                  <a:uLnTx/>
                  <a:uFillTx/>
                  <a:latin typeface="Ubuntu Light" panose="020B0304030602030204" pitchFamily="34" charset="0"/>
                  <a:ea typeface="Verdana" panose="020B0604030504040204" pitchFamily="34" charset="0"/>
                  <a:cs typeface="+mn-cs"/>
                </a:rPr>
                <a:t>Business Benefits</a:t>
              </a:r>
              <a:br>
                <a:rPr kumimoji="0" lang="en-US" sz="1400" b="1" i="0" u="none" strike="noStrike" kern="1200" cap="none" spc="0" normalizeH="0" baseline="0" noProof="0">
                  <a:ln>
                    <a:noFill/>
                  </a:ln>
                  <a:solidFill>
                    <a:srgbClr val="FFFFFF"/>
                  </a:solidFill>
                  <a:effectLst/>
                  <a:uLnTx/>
                  <a:uFillTx/>
                  <a:latin typeface="Ubuntu Light" panose="020B0304030602030204" pitchFamily="34" charset="0"/>
                  <a:ea typeface="Verdana" panose="020B0604030504040204" pitchFamily="34" charset="0"/>
                  <a:cs typeface="+mn-cs"/>
                </a:rPr>
              </a:br>
              <a:endParaRPr kumimoji="0" lang="en-US" sz="1400" b="1" i="0" u="none" strike="noStrike" kern="1200" cap="none" spc="0" normalizeH="0" baseline="0" noProof="0">
                <a:ln>
                  <a:noFill/>
                </a:ln>
                <a:solidFill>
                  <a:srgbClr val="FFFFFF"/>
                </a:solidFill>
                <a:effectLst/>
                <a:uLnTx/>
                <a:uFillTx/>
                <a:latin typeface="Ubuntu Light" panose="020B0304030602030204" pitchFamily="34" charset="0"/>
                <a:ea typeface="Verdana" panose="020B0604030504040204" pitchFamily="34" charset="0"/>
                <a:cs typeface="+mn-cs"/>
              </a:endParaRPr>
            </a:p>
          </p:txBody>
        </p:sp>
        <p:cxnSp>
          <p:nvCxnSpPr>
            <p:cNvPr id="24" name="Straight Connector 23">
              <a:extLst>
                <a:ext uri="{FF2B5EF4-FFF2-40B4-BE49-F238E27FC236}">
                  <a16:creationId xmlns:a16="http://schemas.microsoft.com/office/drawing/2014/main" id="{68AE4408-1441-F020-74F8-F51A81E72731}"/>
                </a:ext>
              </a:extLst>
            </p:cNvPr>
            <p:cNvCxnSpPr/>
            <p:nvPr/>
          </p:nvCxnSpPr>
          <p:spPr>
            <a:xfrm>
              <a:off x="3315667" y="2986947"/>
              <a:ext cx="0" cy="434273"/>
            </a:xfrm>
            <a:prstGeom prst="line">
              <a:avLst/>
            </a:prstGeom>
            <a:ln w="19050">
              <a:solidFill>
                <a:schemeClr val="bg1">
                  <a:alpha val="50000"/>
                </a:schemeClr>
              </a:solidFill>
            </a:ln>
          </p:spPr>
          <p:style>
            <a:lnRef idx="1">
              <a:schemeClr val="accent1"/>
            </a:lnRef>
            <a:fillRef idx="0">
              <a:schemeClr val="accent1"/>
            </a:fillRef>
            <a:effectRef idx="0">
              <a:schemeClr val="accent1"/>
            </a:effectRef>
            <a:fontRef idx="minor">
              <a:schemeClr val="tx1"/>
            </a:fontRef>
          </p:style>
        </p:cxnSp>
        <p:cxnSp>
          <p:nvCxnSpPr>
            <p:cNvPr id="26" name="Straight Connector 25">
              <a:extLst>
                <a:ext uri="{FF2B5EF4-FFF2-40B4-BE49-F238E27FC236}">
                  <a16:creationId xmlns:a16="http://schemas.microsoft.com/office/drawing/2014/main" id="{E38432EE-275A-C884-741C-486000F5C028}"/>
                </a:ext>
              </a:extLst>
            </p:cNvPr>
            <p:cNvCxnSpPr/>
            <p:nvPr/>
          </p:nvCxnSpPr>
          <p:spPr>
            <a:xfrm>
              <a:off x="6942696" y="3004374"/>
              <a:ext cx="0" cy="434273"/>
            </a:xfrm>
            <a:prstGeom prst="line">
              <a:avLst/>
            </a:prstGeom>
            <a:ln w="19050">
              <a:solidFill>
                <a:schemeClr val="bg1">
                  <a:alpha val="50000"/>
                </a:schemeClr>
              </a:solidFill>
            </a:ln>
          </p:spPr>
          <p:style>
            <a:lnRef idx="1">
              <a:schemeClr val="accent1"/>
            </a:lnRef>
            <a:fillRef idx="0">
              <a:schemeClr val="accent1"/>
            </a:fillRef>
            <a:effectRef idx="0">
              <a:schemeClr val="accent1"/>
            </a:effectRef>
            <a:fontRef idx="minor">
              <a:schemeClr val="tx1"/>
            </a:fontRef>
          </p:style>
        </p:cxnSp>
        <p:cxnSp>
          <p:nvCxnSpPr>
            <p:cNvPr id="28" name="Straight Connector 27">
              <a:extLst>
                <a:ext uri="{FF2B5EF4-FFF2-40B4-BE49-F238E27FC236}">
                  <a16:creationId xmlns:a16="http://schemas.microsoft.com/office/drawing/2014/main" id="{06A9C2B6-2498-F5C2-3459-F12A8323F117}"/>
                </a:ext>
              </a:extLst>
            </p:cNvPr>
            <p:cNvCxnSpPr>
              <a:cxnSpLocks/>
            </p:cNvCxnSpPr>
            <p:nvPr/>
          </p:nvCxnSpPr>
          <p:spPr>
            <a:xfrm>
              <a:off x="6942696" y="3493598"/>
              <a:ext cx="0" cy="3114368"/>
            </a:xfrm>
            <a:prstGeom prst="line">
              <a:avLst/>
            </a:prstGeom>
            <a:ln w="12700">
              <a:solidFill>
                <a:schemeClr val="tx1">
                  <a:lumMod val="65000"/>
                  <a:lumOff val="35000"/>
                  <a:alpha val="50000"/>
                </a:schemeClr>
              </a:solidFill>
              <a:tailEnd type="oval"/>
            </a:ln>
          </p:spPr>
          <p:style>
            <a:lnRef idx="1">
              <a:schemeClr val="accent1"/>
            </a:lnRef>
            <a:fillRef idx="0">
              <a:schemeClr val="accent1"/>
            </a:fillRef>
            <a:effectRef idx="0">
              <a:schemeClr val="accent1"/>
            </a:effectRef>
            <a:fontRef idx="minor">
              <a:schemeClr val="tx1"/>
            </a:fontRef>
          </p:style>
        </p:cxnSp>
        <p:sp>
          <p:nvSpPr>
            <p:cNvPr id="29" name="Rectangle 28">
              <a:extLst>
                <a:ext uri="{FF2B5EF4-FFF2-40B4-BE49-F238E27FC236}">
                  <a16:creationId xmlns:a16="http://schemas.microsoft.com/office/drawing/2014/main" id="{ACF2C7EF-3065-3A4C-BAAA-E13B9F735D33}"/>
                </a:ext>
              </a:extLst>
            </p:cNvPr>
            <p:cNvSpPr/>
            <p:nvPr/>
          </p:nvSpPr>
          <p:spPr>
            <a:xfrm>
              <a:off x="333177" y="3811265"/>
              <a:ext cx="2887013" cy="250276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nchorCtr="0"/>
            <a:lstStyle/>
            <a:p>
              <a:pPr marL="182880" marR="0" lvl="0" indent="-182880" algn="l" defTabSz="914400" rtl="0" eaLnBrk="1" fontAlgn="auto" latinLnBrk="0" hangingPunct="1">
                <a:lnSpc>
                  <a:spcPct val="100000"/>
                </a:lnSpc>
                <a:spcBef>
                  <a:spcPts val="0"/>
                </a:spcBef>
                <a:spcAft>
                  <a:spcPts val="1200"/>
                </a:spcAft>
                <a:buClr>
                  <a:schemeClr val="bg1"/>
                </a:buClr>
                <a:buSzPct val="120000"/>
                <a:buFont typeface="Wingdings" panose="05000000000000000000" pitchFamily="2" charset="2"/>
                <a:buChar char="§"/>
                <a:tabLst/>
                <a:defRPr/>
              </a:pPr>
              <a:r>
                <a:rPr kumimoji="0" lang="en-US" sz="1100" b="0" i="0" u="none" strike="noStrike" kern="1200" cap="none" spc="0" normalizeH="0" baseline="0" noProof="0">
                  <a:ln>
                    <a:noFill/>
                  </a:ln>
                  <a:solidFill>
                    <a:srgbClr val="FFFFFF"/>
                  </a:solidFill>
                  <a:effectLst/>
                  <a:uLnTx/>
                  <a:uFillTx/>
                  <a:latin typeface="Ubuntu Light" panose="020B0304030602030204" pitchFamily="34" charset="0"/>
                  <a:ea typeface="+mn-ea"/>
                  <a:cs typeface="+mn-cs"/>
                </a:rPr>
                <a:t>As part of its digital transformation strategy, the business entered a strategic partnership with SAP to simplify IT and business operations through a scalable, cloud-based platform. </a:t>
              </a:r>
            </a:p>
            <a:p>
              <a:pPr marL="182880" marR="0" lvl="0" indent="-182880" algn="l" defTabSz="914400" rtl="0" eaLnBrk="1" fontAlgn="auto" latinLnBrk="0" hangingPunct="1">
                <a:lnSpc>
                  <a:spcPct val="100000"/>
                </a:lnSpc>
                <a:spcBef>
                  <a:spcPts val="0"/>
                </a:spcBef>
                <a:spcAft>
                  <a:spcPts val="1200"/>
                </a:spcAft>
                <a:buClr>
                  <a:schemeClr val="bg1"/>
                </a:buClr>
                <a:buSzPct val="120000"/>
                <a:buFont typeface="Wingdings" panose="05000000000000000000" pitchFamily="2" charset="2"/>
                <a:buChar char="§"/>
                <a:tabLst/>
                <a:defRPr/>
              </a:pPr>
              <a:r>
                <a:rPr kumimoji="0" lang="en-US" sz="1100" b="0" i="0" u="none" strike="noStrike" kern="1200" cap="none" spc="0" normalizeH="0" baseline="0" noProof="0">
                  <a:ln>
                    <a:noFill/>
                  </a:ln>
                  <a:solidFill>
                    <a:srgbClr val="FFFFFF"/>
                  </a:solidFill>
                  <a:effectLst/>
                  <a:uLnTx/>
                  <a:uFillTx/>
                  <a:latin typeface="Ubuntu Light" panose="020B0304030602030204" pitchFamily="34" charset="0"/>
                  <a:ea typeface="+mn-ea"/>
                  <a:cs typeface="+mn-cs"/>
                </a:rPr>
                <a:t>This partnership required migrating all processes from ARIS to SAP </a:t>
              </a:r>
              <a:r>
                <a:rPr kumimoji="0" lang="en-US" sz="1100" b="0" i="0" u="none" strike="noStrike" kern="1200" cap="none" spc="0" normalizeH="0" baseline="0" noProof="0" err="1">
                  <a:ln>
                    <a:noFill/>
                  </a:ln>
                  <a:solidFill>
                    <a:srgbClr val="FFFFFF"/>
                  </a:solidFill>
                  <a:effectLst/>
                  <a:uLnTx/>
                  <a:uFillTx/>
                  <a:latin typeface="Ubuntu Light" panose="020B0304030602030204" pitchFamily="34" charset="0"/>
                  <a:ea typeface="+mn-ea"/>
                  <a:cs typeface="+mn-cs"/>
                </a:rPr>
                <a:t>Signavio</a:t>
              </a:r>
              <a:endParaRPr kumimoji="0" lang="en-US" sz="1100" b="0" i="0" u="none" strike="noStrike" kern="1200" cap="none" spc="0" normalizeH="0" baseline="0" noProof="0">
                <a:ln>
                  <a:noFill/>
                </a:ln>
                <a:solidFill>
                  <a:srgbClr val="FFFFFF"/>
                </a:solidFill>
                <a:effectLst/>
                <a:uLnTx/>
                <a:uFillTx/>
                <a:latin typeface="Ubuntu Light" panose="020B0304030602030204" pitchFamily="34" charset="0"/>
                <a:ea typeface="+mn-ea"/>
                <a:cs typeface="+mn-cs"/>
              </a:endParaRPr>
            </a:p>
          </p:txBody>
        </p:sp>
        <p:sp>
          <p:nvSpPr>
            <p:cNvPr id="31" name="Rectangle 30">
              <a:extLst>
                <a:ext uri="{FF2B5EF4-FFF2-40B4-BE49-F238E27FC236}">
                  <a16:creationId xmlns:a16="http://schemas.microsoft.com/office/drawing/2014/main" id="{6D34E17A-66EA-2177-CEE6-8353CAF69142}"/>
                </a:ext>
              </a:extLst>
            </p:cNvPr>
            <p:cNvSpPr/>
            <p:nvPr/>
          </p:nvSpPr>
          <p:spPr>
            <a:xfrm>
              <a:off x="3612131" y="3810154"/>
              <a:ext cx="3090246" cy="2783312"/>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nchorCtr="0"/>
            <a:lstStyle/>
            <a:p>
              <a:pPr marL="171450" marR="0" lvl="0" indent="-171450" algn="l" defTabSz="914400" rtl="0" eaLnBrk="1" fontAlgn="auto" latinLnBrk="0" hangingPunct="1">
                <a:lnSpc>
                  <a:spcPct val="100000"/>
                </a:lnSpc>
                <a:spcBef>
                  <a:spcPts val="0"/>
                </a:spcBef>
                <a:spcAft>
                  <a:spcPts val="900"/>
                </a:spcAft>
                <a:buClr>
                  <a:schemeClr val="bg1"/>
                </a:buClr>
                <a:buSzPct val="120000"/>
                <a:buFont typeface="Wingdings" panose="05000000000000000000" pitchFamily="2" charset="2"/>
                <a:buChar char="§"/>
                <a:tabLst/>
                <a:defRPr/>
              </a:pPr>
              <a:r>
                <a:rPr kumimoji="0" lang="en-US" sz="1100" b="0" i="0" u="none" strike="noStrike" kern="1200" cap="none" spc="0" normalizeH="0" baseline="0" noProof="0">
                  <a:ln>
                    <a:noFill/>
                  </a:ln>
                  <a:solidFill>
                    <a:srgbClr val="FFFFFF"/>
                  </a:solidFill>
                  <a:effectLst/>
                  <a:uLnTx/>
                  <a:uFillTx/>
                  <a:latin typeface="Ubuntu Light"/>
                  <a:ea typeface="+mn-lt"/>
                  <a:cs typeface="+mn-lt"/>
                </a:rPr>
                <a:t>Enabled </a:t>
              </a:r>
              <a:r>
                <a:rPr kumimoji="0" lang="en-US" sz="1100" b="1" i="0" u="none" strike="noStrike" kern="1200" cap="none" spc="0" normalizeH="0" baseline="0" noProof="0">
                  <a:ln>
                    <a:noFill/>
                  </a:ln>
                  <a:solidFill>
                    <a:srgbClr val="FFFFFF"/>
                  </a:solidFill>
                  <a:effectLst/>
                  <a:uLnTx/>
                  <a:uFillTx/>
                  <a:latin typeface="Ubuntu Light"/>
                  <a:ea typeface="+mn-lt"/>
                  <a:cs typeface="+mn-lt"/>
                </a:rPr>
                <a:t>migration 13000+ global processes</a:t>
              </a:r>
              <a:r>
                <a:rPr kumimoji="0" lang="en-US" sz="1100" b="0" i="0" u="none" strike="noStrike" kern="1200" cap="none" spc="0" normalizeH="0" baseline="0" noProof="0">
                  <a:ln>
                    <a:noFill/>
                  </a:ln>
                  <a:solidFill>
                    <a:srgbClr val="FFFFFF"/>
                  </a:solidFill>
                  <a:effectLst/>
                  <a:uLnTx/>
                  <a:uFillTx/>
                  <a:latin typeface="Ubuntu Light"/>
                  <a:ea typeface="+mn-lt"/>
                  <a:cs typeface="+mn-lt"/>
                </a:rPr>
                <a:t>, ensuring accurate user details and seamless email replacements within ARIS.</a:t>
              </a:r>
            </a:p>
            <a:p>
              <a:pPr marL="171450" marR="0" lvl="0" indent="-171450" algn="l" defTabSz="914400" rtl="0" eaLnBrk="1" fontAlgn="auto" latinLnBrk="0" hangingPunct="1">
                <a:lnSpc>
                  <a:spcPct val="100000"/>
                </a:lnSpc>
                <a:spcBef>
                  <a:spcPts val="0"/>
                </a:spcBef>
                <a:spcAft>
                  <a:spcPts val="900"/>
                </a:spcAft>
                <a:buClr>
                  <a:schemeClr val="bg1"/>
                </a:buClr>
                <a:buSzPct val="120000"/>
                <a:buFont typeface="Wingdings" panose="05000000000000000000" pitchFamily="2" charset="2"/>
                <a:buChar char="§"/>
                <a:tabLst/>
                <a:defRPr/>
              </a:pPr>
              <a:r>
                <a:rPr kumimoji="0" lang="en-US" sz="1100" b="0" i="0" u="none" strike="noStrike" kern="1200" cap="none" spc="0" normalizeH="0" baseline="0" noProof="0">
                  <a:ln>
                    <a:noFill/>
                  </a:ln>
                  <a:solidFill>
                    <a:srgbClr val="FFFFFF"/>
                  </a:solidFill>
                  <a:effectLst/>
                  <a:uLnTx/>
                  <a:uFillTx/>
                  <a:latin typeface="Ubuntu Light"/>
                  <a:ea typeface="+mn-lt"/>
                  <a:cs typeface="+mn-lt"/>
                </a:rPr>
                <a:t>Facilitated the integration between ARIS and SAP </a:t>
              </a:r>
              <a:r>
                <a:rPr kumimoji="0" lang="en-US" sz="1100" b="0" i="0" u="none" strike="noStrike" kern="1200" cap="none" spc="0" normalizeH="0" baseline="0" noProof="0" err="1">
                  <a:ln>
                    <a:noFill/>
                  </a:ln>
                  <a:solidFill>
                    <a:srgbClr val="FFFFFF"/>
                  </a:solidFill>
                  <a:effectLst/>
                  <a:uLnTx/>
                  <a:uFillTx/>
                  <a:latin typeface="Ubuntu Light"/>
                  <a:ea typeface="+mn-lt"/>
                  <a:cs typeface="+mn-lt"/>
                </a:rPr>
                <a:t>Signavio</a:t>
              </a:r>
              <a:r>
                <a:rPr kumimoji="0" lang="en-US" sz="1100" b="0" i="0" u="none" strike="noStrike" kern="1200" cap="none" spc="0" normalizeH="0" baseline="0" noProof="0">
                  <a:ln>
                    <a:noFill/>
                  </a:ln>
                  <a:solidFill>
                    <a:srgbClr val="FFFFFF"/>
                  </a:solidFill>
                  <a:effectLst/>
                  <a:uLnTx/>
                  <a:uFillTx/>
                  <a:latin typeface="Ubuntu Light"/>
                  <a:ea typeface="+mn-lt"/>
                  <a:cs typeface="+mn-lt"/>
                </a:rPr>
                <a:t> and c</a:t>
              </a:r>
              <a:r>
                <a:rPr kumimoji="0" lang="en-US" sz="1100" b="0" i="0" u="none" strike="noStrike" kern="1200" cap="none" spc="0" normalizeH="0" baseline="0" noProof="0" err="1">
                  <a:ln>
                    <a:noFill/>
                  </a:ln>
                  <a:solidFill>
                    <a:srgbClr val="FFFFFF"/>
                  </a:solidFill>
                  <a:effectLst/>
                  <a:uLnTx/>
                  <a:uFillTx/>
                  <a:latin typeface="Ubuntu Light"/>
                  <a:ea typeface="+mn-lt"/>
                  <a:cs typeface="+mn-lt"/>
                </a:rPr>
                <a:t>onverted</a:t>
              </a:r>
              <a:r>
                <a:rPr kumimoji="0" lang="en-US" sz="1100" b="0" i="0" u="none" strike="noStrike" kern="1200" cap="none" spc="0" normalizeH="0" baseline="0" noProof="0">
                  <a:ln>
                    <a:noFill/>
                  </a:ln>
                  <a:solidFill>
                    <a:srgbClr val="FFFFFF"/>
                  </a:solidFill>
                  <a:effectLst/>
                  <a:uLnTx/>
                  <a:uFillTx/>
                  <a:latin typeface="Ubuntu Light"/>
                  <a:ea typeface="+mn-lt"/>
                  <a:cs typeface="+mn-lt"/>
                </a:rPr>
                <a:t> ARIS-based Event Driven Process Chain (EPC) models to BPMN 2.0 post migration.</a:t>
              </a:r>
            </a:p>
            <a:p>
              <a:pPr marL="171450" marR="0" lvl="0" indent="-171450" algn="l" defTabSz="914400" rtl="0" eaLnBrk="1" fontAlgn="auto" latinLnBrk="0" hangingPunct="1">
                <a:lnSpc>
                  <a:spcPct val="100000"/>
                </a:lnSpc>
                <a:spcBef>
                  <a:spcPts val="0"/>
                </a:spcBef>
                <a:spcAft>
                  <a:spcPts val="900"/>
                </a:spcAft>
                <a:buClr>
                  <a:schemeClr val="bg1"/>
                </a:buClr>
                <a:buSzPct val="120000"/>
                <a:buFont typeface="Wingdings" panose="05000000000000000000" pitchFamily="2" charset="2"/>
                <a:buChar char="§"/>
                <a:tabLst/>
                <a:defRPr/>
              </a:pPr>
              <a:r>
                <a:rPr kumimoji="0" lang="en-US" sz="1100" b="1" i="0" u="none" strike="noStrike" kern="1200" cap="none" spc="0" normalizeH="0" baseline="0" noProof="0">
                  <a:ln>
                    <a:noFill/>
                  </a:ln>
                  <a:solidFill>
                    <a:srgbClr val="FFFFFF"/>
                  </a:solidFill>
                  <a:effectLst/>
                  <a:uLnTx/>
                  <a:uFillTx/>
                  <a:latin typeface="Ubuntu Light"/>
                  <a:ea typeface="+mn-lt"/>
                  <a:cs typeface="+mn-lt"/>
                </a:rPr>
                <a:t>Addressed the specific needs of various business areas</a:t>
              </a:r>
              <a:r>
                <a:rPr kumimoji="0" lang="en-US" sz="1100" b="0" i="0" u="none" strike="noStrike" kern="1200" cap="none" spc="0" normalizeH="0" baseline="0" noProof="0">
                  <a:ln>
                    <a:noFill/>
                  </a:ln>
                  <a:solidFill>
                    <a:srgbClr val="FFFFFF"/>
                  </a:solidFill>
                  <a:effectLst/>
                  <a:uLnTx/>
                  <a:uFillTx/>
                  <a:latin typeface="Ubuntu Light"/>
                  <a:ea typeface="+mn-lt"/>
                  <a:cs typeface="+mn-lt"/>
                </a:rPr>
                <a:t>, including Financial Management, Supply Chain Management, Technology Solutions, Central Service Design, and Bid Management over various markets.</a:t>
              </a:r>
            </a:p>
            <a:p>
              <a:pPr marL="171450" marR="0" lvl="0" indent="-171450" algn="l" defTabSz="914400" rtl="0" eaLnBrk="1" fontAlgn="auto" latinLnBrk="0" hangingPunct="1">
                <a:lnSpc>
                  <a:spcPct val="100000"/>
                </a:lnSpc>
                <a:spcBef>
                  <a:spcPts val="0"/>
                </a:spcBef>
                <a:spcAft>
                  <a:spcPts val="900"/>
                </a:spcAft>
                <a:buClr>
                  <a:srgbClr val="0070AD"/>
                </a:buClr>
                <a:buSzPct val="120000"/>
                <a:buFont typeface="Wingdings" panose="05000000000000000000" pitchFamily="2" charset="2"/>
                <a:buChar char="§"/>
                <a:tabLst/>
                <a:defRPr/>
              </a:pPr>
              <a:endParaRPr kumimoji="0" lang="en-US" sz="1100" b="1" i="0" u="none" strike="noStrike" kern="1200" cap="none" spc="0" normalizeH="0" baseline="0" noProof="0">
                <a:ln>
                  <a:noFill/>
                </a:ln>
                <a:solidFill>
                  <a:srgbClr val="FFFFFF"/>
                </a:solidFill>
                <a:effectLst/>
                <a:uLnTx/>
                <a:uFillTx/>
                <a:latin typeface="Ubuntu Light"/>
                <a:ea typeface="+mn-lt"/>
                <a:cs typeface="+mn-lt"/>
              </a:endParaRPr>
            </a:p>
          </p:txBody>
        </p:sp>
        <p:sp>
          <p:nvSpPr>
            <p:cNvPr id="33" name="Rectangle 32">
              <a:extLst>
                <a:ext uri="{FF2B5EF4-FFF2-40B4-BE49-F238E27FC236}">
                  <a16:creationId xmlns:a16="http://schemas.microsoft.com/office/drawing/2014/main" id="{F77AC537-6E09-8D46-3E6C-09ED7CCD6038}"/>
                </a:ext>
              </a:extLst>
            </p:cNvPr>
            <p:cNvSpPr/>
            <p:nvPr/>
          </p:nvSpPr>
          <p:spPr>
            <a:xfrm>
              <a:off x="7336067" y="3825113"/>
              <a:ext cx="2745860" cy="2560141"/>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nchorCtr="0"/>
            <a:lstStyle/>
            <a:p>
              <a:pPr marL="171450" marR="0" lvl="0" indent="-171450" algn="l" defTabSz="914400" rtl="0" eaLnBrk="1" fontAlgn="auto" latinLnBrk="0" hangingPunct="1">
                <a:lnSpc>
                  <a:spcPct val="100000"/>
                </a:lnSpc>
                <a:spcBef>
                  <a:spcPts val="0"/>
                </a:spcBef>
                <a:spcAft>
                  <a:spcPts val="0"/>
                </a:spcAft>
                <a:buClr>
                  <a:schemeClr val="bg1"/>
                </a:buClr>
                <a:buSzPct val="120000"/>
                <a:buFont typeface="Wingdings" panose="05000000000000000000" pitchFamily="2" charset="2"/>
                <a:buChar char="§"/>
                <a:tabLst/>
                <a:defRPr/>
              </a:pPr>
              <a:r>
                <a:rPr kumimoji="0" lang="en-US" sz="1100" b="0" i="0" u="none" strike="noStrike" kern="1200" cap="none" spc="0" normalizeH="0" baseline="0" noProof="0">
                  <a:ln>
                    <a:noFill/>
                  </a:ln>
                  <a:solidFill>
                    <a:srgbClr val="FFFFFF"/>
                  </a:solidFill>
                  <a:effectLst/>
                  <a:uLnTx/>
                  <a:uFillTx/>
                  <a:latin typeface="Ubuntu Light" panose="020B0304030602030204" pitchFamily="34" charset="0"/>
                  <a:ea typeface="Verdana"/>
                  <a:cs typeface="+mn-cs"/>
                </a:rPr>
                <a:t>Streamlined operations with SAP’s Business Process Transformation Suite as a </a:t>
              </a:r>
              <a:r>
                <a:rPr kumimoji="0" lang="en-US" sz="1100" b="1" i="0" u="none" strike="noStrike" kern="1200" cap="none" spc="0" normalizeH="0" baseline="0" noProof="0">
                  <a:ln>
                    <a:noFill/>
                  </a:ln>
                  <a:solidFill>
                    <a:srgbClr val="FFFFFF"/>
                  </a:solidFill>
                  <a:effectLst/>
                  <a:uLnTx/>
                  <a:uFillTx/>
                  <a:latin typeface="Ubuntu Light" panose="020B0304030602030204" pitchFamily="34" charset="0"/>
                  <a:ea typeface="Verdana"/>
                  <a:cs typeface="+mn-cs"/>
                </a:rPr>
                <a:t>unified platform </a:t>
              </a:r>
              <a:r>
                <a:rPr kumimoji="0" lang="en-US" sz="1100" b="0" i="0" u="none" strike="noStrike" kern="1200" cap="none" spc="0" normalizeH="0" baseline="0" noProof="0">
                  <a:ln>
                    <a:noFill/>
                  </a:ln>
                  <a:solidFill>
                    <a:srgbClr val="FFFFFF"/>
                  </a:solidFill>
                  <a:effectLst/>
                  <a:uLnTx/>
                  <a:uFillTx/>
                  <a:latin typeface="Ubuntu Light" panose="020B0304030602030204" pitchFamily="34" charset="0"/>
                  <a:ea typeface="Verdana"/>
                  <a:cs typeface="+mn-cs"/>
                </a:rPr>
                <a:t>by integrating process mining, management and automation into a single platform.</a:t>
              </a:r>
            </a:p>
            <a:p>
              <a:pPr marL="171450" marR="0" lvl="0" indent="-171450" algn="l" defTabSz="914400" rtl="0" eaLnBrk="1" fontAlgn="auto" latinLnBrk="0" hangingPunct="1">
                <a:lnSpc>
                  <a:spcPct val="100000"/>
                </a:lnSpc>
                <a:spcBef>
                  <a:spcPts val="0"/>
                </a:spcBef>
                <a:spcAft>
                  <a:spcPts val="0"/>
                </a:spcAft>
                <a:buClr>
                  <a:schemeClr val="bg1"/>
                </a:buClr>
                <a:buSzPct val="120000"/>
                <a:buFont typeface="Wingdings" panose="05000000000000000000" pitchFamily="2" charset="2"/>
                <a:buChar char="§"/>
                <a:tabLst/>
                <a:defRPr/>
              </a:pPr>
              <a:r>
                <a:rPr kumimoji="0" lang="en-US" sz="1100" b="0" i="0" u="none" strike="noStrike" kern="1200" cap="none" spc="0" normalizeH="0" baseline="0" noProof="0">
                  <a:ln>
                    <a:noFill/>
                  </a:ln>
                  <a:solidFill>
                    <a:srgbClr val="FFFFFF"/>
                  </a:solidFill>
                  <a:effectLst/>
                  <a:uLnTx/>
                  <a:uFillTx/>
                  <a:latin typeface="Ubuntu Light" panose="020B0304030602030204" pitchFamily="34" charset="0"/>
                  <a:ea typeface="Verdana"/>
                  <a:cs typeface="+mn-cs"/>
                </a:rPr>
                <a:t>Accelerators: The plug-and-play capability allowing businesses to quickly gain comprehensive 360-degree insights into their processes, facilitating </a:t>
              </a:r>
              <a:r>
                <a:rPr kumimoji="0" lang="en-US" sz="1100" b="1" i="0" u="none" strike="noStrike" kern="1200" cap="none" spc="0" normalizeH="0" baseline="0" noProof="0">
                  <a:ln>
                    <a:noFill/>
                  </a:ln>
                  <a:solidFill>
                    <a:srgbClr val="FFFFFF"/>
                  </a:solidFill>
                  <a:effectLst/>
                  <a:uLnTx/>
                  <a:uFillTx/>
                  <a:latin typeface="Ubuntu Light" panose="020B0304030602030204" pitchFamily="34" charset="0"/>
                  <a:ea typeface="Verdana"/>
                  <a:cs typeface="+mn-cs"/>
                </a:rPr>
                <a:t>swift identification of bottlenecks and improvement opportunities.</a:t>
              </a:r>
            </a:p>
            <a:p>
              <a:pPr marL="171450" marR="0" lvl="0" indent="-171450" algn="l" defTabSz="914400" rtl="0" eaLnBrk="1" fontAlgn="auto" latinLnBrk="0" hangingPunct="1">
                <a:lnSpc>
                  <a:spcPct val="100000"/>
                </a:lnSpc>
                <a:spcBef>
                  <a:spcPts val="0"/>
                </a:spcBef>
                <a:spcAft>
                  <a:spcPts val="0"/>
                </a:spcAft>
                <a:buClr>
                  <a:schemeClr val="bg1"/>
                </a:buClr>
                <a:buSzPct val="120000"/>
                <a:buFont typeface="Wingdings" panose="05000000000000000000" pitchFamily="2" charset="2"/>
                <a:buChar char="§"/>
                <a:tabLst/>
                <a:defRPr/>
              </a:pPr>
              <a:r>
                <a:rPr kumimoji="0" lang="en-US" sz="1100" b="0" i="0" u="none" strike="noStrike" kern="1200" cap="none" spc="0" normalizeH="0" baseline="0" noProof="0">
                  <a:ln>
                    <a:noFill/>
                  </a:ln>
                  <a:solidFill>
                    <a:srgbClr val="FFFFFF"/>
                  </a:solidFill>
                  <a:effectLst/>
                  <a:uLnTx/>
                  <a:uFillTx/>
                  <a:latin typeface="Ubuntu Light" panose="020B0304030602030204" pitchFamily="34" charset="0"/>
                  <a:ea typeface="Verdana"/>
                  <a:cs typeface="+mn-cs"/>
                </a:rPr>
                <a:t>A</a:t>
              </a:r>
              <a:r>
                <a:rPr kumimoji="0" lang="en-US" sz="1100" b="0" i="0" u="none" strike="noStrike" kern="1200" cap="none" spc="0" normalizeH="0" baseline="0" noProof="0" err="1">
                  <a:ln>
                    <a:noFill/>
                  </a:ln>
                  <a:solidFill>
                    <a:srgbClr val="FFFFFF"/>
                  </a:solidFill>
                  <a:effectLst/>
                  <a:uLnTx/>
                  <a:uFillTx/>
                  <a:latin typeface="Ubuntu Light" panose="020B0304030602030204" pitchFamily="34" charset="0"/>
                  <a:ea typeface="Verdana"/>
                  <a:cs typeface="+mn-cs"/>
                </a:rPr>
                <a:t>bility</a:t>
              </a:r>
              <a:r>
                <a:rPr kumimoji="0" lang="en-US" sz="1100" b="0" i="0" u="none" strike="noStrike" kern="1200" cap="none" spc="0" normalizeH="0" baseline="0" noProof="0">
                  <a:ln>
                    <a:noFill/>
                  </a:ln>
                  <a:solidFill>
                    <a:srgbClr val="FFFFFF"/>
                  </a:solidFill>
                  <a:effectLst/>
                  <a:uLnTx/>
                  <a:uFillTx/>
                  <a:latin typeface="Ubuntu Light" panose="020B0304030602030204" pitchFamily="34" charset="0"/>
                  <a:ea typeface="Verdana"/>
                  <a:cs typeface="+mn-cs"/>
                </a:rPr>
                <a:t> to process data from both SAP and non- SAP systems ensuring a </a:t>
              </a:r>
              <a:r>
                <a:rPr kumimoji="0" lang="en-US" sz="1100" b="1" i="0" u="none" strike="noStrike" kern="1200" cap="none" spc="0" normalizeH="0" baseline="0" noProof="0">
                  <a:ln>
                    <a:noFill/>
                  </a:ln>
                  <a:solidFill>
                    <a:srgbClr val="FFFFFF"/>
                  </a:solidFill>
                  <a:effectLst/>
                  <a:uLnTx/>
                  <a:uFillTx/>
                  <a:latin typeface="Ubuntu Light" panose="020B0304030602030204" pitchFamily="34" charset="0"/>
                  <a:ea typeface="Verdana"/>
                  <a:cs typeface="+mn-cs"/>
                </a:rPr>
                <a:t>holistic view of business operations, leading to informed decision making</a:t>
              </a:r>
              <a:r>
                <a:rPr kumimoji="0" lang="en-US" sz="1100" b="0" i="0" u="none" strike="noStrike" kern="1200" cap="none" spc="0" normalizeH="0" baseline="0" noProof="0">
                  <a:ln>
                    <a:noFill/>
                  </a:ln>
                  <a:solidFill>
                    <a:srgbClr val="FFFFFF"/>
                  </a:solidFill>
                  <a:effectLst/>
                  <a:uLnTx/>
                  <a:uFillTx/>
                  <a:latin typeface="Ubuntu Light" panose="020B0304030602030204" pitchFamily="34" charset="0"/>
                  <a:ea typeface="Verdana"/>
                  <a:cs typeface="+mn-cs"/>
                </a:rPr>
                <a:t>.</a:t>
              </a:r>
              <a:endParaRPr kumimoji="0" lang="en-US" sz="1100" b="0" i="0" u="none" strike="noStrike" kern="1200" cap="none" spc="0" normalizeH="0" baseline="0" noProof="0">
                <a:ln>
                  <a:noFill/>
                </a:ln>
                <a:solidFill>
                  <a:srgbClr val="FFFFFF"/>
                </a:solidFill>
                <a:effectLst/>
                <a:uLnTx/>
                <a:uFillTx/>
                <a:latin typeface="Ubuntu Light" panose="020B0304030602030204" pitchFamily="34" charset="0"/>
                <a:ea typeface="Verdana" panose="020B0604030504040204" pitchFamily="34" charset="0"/>
                <a:cs typeface="+mn-cs"/>
              </a:endParaRPr>
            </a:p>
          </p:txBody>
        </p:sp>
        <p:cxnSp>
          <p:nvCxnSpPr>
            <p:cNvPr id="35" name="Straight Connector 34">
              <a:extLst>
                <a:ext uri="{FF2B5EF4-FFF2-40B4-BE49-F238E27FC236}">
                  <a16:creationId xmlns:a16="http://schemas.microsoft.com/office/drawing/2014/main" id="{0ECD015A-D539-6818-48C1-3A552F14DB03}"/>
                </a:ext>
              </a:extLst>
            </p:cNvPr>
            <p:cNvCxnSpPr>
              <a:cxnSpLocks/>
            </p:cNvCxnSpPr>
            <p:nvPr/>
          </p:nvCxnSpPr>
          <p:spPr>
            <a:xfrm>
              <a:off x="3315667" y="3536294"/>
              <a:ext cx="0" cy="3057171"/>
            </a:xfrm>
            <a:prstGeom prst="line">
              <a:avLst/>
            </a:prstGeom>
            <a:ln w="12700">
              <a:solidFill>
                <a:schemeClr val="tx1">
                  <a:lumMod val="65000"/>
                  <a:lumOff val="35000"/>
                  <a:alpha val="50000"/>
                </a:schemeClr>
              </a:solidFill>
              <a:tailEnd type="oval"/>
            </a:ln>
          </p:spPr>
          <p:style>
            <a:lnRef idx="1">
              <a:schemeClr val="accent1"/>
            </a:lnRef>
            <a:fillRef idx="0">
              <a:schemeClr val="accent1"/>
            </a:fillRef>
            <a:effectRef idx="0">
              <a:schemeClr val="accent1"/>
            </a:effectRef>
            <a:fontRef idx="minor">
              <a:schemeClr val="tx1"/>
            </a:fontRef>
          </p:style>
        </p:cxnSp>
        <p:pic>
          <p:nvPicPr>
            <p:cNvPr id="36" name="Picture 35" descr="Shape&#10;&#10;Description automatically generated with low confidence">
              <a:extLst>
                <a:ext uri="{FF2B5EF4-FFF2-40B4-BE49-F238E27FC236}">
                  <a16:creationId xmlns:a16="http://schemas.microsoft.com/office/drawing/2014/main" id="{11870BDA-A49C-42EE-F861-090517D584B2}"/>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1429789" y="2453971"/>
              <a:ext cx="570108" cy="507747"/>
            </a:xfrm>
            <a:prstGeom prst="rect">
              <a:avLst/>
            </a:prstGeom>
          </p:spPr>
        </p:pic>
        <p:pic>
          <p:nvPicPr>
            <p:cNvPr id="51" name="Picture 50" descr="Shape&#10;&#10;Description automatically generated with low confidence">
              <a:extLst>
                <a:ext uri="{FF2B5EF4-FFF2-40B4-BE49-F238E27FC236}">
                  <a16:creationId xmlns:a16="http://schemas.microsoft.com/office/drawing/2014/main" id="{0E4AAC43-368B-761C-B299-5C009BECA729}"/>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flipH="1" flipV="1">
              <a:off x="5043139" y="2454272"/>
              <a:ext cx="467030" cy="467030"/>
            </a:xfrm>
            <a:prstGeom prst="rect">
              <a:avLst/>
            </a:prstGeom>
          </p:spPr>
        </p:pic>
        <p:pic>
          <p:nvPicPr>
            <p:cNvPr id="52" name="Picture 51" descr="Shape&#10;&#10;Description automatically generated with low confidence">
              <a:extLst>
                <a:ext uri="{FF2B5EF4-FFF2-40B4-BE49-F238E27FC236}">
                  <a16:creationId xmlns:a16="http://schemas.microsoft.com/office/drawing/2014/main" id="{0AAEE36B-903C-516C-612E-C4E3829F434E}"/>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8525897" y="2440430"/>
              <a:ext cx="504520" cy="504520"/>
            </a:xfrm>
            <a:prstGeom prst="rect">
              <a:avLst/>
            </a:prstGeom>
          </p:spPr>
        </p:pic>
      </p:grpSp>
      <p:pic>
        <p:nvPicPr>
          <p:cNvPr id="5" name="Picture 4">
            <a:extLst>
              <a:ext uri="{FF2B5EF4-FFF2-40B4-BE49-F238E27FC236}">
                <a16:creationId xmlns:a16="http://schemas.microsoft.com/office/drawing/2014/main" id="{69243CA3-90FC-B8B4-F0C1-7172B378885D}"/>
              </a:ext>
            </a:extLst>
          </p:cNvPr>
          <p:cNvPicPr>
            <a:picLocks noChangeAspect="1"/>
          </p:cNvPicPr>
          <p:nvPr/>
        </p:nvPicPr>
        <p:blipFill>
          <a:blip r:embed="rId8">
            <a:extLst>
              <a:ext uri="{28A0092B-C50C-407E-A947-70E740481C1C}">
                <a14:useLocalDpi xmlns:a14="http://schemas.microsoft.com/office/drawing/2010/main" val="0"/>
              </a:ext>
            </a:extLst>
          </a:blip>
          <a:srcRect/>
          <a:stretch/>
        </p:blipFill>
        <p:spPr>
          <a:xfrm>
            <a:off x="9332559" y="0"/>
            <a:ext cx="2859442" cy="6549390"/>
          </a:xfrm>
          <a:prstGeom prst="rect">
            <a:avLst/>
          </a:prstGeom>
        </p:spPr>
      </p:pic>
      <p:sp>
        <p:nvSpPr>
          <p:cNvPr id="7" name="Right Triangle 6">
            <a:extLst>
              <a:ext uri="{FF2B5EF4-FFF2-40B4-BE49-F238E27FC236}">
                <a16:creationId xmlns:a16="http://schemas.microsoft.com/office/drawing/2014/main" id="{11537F04-03A2-E6FD-7950-E62B22139A74}"/>
              </a:ext>
            </a:extLst>
          </p:cNvPr>
          <p:cNvSpPr/>
          <p:nvPr/>
        </p:nvSpPr>
        <p:spPr>
          <a:xfrm rot="5400000">
            <a:off x="8952080" y="354750"/>
            <a:ext cx="2570551" cy="1867703"/>
          </a:xfrm>
          <a:prstGeom prst="rtTriangle">
            <a:avLst/>
          </a:prstGeom>
          <a:solidFill>
            <a:srgbClr val="272936"/>
          </a:soli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400" b="0" i="0" u="none" strike="noStrike" kern="1200" cap="none" spc="0" normalizeH="0" baseline="0" noProof="0" err="1">
              <a:ln>
                <a:noFill/>
              </a:ln>
              <a:solidFill>
                <a:prstClr val="black"/>
              </a:solidFill>
              <a:effectLst/>
              <a:uLnTx/>
              <a:uFillTx/>
              <a:latin typeface="Ubuntu"/>
              <a:ea typeface="+mn-ea"/>
              <a:cs typeface="+mn-cs"/>
            </a:endParaRPr>
          </a:p>
        </p:txBody>
      </p:sp>
      <p:sp>
        <p:nvSpPr>
          <p:cNvPr id="25" name="Title 1">
            <a:extLst>
              <a:ext uri="{FF2B5EF4-FFF2-40B4-BE49-F238E27FC236}">
                <a16:creationId xmlns:a16="http://schemas.microsoft.com/office/drawing/2014/main" id="{B5BBEF28-3AA4-ECBC-EF76-5828DAFBC187}"/>
              </a:ext>
            </a:extLst>
          </p:cNvPr>
          <p:cNvSpPr txBox="1">
            <a:spLocks/>
          </p:cNvSpPr>
          <p:nvPr/>
        </p:nvSpPr>
        <p:spPr>
          <a:xfrm>
            <a:off x="191278" y="207899"/>
            <a:ext cx="10693783" cy="1580375"/>
          </a:xfrm>
          <a:prstGeom prst="rect">
            <a:avLst/>
          </a:prstGeom>
        </p:spPr>
        <p:txBody>
          <a:bodyPr vert="horz" lIns="0" tIns="180000" rIns="0" bIns="0" rtlCol="0" anchor="t" anchorCtr="0">
            <a:noAutofit/>
          </a:bodyPr>
          <a:lstStyle>
            <a:lvl1pPr marL="0" marR="0" indent="0" algn="l" defTabSz="914400" rtl="0" eaLnBrk="1" fontAlgn="auto" latinLnBrk="0" hangingPunct="1">
              <a:lnSpc>
                <a:spcPct val="100000"/>
              </a:lnSpc>
              <a:spcBef>
                <a:spcPct val="0"/>
              </a:spcBef>
              <a:spcAft>
                <a:spcPts val="0"/>
              </a:spcAft>
              <a:buClrTx/>
              <a:buSzTx/>
              <a:buFontTx/>
              <a:buNone/>
              <a:tabLst/>
              <a:defRPr kumimoji="0" lang="en-US" sz="2800" b="0" i="0" u="none" strike="noStrike" kern="1200" cap="none" spc="0" normalizeH="0" baseline="0" noProof="0">
                <a:ln>
                  <a:noFill/>
                </a:ln>
                <a:solidFill>
                  <a:schemeClr val="bg1"/>
                </a:solidFill>
                <a:effectLst/>
                <a:uLnTx/>
                <a:uFillTx/>
                <a:latin typeface="+mj-lt"/>
                <a:ea typeface="+mj-ea"/>
                <a:cs typeface="+mj-cs"/>
              </a:defRPr>
            </a:lvl1pPr>
          </a:lstStyle>
          <a:p>
            <a:pPr marL="0" marR="0" lvl="0" indent="0" algn="l" defTabSz="914400" rtl="0" eaLnBrk="1" fontAlgn="auto" latinLnBrk="0" hangingPunct="1">
              <a:lnSpc>
                <a:spcPct val="100000"/>
              </a:lnSpc>
              <a:spcBef>
                <a:spcPct val="0"/>
              </a:spcBef>
              <a:spcAft>
                <a:spcPts val="0"/>
              </a:spcAft>
              <a:buClrTx/>
              <a:buSzTx/>
              <a:buFontTx/>
              <a:buNone/>
              <a:tabLst/>
              <a:defRPr/>
            </a:pPr>
            <a:r>
              <a:rPr kumimoji="0" lang="en-US" sz="2600" b="0" i="0" u="none" strike="noStrike" kern="1200" cap="none" spc="0" normalizeH="0" baseline="0" noProof="0">
                <a:ln>
                  <a:noFill/>
                </a:ln>
                <a:solidFill>
                  <a:srgbClr val="FFFFFF"/>
                </a:solidFill>
                <a:effectLst/>
                <a:uLnTx/>
                <a:uFillTx/>
                <a:latin typeface="Ubuntu" panose="020B0504030602030204" pitchFamily="34" charset="0"/>
                <a:ea typeface="+mj-ea"/>
                <a:cs typeface="+mj-cs"/>
              </a:rPr>
              <a:t>Assisted a leading Telco operator in India with migrating processes as part of their digital transformation strategy</a:t>
            </a:r>
            <a:endParaRPr kumimoji="0" lang="en-US" sz="2600" b="0" i="0" u="none" strike="noStrike" kern="1200" cap="none" spc="0" normalizeH="0" baseline="0" noProof="0">
              <a:ln>
                <a:noFill/>
              </a:ln>
              <a:solidFill>
                <a:srgbClr val="FFFFFF"/>
              </a:solidFill>
              <a:effectLst/>
              <a:uLnTx/>
              <a:uFillTx/>
              <a:latin typeface="Ubuntu Medium"/>
              <a:ea typeface="+mj-ea"/>
              <a:cs typeface="+mj-cs"/>
            </a:endParaRPr>
          </a:p>
        </p:txBody>
      </p:sp>
      <p:grpSp>
        <p:nvGrpSpPr>
          <p:cNvPr id="39" name="Group 38">
            <a:extLst>
              <a:ext uri="{FF2B5EF4-FFF2-40B4-BE49-F238E27FC236}">
                <a16:creationId xmlns:a16="http://schemas.microsoft.com/office/drawing/2014/main" id="{D7962C66-EAF5-8505-0184-950233D8379F}"/>
              </a:ext>
            </a:extLst>
          </p:cNvPr>
          <p:cNvGrpSpPr/>
          <p:nvPr/>
        </p:nvGrpSpPr>
        <p:grpSpPr>
          <a:xfrm>
            <a:off x="5392317" y="70096"/>
            <a:ext cx="5304257" cy="167498"/>
            <a:chOff x="6837649" y="990853"/>
            <a:chExt cx="5304257" cy="261730"/>
          </a:xfrm>
        </p:grpSpPr>
        <p:sp>
          <p:nvSpPr>
            <p:cNvPr id="40" name="Rectangle: Rounded Corners 39">
              <a:extLst>
                <a:ext uri="{FF2B5EF4-FFF2-40B4-BE49-F238E27FC236}">
                  <a16:creationId xmlns:a16="http://schemas.microsoft.com/office/drawing/2014/main" id="{2FEA8312-E702-9007-E75A-47B582605E08}"/>
                </a:ext>
              </a:extLst>
            </p:cNvPr>
            <p:cNvSpPr/>
            <p:nvPr/>
          </p:nvSpPr>
          <p:spPr>
            <a:xfrm>
              <a:off x="6837649" y="990853"/>
              <a:ext cx="1004635" cy="249108"/>
            </a:xfrm>
            <a:prstGeom prst="roundRect">
              <a:avLst/>
            </a:prstGeom>
            <a:solidFill>
              <a:srgbClr val="40404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700"/>
                <a:t>Our Understanding</a:t>
              </a:r>
              <a:endParaRPr lang="en-IN" sz="700" err="1"/>
            </a:p>
          </p:txBody>
        </p:sp>
        <p:sp>
          <p:nvSpPr>
            <p:cNvPr id="41" name="Rectangle: Rounded Corners 40">
              <a:extLst>
                <a:ext uri="{FF2B5EF4-FFF2-40B4-BE49-F238E27FC236}">
                  <a16:creationId xmlns:a16="http://schemas.microsoft.com/office/drawing/2014/main" id="{0D1A8D24-DFDF-AD4D-0FBE-11878BA850BF}"/>
                </a:ext>
              </a:extLst>
            </p:cNvPr>
            <p:cNvSpPr/>
            <p:nvPr/>
          </p:nvSpPr>
          <p:spPr>
            <a:xfrm>
              <a:off x="7953152" y="1002292"/>
              <a:ext cx="1004635" cy="249108"/>
            </a:xfrm>
            <a:prstGeom prst="roundRect">
              <a:avLst/>
            </a:prstGeom>
            <a:solidFill>
              <a:srgbClr val="40404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700"/>
                <a:t>Approach</a:t>
              </a:r>
              <a:endParaRPr lang="en-IN" sz="700" err="1"/>
            </a:p>
          </p:txBody>
        </p:sp>
        <p:sp>
          <p:nvSpPr>
            <p:cNvPr id="42" name="Rectangle: Rounded Corners 41">
              <a:extLst>
                <a:ext uri="{FF2B5EF4-FFF2-40B4-BE49-F238E27FC236}">
                  <a16:creationId xmlns:a16="http://schemas.microsoft.com/office/drawing/2014/main" id="{AAEEE8CC-2DE0-65CB-C582-3BF5CCE6BA48}"/>
                </a:ext>
              </a:extLst>
            </p:cNvPr>
            <p:cNvSpPr/>
            <p:nvPr/>
          </p:nvSpPr>
          <p:spPr>
            <a:xfrm>
              <a:off x="9017511" y="1003475"/>
              <a:ext cx="1004635" cy="249108"/>
            </a:xfrm>
            <a:prstGeom prst="roundRect">
              <a:avLst/>
            </a:prstGeom>
            <a:solidFill>
              <a:srgbClr val="40404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700"/>
                <a:t>Team</a:t>
              </a:r>
              <a:endParaRPr lang="en-IN" sz="700"/>
            </a:p>
          </p:txBody>
        </p:sp>
        <p:sp>
          <p:nvSpPr>
            <p:cNvPr id="43" name="Rectangle: Rounded Corners 42">
              <a:extLst>
                <a:ext uri="{FF2B5EF4-FFF2-40B4-BE49-F238E27FC236}">
                  <a16:creationId xmlns:a16="http://schemas.microsoft.com/office/drawing/2014/main" id="{B91F73B7-17A5-C0AA-B273-73BE36F1A3D5}"/>
                </a:ext>
              </a:extLst>
            </p:cNvPr>
            <p:cNvSpPr/>
            <p:nvPr/>
          </p:nvSpPr>
          <p:spPr>
            <a:xfrm>
              <a:off x="10081870" y="1001985"/>
              <a:ext cx="1004635" cy="249108"/>
            </a:xfrm>
            <a:prstGeom prst="roundRect">
              <a:avLst/>
            </a:prstGeom>
            <a:solidFill>
              <a:srgbClr val="40404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700"/>
                <a:t>Why US</a:t>
              </a:r>
              <a:endParaRPr lang="en-IN" sz="700"/>
            </a:p>
          </p:txBody>
        </p:sp>
        <p:sp>
          <p:nvSpPr>
            <p:cNvPr id="44" name="Rectangle: Rounded Corners 43">
              <a:extLst>
                <a:ext uri="{FF2B5EF4-FFF2-40B4-BE49-F238E27FC236}">
                  <a16:creationId xmlns:a16="http://schemas.microsoft.com/office/drawing/2014/main" id="{FAF7B00C-BFC9-0783-928B-3F3EA8D9E555}"/>
                </a:ext>
              </a:extLst>
            </p:cNvPr>
            <p:cNvSpPr/>
            <p:nvPr/>
          </p:nvSpPr>
          <p:spPr>
            <a:xfrm>
              <a:off x="11137271" y="997539"/>
              <a:ext cx="1004635" cy="249108"/>
            </a:xfrm>
            <a:prstGeom prst="roundRect">
              <a:avLst/>
            </a:prstGeom>
            <a:solidFill>
              <a:srgbClr val="0070A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700"/>
                <a:t>Credentials</a:t>
              </a:r>
              <a:endParaRPr lang="en-IN" sz="700"/>
            </a:p>
          </p:txBody>
        </p:sp>
      </p:grpSp>
    </p:spTree>
    <p:extLst>
      <p:ext uri="{BB962C8B-B14F-4D97-AF65-F5344CB8AC3E}">
        <p14:creationId xmlns:p14="http://schemas.microsoft.com/office/powerpoint/2010/main" val="3671780286"/>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60DEAA8-E9A4-12B9-8FC1-0B7CFD33DDC1}"/>
            </a:ext>
          </a:extLst>
        </p:cNvPr>
        <p:cNvGrpSpPr/>
        <p:nvPr/>
      </p:nvGrpSpPr>
      <p:grpSpPr>
        <a:xfrm>
          <a:off x="0" y="0"/>
          <a:ext cx="0" cy="0"/>
          <a:chOff x="0" y="0"/>
          <a:chExt cx="0" cy="0"/>
        </a:xfrm>
      </p:grpSpPr>
      <p:graphicFrame>
        <p:nvGraphicFramePr>
          <p:cNvPr id="10" name="Object 9" hidden="1">
            <a:extLst>
              <a:ext uri="{FF2B5EF4-FFF2-40B4-BE49-F238E27FC236}">
                <a16:creationId xmlns:a16="http://schemas.microsoft.com/office/drawing/2014/main" id="{4F912903-25E6-E099-47A3-9760AFFF6656}"/>
              </a:ext>
            </a:extLst>
          </p:cNvPr>
          <p:cNvGraphicFramePr>
            <a:graphicFrameLocks noChangeAspect="1"/>
          </p:cNvGraphicFramePr>
          <p:nvPr>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473" imgH="473" progId="TCLayout.ActiveDocument.1">
                  <p:embed/>
                </p:oleObj>
              </mc:Choice>
              <mc:Fallback>
                <p:oleObj name="think-cell Slide" r:id="rId3" imgW="473" imgH="473" progId="TCLayout.ActiveDocument.1">
                  <p:embed/>
                  <p:pic>
                    <p:nvPicPr>
                      <p:cNvPr id="10" name="Object 9" hidden="1">
                        <a:extLst>
                          <a:ext uri="{FF2B5EF4-FFF2-40B4-BE49-F238E27FC236}">
                            <a16:creationId xmlns:a16="http://schemas.microsoft.com/office/drawing/2014/main" id="{4F912903-25E6-E099-47A3-9760AFFF6656}"/>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3" name="Slide Number Placeholder 2">
            <a:extLst>
              <a:ext uri="{FF2B5EF4-FFF2-40B4-BE49-F238E27FC236}">
                <a16:creationId xmlns:a16="http://schemas.microsoft.com/office/drawing/2014/main" id="{0772FC82-9F46-5B47-DB0B-86D4A643319B}"/>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5D9A5160-6218-4E5A-B9E6-B93E3DAE377C}" type="slidenum">
              <a:rPr kumimoji="0" lang="en-US" sz="800" b="0" i="0" u="none" strike="noStrike" kern="1200" cap="none" spc="0" normalizeH="0" baseline="0" noProof="0" smtClean="0">
                <a:ln>
                  <a:noFill/>
                </a:ln>
                <a:solidFill>
                  <a:srgbClr val="FFFFFF">
                    <a:lumMod val="65000"/>
                  </a:srgbClr>
                </a:solidFill>
                <a:effectLst/>
                <a:uLnTx/>
                <a:uFillTx/>
                <a:latin typeface="Ubuntu"/>
                <a:ea typeface="+mn-ea"/>
                <a:cs typeface="Arial" panose="020B0604020202020204" pitchFamily="34" charset="0"/>
              </a:rPr>
              <a:pPr marL="0" marR="0" lvl="0" indent="0" algn="r" defTabSz="914400" rtl="0" eaLnBrk="1" fontAlgn="auto" latinLnBrk="0" hangingPunct="1">
                <a:lnSpc>
                  <a:spcPct val="100000"/>
                </a:lnSpc>
                <a:spcBef>
                  <a:spcPts val="0"/>
                </a:spcBef>
                <a:spcAft>
                  <a:spcPts val="0"/>
                </a:spcAft>
                <a:buClrTx/>
                <a:buSzTx/>
                <a:buFontTx/>
                <a:buNone/>
                <a:tabLst/>
                <a:defRPr/>
              </a:pPr>
              <a:t>19</a:t>
            </a:fld>
            <a:endParaRPr kumimoji="0" lang="en-US" sz="800" b="0" i="0" u="none" strike="noStrike" kern="1200" cap="none" spc="0" normalizeH="0" baseline="0" noProof="0">
              <a:ln>
                <a:noFill/>
              </a:ln>
              <a:solidFill>
                <a:srgbClr val="FFFFFF">
                  <a:lumMod val="65000"/>
                </a:srgbClr>
              </a:solidFill>
              <a:effectLst/>
              <a:uLnTx/>
              <a:uFillTx/>
              <a:latin typeface="Ubuntu"/>
              <a:ea typeface="+mn-ea"/>
              <a:cs typeface="Arial" panose="020B0604020202020204" pitchFamily="34" charset="0"/>
            </a:endParaRPr>
          </a:p>
        </p:txBody>
      </p:sp>
      <p:grpSp>
        <p:nvGrpSpPr>
          <p:cNvPr id="6" name="Group 5">
            <a:extLst>
              <a:ext uri="{FF2B5EF4-FFF2-40B4-BE49-F238E27FC236}">
                <a16:creationId xmlns:a16="http://schemas.microsoft.com/office/drawing/2014/main" id="{D624B829-2730-3A97-10ED-FCA50EB686B8}"/>
              </a:ext>
            </a:extLst>
          </p:cNvPr>
          <p:cNvGrpSpPr/>
          <p:nvPr/>
        </p:nvGrpSpPr>
        <p:grpSpPr>
          <a:xfrm>
            <a:off x="0" y="1871934"/>
            <a:ext cx="9790982" cy="4321971"/>
            <a:chOff x="0" y="2147420"/>
            <a:chExt cx="10679501" cy="4460546"/>
          </a:xfrm>
        </p:grpSpPr>
        <p:sp>
          <p:nvSpPr>
            <p:cNvPr id="9" name="Oval 8">
              <a:extLst>
                <a:ext uri="{FF2B5EF4-FFF2-40B4-BE49-F238E27FC236}">
                  <a16:creationId xmlns:a16="http://schemas.microsoft.com/office/drawing/2014/main" id="{6E663F61-2C83-DCE9-4A9A-17CA20261E8E}"/>
                </a:ext>
              </a:extLst>
            </p:cNvPr>
            <p:cNvSpPr/>
            <p:nvPr/>
          </p:nvSpPr>
          <p:spPr>
            <a:xfrm>
              <a:off x="1039317" y="2276969"/>
              <a:ext cx="1405757" cy="1329690"/>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nchorCtr="0"/>
            <a:lstStyle/>
            <a:p>
              <a:pPr marL="0" marR="0" lvl="0" indent="0" algn="ctr" defTabSz="914400" rtl="0" eaLnBrk="1" fontAlgn="auto" latinLnBrk="0" hangingPunct="1">
                <a:lnSpc>
                  <a:spcPct val="100000"/>
                </a:lnSpc>
                <a:spcBef>
                  <a:spcPts val="0"/>
                </a:spcBef>
                <a:spcAft>
                  <a:spcPts val="0"/>
                </a:spcAft>
                <a:buClr>
                  <a:srgbClr val="0070AD"/>
                </a:buClr>
                <a:buSzPct val="120000"/>
                <a:buFontTx/>
                <a:buNone/>
                <a:tabLst/>
                <a:defRPr/>
              </a:pPr>
              <a:endParaRPr kumimoji="0" lang="en-US" sz="1400" b="1" i="0" u="none" strike="noStrike" kern="1200" cap="none" spc="0" normalizeH="0" baseline="0" noProof="0">
                <a:ln>
                  <a:noFill/>
                </a:ln>
                <a:solidFill>
                  <a:schemeClr val="bg1"/>
                </a:solidFill>
                <a:effectLst/>
                <a:uLnTx/>
                <a:uFillTx/>
                <a:latin typeface="Ubuntu Light" panose="020B0304030602030204" pitchFamily="34" charset="0"/>
                <a:ea typeface="Verdana" panose="020B0604030504040204" pitchFamily="34" charset="0"/>
                <a:cs typeface="+mn-cs"/>
              </a:endParaRPr>
            </a:p>
          </p:txBody>
        </p:sp>
        <p:sp>
          <p:nvSpPr>
            <p:cNvPr id="12" name="Oval 11">
              <a:extLst>
                <a:ext uri="{FF2B5EF4-FFF2-40B4-BE49-F238E27FC236}">
                  <a16:creationId xmlns:a16="http://schemas.microsoft.com/office/drawing/2014/main" id="{0DAF0B06-F43A-973B-3861-B5453EEBFA69}"/>
                </a:ext>
              </a:extLst>
            </p:cNvPr>
            <p:cNvSpPr/>
            <p:nvPr/>
          </p:nvSpPr>
          <p:spPr>
            <a:xfrm>
              <a:off x="4601128" y="2249723"/>
              <a:ext cx="1405757" cy="1329690"/>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nchorCtr="0"/>
            <a:lstStyle/>
            <a:p>
              <a:pPr marL="0" marR="0" lvl="0" indent="0" algn="ctr" defTabSz="914400" rtl="0" eaLnBrk="1" fontAlgn="auto" latinLnBrk="0" hangingPunct="1">
                <a:lnSpc>
                  <a:spcPct val="100000"/>
                </a:lnSpc>
                <a:spcBef>
                  <a:spcPts val="0"/>
                </a:spcBef>
                <a:spcAft>
                  <a:spcPts val="0"/>
                </a:spcAft>
                <a:buClr>
                  <a:srgbClr val="0070AD"/>
                </a:buClr>
                <a:buSzPct val="120000"/>
                <a:buFontTx/>
                <a:buNone/>
                <a:tabLst/>
                <a:defRPr/>
              </a:pPr>
              <a:endParaRPr kumimoji="0" lang="en-US" sz="1400" b="1" i="0" u="none" strike="noStrike" kern="1200" cap="none" spc="0" normalizeH="0" baseline="0" noProof="0">
                <a:ln>
                  <a:noFill/>
                </a:ln>
                <a:solidFill>
                  <a:schemeClr val="bg1"/>
                </a:solidFill>
                <a:effectLst/>
                <a:uLnTx/>
                <a:uFillTx/>
                <a:latin typeface="Ubuntu Light" panose="020B0304030602030204" pitchFamily="34" charset="0"/>
                <a:ea typeface="Verdana" panose="020B0604030504040204" pitchFamily="34" charset="0"/>
                <a:cs typeface="+mn-cs"/>
              </a:endParaRPr>
            </a:p>
          </p:txBody>
        </p:sp>
        <p:sp>
          <p:nvSpPr>
            <p:cNvPr id="13" name="Oval 12">
              <a:extLst>
                <a:ext uri="{FF2B5EF4-FFF2-40B4-BE49-F238E27FC236}">
                  <a16:creationId xmlns:a16="http://schemas.microsoft.com/office/drawing/2014/main" id="{8DBD92FD-5030-85F5-3A56-913A5F9C1C3C}"/>
                </a:ext>
              </a:extLst>
            </p:cNvPr>
            <p:cNvSpPr/>
            <p:nvPr/>
          </p:nvSpPr>
          <p:spPr>
            <a:xfrm>
              <a:off x="8088365" y="2276969"/>
              <a:ext cx="1405757" cy="1329690"/>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nchorCtr="0"/>
            <a:lstStyle/>
            <a:p>
              <a:pPr marL="0" marR="0" lvl="0" indent="0" algn="ctr" defTabSz="914400" rtl="0" eaLnBrk="1" fontAlgn="auto" latinLnBrk="0" hangingPunct="1">
                <a:lnSpc>
                  <a:spcPct val="100000"/>
                </a:lnSpc>
                <a:spcBef>
                  <a:spcPts val="0"/>
                </a:spcBef>
                <a:spcAft>
                  <a:spcPts val="0"/>
                </a:spcAft>
                <a:buClr>
                  <a:srgbClr val="0070AD"/>
                </a:buClr>
                <a:buSzPct val="120000"/>
                <a:buFontTx/>
                <a:buNone/>
                <a:tabLst/>
                <a:defRPr/>
              </a:pPr>
              <a:endParaRPr kumimoji="0" lang="en-US" sz="1400" b="1" i="0" u="none" strike="noStrike" kern="1200" cap="none" spc="0" normalizeH="0" baseline="0" noProof="0">
                <a:ln>
                  <a:noFill/>
                </a:ln>
                <a:solidFill>
                  <a:schemeClr val="bg1"/>
                </a:solidFill>
                <a:effectLst/>
                <a:uLnTx/>
                <a:uFillTx/>
                <a:latin typeface="Ubuntu Light" panose="020B0304030602030204" pitchFamily="34" charset="0"/>
                <a:ea typeface="Verdana" panose="020B0604030504040204" pitchFamily="34" charset="0"/>
                <a:cs typeface="+mn-cs"/>
              </a:endParaRPr>
            </a:p>
          </p:txBody>
        </p:sp>
        <p:sp>
          <p:nvSpPr>
            <p:cNvPr id="14" name="Oval 13">
              <a:extLst>
                <a:ext uri="{FF2B5EF4-FFF2-40B4-BE49-F238E27FC236}">
                  <a16:creationId xmlns:a16="http://schemas.microsoft.com/office/drawing/2014/main" id="{1CF772A1-0C52-B081-6FB4-A05FAB724E72}"/>
                </a:ext>
              </a:extLst>
            </p:cNvPr>
            <p:cNvSpPr/>
            <p:nvPr/>
          </p:nvSpPr>
          <p:spPr>
            <a:xfrm>
              <a:off x="941765" y="2174666"/>
              <a:ext cx="1621725" cy="1534296"/>
            </a:xfrm>
            <a:prstGeom prst="ellipse">
              <a:avLst/>
            </a:prstGeom>
            <a:noFill/>
            <a:ln w="3810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nchorCtr="0"/>
            <a:lstStyle/>
            <a:p>
              <a:pPr marL="0" marR="0" lvl="0" indent="0" algn="ctr" defTabSz="914400" rtl="0" eaLnBrk="1" fontAlgn="auto" latinLnBrk="0" hangingPunct="1">
                <a:lnSpc>
                  <a:spcPct val="100000"/>
                </a:lnSpc>
                <a:spcBef>
                  <a:spcPts val="0"/>
                </a:spcBef>
                <a:spcAft>
                  <a:spcPts val="0"/>
                </a:spcAft>
                <a:buClr>
                  <a:srgbClr val="0070AD"/>
                </a:buClr>
                <a:buSzPct val="120000"/>
                <a:buFontTx/>
                <a:buNone/>
                <a:tabLst/>
                <a:defRPr/>
              </a:pPr>
              <a:endParaRPr kumimoji="0" lang="en-US" sz="1400" b="1" i="0" u="none" strike="noStrike" kern="1200" cap="none" spc="0" normalizeH="0" baseline="0" noProof="0">
                <a:ln>
                  <a:noFill/>
                </a:ln>
                <a:solidFill>
                  <a:schemeClr val="bg1"/>
                </a:solidFill>
                <a:effectLst/>
                <a:uLnTx/>
                <a:uFillTx/>
                <a:latin typeface="Ubuntu Light" panose="020B0304030602030204" pitchFamily="34" charset="0"/>
                <a:ea typeface="Verdana" panose="020B0604030504040204" pitchFamily="34" charset="0"/>
                <a:cs typeface="+mn-cs"/>
              </a:endParaRPr>
            </a:p>
          </p:txBody>
        </p:sp>
        <p:sp>
          <p:nvSpPr>
            <p:cNvPr id="16" name="Oval 15">
              <a:extLst>
                <a:ext uri="{FF2B5EF4-FFF2-40B4-BE49-F238E27FC236}">
                  <a16:creationId xmlns:a16="http://schemas.microsoft.com/office/drawing/2014/main" id="{55697DA0-AF55-49B7-85A1-C9E0D4D1E4D1}"/>
                </a:ext>
              </a:extLst>
            </p:cNvPr>
            <p:cNvSpPr/>
            <p:nvPr/>
          </p:nvSpPr>
          <p:spPr>
            <a:xfrm>
              <a:off x="4503576" y="2147420"/>
              <a:ext cx="1621725" cy="1534296"/>
            </a:xfrm>
            <a:prstGeom prst="ellipse">
              <a:avLst/>
            </a:prstGeom>
            <a:noFill/>
            <a:ln w="3810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nchorCtr="0"/>
            <a:lstStyle/>
            <a:p>
              <a:pPr marL="0" marR="0" lvl="0" indent="0" algn="ctr" defTabSz="914400" rtl="0" eaLnBrk="1" fontAlgn="auto" latinLnBrk="0" hangingPunct="1">
                <a:lnSpc>
                  <a:spcPct val="100000"/>
                </a:lnSpc>
                <a:spcBef>
                  <a:spcPts val="0"/>
                </a:spcBef>
                <a:spcAft>
                  <a:spcPts val="0"/>
                </a:spcAft>
                <a:buClr>
                  <a:srgbClr val="0070AD"/>
                </a:buClr>
                <a:buSzPct val="120000"/>
                <a:buFontTx/>
                <a:buNone/>
                <a:tabLst/>
                <a:defRPr/>
              </a:pPr>
              <a:endParaRPr kumimoji="0" lang="en-US" sz="1400" b="1" i="0" u="none" strike="noStrike" kern="1200" cap="none" spc="0" normalizeH="0" baseline="0" noProof="0">
                <a:ln>
                  <a:noFill/>
                </a:ln>
                <a:solidFill>
                  <a:schemeClr val="bg1"/>
                </a:solidFill>
                <a:effectLst/>
                <a:uLnTx/>
                <a:uFillTx/>
                <a:latin typeface="Ubuntu Light" panose="020B0304030602030204" pitchFamily="34" charset="0"/>
                <a:ea typeface="Verdana" panose="020B0604030504040204" pitchFamily="34" charset="0"/>
                <a:cs typeface="+mn-cs"/>
              </a:endParaRPr>
            </a:p>
          </p:txBody>
        </p:sp>
        <p:sp>
          <p:nvSpPr>
            <p:cNvPr id="17" name="Oval 16">
              <a:extLst>
                <a:ext uri="{FF2B5EF4-FFF2-40B4-BE49-F238E27FC236}">
                  <a16:creationId xmlns:a16="http://schemas.microsoft.com/office/drawing/2014/main" id="{E27F2B77-A7CF-7CFF-38BC-8397D4873BE9}"/>
                </a:ext>
              </a:extLst>
            </p:cNvPr>
            <p:cNvSpPr/>
            <p:nvPr/>
          </p:nvSpPr>
          <p:spPr>
            <a:xfrm>
              <a:off x="7990813" y="2174666"/>
              <a:ext cx="1621725" cy="1534296"/>
            </a:xfrm>
            <a:prstGeom prst="ellipse">
              <a:avLst/>
            </a:prstGeom>
            <a:noFill/>
            <a:ln w="3810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nchorCtr="0"/>
            <a:lstStyle/>
            <a:p>
              <a:pPr marL="0" marR="0" lvl="0" indent="0" algn="ctr" defTabSz="914400" rtl="0" eaLnBrk="1" fontAlgn="auto" latinLnBrk="0" hangingPunct="1">
                <a:lnSpc>
                  <a:spcPct val="100000"/>
                </a:lnSpc>
                <a:spcBef>
                  <a:spcPts val="0"/>
                </a:spcBef>
                <a:spcAft>
                  <a:spcPts val="0"/>
                </a:spcAft>
                <a:buClr>
                  <a:srgbClr val="0070AD"/>
                </a:buClr>
                <a:buSzPct val="120000"/>
                <a:buFontTx/>
                <a:buNone/>
                <a:tabLst/>
                <a:defRPr/>
              </a:pPr>
              <a:endParaRPr kumimoji="0" lang="en-US" sz="1400" b="1" i="0" u="none" strike="noStrike" kern="1200" cap="none" spc="0" normalizeH="0" baseline="0" noProof="0">
                <a:ln>
                  <a:noFill/>
                </a:ln>
                <a:solidFill>
                  <a:schemeClr val="bg1"/>
                </a:solidFill>
                <a:effectLst/>
                <a:uLnTx/>
                <a:uFillTx/>
                <a:latin typeface="Ubuntu Light" panose="020B0304030602030204" pitchFamily="34" charset="0"/>
                <a:ea typeface="Verdana" panose="020B0604030504040204" pitchFamily="34" charset="0"/>
                <a:cs typeface="+mn-cs"/>
              </a:endParaRPr>
            </a:p>
          </p:txBody>
        </p:sp>
        <p:sp>
          <p:nvSpPr>
            <p:cNvPr id="18" name="Rectangle 17">
              <a:extLst>
                <a:ext uri="{FF2B5EF4-FFF2-40B4-BE49-F238E27FC236}">
                  <a16:creationId xmlns:a16="http://schemas.microsoft.com/office/drawing/2014/main" id="{0FFB5335-2F39-11DA-3401-88CA7BD3B47E}"/>
                </a:ext>
              </a:extLst>
            </p:cNvPr>
            <p:cNvSpPr/>
            <p:nvPr/>
          </p:nvSpPr>
          <p:spPr>
            <a:xfrm>
              <a:off x="0" y="2914568"/>
              <a:ext cx="10679501" cy="57903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schemeClr val="bg1"/>
                </a:solidFill>
                <a:effectLst/>
                <a:uLnTx/>
                <a:uFillTx/>
                <a:latin typeface="Ubuntu Light" panose="020B0304030602030204" pitchFamily="34" charset="0"/>
                <a:ea typeface="+mn-ea"/>
                <a:cs typeface="+mn-cs"/>
              </a:endParaRPr>
            </a:p>
          </p:txBody>
        </p:sp>
        <p:sp>
          <p:nvSpPr>
            <p:cNvPr id="19" name="Rectangle 18">
              <a:extLst>
                <a:ext uri="{FF2B5EF4-FFF2-40B4-BE49-F238E27FC236}">
                  <a16:creationId xmlns:a16="http://schemas.microsoft.com/office/drawing/2014/main" id="{75136914-31C9-ACD5-5810-6901C2CC6EA6}"/>
                </a:ext>
              </a:extLst>
            </p:cNvPr>
            <p:cNvSpPr/>
            <p:nvPr/>
          </p:nvSpPr>
          <p:spPr>
            <a:xfrm>
              <a:off x="315029" y="2889892"/>
              <a:ext cx="2809579" cy="53077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nchorCtr="0"/>
            <a:lstStyle/>
            <a:p>
              <a:pPr marL="0" marR="0" lvl="0" indent="0" algn="ctr" defTabSz="914400" rtl="0" eaLnBrk="1" fontAlgn="auto" latinLnBrk="0" hangingPunct="1">
                <a:lnSpc>
                  <a:spcPct val="100000"/>
                </a:lnSpc>
                <a:spcBef>
                  <a:spcPts val="0"/>
                </a:spcBef>
                <a:spcAft>
                  <a:spcPts val="0"/>
                </a:spcAft>
                <a:buClr>
                  <a:srgbClr val="0070AD"/>
                </a:buClr>
                <a:buSzPct val="120000"/>
                <a:buFontTx/>
                <a:buNone/>
                <a:tabLst/>
                <a:defRPr/>
              </a:pPr>
              <a:r>
                <a:rPr kumimoji="0" lang="en-IN" sz="1400" b="1" i="0" u="none" strike="noStrike" kern="1200" cap="none" spc="0" normalizeH="0" baseline="0" noProof="0">
                  <a:ln>
                    <a:noFill/>
                  </a:ln>
                  <a:solidFill>
                    <a:schemeClr val="bg1"/>
                  </a:solidFill>
                  <a:effectLst/>
                  <a:uLnTx/>
                  <a:uFillTx/>
                  <a:latin typeface="Ubuntu Light" panose="020B0304030602030204" pitchFamily="34" charset="0"/>
                  <a:ea typeface="Verdana" panose="020B0604030504040204" pitchFamily="34" charset="0"/>
                  <a:cs typeface="+mn-cs"/>
                </a:rPr>
                <a:t>Business</a:t>
              </a:r>
              <a:r>
                <a:rPr lang="en-IN" sz="1400" b="1">
                  <a:solidFill>
                    <a:schemeClr val="bg1"/>
                  </a:solidFill>
                  <a:latin typeface="Ubuntu Light" panose="020B0304030602030204" pitchFamily="34" charset="0"/>
                  <a:ea typeface="Verdana" panose="020B0604030504040204" pitchFamily="34" charset="0"/>
                </a:rPr>
                <a:t> </a:t>
              </a:r>
              <a:r>
                <a:rPr kumimoji="0" lang="en-IN" sz="1400" b="1" i="0" u="none" strike="noStrike" kern="1200" cap="none" spc="0" normalizeH="0" baseline="0" noProof="0">
                  <a:ln>
                    <a:noFill/>
                  </a:ln>
                  <a:solidFill>
                    <a:schemeClr val="bg1"/>
                  </a:solidFill>
                  <a:effectLst/>
                  <a:uLnTx/>
                  <a:uFillTx/>
                  <a:latin typeface="Ubuntu Light" panose="020B0304030602030204" pitchFamily="34" charset="0"/>
                  <a:ea typeface="Verdana" panose="020B0604030504040204" pitchFamily="34" charset="0"/>
                  <a:cs typeface="+mn-cs"/>
                </a:rPr>
                <a:t>Problem</a:t>
              </a:r>
            </a:p>
          </p:txBody>
        </p:sp>
        <p:sp>
          <p:nvSpPr>
            <p:cNvPr id="20" name="Rectangle 19">
              <a:extLst>
                <a:ext uri="{FF2B5EF4-FFF2-40B4-BE49-F238E27FC236}">
                  <a16:creationId xmlns:a16="http://schemas.microsoft.com/office/drawing/2014/main" id="{F963841E-A7F8-4F64-D2BE-25CB85CC9575}"/>
                </a:ext>
              </a:extLst>
            </p:cNvPr>
            <p:cNvSpPr/>
            <p:nvPr/>
          </p:nvSpPr>
          <p:spPr>
            <a:xfrm>
              <a:off x="3631878" y="2938693"/>
              <a:ext cx="2170926" cy="53077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nchorCtr="0"/>
            <a:lstStyle/>
            <a:p>
              <a:pPr marL="0" marR="0" lvl="0" indent="0" algn="ctr" defTabSz="914400" rtl="0" eaLnBrk="1" fontAlgn="auto" latinLnBrk="0" hangingPunct="1">
                <a:lnSpc>
                  <a:spcPct val="100000"/>
                </a:lnSpc>
                <a:spcBef>
                  <a:spcPts val="0"/>
                </a:spcBef>
                <a:spcAft>
                  <a:spcPts val="0"/>
                </a:spcAft>
                <a:buClr>
                  <a:srgbClr val="0070AD"/>
                </a:buClr>
                <a:buSzPct val="120000"/>
                <a:buFontTx/>
                <a:buNone/>
                <a:tabLst/>
                <a:defRPr/>
              </a:pPr>
              <a:endParaRPr kumimoji="0" lang="en-US" sz="1400" b="1" i="0" u="none" strike="noStrike" kern="1200" cap="none" spc="0" normalizeH="0" baseline="0" noProof="0">
                <a:ln>
                  <a:noFill/>
                </a:ln>
                <a:solidFill>
                  <a:schemeClr val="bg1"/>
                </a:solidFill>
                <a:effectLst/>
                <a:uLnTx/>
                <a:uFillTx/>
                <a:latin typeface="Ubuntu Light" panose="020B0304030602030204" pitchFamily="34" charset="0"/>
                <a:ea typeface="Verdana" panose="020B0604030504040204" pitchFamily="34" charset="0"/>
                <a:cs typeface="+mn-cs"/>
              </a:endParaRPr>
            </a:p>
          </p:txBody>
        </p:sp>
        <p:sp>
          <p:nvSpPr>
            <p:cNvPr id="21" name="Rectangle 20">
              <a:extLst>
                <a:ext uri="{FF2B5EF4-FFF2-40B4-BE49-F238E27FC236}">
                  <a16:creationId xmlns:a16="http://schemas.microsoft.com/office/drawing/2014/main" id="{9DAB0F78-B7BE-0CE4-F32E-1845980DC30B}"/>
                </a:ext>
              </a:extLst>
            </p:cNvPr>
            <p:cNvSpPr/>
            <p:nvPr/>
          </p:nvSpPr>
          <p:spPr>
            <a:xfrm>
              <a:off x="3995234" y="2889892"/>
              <a:ext cx="2466702" cy="53077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nchorCtr="0"/>
            <a:lstStyle/>
            <a:p>
              <a:pPr marL="0" marR="0" lvl="0" indent="0" algn="ctr" defTabSz="914400" rtl="0" eaLnBrk="1" fontAlgn="auto" latinLnBrk="0" hangingPunct="1">
                <a:lnSpc>
                  <a:spcPct val="100000"/>
                </a:lnSpc>
                <a:spcBef>
                  <a:spcPts val="0"/>
                </a:spcBef>
                <a:spcAft>
                  <a:spcPts val="0"/>
                </a:spcAft>
                <a:buClr>
                  <a:srgbClr val="0070AD"/>
                </a:buClr>
                <a:buSzPct val="120000"/>
                <a:buFontTx/>
                <a:buNone/>
                <a:tabLst/>
                <a:defRPr/>
              </a:pPr>
              <a:r>
                <a:rPr kumimoji="0" lang="en-US" sz="1400" b="1" i="0" u="none" strike="noStrike" kern="1200" cap="none" spc="0" normalizeH="0" baseline="0" noProof="0">
                  <a:ln>
                    <a:noFill/>
                  </a:ln>
                  <a:solidFill>
                    <a:schemeClr val="bg1"/>
                  </a:solidFill>
                  <a:effectLst/>
                  <a:uLnTx/>
                  <a:uFillTx/>
                  <a:latin typeface="Ubuntu Light" panose="020B0304030602030204" pitchFamily="34" charset="0"/>
                  <a:ea typeface="Verdana" panose="020B0604030504040204" pitchFamily="34" charset="0"/>
                  <a:cs typeface="+mn-cs"/>
                </a:rPr>
                <a:t>Solution</a:t>
              </a:r>
            </a:p>
          </p:txBody>
        </p:sp>
        <p:sp>
          <p:nvSpPr>
            <p:cNvPr id="22" name="Rectangle 21">
              <a:extLst>
                <a:ext uri="{FF2B5EF4-FFF2-40B4-BE49-F238E27FC236}">
                  <a16:creationId xmlns:a16="http://schemas.microsoft.com/office/drawing/2014/main" id="{893DD76B-12EE-FB5D-A65D-564F1CCDD1CE}"/>
                </a:ext>
              </a:extLst>
            </p:cNvPr>
            <p:cNvSpPr/>
            <p:nvPr/>
          </p:nvSpPr>
          <p:spPr>
            <a:xfrm>
              <a:off x="7418959" y="2871872"/>
              <a:ext cx="2631276" cy="53077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nchorCtr="0"/>
            <a:lstStyle/>
            <a:p>
              <a:pPr marL="0" marR="0" lvl="0" indent="0" algn="ctr" defTabSz="914400" rtl="0" eaLnBrk="1" fontAlgn="auto" latinLnBrk="0" hangingPunct="1">
                <a:lnSpc>
                  <a:spcPct val="100000"/>
                </a:lnSpc>
                <a:spcBef>
                  <a:spcPts val="0"/>
                </a:spcBef>
                <a:spcAft>
                  <a:spcPts val="0"/>
                </a:spcAft>
                <a:buClr>
                  <a:srgbClr val="0070AD"/>
                </a:buClr>
                <a:buSzPct val="120000"/>
                <a:buFontTx/>
                <a:buNone/>
                <a:tabLst/>
                <a:defRPr/>
              </a:pPr>
              <a:endParaRPr kumimoji="0" lang="en-US" sz="1400" b="1" i="0" u="none" strike="noStrike" kern="1200" cap="none" spc="0" normalizeH="0" baseline="0" noProof="0">
                <a:ln>
                  <a:noFill/>
                </a:ln>
                <a:solidFill>
                  <a:schemeClr val="bg1"/>
                </a:solidFill>
                <a:effectLst/>
                <a:uLnTx/>
                <a:uFillTx/>
                <a:latin typeface="Ubuntu Light" panose="020B0304030602030204" pitchFamily="34" charset="0"/>
                <a:ea typeface="Verdana" panose="020B0604030504040204" pitchFamily="34" charset="0"/>
                <a:cs typeface="+mn-cs"/>
              </a:endParaRPr>
            </a:p>
            <a:p>
              <a:pPr marL="0" marR="0" lvl="0" indent="0" algn="ctr" defTabSz="914400" rtl="0" eaLnBrk="1" fontAlgn="auto" latinLnBrk="0" hangingPunct="1">
                <a:lnSpc>
                  <a:spcPct val="100000"/>
                </a:lnSpc>
                <a:spcBef>
                  <a:spcPts val="0"/>
                </a:spcBef>
                <a:spcAft>
                  <a:spcPts val="0"/>
                </a:spcAft>
                <a:buClr>
                  <a:srgbClr val="0070AD"/>
                </a:buClr>
                <a:buSzPct val="120000"/>
                <a:buFontTx/>
                <a:buNone/>
                <a:tabLst/>
                <a:defRPr/>
              </a:pPr>
              <a:r>
                <a:rPr kumimoji="0" lang="en-US" sz="1400" b="1" i="0" u="none" strike="noStrike" kern="1200" cap="none" spc="0" normalizeH="0" baseline="0" noProof="0">
                  <a:ln>
                    <a:noFill/>
                  </a:ln>
                  <a:solidFill>
                    <a:schemeClr val="bg1"/>
                  </a:solidFill>
                  <a:effectLst/>
                  <a:uLnTx/>
                  <a:uFillTx/>
                  <a:latin typeface="Ubuntu Light" panose="020B0304030602030204" pitchFamily="34" charset="0"/>
                  <a:ea typeface="Verdana" panose="020B0604030504040204" pitchFamily="34" charset="0"/>
                  <a:cs typeface="+mn-cs"/>
                </a:rPr>
                <a:t>Business Benefits</a:t>
              </a:r>
              <a:br>
                <a:rPr kumimoji="0" lang="en-US" sz="1400" b="1" i="0" u="none" strike="noStrike" kern="1200" cap="none" spc="0" normalizeH="0" baseline="0" noProof="0">
                  <a:ln>
                    <a:noFill/>
                  </a:ln>
                  <a:solidFill>
                    <a:schemeClr val="bg1"/>
                  </a:solidFill>
                  <a:effectLst/>
                  <a:uLnTx/>
                  <a:uFillTx/>
                  <a:latin typeface="Ubuntu Light" panose="020B0304030602030204" pitchFamily="34" charset="0"/>
                  <a:ea typeface="Verdana" panose="020B0604030504040204" pitchFamily="34" charset="0"/>
                  <a:cs typeface="+mn-cs"/>
                </a:rPr>
              </a:br>
              <a:endParaRPr kumimoji="0" lang="en-US" sz="1400" b="1" i="0" u="none" strike="noStrike" kern="1200" cap="none" spc="0" normalizeH="0" baseline="0" noProof="0">
                <a:ln>
                  <a:noFill/>
                </a:ln>
                <a:solidFill>
                  <a:schemeClr val="bg1"/>
                </a:solidFill>
                <a:effectLst/>
                <a:uLnTx/>
                <a:uFillTx/>
                <a:latin typeface="Ubuntu Light" panose="020B0304030602030204" pitchFamily="34" charset="0"/>
                <a:ea typeface="Verdana" panose="020B0604030504040204" pitchFamily="34" charset="0"/>
                <a:cs typeface="+mn-cs"/>
              </a:endParaRPr>
            </a:p>
          </p:txBody>
        </p:sp>
        <p:cxnSp>
          <p:nvCxnSpPr>
            <p:cNvPr id="24" name="Straight Connector 23">
              <a:extLst>
                <a:ext uri="{FF2B5EF4-FFF2-40B4-BE49-F238E27FC236}">
                  <a16:creationId xmlns:a16="http://schemas.microsoft.com/office/drawing/2014/main" id="{04564B7A-02BF-6ADD-2E1B-0C8B53FA458E}"/>
                </a:ext>
              </a:extLst>
            </p:cNvPr>
            <p:cNvCxnSpPr/>
            <p:nvPr/>
          </p:nvCxnSpPr>
          <p:spPr>
            <a:xfrm>
              <a:off x="3315667" y="2986947"/>
              <a:ext cx="0" cy="434273"/>
            </a:xfrm>
            <a:prstGeom prst="line">
              <a:avLst/>
            </a:prstGeom>
            <a:ln w="19050">
              <a:solidFill>
                <a:schemeClr val="bg1">
                  <a:alpha val="50000"/>
                </a:schemeClr>
              </a:solidFill>
            </a:ln>
          </p:spPr>
          <p:style>
            <a:lnRef idx="1">
              <a:schemeClr val="accent1"/>
            </a:lnRef>
            <a:fillRef idx="0">
              <a:schemeClr val="accent1"/>
            </a:fillRef>
            <a:effectRef idx="0">
              <a:schemeClr val="accent1"/>
            </a:effectRef>
            <a:fontRef idx="minor">
              <a:schemeClr val="tx1"/>
            </a:fontRef>
          </p:style>
        </p:cxnSp>
        <p:cxnSp>
          <p:nvCxnSpPr>
            <p:cNvPr id="26" name="Straight Connector 25">
              <a:extLst>
                <a:ext uri="{FF2B5EF4-FFF2-40B4-BE49-F238E27FC236}">
                  <a16:creationId xmlns:a16="http://schemas.microsoft.com/office/drawing/2014/main" id="{E85718DD-EC12-72B3-FDA4-7C588168C186}"/>
                </a:ext>
              </a:extLst>
            </p:cNvPr>
            <p:cNvCxnSpPr/>
            <p:nvPr/>
          </p:nvCxnSpPr>
          <p:spPr>
            <a:xfrm>
              <a:off x="6942696" y="3004374"/>
              <a:ext cx="0" cy="434273"/>
            </a:xfrm>
            <a:prstGeom prst="line">
              <a:avLst/>
            </a:prstGeom>
            <a:ln w="19050">
              <a:solidFill>
                <a:schemeClr val="bg1">
                  <a:alpha val="50000"/>
                </a:schemeClr>
              </a:solidFill>
            </a:ln>
          </p:spPr>
          <p:style>
            <a:lnRef idx="1">
              <a:schemeClr val="accent1"/>
            </a:lnRef>
            <a:fillRef idx="0">
              <a:schemeClr val="accent1"/>
            </a:fillRef>
            <a:effectRef idx="0">
              <a:schemeClr val="accent1"/>
            </a:effectRef>
            <a:fontRef idx="minor">
              <a:schemeClr val="tx1"/>
            </a:fontRef>
          </p:style>
        </p:cxnSp>
        <p:cxnSp>
          <p:nvCxnSpPr>
            <p:cNvPr id="28" name="Straight Connector 27">
              <a:extLst>
                <a:ext uri="{FF2B5EF4-FFF2-40B4-BE49-F238E27FC236}">
                  <a16:creationId xmlns:a16="http://schemas.microsoft.com/office/drawing/2014/main" id="{564701F8-00E9-9BA9-B2EA-10059F3A3110}"/>
                </a:ext>
              </a:extLst>
            </p:cNvPr>
            <p:cNvCxnSpPr>
              <a:cxnSpLocks/>
            </p:cNvCxnSpPr>
            <p:nvPr/>
          </p:nvCxnSpPr>
          <p:spPr>
            <a:xfrm>
              <a:off x="6942696" y="3493598"/>
              <a:ext cx="0" cy="3114368"/>
            </a:xfrm>
            <a:prstGeom prst="line">
              <a:avLst/>
            </a:prstGeom>
            <a:ln w="12700">
              <a:solidFill>
                <a:schemeClr val="tx1">
                  <a:lumMod val="65000"/>
                  <a:lumOff val="35000"/>
                  <a:alpha val="50000"/>
                </a:schemeClr>
              </a:solidFill>
              <a:tailEnd type="oval"/>
            </a:ln>
          </p:spPr>
          <p:style>
            <a:lnRef idx="1">
              <a:schemeClr val="accent1"/>
            </a:lnRef>
            <a:fillRef idx="0">
              <a:schemeClr val="accent1"/>
            </a:fillRef>
            <a:effectRef idx="0">
              <a:schemeClr val="accent1"/>
            </a:effectRef>
            <a:fontRef idx="minor">
              <a:schemeClr val="tx1"/>
            </a:fontRef>
          </p:style>
        </p:cxnSp>
        <p:sp>
          <p:nvSpPr>
            <p:cNvPr id="29" name="Rectangle 28">
              <a:extLst>
                <a:ext uri="{FF2B5EF4-FFF2-40B4-BE49-F238E27FC236}">
                  <a16:creationId xmlns:a16="http://schemas.microsoft.com/office/drawing/2014/main" id="{B7AACD65-AB91-CA34-1B0D-BA829B55C312}"/>
                </a:ext>
              </a:extLst>
            </p:cNvPr>
            <p:cNvSpPr/>
            <p:nvPr/>
          </p:nvSpPr>
          <p:spPr>
            <a:xfrm>
              <a:off x="333177" y="3811265"/>
              <a:ext cx="2887013" cy="250276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nchorCtr="0"/>
            <a:lstStyle/>
            <a:p>
              <a:pPr marL="182880" marR="0" lvl="0" indent="-182880" algn="l" defTabSz="914400" rtl="0" eaLnBrk="1" fontAlgn="auto" latinLnBrk="0" hangingPunct="1">
                <a:lnSpc>
                  <a:spcPct val="100000"/>
                </a:lnSpc>
                <a:spcBef>
                  <a:spcPts val="0"/>
                </a:spcBef>
                <a:spcAft>
                  <a:spcPts val="1200"/>
                </a:spcAft>
                <a:buClr>
                  <a:srgbClr val="0070AD"/>
                </a:buClr>
                <a:buSzPct val="120000"/>
                <a:buFont typeface="Arial" panose="020B0604020202020204" pitchFamily="34" charset="0"/>
                <a:buChar char="•"/>
                <a:tabLst/>
                <a:defRPr/>
              </a:pPr>
              <a:endParaRPr lang="en-US" sz="1100">
                <a:solidFill>
                  <a:schemeClr val="bg1"/>
                </a:solidFill>
                <a:latin typeface="Ubuntu Light" panose="020B0304030602030204" pitchFamily="34" charset="0"/>
              </a:endParaRPr>
            </a:p>
          </p:txBody>
        </p:sp>
        <p:sp>
          <p:nvSpPr>
            <p:cNvPr id="33" name="Rectangle 32">
              <a:extLst>
                <a:ext uri="{FF2B5EF4-FFF2-40B4-BE49-F238E27FC236}">
                  <a16:creationId xmlns:a16="http://schemas.microsoft.com/office/drawing/2014/main" id="{D6DF9823-2282-5283-6203-5E1850ABA118}"/>
                </a:ext>
              </a:extLst>
            </p:cNvPr>
            <p:cNvSpPr/>
            <p:nvPr/>
          </p:nvSpPr>
          <p:spPr>
            <a:xfrm>
              <a:off x="7336067" y="3825113"/>
              <a:ext cx="2745860" cy="2560141"/>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nchorCtr="0"/>
            <a:lstStyle/>
            <a:p>
              <a:pPr marL="182880" indent="-182880">
                <a:spcAft>
                  <a:spcPts val="1200"/>
                </a:spcAft>
                <a:buClr>
                  <a:srgbClr val="0070AD"/>
                </a:buClr>
                <a:buSzPct val="120000"/>
                <a:buFont typeface="Arial" panose="020B0604020202020204" pitchFamily="34" charset="0"/>
                <a:buChar char="•"/>
                <a:defRPr/>
              </a:pPr>
              <a:endParaRPr lang="en-US" sz="1100" b="1">
                <a:solidFill>
                  <a:schemeClr val="bg1"/>
                </a:solidFill>
                <a:latin typeface="Ubuntu Light" panose="020B0304030602030204" pitchFamily="34" charset="0"/>
              </a:endParaRPr>
            </a:p>
          </p:txBody>
        </p:sp>
        <p:cxnSp>
          <p:nvCxnSpPr>
            <p:cNvPr id="35" name="Straight Connector 34">
              <a:extLst>
                <a:ext uri="{FF2B5EF4-FFF2-40B4-BE49-F238E27FC236}">
                  <a16:creationId xmlns:a16="http://schemas.microsoft.com/office/drawing/2014/main" id="{0AE85CBA-7A79-F9BA-BEAE-7EEA13AAF6B0}"/>
                </a:ext>
              </a:extLst>
            </p:cNvPr>
            <p:cNvCxnSpPr>
              <a:cxnSpLocks/>
            </p:cNvCxnSpPr>
            <p:nvPr/>
          </p:nvCxnSpPr>
          <p:spPr>
            <a:xfrm>
              <a:off x="3315667" y="3536294"/>
              <a:ext cx="0" cy="3057171"/>
            </a:xfrm>
            <a:prstGeom prst="line">
              <a:avLst/>
            </a:prstGeom>
            <a:ln w="12700">
              <a:solidFill>
                <a:schemeClr val="tx1">
                  <a:lumMod val="65000"/>
                  <a:lumOff val="35000"/>
                  <a:alpha val="50000"/>
                </a:schemeClr>
              </a:solidFill>
              <a:tailEnd type="oval"/>
            </a:ln>
          </p:spPr>
          <p:style>
            <a:lnRef idx="1">
              <a:schemeClr val="accent1"/>
            </a:lnRef>
            <a:fillRef idx="0">
              <a:schemeClr val="accent1"/>
            </a:fillRef>
            <a:effectRef idx="0">
              <a:schemeClr val="accent1"/>
            </a:effectRef>
            <a:fontRef idx="minor">
              <a:schemeClr val="tx1"/>
            </a:fontRef>
          </p:style>
        </p:cxnSp>
        <p:pic>
          <p:nvPicPr>
            <p:cNvPr id="36" name="Picture 35" descr="Shape&#10;&#10;Description automatically generated with low confidence">
              <a:extLst>
                <a:ext uri="{FF2B5EF4-FFF2-40B4-BE49-F238E27FC236}">
                  <a16:creationId xmlns:a16="http://schemas.microsoft.com/office/drawing/2014/main" id="{D587F800-915E-B5A8-D404-E2C32A0F165F}"/>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1429790" y="2453971"/>
              <a:ext cx="570108" cy="507747"/>
            </a:xfrm>
            <a:prstGeom prst="rect">
              <a:avLst/>
            </a:prstGeom>
          </p:spPr>
        </p:pic>
        <p:pic>
          <p:nvPicPr>
            <p:cNvPr id="51" name="Picture 50" descr="Shape&#10;&#10;Description automatically generated with low confidence">
              <a:extLst>
                <a:ext uri="{FF2B5EF4-FFF2-40B4-BE49-F238E27FC236}">
                  <a16:creationId xmlns:a16="http://schemas.microsoft.com/office/drawing/2014/main" id="{8BAE85A7-3176-7D1A-4B8A-20B5B94B2D5F}"/>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flipH="1" flipV="1">
              <a:off x="5043139" y="2454272"/>
              <a:ext cx="467030" cy="467030"/>
            </a:xfrm>
            <a:prstGeom prst="rect">
              <a:avLst/>
            </a:prstGeom>
          </p:spPr>
        </p:pic>
        <p:pic>
          <p:nvPicPr>
            <p:cNvPr id="52" name="Picture 51" descr="Shape&#10;&#10;Description automatically generated with low confidence">
              <a:extLst>
                <a:ext uri="{FF2B5EF4-FFF2-40B4-BE49-F238E27FC236}">
                  <a16:creationId xmlns:a16="http://schemas.microsoft.com/office/drawing/2014/main" id="{40336C04-2819-B619-551A-B78C34021026}"/>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8525897" y="2440430"/>
              <a:ext cx="504520" cy="504520"/>
            </a:xfrm>
            <a:prstGeom prst="rect">
              <a:avLst/>
            </a:prstGeom>
          </p:spPr>
        </p:pic>
      </p:grpSp>
      <p:pic>
        <p:nvPicPr>
          <p:cNvPr id="5" name="Picture 4">
            <a:extLst>
              <a:ext uri="{FF2B5EF4-FFF2-40B4-BE49-F238E27FC236}">
                <a16:creationId xmlns:a16="http://schemas.microsoft.com/office/drawing/2014/main" id="{051E6A75-434B-1678-F5EA-24AE01323AA1}"/>
              </a:ext>
            </a:extLst>
          </p:cNvPr>
          <p:cNvPicPr>
            <a:picLocks noChangeAspect="1"/>
          </p:cNvPicPr>
          <p:nvPr/>
        </p:nvPicPr>
        <p:blipFill>
          <a:blip r:embed="rId8">
            <a:extLst>
              <a:ext uri="{28A0092B-C50C-407E-A947-70E740481C1C}">
                <a14:useLocalDpi xmlns:a14="http://schemas.microsoft.com/office/drawing/2010/main" val="0"/>
              </a:ext>
            </a:extLst>
          </a:blip>
          <a:srcRect/>
          <a:stretch/>
        </p:blipFill>
        <p:spPr>
          <a:xfrm>
            <a:off x="9303506" y="0"/>
            <a:ext cx="2888494" cy="6549390"/>
          </a:xfrm>
          <a:prstGeom prst="rect">
            <a:avLst/>
          </a:prstGeom>
        </p:spPr>
      </p:pic>
      <p:sp>
        <p:nvSpPr>
          <p:cNvPr id="7" name="Right Triangle 6">
            <a:extLst>
              <a:ext uri="{FF2B5EF4-FFF2-40B4-BE49-F238E27FC236}">
                <a16:creationId xmlns:a16="http://schemas.microsoft.com/office/drawing/2014/main" id="{8D4076A5-C9B4-FBE7-DD42-E46DAB885A3A}"/>
              </a:ext>
            </a:extLst>
          </p:cNvPr>
          <p:cNvSpPr/>
          <p:nvPr/>
        </p:nvSpPr>
        <p:spPr>
          <a:xfrm rot="5400000">
            <a:off x="8950415" y="353087"/>
            <a:ext cx="2573877" cy="1867703"/>
          </a:xfrm>
          <a:prstGeom prst="rtTriangle">
            <a:avLst/>
          </a:prstGeom>
          <a:solidFill>
            <a:srgbClr val="272936"/>
          </a:soli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IN" sz="1400" err="1">
              <a:solidFill>
                <a:schemeClr val="tx1"/>
              </a:solidFill>
            </a:endParaRPr>
          </a:p>
        </p:txBody>
      </p:sp>
      <p:sp>
        <p:nvSpPr>
          <p:cNvPr id="25" name="Title 1">
            <a:extLst>
              <a:ext uri="{FF2B5EF4-FFF2-40B4-BE49-F238E27FC236}">
                <a16:creationId xmlns:a16="http://schemas.microsoft.com/office/drawing/2014/main" id="{4AA8A2B7-8C62-A82D-AA0F-30B64A3662F5}"/>
              </a:ext>
            </a:extLst>
          </p:cNvPr>
          <p:cNvSpPr txBox="1">
            <a:spLocks/>
          </p:cNvSpPr>
          <p:nvPr/>
        </p:nvSpPr>
        <p:spPr>
          <a:xfrm>
            <a:off x="191278" y="207899"/>
            <a:ext cx="10693783" cy="1580375"/>
          </a:xfrm>
          <a:prstGeom prst="rect">
            <a:avLst/>
          </a:prstGeom>
        </p:spPr>
        <p:txBody>
          <a:bodyPr vert="horz" lIns="0" tIns="180000" rIns="0" bIns="0" rtlCol="0" anchor="t" anchorCtr="0">
            <a:noAutofit/>
          </a:bodyPr>
          <a:lstStyle>
            <a:lvl1pPr marL="0" marR="0" indent="0" algn="l" defTabSz="914400" rtl="0" eaLnBrk="1" fontAlgn="auto" latinLnBrk="0" hangingPunct="1">
              <a:lnSpc>
                <a:spcPct val="100000"/>
              </a:lnSpc>
              <a:spcBef>
                <a:spcPct val="0"/>
              </a:spcBef>
              <a:spcAft>
                <a:spcPts val="0"/>
              </a:spcAft>
              <a:buClrTx/>
              <a:buSzTx/>
              <a:buFontTx/>
              <a:buNone/>
              <a:tabLst/>
              <a:defRPr kumimoji="0" lang="en-US" sz="2800" b="0" i="0" u="none" strike="noStrike" kern="1200" cap="none" spc="0" normalizeH="0" baseline="0" noProof="0">
                <a:ln>
                  <a:noFill/>
                </a:ln>
                <a:solidFill>
                  <a:schemeClr val="bg1"/>
                </a:solidFill>
                <a:effectLst/>
                <a:uLnTx/>
                <a:uFillTx/>
                <a:latin typeface="+mj-lt"/>
                <a:ea typeface="+mj-ea"/>
                <a:cs typeface="+mj-cs"/>
              </a:defRPr>
            </a:lvl1pPr>
          </a:lstStyle>
          <a:p>
            <a:endParaRPr lang="en-US"/>
          </a:p>
        </p:txBody>
      </p:sp>
      <p:sp>
        <p:nvSpPr>
          <p:cNvPr id="4" name="TextBox 3">
            <a:extLst>
              <a:ext uri="{FF2B5EF4-FFF2-40B4-BE49-F238E27FC236}">
                <a16:creationId xmlns:a16="http://schemas.microsoft.com/office/drawing/2014/main" id="{E2BB67DD-EC73-CB26-8A0C-DE951256F15D}"/>
              </a:ext>
            </a:extLst>
          </p:cNvPr>
          <p:cNvSpPr txBox="1"/>
          <p:nvPr/>
        </p:nvSpPr>
        <p:spPr>
          <a:xfrm>
            <a:off x="191278" y="355716"/>
            <a:ext cx="10494312" cy="892552"/>
          </a:xfrm>
          <a:prstGeom prst="rect">
            <a:avLst/>
          </a:prstGeom>
          <a:noFill/>
        </p:spPr>
        <p:txBody>
          <a:bodyPr wrap="square">
            <a:spAutoFit/>
          </a:bodyPr>
          <a:lstStyle/>
          <a:p>
            <a:r>
              <a:rPr lang="en-US" sz="2600">
                <a:solidFill>
                  <a:schemeClr val="bg1"/>
                </a:solidFill>
                <a:latin typeface="Ubuntu" panose="020B0504030602030204" pitchFamily="34" charset="0"/>
                <a:ea typeface="+mj-ea"/>
                <a:cs typeface="+mj-cs"/>
              </a:rPr>
              <a:t>Designed an IT organization structure and operating model </a:t>
            </a:r>
            <a:br>
              <a:rPr lang="en-US" sz="2600">
                <a:solidFill>
                  <a:schemeClr val="bg1"/>
                </a:solidFill>
                <a:latin typeface="Ubuntu" panose="020B0504030602030204" pitchFamily="34" charset="0"/>
                <a:ea typeface="+mj-ea"/>
                <a:cs typeface="+mj-cs"/>
              </a:rPr>
            </a:br>
            <a:r>
              <a:rPr lang="en-US" sz="2600">
                <a:solidFill>
                  <a:schemeClr val="bg1"/>
                </a:solidFill>
                <a:latin typeface="Ubuntu" panose="020B0504030602030204" pitchFamily="34" charset="0"/>
                <a:ea typeface="+mj-ea"/>
                <a:cs typeface="+mj-cs"/>
              </a:rPr>
              <a:t>for a large public sector bank in India</a:t>
            </a:r>
            <a:endParaRPr lang="en-IN" sz="2600">
              <a:solidFill>
                <a:schemeClr val="bg1"/>
              </a:solidFill>
              <a:latin typeface="Ubuntu" panose="020B0504030602030204" pitchFamily="34" charset="0"/>
              <a:ea typeface="+mj-ea"/>
              <a:cs typeface="+mj-cs"/>
            </a:endParaRPr>
          </a:p>
        </p:txBody>
      </p:sp>
      <p:sp>
        <p:nvSpPr>
          <p:cNvPr id="23" name="TextBox 22">
            <a:extLst>
              <a:ext uri="{FF2B5EF4-FFF2-40B4-BE49-F238E27FC236}">
                <a16:creationId xmlns:a16="http://schemas.microsoft.com/office/drawing/2014/main" id="{C50C994A-74DD-0D21-8821-5393610D26B1}"/>
              </a:ext>
            </a:extLst>
          </p:cNvPr>
          <p:cNvSpPr txBox="1"/>
          <p:nvPr/>
        </p:nvSpPr>
        <p:spPr>
          <a:xfrm>
            <a:off x="137793" y="3653911"/>
            <a:ext cx="2721694" cy="2174954"/>
          </a:xfrm>
          <a:prstGeom prst="rect">
            <a:avLst/>
          </a:prstGeom>
          <a:noFill/>
        </p:spPr>
        <p:txBody>
          <a:bodyPr wrap="square">
            <a:spAutoFit/>
          </a:bodyPr>
          <a:lstStyle/>
          <a:p>
            <a:pPr marL="174625" marR="0" lvl="1" indent="-174625" algn="l" defTabSz="914400" rtl="0" eaLnBrk="1" fontAlgn="auto" latinLnBrk="0" hangingPunct="1">
              <a:lnSpc>
                <a:spcPct val="100000"/>
              </a:lnSpc>
              <a:spcBef>
                <a:spcPts val="200"/>
              </a:spcBef>
              <a:spcAft>
                <a:spcPts val="0"/>
              </a:spcAft>
              <a:buClr>
                <a:srgbClr val="FFFFFF"/>
              </a:buClr>
              <a:buSzTx/>
              <a:buFont typeface="Wingdings" panose="05000000000000000000" pitchFamily="2" charset="2"/>
              <a:buChar char="§"/>
              <a:tabLst/>
              <a:defRPr/>
            </a:pPr>
            <a:r>
              <a:rPr lang="en-US" sz="1100">
                <a:solidFill>
                  <a:schemeClr val="bg1"/>
                </a:solidFill>
                <a:latin typeface="Ubuntu Light" panose="020B0304030602030204" pitchFamily="34" charset="0"/>
              </a:rPr>
              <a:t>Understand current organization structure of the of the three Banks and suggest consolidation/ augmentation of the same as required</a:t>
            </a:r>
          </a:p>
          <a:p>
            <a:pPr marL="174625" marR="0" lvl="1" indent="-174625" algn="l" defTabSz="914400" rtl="0" eaLnBrk="1" fontAlgn="auto" latinLnBrk="0" hangingPunct="1">
              <a:lnSpc>
                <a:spcPct val="100000"/>
              </a:lnSpc>
              <a:spcBef>
                <a:spcPts val="200"/>
              </a:spcBef>
              <a:spcAft>
                <a:spcPts val="0"/>
              </a:spcAft>
              <a:buClr>
                <a:srgbClr val="FFFFFF"/>
              </a:buClr>
              <a:buSzTx/>
              <a:buFont typeface="Wingdings" panose="05000000000000000000" pitchFamily="2" charset="2"/>
              <a:buChar char="§"/>
              <a:tabLst/>
              <a:defRPr/>
            </a:pPr>
            <a:r>
              <a:rPr lang="en-US" sz="1100">
                <a:solidFill>
                  <a:schemeClr val="bg1"/>
                </a:solidFill>
                <a:latin typeface="Ubuntu Light" panose="020B0304030602030204" pitchFamily="34" charset="0"/>
              </a:rPr>
              <a:t>Identify points of convergence for the IT departments which can help to identify synergies for the merged entity</a:t>
            </a:r>
          </a:p>
          <a:p>
            <a:pPr marL="174625" marR="0" lvl="1" indent="-174625" algn="l" defTabSz="914400" rtl="0" eaLnBrk="1" fontAlgn="auto" latinLnBrk="0" hangingPunct="1">
              <a:lnSpc>
                <a:spcPct val="100000"/>
              </a:lnSpc>
              <a:spcBef>
                <a:spcPts val="200"/>
              </a:spcBef>
              <a:spcAft>
                <a:spcPts val="0"/>
              </a:spcAft>
              <a:buClr>
                <a:srgbClr val="FFFFFF"/>
              </a:buClr>
              <a:buSzTx/>
              <a:buFont typeface="Wingdings" panose="05000000000000000000" pitchFamily="2" charset="2"/>
              <a:buChar char="§"/>
              <a:tabLst/>
              <a:defRPr/>
            </a:pPr>
            <a:r>
              <a:rPr lang="en-US" sz="1100">
                <a:solidFill>
                  <a:schemeClr val="bg1"/>
                </a:solidFill>
                <a:latin typeface="Ubuntu Light" panose="020B0304030602030204" pitchFamily="34" charset="0"/>
              </a:rPr>
              <a:t>Design the To-Be Organization Structure along with the resource capacity plan for the merged entity</a:t>
            </a:r>
          </a:p>
        </p:txBody>
      </p:sp>
      <p:sp>
        <p:nvSpPr>
          <p:cNvPr id="34" name="TextBox 33">
            <a:extLst>
              <a:ext uri="{FF2B5EF4-FFF2-40B4-BE49-F238E27FC236}">
                <a16:creationId xmlns:a16="http://schemas.microsoft.com/office/drawing/2014/main" id="{6B8E6818-60B6-0EA6-4432-4D25ECE3B744}"/>
              </a:ext>
            </a:extLst>
          </p:cNvPr>
          <p:cNvSpPr txBox="1"/>
          <p:nvPr/>
        </p:nvSpPr>
        <p:spPr>
          <a:xfrm>
            <a:off x="3099643" y="3653911"/>
            <a:ext cx="3209564" cy="2369880"/>
          </a:xfrm>
          <a:prstGeom prst="rect">
            <a:avLst/>
          </a:prstGeom>
          <a:noFill/>
        </p:spPr>
        <p:txBody>
          <a:bodyPr wrap="square">
            <a:spAutoFit/>
          </a:bodyPr>
          <a:lstStyle/>
          <a:p>
            <a:pPr marL="174625" lvl="1" indent="-174625">
              <a:spcBef>
                <a:spcPts val="200"/>
              </a:spcBef>
              <a:buClr>
                <a:srgbClr val="FFFFFF"/>
              </a:buClr>
              <a:buFont typeface="Wingdings" panose="05000000000000000000" pitchFamily="2" charset="2"/>
              <a:buChar char="§"/>
              <a:defRPr/>
            </a:pPr>
            <a:r>
              <a:rPr lang="en-US" sz="1100">
                <a:solidFill>
                  <a:schemeClr val="bg1"/>
                </a:solidFill>
                <a:latin typeface="Ubuntu Light" panose="020B0304030602030204" pitchFamily="34" charset="0"/>
              </a:rPr>
              <a:t>Futuristic IT Organization Structure</a:t>
            </a:r>
          </a:p>
          <a:p>
            <a:pPr marL="174625" lvl="1" indent="-174625">
              <a:spcBef>
                <a:spcPts val="200"/>
              </a:spcBef>
              <a:buClr>
                <a:srgbClr val="FFFFFF"/>
              </a:buClr>
              <a:buFont typeface="Wingdings" panose="05000000000000000000" pitchFamily="2" charset="2"/>
              <a:buChar char="§"/>
              <a:defRPr/>
            </a:pPr>
            <a:r>
              <a:rPr lang="en-US" sz="1100">
                <a:solidFill>
                  <a:schemeClr val="bg1"/>
                </a:solidFill>
                <a:latin typeface="Ubuntu Light" panose="020B0304030602030204" pitchFamily="34" charset="0"/>
              </a:rPr>
              <a:t>Leveraged the strengths of the individual banks </a:t>
            </a:r>
            <a:r>
              <a:rPr lang="en-US" sz="1100" b="1">
                <a:solidFill>
                  <a:schemeClr val="bg1"/>
                </a:solidFill>
                <a:latin typeface="Ubuntu Light" panose="020B0304030602030204" pitchFamily="34" charset="0"/>
              </a:rPr>
              <a:t>and created points of convergence </a:t>
            </a:r>
            <a:r>
              <a:rPr lang="en-US" sz="1100">
                <a:solidFill>
                  <a:schemeClr val="bg1"/>
                </a:solidFill>
                <a:latin typeface="Ubuntu Light" panose="020B0304030602030204" pitchFamily="34" charset="0"/>
              </a:rPr>
              <a:t>for the merged entity </a:t>
            </a:r>
          </a:p>
          <a:p>
            <a:pPr marL="174625" lvl="1" indent="-174625">
              <a:spcBef>
                <a:spcPts val="200"/>
              </a:spcBef>
              <a:buClr>
                <a:srgbClr val="FFFFFF"/>
              </a:buClr>
              <a:buFont typeface="Wingdings" panose="05000000000000000000" pitchFamily="2" charset="2"/>
              <a:buChar char="§"/>
              <a:defRPr/>
            </a:pPr>
            <a:r>
              <a:rPr lang="en-US" sz="1100">
                <a:solidFill>
                  <a:schemeClr val="bg1"/>
                </a:solidFill>
                <a:latin typeface="Ubuntu Light" panose="020B0304030602030204" pitchFamily="34" charset="0"/>
              </a:rPr>
              <a:t>‘Run-the-Bank’ and ‘Change-the-Bank’ approach helped the bank to </a:t>
            </a:r>
            <a:r>
              <a:rPr lang="en-US" sz="1100" b="1">
                <a:solidFill>
                  <a:schemeClr val="bg1"/>
                </a:solidFill>
                <a:latin typeface="Ubuntu Light" panose="020B0304030602030204" pitchFamily="34" charset="0"/>
              </a:rPr>
              <a:t>improve operational excellence and reduced turnaround time.  </a:t>
            </a:r>
            <a:r>
              <a:rPr lang="en-US" sz="1100">
                <a:solidFill>
                  <a:schemeClr val="bg1"/>
                </a:solidFill>
                <a:latin typeface="Ubuntu Light" panose="020B0304030602030204" pitchFamily="34" charset="0"/>
              </a:rPr>
              <a:t>Resource Capacity Planning</a:t>
            </a:r>
          </a:p>
          <a:p>
            <a:pPr marL="174625" lvl="1" indent="-174625">
              <a:spcBef>
                <a:spcPts val="200"/>
              </a:spcBef>
              <a:buClr>
                <a:srgbClr val="FFFFFF"/>
              </a:buClr>
              <a:buFont typeface="Wingdings" panose="05000000000000000000" pitchFamily="2" charset="2"/>
              <a:buChar char="§"/>
              <a:defRPr/>
            </a:pPr>
            <a:r>
              <a:rPr lang="en-US" sz="1100">
                <a:solidFill>
                  <a:schemeClr val="bg1"/>
                </a:solidFill>
                <a:latin typeface="Ubuntu Light" panose="020B0304030602030204" pitchFamily="34" charset="0"/>
              </a:rPr>
              <a:t>Rationalized Resource requirements with </a:t>
            </a:r>
            <a:r>
              <a:rPr lang="en-US" sz="1100" b="1">
                <a:solidFill>
                  <a:schemeClr val="bg1"/>
                </a:solidFill>
                <a:latin typeface="Ubuntu Light" panose="020B0304030602030204" pitchFamily="34" charset="0"/>
              </a:rPr>
              <a:t>upskilling/cross-skilling initiatives </a:t>
            </a:r>
            <a:r>
              <a:rPr lang="en-US" sz="1100">
                <a:solidFill>
                  <a:schemeClr val="bg1"/>
                </a:solidFill>
                <a:latin typeface="Ubuntu Light" panose="020B0304030602030204" pitchFamily="34" charset="0"/>
              </a:rPr>
              <a:t>with 8% reduction in manpower for existing departments</a:t>
            </a:r>
          </a:p>
        </p:txBody>
      </p:sp>
      <p:sp>
        <p:nvSpPr>
          <p:cNvPr id="40" name="TextBox 39">
            <a:extLst>
              <a:ext uri="{FF2B5EF4-FFF2-40B4-BE49-F238E27FC236}">
                <a16:creationId xmlns:a16="http://schemas.microsoft.com/office/drawing/2014/main" id="{8ECD3555-C0E8-6CB0-1C9C-DED188073582}"/>
              </a:ext>
            </a:extLst>
          </p:cNvPr>
          <p:cNvSpPr txBox="1"/>
          <p:nvPr/>
        </p:nvSpPr>
        <p:spPr>
          <a:xfrm>
            <a:off x="6454511" y="3661208"/>
            <a:ext cx="2697675" cy="1667123"/>
          </a:xfrm>
          <a:prstGeom prst="rect">
            <a:avLst/>
          </a:prstGeom>
          <a:noFill/>
        </p:spPr>
        <p:txBody>
          <a:bodyPr wrap="square">
            <a:spAutoFit/>
          </a:bodyPr>
          <a:lstStyle/>
          <a:p>
            <a:pPr marL="174625" marR="0" lvl="1" indent="-174625" fontAlgn="auto">
              <a:lnSpc>
                <a:spcPct val="100000"/>
              </a:lnSpc>
              <a:spcBef>
                <a:spcPts val="200"/>
              </a:spcBef>
              <a:spcAft>
                <a:spcPts val="0"/>
              </a:spcAft>
              <a:buClr>
                <a:srgbClr val="FFFFFF"/>
              </a:buClr>
              <a:buSzTx/>
              <a:buFont typeface="Wingdings" panose="05000000000000000000" pitchFamily="2" charset="2"/>
              <a:buChar char="§"/>
              <a:tabLst/>
              <a:defRPr/>
            </a:pPr>
            <a:r>
              <a:rPr lang="en-US" sz="1100" b="1">
                <a:solidFill>
                  <a:schemeClr val="bg1"/>
                </a:solidFill>
                <a:latin typeface="Ubuntu Light" panose="020B0304030602030204" pitchFamily="34" charset="0"/>
              </a:rPr>
              <a:t>Identified the organization structure synergies </a:t>
            </a:r>
            <a:r>
              <a:rPr lang="en-US" sz="1100">
                <a:solidFill>
                  <a:schemeClr val="bg1"/>
                </a:solidFill>
                <a:latin typeface="Ubuntu Light" panose="020B0304030602030204" pitchFamily="34" charset="0"/>
              </a:rPr>
              <a:t>across the three merging banks</a:t>
            </a:r>
          </a:p>
          <a:p>
            <a:pPr marL="174625" marR="0" lvl="1" indent="-174625" fontAlgn="auto">
              <a:lnSpc>
                <a:spcPct val="100000"/>
              </a:lnSpc>
              <a:spcBef>
                <a:spcPts val="200"/>
              </a:spcBef>
              <a:spcAft>
                <a:spcPts val="0"/>
              </a:spcAft>
              <a:buClr>
                <a:srgbClr val="FFFFFF"/>
              </a:buClr>
              <a:buSzTx/>
              <a:buFont typeface="Wingdings" panose="05000000000000000000" pitchFamily="2" charset="2"/>
              <a:buChar char="§"/>
              <a:tabLst/>
              <a:defRPr/>
            </a:pPr>
            <a:r>
              <a:rPr lang="en-US" sz="1100" b="1">
                <a:solidFill>
                  <a:schemeClr val="bg1"/>
                </a:solidFill>
                <a:latin typeface="Ubuntu Light" panose="020B0304030602030204" pitchFamily="34" charset="0"/>
              </a:rPr>
              <a:t>Created a futuristic IT structure </a:t>
            </a:r>
            <a:r>
              <a:rPr lang="en-US" sz="1100">
                <a:solidFill>
                  <a:schemeClr val="bg1"/>
                </a:solidFill>
                <a:latin typeface="Ubuntu Light" panose="020B0304030602030204" pitchFamily="34" charset="0"/>
              </a:rPr>
              <a:t>based on market trends and best practices </a:t>
            </a:r>
          </a:p>
          <a:p>
            <a:pPr marL="174625" marR="0" lvl="1" indent="-174625" fontAlgn="auto">
              <a:lnSpc>
                <a:spcPct val="100000"/>
              </a:lnSpc>
              <a:spcBef>
                <a:spcPts val="200"/>
              </a:spcBef>
              <a:spcAft>
                <a:spcPts val="0"/>
              </a:spcAft>
              <a:buClr>
                <a:srgbClr val="FFFFFF"/>
              </a:buClr>
              <a:buSzTx/>
              <a:buFont typeface="Wingdings" panose="05000000000000000000" pitchFamily="2" charset="2"/>
              <a:buChar char="§"/>
              <a:tabLst/>
              <a:defRPr/>
            </a:pPr>
            <a:r>
              <a:rPr lang="en-US" sz="1100">
                <a:solidFill>
                  <a:schemeClr val="bg1"/>
                </a:solidFill>
                <a:latin typeface="Ubuntu Light" panose="020B0304030602030204" pitchFamily="34" charset="0"/>
              </a:rPr>
              <a:t>Highlighted the IT functions where </a:t>
            </a:r>
            <a:r>
              <a:rPr lang="en-US" sz="1100" b="1">
                <a:solidFill>
                  <a:schemeClr val="bg1"/>
                </a:solidFill>
                <a:latin typeface="Ubuntu Light" panose="020B0304030602030204" pitchFamily="34" charset="0"/>
              </a:rPr>
              <a:t>resource optimization was a possibility</a:t>
            </a:r>
          </a:p>
        </p:txBody>
      </p:sp>
      <p:grpSp>
        <p:nvGrpSpPr>
          <p:cNvPr id="42" name="Group 41">
            <a:extLst>
              <a:ext uri="{FF2B5EF4-FFF2-40B4-BE49-F238E27FC236}">
                <a16:creationId xmlns:a16="http://schemas.microsoft.com/office/drawing/2014/main" id="{B32203E7-FDE0-50D0-76FB-2FF795BC3B57}"/>
              </a:ext>
            </a:extLst>
          </p:cNvPr>
          <p:cNvGrpSpPr/>
          <p:nvPr/>
        </p:nvGrpSpPr>
        <p:grpSpPr>
          <a:xfrm>
            <a:off x="5392317" y="70096"/>
            <a:ext cx="5304257" cy="167498"/>
            <a:chOff x="6837649" y="990853"/>
            <a:chExt cx="5304257" cy="261730"/>
          </a:xfrm>
        </p:grpSpPr>
        <p:sp>
          <p:nvSpPr>
            <p:cNvPr id="43" name="Rectangle: Rounded Corners 42">
              <a:extLst>
                <a:ext uri="{FF2B5EF4-FFF2-40B4-BE49-F238E27FC236}">
                  <a16:creationId xmlns:a16="http://schemas.microsoft.com/office/drawing/2014/main" id="{39EFF9FD-E46C-53AE-F1B1-7F59B9A5E7B8}"/>
                </a:ext>
              </a:extLst>
            </p:cNvPr>
            <p:cNvSpPr/>
            <p:nvPr/>
          </p:nvSpPr>
          <p:spPr>
            <a:xfrm>
              <a:off x="6837649" y="990853"/>
              <a:ext cx="1004635" cy="249108"/>
            </a:xfrm>
            <a:prstGeom prst="roundRect">
              <a:avLst/>
            </a:prstGeom>
            <a:solidFill>
              <a:srgbClr val="40404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700"/>
                <a:t>Our Understanding</a:t>
              </a:r>
              <a:endParaRPr lang="en-IN" sz="700" err="1"/>
            </a:p>
          </p:txBody>
        </p:sp>
        <p:sp>
          <p:nvSpPr>
            <p:cNvPr id="44" name="Rectangle: Rounded Corners 43">
              <a:extLst>
                <a:ext uri="{FF2B5EF4-FFF2-40B4-BE49-F238E27FC236}">
                  <a16:creationId xmlns:a16="http://schemas.microsoft.com/office/drawing/2014/main" id="{313CEAFD-CBF7-F1E6-03C3-4AC9C2154062}"/>
                </a:ext>
              </a:extLst>
            </p:cNvPr>
            <p:cNvSpPr/>
            <p:nvPr/>
          </p:nvSpPr>
          <p:spPr>
            <a:xfrm>
              <a:off x="7953152" y="1002292"/>
              <a:ext cx="1004635" cy="249108"/>
            </a:xfrm>
            <a:prstGeom prst="roundRect">
              <a:avLst/>
            </a:prstGeom>
            <a:solidFill>
              <a:srgbClr val="40404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700"/>
                <a:t>Approach</a:t>
              </a:r>
              <a:endParaRPr lang="en-IN" sz="700" err="1"/>
            </a:p>
          </p:txBody>
        </p:sp>
        <p:sp>
          <p:nvSpPr>
            <p:cNvPr id="45" name="Rectangle: Rounded Corners 44">
              <a:extLst>
                <a:ext uri="{FF2B5EF4-FFF2-40B4-BE49-F238E27FC236}">
                  <a16:creationId xmlns:a16="http://schemas.microsoft.com/office/drawing/2014/main" id="{E9D03879-86C5-E2F6-3029-56AD6956283D}"/>
                </a:ext>
              </a:extLst>
            </p:cNvPr>
            <p:cNvSpPr/>
            <p:nvPr/>
          </p:nvSpPr>
          <p:spPr>
            <a:xfrm>
              <a:off x="9017511" y="1003475"/>
              <a:ext cx="1004635" cy="249108"/>
            </a:xfrm>
            <a:prstGeom prst="roundRect">
              <a:avLst/>
            </a:prstGeom>
            <a:solidFill>
              <a:srgbClr val="40404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700"/>
                <a:t>Team</a:t>
              </a:r>
              <a:endParaRPr lang="en-IN" sz="700"/>
            </a:p>
          </p:txBody>
        </p:sp>
        <p:sp>
          <p:nvSpPr>
            <p:cNvPr id="46" name="Rectangle: Rounded Corners 45">
              <a:extLst>
                <a:ext uri="{FF2B5EF4-FFF2-40B4-BE49-F238E27FC236}">
                  <a16:creationId xmlns:a16="http://schemas.microsoft.com/office/drawing/2014/main" id="{5CAAE1B6-47CC-09EC-9D0C-90ACFBD8E02E}"/>
                </a:ext>
              </a:extLst>
            </p:cNvPr>
            <p:cNvSpPr/>
            <p:nvPr/>
          </p:nvSpPr>
          <p:spPr>
            <a:xfrm>
              <a:off x="10081870" y="1001985"/>
              <a:ext cx="1004635" cy="249108"/>
            </a:xfrm>
            <a:prstGeom prst="roundRect">
              <a:avLst/>
            </a:prstGeom>
            <a:solidFill>
              <a:srgbClr val="40404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700"/>
                <a:t>Why US</a:t>
              </a:r>
              <a:endParaRPr lang="en-IN" sz="700"/>
            </a:p>
          </p:txBody>
        </p:sp>
        <p:sp>
          <p:nvSpPr>
            <p:cNvPr id="47" name="Rectangle: Rounded Corners 46">
              <a:extLst>
                <a:ext uri="{FF2B5EF4-FFF2-40B4-BE49-F238E27FC236}">
                  <a16:creationId xmlns:a16="http://schemas.microsoft.com/office/drawing/2014/main" id="{E5120F94-B943-ABB1-87C2-1E754BB034D7}"/>
                </a:ext>
              </a:extLst>
            </p:cNvPr>
            <p:cNvSpPr/>
            <p:nvPr/>
          </p:nvSpPr>
          <p:spPr>
            <a:xfrm>
              <a:off x="11137271" y="997539"/>
              <a:ext cx="1004635" cy="249108"/>
            </a:xfrm>
            <a:prstGeom prst="roundRect">
              <a:avLst/>
            </a:prstGeom>
            <a:solidFill>
              <a:srgbClr val="0070A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700"/>
                <a:t>Credentials</a:t>
              </a:r>
              <a:endParaRPr lang="en-IN" sz="700"/>
            </a:p>
          </p:txBody>
        </p:sp>
      </p:grpSp>
    </p:spTree>
    <p:extLst>
      <p:ext uri="{BB962C8B-B14F-4D97-AF65-F5344CB8AC3E}">
        <p14:creationId xmlns:p14="http://schemas.microsoft.com/office/powerpoint/2010/main" val="2798811426"/>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EC470CA-6750-CC04-2832-7DA2A0D370F1}"/>
            </a:ext>
          </a:extLst>
        </p:cNvPr>
        <p:cNvGrpSpPr/>
        <p:nvPr/>
      </p:nvGrpSpPr>
      <p:grpSpPr>
        <a:xfrm>
          <a:off x="0" y="0"/>
          <a:ext cx="0" cy="0"/>
          <a:chOff x="0" y="0"/>
          <a:chExt cx="0" cy="0"/>
        </a:xfrm>
      </p:grpSpPr>
      <p:graphicFrame>
        <p:nvGraphicFramePr>
          <p:cNvPr id="10" name="Object 9" hidden="1">
            <a:extLst>
              <a:ext uri="{FF2B5EF4-FFF2-40B4-BE49-F238E27FC236}">
                <a16:creationId xmlns:a16="http://schemas.microsoft.com/office/drawing/2014/main" id="{621BA9D5-B4A3-B3A1-E3B7-EFE0FBE8179C}"/>
              </a:ext>
            </a:extLst>
          </p:cNvPr>
          <p:cNvGraphicFramePr>
            <a:graphicFrameLocks noChangeAspect="1"/>
          </p:cNvGraphicFramePr>
          <p:nvPr>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473" imgH="473" progId="TCLayout.ActiveDocument.1">
                  <p:embed/>
                </p:oleObj>
              </mc:Choice>
              <mc:Fallback>
                <p:oleObj name="think-cell Slide" r:id="rId3" imgW="473" imgH="473" progId="TCLayout.ActiveDocument.1">
                  <p:embed/>
                  <p:pic>
                    <p:nvPicPr>
                      <p:cNvPr id="10" name="Object 9" hidden="1">
                        <a:extLst>
                          <a:ext uri="{FF2B5EF4-FFF2-40B4-BE49-F238E27FC236}">
                            <a16:creationId xmlns:a16="http://schemas.microsoft.com/office/drawing/2014/main" id="{621BA9D5-B4A3-B3A1-E3B7-EFE0FBE8179C}"/>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3" name="Slide Number Placeholder 2">
            <a:extLst>
              <a:ext uri="{FF2B5EF4-FFF2-40B4-BE49-F238E27FC236}">
                <a16:creationId xmlns:a16="http://schemas.microsoft.com/office/drawing/2014/main" id="{BE8DD6CD-75FB-DFD0-ABE5-160033103B8B}"/>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5D9A5160-6218-4E5A-B9E6-B93E3DAE377C}" type="slidenum">
              <a:rPr kumimoji="0" lang="en-US" sz="800" b="0" i="0" u="none" strike="noStrike" kern="1200" cap="none" spc="0" normalizeH="0" baseline="0" noProof="0" smtClean="0">
                <a:ln>
                  <a:noFill/>
                </a:ln>
                <a:solidFill>
                  <a:srgbClr val="FFFFFF">
                    <a:lumMod val="65000"/>
                  </a:srgbClr>
                </a:solidFill>
                <a:effectLst/>
                <a:uLnTx/>
                <a:uFillTx/>
                <a:latin typeface="Ubuntu"/>
                <a:ea typeface="+mn-ea"/>
                <a:cs typeface="Arial" panose="020B0604020202020204" pitchFamily="34" charset="0"/>
              </a:rPr>
              <a:pPr marL="0" marR="0" lvl="0" indent="0" algn="r" defTabSz="914400" rtl="0" eaLnBrk="1" fontAlgn="auto" latinLnBrk="0" hangingPunct="1">
                <a:lnSpc>
                  <a:spcPct val="100000"/>
                </a:lnSpc>
                <a:spcBef>
                  <a:spcPts val="0"/>
                </a:spcBef>
                <a:spcAft>
                  <a:spcPts val="0"/>
                </a:spcAft>
                <a:buClrTx/>
                <a:buSzTx/>
                <a:buFontTx/>
                <a:buNone/>
                <a:tabLst/>
                <a:defRPr/>
              </a:pPr>
              <a:t>20</a:t>
            </a:fld>
            <a:endParaRPr kumimoji="0" lang="en-US" sz="800" b="0" i="0" u="none" strike="noStrike" kern="1200" cap="none" spc="0" normalizeH="0" baseline="0" noProof="0">
              <a:ln>
                <a:noFill/>
              </a:ln>
              <a:solidFill>
                <a:srgbClr val="FFFFFF">
                  <a:lumMod val="65000"/>
                </a:srgbClr>
              </a:solidFill>
              <a:effectLst/>
              <a:uLnTx/>
              <a:uFillTx/>
              <a:latin typeface="Ubuntu"/>
              <a:ea typeface="+mn-ea"/>
              <a:cs typeface="Arial" panose="020B0604020202020204" pitchFamily="34" charset="0"/>
            </a:endParaRPr>
          </a:p>
        </p:txBody>
      </p:sp>
      <p:grpSp>
        <p:nvGrpSpPr>
          <p:cNvPr id="6" name="Group 5">
            <a:extLst>
              <a:ext uri="{FF2B5EF4-FFF2-40B4-BE49-F238E27FC236}">
                <a16:creationId xmlns:a16="http://schemas.microsoft.com/office/drawing/2014/main" id="{DBBC4B48-9AAF-F811-3E40-0F377919D49A}"/>
              </a:ext>
            </a:extLst>
          </p:cNvPr>
          <p:cNvGrpSpPr/>
          <p:nvPr/>
        </p:nvGrpSpPr>
        <p:grpSpPr>
          <a:xfrm>
            <a:off x="0" y="1871936"/>
            <a:ext cx="9790976" cy="4321974"/>
            <a:chOff x="0" y="2147420"/>
            <a:chExt cx="10679501" cy="4460546"/>
          </a:xfrm>
        </p:grpSpPr>
        <p:sp>
          <p:nvSpPr>
            <p:cNvPr id="9" name="Oval 8">
              <a:extLst>
                <a:ext uri="{FF2B5EF4-FFF2-40B4-BE49-F238E27FC236}">
                  <a16:creationId xmlns:a16="http://schemas.microsoft.com/office/drawing/2014/main" id="{49F5A135-BEE3-C9D4-089A-2BFBF95B0277}"/>
                </a:ext>
              </a:extLst>
            </p:cNvPr>
            <p:cNvSpPr/>
            <p:nvPr/>
          </p:nvSpPr>
          <p:spPr>
            <a:xfrm>
              <a:off x="1039317" y="2276969"/>
              <a:ext cx="1405758" cy="1329690"/>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nchorCtr="0"/>
            <a:lstStyle/>
            <a:p>
              <a:pPr marL="0" marR="0" lvl="0" indent="0" algn="ctr" defTabSz="914400" rtl="0" eaLnBrk="1" fontAlgn="auto" latinLnBrk="0" hangingPunct="1">
                <a:lnSpc>
                  <a:spcPct val="100000"/>
                </a:lnSpc>
                <a:spcBef>
                  <a:spcPts val="0"/>
                </a:spcBef>
                <a:spcAft>
                  <a:spcPts val="0"/>
                </a:spcAft>
                <a:buClr>
                  <a:srgbClr val="0070AD"/>
                </a:buClr>
                <a:buSzPct val="120000"/>
                <a:buFontTx/>
                <a:buNone/>
                <a:tabLst/>
                <a:defRPr/>
              </a:pPr>
              <a:endParaRPr kumimoji="0" lang="en-US" sz="1400" b="1" i="0" u="none" strike="noStrike" kern="1200" cap="none" spc="0" normalizeH="0" baseline="0" noProof="0">
                <a:ln>
                  <a:noFill/>
                </a:ln>
                <a:solidFill>
                  <a:schemeClr val="bg1"/>
                </a:solidFill>
                <a:effectLst/>
                <a:uLnTx/>
                <a:uFillTx/>
                <a:latin typeface="Ubuntu Light" panose="020B0304030602030204" pitchFamily="34" charset="0"/>
                <a:ea typeface="Verdana" panose="020B0604030504040204" pitchFamily="34" charset="0"/>
                <a:cs typeface="+mn-cs"/>
              </a:endParaRPr>
            </a:p>
          </p:txBody>
        </p:sp>
        <p:sp>
          <p:nvSpPr>
            <p:cNvPr id="12" name="Oval 11">
              <a:extLst>
                <a:ext uri="{FF2B5EF4-FFF2-40B4-BE49-F238E27FC236}">
                  <a16:creationId xmlns:a16="http://schemas.microsoft.com/office/drawing/2014/main" id="{F985FF08-A44E-4E5D-3928-22CDC3A526DF}"/>
                </a:ext>
              </a:extLst>
            </p:cNvPr>
            <p:cNvSpPr/>
            <p:nvPr/>
          </p:nvSpPr>
          <p:spPr>
            <a:xfrm>
              <a:off x="4601128" y="2249723"/>
              <a:ext cx="1405758" cy="1329690"/>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nchorCtr="0"/>
            <a:lstStyle/>
            <a:p>
              <a:pPr marL="0" marR="0" lvl="0" indent="0" algn="ctr" defTabSz="914400" rtl="0" eaLnBrk="1" fontAlgn="auto" latinLnBrk="0" hangingPunct="1">
                <a:lnSpc>
                  <a:spcPct val="100000"/>
                </a:lnSpc>
                <a:spcBef>
                  <a:spcPts val="0"/>
                </a:spcBef>
                <a:spcAft>
                  <a:spcPts val="0"/>
                </a:spcAft>
                <a:buClr>
                  <a:srgbClr val="0070AD"/>
                </a:buClr>
                <a:buSzPct val="120000"/>
                <a:buFontTx/>
                <a:buNone/>
                <a:tabLst/>
                <a:defRPr/>
              </a:pPr>
              <a:endParaRPr kumimoji="0" lang="en-US" sz="1400" b="1" i="0" u="none" strike="noStrike" kern="1200" cap="none" spc="0" normalizeH="0" baseline="0" noProof="0">
                <a:ln>
                  <a:noFill/>
                </a:ln>
                <a:solidFill>
                  <a:schemeClr val="bg1"/>
                </a:solidFill>
                <a:effectLst/>
                <a:uLnTx/>
                <a:uFillTx/>
                <a:latin typeface="Ubuntu Light" panose="020B0304030602030204" pitchFamily="34" charset="0"/>
                <a:ea typeface="Verdana" panose="020B0604030504040204" pitchFamily="34" charset="0"/>
                <a:cs typeface="+mn-cs"/>
              </a:endParaRPr>
            </a:p>
          </p:txBody>
        </p:sp>
        <p:sp>
          <p:nvSpPr>
            <p:cNvPr id="13" name="Oval 12">
              <a:extLst>
                <a:ext uri="{FF2B5EF4-FFF2-40B4-BE49-F238E27FC236}">
                  <a16:creationId xmlns:a16="http://schemas.microsoft.com/office/drawing/2014/main" id="{E39BA036-D47F-1953-23D3-299CB7BB16B7}"/>
                </a:ext>
              </a:extLst>
            </p:cNvPr>
            <p:cNvSpPr/>
            <p:nvPr/>
          </p:nvSpPr>
          <p:spPr>
            <a:xfrm>
              <a:off x="8088365" y="2276969"/>
              <a:ext cx="1405758" cy="1329690"/>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nchorCtr="0"/>
            <a:lstStyle/>
            <a:p>
              <a:pPr marL="0" marR="0" lvl="0" indent="0" algn="ctr" defTabSz="914400" rtl="0" eaLnBrk="1" fontAlgn="auto" latinLnBrk="0" hangingPunct="1">
                <a:lnSpc>
                  <a:spcPct val="100000"/>
                </a:lnSpc>
                <a:spcBef>
                  <a:spcPts val="0"/>
                </a:spcBef>
                <a:spcAft>
                  <a:spcPts val="0"/>
                </a:spcAft>
                <a:buClr>
                  <a:srgbClr val="0070AD"/>
                </a:buClr>
                <a:buSzPct val="120000"/>
                <a:buFontTx/>
                <a:buNone/>
                <a:tabLst/>
                <a:defRPr/>
              </a:pPr>
              <a:endParaRPr kumimoji="0" lang="en-US" sz="1400" b="1" i="0" u="none" strike="noStrike" kern="1200" cap="none" spc="0" normalizeH="0" baseline="0" noProof="0">
                <a:ln>
                  <a:noFill/>
                </a:ln>
                <a:solidFill>
                  <a:schemeClr val="bg1"/>
                </a:solidFill>
                <a:effectLst/>
                <a:uLnTx/>
                <a:uFillTx/>
                <a:latin typeface="Ubuntu Light" panose="020B0304030602030204" pitchFamily="34" charset="0"/>
                <a:ea typeface="Verdana" panose="020B0604030504040204" pitchFamily="34" charset="0"/>
                <a:cs typeface="+mn-cs"/>
              </a:endParaRPr>
            </a:p>
          </p:txBody>
        </p:sp>
        <p:sp>
          <p:nvSpPr>
            <p:cNvPr id="14" name="Oval 13">
              <a:extLst>
                <a:ext uri="{FF2B5EF4-FFF2-40B4-BE49-F238E27FC236}">
                  <a16:creationId xmlns:a16="http://schemas.microsoft.com/office/drawing/2014/main" id="{195ED070-8849-99E9-4F9A-53E44B6084F8}"/>
                </a:ext>
              </a:extLst>
            </p:cNvPr>
            <p:cNvSpPr/>
            <p:nvPr/>
          </p:nvSpPr>
          <p:spPr>
            <a:xfrm>
              <a:off x="941765" y="2174666"/>
              <a:ext cx="1621726" cy="1534296"/>
            </a:xfrm>
            <a:prstGeom prst="ellipse">
              <a:avLst/>
            </a:prstGeom>
            <a:noFill/>
            <a:ln w="3810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nchorCtr="0"/>
            <a:lstStyle/>
            <a:p>
              <a:pPr marL="0" marR="0" lvl="0" indent="0" algn="ctr" defTabSz="914400" rtl="0" eaLnBrk="1" fontAlgn="auto" latinLnBrk="0" hangingPunct="1">
                <a:lnSpc>
                  <a:spcPct val="100000"/>
                </a:lnSpc>
                <a:spcBef>
                  <a:spcPts val="0"/>
                </a:spcBef>
                <a:spcAft>
                  <a:spcPts val="0"/>
                </a:spcAft>
                <a:buClr>
                  <a:srgbClr val="0070AD"/>
                </a:buClr>
                <a:buSzPct val="120000"/>
                <a:buFontTx/>
                <a:buNone/>
                <a:tabLst/>
                <a:defRPr/>
              </a:pPr>
              <a:endParaRPr kumimoji="0" lang="en-US" sz="1400" b="1" i="0" u="none" strike="noStrike" kern="1200" cap="none" spc="0" normalizeH="0" baseline="0" noProof="0">
                <a:ln>
                  <a:noFill/>
                </a:ln>
                <a:solidFill>
                  <a:schemeClr val="bg1"/>
                </a:solidFill>
                <a:effectLst/>
                <a:uLnTx/>
                <a:uFillTx/>
                <a:latin typeface="Ubuntu Light" panose="020B0304030602030204" pitchFamily="34" charset="0"/>
                <a:ea typeface="Verdana" panose="020B0604030504040204" pitchFamily="34" charset="0"/>
                <a:cs typeface="+mn-cs"/>
              </a:endParaRPr>
            </a:p>
          </p:txBody>
        </p:sp>
        <p:sp>
          <p:nvSpPr>
            <p:cNvPr id="16" name="Oval 15">
              <a:extLst>
                <a:ext uri="{FF2B5EF4-FFF2-40B4-BE49-F238E27FC236}">
                  <a16:creationId xmlns:a16="http://schemas.microsoft.com/office/drawing/2014/main" id="{54B06522-59C7-1BB4-B0BA-F9686AB11327}"/>
                </a:ext>
              </a:extLst>
            </p:cNvPr>
            <p:cNvSpPr/>
            <p:nvPr/>
          </p:nvSpPr>
          <p:spPr>
            <a:xfrm>
              <a:off x="4503576" y="2147420"/>
              <a:ext cx="1621726" cy="1534296"/>
            </a:xfrm>
            <a:prstGeom prst="ellipse">
              <a:avLst/>
            </a:prstGeom>
            <a:noFill/>
            <a:ln w="3810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nchorCtr="0"/>
            <a:lstStyle/>
            <a:p>
              <a:pPr marL="0" marR="0" lvl="0" indent="0" algn="ctr" defTabSz="914400" rtl="0" eaLnBrk="1" fontAlgn="auto" latinLnBrk="0" hangingPunct="1">
                <a:lnSpc>
                  <a:spcPct val="100000"/>
                </a:lnSpc>
                <a:spcBef>
                  <a:spcPts val="0"/>
                </a:spcBef>
                <a:spcAft>
                  <a:spcPts val="0"/>
                </a:spcAft>
                <a:buClr>
                  <a:srgbClr val="0070AD"/>
                </a:buClr>
                <a:buSzPct val="120000"/>
                <a:buFontTx/>
                <a:buNone/>
                <a:tabLst/>
                <a:defRPr/>
              </a:pPr>
              <a:endParaRPr kumimoji="0" lang="en-US" sz="1400" b="1" i="0" u="none" strike="noStrike" kern="1200" cap="none" spc="0" normalizeH="0" baseline="0" noProof="0">
                <a:ln>
                  <a:noFill/>
                </a:ln>
                <a:solidFill>
                  <a:schemeClr val="bg1"/>
                </a:solidFill>
                <a:effectLst/>
                <a:uLnTx/>
                <a:uFillTx/>
                <a:latin typeface="Ubuntu Light" panose="020B0304030602030204" pitchFamily="34" charset="0"/>
                <a:ea typeface="Verdana" panose="020B0604030504040204" pitchFamily="34" charset="0"/>
                <a:cs typeface="+mn-cs"/>
              </a:endParaRPr>
            </a:p>
          </p:txBody>
        </p:sp>
        <p:sp>
          <p:nvSpPr>
            <p:cNvPr id="17" name="Oval 16">
              <a:extLst>
                <a:ext uri="{FF2B5EF4-FFF2-40B4-BE49-F238E27FC236}">
                  <a16:creationId xmlns:a16="http://schemas.microsoft.com/office/drawing/2014/main" id="{29402053-FACE-11E4-B748-2FCFA151AA0F}"/>
                </a:ext>
              </a:extLst>
            </p:cNvPr>
            <p:cNvSpPr/>
            <p:nvPr/>
          </p:nvSpPr>
          <p:spPr>
            <a:xfrm>
              <a:off x="7990813" y="2174666"/>
              <a:ext cx="1621726" cy="1534296"/>
            </a:xfrm>
            <a:prstGeom prst="ellipse">
              <a:avLst/>
            </a:prstGeom>
            <a:noFill/>
            <a:ln w="3810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nchorCtr="0"/>
            <a:lstStyle/>
            <a:p>
              <a:pPr marL="0" marR="0" lvl="0" indent="0" algn="ctr" defTabSz="914400" rtl="0" eaLnBrk="1" fontAlgn="auto" latinLnBrk="0" hangingPunct="1">
                <a:lnSpc>
                  <a:spcPct val="100000"/>
                </a:lnSpc>
                <a:spcBef>
                  <a:spcPts val="0"/>
                </a:spcBef>
                <a:spcAft>
                  <a:spcPts val="0"/>
                </a:spcAft>
                <a:buClr>
                  <a:srgbClr val="0070AD"/>
                </a:buClr>
                <a:buSzPct val="120000"/>
                <a:buFontTx/>
                <a:buNone/>
                <a:tabLst/>
                <a:defRPr/>
              </a:pPr>
              <a:endParaRPr kumimoji="0" lang="en-US" sz="1400" b="1" i="0" u="none" strike="noStrike" kern="1200" cap="none" spc="0" normalizeH="0" baseline="0" noProof="0">
                <a:ln>
                  <a:noFill/>
                </a:ln>
                <a:solidFill>
                  <a:schemeClr val="bg1"/>
                </a:solidFill>
                <a:effectLst/>
                <a:uLnTx/>
                <a:uFillTx/>
                <a:latin typeface="Ubuntu Light" panose="020B0304030602030204" pitchFamily="34" charset="0"/>
                <a:ea typeface="Verdana" panose="020B0604030504040204" pitchFamily="34" charset="0"/>
                <a:cs typeface="+mn-cs"/>
              </a:endParaRPr>
            </a:p>
          </p:txBody>
        </p:sp>
        <p:sp>
          <p:nvSpPr>
            <p:cNvPr id="18" name="Rectangle 17">
              <a:extLst>
                <a:ext uri="{FF2B5EF4-FFF2-40B4-BE49-F238E27FC236}">
                  <a16:creationId xmlns:a16="http://schemas.microsoft.com/office/drawing/2014/main" id="{C2A6BE84-2A41-F0B2-5D36-F147C63A2FEB}"/>
                </a:ext>
              </a:extLst>
            </p:cNvPr>
            <p:cNvSpPr/>
            <p:nvPr/>
          </p:nvSpPr>
          <p:spPr>
            <a:xfrm>
              <a:off x="0" y="2914568"/>
              <a:ext cx="10679501" cy="57903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schemeClr val="bg1"/>
                </a:solidFill>
                <a:effectLst/>
                <a:uLnTx/>
                <a:uFillTx/>
                <a:latin typeface="Ubuntu Light" panose="020B0304030602030204" pitchFamily="34" charset="0"/>
                <a:ea typeface="+mn-ea"/>
                <a:cs typeface="+mn-cs"/>
              </a:endParaRPr>
            </a:p>
          </p:txBody>
        </p:sp>
        <p:sp>
          <p:nvSpPr>
            <p:cNvPr id="19" name="Rectangle 18">
              <a:extLst>
                <a:ext uri="{FF2B5EF4-FFF2-40B4-BE49-F238E27FC236}">
                  <a16:creationId xmlns:a16="http://schemas.microsoft.com/office/drawing/2014/main" id="{0FF9808A-BCF3-BE18-923D-5C9035D63490}"/>
                </a:ext>
              </a:extLst>
            </p:cNvPr>
            <p:cNvSpPr/>
            <p:nvPr/>
          </p:nvSpPr>
          <p:spPr>
            <a:xfrm>
              <a:off x="315029" y="2889892"/>
              <a:ext cx="2809579" cy="53077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nchorCtr="0"/>
            <a:lstStyle/>
            <a:p>
              <a:pPr marL="0" marR="0" lvl="0" indent="0" algn="ctr" defTabSz="914400" rtl="0" eaLnBrk="1" fontAlgn="auto" latinLnBrk="0" hangingPunct="1">
                <a:lnSpc>
                  <a:spcPct val="100000"/>
                </a:lnSpc>
                <a:spcBef>
                  <a:spcPts val="0"/>
                </a:spcBef>
                <a:spcAft>
                  <a:spcPts val="0"/>
                </a:spcAft>
                <a:buClr>
                  <a:srgbClr val="0070AD"/>
                </a:buClr>
                <a:buSzPct val="120000"/>
                <a:buFontTx/>
                <a:buNone/>
                <a:tabLst/>
                <a:defRPr/>
              </a:pPr>
              <a:r>
                <a:rPr kumimoji="0" lang="en-IN" sz="1400" b="1" i="0" u="none" strike="noStrike" kern="1200" cap="none" spc="0" normalizeH="0" baseline="0" noProof="0">
                  <a:ln>
                    <a:noFill/>
                  </a:ln>
                  <a:solidFill>
                    <a:schemeClr val="bg1"/>
                  </a:solidFill>
                  <a:effectLst/>
                  <a:uLnTx/>
                  <a:uFillTx/>
                  <a:latin typeface="Ubuntu Light" panose="020B0304030602030204" pitchFamily="34" charset="0"/>
                  <a:ea typeface="Verdana" panose="020B0604030504040204" pitchFamily="34" charset="0"/>
                  <a:cs typeface="+mn-cs"/>
                </a:rPr>
                <a:t>Business</a:t>
              </a:r>
              <a:r>
                <a:rPr lang="en-IN" sz="1400" b="1">
                  <a:solidFill>
                    <a:schemeClr val="bg1"/>
                  </a:solidFill>
                  <a:latin typeface="Ubuntu Light" panose="020B0304030602030204" pitchFamily="34" charset="0"/>
                  <a:ea typeface="Verdana" panose="020B0604030504040204" pitchFamily="34" charset="0"/>
                </a:rPr>
                <a:t> </a:t>
              </a:r>
              <a:r>
                <a:rPr kumimoji="0" lang="en-IN" sz="1400" b="1" i="0" u="none" strike="noStrike" kern="1200" cap="none" spc="0" normalizeH="0" baseline="0" noProof="0">
                  <a:ln>
                    <a:noFill/>
                  </a:ln>
                  <a:solidFill>
                    <a:schemeClr val="bg1"/>
                  </a:solidFill>
                  <a:effectLst/>
                  <a:uLnTx/>
                  <a:uFillTx/>
                  <a:latin typeface="Ubuntu Light" panose="020B0304030602030204" pitchFamily="34" charset="0"/>
                  <a:ea typeface="Verdana" panose="020B0604030504040204" pitchFamily="34" charset="0"/>
                  <a:cs typeface="+mn-cs"/>
                </a:rPr>
                <a:t>Problem</a:t>
              </a:r>
            </a:p>
          </p:txBody>
        </p:sp>
        <p:sp>
          <p:nvSpPr>
            <p:cNvPr id="20" name="Rectangle 19">
              <a:extLst>
                <a:ext uri="{FF2B5EF4-FFF2-40B4-BE49-F238E27FC236}">
                  <a16:creationId xmlns:a16="http://schemas.microsoft.com/office/drawing/2014/main" id="{7F6FE175-5ACC-BFA0-AAEE-93B0C3859977}"/>
                </a:ext>
              </a:extLst>
            </p:cNvPr>
            <p:cNvSpPr/>
            <p:nvPr/>
          </p:nvSpPr>
          <p:spPr>
            <a:xfrm>
              <a:off x="3631878" y="2938693"/>
              <a:ext cx="2170926" cy="53077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nchorCtr="0"/>
            <a:lstStyle/>
            <a:p>
              <a:pPr marL="0" marR="0" lvl="0" indent="0" algn="ctr" defTabSz="914400" rtl="0" eaLnBrk="1" fontAlgn="auto" latinLnBrk="0" hangingPunct="1">
                <a:lnSpc>
                  <a:spcPct val="100000"/>
                </a:lnSpc>
                <a:spcBef>
                  <a:spcPts val="0"/>
                </a:spcBef>
                <a:spcAft>
                  <a:spcPts val="0"/>
                </a:spcAft>
                <a:buClr>
                  <a:srgbClr val="0070AD"/>
                </a:buClr>
                <a:buSzPct val="120000"/>
                <a:buFontTx/>
                <a:buNone/>
                <a:tabLst/>
                <a:defRPr/>
              </a:pPr>
              <a:endParaRPr kumimoji="0" lang="en-US" sz="1400" b="1" i="0" u="none" strike="noStrike" kern="1200" cap="none" spc="0" normalizeH="0" baseline="0" noProof="0">
                <a:ln>
                  <a:noFill/>
                </a:ln>
                <a:solidFill>
                  <a:schemeClr val="bg1"/>
                </a:solidFill>
                <a:effectLst/>
                <a:uLnTx/>
                <a:uFillTx/>
                <a:latin typeface="Ubuntu Light" panose="020B0304030602030204" pitchFamily="34" charset="0"/>
                <a:ea typeface="Verdana" panose="020B0604030504040204" pitchFamily="34" charset="0"/>
                <a:cs typeface="+mn-cs"/>
              </a:endParaRPr>
            </a:p>
          </p:txBody>
        </p:sp>
        <p:sp>
          <p:nvSpPr>
            <p:cNvPr id="21" name="Rectangle 20">
              <a:extLst>
                <a:ext uri="{FF2B5EF4-FFF2-40B4-BE49-F238E27FC236}">
                  <a16:creationId xmlns:a16="http://schemas.microsoft.com/office/drawing/2014/main" id="{D8FCE4B8-12BB-D45B-7D41-04B8B4CA2E02}"/>
                </a:ext>
              </a:extLst>
            </p:cNvPr>
            <p:cNvSpPr/>
            <p:nvPr/>
          </p:nvSpPr>
          <p:spPr>
            <a:xfrm>
              <a:off x="3995234" y="2889892"/>
              <a:ext cx="2466702" cy="53077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nchorCtr="0"/>
            <a:lstStyle/>
            <a:p>
              <a:pPr marL="0" marR="0" lvl="0" indent="0" algn="ctr" defTabSz="914400" rtl="0" eaLnBrk="1" fontAlgn="auto" latinLnBrk="0" hangingPunct="1">
                <a:lnSpc>
                  <a:spcPct val="100000"/>
                </a:lnSpc>
                <a:spcBef>
                  <a:spcPts val="0"/>
                </a:spcBef>
                <a:spcAft>
                  <a:spcPts val="0"/>
                </a:spcAft>
                <a:buClr>
                  <a:srgbClr val="0070AD"/>
                </a:buClr>
                <a:buSzPct val="120000"/>
                <a:buFontTx/>
                <a:buNone/>
                <a:tabLst/>
                <a:defRPr/>
              </a:pPr>
              <a:r>
                <a:rPr kumimoji="0" lang="en-US" sz="1400" b="1" i="0" u="none" strike="noStrike" kern="1200" cap="none" spc="0" normalizeH="0" baseline="0" noProof="0">
                  <a:ln>
                    <a:noFill/>
                  </a:ln>
                  <a:solidFill>
                    <a:schemeClr val="bg1"/>
                  </a:solidFill>
                  <a:effectLst/>
                  <a:uLnTx/>
                  <a:uFillTx/>
                  <a:latin typeface="Ubuntu Light" panose="020B0304030602030204" pitchFamily="34" charset="0"/>
                  <a:ea typeface="Verdana" panose="020B0604030504040204" pitchFamily="34" charset="0"/>
                  <a:cs typeface="+mn-cs"/>
                </a:rPr>
                <a:t>Solution</a:t>
              </a:r>
            </a:p>
          </p:txBody>
        </p:sp>
        <p:sp>
          <p:nvSpPr>
            <p:cNvPr id="22" name="Rectangle 21">
              <a:extLst>
                <a:ext uri="{FF2B5EF4-FFF2-40B4-BE49-F238E27FC236}">
                  <a16:creationId xmlns:a16="http://schemas.microsoft.com/office/drawing/2014/main" id="{01A2B1D5-0280-D009-1939-1645F9DF9252}"/>
                </a:ext>
              </a:extLst>
            </p:cNvPr>
            <p:cNvSpPr/>
            <p:nvPr/>
          </p:nvSpPr>
          <p:spPr>
            <a:xfrm>
              <a:off x="7418959" y="2871872"/>
              <a:ext cx="2631276" cy="53077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nchorCtr="0"/>
            <a:lstStyle/>
            <a:p>
              <a:pPr marL="0" marR="0" lvl="0" indent="0" algn="ctr" defTabSz="914400" rtl="0" eaLnBrk="1" fontAlgn="auto" latinLnBrk="0" hangingPunct="1">
                <a:lnSpc>
                  <a:spcPct val="100000"/>
                </a:lnSpc>
                <a:spcBef>
                  <a:spcPts val="0"/>
                </a:spcBef>
                <a:spcAft>
                  <a:spcPts val="0"/>
                </a:spcAft>
                <a:buClr>
                  <a:srgbClr val="0070AD"/>
                </a:buClr>
                <a:buSzPct val="120000"/>
                <a:buFontTx/>
                <a:buNone/>
                <a:tabLst/>
                <a:defRPr/>
              </a:pPr>
              <a:endParaRPr kumimoji="0" lang="en-US" sz="1400" b="1" i="0" u="none" strike="noStrike" kern="1200" cap="none" spc="0" normalizeH="0" baseline="0" noProof="0">
                <a:ln>
                  <a:noFill/>
                </a:ln>
                <a:solidFill>
                  <a:schemeClr val="bg1"/>
                </a:solidFill>
                <a:effectLst/>
                <a:uLnTx/>
                <a:uFillTx/>
                <a:latin typeface="Ubuntu Light" panose="020B0304030602030204" pitchFamily="34" charset="0"/>
                <a:ea typeface="Verdana" panose="020B0604030504040204" pitchFamily="34" charset="0"/>
                <a:cs typeface="+mn-cs"/>
              </a:endParaRPr>
            </a:p>
            <a:p>
              <a:pPr marL="0" marR="0" lvl="0" indent="0" algn="ctr" defTabSz="914400" rtl="0" eaLnBrk="1" fontAlgn="auto" latinLnBrk="0" hangingPunct="1">
                <a:lnSpc>
                  <a:spcPct val="100000"/>
                </a:lnSpc>
                <a:spcBef>
                  <a:spcPts val="0"/>
                </a:spcBef>
                <a:spcAft>
                  <a:spcPts val="0"/>
                </a:spcAft>
                <a:buClr>
                  <a:srgbClr val="0070AD"/>
                </a:buClr>
                <a:buSzPct val="120000"/>
                <a:buFontTx/>
                <a:buNone/>
                <a:tabLst/>
                <a:defRPr/>
              </a:pPr>
              <a:r>
                <a:rPr kumimoji="0" lang="en-US" sz="1400" b="1" i="0" u="none" strike="noStrike" kern="1200" cap="none" spc="0" normalizeH="0" baseline="0" noProof="0">
                  <a:ln>
                    <a:noFill/>
                  </a:ln>
                  <a:solidFill>
                    <a:schemeClr val="bg1"/>
                  </a:solidFill>
                  <a:effectLst/>
                  <a:uLnTx/>
                  <a:uFillTx/>
                  <a:latin typeface="Ubuntu Light" panose="020B0304030602030204" pitchFamily="34" charset="0"/>
                  <a:ea typeface="Verdana" panose="020B0604030504040204" pitchFamily="34" charset="0"/>
                  <a:cs typeface="+mn-cs"/>
                </a:rPr>
                <a:t>Business Benefits</a:t>
              </a:r>
              <a:br>
                <a:rPr kumimoji="0" lang="en-US" sz="1400" b="1" i="0" u="none" strike="noStrike" kern="1200" cap="none" spc="0" normalizeH="0" baseline="0" noProof="0">
                  <a:ln>
                    <a:noFill/>
                  </a:ln>
                  <a:solidFill>
                    <a:schemeClr val="bg1"/>
                  </a:solidFill>
                  <a:effectLst/>
                  <a:uLnTx/>
                  <a:uFillTx/>
                  <a:latin typeface="Ubuntu Light" panose="020B0304030602030204" pitchFamily="34" charset="0"/>
                  <a:ea typeface="Verdana" panose="020B0604030504040204" pitchFamily="34" charset="0"/>
                  <a:cs typeface="+mn-cs"/>
                </a:rPr>
              </a:br>
              <a:endParaRPr kumimoji="0" lang="en-US" sz="1400" b="1" i="0" u="none" strike="noStrike" kern="1200" cap="none" spc="0" normalizeH="0" baseline="0" noProof="0">
                <a:ln>
                  <a:noFill/>
                </a:ln>
                <a:solidFill>
                  <a:schemeClr val="bg1"/>
                </a:solidFill>
                <a:effectLst/>
                <a:uLnTx/>
                <a:uFillTx/>
                <a:latin typeface="Ubuntu Light" panose="020B0304030602030204" pitchFamily="34" charset="0"/>
                <a:ea typeface="Verdana" panose="020B0604030504040204" pitchFamily="34" charset="0"/>
                <a:cs typeface="+mn-cs"/>
              </a:endParaRPr>
            </a:p>
          </p:txBody>
        </p:sp>
        <p:cxnSp>
          <p:nvCxnSpPr>
            <p:cNvPr id="24" name="Straight Connector 23">
              <a:extLst>
                <a:ext uri="{FF2B5EF4-FFF2-40B4-BE49-F238E27FC236}">
                  <a16:creationId xmlns:a16="http://schemas.microsoft.com/office/drawing/2014/main" id="{76407A58-4718-5466-AB79-A2261CE6A0BC}"/>
                </a:ext>
              </a:extLst>
            </p:cNvPr>
            <p:cNvCxnSpPr/>
            <p:nvPr/>
          </p:nvCxnSpPr>
          <p:spPr>
            <a:xfrm>
              <a:off x="3315667" y="2986947"/>
              <a:ext cx="0" cy="434273"/>
            </a:xfrm>
            <a:prstGeom prst="line">
              <a:avLst/>
            </a:prstGeom>
            <a:ln w="19050">
              <a:solidFill>
                <a:schemeClr val="bg1">
                  <a:alpha val="50000"/>
                </a:schemeClr>
              </a:solidFill>
            </a:ln>
          </p:spPr>
          <p:style>
            <a:lnRef idx="1">
              <a:schemeClr val="accent1"/>
            </a:lnRef>
            <a:fillRef idx="0">
              <a:schemeClr val="accent1"/>
            </a:fillRef>
            <a:effectRef idx="0">
              <a:schemeClr val="accent1"/>
            </a:effectRef>
            <a:fontRef idx="minor">
              <a:schemeClr val="tx1"/>
            </a:fontRef>
          </p:style>
        </p:cxnSp>
        <p:cxnSp>
          <p:nvCxnSpPr>
            <p:cNvPr id="26" name="Straight Connector 25">
              <a:extLst>
                <a:ext uri="{FF2B5EF4-FFF2-40B4-BE49-F238E27FC236}">
                  <a16:creationId xmlns:a16="http://schemas.microsoft.com/office/drawing/2014/main" id="{4BF3939B-E58C-0843-5C3C-82104D8CB19C}"/>
                </a:ext>
              </a:extLst>
            </p:cNvPr>
            <p:cNvCxnSpPr/>
            <p:nvPr/>
          </p:nvCxnSpPr>
          <p:spPr>
            <a:xfrm>
              <a:off x="6942696" y="3004374"/>
              <a:ext cx="0" cy="434273"/>
            </a:xfrm>
            <a:prstGeom prst="line">
              <a:avLst/>
            </a:prstGeom>
            <a:ln w="19050">
              <a:solidFill>
                <a:schemeClr val="bg1">
                  <a:alpha val="50000"/>
                </a:schemeClr>
              </a:solidFill>
            </a:ln>
          </p:spPr>
          <p:style>
            <a:lnRef idx="1">
              <a:schemeClr val="accent1"/>
            </a:lnRef>
            <a:fillRef idx="0">
              <a:schemeClr val="accent1"/>
            </a:fillRef>
            <a:effectRef idx="0">
              <a:schemeClr val="accent1"/>
            </a:effectRef>
            <a:fontRef idx="minor">
              <a:schemeClr val="tx1"/>
            </a:fontRef>
          </p:style>
        </p:cxnSp>
        <p:cxnSp>
          <p:nvCxnSpPr>
            <p:cNvPr id="28" name="Straight Connector 27">
              <a:extLst>
                <a:ext uri="{FF2B5EF4-FFF2-40B4-BE49-F238E27FC236}">
                  <a16:creationId xmlns:a16="http://schemas.microsoft.com/office/drawing/2014/main" id="{1F6FAC46-7A89-7D45-6C57-28339B07832B}"/>
                </a:ext>
              </a:extLst>
            </p:cNvPr>
            <p:cNvCxnSpPr>
              <a:cxnSpLocks/>
            </p:cNvCxnSpPr>
            <p:nvPr/>
          </p:nvCxnSpPr>
          <p:spPr>
            <a:xfrm>
              <a:off x="6942696" y="3493598"/>
              <a:ext cx="0" cy="3114368"/>
            </a:xfrm>
            <a:prstGeom prst="line">
              <a:avLst/>
            </a:prstGeom>
            <a:ln w="12700">
              <a:solidFill>
                <a:schemeClr val="tx1">
                  <a:lumMod val="65000"/>
                  <a:lumOff val="35000"/>
                  <a:alpha val="50000"/>
                </a:schemeClr>
              </a:solidFill>
              <a:tailEnd type="oval"/>
            </a:ln>
          </p:spPr>
          <p:style>
            <a:lnRef idx="1">
              <a:schemeClr val="accent1"/>
            </a:lnRef>
            <a:fillRef idx="0">
              <a:schemeClr val="accent1"/>
            </a:fillRef>
            <a:effectRef idx="0">
              <a:schemeClr val="accent1"/>
            </a:effectRef>
            <a:fontRef idx="minor">
              <a:schemeClr val="tx1"/>
            </a:fontRef>
          </p:style>
        </p:cxnSp>
        <p:sp>
          <p:nvSpPr>
            <p:cNvPr id="29" name="Rectangle 28">
              <a:extLst>
                <a:ext uri="{FF2B5EF4-FFF2-40B4-BE49-F238E27FC236}">
                  <a16:creationId xmlns:a16="http://schemas.microsoft.com/office/drawing/2014/main" id="{34E77E4C-F211-C486-C260-104E3606A7E3}"/>
                </a:ext>
              </a:extLst>
            </p:cNvPr>
            <p:cNvSpPr/>
            <p:nvPr/>
          </p:nvSpPr>
          <p:spPr>
            <a:xfrm>
              <a:off x="283479" y="3918653"/>
              <a:ext cx="2887013" cy="250276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nchorCtr="0"/>
            <a:lstStyle/>
            <a:p>
              <a:pPr marL="171450" marR="0" lvl="0" indent="-171450" algn="l" defTabSz="914400" rtl="0" eaLnBrk="1" fontAlgn="base" latinLnBrk="0" hangingPunct="1">
                <a:lnSpc>
                  <a:spcPct val="100000"/>
                </a:lnSpc>
                <a:spcBef>
                  <a:spcPts val="0"/>
                </a:spcBef>
                <a:spcAft>
                  <a:spcPts val="0"/>
                </a:spcAft>
                <a:buClrTx/>
                <a:buSzTx/>
                <a:buFont typeface="Wingdings" panose="05000000000000000000" pitchFamily="2" charset="2"/>
                <a:buChar char="§"/>
                <a:tabLst/>
                <a:defRPr/>
              </a:pPr>
              <a:r>
                <a:rPr lang="en-IN" sz="1100">
                  <a:solidFill>
                    <a:schemeClr val="bg1"/>
                  </a:solidFill>
                  <a:latin typeface="Ubuntu Light"/>
                  <a:ea typeface="+mn-lt"/>
                  <a:cs typeface="+mn-lt"/>
                </a:rPr>
                <a:t>Scattered HR IT Landscape with distinct user experience per application and highly customized solutions</a:t>
              </a:r>
            </a:p>
            <a:p>
              <a:pPr marL="171450" marR="0" lvl="0" indent="-171450" algn="l" defTabSz="914400" rtl="0" eaLnBrk="1" fontAlgn="base" latinLnBrk="0" hangingPunct="1">
                <a:lnSpc>
                  <a:spcPct val="100000"/>
                </a:lnSpc>
                <a:spcBef>
                  <a:spcPts val="0"/>
                </a:spcBef>
                <a:spcAft>
                  <a:spcPts val="0"/>
                </a:spcAft>
                <a:buClrTx/>
                <a:buSzTx/>
                <a:buFont typeface="Wingdings" panose="05000000000000000000" pitchFamily="2" charset="2"/>
                <a:buChar char="§"/>
                <a:tabLst/>
                <a:defRPr/>
              </a:pPr>
              <a:r>
                <a:rPr lang="en-IN" sz="1100">
                  <a:solidFill>
                    <a:schemeClr val="bg1"/>
                  </a:solidFill>
                  <a:latin typeface="Ubuntu Light"/>
                  <a:ea typeface="+mn-lt"/>
                  <a:cs typeface="+mn-lt"/>
                </a:rPr>
                <a:t>The current system consists of 550+ legacy systems both local and global included (incl. 100 PY + 50 TM)</a:t>
              </a:r>
            </a:p>
            <a:p>
              <a:pPr marL="171450" marR="0" lvl="0" indent="-171450" algn="l" defTabSz="914400" rtl="0" eaLnBrk="1" fontAlgn="base" latinLnBrk="0" hangingPunct="1">
                <a:lnSpc>
                  <a:spcPct val="100000"/>
                </a:lnSpc>
                <a:spcBef>
                  <a:spcPts val="0"/>
                </a:spcBef>
                <a:spcAft>
                  <a:spcPts val="0"/>
                </a:spcAft>
                <a:buClrTx/>
                <a:buSzTx/>
                <a:buFont typeface="Wingdings" panose="05000000000000000000" pitchFamily="2" charset="2"/>
                <a:buChar char="§"/>
                <a:tabLst/>
                <a:defRPr/>
              </a:pPr>
              <a:r>
                <a:rPr lang="en-IN" sz="1100">
                  <a:solidFill>
                    <a:schemeClr val="bg1"/>
                  </a:solidFill>
                  <a:latin typeface="Ubuntu Light"/>
                  <a:ea typeface="+mn-lt"/>
                  <a:cs typeface="+mn-lt"/>
                </a:rPr>
                <a:t>Complex project environment due to dependencies and interrelations (e.g. H2R, P58)</a:t>
              </a:r>
            </a:p>
            <a:p>
              <a:pPr marL="171450" marR="0" lvl="0" indent="-171450" algn="l" defTabSz="914400" rtl="0" eaLnBrk="1" fontAlgn="base" latinLnBrk="0" hangingPunct="1">
                <a:lnSpc>
                  <a:spcPct val="100000"/>
                </a:lnSpc>
                <a:spcBef>
                  <a:spcPts val="0"/>
                </a:spcBef>
                <a:spcAft>
                  <a:spcPts val="0"/>
                </a:spcAft>
                <a:buClrTx/>
                <a:buSzTx/>
                <a:buFont typeface="Wingdings" panose="05000000000000000000" pitchFamily="2" charset="2"/>
                <a:buChar char="§"/>
                <a:tabLst/>
                <a:defRPr/>
              </a:pPr>
              <a:r>
                <a:rPr lang="en-IN" sz="1100">
                  <a:solidFill>
                    <a:schemeClr val="bg1"/>
                  </a:solidFill>
                  <a:latin typeface="Ubuntu Light"/>
                  <a:ea typeface="+mn-lt"/>
                  <a:cs typeface="+mn-lt"/>
                </a:rPr>
                <a:t>Most HR IT systems are currently operated by Parent company</a:t>
              </a:r>
            </a:p>
            <a:p>
              <a:pPr marR="0" lvl="0" algn="l" defTabSz="914400" rtl="0" eaLnBrk="1" fontAlgn="auto" latinLnBrk="0" hangingPunct="1">
                <a:lnSpc>
                  <a:spcPct val="100000"/>
                </a:lnSpc>
                <a:spcBef>
                  <a:spcPts val="0"/>
                </a:spcBef>
                <a:spcAft>
                  <a:spcPts val="1200"/>
                </a:spcAft>
                <a:buClr>
                  <a:srgbClr val="0070AD"/>
                </a:buClr>
                <a:buSzPct val="120000"/>
                <a:tabLst/>
                <a:defRPr/>
              </a:pPr>
              <a:endParaRPr kumimoji="0" lang="en-IN" sz="1100" b="0" i="0" u="none" strike="noStrike" kern="1200" cap="none" spc="0" normalizeH="0" baseline="0" noProof="0">
                <a:ln>
                  <a:noFill/>
                </a:ln>
                <a:solidFill>
                  <a:schemeClr val="bg1"/>
                </a:solidFill>
                <a:effectLst/>
                <a:uLnTx/>
                <a:uFillTx/>
                <a:latin typeface="Ubuntu Light" panose="020B0304030602030204" pitchFamily="34" charset="0"/>
                <a:ea typeface="+mn-ea"/>
                <a:cs typeface="+mn-cs"/>
              </a:endParaRPr>
            </a:p>
          </p:txBody>
        </p:sp>
        <p:sp>
          <p:nvSpPr>
            <p:cNvPr id="31" name="Rectangle 30">
              <a:extLst>
                <a:ext uri="{FF2B5EF4-FFF2-40B4-BE49-F238E27FC236}">
                  <a16:creationId xmlns:a16="http://schemas.microsoft.com/office/drawing/2014/main" id="{7C785729-9EDB-756E-9EBD-0BEB889BF546}"/>
                </a:ext>
              </a:extLst>
            </p:cNvPr>
            <p:cNvSpPr/>
            <p:nvPr/>
          </p:nvSpPr>
          <p:spPr>
            <a:xfrm>
              <a:off x="3612131" y="3810154"/>
              <a:ext cx="3090246" cy="2783312"/>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nchorCtr="0"/>
            <a:lstStyle/>
            <a:p>
              <a:pPr marL="171450" marR="0" lvl="0" indent="-171450" algn="l" defTabSz="914400" rtl="0" eaLnBrk="1" fontAlgn="auto" latinLnBrk="0" hangingPunct="1">
                <a:lnSpc>
                  <a:spcPct val="100000"/>
                </a:lnSpc>
                <a:spcBef>
                  <a:spcPts val="0"/>
                </a:spcBef>
                <a:spcAft>
                  <a:spcPts val="900"/>
                </a:spcAft>
                <a:buClr>
                  <a:srgbClr val="0070AD"/>
                </a:buClr>
                <a:buSzPct val="120000"/>
                <a:buFont typeface="Wingdings" panose="05000000000000000000" pitchFamily="2" charset="2"/>
                <a:buChar char="§"/>
                <a:tabLst/>
                <a:defRPr/>
              </a:pPr>
              <a:endParaRPr kumimoji="0" lang="en-IN" sz="1100" b="0" i="0" u="none" strike="noStrike" kern="1200" cap="none" spc="0" normalizeH="0" baseline="0" noProof="0">
                <a:ln>
                  <a:noFill/>
                </a:ln>
                <a:solidFill>
                  <a:schemeClr val="bg1"/>
                </a:solidFill>
                <a:effectLst/>
                <a:uLnTx/>
                <a:uFillTx/>
                <a:latin typeface="Ubuntu Light"/>
                <a:ea typeface="+mn-lt"/>
                <a:cs typeface="+mn-lt"/>
              </a:endParaRPr>
            </a:p>
          </p:txBody>
        </p:sp>
        <p:sp>
          <p:nvSpPr>
            <p:cNvPr id="33" name="Rectangle 32">
              <a:extLst>
                <a:ext uri="{FF2B5EF4-FFF2-40B4-BE49-F238E27FC236}">
                  <a16:creationId xmlns:a16="http://schemas.microsoft.com/office/drawing/2014/main" id="{E0BCB2C4-016C-1E65-E995-449E9AF3B3B7}"/>
                </a:ext>
              </a:extLst>
            </p:cNvPr>
            <p:cNvSpPr/>
            <p:nvPr/>
          </p:nvSpPr>
          <p:spPr>
            <a:xfrm>
              <a:off x="7336067" y="3825113"/>
              <a:ext cx="2745860" cy="2560141"/>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nchorCtr="0"/>
            <a:lstStyle/>
            <a:p>
              <a:pPr marL="171450" marR="0" lvl="0" indent="-171450" algn="l" defTabSz="914400" rtl="0" eaLnBrk="1" fontAlgn="auto" latinLnBrk="0" hangingPunct="1">
                <a:lnSpc>
                  <a:spcPct val="100000"/>
                </a:lnSpc>
                <a:spcBef>
                  <a:spcPts val="0"/>
                </a:spcBef>
                <a:spcAft>
                  <a:spcPts val="0"/>
                </a:spcAft>
                <a:buClr>
                  <a:srgbClr val="0070AD"/>
                </a:buClr>
                <a:buSzPct val="120000"/>
                <a:buFont typeface="Wingdings" panose="05000000000000000000" pitchFamily="2" charset="2"/>
                <a:buChar char="§"/>
                <a:tabLst/>
                <a:defRPr/>
              </a:pPr>
              <a:endParaRPr kumimoji="0" lang="en-US" sz="1100" b="0" i="0" u="none" strike="noStrike" kern="1200" cap="none" spc="0" normalizeH="0" baseline="0" noProof="0">
                <a:ln>
                  <a:noFill/>
                </a:ln>
                <a:solidFill>
                  <a:schemeClr val="bg1"/>
                </a:solidFill>
                <a:effectLst/>
                <a:uLnTx/>
                <a:uFillTx/>
                <a:latin typeface="Ubuntu Light" panose="020B0304030602030204" pitchFamily="34" charset="0"/>
                <a:ea typeface="Verdana" panose="020B0604030504040204" pitchFamily="34" charset="0"/>
                <a:cs typeface="+mn-cs"/>
              </a:endParaRPr>
            </a:p>
          </p:txBody>
        </p:sp>
        <p:cxnSp>
          <p:nvCxnSpPr>
            <p:cNvPr id="35" name="Straight Connector 34">
              <a:extLst>
                <a:ext uri="{FF2B5EF4-FFF2-40B4-BE49-F238E27FC236}">
                  <a16:creationId xmlns:a16="http://schemas.microsoft.com/office/drawing/2014/main" id="{363BCC26-5F1B-8973-3844-AFF6E840CA6B}"/>
                </a:ext>
              </a:extLst>
            </p:cNvPr>
            <p:cNvCxnSpPr>
              <a:cxnSpLocks/>
            </p:cNvCxnSpPr>
            <p:nvPr/>
          </p:nvCxnSpPr>
          <p:spPr>
            <a:xfrm>
              <a:off x="3315667" y="3536294"/>
              <a:ext cx="0" cy="3057171"/>
            </a:xfrm>
            <a:prstGeom prst="line">
              <a:avLst/>
            </a:prstGeom>
            <a:ln w="12700">
              <a:solidFill>
                <a:schemeClr val="tx1">
                  <a:lumMod val="65000"/>
                  <a:lumOff val="35000"/>
                  <a:alpha val="50000"/>
                </a:schemeClr>
              </a:solidFill>
              <a:tailEnd type="oval"/>
            </a:ln>
          </p:spPr>
          <p:style>
            <a:lnRef idx="1">
              <a:schemeClr val="accent1"/>
            </a:lnRef>
            <a:fillRef idx="0">
              <a:schemeClr val="accent1"/>
            </a:fillRef>
            <a:effectRef idx="0">
              <a:schemeClr val="accent1"/>
            </a:effectRef>
            <a:fontRef idx="minor">
              <a:schemeClr val="tx1"/>
            </a:fontRef>
          </p:style>
        </p:cxnSp>
        <p:pic>
          <p:nvPicPr>
            <p:cNvPr id="36" name="Picture 35" descr="Shape&#10;&#10;Description automatically generated with low confidence">
              <a:extLst>
                <a:ext uri="{FF2B5EF4-FFF2-40B4-BE49-F238E27FC236}">
                  <a16:creationId xmlns:a16="http://schemas.microsoft.com/office/drawing/2014/main" id="{0A75B212-E9FF-713D-BA88-0CA7886B851F}"/>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1418153" y="2453971"/>
              <a:ext cx="570108" cy="507747"/>
            </a:xfrm>
            <a:prstGeom prst="rect">
              <a:avLst/>
            </a:prstGeom>
          </p:spPr>
        </p:pic>
        <p:pic>
          <p:nvPicPr>
            <p:cNvPr id="51" name="Picture 50" descr="Shape&#10;&#10;Description automatically generated with low confidence">
              <a:extLst>
                <a:ext uri="{FF2B5EF4-FFF2-40B4-BE49-F238E27FC236}">
                  <a16:creationId xmlns:a16="http://schemas.microsoft.com/office/drawing/2014/main" id="{12403F4D-5EA8-1E02-5149-D12A8969C03C}"/>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flipH="1" flipV="1">
              <a:off x="5031503" y="2454272"/>
              <a:ext cx="467030" cy="467030"/>
            </a:xfrm>
            <a:prstGeom prst="rect">
              <a:avLst/>
            </a:prstGeom>
          </p:spPr>
        </p:pic>
        <p:pic>
          <p:nvPicPr>
            <p:cNvPr id="52" name="Picture 51" descr="Shape&#10;&#10;Description automatically generated with low confidence">
              <a:extLst>
                <a:ext uri="{FF2B5EF4-FFF2-40B4-BE49-F238E27FC236}">
                  <a16:creationId xmlns:a16="http://schemas.microsoft.com/office/drawing/2014/main" id="{8BECFE28-6B2B-8533-90AD-385E77C658E3}"/>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8514261" y="2440430"/>
              <a:ext cx="504520" cy="504520"/>
            </a:xfrm>
            <a:prstGeom prst="rect">
              <a:avLst/>
            </a:prstGeom>
          </p:spPr>
        </p:pic>
      </p:grpSp>
      <p:pic>
        <p:nvPicPr>
          <p:cNvPr id="5" name="Picture 4">
            <a:extLst>
              <a:ext uri="{FF2B5EF4-FFF2-40B4-BE49-F238E27FC236}">
                <a16:creationId xmlns:a16="http://schemas.microsoft.com/office/drawing/2014/main" id="{04BCE170-D074-1195-A4D7-704CFF227C51}"/>
              </a:ext>
            </a:extLst>
          </p:cNvPr>
          <p:cNvPicPr>
            <a:picLocks noChangeAspect="1"/>
          </p:cNvPicPr>
          <p:nvPr/>
        </p:nvPicPr>
        <p:blipFill>
          <a:blip r:embed="rId8">
            <a:extLst>
              <a:ext uri="{28A0092B-C50C-407E-A947-70E740481C1C}">
                <a14:useLocalDpi xmlns:a14="http://schemas.microsoft.com/office/drawing/2010/main" val="0"/>
              </a:ext>
            </a:extLst>
          </a:blip>
          <a:srcRect/>
          <a:stretch/>
        </p:blipFill>
        <p:spPr>
          <a:xfrm>
            <a:off x="9303505" y="1"/>
            <a:ext cx="2888495" cy="6549389"/>
          </a:xfrm>
          <a:prstGeom prst="rect">
            <a:avLst/>
          </a:prstGeom>
        </p:spPr>
      </p:pic>
      <p:sp>
        <p:nvSpPr>
          <p:cNvPr id="7" name="Right Triangle 6">
            <a:extLst>
              <a:ext uri="{FF2B5EF4-FFF2-40B4-BE49-F238E27FC236}">
                <a16:creationId xmlns:a16="http://schemas.microsoft.com/office/drawing/2014/main" id="{47BC2E34-3AA6-182F-3FF7-CD40A1FFE866}"/>
              </a:ext>
            </a:extLst>
          </p:cNvPr>
          <p:cNvSpPr/>
          <p:nvPr/>
        </p:nvSpPr>
        <p:spPr>
          <a:xfrm rot="5400000">
            <a:off x="8952080" y="354750"/>
            <a:ext cx="2570551" cy="1867703"/>
          </a:xfrm>
          <a:prstGeom prst="rtTriangle">
            <a:avLst/>
          </a:prstGeom>
          <a:solidFill>
            <a:srgbClr val="272936"/>
          </a:soli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IN" sz="1400" err="1">
              <a:solidFill>
                <a:schemeClr val="tx1"/>
              </a:solidFill>
            </a:endParaRPr>
          </a:p>
        </p:txBody>
      </p:sp>
      <p:sp>
        <p:nvSpPr>
          <p:cNvPr id="25" name="Title 1">
            <a:extLst>
              <a:ext uri="{FF2B5EF4-FFF2-40B4-BE49-F238E27FC236}">
                <a16:creationId xmlns:a16="http://schemas.microsoft.com/office/drawing/2014/main" id="{9966B859-F0DE-1247-F758-73BA48D51F84}"/>
              </a:ext>
            </a:extLst>
          </p:cNvPr>
          <p:cNvSpPr txBox="1">
            <a:spLocks/>
          </p:cNvSpPr>
          <p:nvPr/>
        </p:nvSpPr>
        <p:spPr>
          <a:xfrm>
            <a:off x="191278" y="207900"/>
            <a:ext cx="10693783" cy="967758"/>
          </a:xfrm>
          <a:prstGeom prst="rect">
            <a:avLst/>
          </a:prstGeom>
        </p:spPr>
        <p:txBody>
          <a:bodyPr vert="horz" lIns="0" tIns="180000" rIns="0" bIns="0" rtlCol="0" anchor="t" anchorCtr="0">
            <a:noAutofit/>
          </a:bodyPr>
          <a:lstStyle>
            <a:lvl1pPr marL="0" marR="0" indent="0" algn="l" defTabSz="914400" rtl="0" eaLnBrk="1" fontAlgn="auto" latinLnBrk="0" hangingPunct="1">
              <a:lnSpc>
                <a:spcPct val="100000"/>
              </a:lnSpc>
              <a:spcBef>
                <a:spcPct val="0"/>
              </a:spcBef>
              <a:spcAft>
                <a:spcPts val="0"/>
              </a:spcAft>
              <a:buClrTx/>
              <a:buSzTx/>
              <a:buFontTx/>
              <a:buNone/>
              <a:tabLst/>
              <a:defRPr kumimoji="0" lang="en-US" sz="2800" b="0" i="0" u="none" strike="noStrike" kern="1200" cap="none" spc="0" normalizeH="0" baseline="0" noProof="0">
                <a:ln>
                  <a:noFill/>
                </a:ln>
                <a:solidFill>
                  <a:schemeClr val="bg1"/>
                </a:solidFill>
                <a:effectLst/>
                <a:uLnTx/>
                <a:uFillTx/>
                <a:latin typeface="+mj-lt"/>
                <a:ea typeface="+mj-ea"/>
                <a:cs typeface="+mj-cs"/>
              </a:defRPr>
            </a:lvl1pPr>
          </a:lstStyle>
          <a:p>
            <a:r>
              <a:rPr lang="en-IN" sz="2600">
                <a:latin typeface="Ubuntu" panose="020B0504030602030204" pitchFamily="34" charset="0"/>
              </a:rPr>
              <a:t>Optimized HR processes to create unified employee experiences for a Health care client in Germany</a:t>
            </a:r>
            <a:endParaRPr lang="de-DE" sz="2600">
              <a:latin typeface="Ubuntu" panose="020B0504030602030204" pitchFamily="34" charset="0"/>
            </a:endParaRPr>
          </a:p>
        </p:txBody>
      </p:sp>
      <p:sp>
        <p:nvSpPr>
          <p:cNvPr id="11" name="TextBox 10">
            <a:extLst>
              <a:ext uri="{FF2B5EF4-FFF2-40B4-BE49-F238E27FC236}">
                <a16:creationId xmlns:a16="http://schemas.microsoft.com/office/drawing/2014/main" id="{41C97918-3271-F174-801E-979062D536BC}"/>
              </a:ext>
            </a:extLst>
          </p:cNvPr>
          <p:cNvSpPr txBox="1"/>
          <p:nvPr/>
        </p:nvSpPr>
        <p:spPr>
          <a:xfrm>
            <a:off x="3112741" y="3500698"/>
            <a:ext cx="3223275" cy="2631490"/>
          </a:xfrm>
          <a:prstGeom prst="rect">
            <a:avLst/>
          </a:prstGeom>
          <a:noFill/>
        </p:spPr>
        <p:txBody>
          <a:bodyPr wrap="square">
            <a:spAutoFit/>
          </a:bodyPr>
          <a:lstStyle/>
          <a:p>
            <a:pPr marL="171450" indent="-171450" fontAlgn="base">
              <a:buFont typeface="Wingdings" panose="05000000000000000000" pitchFamily="2" charset="2"/>
              <a:buChar char="§"/>
              <a:defRPr/>
            </a:pPr>
            <a:r>
              <a:rPr lang="en-IN" sz="1100">
                <a:solidFill>
                  <a:schemeClr val="bg1"/>
                </a:solidFill>
                <a:latin typeface="Ubuntu Light"/>
                <a:ea typeface="+mn-lt"/>
                <a:cs typeface="+mn-lt"/>
              </a:rPr>
              <a:t>Cloud &amp; platform strategy: Leveraging strategic platforms (e.g. Workday, ServiceNow)</a:t>
            </a:r>
          </a:p>
          <a:p>
            <a:pPr marL="171450" indent="-171450" fontAlgn="base">
              <a:buFont typeface="Wingdings" panose="05000000000000000000" pitchFamily="2" charset="2"/>
              <a:buChar char="§"/>
              <a:defRPr/>
            </a:pPr>
            <a:r>
              <a:rPr lang="en-IN" sz="1100" b="1">
                <a:solidFill>
                  <a:schemeClr val="bg1"/>
                </a:solidFill>
                <a:latin typeface="Ubuntu Light"/>
                <a:ea typeface="+mn-lt"/>
                <a:cs typeface="+mn-lt"/>
              </a:rPr>
              <a:t>Digital User Experience</a:t>
            </a:r>
            <a:r>
              <a:rPr lang="en-IN" sz="1100">
                <a:solidFill>
                  <a:schemeClr val="bg1"/>
                </a:solidFill>
                <a:latin typeface="Ubuntu Light"/>
                <a:ea typeface="+mn-lt"/>
                <a:cs typeface="+mn-lt"/>
              </a:rPr>
              <a:t>: single engaging global platform as entry point for all users to HR services to enable mobile experiences</a:t>
            </a:r>
          </a:p>
          <a:p>
            <a:pPr marL="171450" indent="-171450" fontAlgn="base">
              <a:buFont typeface="Wingdings" panose="05000000000000000000" pitchFamily="2" charset="2"/>
              <a:buChar char="§"/>
              <a:defRPr/>
            </a:pPr>
            <a:r>
              <a:rPr lang="en-IN" sz="1100">
                <a:solidFill>
                  <a:schemeClr val="bg1"/>
                </a:solidFill>
                <a:latin typeface="Ubuntu Light"/>
                <a:ea typeface="+mn-lt"/>
                <a:cs typeface="+mn-lt"/>
              </a:rPr>
              <a:t>Fight complexity with simplicity: to design E2E HR IT processes and focus on strategic platforms </a:t>
            </a:r>
            <a:r>
              <a:rPr lang="en-IN" sz="1100" b="1">
                <a:solidFill>
                  <a:schemeClr val="bg1"/>
                </a:solidFill>
                <a:latin typeface="Ubuntu Light"/>
                <a:ea typeface="+mn-lt"/>
                <a:cs typeface="+mn-lt"/>
              </a:rPr>
              <a:t>with standard integrations</a:t>
            </a:r>
          </a:p>
          <a:p>
            <a:pPr marL="171450" indent="-171450" fontAlgn="base">
              <a:buFont typeface="Wingdings" panose="05000000000000000000" pitchFamily="2" charset="2"/>
              <a:buChar char="§"/>
              <a:defRPr/>
            </a:pPr>
            <a:r>
              <a:rPr lang="en-IN" sz="1100" b="1">
                <a:solidFill>
                  <a:schemeClr val="bg1"/>
                </a:solidFill>
                <a:latin typeface="Ubuntu Light"/>
                <a:ea typeface="+mn-lt"/>
                <a:cs typeface="+mn-lt"/>
              </a:rPr>
              <a:t>Increase of automation</a:t>
            </a:r>
            <a:r>
              <a:rPr lang="en-IN" sz="1100">
                <a:solidFill>
                  <a:schemeClr val="bg1"/>
                </a:solidFill>
                <a:latin typeface="Ubuntu Light"/>
                <a:ea typeface="+mn-lt"/>
                <a:cs typeface="+mn-lt"/>
              </a:rPr>
              <a:t>: to ensure operational excellence and free up time of HR to support the business</a:t>
            </a:r>
          </a:p>
          <a:p>
            <a:pPr marL="171450" indent="-171450" fontAlgn="base">
              <a:buFont typeface="Wingdings" panose="05000000000000000000" pitchFamily="2" charset="2"/>
              <a:buChar char="§"/>
              <a:defRPr/>
            </a:pPr>
            <a:r>
              <a:rPr lang="en-IN" sz="1100">
                <a:solidFill>
                  <a:schemeClr val="bg1"/>
                </a:solidFill>
                <a:latin typeface="Ubuntu Light"/>
                <a:ea typeface="+mn-lt"/>
                <a:cs typeface="+mn-lt"/>
              </a:rPr>
              <a:t>Data as an asset: actively manage data to ensure compliant and </a:t>
            </a:r>
            <a:r>
              <a:rPr lang="en-IN" sz="1100" b="1">
                <a:solidFill>
                  <a:schemeClr val="bg1"/>
                </a:solidFill>
                <a:latin typeface="Ubuntu Light"/>
                <a:ea typeface="+mn-lt"/>
                <a:cs typeface="+mn-lt"/>
              </a:rPr>
              <a:t>value adding business insights </a:t>
            </a:r>
          </a:p>
        </p:txBody>
      </p:sp>
      <p:sp>
        <p:nvSpPr>
          <p:cNvPr id="30" name="TextBox 29">
            <a:extLst>
              <a:ext uri="{FF2B5EF4-FFF2-40B4-BE49-F238E27FC236}">
                <a16:creationId xmlns:a16="http://schemas.microsoft.com/office/drawing/2014/main" id="{E0F42AA4-B504-1D5F-C08F-5E9173AC0EAD}"/>
              </a:ext>
            </a:extLst>
          </p:cNvPr>
          <p:cNvSpPr txBox="1"/>
          <p:nvPr/>
        </p:nvSpPr>
        <p:spPr>
          <a:xfrm>
            <a:off x="6400338" y="3543347"/>
            <a:ext cx="2725501" cy="2031325"/>
          </a:xfrm>
          <a:prstGeom prst="rect">
            <a:avLst/>
          </a:prstGeom>
          <a:noFill/>
        </p:spPr>
        <p:txBody>
          <a:bodyPr wrap="square">
            <a:spAutoFit/>
          </a:bodyPr>
          <a:lstStyle>
            <a:defPPr>
              <a:defRPr lang="pt-PT"/>
            </a:defPPr>
            <a:lvl2pPr marL="182563" marR="0" lvl="1" indent="-182563" fontAlgn="auto">
              <a:lnSpc>
                <a:spcPct val="100000"/>
              </a:lnSpc>
              <a:spcBef>
                <a:spcPts val="200"/>
              </a:spcBef>
              <a:spcAft>
                <a:spcPts val="0"/>
              </a:spcAft>
              <a:buClrTx/>
              <a:buSzTx/>
              <a:buFont typeface="Arial" panose="020B0604020202020204" pitchFamily="34" charset="0"/>
              <a:buChar char="•"/>
              <a:tabLst/>
              <a:defRPr sz="1100">
                <a:solidFill>
                  <a:srgbClr val="FFFFFF"/>
                </a:solidFill>
                <a:latin typeface="Ubuntu"/>
              </a:defRPr>
            </a:lvl2pPr>
          </a:lstStyle>
          <a:p>
            <a:pPr lvl="1" fontAlgn="base">
              <a:buFont typeface="Wingdings" panose="05000000000000000000" pitchFamily="2" charset="2"/>
              <a:buChar char="§"/>
              <a:defRPr/>
            </a:pPr>
            <a:r>
              <a:rPr lang="en-US">
                <a:solidFill>
                  <a:schemeClr val="bg1"/>
                </a:solidFill>
                <a:latin typeface="Ubuntu Light"/>
                <a:ea typeface="+mn-lt"/>
                <a:cs typeface="+mn-lt"/>
              </a:rPr>
              <a:t>Workday as leading system: moving from a heterogenous to a more centralized landscape </a:t>
            </a:r>
          </a:p>
          <a:p>
            <a:pPr lvl="1" fontAlgn="base">
              <a:buFont typeface="Wingdings" panose="05000000000000000000" pitchFamily="2" charset="2"/>
              <a:buChar char="§"/>
              <a:defRPr/>
            </a:pPr>
            <a:r>
              <a:rPr lang="en-US">
                <a:solidFill>
                  <a:schemeClr val="bg1"/>
                </a:solidFill>
                <a:latin typeface="Ubuntu Light"/>
                <a:ea typeface="+mn-lt"/>
                <a:cs typeface="+mn-lt"/>
              </a:rPr>
              <a:t>Service Now </a:t>
            </a:r>
            <a:r>
              <a:rPr lang="en-US" b="1">
                <a:solidFill>
                  <a:schemeClr val="bg1"/>
                </a:solidFill>
                <a:latin typeface="Ubuntu Light"/>
                <a:ea typeface="+mn-lt"/>
                <a:cs typeface="+mn-lt"/>
              </a:rPr>
              <a:t>as single engagement layer platform</a:t>
            </a:r>
          </a:p>
          <a:p>
            <a:pPr lvl="1" fontAlgn="base">
              <a:buFont typeface="Wingdings" panose="05000000000000000000" pitchFamily="2" charset="2"/>
              <a:buChar char="§"/>
              <a:defRPr/>
            </a:pPr>
            <a:r>
              <a:rPr lang="en-US">
                <a:solidFill>
                  <a:schemeClr val="bg1"/>
                </a:solidFill>
                <a:latin typeface="Ubuntu Light"/>
                <a:ea typeface="+mn-lt"/>
                <a:cs typeface="+mn-lt"/>
              </a:rPr>
              <a:t>Global Process Standards + Reduction of local systems: </a:t>
            </a:r>
            <a:r>
              <a:rPr lang="en-US" b="1">
                <a:solidFill>
                  <a:schemeClr val="bg1"/>
                </a:solidFill>
                <a:latin typeface="Ubuntu Light"/>
                <a:ea typeface="+mn-lt"/>
                <a:cs typeface="+mn-lt"/>
              </a:rPr>
              <a:t>Simplified legacy policies and procedures </a:t>
            </a:r>
          </a:p>
          <a:p>
            <a:pPr lvl="1" fontAlgn="base">
              <a:buFont typeface="Wingdings" panose="05000000000000000000" pitchFamily="2" charset="2"/>
              <a:buChar char="§"/>
              <a:defRPr/>
            </a:pPr>
            <a:r>
              <a:rPr lang="en-US">
                <a:solidFill>
                  <a:schemeClr val="bg1"/>
                </a:solidFill>
                <a:latin typeface="Ubuntu Light"/>
                <a:ea typeface="+mn-lt"/>
                <a:cs typeface="+mn-lt"/>
              </a:rPr>
              <a:t>Viable approach and lessons learned from Various HR Transformation and HR IT implementation projects</a:t>
            </a:r>
          </a:p>
        </p:txBody>
      </p:sp>
      <p:grpSp>
        <p:nvGrpSpPr>
          <p:cNvPr id="41" name="Group 40">
            <a:extLst>
              <a:ext uri="{FF2B5EF4-FFF2-40B4-BE49-F238E27FC236}">
                <a16:creationId xmlns:a16="http://schemas.microsoft.com/office/drawing/2014/main" id="{86931369-8698-1EDB-23F9-03B43052FED7}"/>
              </a:ext>
            </a:extLst>
          </p:cNvPr>
          <p:cNvGrpSpPr/>
          <p:nvPr/>
        </p:nvGrpSpPr>
        <p:grpSpPr>
          <a:xfrm>
            <a:off x="5392317" y="70096"/>
            <a:ext cx="5304257" cy="167498"/>
            <a:chOff x="6837649" y="990853"/>
            <a:chExt cx="5304257" cy="261730"/>
          </a:xfrm>
        </p:grpSpPr>
        <p:sp>
          <p:nvSpPr>
            <p:cNvPr id="42" name="Rectangle: Rounded Corners 41">
              <a:extLst>
                <a:ext uri="{FF2B5EF4-FFF2-40B4-BE49-F238E27FC236}">
                  <a16:creationId xmlns:a16="http://schemas.microsoft.com/office/drawing/2014/main" id="{636BD837-1B2C-C39B-2323-2F80724AF171}"/>
                </a:ext>
              </a:extLst>
            </p:cNvPr>
            <p:cNvSpPr/>
            <p:nvPr/>
          </p:nvSpPr>
          <p:spPr>
            <a:xfrm>
              <a:off x="6837649" y="990853"/>
              <a:ext cx="1004635" cy="249108"/>
            </a:xfrm>
            <a:prstGeom prst="roundRect">
              <a:avLst/>
            </a:prstGeom>
            <a:solidFill>
              <a:srgbClr val="40404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700"/>
                <a:t>Our Understanding</a:t>
              </a:r>
              <a:endParaRPr lang="en-IN" sz="700" err="1"/>
            </a:p>
          </p:txBody>
        </p:sp>
        <p:sp>
          <p:nvSpPr>
            <p:cNvPr id="43" name="Rectangle: Rounded Corners 42">
              <a:extLst>
                <a:ext uri="{FF2B5EF4-FFF2-40B4-BE49-F238E27FC236}">
                  <a16:creationId xmlns:a16="http://schemas.microsoft.com/office/drawing/2014/main" id="{2DB603E6-D493-9365-B080-C9EDDB895877}"/>
                </a:ext>
              </a:extLst>
            </p:cNvPr>
            <p:cNvSpPr/>
            <p:nvPr/>
          </p:nvSpPr>
          <p:spPr>
            <a:xfrm>
              <a:off x="7953152" y="1002292"/>
              <a:ext cx="1004635" cy="249108"/>
            </a:xfrm>
            <a:prstGeom prst="roundRect">
              <a:avLst/>
            </a:prstGeom>
            <a:solidFill>
              <a:srgbClr val="40404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700"/>
                <a:t>Approach</a:t>
              </a:r>
              <a:endParaRPr lang="en-IN" sz="700" err="1"/>
            </a:p>
          </p:txBody>
        </p:sp>
        <p:sp>
          <p:nvSpPr>
            <p:cNvPr id="44" name="Rectangle: Rounded Corners 43">
              <a:extLst>
                <a:ext uri="{FF2B5EF4-FFF2-40B4-BE49-F238E27FC236}">
                  <a16:creationId xmlns:a16="http://schemas.microsoft.com/office/drawing/2014/main" id="{82BCF572-1859-5CA6-434F-C99F2CC0B396}"/>
                </a:ext>
              </a:extLst>
            </p:cNvPr>
            <p:cNvSpPr/>
            <p:nvPr/>
          </p:nvSpPr>
          <p:spPr>
            <a:xfrm>
              <a:off x="9017511" y="1003475"/>
              <a:ext cx="1004635" cy="249108"/>
            </a:xfrm>
            <a:prstGeom prst="roundRect">
              <a:avLst/>
            </a:prstGeom>
            <a:solidFill>
              <a:srgbClr val="40404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700"/>
                <a:t>Team</a:t>
              </a:r>
              <a:endParaRPr lang="en-IN" sz="700"/>
            </a:p>
          </p:txBody>
        </p:sp>
        <p:sp>
          <p:nvSpPr>
            <p:cNvPr id="45" name="Rectangle: Rounded Corners 44">
              <a:extLst>
                <a:ext uri="{FF2B5EF4-FFF2-40B4-BE49-F238E27FC236}">
                  <a16:creationId xmlns:a16="http://schemas.microsoft.com/office/drawing/2014/main" id="{B2CDB2FC-AE5C-3950-30AC-0DD4F996E786}"/>
                </a:ext>
              </a:extLst>
            </p:cNvPr>
            <p:cNvSpPr/>
            <p:nvPr/>
          </p:nvSpPr>
          <p:spPr>
            <a:xfrm>
              <a:off x="10081870" y="1001985"/>
              <a:ext cx="1004635" cy="249108"/>
            </a:xfrm>
            <a:prstGeom prst="roundRect">
              <a:avLst/>
            </a:prstGeom>
            <a:solidFill>
              <a:srgbClr val="40404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700"/>
                <a:t>Why US</a:t>
              </a:r>
              <a:endParaRPr lang="en-IN" sz="700"/>
            </a:p>
          </p:txBody>
        </p:sp>
        <p:sp>
          <p:nvSpPr>
            <p:cNvPr id="46" name="Rectangle: Rounded Corners 45">
              <a:extLst>
                <a:ext uri="{FF2B5EF4-FFF2-40B4-BE49-F238E27FC236}">
                  <a16:creationId xmlns:a16="http://schemas.microsoft.com/office/drawing/2014/main" id="{02B6A28E-CE6F-59F9-3F8F-9D746AB41104}"/>
                </a:ext>
              </a:extLst>
            </p:cNvPr>
            <p:cNvSpPr/>
            <p:nvPr/>
          </p:nvSpPr>
          <p:spPr>
            <a:xfrm>
              <a:off x="11137271" y="997539"/>
              <a:ext cx="1004635" cy="249108"/>
            </a:xfrm>
            <a:prstGeom prst="roundRect">
              <a:avLst/>
            </a:prstGeom>
            <a:solidFill>
              <a:srgbClr val="0070A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700"/>
                <a:t>Credentials</a:t>
              </a:r>
              <a:endParaRPr lang="en-IN" sz="700"/>
            </a:p>
          </p:txBody>
        </p:sp>
      </p:grpSp>
    </p:spTree>
    <p:extLst>
      <p:ext uri="{BB962C8B-B14F-4D97-AF65-F5344CB8AC3E}">
        <p14:creationId xmlns:p14="http://schemas.microsoft.com/office/powerpoint/2010/main" val="2935382003"/>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1044416223"/>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THINKCELLUNDODONOTDELETE" val="0"/>
</p:tagLst>
</file>

<file path=ppt/tags/tag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4.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5.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6.xml><?xml version="1.0" encoding="utf-8"?>
<p:tagLst xmlns:a="http://schemas.openxmlformats.org/drawingml/2006/main" xmlns:r="http://schemas.openxmlformats.org/officeDocument/2006/relationships" xmlns:p="http://schemas.openxmlformats.org/presentationml/2006/main">
  <p:tag name="THINKCELLSHAPEDONOTDELETE" val="pem44n44YJU.b0ydlTb3OJw"/>
</p:tagLst>
</file>

<file path=ppt/tags/tag7.xml><?xml version="1.0" encoding="utf-8"?>
<p:tagLst xmlns:a="http://schemas.openxmlformats.org/drawingml/2006/main" xmlns:r="http://schemas.openxmlformats.org/officeDocument/2006/relationships" xmlns:p="http://schemas.openxmlformats.org/presentationml/2006/main">
  <p:tag name="THINKCELLSHAPEDONOTDELETE" val="pem44n44YJU.b0ydlTb3OJw"/>
</p:tagLst>
</file>

<file path=ppt/tags/tag8.xml><?xml version="1.0" encoding="utf-8"?>
<p:tagLst xmlns:a="http://schemas.openxmlformats.org/drawingml/2006/main" xmlns:r="http://schemas.openxmlformats.org/officeDocument/2006/relationships" xmlns:p="http://schemas.openxmlformats.org/presentationml/2006/main">
  <p:tag name="THINKCELLSHAPEDONOTDELETE" val="pem44n44YJU.b0ydlTb3OJw"/>
</p:tagLst>
</file>

<file path=ppt/tags/tag9.xml><?xml version="1.0" encoding="utf-8"?>
<p:tagLst xmlns:a="http://schemas.openxmlformats.org/drawingml/2006/main" xmlns:r="http://schemas.openxmlformats.org/officeDocument/2006/relationships" xmlns:p="http://schemas.openxmlformats.org/presentationml/2006/main">
  <p:tag name="THINKCELLSHAPEDONOTDELETE" val="pem44n44YJU.b0ydlTb3OJw"/>
</p:tagLst>
</file>

<file path=ppt/tags/tag10.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4.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5.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6.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7.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8.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9.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0.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2.xml><?xml version="1.0" encoding="utf-8"?>
<p:tagLst xmlns:a="http://schemas.openxmlformats.org/drawingml/2006/main" xmlns:r="http://schemas.openxmlformats.org/officeDocument/2006/relationships" xmlns:p="http://schemas.openxmlformats.org/presentationml/2006/main">
  <p:tag name="THINKCELLSHAPEDONOTDELETE" val="pem44n44YJU.b0ydlTb3OJw"/>
</p:tagLst>
</file>

<file path=ppt/tags/tag23.xml><?xml version="1.0" encoding="utf-8"?>
<p:tagLst xmlns:a="http://schemas.openxmlformats.org/drawingml/2006/main" xmlns:r="http://schemas.openxmlformats.org/officeDocument/2006/relationships" xmlns:p="http://schemas.openxmlformats.org/presentationml/2006/main">
  <p:tag name="THINKCELLSHAPEDONOTDELETE" val="pem44n44YJU.b0ydlTb3OJw"/>
</p:tagLst>
</file>

<file path=ppt/tags/tag24.xml><?xml version="1.0" encoding="utf-8"?>
<p:tagLst xmlns:a="http://schemas.openxmlformats.org/drawingml/2006/main" xmlns:r="http://schemas.openxmlformats.org/officeDocument/2006/relationships" xmlns:p="http://schemas.openxmlformats.org/presentationml/2006/main">
  <p:tag name="THINKCELLSHAPEDONOTDELETE" val="pem44n44YJU.b0ydlTb3OJw"/>
</p:tagLst>
</file>

<file path=ppt/tags/tag25.xml><?xml version="1.0" encoding="utf-8"?>
<p:tagLst xmlns:a="http://schemas.openxmlformats.org/drawingml/2006/main" xmlns:r="http://schemas.openxmlformats.org/officeDocument/2006/relationships" xmlns:p="http://schemas.openxmlformats.org/presentationml/2006/main">
  <p:tag name="THINKCELLSHAPEDONOTDELETE" val="pem44n44YJU.b0ydlTb3OJw"/>
</p:tagLst>
</file>

<file path=ppt/tags/tag26.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7.xml><?xml version="1.0" encoding="utf-8"?>
<p:tagLst xmlns:a="http://schemas.openxmlformats.org/drawingml/2006/main" xmlns:r="http://schemas.openxmlformats.org/officeDocument/2006/relationships" xmlns:p="http://schemas.openxmlformats.org/presentationml/2006/main">
  <p:tag name="THINKCELLSHAPEDONOTDELETE" val="t16_t1hs1Tj.vBL_kaSt1Ig"/>
</p:tagLst>
</file>

<file path=ppt/tags/tag28.xml><?xml version="1.0" encoding="utf-8"?>
<p:tagLst xmlns:a="http://schemas.openxmlformats.org/drawingml/2006/main" xmlns:r="http://schemas.openxmlformats.org/officeDocument/2006/relationships" xmlns:p="http://schemas.openxmlformats.org/presentationml/2006/main">
  <p:tag name="EE4P_MASTERWIZARD" val="Generic_Confidentiality"/>
</p:tagLst>
</file>

<file path=ppt/tags/tag29.xml><?xml version="1.0" encoding="utf-8"?>
<p:tagLst xmlns:a="http://schemas.openxmlformats.org/drawingml/2006/main" xmlns:r="http://schemas.openxmlformats.org/officeDocument/2006/relationships" xmlns:p="http://schemas.openxmlformats.org/presentationml/2006/main">
  <p:tag name="EE4P_MASTERWIZARD" val="Generic_Confidentiality"/>
</p:tagLst>
</file>

<file path=ppt/tags/tag30.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4.xml><?xml version="1.0" encoding="utf-8"?>
<p:tagLst xmlns:a="http://schemas.openxmlformats.org/drawingml/2006/main" xmlns:r="http://schemas.openxmlformats.org/officeDocument/2006/relationships" xmlns:p="http://schemas.openxmlformats.org/presentationml/2006/main">
  <p:tag name="THINKCELLSHAPEDONOTDELETE" val="pem44n44YJU.b0ydlTb3OJw"/>
</p:tagLst>
</file>

<file path=ppt/tags/tag35.xml><?xml version="1.0" encoding="utf-8"?>
<p:tagLst xmlns:a="http://schemas.openxmlformats.org/drawingml/2006/main" xmlns:r="http://schemas.openxmlformats.org/officeDocument/2006/relationships" xmlns:p="http://schemas.openxmlformats.org/presentationml/2006/main">
  <p:tag name="THINKCELLSHAPEDONOTDELETE" val="pem44n44YJU.b0ydlTb3OJw"/>
</p:tagLst>
</file>

<file path=ppt/tags/tag36.xml><?xml version="1.0" encoding="utf-8"?>
<p:tagLst xmlns:a="http://schemas.openxmlformats.org/drawingml/2006/main" xmlns:r="http://schemas.openxmlformats.org/officeDocument/2006/relationships" xmlns:p="http://schemas.openxmlformats.org/presentationml/2006/main">
  <p:tag name="THINKCELLSHAPEDONOTDELETE" val="pem44n44YJU.b0ydlTb3OJw"/>
</p:tagLst>
</file>

<file path=ppt/tags/tag37.xml><?xml version="1.0" encoding="utf-8"?>
<p:tagLst xmlns:a="http://schemas.openxmlformats.org/drawingml/2006/main" xmlns:r="http://schemas.openxmlformats.org/officeDocument/2006/relationships" xmlns:p="http://schemas.openxmlformats.org/presentationml/2006/main">
  <p:tag name="THINKCELLSHAPEDONOTDELETE" val="pem44n44YJU.b0ydlTb3OJw"/>
</p:tagLst>
</file>

<file path=ppt/tags/tag38.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9.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40.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4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4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43.xml><?xml version="1.0" encoding="utf-8"?>
<p:tagLst xmlns:a="http://schemas.openxmlformats.org/drawingml/2006/main" xmlns:r="http://schemas.openxmlformats.org/officeDocument/2006/relationships" xmlns:p="http://schemas.openxmlformats.org/presentationml/2006/main">
  <p:tag name="EE4P_MASTERWIZARD" val="Generic_Confidentiality"/>
</p:tagLst>
</file>

<file path=ppt/tags/tag44.xml><?xml version="1.0" encoding="utf-8"?>
<p:tagLst xmlns:a="http://schemas.openxmlformats.org/drawingml/2006/main" xmlns:r="http://schemas.openxmlformats.org/officeDocument/2006/relationships" xmlns:p="http://schemas.openxmlformats.org/presentationml/2006/main">
  <p:tag name="EE4P_MASTERWIZARD" val="Generic_Confidentiality"/>
</p:tagLst>
</file>

<file path=ppt/tags/tag45.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46.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47.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48.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49.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50.xml><?xml version="1.0" encoding="utf-8"?>
<p:tagLst xmlns:a="http://schemas.openxmlformats.org/drawingml/2006/main" xmlns:r="http://schemas.openxmlformats.org/officeDocument/2006/relationships" xmlns:p="http://schemas.openxmlformats.org/presentationml/2006/main">
  <p:tag name="THINKCELLSHAPEDONOTDELETE" val="t6jtqxG9FQzK8VdTG0YGScA"/>
</p:tagLst>
</file>

<file path=ppt/tags/tag5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52.xml><?xml version="1.0" encoding="utf-8"?>
<p:tagLst xmlns:a="http://schemas.openxmlformats.org/drawingml/2006/main" xmlns:r="http://schemas.openxmlformats.org/officeDocument/2006/relationships" xmlns:p="http://schemas.openxmlformats.org/presentationml/2006/main">
  <p:tag name="THINKCELLSHAPEDONOTDELETE" val="tZRbR.v3_T8uQJFLp2fEEoA"/>
</p:tagLst>
</file>

<file path=ppt/tags/tag5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54.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55.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56.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57.xml><?xml version="1.0" encoding="utf-8"?>
<p:tagLst xmlns:a="http://schemas.openxmlformats.org/drawingml/2006/main" xmlns:r="http://schemas.openxmlformats.org/officeDocument/2006/relationships" xmlns:p="http://schemas.openxmlformats.org/presentationml/2006/main">
  <p:tag name="THINKCELLSHAPEDONOTDELETE" val="pem44n44YJU.b0ydlTb3OJw"/>
</p:tagLst>
</file>

<file path=ppt/tags/tag58.xml><?xml version="1.0" encoding="utf-8"?>
<p:tagLst xmlns:a="http://schemas.openxmlformats.org/drawingml/2006/main" xmlns:r="http://schemas.openxmlformats.org/officeDocument/2006/relationships" xmlns:p="http://schemas.openxmlformats.org/presentationml/2006/main">
  <p:tag name="THINKCELLSHAPEDONOTDELETE" val="pem44n44YJU.b0ydlTb3OJw"/>
</p:tagLst>
</file>

<file path=ppt/tags/tag59.xml><?xml version="1.0" encoding="utf-8"?>
<p:tagLst xmlns:a="http://schemas.openxmlformats.org/drawingml/2006/main" xmlns:r="http://schemas.openxmlformats.org/officeDocument/2006/relationships" xmlns:p="http://schemas.openxmlformats.org/presentationml/2006/main">
  <p:tag name="THINKCELLSHAPEDONOTDELETE" val="pem44n44YJU.b0ydlTb3OJw"/>
</p:tagLst>
</file>

<file path=ppt/tags/tag60.xml><?xml version="1.0" encoding="utf-8"?>
<p:tagLst xmlns:a="http://schemas.openxmlformats.org/drawingml/2006/main" xmlns:r="http://schemas.openxmlformats.org/officeDocument/2006/relationships" xmlns:p="http://schemas.openxmlformats.org/presentationml/2006/main">
  <p:tag name="THINKCELLSHAPEDONOTDELETE" val="pem44n44YJU.b0ydlTb3OJw"/>
</p:tagLst>
</file>

<file path=ppt/tags/tag6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6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6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64.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65.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66.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67.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68.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69.xml><?xml version="1.0" encoding="utf-8"?>
<p:tagLst xmlns:a="http://schemas.openxmlformats.org/drawingml/2006/main" xmlns:r="http://schemas.openxmlformats.org/officeDocument/2006/relationships" xmlns:p="http://schemas.openxmlformats.org/presentationml/2006/main">
  <p:tag name="EE4P_MASTERWIZARD" val="Generic_Confidentiality"/>
</p:tagLst>
</file>

<file path=ppt/tags/tag70.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7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7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7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74.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75.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76.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77.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78.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heme/theme1.xml><?xml version="1.0" encoding="utf-8"?>
<a:theme xmlns:a="http://schemas.openxmlformats.org/drawingml/2006/main" name="Capgemini Master 2021">
  <a:themeElements>
    <a:clrScheme name="Capgemini 2021">
      <a:dk1>
        <a:sysClr val="windowText" lastClr="000000"/>
      </a:dk1>
      <a:lt1>
        <a:srgbClr val="FFFFFF"/>
      </a:lt1>
      <a:dk2>
        <a:srgbClr val="000000"/>
      </a:dk2>
      <a:lt2>
        <a:srgbClr val="ECECEC"/>
      </a:lt2>
      <a:accent1>
        <a:srgbClr val="0070AD"/>
      </a:accent1>
      <a:accent2>
        <a:srgbClr val="12ABDB"/>
      </a:accent2>
      <a:accent3>
        <a:srgbClr val="2B0A3D"/>
      </a:accent3>
      <a:accent4>
        <a:srgbClr val="272936"/>
      </a:accent4>
      <a:accent5>
        <a:srgbClr val="0F878A"/>
      </a:accent5>
      <a:accent6>
        <a:srgbClr val="14596B"/>
      </a:accent6>
      <a:hlink>
        <a:srgbClr val="00929B"/>
      </a:hlink>
      <a:folHlink>
        <a:srgbClr val="00E6E3"/>
      </a:folHlink>
    </a:clrScheme>
    <a:fontScheme name="Capgemini 2021">
      <a:majorFont>
        <a:latin typeface="Ubuntu Medium"/>
        <a:ea typeface=""/>
        <a:cs typeface=""/>
      </a:majorFont>
      <a:minorFont>
        <a:latin typeface="Ubuntu"/>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ln>
          <a:noFill/>
        </a:ln>
      </a:spPr>
      <a:bodyPr rtlCol="0" anchor="ctr"/>
      <a:lstStyle>
        <a:defPPr algn="ctr">
          <a:defRPr sz="1600" dirty="0" err="1" smtClean="0"/>
        </a:defPPr>
      </a:lstStyle>
      <a:style>
        <a:lnRef idx="2">
          <a:schemeClr val="accent1">
            <a:shade val="50000"/>
          </a:schemeClr>
        </a:lnRef>
        <a:fillRef idx="1">
          <a:schemeClr val="accent1"/>
        </a:fillRef>
        <a:effectRef idx="0">
          <a:schemeClr val="accent1"/>
        </a:effectRef>
        <a:fontRef idx="minor">
          <a:schemeClr val="lt1"/>
        </a:fontRef>
      </a:style>
    </a:spDef>
  </a:objectDefaults>
  <a:extraClrSchemeLst/>
  <a:extLst>
    <a:ext uri="{05A4C25C-085E-4340-85A3-A5531E510DB2}">
      <thm15:themeFamily xmlns:thm15="http://schemas.microsoft.com/office/thememl/2012/main" name="ppt-Capgemini_MasterTemplate.potx  -  Read-Only" id="{158A7A1A-561A-4E14-A668-DCF04BFBC47E}" vid="{8EFEF2A1-4E5F-40B7-A7DA-8494B7B12229}"/>
    </a:ext>
  </a:extLst>
</a:theme>
</file>

<file path=ppt/theme/theme2.xml><?xml version="1.0" encoding="utf-8"?>
<a:theme xmlns:a="http://schemas.openxmlformats.org/drawingml/2006/main" name="Cover options_Section">
  <a:themeElements>
    <a:clrScheme name="Capgemini NEW">
      <a:dk1>
        <a:sysClr val="windowText" lastClr="000000"/>
      </a:dk1>
      <a:lt1>
        <a:srgbClr val="FFFFFF"/>
      </a:lt1>
      <a:dk2>
        <a:srgbClr val="000000"/>
      </a:dk2>
      <a:lt2>
        <a:srgbClr val="ECECEC"/>
      </a:lt2>
      <a:accent1>
        <a:srgbClr val="0070AD"/>
      </a:accent1>
      <a:accent2>
        <a:srgbClr val="12ABDB"/>
      </a:accent2>
      <a:accent3>
        <a:srgbClr val="2B0A3D"/>
      </a:accent3>
      <a:accent4>
        <a:srgbClr val="272936"/>
      </a:accent4>
      <a:accent5>
        <a:srgbClr val="0F878A"/>
      </a:accent5>
      <a:accent6>
        <a:srgbClr val="14596B"/>
      </a:accent6>
      <a:hlink>
        <a:srgbClr val="00929B"/>
      </a:hlink>
      <a:folHlink>
        <a:srgbClr val="00E6E3"/>
      </a:folHlink>
    </a:clrScheme>
    <a:fontScheme name="Capgemini 2021">
      <a:majorFont>
        <a:latin typeface="Ubuntu Medium"/>
        <a:ea typeface=""/>
        <a:cs typeface=""/>
      </a:majorFont>
      <a:minorFont>
        <a:latin typeface="Ubuntu"/>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ppt-Capgemini_MasterTemplate.potx  -  Read-Only" id="{158A7A1A-561A-4E14-A668-DCF04BFBC47E}" vid="{D96B783E-C8A1-4061-A22C-EAA698556816}"/>
    </a:ext>
  </a:extLst>
</a:theme>
</file>

<file path=ppt/theme/theme3.xml><?xml version="1.0" encoding="utf-8"?>
<a:theme xmlns:a="http://schemas.openxmlformats.org/drawingml/2006/main" name="Content Layouts">
  <a:themeElements>
    <a:clrScheme name="CG BRAND">
      <a:dk1>
        <a:srgbClr val="000000"/>
      </a:dk1>
      <a:lt1>
        <a:sysClr val="window" lastClr="FFFFFF"/>
      </a:lt1>
      <a:dk2>
        <a:srgbClr val="0070AD"/>
      </a:dk2>
      <a:lt2>
        <a:srgbClr val="EDEDED"/>
      </a:lt2>
      <a:accent1>
        <a:srgbClr val="0070AD"/>
      </a:accent1>
      <a:accent2>
        <a:srgbClr val="12ABDB"/>
      </a:accent2>
      <a:accent3>
        <a:srgbClr val="2B0A3D"/>
      </a:accent3>
      <a:accent4>
        <a:srgbClr val="FF304C"/>
      </a:accent4>
      <a:accent5>
        <a:srgbClr val="95E616"/>
      </a:accent5>
      <a:accent6>
        <a:srgbClr val="C2CF00"/>
      </a:accent6>
      <a:hlink>
        <a:srgbClr val="005481"/>
      </a:hlink>
      <a:folHlink>
        <a:srgbClr val="861763"/>
      </a:folHlink>
    </a:clrScheme>
    <a:fontScheme name="Capgemini">
      <a:majorFont>
        <a:latin typeface="Verdana"/>
        <a:ea typeface=""/>
        <a:cs typeface=""/>
      </a:majorFont>
      <a:minorFont>
        <a:latin typeface="Verdana"/>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chemeClr val="bg2"/>
        </a:solidFill>
        <a:ln>
          <a:noFill/>
        </a:ln>
      </a:spPr>
      <a:bodyPr rtlCol="0" anchor="ctr"/>
      <a:lstStyle>
        <a:defPPr>
          <a:defRPr sz="1400" dirty="0">
            <a:solidFill>
              <a:schemeClr val="tx1"/>
            </a:solidFill>
          </a:defRPr>
        </a:defPPr>
      </a:lstStyle>
      <a:style>
        <a:lnRef idx="2">
          <a:schemeClr val="accent1">
            <a:shade val="50000"/>
          </a:schemeClr>
        </a:lnRef>
        <a:fillRef idx="1">
          <a:schemeClr val="accent1"/>
        </a:fillRef>
        <a:effectRef idx="0">
          <a:schemeClr val="accent1"/>
        </a:effectRef>
        <a:fontRef idx="minor">
          <a:schemeClr val="lt1"/>
        </a:fontRef>
      </a:style>
    </a:spDef>
  </a:objectDefaults>
  <a:extraClrSchemeLst/>
  <a:extLst>
    <a:ext uri="{05A4C25C-085E-4340-85A3-A5531E510DB2}">
      <thm15:themeFamily xmlns:thm15="http://schemas.microsoft.com/office/thememl/2012/main" name="Capgemini_July 2018" id="{7417952C-E959-421C-B03D-D0D9652C2A21}" vid="{A741A033-F3B3-4DDB-881D-06C35BB92AF7}"/>
    </a:ext>
  </a:extLst>
</a:theme>
</file>

<file path=ppt/theme/theme4.xml><?xml version="1.0" encoding="utf-8"?>
<a:theme xmlns:a="http://schemas.openxmlformats.org/drawingml/2006/main" name="1_Capgemini Master 2021">
  <a:themeElements>
    <a:clrScheme name="Capgemini 2021">
      <a:dk1>
        <a:sysClr val="windowText" lastClr="000000"/>
      </a:dk1>
      <a:lt1>
        <a:srgbClr val="FFFFFF"/>
      </a:lt1>
      <a:dk2>
        <a:srgbClr val="000000"/>
      </a:dk2>
      <a:lt2>
        <a:srgbClr val="ECECEC"/>
      </a:lt2>
      <a:accent1>
        <a:srgbClr val="0070AD"/>
      </a:accent1>
      <a:accent2>
        <a:srgbClr val="12ABDB"/>
      </a:accent2>
      <a:accent3>
        <a:srgbClr val="2B0A3D"/>
      </a:accent3>
      <a:accent4>
        <a:srgbClr val="272936"/>
      </a:accent4>
      <a:accent5>
        <a:srgbClr val="0F878A"/>
      </a:accent5>
      <a:accent6>
        <a:srgbClr val="14596B"/>
      </a:accent6>
      <a:hlink>
        <a:srgbClr val="00929B"/>
      </a:hlink>
      <a:folHlink>
        <a:srgbClr val="00E6E3"/>
      </a:folHlink>
    </a:clrScheme>
    <a:fontScheme name="Capgemini 2021">
      <a:majorFont>
        <a:latin typeface="Ubuntu Medium"/>
        <a:ea typeface=""/>
        <a:cs typeface=""/>
      </a:majorFont>
      <a:minorFont>
        <a:latin typeface="Ubuntu"/>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ln>
          <a:noFill/>
        </a:ln>
      </a:spPr>
      <a:bodyPr rtlCol="0" anchor="ctr"/>
      <a:lstStyle>
        <a:defPPr algn="ctr">
          <a:defRPr sz="1600" dirty="0" err="1" smtClean="0"/>
        </a:defPPr>
      </a:lstStyle>
      <a:style>
        <a:lnRef idx="2">
          <a:schemeClr val="accent1">
            <a:shade val="50000"/>
          </a:schemeClr>
        </a:lnRef>
        <a:fillRef idx="1">
          <a:schemeClr val="accent1"/>
        </a:fillRef>
        <a:effectRef idx="0">
          <a:schemeClr val="accent1"/>
        </a:effectRef>
        <a:fontRef idx="minor">
          <a:schemeClr val="lt1"/>
        </a:fontRef>
      </a:style>
    </a:spDef>
  </a:objectDefaults>
  <a:extraClrSchemeLst/>
  <a:extLst>
    <a:ext uri="{05A4C25C-085E-4340-85A3-A5531E510DB2}">
      <thm15:themeFamily xmlns:thm15="http://schemas.microsoft.com/office/thememl/2012/main" name="Présentation11" id="{18B0FA0E-52BA-4F3F-B2FD-88B4C8061DF8}" vid="{6634CB38-2CA3-42B5-9F43-E11F89D9B245}"/>
    </a:ext>
  </a:extLst>
</a:theme>
</file>

<file path=ppt/theme/theme5.xml><?xml version="1.0" encoding="utf-8"?>
<a:theme xmlns:a="http://schemas.openxmlformats.org/drawingml/2006/main" name="2_Capgemini Master 2021">
  <a:themeElements>
    <a:clrScheme name="Custom 2">
      <a:dk1>
        <a:sysClr val="windowText" lastClr="000000"/>
      </a:dk1>
      <a:lt1>
        <a:srgbClr val="FFFFFF"/>
      </a:lt1>
      <a:dk2>
        <a:srgbClr val="2B143D"/>
      </a:dk2>
      <a:lt2>
        <a:srgbClr val="E6E7E7"/>
      </a:lt2>
      <a:accent1>
        <a:srgbClr val="3DE484"/>
      </a:accent1>
      <a:accent2>
        <a:srgbClr val="00C37B"/>
      </a:accent2>
      <a:accent3>
        <a:srgbClr val="0070AD"/>
      </a:accent3>
      <a:accent4>
        <a:srgbClr val="12ABDB"/>
      </a:accent4>
      <a:accent5>
        <a:srgbClr val="2B143D"/>
      </a:accent5>
      <a:accent6>
        <a:srgbClr val="FF304C"/>
      </a:accent6>
      <a:hlink>
        <a:srgbClr val="88D5ED"/>
      </a:hlink>
      <a:folHlink>
        <a:srgbClr val="7E39BA"/>
      </a:folHlink>
    </a:clrScheme>
    <a:fontScheme name="Capgemini 2021">
      <a:majorFont>
        <a:latin typeface="Ubuntu Medium"/>
        <a:ea typeface=""/>
        <a:cs typeface=""/>
      </a:majorFont>
      <a:minorFont>
        <a:latin typeface="Ubuntu"/>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ln>
          <a:noFill/>
        </a:ln>
      </a:spPr>
      <a:bodyPr rtlCol="0" anchor="ctr"/>
      <a:lstStyle>
        <a:defPPr algn="ctr">
          <a:defRPr sz="1600" dirty="0" err="1" smtClean="0"/>
        </a:defPPr>
      </a:lstStyle>
      <a:style>
        <a:lnRef idx="2">
          <a:schemeClr val="accent1">
            <a:shade val="50000"/>
          </a:schemeClr>
        </a:lnRef>
        <a:fillRef idx="1">
          <a:schemeClr val="accent1"/>
        </a:fillRef>
        <a:effectRef idx="0">
          <a:schemeClr val="accent1"/>
        </a:effectRef>
        <a:fontRef idx="minor">
          <a:schemeClr val="lt1"/>
        </a:fontRef>
      </a:style>
    </a:spDef>
  </a:objectDefaults>
  <a:extraClrSchemeLst/>
  <a:extLst>
    <a:ext uri="{05A4C25C-085E-4340-85A3-A5531E510DB2}">
      <thm15:themeFamily xmlns:thm15="http://schemas.microsoft.com/office/thememl/2012/main" name="Capgemini_SCF Program.potx" id="{648C62E2-734F-4FA7-96E0-C8F16713E41A}" vid="{0E4E43FA-7924-45E7-A9F5-7459220F09F0}"/>
    </a:ext>
  </a:extLst>
</a:theme>
</file>

<file path=ppt/theme/theme6.xml><?xml version="1.0" encoding="utf-8"?>
<a:theme xmlns:a="http://schemas.openxmlformats.org/drawingml/2006/main" name="3_Capgemini Master 2021">
  <a:themeElements>
    <a:clrScheme name="Capgemini 2021">
      <a:dk1>
        <a:sysClr val="windowText" lastClr="000000"/>
      </a:dk1>
      <a:lt1>
        <a:srgbClr val="FFFFFF"/>
      </a:lt1>
      <a:dk2>
        <a:srgbClr val="000000"/>
      </a:dk2>
      <a:lt2>
        <a:srgbClr val="ECECEC"/>
      </a:lt2>
      <a:accent1>
        <a:srgbClr val="0070AD"/>
      </a:accent1>
      <a:accent2>
        <a:srgbClr val="12ABDB"/>
      </a:accent2>
      <a:accent3>
        <a:srgbClr val="2B0A3D"/>
      </a:accent3>
      <a:accent4>
        <a:srgbClr val="272936"/>
      </a:accent4>
      <a:accent5>
        <a:srgbClr val="0F878A"/>
      </a:accent5>
      <a:accent6>
        <a:srgbClr val="14596B"/>
      </a:accent6>
      <a:hlink>
        <a:srgbClr val="00929B"/>
      </a:hlink>
      <a:folHlink>
        <a:srgbClr val="00E6E3"/>
      </a:folHlink>
    </a:clrScheme>
    <a:fontScheme name="Capgemini 2021">
      <a:majorFont>
        <a:latin typeface="Ubuntu Medium"/>
        <a:ea typeface=""/>
        <a:cs typeface=""/>
      </a:majorFont>
      <a:minorFont>
        <a:latin typeface="Ubuntu"/>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ln>
          <a:noFill/>
        </a:ln>
      </a:spPr>
      <a:bodyPr rtlCol="0" anchor="ctr"/>
      <a:lstStyle>
        <a:defPPr algn="ctr">
          <a:defRPr sz="1600" dirty="0" err="1" smtClean="0"/>
        </a:defPPr>
      </a:lstStyle>
      <a:style>
        <a:lnRef idx="2">
          <a:schemeClr val="accent1">
            <a:shade val="50000"/>
          </a:schemeClr>
        </a:lnRef>
        <a:fillRef idx="1">
          <a:schemeClr val="accent1"/>
        </a:fillRef>
        <a:effectRef idx="0">
          <a:schemeClr val="accent1"/>
        </a:effectRef>
        <a:fontRef idx="minor">
          <a:schemeClr val="lt1"/>
        </a:fontRef>
      </a:style>
    </a:spDef>
  </a:objectDefaults>
  <a:extraClrSchemeLst/>
  <a:extLst>
    <a:ext uri="{05A4C25C-085E-4340-85A3-A5531E510DB2}">
      <thm15:themeFamily xmlns:thm15="http://schemas.microsoft.com/office/thememl/2012/main" name="Présentation11" id="{18B0FA0E-52BA-4F3F-B2FD-88B4C8061DF8}" vid="{6634CB38-2CA3-42B5-9F43-E11F89D9B245}"/>
    </a:ext>
  </a:extLst>
</a:theme>
</file>

<file path=ppt/theme/theme7.xml><?xml version="1.0" encoding="utf-8"?>
<a:theme xmlns:a="http://schemas.openxmlformats.org/drawingml/2006/main" name="4_Capgemini Master 2021">
  <a:themeElements>
    <a:clrScheme name="Capgemini 2021">
      <a:dk1>
        <a:sysClr val="windowText" lastClr="000000"/>
      </a:dk1>
      <a:lt1>
        <a:srgbClr val="FFFFFF"/>
      </a:lt1>
      <a:dk2>
        <a:srgbClr val="000000"/>
      </a:dk2>
      <a:lt2>
        <a:srgbClr val="ECECEC"/>
      </a:lt2>
      <a:accent1>
        <a:srgbClr val="0070AD"/>
      </a:accent1>
      <a:accent2>
        <a:srgbClr val="12ABDB"/>
      </a:accent2>
      <a:accent3>
        <a:srgbClr val="2B0A3D"/>
      </a:accent3>
      <a:accent4>
        <a:srgbClr val="272936"/>
      </a:accent4>
      <a:accent5>
        <a:srgbClr val="0F878A"/>
      </a:accent5>
      <a:accent6>
        <a:srgbClr val="14596B"/>
      </a:accent6>
      <a:hlink>
        <a:srgbClr val="00929B"/>
      </a:hlink>
      <a:folHlink>
        <a:srgbClr val="00E6E3"/>
      </a:folHlink>
    </a:clrScheme>
    <a:fontScheme name="Capgemini 2021">
      <a:majorFont>
        <a:latin typeface="Ubuntu Medium"/>
        <a:ea typeface=""/>
        <a:cs typeface=""/>
      </a:majorFont>
      <a:minorFont>
        <a:latin typeface="Ubuntu"/>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ln>
          <a:noFill/>
        </a:ln>
      </a:spPr>
      <a:bodyPr rtlCol="0" anchor="ctr"/>
      <a:lstStyle>
        <a:defPPr algn="ctr">
          <a:defRPr sz="1600" dirty="0" err="1" smtClean="0"/>
        </a:defPPr>
      </a:lstStyle>
      <a:style>
        <a:lnRef idx="2">
          <a:schemeClr val="accent1">
            <a:shade val="50000"/>
          </a:schemeClr>
        </a:lnRef>
        <a:fillRef idx="1">
          <a:schemeClr val="accent1"/>
        </a:fillRef>
        <a:effectRef idx="0">
          <a:schemeClr val="accent1"/>
        </a:effectRef>
        <a:fontRef idx="minor">
          <a:schemeClr val="lt1"/>
        </a:fontRef>
      </a:style>
    </a:spDef>
  </a:objectDefaults>
  <a:extraClrSchemeLst/>
  <a:extLst>
    <a:ext uri="{05A4C25C-085E-4340-85A3-A5531E510DB2}">
      <thm15:themeFamily xmlns:thm15="http://schemas.microsoft.com/office/thememl/2012/main" name="Présentation11" id="{18B0FA0E-52BA-4F3F-B2FD-88B4C8061DF8}" vid="{6634CB38-2CA3-42B5-9F43-E11F89D9B245}"/>
    </a:ext>
  </a:extLst>
</a:theme>
</file>

<file path=ppt/theme/theme8.xml><?xml version="1.0" encoding="utf-8"?>
<a:theme xmlns:a="http://schemas.openxmlformats.org/drawingml/2006/main" name="5_Capgemini Master 2021">
  <a:themeElements>
    <a:clrScheme name="Blue Green">
      <a:dk1>
        <a:sysClr val="windowText" lastClr="000000"/>
      </a:dk1>
      <a:lt1>
        <a:sysClr val="window" lastClr="FFFFFF"/>
      </a:lt1>
      <a:dk2>
        <a:srgbClr val="373545"/>
      </a:dk2>
      <a:lt2>
        <a:srgbClr val="CEDBE6"/>
      </a:lt2>
      <a:accent1>
        <a:srgbClr val="3494BA"/>
      </a:accent1>
      <a:accent2>
        <a:srgbClr val="58B6C0"/>
      </a:accent2>
      <a:accent3>
        <a:srgbClr val="75BDA7"/>
      </a:accent3>
      <a:accent4>
        <a:srgbClr val="7A8C8E"/>
      </a:accent4>
      <a:accent5>
        <a:srgbClr val="84ACB6"/>
      </a:accent5>
      <a:accent6>
        <a:srgbClr val="2683C6"/>
      </a:accent6>
      <a:hlink>
        <a:srgbClr val="6B9F25"/>
      </a:hlink>
      <a:folHlink>
        <a:srgbClr val="9F6715"/>
      </a:folHlink>
    </a:clrScheme>
    <a:fontScheme name="Custom 1">
      <a:majorFont>
        <a:latin typeface="Ubuntu Light"/>
        <a:ea typeface=""/>
        <a:cs typeface=""/>
      </a:majorFont>
      <a:minorFont>
        <a:latin typeface="Ubuntu Medium"/>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ln>
          <a:noFill/>
        </a:ln>
      </a:spPr>
      <a:bodyPr rtlCol="0" anchor="ctr"/>
      <a:lstStyle>
        <a:defPPr algn="ctr">
          <a:defRPr sz="1600" dirty="0" err="1" smtClean="0"/>
        </a:defPPr>
      </a:lstStyle>
      <a:style>
        <a:lnRef idx="2">
          <a:schemeClr val="accent1">
            <a:shade val="50000"/>
          </a:schemeClr>
        </a:lnRef>
        <a:fillRef idx="1">
          <a:schemeClr val="accent1"/>
        </a:fillRef>
        <a:effectRef idx="0">
          <a:schemeClr val="accent1"/>
        </a:effectRef>
        <a:fontRef idx="minor">
          <a:schemeClr val="lt1"/>
        </a:fontRef>
      </a:style>
    </a:spDef>
  </a:objectDefaults>
  <a:extraClrSchemeLst/>
  <a:extLst>
    <a:ext uri="{05A4C25C-085E-4340-85A3-A5531E510DB2}">
      <thm15:themeFamily xmlns:thm15="http://schemas.microsoft.com/office/thememl/2012/main" name="Présentation7" id="{76B067EA-FD90-43C9-9707-1FE07CAB5CA4}" vid="{02F4BFDB-6216-4E82-99CD-FCF5D4909630}"/>
    </a:ext>
  </a:extLst>
</a:theme>
</file>

<file path=ppt/theme/theme9.xml><?xml version="1.0" encoding="utf-8"?>
<a:theme xmlns:a="http://schemas.openxmlformats.org/drawingml/2006/main" name="6_Capgemini Master 2021">
  <a:themeElements>
    <a:clrScheme name="Capgemini 2021">
      <a:dk1>
        <a:sysClr val="windowText" lastClr="000000"/>
      </a:dk1>
      <a:lt1>
        <a:srgbClr val="FFFFFF"/>
      </a:lt1>
      <a:dk2>
        <a:srgbClr val="000000"/>
      </a:dk2>
      <a:lt2>
        <a:srgbClr val="ECECEC"/>
      </a:lt2>
      <a:accent1>
        <a:srgbClr val="0070AD"/>
      </a:accent1>
      <a:accent2>
        <a:srgbClr val="12ABDB"/>
      </a:accent2>
      <a:accent3>
        <a:srgbClr val="2B0A3D"/>
      </a:accent3>
      <a:accent4>
        <a:srgbClr val="272936"/>
      </a:accent4>
      <a:accent5>
        <a:srgbClr val="0F878A"/>
      </a:accent5>
      <a:accent6>
        <a:srgbClr val="14596B"/>
      </a:accent6>
      <a:hlink>
        <a:srgbClr val="00929B"/>
      </a:hlink>
      <a:folHlink>
        <a:srgbClr val="00E6E3"/>
      </a:folHlink>
    </a:clrScheme>
    <a:fontScheme name="Capgemini 2021">
      <a:majorFont>
        <a:latin typeface="Ubuntu Medium"/>
        <a:ea typeface=""/>
        <a:cs typeface=""/>
      </a:majorFont>
      <a:minorFont>
        <a:latin typeface="Ubuntu"/>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ln>
          <a:noFill/>
        </a:ln>
      </a:spPr>
      <a:bodyPr rtlCol="0" anchor="ctr"/>
      <a:lstStyle>
        <a:defPPr algn="ctr">
          <a:defRPr sz="1600" dirty="0" err="1" smtClean="0"/>
        </a:defPPr>
      </a:lstStyle>
      <a:style>
        <a:lnRef idx="2">
          <a:schemeClr val="accent1">
            <a:shade val="50000"/>
          </a:schemeClr>
        </a:lnRef>
        <a:fillRef idx="1">
          <a:schemeClr val="accent1"/>
        </a:fillRef>
        <a:effectRef idx="0">
          <a:schemeClr val="accent1"/>
        </a:effectRef>
        <a:fontRef idx="minor">
          <a:schemeClr val="lt1"/>
        </a:fontRef>
      </a:style>
    </a:spDef>
  </a:objectDefaults>
  <a:extraClrSchemeLst/>
  <a:extLst>
    <a:ext uri="{05A4C25C-085E-4340-85A3-A5531E510DB2}">
      <thm15:themeFamily xmlns:thm15="http://schemas.microsoft.com/office/thememl/2012/main" name="Présentation11" id="{18B0FA0E-52BA-4F3F-B2FD-88B4C8061DF8}" vid="{6634CB38-2CA3-42B5-9F43-E11F89D9B245}"/>
    </a:ext>
  </a:extLst>
</a:theme>
</file>

<file path=ppt/theme/theme10.xml><?xml version="1.0" encoding="utf-8"?>
<a:theme xmlns:a="http://schemas.openxmlformats.org/drawingml/2006/main" name="CapgeminiInvent_DE_2021">
  <a:themeElements>
    <a:clrScheme name="Capgemini 2021">
      <a:dk1>
        <a:sysClr val="windowText" lastClr="000000"/>
      </a:dk1>
      <a:lt1>
        <a:srgbClr val="FFFFFF"/>
      </a:lt1>
      <a:dk2>
        <a:srgbClr val="000000"/>
      </a:dk2>
      <a:lt2>
        <a:srgbClr val="ECECEC"/>
      </a:lt2>
      <a:accent1>
        <a:srgbClr val="0070AD"/>
      </a:accent1>
      <a:accent2>
        <a:srgbClr val="12ABDB"/>
      </a:accent2>
      <a:accent3>
        <a:srgbClr val="2B0A3D"/>
      </a:accent3>
      <a:accent4>
        <a:srgbClr val="272936"/>
      </a:accent4>
      <a:accent5>
        <a:srgbClr val="0F878A"/>
      </a:accent5>
      <a:accent6>
        <a:srgbClr val="14596B"/>
      </a:accent6>
      <a:hlink>
        <a:srgbClr val="00929B"/>
      </a:hlink>
      <a:folHlink>
        <a:srgbClr val="00E6E3"/>
      </a:folHlink>
    </a:clrScheme>
    <a:fontScheme name="Capgemini 2021">
      <a:majorFont>
        <a:latin typeface="Ubuntu Medium"/>
        <a:ea typeface=""/>
        <a:cs typeface=""/>
      </a:majorFont>
      <a:minorFont>
        <a:latin typeface="Ubuntu"/>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chemeClr val="bg1">
            <a:lumMod val="95000"/>
          </a:schemeClr>
        </a:solidFill>
        <a:ln w="9525">
          <a:noFill/>
          <a:prstDash val="solid"/>
        </a:ln>
      </a:spPr>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defPPr algn="ctr">
          <a:defRPr sz="1400" dirty="0" err="1">
            <a:solidFill>
              <a:schemeClr val="tx1"/>
            </a:solidFill>
          </a:defRPr>
        </a:defPPr>
      </a:lstStyle>
      <a:style>
        <a:lnRef idx="2">
          <a:schemeClr val="accent1">
            <a:shade val="50000"/>
          </a:schemeClr>
        </a:lnRef>
        <a:fillRef idx="1">
          <a:schemeClr val="accent1"/>
        </a:fillRef>
        <a:effectRef idx="0">
          <a:schemeClr val="accent1"/>
        </a:effectRef>
        <a:fontRef idx="minor">
          <a:schemeClr val="lt1"/>
        </a:fontRef>
      </a:style>
    </a:spDef>
    <a:lnDef>
      <a:spPr>
        <a:ln w="12700">
          <a:solidFill>
            <a:schemeClr val="bg1">
              <a:lumMod val="65000"/>
            </a:schemeClr>
          </a:solidFill>
        </a:ln>
      </a:spPr>
      <a:bodyPr/>
      <a:lstStyle/>
      <a:style>
        <a:lnRef idx="1">
          <a:schemeClr val="accent1"/>
        </a:lnRef>
        <a:fillRef idx="0">
          <a:schemeClr val="accent1"/>
        </a:fillRef>
        <a:effectRef idx="0">
          <a:schemeClr val="accent1"/>
        </a:effectRef>
        <a:fontRef idx="minor">
          <a:schemeClr val="tx1"/>
        </a:fontRef>
      </a:style>
    </a:lnDef>
    <a:txDef>
      <a:spPr>
        <a:noFill/>
      </a:spPr>
      <a:bodyPr vert="horz" wrap="square" lIns="90000" tIns="46800" rIns="90000" bIns="46800" rtlCol="0" anchor="ctr">
        <a:spAutoFit/>
      </a:bodyPr>
      <a:lstStyle>
        <a:defPPr algn="l">
          <a:spcBef>
            <a:spcPct val="0"/>
          </a:spcBef>
          <a:defRPr sz="1400" dirty="0" err="1" smtClean="0"/>
        </a:defPPr>
      </a:lstStyle>
    </a:txDef>
  </a:objectDefaults>
  <a:extraClrSchemeLst/>
  <a:custClrLst>
    <a:custClr name="Green A">
      <a:srgbClr val="57CF80"/>
    </a:custClr>
    <a:custClr name="Green B">
      <a:srgbClr val="33B569"/>
    </a:custClr>
    <a:custClr name="Green C">
      <a:srgbClr val="2EA657"/>
    </a:custClr>
    <a:custClr name="Green D">
      <a:srgbClr val="178C3D"/>
    </a:custClr>
    <a:custClr name="Green E">
      <a:srgbClr val="176036"/>
    </a:custClr>
    <a:custClr name="Teal A">
      <a:srgbClr val="00E6E3"/>
    </a:custClr>
    <a:custClr name="Teal B">
      <a:srgbClr val="00D5D0"/>
    </a:custClr>
    <a:custClr name="Teal C">
      <a:srgbClr val="00BFBF"/>
    </a:custClr>
    <a:custClr name="Teal D">
      <a:srgbClr val="00929B"/>
    </a:custClr>
    <a:custClr name="Teal E">
      <a:srgbClr val="007D74"/>
    </a:custClr>
    <a:custClr name="Peacock A">
      <a:srgbClr val="00E0CB"/>
    </a:custClr>
    <a:custClr name="Peacock B">
      <a:srgbClr val="00B2A2"/>
    </a:custClr>
    <a:custClr name="Peacock C">
      <a:srgbClr val="0F878A"/>
    </a:custClr>
    <a:custClr name="Peacock D">
      <a:srgbClr val="0F6A73"/>
    </a:custClr>
    <a:custClr name="Peacock E">
      <a:srgbClr val="0F434A"/>
    </a:custClr>
    <a:custClr name="Sapphire A">
      <a:srgbClr val="338091"/>
    </a:custClr>
    <a:custClr name="Sapphire B">
      <a:srgbClr val="336B7D"/>
    </a:custClr>
    <a:custClr name="Sapphire C">
      <a:srgbClr val="14596B"/>
    </a:custClr>
    <a:custClr name="Sapphire D">
      <a:srgbClr val="214554"/>
    </a:custClr>
    <a:custClr name="Sapphire E">
      <a:srgbClr val="173340"/>
    </a:custClr>
    <a:custClr name="Violet A">
      <a:srgbClr val="E557AD"/>
    </a:custClr>
    <a:custClr name="Violet B">
      <a:srgbClr val="D13A8C"/>
    </a:custClr>
    <a:custClr name="Violet C">
      <a:srgbClr val="BA2980"/>
    </a:custClr>
    <a:custClr name="Violet D">
      <a:srgbClr val="A12980"/>
    </a:custClr>
    <a:custClr name="Violet E">
      <a:srgbClr val="811B6F"/>
    </a:custClr>
    <a:custClr name="Yellow A">
      <a:srgbClr val="FFDA80"/>
    </a:custClr>
    <a:custClr name="Yellow B">
      <a:srgbClr val="FFD068"/>
    </a:custClr>
    <a:custClr name="Yellow C">
      <a:srgbClr val="FFB24A"/>
    </a:custClr>
    <a:custClr name="Yellow D">
      <a:srgbClr val="FF9C29"/>
    </a:custClr>
    <a:custClr name="Yellow E">
      <a:srgbClr val="FF8E12"/>
    </a:custClr>
    <a:custClr name="Velvet A">
      <a:srgbClr val="9E4780"/>
    </a:custClr>
    <a:custClr name="Velvet B">
      <a:srgbClr val="802B73"/>
    </a:custClr>
    <a:custClr name="Velvet C">
      <a:srgbClr val="750D5C"/>
    </a:custClr>
    <a:custClr name="Velvet D">
      <a:srgbClr val="590A42"/>
    </a:custClr>
    <a:custClr name="Velvet E">
      <a:srgbClr val="42142E"/>
    </a:custClr>
    <a:custClr name="Red A">
      <a:srgbClr val="FF5770"/>
    </a:custClr>
    <a:custClr name="Red B">
      <a:srgbClr val="FF455E"/>
    </a:custClr>
    <a:custClr name="Red C">
      <a:srgbClr val="FF304D"/>
    </a:custClr>
    <a:custClr name="Red D">
      <a:srgbClr val="E30021"/>
    </a:custClr>
    <a:custClr name="Red E">
      <a:srgbClr val="A6001A"/>
    </a:custClr>
  </a:custClrLst>
  <a:extLst>
    <a:ext uri="{05A4C25C-085E-4340-85A3-A5531E510DB2}">
      <thm15:themeFamily xmlns:thm15="http://schemas.microsoft.com/office/thememl/2012/main" name="Blank.potx" id="{30AAE81A-DCEC-4D70-BEFF-3B047FEDA11A}" vid="{B27CE7D0-65C8-4602-A24F-6EB35CDA345F}"/>
    </a:ext>
  </a:extLst>
</a:theme>
</file>

<file path=ppt/theme/theme11.xml><?xml version="1.0" encoding="utf-8"?>
<a:theme xmlns:a="http://schemas.openxmlformats.org/drawingml/2006/main" name="Tema do Office">
  <a:themeElements>
    <a:clrScheme name="Capgemini 2021">
      <a:dk1>
        <a:sysClr val="windowText" lastClr="000000"/>
      </a:dk1>
      <a:lt1>
        <a:srgbClr val="FFFFFF"/>
      </a:lt1>
      <a:dk2>
        <a:srgbClr val="000000"/>
      </a:dk2>
      <a:lt2>
        <a:srgbClr val="ECECEC"/>
      </a:lt2>
      <a:accent1>
        <a:srgbClr val="0070AD"/>
      </a:accent1>
      <a:accent2>
        <a:srgbClr val="12ABDB"/>
      </a:accent2>
      <a:accent3>
        <a:srgbClr val="2B0A3D"/>
      </a:accent3>
      <a:accent4>
        <a:srgbClr val="272936"/>
      </a:accent4>
      <a:accent5>
        <a:srgbClr val="0F878A"/>
      </a:accent5>
      <a:accent6>
        <a:srgbClr val="14596B"/>
      </a:accent6>
      <a:hlink>
        <a:srgbClr val="00929B"/>
      </a:hlink>
      <a:folHlink>
        <a:srgbClr val="00E6E3"/>
      </a:folHlink>
    </a:clrScheme>
    <a:fontScheme name="Capgemini 2021">
      <a:majorFont>
        <a:latin typeface="Ubuntu Medium"/>
        <a:ea typeface=""/>
        <a:cs typeface=""/>
      </a:majorFont>
      <a:minorFont>
        <a:latin typeface="Ubuntu"/>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12.xml><?xml version="1.0" encoding="utf-8"?>
<a:theme xmlns:a="http://schemas.openxmlformats.org/drawingml/2006/main" name="Office Theme">
  <a:themeElements>
    <a:clrScheme name="Capgemini 2021">
      <a:dk1>
        <a:sysClr val="windowText" lastClr="000000"/>
      </a:dk1>
      <a:lt1>
        <a:srgbClr val="FFFFFF"/>
      </a:lt1>
      <a:dk2>
        <a:srgbClr val="000000"/>
      </a:dk2>
      <a:lt2>
        <a:srgbClr val="ECECEC"/>
      </a:lt2>
      <a:accent1>
        <a:srgbClr val="0070AD"/>
      </a:accent1>
      <a:accent2>
        <a:srgbClr val="12ABDB"/>
      </a:accent2>
      <a:accent3>
        <a:srgbClr val="2B0A3D"/>
      </a:accent3>
      <a:accent4>
        <a:srgbClr val="272936"/>
      </a:accent4>
      <a:accent5>
        <a:srgbClr val="0F878A"/>
      </a:accent5>
      <a:accent6>
        <a:srgbClr val="14596B"/>
      </a:accent6>
      <a:hlink>
        <a:srgbClr val="00929B"/>
      </a:hlink>
      <a:folHlink>
        <a:srgbClr val="00E6E3"/>
      </a:folHlink>
    </a:clrScheme>
    <a:fontScheme name="Capgemini 2021">
      <a:majorFont>
        <a:latin typeface="Ubuntu Medium"/>
        <a:ea typeface=""/>
        <a:cs typeface=""/>
      </a:majorFont>
      <a:minorFont>
        <a:latin typeface="Ubuntu"/>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lcf76f155ced4ddcb4097134ff3c332f xmlns="6a00c37a-6f72-4698-9b02-81ff9fa7b20d">
      <Terms xmlns="http://schemas.microsoft.com/office/infopath/2007/PartnerControls"/>
    </lcf76f155ced4ddcb4097134ff3c332f>
    <ReuseCount xmlns="6a00c37a-6f72-4698-9b02-81ff9fa7b20d">0</ReuseCount>
    <FolderDescription xmlns="6a00c37a-6f72-4698-9b02-81ff9fa7b20d" xsi:nil="true"/>
    <TaxCatchAll xmlns="17de28ac-b190-4cd4-a606-47e679de9d2c" xsi:nil="true"/>
    <Date xmlns="6a00c37a-6f72-4698-9b02-81ff9fa7b20d" xsi:nil="true"/>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Document" ma:contentTypeID="0x01010032993BBBD560C845A787DDE997A41243" ma:contentTypeVersion="21" ma:contentTypeDescription="Create a new document." ma:contentTypeScope="" ma:versionID="7774313bbbd3cc6bca78dc11c77e4d3d">
  <xsd:schema xmlns:xsd="http://www.w3.org/2001/XMLSchema" xmlns:xs="http://www.w3.org/2001/XMLSchema" xmlns:p="http://schemas.microsoft.com/office/2006/metadata/properties" xmlns:ns2="6a00c37a-6f72-4698-9b02-81ff9fa7b20d" xmlns:ns3="17de28ac-b190-4cd4-a606-47e679de9d2c" targetNamespace="http://schemas.microsoft.com/office/2006/metadata/properties" ma:root="true" ma:fieldsID="98f59f16fa9c36c0d2125b1fb9868cbf" ns2:_="" ns3:_="">
    <xsd:import namespace="6a00c37a-6f72-4698-9b02-81ff9fa7b20d"/>
    <xsd:import namespace="17de28ac-b190-4cd4-a606-47e679de9d2c"/>
    <xsd:element name="properties">
      <xsd:complexType>
        <xsd:sequence>
          <xsd:element name="documentManagement">
            <xsd:complexType>
              <xsd:all>
                <xsd:element ref="ns2:MediaServiceMetadata" minOccurs="0"/>
                <xsd:element ref="ns2:MediaServiceFastMetadata" minOccurs="0"/>
                <xsd:element ref="ns2:MediaServiceAutoKeyPoints" minOccurs="0"/>
                <xsd:element ref="ns2:MediaServiceKeyPoints" minOccurs="0"/>
                <xsd:element ref="ns3:SharedWithUsers" minOccurs="0"/>
                <xsd:element ref="ns3:SharedWithDetails" minOccurs="0"/>
                <xsd:element ref="ns2:MediaServiceAutoTags" minOccurs="0"/>
                <xsd:element ref="ns2:MediaServiceGenerationTime" minOccurs="0"/>
                <xsd:element ref="ns2:MediaServiceEventHashCode" minOccurs="0"/>
                <xsd:element ref="ns2:MediaServiceOCR" minOccurs="0"/>
                <xsd:element ref="ns2:MediaServiceDateTaken" minOccurs="0"/>
                <xsd:element ref="ns2:MediaLengthInSeconds" minOccurs="0"/>
                <xsd:element ref="ns2:lcf76f155ced4ddcb4097134ff3c332f" minOccurs="0"/>
                <xsd:element ref="ns3:TaxCatchAll" minOccurs="0"/>
                <xsd:element ref="ns2:FolderDescription" minOccurs="0"/>
                <xsd:element ref="ns2:MediaServiceObjectDetectorVersions" minOccurs="0"/>
                <xsd:element ref="ns2:ReuseCount" minOccurs="0"/>
                <xsd:element ref="ns2:MediaServiceSearchProperties" minOccurs="0"/>
                <xsd:element ref="ns2:MediaServiceBillingMetadata" minOccurs="0"/>
                <xsd:element ref="ns2:Date"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6a00c37a-6f72-4698-9b02-81ff9fa7b20d"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KeyPoints" ma:index="10" nillable="true" ma:displayName="MediaServiceAutoKeyPoints" ma:hidden="true" ma:internalName="MediaServiceAutoKeyPoints" ma:readOnly="true">
      <xsd:simpleType>
        <xsd:restriction base="dms:Note"/>
      </xsd:simpleType>
    </xsd:element>
    <xsd:element name="MediaServiceKeyPoints" ma:index="11" nillable="true" ma:displayName="KeyPoints" ma:internalName="MediaServiceKeyPoints" ma:readOnly="true">
      <xsd:simpleType>
        <xsd:restriction base="dms:Note">
          <xsd:maxLength value="255"/>
        </xsd:restriction>
      </xsd:simpleType>
    </xsd:element>
    <xsd:element name="MediaServiceAutoTags" ma:index="14" nillable="true" ma:displayName="Tags" ma:internalName="MediaServiceAutoTags" ma:readOnly="true">
      <xsd:simpleType>
        <xsd:restriction base="dms:Text"/>
      </xsd:simpleType>
    </xsd:element>
    <xsd:element name="MediaServiceGenerationTime" ma:index="15" nillable="true" ma:displayName="MediaServiceGenerationTime" ma:hidden="true" ma:internalName="MediaServiceGenerationTime" ma:readOnly="true">
      <xsd:simpleType>
        <xsd:restriction base="dms:Text"/>
      </xsd:simpleType>
    </xsd:element>
    <xsd:element name="MediaServiceEventHashCode" ma:index="16" nillable="true" ma:displayName="MediaServiceEventHashCode" ma:hidden="true" ma:internalName="MediaServiceEventHashCode" ma:readOnly="true">
      <xsd:simpleType>
        <xsd:restriction base="dms:Text"/>
      </xsd:simpleType>
    </xsd:element>
    <xsd:element name="MediaServiceOCR" ma:index="17" nillable="true" ma:displayName="Extracted Text" ma:internalName="MediaServiceOCR" ma:readOnly="true">
      <xsd:simpleType>
        <xsd:restriction base="dms:Note">
          <xsd:maxLength value="255"/>
        </xsd:restriction>
      </xsd:simpleType>
    </xsd:element>
    <xsd:element name="MediaServiceDateTaken" ma:index="18" nillable="true" ma:displayName="MediaServiceDateTaken" ma:hidden="true" ma:internalName="MediaServiceDateTaken" ma:readOnly="true">
      <xsd:simpleType>
        <xsd:restriction base="dms:Text"/>
      </xsd:simpleType>
    </xsd:element>
    <xsd:element name="MediaLengthInSeconds" ma:index="19" nillable="true" ma:displayName="MediaLengthInSeconds" ma:hidden="true" ma:internalName="MediaLengthInSeconds" ma:readOnly="true">
      <xsd:simpleType>
        <xsd:restriction base="dms:Unknown"/>
      </xsd:simpleType>
    </xsd:element>
    <xsd:element name="lcf76f155ced4ddcb4097134ff3c332f" ma:index="21" nillable="true" ma:taxonomy="true" ma:internalName="lcf76f155ced4ddcb4097134ff3c332f" ma:taxonomyFieldName="MediaServiceImageTags" ma:displayName="Image Tags" ma:readOnly="false" ma:fieldId="{5cf76f15-5ced-4ddc-b409-7134ff3c332f}" ma:taxonomyMulti="true" ma:sspId="b3623ea3-be23-4189-a25b-bcadb097ef14" ma:termSetId="09814cd3-568e-fe90-9814-8d621ff8fb84" ma:anchorId="fba54fb3-c3e1-fe81-a776-ca4b69148c4d" ma:open="true" ma:isKeyword="false">
      <xsd:complexType>
        <xsd:sequence>
          <xsd:element ref="pc:Terms" minOccurs="0" maxOccurs="1"/>
        </xsd:sequence>
      </xsd:complexType>
    </xsd:element>
    <xsd:element name="FolderDescription" ma:index="23" nillable="true" ma:displayName="Folder Description" ma:description="Brief description of each folder contents" ma:format="Dropdown" ma:internalName="FolderDescription">
      <xsd:simpleType>
        <xsd:restriction base="dms:Text">
          <xsd:maxLength value="255"/>
        </xsd:restriction>
      </xsd:simpleType>
    </xsd:element>
    <xsd:element name="MediaServiceObjectDetectorVersions" ma:index="24" nillable="true" ma:displayName="MediaServiceObjectDetectorVersions" ma:hidden="true" ma:indexed="true" ma:internalName="MediaServiceObjectDetectorVersions" ma:readOnly="true">
      <xsd:simpleType>
        <xsd:restriction base="dms:Text"/>
      </xsd:simpleType>
    </xsd:element>
    <xsd:element name="ReuseCount" ma:index="25" nillable="true" ma:displayName="Reuse Count" ma:default="0" ma:description="Increase the count by 1 if you have re-used this artifact into your deliverables" ma:format="Dropdown" ma:internalName="ReuseCount" ma:percentage="FALSE">
      <xsd:simpleType>
        <xsd:restriction base="dms:Number"/>
      </xsd:simpleType>
    </xsd:element>
    <xsd:element name="MediaServiceSearchProperties" ma:index="26" nillable="true" ma:displayName="MediaServiceSearchProperties" ma:hidden="true" ma:internalName="MediaServiceSearchProperties" ma:readOnly="true">
      <xsd:simpleType>
        <xsd:restriction base="dms:Note"/>
      </xsd:simpleType>
    </xsd:element>
    <xsd:element name="MediaServiceBillingMetadata" ma:index="27" nillable="true" ma:displayName="MediaServiceBillingMetadata" ma:hidden="true" ma:internalName="MediaServiceBillingMetadata" ma:readOnly="true">
      <xsd:simpleType>
        <xsd:restriction base="dms:Note"/>
      </xsd:simpleType>
    </xsd:element>
    <xsd:element name="Date" ma:index="28" nillable="true" ma:displayName="Date" ma:format="DateOnly" ma:internalName="Date">
      <xsd:simpleType>
        <xsd:restriction base="dms:DateTime"/>
      </xsd:simpleType>
    </xsd:element>
  </xsd:schema>
  <xsd:schema xmlns:xsd="http://www.w3.org/2001/XMLSchema" xmlns:xs="http://www.w3.org/2001/XMLSchema" xmlns:dms="http://schemas.microsoft.com/office/2006/documentManagement/types" xmlns:pc="http://schemas.microsoft.com/office/infopath/2007/PartnerControls" targetNamespace="17de28ac-b190-4cd4-a606-47e679de9d2c" elementFormDefault="qualified">
    <xsd:import namespace="http://schemas.microsoft.com/office/2006/documentManagement/types"/>
    <xsd:import namespace="http://schemas.microsoft.com/office/infopath/2007/PartnerControls"/>
    <xsd:element name="SharedWithUsers" ma:index="12"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3" nillable="true" ma:displayName="Shared With Details" ma:internalName="SharedWithDetails" ma:readOnly="true">
      <xsd:simpleType>
        <xsd:restriction base="dms:Note">
          <xsd:maxLength value="255"/>
        </xsd:restriction>
      </xsd:simpleType>
    </xsd:element>
    <xsd:element name="TaxCatchAll" ma:index="22" nillable="true" ma:displayName="Taxonomy Catch All Column" ma:hidden="true" ma:list="{ae8bb8a3-01a0-48c5-9974-15bafd10c127}" ma:internalName="TaxCatchAll" ma:showField="CatchAllData" ma:web="17de28ac-b190-4cd4-a606-47e679de9d2c">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8765F6DA-EDFD-4C3F-B2EB-EDE359E124E2}">
  <ds:schemaRefs>
    <ds:schemaRef ds:uri="http://purl.org/dc/terms/"/>
    <ds:schemaRef ds:uri="http://schemas.microsoft.com/office/2006/metadata/properties"/>
    <ds:schemaRef ds:uri="http://purl.org/dc/elements/1.1/"/>
    <ds:schemaRef ds:uri="http://schemas.microsoft.com/office/2006/documentManagement/types"/>
    <ds:schemaRef ds:uri="17de28ac-b190-4cd4-a606-47e679de9d2c"/>
    <ds:schemaRef ds:uri="http://schemas.openxmlformats.org/package/2006/metadata/core-properties"/>
    <ds:schemaRef ds:uri="http://schemas.microsoft.com/office/infopath/2007/PartnerControls"/>
    <ds:schemaRef ds:uri="6a00c37a-6f72-4698-9b02-81ff9fa7b20d"/>
    <ds:schemaRef ds:uri="http://www.w3.org/XML/1998/namespace"/>
    <ds:schemaRef ds:uri="http://purl.org/dc/dcmitype/"/>
  </ds:schemaRefs>
</ds:datastoreItem>
</file>

<file path=customXml/itemProps2.xml><?xml version="1.0" encoding="utf-8"?>
<ds:datastoreItem xmlns:ds="http://schemas.openxmlformats.org/officeDocument/2006/customXml" ds:itemID="{93B09ECE-D1C0-42A5-B69E-8C88764DB9F3}">
  <ds:schemaRefs>
    <ds:schemaRef ds:uri="http://schemas.microsoft.com/sharepoint/v3/contenttype/forms"/>
  </ds:schemaRefs>
</ds:datastoreItem>
</file>

<file path=customXml/itemProps3.xml><?xml version="1.0" encoding="utf-8"?>
<ds:datastoreItem xmlns:ds="http://schemas.openxmlformats.org/officeDocument/2006/customXml" ds:itemID="{98D004A6-74D4-4611-B6C3-2FFFF571D5A1}"/>
</file>

<file path=docMetadata/LabelInfo.xml><?xml version="1.0" encoding="utf-8"?>
<clbl:labelList xmlns:clbl="http://schemas.microsoft.com/office/2020/mipLabelMetadata">
  <clbl:label id="{bb5d96ea-ab39-44a0-a6d6-b6f0aac5958b}" enabled="1" method="Privileged" siteId="{76a2ae5a-9f00-4f6b-95ed-5d33d77c4d61}" removed="0"/>
</clbl:labelList>
</file>

<file path=docProps/app.xml><?xml version="1.0" encoding="utf-8"?>
<Properties xmlns="http://schemas.openxmlformats.org/officeDocument/2006/extended-properties" xmlns:vt="http://schemas.openxmlformats.org/officeDocument/2006/docPropsVTypes">
  <Template>ppt-Capgemini_MasterTemplate</Template>
  <TotalTime>14815</TotalTime>
  <Words>3039</Words>
  <Application>Microsoft Office PowerPoint</Application>
  <PresentationFormat>Widescreen</PresentationFormat>
  <Paragraphs>491</Paragraphs>
  <Slides>21</Slides>
  <Notes>3</Notes>
  <HiddenSlides>0</HiddenSlides>
  <MMClips>0</MMClips>
  <ScaleCrop>false</ScaleCrop>
  <HeadingPairs>
    <vt:vector size="8" baseType="variant">
      <vt:variant>
        <vt:lpstr>Fonts Used</vt:lpstr>
      </vt:variant>
      <vt:variant>
        <vt:i4>15</vt:i4>
      </vt:variant>
      <vt:variant>
        <vt:lpstr>Theme</vt:lpstr>
      </vt:variant>
      <vt:variant>
        <vt:i4>10</vt:i4>
      </vt:variant>
      <vt:variant>
        <vt:lpstr>Embedded OLE Servers</vt:lpstr>
      </vt:variant>
      <vt:variant>
        <vt:i4>1</vt:i4>
      </vt:variant>
      <vt:variant>
        <vt:lpstr>Slide Titles</vt:lpstr>
      </vt:variant>
      <vt:variant>
        <vt:i4>21</vt:i4>
      </vt:variant>
    </vt:vector>
  </HeadingPairs>
  <TitlesOfParts>
    <vt:vector size="47" baseType="lpstr">
      <vt:lpstr>HelveticaNeueLT Std Thin</vt:lpstr>
      <vt:lpstr>Helvetica Light</vt:lpstr>
      <vt:lpstr>Wingdings 3</vt:lpstr>
      <vt:lpstr>Ubuntu</vt:lpstr>
      <vt:lpstr>Calibri</vt:lpstr>
      <vt:lpstr>Helvetica Neue Medium</vt:lpstr>
      <vt:lpstr>Arial</vt:lpstr>
      <vt:lpstr>Ubuntu Medium</vt:lpstr>
      <vt:lpstr>Helvetica Neue</vt:lpstr>
      <vt:lpstr>Ubuntu Light</vt:lpstr>
      <vt:lpstr>Verdana</vt:lpstr>
      <vt:lpstr>Times New Roman</vt:lpstr>
      <vt:lpstr>HelveticaNeueLT Std Lt</vt:lpstr>
      <vt:lpstr>HelveticaNeueLT Pro 65 Md</vt:lpstr>
      <vt:lpstr>Wingdings</vt:lpstr>
      <vt:lpstr>Capgemini Master 2021</vt:lpstr>
      <vt:lpstr>Cover options_Section</vt:lpstr>
      <vt:lpstr>Content Layouts</vt:lpstr>
      <vt:lpstr>1_Capgemini Master 2021</vt:lpstr>
      <vt:lpstr>2_Capgemini Master 2021</vt:lpstr>
      <vt:lpstr>3_Capgemini Master 2021</vt:lpstr>
      <vt:lpstr>4_Capgemini Master 2021</vt:lpstr>
      <vt:lpstr>5_Capgemini Master 2021</vt:lpstr>
      <vt:lpstr>6_Capgemini Master 2021</vt:lpstr>
      <vt:lpstr>CapgeminiInvent_DE_2021</vt:lpstr>
      <vt:lpstr>think-cell Slide</vt:lpstr>
      <vt:lpstr>PowerPoint Presentation</vt:lpstr>
      <vt:lpstr>AGENDA</vt:lpstr>
      <vt:lpstr>Following a recent reorganization, intends to clarify  the teams’ mandates and update processes in its BPM tool, Aris</vt:lpstr>
      <vt:lpstr>Business mandates of the new organization need to be clarified and processes updated in 2 steps, while ensuring quality</vt:lpstr>
      <vt:lpstr>We recommend a two phased approach to ensure successful implementation of the new operating model</vt:lpstr>
      <vt:lpstr>The Assessment &amp; Framing phase will enable to update the to-be  eBU mandates &amp; related org. structure and scope impacted processes </vt:lpstr>
      <vt:lpstr>For the assessment &amp; update of activities impacted by the  new eBU Organization, we will work on the processes according to the eTOM model</vt:lpstr>
      <vt:lpstr>We will apply an agile approach to review and deliver contextualized ‘To-Be’ processes </vt:lpstr>
      <vt:lpstr>Our Quality assurance and control team will ensure that the processes are right first time and fit for purpose</vt:lpstr>
      <vt:lpstr>We will leverage our proven change management methodology to help eBU teams in navigating the process changes</vt:lpstr>
      <vt:lpstr>Capgemini Invent brings the key ingredients for the success of eBU’s Organization &amp; BPM project</vt:lpstr>
      <vt:lpstr>ILLUSTRATION OF RELEVANT PROJECT CREDENTIALS</vt:lpstr>
      <vt:lpstr>Capgemini consultants are used to working on target operating models for the foundation of a scalable process excellence</vt:lpstr>
      <vt:lpstr>For a leading German Telecom operator, we are leveraging strategic BPM, driving the future of telco business process management</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Capgemini</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Title of presentation</dc:title>
  <dc:subject>Capgemini template</dc:subject>
  <dc:creator>Ghosh, Ranita</dc:creator>
  <cp:lastModifiedBy>Gaimukhe, Riya</cp:lastModifiedBy>
  <cp:revision>20</cp:revision>
  <dcterms:created xsi:type="dcterms:W3CDTF">2022-01-05T05:36:36Z</dcterms:created>
  <dcterms:modified xsi:type="dcterms:W3CDTF">2026-03-04T11:36:44Z</dcterms:modified>
  <cp:category>Company Confidential</cp:category>
</cp:coreProperties>
</file>

<file path=docProps/custom.xml><?xml version="1.0" encoding="utf-8"?>
<Properties xmlns="http://schemas.openxmlformats.org/officeDocument/2006/custom-properties" xmlns:vt="http://schemas.openxmlformats.org/officeDocument/2006/docPropsVTypes">
  <property fmtid="{D5CDD505-2E9C-101B-9397-08002B2CF9AE}" pid="2" name="MediaServiceImageTags">
    <vt:lpwstr/>
  </property>
  <property fmtid="{D5CDD505-2E9C-101B-9397-08002B2CF9AE}" pid="3" name="ContentTypeId">
    <vt:lpwstr>0x01010032993BBBD560C845A787DDE997A41243</vt:lpwstr>
  </property>
</Properties>
</file>