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795" r:id="rId4"/>
    <p:sldMasterId id="2147483812" r:id="rId5"/>
    <p:sldMasterId id="2147483849" r:id="rId6"/>
  </p:sldMasterIdLst>
  <p:notesMasterIdLst>
    <p:notesMasterId r:id="rId30"/>
  </p:notesMasterIdLst>
  <p:sldIdLst>
    <p:sldId id="2145706660" r:id="rId7"/>
    <p:sldId id="2147469916" r:id="rId8"/>
    <p:sldId id="2147469987" r:id="rId9"/>
    <p:sldId id="2147469993" r:id="rId10"/>
    <p:sldId id="2147470019" r:id="rId11"/>
    <p:sldId id="2147470013" r:id="rId12"/>
    <p:sldId id="2147469997" r:id="rId13"/>
    <p:sldId id="2147470004" r:id="rId14"/>
    <p:sldId id="2147470008" r:id="rId15"/>
    <p:sldId id="2147470009" r:id="rId16"/>
    <p:sldId id="2147470006" r:id="rId17"/>
    <p:sldId id="2147470012" r:id="rId18"/>
    <p:sldId id="2147470007" r:id="rId19"/>
    <p:sldId id="2147470014" r:id="rId20"/>
    <p:sldId id="2147470002" r:id="rId21"/>
    <p:sldId id="2147470003" r:id="rId22"/>
    <p:sldId id="2147470001" r:id="rId23"/>
    <p:sldId id="2147470015" r:id="rId24"/>
    <p:sldId id="2147470011" r:id="rId25"/>
    <p:sldId id="2147470000" r:id="rId26"/>
    <p:sldId id="2147470016" r:id="rId27"/>
    <p:sldId id="2147469897" r:id="rId28"/>
    <p:sldId id="2147469898" r:id="rId29"/>
  </p:sldIdLst>
  <p:sldSz cx="12192000" cy="6858000"/>
  <p:notesSz cx="6858000" cy="9144000"/>
  <p:embeddedFontLst>
    <p:embeddedFont>
      <p:font typeface="Ubuntu" panose="020B0504030602030204" pitchFamily="34" charset="0"/>
      <p:regular r:id="rId31"/>
      <p:bold r:id="rId32"/>
      <p:italic r:id="rId33"/>
      <p:boldItalic r:id="rId34"/>
    </p:embeddedFont>
    <p:embeddedFont>
      <p:font typeface="Ubuntu Light" panose="020B0304030602030204" pitchFamily="34" charset="0"/>
      <p:regular r:id="rId35"/>
      <p:italic r:id="rId36"/>
    </p:embeddedFont>
    <p:embeddedFont>
      <p:font typeface="Ubuntu Medium" panose="020B0604030602030204" pitchFamily="34" charset="0"/>
      <p:regular r:id="rId37"/>
      <p:italic r:id="rId38"/>
    </p:embeddedFont>
    <p:embeddedFont>
      <p:font typeface="Verdana" panose="020B0604030504040204" pitchFamily="34" charset="0"/>
      <p:regular r:id="rId39"/>
      <p:bold r:id="rId40"/>
      <p:italic r:id="rId41"/>
      <p:boldItalic r:id="rId42"/>
    </p:embeddedFont>
  </p:embeddedFontLst>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E40272-3285-444B-924D-EEB2308CCF39}">
          <p14:sldIdLst>
            <p14:sldId id="2145706660"/>
            <p14:sldId id="2147469916"/>
          </p14:sldIdLst>
        </p14:section>
        <p14:section name="01 | Achieving client's future together" id="{61B8A27E-B003-404B-8CA6-DC02498E6818}">
          <p14:sldIdLst>
            <p14:sldId id="2147469987"/>
            <p14:sldId id="2147469993"/>
            <p14:sldId id="2147470019"/>
          </p14:sldIdLst>
        </p14:section>
        <p14:section name="02 | Our Process service" id="{1DA3B47D-4C98-4F85-B8BD-C621A0395497}">
          <p14:sldIdLst>
            <p14:sldId id="2147470013"/>
            <p14:sldId id="2147469997"/>
            <p14:sldId id="2147470004"/>
            <p14:sldId id="2147470008"/>
            <p14:sldId id="2147470009"/>
            <p14:sldId id="2147470006"/>
            <p14:sldId id="2147470012"/>
            <p14:sldId id="2147470007"/>
          </p14:sldIdLst>
        </p14:section>
        <p14:section name="03 | The Process service methods and tools" id="{41C34DB4-FB80-46D1-AB99-6F480420F46C}">
          <p14:sldIdLst>
            <p14:sldId id="2147470014"/>
            <p14:sldId id="2147470002"/>
            <p14:sldId id="2147470003"/>
            <p14:sldId id="2147470001"/>
          </p14:sldIdLst>
        </p14:section>
        <p14:section name="04 | A partnership built on performance, accountability and trust" id="{6226D99A-7CD0-4017-A8BC-91E380482196}">
          <p14:sldIdLst>
            <p14:sldId id="2147470015"/>
            <p14:sldId id="2147470011"/>
            <p14:sldId id="2147470000"/>
          </p14:sldIdLst>
        </p14:section>
        <p14:section name="05 | Organisations that have benefited from Capgemini's Process service capabilities" id="{845F2942-AF43-476D-A264-BF2DDABCD529}">
          <p14:sldIdLst>
            <p14:sldId id="2147470016"/>
            <p14:sldId id="2147469897"/>
            <p14:sldId id="2147469898"/>
          </p14:sldIdLst>
        </p14:section>
        <p14:section name="END" id="{7864B3A5-3C7F-4839-B90F-1C4B869F1FCF}">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6F9000-01AA-2893-BFD7-31E60A096A84}" name="Foot, Werner" initials="FW" userId="S::werner.foot@capgemini.com::fc771105-8f9d-4574-9ea5-ebc427789c28" providerId="AD"/>
  <p188:author id="{B3875D16-0369-A324-356D-8230672CACBA}" name="Taitz, Stephan" initials="TS" userId="S::stephan.taitz@capgemini.com::86eb8040-b9a5-4be8-9066-3c7bdc1af247" providerId="AD"/>
  <p188:author id="{8566DA6A-A737-DAEB-D4C3-754F1D69DD86}" name="Ting, Rebecca" initials="TR" userId="S::rebecca.ting@capgemini.com::8256c07b-e19a-4139-a2b1-c4edeb816b89" providerId="AD"/>
  <p188:author id="{C5CDDBA8-06ED-1206-F125-0B90B158718C}" name="Mike Welch" initials="MW" userId="S::mike.welch@capgemini.com::3e24b62b-bdfd-4870-9166-1277d7d07b2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Goel, Nitin" initials="GN" lastIdx="3" clrIdx="6">
    <p:extLst>
      <p:ext uri="{19B8F6BF-5375-455C-9EA6-DF929625EA0E}">
        <p15:presenceInfo xmlns:p15="http://schemas.microsoft.com/office/powerpoint/2012/main" userId="S::nitin.goel@capgemini.com::3cae3294-8589-4114-8051-f78aad1b014e" providerId="AD"/>
      </p:ext>
    </p:extLst>
  </p:cmAuthor>
  <p:cmAuthor id="1" name="Burton, Sam" initials="BS" lastIdx="3" clrIdx="0">
    <p:extLst>
      <p:ext uri="{19B8F6BF-5375-455C-9EA6-DF929625EA0E}">
        <p15:presenceInfo xmlns:p15="http://schemas.microsoft.com/office/powerpoint/2012/main" userId="S::sam.burton@capgemini.com::997493a8-3e79-4271-b1c9-ca04a902c977" providerId="AD"/>
      </p:ext>
    </p:extLst>
  </p:cmAuthor>
  <p:cmAuthor id="8" name="Grujin, Michelle" initials="GM" lastIdx="1" clrIdx="7">
    <p:extLst>
      <p:ext uri="{19B8F6BF-5375-455C-9EA6-DF929625EA0E}">
        <p15:presenceInfo xmlns:p15="http://schemas.microsoft.com/office/powerpoint/2012/main" userId="S::michelle.grujin@capgemini.com::6377806f-53b7-48b5-b647-04a78b237244" providerId="AD"/>
      </p:ext>
    </p:extLst>
  </p:cmAuthor>
  <p:cmAuthor id="2" name="Davis, Sarah" initials="DS" lastIdx="79" clrIdx="1">
    <p:extLst>
      <p:ext uri="{19B8F6BF-5375-455C-9EA6-DF929625EA0E}">
        <p15:presenceInfo xmlns:p15="http://schemas.microsoft.com/office/powerpoint/2012/main" userId="S::sarah.davis@capgemini.com::30a8314b-4b82-4e75-b57e-74fcfc01d687" providerId="AD"/>
      </p:ext>
    </p:extLst>
  </p:cmAuthor>
  <p:cmAuthor id="9" name="Welch, Mike" initials="WM" lastIdx="1" clrIdx="8">
    <p:extLst>
      <p:ext uri="{19B8F6BF-5375-455C-9EA6-DF929625EA0E}">
        <p15:presenceInfo xmlns:p15="http://schemas.microsoft.com/office/powerpoint/2012/main" userId="S::mike.welch@capgemini.com::3e24b62b-bdfd-4870-9166-1277d7d07b2a" providerId="AD"/>
      </p:ext>
    </p:extLst>
  </p:cmAuthor>
  <p:cmAuthor id="3" name="Dhariwal, Sourabh" initials="DS" lastIdx="10" clrIdx="2">
    <p:extLst>
      <p:ext uri="{19B8F6BF-5375-455C-9EA6-DF929625EA0E}">
        <p15:presenceInfo xmlns:p15="http://schemas.microsoft.com/office/powerpoint/2012/main" userId="S::sourabh.dhariwal@capgemini.com::01f1a9c5-70ab-499d-897c-48c36e104587" providerId="AD"/>
      </p:ext>
    </p:extLst>
  </p:cmAuthor>
  <p:cmAuthor id="10" name="Rademeyer, Daniel" initials="RD" lastIdx="2" clrIdx="9">
    <p:extLst>
      <p:ext uri="{19B8F6BF-5375-455C-9EA6-DF929625EA0E}">
        <p15:presenceInfo xmlns:p15="http://schemas.microsoft.com/office/powerpoint/2012/main" userId="S::daniel.rademeyer@capgemini.com::ae0c9caf-66f0-475e-bbac-fd258393cfe8" providerId="AD"/>
      </p:ext>
    </p:extLst>
  </p:cmAuthor>
  <p:cmAuthor id="4" name="Morris, Luke" initials="ML" lastIdx="2" clrIdx="3">
    <p:extLst>
      <p:ext uri="{19B8F6BF-5375-455C-9EA6-DF929625EA0E}">
        <p15:presenceInfo xmlns:p15="http://schemas.microsoft.com/office/powerpoint/2012/main" userId="S::luke.morris@capgemini.com::4abd1726-f462-4390-8c9d-5b6048061041" providerId="AD"/>
      </p:ext>
    </p:extLst>
  </p:cmAuthor>
  <p:cmAuthor id="11" name="Stellino, Norman" initials="SN" lastIdx="2" clrIdx="10">
    <p:extLst>
      <p:ext uri="{19B8F6BF-5375-455C-9EA6-DF929625EA0E}">
        <p15:presenceInfo xmlns:p15="http://schemas.microsoft.com/office/powerpoint/2012/main" userId="S::norman.stellino@capgemini.com::838c198f-aace-4dab-8313-acd139cfa67e" providerId="AD"/>
      </p:ext>
    </p:extLst>
  </p:cmAuthor>
  <p:cmAuthor id="5" name="Adi Gupta" initials="AG" lastIdx="6" clrIdx="4">
    <p:extLst>
      <p:ext uri="{19B8F6BF-5375-455C-9EA6-DF929625EA0E}">
        <p15:presenceInfo xmlns:p15="http://schemas.microsoft.com/office/powerpoint/2012/main" userId="S::adi.gupta@capgemini.com::eadf18cb-f612-4964-845f-5c97d1239dca" providerId="AD"/>
      </p:ext>
    </p:extLst>
  </p:cmAuthor>
  <p:cmAuthor id="12" name="Ting, Rebecca" initials="TR" lastIdx="1" clrIdx="11">
    <p:extLst>
      <p:ext uri="{19B8F6BF-5375-455C-9EA6-DF929625EA0E}">
        <p15:presenceInfo xmlns:p15="http://schemas.microsoft.com/office/powerpoint/2012/main" userId="S::rebecca.ting@capgemini.com::8256c07b-e19a-4139-a2b1-c4edeb816b89" providerId="AD"/>
      </p:ext>
    </p:extLst>
  </p:cmAuthor>
  <p:cmAuthor id="6" name="Gokhale, Abhishek" initials="GA" lastIdx="2" clrIdx="5">
    <p:extLst>
      <p:ext uri="{19B8F6BF-5375-455C-9EA6-DF929625EA0E}">
        <p15:presenceInfo xmlns:p15="http://schemas.microsoft.com/office/powerpoint/2012/main" userId="S::abhishek.gokhale@capgemini.com::27bd91ce-c301-4cd1-a216-8a49657837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DEBC"/>
    <a:srgbClr val="90D34F"/>
    <a:srgbClr val="3499B9"/>
    <a:srgbClr val="024D7E"/>
    <a:srgbClr val="1C3C5C"/>
    <a:srgbClr val="FFFFFF"/>
    <a:srgbClr val="F0F0F0"/>
    <a:srgbClr val="266B8E"/>
    <a:srgbClr val="045688"/>
    <a:srgbClr val="BDBD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884"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9.fntdata"/><Relationship Id="rId21" Type="http://schemas.openxmlformats.org/officeDocument/2006/relationships/slide" Target="slides/slide15.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font" Target="fonts/font6.fntdata"/><Relationship Id="rId49"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1.fntdata"/><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tia, Dipti Kiran" userId="dc59bc97-75be-4c8c-afbc-e9322bfdb2a9" providerId="ADAL" clId="{FE79B626-78C8-4596-AE5C-7408A3469131}"/>
    <pc:docChg chg="modSld">
      <pc:chgData name="Bhatia, Dipti Kiran" userId="dc59bc97-75be-4c8c-afbc-e9322bfdb2a9" providerId="ADAL" clId="{FE79B626-78C8-4596-AE5C-7408A3469131}" dt="2023-11-03T04:47:26.120" v="22" actId="20577"/>
      <pc:docMkLst>
        <pc:docMk/>
      </pc:docMkLst>
      <pc:sldChg chg="modSp mod">
        <pc:chgData name="Bhatia, Dipti Kiran" userId="dc59bc97-75be-4c8c-afbc-e9322bfdb2a9" providerId="ADAL" clId="{FE79B626-78C8-4596-AE5C-7408A3469131}" dt="2023-11-03T04:47:26.120" v="22" actId="20577"/>
        <pc:sldMkLst>
          <pc:docMk/>
          <pc:sldMk cId="4201463341" sldId="2147469897"/>
        </pc:sldMkLst>
      </pc:sldChg>
    </pc:docChg>
  </pc:docChgLst>
  <pc:docChgLst>
    <pc:chgData name="Lee, Thomas" userId="1e068b70-0226-4060-bc66-96192be4a725" providerId="ADAL" clId="{8F7238A9-8329-4DF7-8975-BB92D6D090EF}"/>
    <pc:docChg chg="modSld">
      <pc:chgData name="Lee, Thomas" userId="1e068b70-0226-4060-bc66-96192be4a725" providerId="ADAL" clId="{8F7238A9-8329-4DF7-8975-BB92D6D090EF}" dt="2023-11-03T02:54:45.080" v="9" actId="1076"/>
      <pc:docMkLst>
        <pc:docMk/>
      </pc:docMkLst>
      <pc:sldChg chg="modSp mod">
        <pc:chgData name="Lee, Thomas" userId="1e068b70-0226-4060-bc66-96192be4a725" providerId="ADAL" clId="{8F7238A9-8329-4DF7-8975-BB92D6D090EF}" dt="2023-11-03T02:54:45.080" v="9" actId="1076"/>
        <pc:sldMkLst>
          <pc:docMk/>
          <pc:sldMk cId="1845306433" sldId="2147470004"/>
        </pc:sldMkLst>
      </pc:sldChg>
    </pc:docChg>
  </pc:docChgLst>
  <pc:docChgLst>
    <pc:chgData name="Stellino, Norman" userId="838c198f-aace-4dab-8313-acd139cfa67e" providerId="ADAL" clId="{278A5DF5-5610-49DA-A56F-6F6AF0E1DA34}"/>
    <pc:docChg chg="undo custSel delSld modSld sldOrd modMainMaster modSection">
      <pc:chgData name="Stellino, Norman" userId="838c198f-aace-4dab-8313-acd139cfa67e" providerId="ADAL" clId="{278A5DF5-5610-49DA-A56F-6F6AF0E1DA34}" dt="2023-11-03T04:55:52.883" v="4208" actId="729"/>
      <pc:docMkLst>
        <pc:docMk/>
      </pc:docMkLst>
      <pc:sldChg chg="delSp mod">
        <pc:chgData name="Stellino, Norman" userId="838c198f-aace-4dab-8313-acd139cfa67e" providerId="ADAL" clId="{278A5DF5-5610-49DA-A56F-6F6AF0E1DA34}" dt="2023-11-03T04:48:27.639" v="4159" actId="478"/>
        <pc:sldMkLst>
          <pc:docMk/>
          <pc:sldMk cId="2281631023" sldId="2145706660"/>
        </pc:sldMkLst>
      </pc:sldChg>
      <pc:sldChg chg="delSp modSp mod">
        <pc:chgData name="Stellino, Norman" userId="838c198f-aace-4dab-8313-acd139cfa67e" providerId="ADAL" clId="{278A5DF5-5610-49DA-A56F-6F6AF0E1DA34}" dt="2023-11-03T04:50:44.125" v="4198"/>
        <pc:sldMkLst>
          <pc:docMk/>
          <pc:sldMk cId="4201463341" sldId="2147469897"/>
        </pc:sldMkLst>
      </pc:sldChg>
      <pc:sldChg chg="modSp mod">
        <pc:chgData name="Stellino, Norman" userId="838c198f-aace-4dab-8313-acd139cfa67e" providerId="ADAL" clId="{278A5DF5-5610-49DA-A56F-6F6AF0E1DA34}" dt="2023-11-03T04:52:06.718" v="4207"/>
        <pc:sldMkLst>
          <pc:docMk/>
          <pc:sldMk cId="1686496778" sldId="2147469898"/>
        </pc:sldMkLst>
      </pc:sldChg>
      <pc:sldChg chg="addSp delSp modSp mod">
        <pc:chgData name="Stellino, Norman" userId="838c198f-aace-4dab-8313-acd139cfa67e" providerId="ADAL" clId="{278A5DF5-5610-49DA-A56F-6F6AF0E1DA34}" dt="2023-11-02T22:45:10.658" v="1617" actId="478"/>
        <pc:sldMkLst>
          <pc:docMk/>
          <pc:sldMk cId="3730000119" sldId="2147469916"/>
        </pc:sldMkLst>
      </pc:sldChg>
      <pc:sldChg chg="addSp modSp mod">
        <pc:chgData name="Stellino, Norman" userId="838c198f-aace-4dab-8313-acd139cfa67e" providerId="ADAL" clId="{278A5DF5-5610-49DA-A56F-6F6AF0E1DA34}" dt="2023-11-02T21:54:24.068" v="1063" actId="20577"/>
        <pc:sldMkLst>
          <pc:docMk/>
          <pc:sldMk cId="123643358" sldId="2147469983"/>
        </pc:sldMkLst>
      </pc:sldChg>
      <pc:sldChg chg="addSp delSp modSp mod">
        <pc:chgData name="Stellino, Norman" userId="838c198f-aace-4dab-8313-acd139cfa67e" providerId="ADAL" clId="{278A5DF5-5610-49DA-A56F-6F6AF0E1DA34}" dt="2023-11-02T22:35:48.245" v="1554" actId="242"/>
        <pc:sldMkLst>
          <pc:docMk/>
          <pc:sldMk cId="195658228" sldId="2147469987"/>
        </pc:sldMkLst>
      </pc:sldChg>
      <pc:sldChg chg="addSp delSp modSp mod">
        <pc:chgData name="Stellino, Norman" userId="838c198f-aace-4dab-8313-acd139cfa67e" providerId="ADAL" clId="{278A5DF5-5610-49DA-A56F-6F6AF0E1DA34}" dt="2023-11-02T22:36:33.460" v="1561" actId="2711"/>
        <pc:sldMkLst>
          <pc:docMk/>
          <pc:sldMk cId="2349663816" sldId="2147469988"/>
        </pc:sldMkLst>
      </pc:sldChg>
      <pc:sldChg chg="addSp delSp modSp mod">
        <pc:chgData name="Stellino, Norman" userId="838c198f-aace-4dab-8313-acd139cfa67e" providerId="ADAL" clId="{278A5DF5-5610-49DA-A56F-6F6AF0E1DA34}" dt="2023-11-02T22:37:13.969" v="1568" actId="2711"/>
        <pc:sldMkLst>
          <pc:docMk/>
          <pc:sldMk cId="2070473016" sldId="2147469989"/>
        </pc:sldMkLst>
      </pc:sldChg>
      <pc:sldChg chg="addSp delSp modSp mod">
        <pc:chgData name="Stellino, Norman" userId="838c198f-aace-4dab-8313-acd139cfa67e" providerId="ADAL" clId="{278A5DF5-5610-49DA-A56F-6F6AF0E1DA34}" dt="2023-11-02T22:40:28.304" v="1575" actId="2711"/>
        <pc:sldMkLst>
          <pc:docMk/>
          <pc:sldMk cId="927905640" sldId="2147469990"/>
        </pc:sldMkLst>
      </pc:sldChg>
      <pc:sldChg chg="addSp delSp modSp mod">
        <pc:chgData name="Stellino, Norman" userId="838c198f-aace-4dab-8313-acd139cfa67e" providerId="ADAL" clId="{278A5DF5-5610-49DA-A56F-6F6AF0E1DA34}" dt="2023-11-02T22:41:03.409" v="1582" actId="113"/>
        <pc:sldMkLst>
          <pc:docMk/>
          <pc:sldMk cId="3776605165" sldId="2147469991"/>
        </pc:sldMkLst>
      </pc:sldChg>
      <pc:sldChg chg="addSp delSp modSp mod">
        <pc:chgData name="Stellino, Norman" userId="838c198f-aace-4dab-8313-acd139cfa67e" providerId="ADAL" clId="{278A5DF5-5610-49DA-A56F-6F6AF0E1DA34}" dt="2023-11-02T22:41:39.035" v="1589" actId="2711"/>
        <pc:sldMkLst>
          <pc:docMk/>
          <pc:sldMk cId="3283199512" sldId="2147469992"/>
        </pc:sldMkLst>
      </pc:sldChg>
      <pc:sldChg chg="modSp mod">
        <pc:chgData name="Stellino, Norman" userId="838c198f-aace-4dab-8313-acd139cfa67e" providerId="ADAL" clId="{278A5DF5-5610-49DA-A56F-6F6AF0E1DA34}" dt="2023-11-02T22:32:04.168" v="1538" actId="6549"/>
        <pc:sldMkLst>
          <pc:docMk/>
          <pc:sldMk cId="565436682" sldId="2147469993"/>
        </pc:sldMkLst>
      </pc:sldChg>
      <pc:sldChg chg="modSp mod">
        <pc:chgData name="Stellino, Norman" userId="838c198f-aace-4dab-8313-acd139cfa67e" providerId="ADAL" clId="{278A5DF5-5610-49DA-A56F-6F6AF0E1DA34}" dt="2023-11-03T00:26:32.582" v="3448" actId="6549"/>
        <pc:sldMkLst>
          <pc:docMk/>
          <pc:sldMk cId="675673449" sldId="2147469996"/>
        </pc:sldMkLst>
      </pc:sldChg>
      <pc:sldChg chg="addSp delSp modSp mod">
        <pc:chgData name="Stellino, Norman" userId="838c198f-aace-4dab-8313-acd139cfa67e" providerId="ADAL" clId="{278A5DF5-5610-49DA-A56F-6F6AF0E1DA34}" dt="2023-11-03T00:16:19.983" v="3162" actId="33524"/>
        <pc:sldMkLst>
          <pc:docMk/>
          <pc:sldMk cId="2282046733" sldId="2147469997"/>
        </pc:sldMkLst>
      </pc:sldChg>
      <pc:sldChg chg="addSp modSp mod">
        <pc:chgData name="Stellino, Norman" userId="838c198f-aace-4dab-8313-acd139cfa67e" providerId="ADAL" clId="{278A5DF5-5610-49DA-A56F-6F6AF0E1DA34}" dt="2023-11-03T02:23:43.906" v="4091" actId="13926"/>
        <pc:sldMkLst>
          <pc:docMk/>
          <pc:sldMk cId="3558188984" sldId="2147469998"/>
        </pc:sldMkLst>
      </pc:sldChg>
      <pc:sldChg chg="delSp modSp mod">
        <pc:chgData name="Stellino, Norman" userId="838c198f-aace-4dab-8313-acd139cfa67e" providerId="ADAL" clId="{278A5DF5-5610-49DA-A56F-6F6AF0E1DA34}" dt="2023-11-02T22:25:43.797" v="1511" actId="948"/>
        <pc:sldMkLst>
          <pc:docMk/>
          <pc:sldMk cId="590641953" sldId="2147469999"/>
        </pc:sldMkLst>
      </pc:sldChg>
      <pc:sldChg chg="addSp delSp modSp mod">
        <pc:chgData name="Stellino, Norman" userId="838c198f-aace-4dab-8313-acd139cfa67e" providerId="ADAL" clId="{278A5DF5-5610-49DA-A56F-6F6AF0E1DA34}" dt="2023-11-03T02:11:41.229" v="3995" actId="207"/>
        <pc:sldMkLst>
          <pc:docMk/>
          <pc:sldMk cId="1930257821" sldId="2147470000"/>
        </pc:sldMkLst>
      </pc:sldChg>
      <pc:sldChg chg="modSp mod">
        <pc:chgData name="Stellino, Norman" userId="838c198f-aace-4dab-8313-acd139cfa67e" providerId="ADAL" clId="{278A5DF5-5610-49DA-A56F-6F6AF0E1DA34}" dt="2023-11-02T21:56:27.528" v="1078" actId="1076"/>
        <pc:sldMkLst>
          <pc:docMk/>
          <pc:sldMk cId="2697800627" sldId="2147470001"/>
        </pc:sldMkLst>
      </pc:sldChg>
      <pc:sldChg chg="addSp delSp modSp mod">
        <pc:chgData name="Stellino, Norman" userId="838c198f-aace-4dab-8313-acd139cfa67e" providerId="ADAL" clId="{278A5DF5-5610-49DA-A56F-6F6AF0E1DA34}" dt="2023-11-03T02:06:06.660" v="3930" actId="1076"/>
        <pc:sldMkLst>
          <pc:docMk/>
          <pc:sldMk cId="2889674527" sldId="2147470002"/>
        </pc:sldMkLst>
      </pc:sldChg>
      <pc:sldChg chg="delSp modSp mod">
        <pc:chgData name="Stellino, Norman" userId="838c198f-aace-4dab-8313-acd139cfa67e" providerId="ADAL" clId="{278A5DF5-5610-49DA-A56F-6F6AF0E1DA34}" dt="2023-11-03T04:43:40.410" v="4111" actId="20577"/>
        <pc:sldMkLst>
          <pc:docMk/>
          <pc:sldMk cId="2309471252" sldId="2147470003"/>
        </pc:sldMkLst>
      </pc:sldChg>
      <pc:sldChg chg="addSp delSp modSp mod modClrScheme modCm chgLayout">
        <pc:chgData name="Stellino, Norman" userId="838c198f-aace-4dab-8313-acd139cfa67e" providerId="ADAL" clId="{278A5DF5-5610-49DA-A56F-6F6AF0E1DA34}" dt="2023-11-03T02:41:21.840" v="4109" actId="2056"/>
        <pc:sldMkLst>
          <pc:docMk/>
          <pc:sldMk cId="1845306433" sldId="2147470004"/>
        </pc:sldMkLst>
      </pc:sldChg>
      <pc:sldChg chg="addSp delSp modSp del mod">
        <pc:chgData name="Stellino, Norman" userId="838c198f-aace-4dab-8313-acd139cfa67e" providerId="ADAL" clId="{278A5DF5-5610-49DA-A56F-6F6AF0E1DA34}" dt="2023-11-03T01:49:28.924" v="3830" actId="47"/>
        <pc:sldMkLst>
          <pc:docMk/>
          <pc:sldMk cId="4241459040" sldId="2147470005"/>
        </pc:sldMkLst>
      </pc:sldChg>
      <pc:sldChg chg="addSp delSp modSp mod ord modClrScheme chgLayout">
        <pc:chgData name="Stellino, Norman" userId="838c198f-aace-4dab-8313-acd139cfa67e" providerId="ADAL" clId="{278A5DF5-5610-49DA-A56F-6F6AF0E1DA34}" dt="2023-11-03T01:53:15.178" v="3839" actId="1076"/>
        <pc:sldMkLst>
          <pc:docMk/>
          <pc:sldMk cId="1368365338" sldId="2147470006"/>
        </pc:sldMkLst>
      </pc:sldChg>
      <pc:sldChg chg="addSp delSp modSp mod">
        <pc:chgData name="Stellino, Norman" userId="838c198f-aace-4dab-8313-acd139cfa67e" providerId="ADAL" clId="{278A5DF5-5610-49DA-A56F-6F6AF0E1DA34}" dt="2023-11-03T02:00:30.312" v="3923"/>
        <pc:sldMkLst>
          <pc:docMk/>
          <pc:sldMk cId="2957926666" sldId="2147470007"/>
        </pc:sldMkLst>
      </pc:sldChg>
      <pc:sldChg chg="addSp delSp modSp mod ord modClrScheme chgLayout">
        <pc:chgData name="Stellino, Norman" userId="838c198f-aace-4dab-8313-acd139cfa67e" providerId="ADAL" clId="{278A5DF5-5610-49DA-A56F-6F6AF0E1DA34}" dt="2023-11-03T00:39:18.638" v="3489"/>
        <pc:sldMkLst>
          <pc:docMk/>
          <pc:sldMk cId="1888930155" sldId="2147470008"/>
        </pc:sldMkLst>
      </pc:sldChg>
      <pc:sldChg chg="addSp delSp modSp mod ord modClrScheme chgLayout">
        <pc:chgData name="Stellino, Norman" userId="838c198f-aace-4dab-8313-acd139cfa67e" providerId="ADAL" clId="{278A5DF5-5610-49DA-A56F-6F6AF0E1DA34}" dt="2023-11-03T02:30:22.021" v="4092"/>
        <pc:sldMkLst>
          <pc:docMk/>
          <pc:sldMk cId="442599006" sldId="2147470009"/>
        </pc:sldMkLst>
      </pc:sldChg>
      <pc:sldChg chg="delSp modSp mod">
        <pc:chgData name="Stellino, Norman" userId="838c198f-aace-4dab-8313-acd139cfa67e" providerId="ADAL" clId="{278A5DF5-5610-49DA-A56F-6F6AF0E1DA34}" dt="2023-11-03T02:10:36.569" v="3963" actId="478"/>
        <pc:sldMkLst>
          <pc:docMk/>
          <pc:sldMk cId="1127400600" sldId="2147470011"/>
        </pc:sldMkLst>
      </pc:sldChg>
      <pc:sldChg chg="addSp delSp modSp mod">
        <pc:chgData name="Stellino, Norman" userId="838c198f-aace-4dab-8313-acd139cfa67e" providerId="ADAL" clId="{278A5DF5-5610-49DA-A56F-6F6AF0E1DA34}" dt="2023-11-03T01:56:39.177" v="3855"/>
        <pc:sldMkLst>
          <pc:docMk/>
          <pc:sldMk cId="534847941" sldId="2147470012"/>
        </pc:sldMkLst>
      </pc:sldChg>
      <pc:sldChg chg="mod modShow">
        <pc:chgData name="Stellino, Norman" userId="838c198f-aace-4dab-8313-acd139cfa67e" providerId="ADAL" clId="{278A5DF5-5610-49DA-A56F-6F6AF0E1DA34}" dt="2023-11-03T04:55:52.883" v="4208" actId="729"/>
        <pc:sldMkLst>
          <pc:docMk/>
          <pc:sldMk cId="3169405528" sldId="2147470018"/>
        </pc:sldMkLst>
      </pc:sldChg>
      <pc:sldMasterChg chg="modSldLayout">
        <pc:chgData name="Stellino, Norman" userId="838c198f-aace-4dab-8313-acd139cfa67e" providerId="ADAL" clId="{278A5DF5-5610-49DA-A56F-6F6AF0E1DA34}" dt="2023-11-02T22:34:04.718" v="1544"/>
        <pc:sldMasterMkLst>
          <pc:docMk/>
          <pc:sldMasterMk cId="3650603157" sldId="2147483812"/>
        </pc:sldMasterMkLst>
        <pc:sldLayoutChg chg="addSp modSp">
          <pc:chgData name="Stellino, Norman" userId="838c198f-aace-4dab-8313-acd139cfa67e" providerId="ADAL" clId="{278A5DF5-5610-49DA-A56F-6F6AF0E1DA34}" dt="2023-11-02T22:34:04.718" v="1544"/>
          <pc:sldLayoutMkLst>
            <pc:docMk/>
            <pc:sldMasterMk cId="3650603157" sldId="2147483812"/>
            <pc:sldLayoutMk cId="533485812" sldId="2147483838"/>
          </pc:sldLayoutMkLst>
        </pc:sldLayoutChg>
      </pc:sldMasterChg>
    </pc:docChg>
  </pc:docChgLst>
  <pc:docChgLst>
    <pc:chgData name="Dasani, Kajal" userId="724b87a8-2479-43e9-b7e1-42f88ac2ba97" providerId="ADAL" clId="{12687F20-8E83-445F-8D8D-C4FD2801CBE3}"/>
    <pc:docChg chg="custSel delSld modSld modMainMaster delSection modSection">
      <pc:chgData name="Dasani, Kajal" userId="724b87a8-2479-43e9-b7e1-42f88ac2ba97" providerId="ADAL" clId="{12687F20-8E83-445F-8D8D-C4FD2801CBE3}" dt="2025-05-05T05:34:18.549" v="186" actId="6549"/>
      <pc:docMkLst>
        <pc:docMk/>
      </pc:docMkLst>
      <pc:sldChg chg="delSp modSp mod">
        <pc:chgData name="Dasani, Kajal" userId="724b87a8-2479-43e9-b7e1-42f88ac2ba97" providerId="ADAL" clId="{12687F20-8E83-445F-8D8D-C4FD2801CBE3}" dt="2025-05-05T05:24:47.065" v="17" actId="20577"/>
        <pc:sldMkLst>
          <pc:docMk/>
          <pc:sldMk cId="2281631023" sldId="2145706660"/>
        </pc:sldMkLst>
        <pc:spChg chg="mod">
          <ac:chgData name="Dasani, Kajal" userId="724b87a8-2479-43e9-b7e1-42f88ac2ba97" providerId="ADAL" clId="{12687F20-8E83-445F-8D8D-C4FD2801CBE3}" dt="2025-05-05T05:24:47.065" v="17" actId="20577"/>
          <ac:spMkLst>
            <pc:docMk/>
            <pc:sldMk cId="2281631023" sldId="2145706660"/>
            <ac:spMk id="7" creationId="{9C1FED64-7D2C-4574-869A-799C2389E6B1}"/>
          </ac:spMkLst>
        </pc:spChg>
        <pc:picChg chg="del">
          <ac:chgData name="Dasani, Kajal" userId="724b87a8-2479-43e9-b7e1-42f88ac2ba97" providerId="ADAL" clId="{12687F20-8E83-445F-8D8D-C4FD2801CBE3}" dt="2025-05-05T05:24:27.953" v="0" actId="478"/>
          <ac:picMkLst>
            <pc:docMk/>
            <pc:sldMk cId="2281631023" sldId="2145706660"/>
            <ac:picMk id="6" creationId="{8F60F87A-F292-49A8-8FAB-6C941369BE20}"/>
          </ac:picMkLst>
        </pc:picChg>
        <pc:picChg chg="mod">
          <ac:chgData name="Dasani, Kajal" userId="724b87a8-2479-43e9-b7e1-42f88ac2ba97" providerId="ADAL" clId="{12687F20-8E83-445F-8D8D-C4FD2801CBE3}" dt="2025-05-05T05:24:37.680" v="2" actId="1076"/>
          <ac:picMkLst>
            <pc:docMk/>
            <pc:sldMk cId="2281631023" sldId="2145706660"/>
            <ac:picMk id="13" creationId="{732F8747-8560-46AB-A00D-D3FBBB561E7C}"/>
          </ac:picMkLst>
        </pc:picChg>
        <pc:cxnChg chg="del">
          <ac:chgData name="Dasani, Kajal" userId="724b87a8-2479-43e9-b7e1-42f88ac2ba97" providerId="ADAL" clId="{12687F20-8E83-445F-8D8D-C4FD2801CBE3}" dt="2025-05-05T05:24:29.444" v="1" actId="478"/>
          <ac:cxnSpMkLst>
            <pc:docMk/>
            <pc:sldMk cId="2281631023" sldId="2145706660"/>
            <ac:cxnSpMk id="10" creationId="{67D08736-EA53-49BD-92FE-4806E0055EE7}"/>
          </ac:cxnSpMkLst>
        </pc:cxnChg>
      </pc:sldChg>
      <pc:sldChg chg="del">
        <pc:chgData name="Dasani, Kajal" userId="724b87a8-2479-43e9-b7e1-42f88ac2ba97" providerId="ADAL" clId="{12687F20-8E83-445F-8D8D-C4FD2801CBE3}" dt="2025-05-05T05:34:06.677" v="183" actId="47"/>
        <pc:sldMkLst>
          <pc:docMk/>
          <pc:sldMk cId="2630204431" sldId="2147469893"/>
        </pc:sldMkLst>
      </pc:sldChg>
      <pc:sldChg chg="modSp mod">
        <pc:chgData name="Dasani, Kajal" userId="724b87a8-2479-43e9-b7e1-42f88ac2ba97" providerId="ADAL" clId="{12687F20-8E83-445F-8D8D-C4FD2801CBE3}" dt="2025-05-05T05:33:16.452" v="175" actId="313"/>
        <pc:sldMkLst>
          <pc:docMk/>
          <pc:sldMk cId="4201463341" sldId="2147469897"/>
        </pc:sldMkLst>
        <pc:graphicFrameChg chg="modGraphic">
          <ac:chgData name="Dasani, Kajal" userId="724b87a8-2479-43e9-b7e1-42f88ac2ba97" providerId="ADAL" clId="{12687F20-8E83-445F-8D8D-C4FD2801CBE3}" dt="2025-05-05T05:33:02.270" v="173" actId="313"/>
          <ac:graphicFrameMkLst>
            <pc:docMk/>
            <pc:sldMk cId="4201463341" sldId="2147469897"/>
            <ac:graphicFrameMk id="19" creationId="{4F496DB5-FA00-55EF-9428-FAA95991682C}"/>
          </ac:graphicFrameMkLst>
        </pc:graphicFrameChg>
        <pc:graphicFrameChg chg="modGraphic">
          <ac:chgData name="Dasani, Kajal" userId="724b87a8-2479-43e9-b7e1-42f88ac2ba97" providerId="ADAL" clId="{12687F20-8E83-445F-8D8D-C4FD2801CBE3}" dt="2025-05-05T05:33:16.452" v="175" actId="313"/>
          <ac:graphicFrameMkLst>
            <pc:docMk/>
            <pc:sldMk cId="4201463341" sldId="2147469897"/>
            <ac:graphicFrameMk id="21" creationId="{B8160131-A057-5ACE-284B-62C7150104A2}"/>
          </ac:graphicFrameMkLst>
        </pc:graphicFrameChg>
        <pc:graphicFrameChg chg="modGraphic">
          <ac:chgData name="Dasani, Kajal" userId="724b87a8-2479-43e9-b7e1-42f88ac2ba97" providerId="ADAL" clId="{12687F20-8E83-445F-8D8D-C4FD2801CBE3}" dt="2025-05-05T05:31:32.823" v="124" actId="20577"/>
          <ac:graphicFrameMkLst>
            <pc:docMk/>
            <pc:sldMk cId="4201463341" sldId="2147469897"/>
            <ac:graphicFrameMk id="23" creationId="{6A496BC8-7E97-2641-6D89-DA18ABEFDFD7}"/>
          </ac:graphicFrameMkLst>
        </pc:graphicFrameChg>
      </pc:sldChg>
      <pc:sldChg chg="modSp mod">
        <pc:chgData name="Dasani, Kajal" userId="724b87a8-2479-43e9-b7e1-42f88ac2ba97" providerId="ADAL" clId="{12687F20-8E83-445F-8D8D-C4FD2801CBE3}" dt="2025-05-05T05:33:27.172" v="176" actId="313"/>
        <pc:sldMkLst>
          <pc:docMk/>
          <pc:sldMk cId="1686496778" sldId="2147469898"/>
        </pc:sldMkLst>
        <pc:graphicFrameChg chg="modGraphic">
          <ac:chgData name="Dasani, Kajal" userId="724b87a8-2479-43e9-b7e1-42f88ac2ba97" providerId="ADAL" clId="{12687F20-8E83-445F-8D8D-C4FD2801CBE3}" dt="2025-05-05T05:33:27.172" v="176" actId="313"/>
          <ac:graphicFrameMkLst>
            <pc:docMk/>
            <pc:sldMk cId="1686496778" sldId="2147469898"/>
            <ac:graphicFrameMk id="10" creationId="{BB3CFD25-8099-E6EF-5D74-F27D9269E154}"/>
          </ac:graphicFrameMkLst>
        </pc:graphicFrameChg>
        <pc:graphicFrameChg chg="mod">
          <ac:chgData name="Dasani, Kajal" userId="724b87a8-2479-43e9-b7e1-42f88ac2ba97" providerId="ADAL" clId="{12687F20-8E83-445F-8D8D-C4FD2801CBE3}" dt="2025-05-05T05:32:43.036" v="170"/>
          <ac:graphicFrameMkLst>
            <pc:docMk/>
            <pc:sldMk cId="1686496778" sldId="2147469898"/>
            <ac:graphicFrameMk id="15" creationId="{4164BC3F-432B-8405-4C55-5BF24515B0A6}"/>
          </ac:graphicFrameMkLst>
        </pc:graphicFrameChg>
        <pc:graphicFrameChg chg="modGraphic">
          <ac:chgData name="Dasani, Kajal" userId="724b87a8-2479-43e9-b7e1-42f88ac2ba97" providerId="ADAL" clId="{12687F20-8E83-445F-8D8D-C4FD2801CBE3}" dt="2025-05-05T05:32:23.278" v="148" actId="20577"/>
          <ac:graphicFrameMkLst>
            <pc:docMk/>
            <pc:sldMk cId="1686496778" sldId="2147469898"/>
            <ac:graphicFrameMk id="16" creationId="{F31990A0-1960-0D2F-A20B-1B6F03265FAD}"/>
          </ac:graphicFrameMkLst>
        </pc:graphicFrameChg>
      </pc:sldChg>
      <pc:sldChg chg="delSp modSp mod">
        <pc:chgData name="Dasani, Kajal" userId="724b87a8-2479-43e9-b7e1-42f88ac2ba97" providerId="ADAL" clId="{12687F20-8E83-445F-8D8D-C4FD2801CBE3}" dt="2025-05-05T05:34:18.549" v="186" actId="6549"/>
        <pc:sldMkLst>
          <pc:docMk/>
          <pc:sldMk cId="3730000119" sldId="2147469916"/>
        </pc:sldMkLst>
        <pc:spChg chg="del">
          <ac:chgData name="Dasani, Kajal" userId="724b87a8-2479-43e9-b7e1-42f88ac2ba97" providerId="ADAL" clId="{12687F20-8E83-445F-8D8D-C4FD2801CBE3}" dt="2025-05-05T05:26:49.391" v="74" actId="478"/>
          <ac:spMkLst>
            <pc:docMk/>
            <pc:sldMk cId="3730000119" sldId="2147469916"/>
            <ac:spMk id="2" creationId="{269A2E92-E495-8512-A026-A140998C815F}"/>
          </ac:spMkLst>
        </pc:spChg>
        <pc:spChg chg="del">
          <ac:chgData name="Dasani, Kajal" userId="724b87a8-2479-43e9-b7e1-42f88ac2ba97" providerId="ADAL" clId="{12687F20-8E83-445F-8D8D-C4FD2801CBE3}" dt="2025-05-05T05:26:49.391" v="74" actId="478"/>
          <ac:spMkLst>
            <pc:docMk/>
            <pc:sldMk cId="3730000119" sldId="2147469916"/>
            <ac:spMk id="4" creationId="{195EB35C-9FE4-15CB-11CC-C4BDEA10BF84}"/>
          </ac:spMkLst>
        </pc:spChg>
        <pc:spChg chg="del">
          <ac:chgData name="Dasani, Kajal" userId="724b87a8-2479-43e9-b7e1-42f88ac2ba97" providerId="ADAL" clId="{12687F20-8E83-445F-8D8D-C4FD2801CBE3}" dt="2025-05-05T05:26:49.391" v="74" actId="478"/>
          <ac:spMkLst>
            <pc:docMk/>
            <pc:sldMk cId="3730000119" sldId="2147469916"/>
            <ac:spMk id="7" creationId="{A30FC6F5-A856-4E23-0C48-7976D2C75FC2}"/>
          </ac:spMkLst>
        </pc:spChg>
        <pc:spChg chg="del">
          <ac:chgData name="Dasani, Kajal" userId="724b87a8-2479-43e9-b7e1-42f88ac2ba97" providerId="ADAL" clId="{12687F20-8E83-445F-8D8D-C4FD2801CBE3}" dt="2025-05-05T05:26:49.391" v="74" actId="478"/>
          <ac:spMkLst>
            <pc:docMk/>
            <pc:sldMk cId="3730000119" sldId="2147469916"/>
            <ac:spMk id="9" creationId="{8C3A694D-B6CF-DC35-4D7C-73BB98CD3078}"/>
          </ac:spMkLst>
        </pc:spChg>
        <pc:spChg chg="mod">
          <ac:chgData name="Dasani, Kajal" userId="724b87a8-2479-43e9-b7e1-42f88ac2ba97" providerId="ADAL" clId="{12687F20-8E83-445F-8D8D-C4FD2801CBE3}" dt="2025-05-05T05:25:12.138" v="18" actId="313"/>
          <ac:spMkLst>
            <pc:docMk/>
            <pc:sldMk cId="3730000119" sldId="2147469916"/>
            <ac:spMk id="15" creationId="{86E65AD1-A3BC-992D-479C-1676DAF239BD}"/>
          </ac:spMkLst>
        </pc:spChg>
        <pc:graphicFrameChg chg="modGraphic">
          <ac:chgData name="Dasani, Kajal" userId="724b87a8-2479-43e9-b7e1-42f88ac2ba97" providerId="ADAL" clId="{12687F20-8E83-445F-8D8D-C4FD2801CBE3}" dt="2025-05-05T05:34:18.549" v="186" actId="6549"/>
          <ac:graphicFrameMkLst>
            <pc:docMk/>
            <pc:sldMk cId="3730000119" sldId="2147469916"/>
            <ac:graphicFrameMk id="3" creationId="{D8E5E881-8A39-47D4-8884-7CE70DD6D553}"/>
          </ac:graphicFrameMkLst>
        </pc:graphicFrameChg>
        <pc:picChg chg="del">
          <ac:chgData name="Dasani, Kajal" userId="724b87a8-2479-43e9-b7e1-42f88ac2ba97" providerId="ADAL" clId="{12687F20-8E83-445F-8D8D-C4FD2801CBE3}" dt="2025-05-05T05:26:45.929" v="73" actId="478"/>
          <ac:picMkLst>
            <pc:docMk/>
            <pc:sldMk cId="3730000119" sldId="2147469916"/>
            <ac:picMk id="13" creationId="{11FB7991-11B7-BEC5-3FB2-683640CFCD8C}"/>
          </ac:picMkLst>
        </pc:picChg>
        <pc:picChg chg="del">
          <ac:chgData name="Dasani, Kajal" userId="724b87a8-2479-43e9-b7e1-42f88ac2ba97" providerId="ADAL" clId="{12687F20-8E83-445F-8D8D-C4FD2801CBE3}" dt="2025-05-05T05:26:49.391" v="74" actId="478"/>
          <ac:picMkLst>
            <pc:docMk/>
            <pc:sldMk cId="3730000119" sldId="2147469916"/>
            <ac:picMk id="2052" creationId="{FA4F3B64-ED8B-0688-D002-B1340638D5BA}"/>
          </ac:picMkLst>
        </pc:picChg>
      </pc:sldChg>
      <pc:sldChg chg="del">
        <pc:chgData name="Dasani, Kajal" userId="724b87a8-2479-43e9-b7e1-42f88ac2ba97" providerId="ADAL" clId="{12687F20-8E83-445F-8D8D-C4FD2801CBE3}" dt="2025-05-05T05:33:58.486" v="180" actId="47"/>
        <pc:sldMkLst>
          <pc:docMk/>
          <pc:sldMk cId="310950244" sldId="2147469984"/>
        </pc:sldMkLst>
      </pc:sldChg>
      <pc:sldChg chg="modSp mod">
        <pc:chgData name="Dasani, Kajal" userId="724b87a8-2479-43e9-b7e1-42f88ac2ba97" providerId="ADAL" clId="{12687F20-8E83-445F-8D8D-C4FD2801CBE3}" dt="2025-05-05T05:25:14.066" v="20" actId="313"/>
        <pc:sldMkLst>
          <pc:docMk/>
          <pc:sldMk cId="195658228" sldId="2147469987"/>
        </pc:sldMkLst>
        <pc:spChg chg="mod">
          <ac:chgData name="Dasani, Kajal" userId="724b87a8-2479-43e9-b7e1-42f88ac2ba97" providerId="ADAL" clId="{12687F20-8E83-445F-8D8D-C4FD2801CBE3}" dt="2025-05-05T05:25:14.066" v="20" actId="313"/>
          <ac:spMkLst>
            <pc:docMk/>
            <pc:sldMk cId="195658228" sldId="2147469987"/>
            <ac:spMk id="2" creationId="{B017EDFB-788B-8152-9F31-757715AC6D98}"/>
          </ac:spMkLst>
        </pc:spChg>
      </pc:sldChg>
      <pc:sldChg chg="modSp mod">
        <pc:chgData name="Dasani, Kajal" userId="724b87a8-2479-43e9-b7e1-42f88ac2ba97" providerId="ADAL" clId="{12687F20-8E83-445F-8D8D-C4FD2801CBE3}" dt="2025-05-05T05:25:47.056" v="42" actId="313"/>
        <pc:sldMkLst>
          <pc:docMk/>
          <pc:sldMk cId="565436682" sldId="2147469993"/>
        </pc:sldMkLst>
        <pc:spChg chg="mod">
          <ac:chgData name="Dasani, Kajal" userId="724b87a8-2479-43e9-b7e1-42f88ac2ba97" providerId="ADAL" clId="{12687F20-8E83-445F-8D8D-C4FD2801CBE3}" dt="2025-05-05T05:25:15.568" v="21" actId="313"/>
          <ac:spMkLst>
            <pc:docMk/>
            <pc:sldMk cId="565436682" sldId="2147469993"/>
            <ac:spMk id="2" creationId="{7CAFC7B3-D5B5-0273-9A91-C5DBD408DFC0}"/>
          </ac:spMkLst>
        </pc:spChg>
        <pc:spChg chg="mod">
          <ac:chgData name="Dasani, Kajal" userId="724b87a8-2479-43e9-b7e1-42f88ac2ba97" providerId="ADAL" clId="{12687F20-8E83-445F-8D8D-C4FD2801CBE3}" dt="2025-05-05T05:25:44.041" v="38" actId="313"/>
          <ac:spMkLst>
            <pc:docMk/>
            <pc:sldMk cId="565436682" sldId="2147469993"/>
            <ac:spMk id="4" creationId="{8C01444E-4FD5-7620-6123-D9C9BFBAE4AF}"/>
          </ac:spMkLst>
        </pc:spChg>
        <pc:spChg chg="mod">
          <ac:chgData name="Dasani, Kajal" userId="724b87a8-2479-43e9-b7e1-42f88ac2ba97" providerId="ADAL" clId="{12687F20-8E83-445F-8D8D-C4FD2801CBE3}" dt="2025-05-05T05:25:17.177" v="22" actId="313"/>
          <ac:spMkLst>
            <pc:docMk/>
            <pc:sldMk cId="565436682" sldId="2147469993"/>
            <ac:spMk id="5" creationId="{7E88A486-6CB1-F103-9CA8-876330E0DD26}"/>
          </ac:spMkLst>
        </pc:spChg>
        <pc:spChg chg="mod">
          <ac:chgData name="Dasani, Kajal" userId="724b87a8-2479-43e9-b7e1-42f88ac2ba97" providerId="ADAL" clId="{12687F20-8E83-445F-8D8D-C4FD2801CBE3}" dt="2025-05-05T05:25:47.056" v="42" actId="313"/>
          <ac:spMkLst>
            <pc:docMk/>
            <pc:sldMk cId="565436682" sldId="2147469993"/>
            <ac:spMk id="6" creationId="{B942B99C-0E8A-1234-65FC-9920BEA04186}"/>
          </ac:spMkLst>
        </pc:spChg>
      </pc:sldChg>
      <pc:sldChg chg="modSp del mod">
        <pc:chgData name="Dasani, Kajal" userId="724b87a8-2479-43e9-b7e1-42f88ac2ba97" providerId="ADAL" clId="{12687F20-8E83-445F-8D8D-C4FD2801CBE3}" dt="2025-05-05T05:34:05.505" v="182" actId="47"/>
        <pc:sldMkLst>
          <pc:docMk/>
          <pc:sldMk cId="675673449" sldId="2147469996"/>
        </pc:sldMkLst>
        <pc:spChg chg="mod">
          <ac:chgData name="Dasani, Kajal" userId="724b87a8-2479-43e9-b7e1-42f88ac2ba97" providerId="ADAL" clId="{12687F20-8E83-445F-8D8D-C4FD2801CBE3}" dt="2025-05-05T05:25:33.676" v="29" actId="313"/>
          <ac:spMkLst>
            <pc:docMk/>
            <pc:sldMk cId="675673449" sldId="2147469996"/>
            <ac:spMk id="2" creationId="{A91C218F-2AF6-D95A-8345-43B206A60B32}"/>
          </ac:spMkLst>
        </pc:spChg>
        <pc:spChg chg="mod">
          <ac:chgData name="Dasani, Kajal" userId="724b87a8-2479-43e9-b7e1-42f88ac2ba97" providerId="ADAL" clId="{12687F20-8E83-445F-8D8D-C4FD2801CBE3}" dt="2025-05-05T05:25:37.421" v="32" actId="313"/>
          <ac:spMkLst>
            <pc:docMk/>
            <pc:sldMk cId="675673449" sldId="2147469996"/>
            <ac:spMk id="4" creationId="{9FFE1DE6-8EED-136F-F35B-5585D60F3915}"/>
          </ac:spMkLst>
        </pc:spChg>
        <pc:spChg chg="mod">
          <ac:chgData name="Dasani, Kajal" userId="724b87a8-2479-43e9-b7e1-42f88ac2ba97" providerId="ADAL" clId="{12687F20-8E83-445F-8D8D-C4FD2801CBE3}" dt="2025-05-05T05:25:23.808" v="27" actId="313"/>
          <ac:spMkLst>
            <pc:docMk/>
            <pc:sldMk cId="675673449" sldId="2147469996"/>
            <ac:spMk id="13" creationId="{08112A37-4F5D-CE4A-D239-140DC867CF0E}"/>
          </ac:spMkLst>
        </pc:spChg>
        <pc:graphicFrameChg chg="modGraphic">
          <ac:chgData name="Dasani, Kajal" userId="724b87a8-2479-43e9-b7e1-42f88ac2ba97" providerId="ADAL" clId="{12687F20-8E83-445F-8D8D-C4FD2801CBE3}" dt="2025-05-05T05:25:24.655" v="28" actId="313"/>
          <ac:graphicFrameMkLst>
            <pc:docMk/>
            <pc:sldMk cId="675673449" sldId="2147469996"/>
            <ac:graphicFrameMk id="18" creationId="{B152DF5D-2251-EF96-DFA4-7B0BA1729C4D}"/>
          </ac:graphicFrameMkLst>
        </pc:graphicFrameChg>
        <pc:graphicFrameChg chg="modGraphic">
          <ac:chgData name="Dasani, Kajal" userId="724b87a8-2479-43e9-b7e1-42f88ac2ba97" providerId="ADAL" clId="{12687F20-8E83-445F-8D8D-C4FD2801CBE3}" dt="2025-05-05T05:25:38.336" v="33" actId="313"/>
          <ac:graphicFrameMkLst>
            <pc:docMk/>
            <pc:sldMk cId="675673449" sldId="2147469996"/>
            <ac:graphicFrameMk id="19" creationId="{C5F5164D-1054-BB5A-74D1-945A93C6CFCD}"/>
          </ac:graphicFrameMkLst>
        </pc:graphicFrameChg>
        <pc:graphicFrameChg chg="modGraphic">
          <ac:chgData name="Dasani, Kajal" userId="724b87a8-2479-43e9-b7e1-42f88ac2ba97" providerId="ADAL" clId="{12687F20-8E83-445F-8D8D-C4FD2801CBE3}" dt="2025-05-05T05:25:39.129" v="34" actId="313"/>
          <ac:graphicFrameMkLst>
            <pc:docMk/>
            <pc:sldMk cId="675673449" sldId="2147469996"/>
            <ac:graphicFrameMk id="29" creationId="{8FA2E5D3-19B3-EA0C-7F65-BA6CCB501A09}"/>
          </ac:graphicFrameMkLst>
        </pc:graphicFrameChg>
      </pc:sldChg>
      <pc:sldChg chg="modSp mod">
        <pc:chgData name="Dasani, Kajal" userId="724b87a8-2479-43e9-b7e1-42f88ac2ba97" providerId="ADAL" clId="{12687F20-8E83-445F-8D8D-C4FD2801CBE3}" dt="2025-05-05T05:25:55.679" v="49" actId="313"/>
        <pc:sldMkLst>
          <pc:docMk/>
          <pc:sldMk cId="2282046733" sldId="2147469997"/>
        </pc:sldMkLst>
        <pc:spChg chg="mod">
          <ac:chgData name="Dasani, Kajal" userId="724b87a8-2479-43e9-b7e1-42f88ac2ba97" providerId="ADAL" clId="{12687F20-8E83-445F-8D8D-C4FD2801CBE3}" dt="2025-05-05T05:25:55.679" v="49" actId="313"/>
          <ac:spMkLst>
            <pc:docMk/>
            <pc:sldMk cId="2282046733" sldId="2147469997"/>
            <ac:spMk id="5" creationId="{8A9A231B-E06B-3B20-B8CB-323A36A42DC4}"/>
          </ac:spMkLst>
        </pc:spChg>
      </pc:sldChg>
      <pc:sldChg chg="modSp del mod">
        <pc:chgData name="Dasani, Kajal" userId="724b87a8-2479-43e9-b7e1-42f88ac2ba97" providerId="ADAL" clId="{12687F20-8E83-445F-8D8D-C4FD2801CBE3}" dt="2025-05-05T05:33:55.519" v="179" actId="47"/>
        <pc:sldMkLst>
          <pc:docMk/>
          <pc:sldMk cId="3558188984" sldId="2147469998"/>
        </pc:sldMkLst>
        <pc:spChg chg="mod">
          <ac:chgData name="Dasani, Kajal" userId="724b87a8-2479-43e9-b7e1-42f88ac2ba97" providerId="ADAL" clId="{12687F20-8E83-445F-8D8D-C4FD2801CBE3}" dt="2025-05-05T05:26:31.171" v="72" actId="313"/>
          <ac:spMkLst>
            <pc:docMk/>
            <pc:sldMk cId="3558188984" sldId="2147469998"/>
            <ac:spMk id="2" creationId="{3ACAC558-0AB3-14F2-B212-943600738A86}"/>
          </ac:spMkLst>
        </pc:spChg>
      </pc:sldChg>
      <pc:sldChg chg="addSp delSp modSp mod">
        <pc:chgData name="Dasani, Kajal" userId="724b87a8-2479-43e9-b7e1-42f88ac2ba97" providerId="ADAL" clId="{12687F20-8E83-445F-8D8D-C4FD2801CBE3}" dt="2025-05-05T05:30:33.153" v="99" actId="14100"/>
        <pc:sldMkLst>
          <pc:docMk/>
          <pc:sldMk cId="1930257821" sldId="2147470000"/>
        </pc:sldMkLst>
        <pc:graphicFrameChg chg="modGraphic">
          <ac:chgData name="Dasani, Kajal" userId="724b87a8-2479-43e9-b7e1-42f88ac2ba97" providerId="ADAL" clId="{12687F20-8E83-445F-8D8D-C4FD2801CBE3}" dt="2025-05-05T05:26:28.685" v="70" actId="313"/>
          <ac:graphicFrameMkLst>
            <pc:docMk/>
            <pc:sldMk cId="1930257821" sldId="2147470000"/>
            <ac:graphicFrameMk id="12" creationId="{13107473-089C-38D2-6FE2-B0CF1B539BF5}"/>
          </ac:graphicFrameMkLst>
        </pc:graphicFrameChg>
        <pc:graphicFrameChg chg="modGraphic">
          <ac:chgData name="Dasani, Kajal" userId="724b87a8-2479-43e9-b7e1-42f88ac2ba97" providerId="ADAL" clId="{12687F20-8E83-445F-8D8D-C4FD2801CBE3}" dt="2025-05-05T05:26:29.378" v="71" actId="313"/>
          <ac:graphicFrameMkLst>
            <pc:docMk/>
            <pc:sldMk cId="1930257821" sldId="2147470000"/>
            <ac:graphicFrameMk id="13" creationId="{214AA68E-02AB-3BF0-6272-C1273CC37AB2}"/>
          </ac:graphicFrameMkLst>
        </pc:graphicFrameChg>
        <pc:picChg chg="add mod">
          <ac:chgData name="Dasani, Kajal" userId="724b87a8-2479-43e9-b7e1-42f88ac2ba97" providerId="ADAL" clId="{12687F20-8E83-445F-8D8D-C4FD2801CBE3}" dt="2025-05-05T05:30:33.153" v="99" actId="14100"/>
          <ac:picMkLst>
            <pc:docMk/>
            <pc:sldMk cId="1930257821" sldId="2147470000"/>
            <ac:picMk id="6" creationId="{DCA02DAA-4909-64E2-EE9B-0AC27699C577}"/>
          </ac:picMkLst>
        </pc:picChg>
        <pc:picChg chg="del">
          <ac:chgData name="Dasani, Kajal" userId="724b87a8-2479-43e9-b7e1-42f88ac2ba97" providerId="ADAL" clId="{12687F20-8E83-445F-8D8D-C4FD2801CBE3}" dt="2025-05-05T05:30:30.452" v="98" actId="478"/>
          <ac:picMkLst>
            <pc:docMk/>
            <pc:sldMk cId="1930257821" sldId="2147470000"/>
            <ac:picMk id="41" creationId="{C47BA4C0-24D7-78C6-8A3D-18ABDA2704DF}"/>
          </ac:picMkLst>
        </pc:picChg>
      </pc:sldChg>
      <pc:sldChg chg="modSp mod">
        <pc:chgData name="Dasani, Kajal" userId="724b87a8-2479-43e9-b7e1-42f88ac2ba97" providerId="ADAL" clId="{12687F20-8E83-445F-8D8D-C4FD2801CBE3}" dt="2025-05-05T05:26:23.781" v="68" actId="313"/>
        <pc:sldMkLst>
          <pc:docMk/>
          <pc:sldMk cId="2697800627" sldId="2147470001"/>
        </pc:sldMkLst>
        <pc:spChg chg="mod">
          <ac:chgData name="Dasani, Kajal" userId="724b87a8-2479-43e9-b7e1-42f88ac2ba97" providerId="ADAL" clId="{12687F20-8E83-445F-8D8D-C4FD2801CBE3}" dt="2025-05-05T05:26:23.781" v="68" actId="313"/>
          <ac:spMkLst>
            <pc:docMk/>
            <pc:sldMk cId="2697800627" sldId="2147470001"/>
            <ac:spMk id="9" creationId="{37B599DC-F499-EF0F-C378-E51B66C697A6}"/>
          </ac:spMkLst>
        </pc:spChg>
      </pc:sldChg>
      <pc:sldChg chg="modSp mod">
        <pc:chgData name="Dasani, Kajal" userId="724b87a8-2479-43e9-b7e1-42f88ac2ba97" providerId="ADAL" clId="{12687F20-8E83-445F-8D8D-C4FD2801CBE3}" dt="2025-05-05T05:26:20.220" v="66" actId="313"/>
        <pc:sldMkLst>
          <pc:docMk/>
          <pc:sldMk cId="2889674527" sldId="2147470002"/>
        </pc:sldMkLst>
        <pc:spChg chg="mod">
          <ac:chgData name="Dasani, Kajal" userId="724b87a8-2479-43e9-b7e1-42f88ac2ba97" providerId="ADAL" clId="{12687F20-8E83-445F-8D8D-C4FD2801CBE3}" dt="2025-05-05T05:26:20.220" v="66" actId="313"/>
          <ac:spMkLst>
            <pc:docMk/>
            <pc:sldMk cId="2889674527" sldId="2147470002"/>
            <ac:spMk id="9" creationId="{37B599DC-F499-EF0F-C378-E51B66C697A6}"/>
          </ac:spMkLst>
        </pc:spChg>
      </pc:sldChg>
      <pc:sldChg chg="modSp mod">
        <pc:chgData name="Dasani, Kajal" userId="724b87a8-2479-43e9-b7e1-42f88ac2ba97" providerId="ADAL" clId="{12687F20-8E83-445F-8D8D-C4FD2801CBE3}" dt="2025-05-05T05:26:22.770" v="67" actId="313"/>
        <pc:sldMkLst>
          <pc:docMk/>
          <pc:sldMk cId="2309471252" sldId="2147470003"/>
        </pc:sldMkLst>
        <pc:spChg chg="mod">
          <ac:chgData name="Dasani, Kajal" userId="724b87a8-2479-43e9-b7e1-42f88ac2ba97" providerId="ADAL" clId="{12687F20-8E83-445F-8D8D-C4FD2801CBE3}" dt="2025-05-05T05:26:22.770" v="67" actId="313"/>
          <ac:spMkLst>
            <pc:docMk/>
            <pc:sldMk cId="2309471252" sldId="2147470003"/>
            <ac:spMk id="9" creationId="{37B599DC-F499-EF0F-C378-E51B66C697A6}"/>
          </ac:spMkLst>
        </pc:spChg>
      </pc:sldChg>
      <pc:sldChg chg="modSp mod">
        <pc:chgData name="Dasani, Kajal" userId="724b87a8-2479-43e9-b7e1-42f88ac2ba97" providerId="ADAL" clId="{12687F20-8E83-445F-8D8D-C4FD2801CBE3}" dt="2025-05-05T05:25:58.173" v="51" actId="313"/>
        <pc:sldMkLst>
          <pc:docMk/>
          <pc:sldMk cId="1845306433" sldId="2147470004"/>
        </pc:sldMkLst>
        <pc:spChg chg="mod">
          <ac:chgData name="Dasani, Kajal" userId="724b87a8-2479-43e9-b7e1-42f88ac2ba97" providerId="ADAL" clId="{12687F20-8E83-445F-8D8D-C4FD2801CBE3}" dt="2025-05-05T05:25:57.217" v="50" actId="313"/>
          <ac:spMkLst>
            <pc:docMk/>
            <pc:sldMk cId="1845306433" sldId="2147470004"/>
            <ac:spMk id="5" creationId="{8A9A231B-E06B-3B20-B8CB-323A36A42DC4}"/>
          </ac:spMkLst>
        </pc:spChg>
        <pc:graphicFrameChg chg="modGraphic">
          <ac:chgData name="Dasani, Kajal" userId="724b87a8-2479-43e9-b7e1-42f88ac2ba97" providerId="ADAL" clId="{12687F20-8E83-445F-8D8D-C4FD2801CBE3}" dt="2025-05-05T05:25:58.173" v="51" actId="313"/>
          <ac:graphicFrameMkLst>
            <pc:docMk/>
            <pc:sldMk cId="1845306433" sldId="2147470004"/>
            <ac:graphicFrameMk id="16" creationId="{1FADE568-2E84-8528-5737-5B163D0E5B3C}"/>
          </ac:graphicFrameMkLst>
        </pc:graphicFrameChg>
      </pc:sldChg>
      <pc:sldChg chg="modSp mod">
        <pc:chgData name="Dasani, Kajal" userId="724b87a8-2479-43e9-b7e1-42f88ac2ba97" providerId="ADAL" clId="{12687F20-8E83-445F-8D8D-C4FD2801CBE3}" dt="2025-05-05T05:26:11.224" v="60" actId="313"/>
        <pc:sldMkLst>
          <pc:docMk/>
          <pc:sldMk cId="1368365338" sldId="2147470006"/>
        </pc:sldMkLst>
        <pc:spChg chg="mod">
          <ac:chgData name="Dasani, Kajal" userId="724b87a8-2479-43e9-b7e1-42f88ac2ba97" providerId="ADAL" clId="{12687F20-8E83-445F-8D8D-C4FD2801CBE3}" dt="2025-05-05T05:26:10.173" v="59" actId="313"/>
          <ac:spMkLst>
            <pc:docMk/>
            <pc:sldMk cId="1368365338" sldId="2147470006"/>
            <ac:spMk id="2" creationId="{A2870368-E4CB-2C4F-903C-AFEA94336B57}"/>
          </ac:spMkLst>
        </pc:spChg>
        <pc:spChg chg="mod">
          <ac:chgData name="Dasani, Kajal" userId="724b87a8-2479-43e9-b7e1-42f88ac2ba97" providerId="ADAL" clId="{12687F20-8E83-445F-8D8D-C4FD2801CBE3}" dt="2025-05-05T05:26:11.224" v="60" actId="313"/>
          <ac:spMkLst>
            <pc:docMk/>
            <pc:sldMk cId="1368365338" sldId="2147470006"/>
            <ac:spMk id="5" creationId="{8A9A231B-E06B-3B20-B8CB-323A36A42DC4}"/>
          </ac:spMkLst>
        </pc:spChg>
      </pc:sldChg>
      <pc:sldChg chg="modSp mod">
        <pc:chgData name="Dasani, Kajal" userId="724b87a8-2479-43e9-b7e1-42f88ac2ba97" providerId="ADAL" clId="{12687F20-8E83-445F-8D8D-C4FD2801CBE3}" dt="2025-05-05T05:26:16.543" v="64" actId="313"/>
        <pc:sldMkLst>
          <pc:docMk/>
          <pc:sldMk cId="2957926666" sldId="2147470007"/>
        </pc:sldMkLst>
        <pc:spChg chg="mod">
          <ac:chgData name="Dasani, Kajal" userId="724b87a8-2479-43e9-b7e1-42f88ac2ba97" providerId="ADAL" clId="{12687F20-8E83-445F-8D8D-C4FD2801CBE3}" dt="2025-05-05T05:26:15.696" v="63" actId="313"/>
          <ac:spMkLst>
            <pc:docMk/>
            <pc:sldMk cId="2957926666" sldId="2147470007"/>
            <ac:spMk id="2" creationId="{A2870368-E4CB-2C4F-903C-AFEA94336B57}"/>
          </ac:spMkLst>
        </pc:spChg>
        <pc:spChg chg="mod">
          <ac:chgData name="Dasani, Kajal" userId="724b87a8-2479-43e9-b7e1-42f88ac2ba97" providerId="ADAL" clId="{12687F20-8E83-445F-8D8D-C4FD2801CBE3}" dt="2025-05-05T05:26:16.543" v="64" actId="313"/>
          <ac:spMkLst>
            <pc:docMk/>
            <pc:sldMk cId="2957926666" sldId="2147470007"/>
            <ac:spMk id="5" creationId="{8A9A231B-E06B-3B20-B8CB-323A36A42DC4}"/>
          </ac:spMkLst>
        </pc:spChg>
      </pc:sldChg>
      <pc:sldChg chg="modSp mod">
        <pc:chgData name="Dasani, Kajal" userId="724b87a8-2479-43e9-b7e1-42f88ac2ba97" providerId="ADAL" clId="{12687F20-8E83-445F-8D8D-C4FD2801CBE3}" dt="2025-05-05T05:26:03.034" v="54" actId="313"/>
        <pc:sldMkLst>
          <pc:docMk/>
          <pc:sldMk cId="1888930155" sldId="2147470008"/>
        </pc:sldMkLst>
        <pc:spChg chg="mod">
          <ac:chgData name="Dasani, Kajal" userId="724b87a8-2479-43e9-b7e1-42f88ac2ba97" providerId="ADAL" clId="{12687F20-8E83-445F-8D8D-C4FD2801CBE3}" dt="2025-05-05T05:25:59.899" v="52" actId="313"/>
          <ac:spMkLst>
            <pc:docMk/>
            <pc:sldMk cId="1888930155" sldId="2147470008"/>
            <ac:spMk id="5" creationId="{8A9A231B-E06B-3B20-B8CB-323A36A42DC4}"/>
          </ac:spMkLst>
        </pc:spChg>
        <pc:graphicFrameChg chg="modGraphic">
          <ac:chgData name="Dasani, Kajal" userId="724b87a8-2479-43e9-b7e1-42f88ac2ba97" providerId="ADAL" clId="{12687F20-8E83-445F-8D8D-C4FD2801CBE3}" dt="2025-05-05T05:26:03.034" v="54" actId="313"/>
          <ac:graphicFrameMkLst>
            <pc:docMk/>
            <pc:sldMk cId="1888930155" sldId="2147470008"/>
            <ac:graphicFrameMk id="16" creationId="{38C42DAF-8836-9724-2DBA-6C984FE21891}"/>
          </ac:graphicFrameMkLst>
        </pc:graphicFrameChg>
      </pc:sldChg>
      <pc:sldChg chg="modSp mod">
        <pc:chgData name="Dasani, Kajal" userId="724b87a8-2479-43e9-b7e1-42f88ac2ba97" providerId="ADAL" clId="{12687F20-8E83-445F-8D8D-C4FD2801CBE3}" dt="2025-05-05T05:26:08.161" v="58" actId="313"/>
        <pc:sldMkLst>
          <pc:docMk/>
          <pc:sldMk cId="442599006" sldId="2147470009"/>
        </pc:sldMkLst>
        <pc:spChg chg="mod">
          <ac:chgData name="Dasani, Kajal" userId="724b87a8-2479-43e9-b7e1-42f88ac2ba97" providerId="ADAL" clId="{12687F20-8E83-445F-8D8D-C4FD2801CBE3}" dt="2025-05-05T05:26:04.473" v="55" actId="313"/>
          <ac:spMkLst>
            <pc:docMk/>
            <pc:sldMk cId="442599006" sldId="2147470009"/>
            <ac:spMk id="5" creationId="{8A9A231B-E06B-3B20-B8CB-323A36A42DC4}"/>
          </ac:spMkLst>
        </pc:spChg>
        <pc:graphicFrameChg chg="modGraphic">
          <ac:chgData name="Dasani, Kajal" userId="724b87a8-2479-43e9-b7e1-42f88ac2ba97" providerId="ADAL" clId="{12687F20-8E83-445F-8D8D-C4FD2801CBE3}" dt="2025-05-05T05:26:05.563" v="56" actId="313"/>
          <ac:graphicFrameMkLst>
            <pc:docMk/>
            <pc:sldMk cId="442599006" sldId="2147470009"/>
            <ac:graphicFrameMk id="11" creationId="{445CECD1-AC65-702B-93EE-BA1DFCE74BEA}"/>
          </ac:graphicFrameMkLst>
        </pc:graphicFrameChg>
        <pc:graphicFrameChg chg="modGraphic">
          <ac:chgData name="Dasani, Kajal" userId="724b87a8-2479-43e9-b7e1-42f88ac2ba97" providerId="ADAL" clId="{12687F20-8E83-445F-8D8D-C4FD2801CBE3}" dt="2025-05-05T05:26:08.161" v="58" actId="313"/>
          <ac:graphicFrameMkLst>
            <pc:docMk/>
            <pc:sldMk cId="442599006" sldId="2147470009"/>
            <ac:graphicFrameMk id="15" creationId="{560F2392-1BF3-A8C9-C5DD-879554C0B7B4}"/>
          </ac:graphicFrameMkLst>
        </pc:graphicFrameChg>
      </pc:sldChg>
      <pc:sldChg chg="addSp delSp modSp mod">
        <pc:chgData name="Dasani, Kajal" userId="724b87a8-2479-43e9-b7e1-42f88ac2ba97" providerId="ADAL" clId="{12687F20-8E83-445F-8D8D-C4FD2801CBE3}" dt="2025-05-05T05:29:41.716" v="93" actId="1076"/>
        <pc:sldMkLst>
          <pc:docMk/>
          <pc:sldMk cId="1127400600" sldId="2147470011"/>
        </pc:sldMkLst>
        <pc:spChg chg="mod">
          <ac:chgData name="Dasani, Kajal" userId="724b87a8-2479-43e9-b7e1-42f88ac2ba97" providerId="ADAL" clId="{12687F20-8E83-445F-8D8D-C4FD2801CBE3}" dt="2025-05-05T05:26:26.353" v="69" actId="313"/>
          <ac:spMkLst>
            <pc:docMk/>
            <pc:sldMk cId="1127400600" sldId="2147470011"/>
            <ac:spMk id="2" creationId="{E27CA42F-AD52-F248-A2AB-0B3F2E0D34B7}"/>
          </ac:spMkLst>
        </pc:spChg>
        <pc:spChg chg="add mod">
          <ac:chgData name="Dasani, Kajal" userId="724b87a8-2479-43e9-b7e1-42f88ac2ba97" providerId="ADAL" clId="{12687F20-8E83-445F-8D8D-C4FD2801CBE3}" dt="2025-05-05T05:29:41.716" v="93" actId="1076"/>
          <ac:spMkLst>
            <pc:docMk/>
            <pc:sldMk cId="1127400600" sldId="2147470011"/>
            <ac:spMk id="3" creationId="{8BD1B1C6-79E5-5F5E-7A94-C25A4D0902EE}"/>
          </ac:spMkLst>
        </pc:spChg>
        <pc:picChg chg="del">
          <ac:chgData name="Dasani, Kajal" userId="724b87a8-2479-43e9-b7e1-42f88ac2ba97" providerId="ADAL" clId="{12687F20-8E83-445F-8D8D-C4FD2801CBE3}" dt="2025-05-05T05:29:08.895" v="79" actId="478"/>
          <ac:picMkLst>
            <pc:docMk/>
            <pc:sldMk cId="1127400600" sldId="2147470011"/>
            <ac:picMk id="38" creationId="{4935F850-6B4F-0F0E-F2BB-F7BE6AB74F29}"/>
          </ac:picMkLst>
        </pc:picChg>
      </pc:sldChg>
      <pc:sldChg chg="modSp mod">
        <pc:chgData name="Dasani, Kajal" userId="724b87a8-2479-43e9-b7e1-42f88ac2ba97" providerId="ADAL" clId="{12687F20-8E83-445F-8D8D-C4FD2801CBE3}" dt="2025-05-05T05:26:14.840" v="62" actId="313"/>
        <pc:sldMkLst>
          <pc:docMk/>
          <pc:sldMk cId="534847941" sldId="2147470012"/>
        </pc:sldMkLst>
        <pc:spChg chg="mod">
          <ac:chgData name="Dasani, Kajal" userId="724b87a8-2479-43e9-b7e1-42f88ac2ba97" providerId="ADAL" clId="{12687F20-8E83-445F-8D8D-C4FD2801CBE3}" dt="2025-05-05T05:26:12.064" v="61" actId="313"/>
          <ac:spMkLst>
            <pc:docMk/>
            <pc:sldMk cId="534847941" sldId="2147470012"/>
            <ac:spMk id="2" creationId="{A2870368-E4CB-2C4F-903C-AFEA94336B57}"/>
          </ac:spMkLst>
        </pc:spChg>
        <pc:spChg chg="mod">
          <ac:chgData name="Dasani, Kajal" userId="724b87a8-2479-43e9-b7e1-42f88ac2ba97" providerId="ADAL" clId="{12687F20-8E83-445F-8D8D-C4FD2801CBE3}" dt="2025-05-05T05:26:14.840" v="62" actId="313"/>
          <ac:spMkLst>
            <pc:docMk/>
            <pc:sldMk cId="534847941" sldId="2147470012"/>
            <ac:spMk id="5" creationId="{8A9A231B-E06B-3B20-B8CB-323A36A42DC4}"/>
          </ac:spMkLst>
        </pc:spChg>
      </pc:sldChg>
      <pc:sldChg chg="modSp mod">
        <pc:chgData name="Dasani, Kajal" userId="724b87a8-2479-43e9-b7e1-42f88ac2ba97" providerId="ADAL" clId="{12687F20-8E83-445F-8D8D-C4FD2801CBE3}" dt="2025-05-05T05:25:54.136" v="48" actId="313"/>
        <pc:sldMkLst>
          <pc:docMk/>
          <pc:sldMk cId="1448336486" sldId="2147470013"/>
        </pc:sldMkLst>
        <pc:spChg chg="mod">
          <ac:chgData name="Dasani, Kajal" userId="724b87a8-2479-43e9-b7e1-42f88ac2ba97" providerId="ADAL" clId="{12687F20-8E83-445F-8D8D-C4FD2801CBE3}" dt="2025-05-05T05:25:54.136" v="48" actId="313"/>
          <ac:spMkLst>
            <pc:docMk/>
            <pc:sldMk cId="1448336486" sldId="2147470013"/>
            <ac:spMk id="2" creationId="{B017EDFB-788B-8152-9F31-757715AC6D98}"/>
          </ac:spMkLst>
        </pc:spChg>
      </pc:sldChg>
      <pc:sldChg chg="modSp mod">
        <pc:chgData name="Dasani, Kajal" userId="724b87a8-2479-43e9-b7e1-42f88ac2ba97" providerId="ADAL" clId="{12687F20-8E83-445F-8D8D-C4FD2801CBE3}" dt="2025-05-05T05:26:17.522" v="65" actId="313"/>
        <pc:sldMkLst>
          <pc:docMk/>
          <pc:sldMk cId="4134638212" sldId="2147470014"/>
        </pc:sldMkLst>
        <pc:spChg chg="mod">
          <ac:chgData name="Dasani, Kajal" userId="724b87a8-2479-43e9-b7e1-42f88ac2ba97" providerId="ADAL" clId="{12687F20-8E83-445F-8D8D-C4FD2801CBE3}" dt="2025-05-05T05:26:17.522" v="65" actId="313"/>
          <ac:spMkLst>
            <pc:docMk/>
            <pc:sldMk cId="4134638212" sldId="2147470014"/>
            <ac:spMk id="2" creationId="{B017EDFB-788B-8152-9F31-757715AC6D98}"/>
          </ac:spMkLst>
        </pc:spChg>
      </pc:sldChg>
      <pc:sldChg chg="del">
        <pc:chgData name="Dasani, Kajal" userId="724b87a8-2479-43e9-b7e1-42f88ac2ba97" providerId="ADAL" clId="{12687F20-8E83-445F-8D8D-C4FD2801CBE3}" dt="2025-05-05T05:33:54.534" v="178" actId="47"/>
        <pc:sldMkLst>
          <pc:docMk/>
          <pc:sldMk cId="57390200" sldId="2147470017"/>
        </pc:sldMkLst>
      </pc:sldChg>
      <pc:sldChg chg="del">
        <pc:chgData name="Dasani, Kajal" userId="724b87a8-2479-43e9-b7e1-42f88ac2ba97" providerId="ADAL" clId="{12687F20-8E83-445F-8D8D-C4FD2801CBE3}" dt="2025-05-05T05:34:03.675" v="181" actId="47"/>
        <pc:sldMkLst>
          <pc:docMk/>
          <pc:sldMk cId="3169405528" sldId="2147470018"/>
        </pc:sldMkLst>
      </pc:sldChg>
      <pc:sldChg chg="modSp mod">
        <pc:chgData name="Dasani, Kajal" userId="724b87a8-2479-43e9-b7e1-42f88ac2ba97" providerId="ADAL" clId="{12687F20-8E83-445F-8D8D-C4FD2801CBE3}" dt="2025-05-05T05:25:52.207" v="47" actId="313"/>
        <pc:sldMkLst>
          <pc:docMk/>
          <pc:sldMk cId="2306810098" sldId="2147470019"/>
        </pc:sldMkLst>
        <pc:spChg chg="mod">
          <ac:chgData name="Dasani, Kajal" userId="724b87a8-2479-43e9-b7e1-42f88ac2ba97" providerId="ADAL" clId="{12687F20-8E83-445F-8D8D-C4FD2801CBE3}" dt="2025-05-05T05:25:48.359" v="43" actId="313"/>
          <ac:spMkLst>
            <pc:docMk/>
            <pc:sldMk cId="2306810098" sldId="2147470019"/>
            <ac:spMk id="2" creationId="{A91C218F-2AF6-D95A-8345-43B206A60B32}"/>
          </ac:spMkLst>
        </pc:spChg>
        <pc:spChg chg="mod">
          <ac:chgData name="Dasani, Kajal" userId="724b87a8-2479-43e9-b7e1-42f88ac2ba97" providerId="ADAL" clId="{12687F20-8E83-445F-8D8D-C4FD2801CBE3}" dt="2025-05-05T05:25:51.349" v="46" actId="313"/>
          <ac:spMkLst>
            <pc:docMk/>
            <pc:sldMk cId="2306810098" sldId="2147470019"/>
            <ac:spMk id="4" creationId="{9FFE1DE6-8EED-136F-F35B-5585D60F3915}"/>
          </ac:spMkLst>
        </pc:spChg>
        <pc:spChg chg="mod">
          <ac:chgData name="Dasani, Kajal" userId="724b87a8-2479-43e9-b7e1-42f88ac2ba97" providerId="ADAL" clId="{12687F20-8E83-445F-8D8D-C4FD2801CBE3}" dt="2025-05-05T05:25:21.601" v="25" actId="313"/>
          <ac:spMkLst>
            <pc:docMk/>
            <pc:sldMk cId="2306810098" sldId="2147470019"/>
            <ac:spMk id="13" creationId="{08112A37-4F5D-CE4A-D239-140DC867CF0E}"/>
          </ac:spMkLst>
        </pc:spChg>
        <pc:graphicFrameChg chg="modGraphic">
          <ac:chgData name="Dasani, Kajal" userId="724b87a8-2479-43e9-b7e1-42f88ac2ba97" providerId="ADAL" clId="{12687F20-8E83-445F-8D8D-C4FD2801CBE3}" dt="2025-05-05T05:25:22.680" v="26" actId="313"/>
          <ac:graphicFrameMkLst>
            <pc:docMk/>
            <pc:sldMk cId="2306810098" sldId="2147470019"/>
            <ac:graphicFrameMk id="18" creationId="{B152DF5D-2251-EF96-DFA4-7B0BA1729C4D}"/>
          </ac:graphicFrameMkLst>
        </pc:graphicFrameChg>
        <pc:graphicFrameChg chg="modGraphic">
          <ac:chgData name="Dasani, Kajal" userId="724b87a8-2479-43e9-b7e1-42f88ac2ba97" providerId="ADAL" clId="{12687F20-8E83-445F-8D8D-C4FD2801CBE3}" dt="2025-05-05T05:25:52.207" v="47" actId="313"/>
          <ac:graphicFrameMkLst>
            <pc:docMk/>
            <pc:sldMk cId="2306810098" sldId="2147470019"/>
            <ac:graphicFrameMk id="19" creationId="{C5F5164D-1054-BB5A-74D1-945A93C6CFCD}"/>
          </ac:graphicFrameMkLst>
        </pc:graphicFrameChg>
      </pc:sldChg>
      <pc:sldMasterChg chg="delSp mod">
        <pc:chgData name="Dasani, Kajal" userId="724b87a8-2479-43e9-b7e1-42f88ac2ba97" providerId="ADAL" clId="{12687F20-8E83-445F-8D8D-C4FD2801CBE3}" dt="2025-05-05T05:27:22.488" v="77" actId="478"/>
        <pc:sldMasterMkLst>
          <pc:docMk/>
          <pc:sldMasterMk cId="4258001074" sldId="2147483795"/>
        </pc:sldMasterMkLst>
        <pc:picChg chg="del">
          <ac:chgData name="Dasani, Kajal" userId="724b87a8-2479-43e9-b7e1-42f88ac2ba97" providerId="ADAL" clId="{12687F20-8E83-445F-8D8D-C4FD2801CBE3}" dt="2025-05-05T05:27:21.318" v="76" actId="478"/>
          <ac:picMkLst>
            <pc:docMk/>
            <pc:sldMasterMk cId="4258001074" sldId="2147483795"/>
            <ac:picMk id="5" creationId="{9D63A323-E977-6CD4-D1B6-10C64868D22E}"/>
          </ac:picMkLst>
        </pc:picChg>
        <pc:cxnChg chg="del">
          <ac:chgData name="Dasani, Kajal" userId="724b87a8-2479-43e9-b7e1-42f88ac2ba97" providerId="ADAL" clId="{12687F20-8E83-445F-8D8D-C4FD2801CBE3}" dt="2025-05-05T05:27:22.488" v="77" actId="478"/>
          <ac:cxnSpMkLst>
            <pc:docMk/>
            <pc:sldMasterMk cId="4258001074" sldId="2147483795"/>
            <ac:cxnSpMk id="2" creationId="{21B3B95F-691E-F8C0-ECD6-49679973505F}"/>
          </ac:cxnSpMkLst>
        </pc:cxnChg>
      </pc:sldMasterChg>
      <pc:sldMasterChg chg="delSp">
        <pc:chgData name="Dasani, Kajal" userId="724b87a8-2479-43e9-b7e1-42f88ac2ba97" providerId="ADAL" clId="{12687F20-8E83-445F-8D8D-C4FD2801CBE3}" dt="2025-05-05T05:27:31.811" v="78" actId="478"/>
        <pc:sldMasterMkLst>
          <pc:docMk/>
          <pc:sldMasterMk cId="3457511210" sldId="2147483849"/>
        </pc:sldMasterMkLst>
        <pc:picChg chg="del">
          <ac:chgData name="Dasani, Kajal" userId="724b87a8-2479-43e9-b7e1-42f88ac2ba97" providerId="ADAL" clId="{12687F20-8E83-445F-8D8D-C4FD2801CBE3}" dt="2025-05-05T05:27:31.811" v="78" actId="478"/>
          <ac:picMkLst>
            <pc:docMk/>
            <pc:sldMasterMk cId="3457511210" sldId="2147483849"/>
            <ac:picMk id="1028" creationId="{D0490361-13CC-ABF4-BEC7-1156F5413073}"/>
          </ac:picMkLst>
        </pc:picChg>
      </pc:sldMasterChg>
    </pc:docChg>
  </pc:docChgLst>
  <pc:docChgLst>
    <pc:chgData name="Moore, Dominique" userId="9a930ec5-1eee-4590-be25-9d9743c34502" providerId="ADAL" clId="{3ADE68DE-E596-534E-8F36-DEF583BB4453}"/>
    <pc:docChg chg="undo custSel addSld modSld">
      <pc:chgData name="Moore, Dominique" userId="9a930ec5-1eee-4590-be25-9d9743c34502" providerId="ADAL" clId="{3ADE68DE-E596-534E-8F36-DEF583BB4453}" dt="2023-11-03T04:03:26.236" v="1722" actId="478"/>
      <pc:docMkLst>
        <pc:docMk/>
      </pc:docMkLst>
      <pc:sldChg chg="modSp mod delCm modCm">
        <pc:chgData name="Moore, Dominique" userId="9a930ec5-1eee-4590-be25-9d9743c34502" providerId="ADAL" clId="{3ADE68DE-E596-534E-8F36-DEF583BB4453}" dt="2023-11-03T03:16:31.848" v="1549" actId="20577"/>
        <pc:sldMkLst>
          <pc:docMk/>
          <pc:sldMk cId="1686496778" sldId="2147469898"/>
        </pc:sldMkLst>
        <pc:extLst>
          <p:ext xmlns:p="http://schemas.openxmlformats.org/presentationml/2006/main" uri="{D6D511B9-2390-475A-947B-AFAB55BFBCF1}">
            <pc226:cmChg xmlns:pc226="http://schemas.microsoft.com/office/powerpoint/2022/06/main/command" chg="del mod">
              <pc226:chgData name="Moore, Dominique" userId="9a930ec5-1eee-4590-be25-9d9743c34502" providerId="ADAL" clId="{3ADE68DE-E596-534E-8F36-DEF583BB4453}" dt="2023-11-03T03:15:48.037" v="1542"/>
              <pc2:cmMkLst xmlns:pc2="http://schemas.microsoft.com/office/powerpoint/2019/9/main/command">
                <pc:docMk/>
                <pc:sldMk cId="1686496778" sldId="2147469898"/>
                <pc2:cmMk id="{473E6944-1571-4CD8-BFDD-BD3126B0EB21}"/>
              </pc2:cmMkLst>
            </pc226:cmChg>
          </p:ext>
        </pc:extLst>
      </pc:sldChg>
      <pc:sldChg chg="delSp mod">
        <pc:chgData name="Moore, Dominique" userId="9a930ec5-1eee-4590-be25-9d9743c34502" providerId="ADAL" clId="{3ADE68DE-E596-534E-8F36-DEF583BB4453}" dt="2023-11-03T04:03:05.836" v="1718" actId="478"/>
        <pc:sldMkLst>
          <pc:docMk/>
          <pc:sldMk cId="565436682" sldId="2147469993"/>
        </pc:sldMkLst>
      </pc:sldChg>
      <pc:sldChg chg="delSp modSp mod">
        <pc:chgData name="Moore, Dominique" userId="9a930ec5-1eee-4590-be25-9d9743c34502" providerId="ADAL" clId="{3ADE68DE-E596-534E-8F36-DEF583BB4453}" dt="2023-11-03T04:03:01.891" v="1717" actId="478"/>
        <pc:sldMkLst>
          <pc:docMk/>
          <pc:sldMk cId="675673449" sldId="2147469996"/>
        </pc:sldMkLst>
      </pc:sldChg>
      <pc:sldChg chg="addSp delSp modSp mod">
        <pc:chgData name="Moore, Dominique" userId="9a930ec5-1eee-4590-be25-9d9743c34502" providerId="ADAL" clId="{3ADE68DE-E596-534E-8F36-DEF583BB4453}" dt="2023-11-03T04:03:09.619" v="1719" actId="478"/>
        <pc:sldMkLst>
          <pc:docMk/>
          <pc:sldMk cId="2282046733" sldId="2147469997"/>
        </pc:sldMkLst>
      </pc:sldChg>
      <pc:sldChg chg="modSp mod">
        <pc:chgData name="Moore, Dominique" userId="9a930ec5-1eee-4590-be25-9d9743c34502" providerId="ADAL" clId="{3ADE68DE-E596-534E-8F36-DEF583BB4453}" dt="2023-11-02T22:55:12.367" v="106" actId="14100"/>
        <pc:sldMkLst>
          <pc:docMk/>
          <pc:sldMk cId="590641953" sldId="2147469999"/>
        </pc:sldMkLst>
      </pc:sldChg>
      <pc:sldChg chg="addSp delSp modSp mod">
        <pc:chgData name="Moore, Dominique" userId="9a930ec5-1eee-4590-be25-9d9743c34502" providerId="ADAL" clId="{3ADE68DE-E596-534E-8F36-DEF583BB4453}" dt="2023-11-03T04:03:26.236" v="1722" actId="478"/>
        <pc:sldMkLst>
          <pc:docMk/>
          <pc:sldMk cId="2697800627" sldId="2147470001"/>
        </pc:sldMkLst>
      </pc:sldChg>
      <pc:sldChg chg="delSp mod">
        <pc:chgData name="Moore, Dominique" userId="9a930ec5-1eee-4590-be25-9d9743c34502" providerId="ADAL" clId="{3ADE68DE-E596-534E-8F36-DEF583BB4453}" dt="2023-11-03T04:03:20.148" v="1720" actId="478"/>
        <pc:sldMkLst>
          <pc:docMk/>
          <pc:sldMk cId="2889674527" sldId="2147470002"/>
        </pc:sldMkLst>
      </pc:sldChg>
      <pc:sldChg chg="addSp delSp modSp mod">
        <pc:chgData name="Moore, Dominique" userId="9a930ec5-1eee-4590-be25-9d9743c34502" providerId="ADAL" clId="{3ADE68DE-E596-534E-8F36-DEF583BB4453}" dt="2023-11-03T04:03:22.207" v="1721" actId="478"/>
        <pc:sldMkLst>
          <pc:docMk/>
          <pc:sldMk cId="2309471252" sldId="2147470003"/>
        </pc:sldMkLst>
      </pc:sldChg>
      <pc:sldChg chg="delSp modSp mod modCm">
        <pc:chgData name="Moore, Dominique" userId="9a930ec5-1eee-4590-be25-9d9743c34502" providerId="ADAL" clId="{3ADE68DE-E596-534E-8F36-DEF583BB4453}" dt="2023-11-03T02:56:06.767" v="1354" actId="313"/>
        <pc:sldMkLst>
          <pc:docMk/>
          <pc:sldMk cId="1845306433" sldId="2147470004"/>
        </pc:sldMkLst>
        <pc:extLst>
          <p:ext xmlns:p="http://schemas.openxmlformats.org/presentationml/2006/main" uri="{D6D511B9-2390-475A-947B-AFAB55BFBCF1}">
            <pc226:cmChg xmlns:pc226="http://schemas.microsoft.com/office/powerpoint/2022/06/main/command" chg="mod">
              <pc226:chgData name="Moore, Dominique" userId="9a930ec5-1eee-4590-be25-9d9743c34502" providerId="ADAL" clId="{3ADE68DE-E596-534E-8F36-DEF583BB4453}" dt="2023-11-03T02:36:00.471" v="1113" actId="20577"/>
              <pc2:cmMkLst xmlns:pc2="http://schemas.microsoft.com/office/powerpoint/2019/9/main/command">
                <pc:docMk/>
                <pc:sldMk cId="1845306433" sldId="2147470004"/>
                <pc2:cmMk id="{476A6F33-66C2-4182-9718-64C16BF15534}"/>
              </pc2:cmMkLst>
            </pc226:cmChg>
            <pc226:cmChg xmlns:pc226="http://schemas.microsoft.com/office/powerpoint/2022/06/main/command" chg="mod">
              <pc226:chgData name="Moore, Dominique" userId="9a930ec5-1eee-4590-be25-9d9743c34502" providerId="ADAL" clId="{3ADE68DE-E596-534E-8F36-DEF583BB4453}" dt="2023-11-03T02:40:48.492" v="1119" actId="20577"/>
              <pc2:cmMkLst xmlns:pc2="http://schemas.microsoft.com/office/powerpoint/2019/9/main/command">
                <pc:docMk/>
                <pc:sldMk cId="1845306433" sldId="2147470004"/>
                <pc2:cmMk id="{A10E76A4-56EE-4FCF-90E2-B1B60125707D}"/>
              </pc2:cmMkLst>
            </pc226:cmChg>
            <pc226:cmChg xmlns:pc226="http://schemas.microsoft.com/office/powerpoint/2022/06/main/command" chg="mod">
              <pc226:chgData name="Moore, Dominique" userId="9a930ec5-1eee-4590-be25-9d9743c34502" providerId="ADAL" clId="{3ADE68DE-E596-534E-8F36-DEF583BB4453}" dt="2023-11-03T02:41:11.931" v="1121" actId="2056"/>
              <pc2:cmMkLst xmlns:pc2="http://schemas.microsoft.com/office/powerpoint/2019/9/main/command">
                <pc:docMk/>
                <pc:sldMk cId="1845306433" sldId="2147470004"/>
                <pc2:cmMk id="{FA4382BB-322E-4E13-B55F-6DF21B3C904C}"/>
              </pc2:cmMkLst>
            </pc226:cmChg>
          </p:ext>
        </pc:extLst>
      </pc:sldChg>
      <pc:sldChg chg="addSp delSp modSp mod">
        <pc:chgData name="Moore, Dominique" userId="9a930ec5-1eee-4590-be25-9d9743c34502" providerId="ADAL" clId="{3ADE68DE-E596-534E-8F36-DEF583BB4453}" dt="2023-11-03T03:59:46.500" v="1703" actId="207"/>
        <pc:sldMkLst>
          <pc:docMk/>
          <pc:sldMk cId="1368365338" sldId="2147470006"/>
        </pc:sldMkLst>
      </pc:sldChg>
      <pc:sldChg chg="addSp delSp modSp mod">
        <pc:chgData name="Moore, Dominique" userId="9a930ec5-1eee-4590-be25-9d9743c34502" providerId="ADAL" clId="{3ADE68DE-E596-534E-8F36-DEF583BB4453}" dt="2023-11-03T04:01:27.261" v="1716"/>
        <pc:sldMkLst>
          <pc:docMk/>
          <pc:sldMk cId="2957926666" sldId="2147470007"/>
        </pc:sldMkLst>
      </pc:sldChg>
      <pc:sldChg chg="delSp modSp mod">
        <pc:chgData name="Moore, Dominique" userId="9a930ec5-1eee-4590-be25-9d9743c34502" providerId="ADAL" clId="{3ADE68DE-E596-534E-8F36-DEF583BB4453}" dt="2023-11-03T03:33:58.935" v="1551" actId="1076"/>
        <pc:sldMkLst>
          <pc:docMk/>
          <pc:sldMk cId="1888930155" sldId="2147470008"/>
        </pc:sldMkLst>
      </pc:sldChg>
      <pc:sldChg chg="addSp delSp modSp mod modCm">
        <pc:chgData name="Moore, Dominique" userId="9a930ec5-1eee-4590-be25-9d9743c34502" providerId="ADAL" clId="{3ADE68DE-E596-534E-8F36-DEF583BB4453}" dt="2023-11-03T02:56:51.109" v="1367" actId="20577"/>
        <pc:sldMkLst>
          <pc:docMk/>
          <pc:sldMk cId="442599006" sldId="2147470009"/>
        </pc:sldMkLst>
        <pc:extLst>
          <p:ext xmlns:p="http://schemas.openxmlformats.org/presentationml/2006/main" uri="{D6D511B9-2390-475A-947B-AFAB55BFBCF1}">
            <pc226:cmChg xmlns:pc226="http://schemas.microsoft.com/office/powerpoint/2022/06/main/command" chg="mod">
              <pc226:chgData name="Moore, Dominique" userId="9a930ec5-1eee-4590-be25-9d9743c34502" providerId="ADAL" clId="{3ADE68DE-E596-534E-8F36-DEF583BB4453}" dt="2023-11-03T02:49:10.292" v="1222" actId="20577"/>
              <pc2:cmMkLst xmlns:pc2="http://schemas.microsoft.com/office/powerpoint/2019/9/main/command">
                <pc:docMk/>
                <pc:sldMk cId="442599006" sldId="2147470009"/>
                <pc2:cmMk id="{8EA43803-5CAE-4450-8BF5-1B5EB73E5945}"/>
              </pc2:cmMkLst>
            </pc226:cmChg>
            <pc226:cmChg xmlns:pc226="http://schemas.microsoft.com/office/powerpoint/2022/06/main/command" chg="mod">
              <pc226:chgData name="Moore, Dominique" userId="9a930ec5-1eee-4590-be25-9d9743c34502" providerId="ADAL" clId="{3ADE68DE-E596-534E-8F36-DEF583BB4453}" dt="2023-11-03T02:56:16.933" v="1359" actId="20577"/>
              <pc2:cmMkLst xmlns:pc2="http://schemas.microsoft.com/office/powerpoint/2019/9/main/command">
                <pc:docMk/>
                <pc:sldMk cId="442599006" sldId="2147470009"/>
                <pc2:cmMk id="{AD6CC3CF-B8C7-4687-8C9F-F8CEC07ADBBA}"/>
              </pc2:cmMkLst>
            </pc226:cmChg>
            <pc226:cmChg xmlns:pc226="http://schemas.microsoft.com/office/powerpoint/2022/06/main/command" chg="mod">
              <pc226:chgData name="Moore, Dominique" userId="9a930ec5-1eee-4590-be25-9d9743c34502" providerId="ADAL" clId="{3ADE68DE-E596-534E-8F36-DEF583BB4453}" dt="2023-11-03T02:55:13.921" v="1305" actId="20577"/>
              <pc2:cmMkLst xmlns:pc2="http://schemas.microsoft.com/office/powerpoint/2019/9/main/command">
                <pc:docMk/>
                <pc:sldMk cId="442599006" sldId="2147470009"/>
                <pc2:cmMk id="{A44FE5E1-FF0A-4AA5-B422-75070167631C}"/>
              </pc2:cmMkLst>
            </pc226:cmChg>
          </p:ext>
        </pc:extLst>
      </pc:sldChg>
      <pc:sldChg chg="addSp delSp modSp add mod">
        <pc:chgData name="Moore, Dominique" userId="9a930ec5-1eee-4590-be25-9d9743c34502" providerId="ADAL" clId="{3ADE68DE-E596-534E-8F36-DEF583BB4453}" dt="2023-11-03T04:01:14.811" v="1712" actId="1036"/>
        <pc:sldMkLst>
          <pc:docMk/>
          <pc:sldMk cId="534847941" sldId="2147470012"/>
        </pc:sldMkLst>
      </pc:sldChg>
    </pc:docChg>
  </pc:docChgLst>
  <pc:docChgLst>
    <pc:chgData name="Soi, Bhavna" userId="67efa47b-4711-4a9e-b061-0e102d5b9833" providerId="ADAL" clId="{EC540133-77F1-4BC3-95CC-C35BFB4DC611}"/>
    <pc:docChg chg="undo custSel addSld delSld modSld modSection">
      <pc:chgData name="Soi, Bhavna" userId="67efa47b-4711-4a9e-b061-0e102d5b9833" providerId="ADAL" clId="{EC540133-77F1-4BC3-95CC-C35BFB4DC611}" dt="2023-11-03T05:09:07.369" v="889"/>
      <pc:docMkLst>
        <pc:docMk/>
      </pc:docMkLst>
      <pc:sldChg chg="addSp delSp modSp mod delCm">
        <pc:chgData name="Soi, Bhavna" userId="67efa47b-4711-4a9e-b061-0e102d5b9833" providerId="ADAL" clId="{EC540133-77F1-4BC3-95CC-C35BFB4DC611}" dt="2023-11-03T04:59:33.723" v="848"/>
        <pc:sldMkLst>
          <pc:docMk/>
          <pc:sldMk cId="4201463341" sldId="2147469897"/>
        </pc:sldMkLst>
      </pc:sldChg>
      <pc:sldChg chg="modSp mod">
        <pc:chgData name="Soi, Bhavna" userId="67efa47b-4711-4a9e-b061-0e102d5b9833" providerId="ADAL" clId="{EC540133-77F1-4BC3-95CC-C35BFB4DC611}" dt="2023-11-03T04:59:52.988" v="876"/>
        <pc:sldMkLst>
          <pc:docMk/>
          <pc:sldMk cId="1686496778" sldId="2147469898"/>
        </pc:sldMkLst>
      </pc:sldChg>
      <pc:sldChg chg="add del">
        <pc:chgData name="Soi, Bhavna" userId="67efa47b-4711-4a9e-b061-0e102d5b9833" providerId="ADAL" clId="{EC540133-77F1-4BC3-95CC-C35BFB4DC611}" dt="2023-11-02T21:34:09.063" v="1" actId="47"/>
        <pc:sldMkLst>
          <pc:docMk/>
          <pc:sldMk cId="123643358" sldId="2147469983"/>
        </pc:sldMkLst>
      </pc:sldChg>
      <pc:sldChg chg="addSp delSp modSp mod">
        <pc:chgData name="Soi, Bhavna" userId="67efa47b-4711-4a9e-b061-0e102d5b9833" providerId="ADAL" clId="{EC540133-77F1-4BC3-95CC-C35BFB4DC611}" dt="2023-11-03T04:58:09.712" v="839" actId="13926"/>
        <pc:sldMkLst>
          <pc:docMk/>
          <pc:sldMk cId="3558188984" sldId="2147469998"/>
        </pc:sldMkLst>
      </pc:sldChg>
      <pc:sldChg chg="modSp mod">
        <pc:chgData name="Soi, Bhavna" userId="67efa47b-4711-4a9e-b061-0e102d5b9833" providerId="ADAL" clId="{EC540133-77F1-4BC3-95CC-C35BFB4DC611}" dt="2023-11-03T05:07:00.444" v="885" actId="20577"/>
        <pc:sldMkLst>
          <pc:docMk/>
          <pc:sldMk cId="1930257821" sldId="2147470000"/>
        </pc:sldMkLst>
      </pc:sldChg>
      <pc:sldChg chg="modCm">
        <pc:chgData name="Soi, Bhavna" userId="67efa47b-4711-4a9e-b061-0e102d5b9833" providerId="ADAL" clId="{EC540133-77F1-4BC3-95CC-C35BFB4DC611}" dt="2023-11-03T02:41:23.301" v="538" actId="2056"/>
        <pc:sldMkLst>
          <pc:docMk/>
          <pc:sldMk cId="1845306433" sldId="2147470004"/>
        </pc:sldMkLst>
      </pc:sldChg>
      <pc:sldChg chg="modSp mod">
        <pc:chgData name="Soi, Bhavna" userId="67efa47b-4711-4a9e-b061-0e102d5b9833" providerId="ADAL" clId="{EC540133-77F1-4BC3-95CC-C35BFB4DC611}" dt="2023-11-03T05:09:07.369" v="889"/>
        <pc:sldMkLst>
          <pc:docMk/>
          <pc:sldMk cId="1127400600" sldId="2147470011"/>
        </pc:sldMkLst>
      </pc:sldChg>
    </pc:docChg>
  </pc:docChgLst>
  <pc:docChgLst>
    <pc:chgData name="Borah, Chandamita" userId="2e548ac0-032b-49d0-bd89-5f1a65df85e5" providerId="ADAL" clId="{A94043E7-79BB-4FD3-983F-AE8CF564B836}"/>
    <pc:docChg chg="modSld">
      <pc:chgData name="Borah, Chandamita" userId="2e548ac0-032b-49d0-bd89-5f1a65df85e5" providerId="ADAL" clId="{A94043E7-79BB-4FD3-983F-AE8CF564B836}" dt="2025-05-06T06:37:42.532" v="7" actId="20577"/>
      <pc:docMkLst>
        <pc:docMk/>
      </pc:docMkLst>
      <pc:sldChg chg="modSp mod">
        <pc:chgData name="Borah, Chandamita" userId="2e548ac0-032b-49d0-bd89-5f1a65df85e5" providerId="ADAL" clId="{A94043E7-79BB-4FD3-983F-AE8CF564B836}" dt="2025-05-06T06:37:42.532" v="7" actId="20577"/>
        <pc:sldMkLst>
          <pc:docMk/>
          <pc:sldMk cId="4201463341" sldId="2147469897"/>
        </pc:sldMkLst>
        <pc:graphicFrameChg chg="modGraphic">
          <ac:chgData name="Borah, Chandamita" userId="2e548ac0-032b-49d0-bd89-5f1a65df85e5" providerId="ADAL" clId="{A94043E7-79BB-4FD3-983F-AE8CF564B836}" dt="2025-05-06T06:37:42.532" v="7" actId="20577"/>
          <ac:graphicFrameMkLst>
            <pc:docMk/>
            <pc:sldMk cId="4201463341" sldId="2147469897"/>
            <ac:graphicFrameMk id="21" creationId="{B8160131-A057-5ACE-284B-62C7150104A2}"/>
          </ac:graphicFrameMkLst>
        </pc:graphicFrameChg>
      </pc:sldChg>
      <pc:sldChg chg="modSp mod">
        <pc:chgData name="Borah, Chandamita" userId="2e548ac0-032b-49d0-bd89-5f1a65df85e5" providerId="ADAL" clId="{A94043E7-79BB-4FD3-983F-AE8CF564B836}" dt="2025-05-06T06:32:41.234" v="1" actId="20577"/>
        <pc:sldMkLst>
          <pc:docMk/>
          <pc:sldMk cId="442599006" sldId="2147470009"/>
        </pc:sldMkLst>
        <pc:graphicFrameChg chg="modGraphic">
          <ac:chgData name="Borah, Chandamita" userId="2e548ac0-032b-49d0-bd89-5f1a65df85e5" providerId="ADAL" clId="{A94043E7-79BB-4FD3-983F-AE8CF564B836}" dt="2025-05-06T06:32:41.234" v="1" actId="20577"/>
          <ac:graphicFrameMkLst>
            <pc:docMk/>
            <pc:sldMk cId="442599006" sldId="2147470009"/>
            <ac:graphicFrameMk id="15" creationId="{560F2392-1BF3-A8C9-C5DD-879554C0B7B4}"/>
          </ac:graphicFrameMkLst>
        </pc:graphicFrameChg>
      </pc:sldChg>
      <pc:sldChg chg="modSp mod">
        <pc:chgData name="Borah, Chandamita" userId="2e548ac0-032b-49d0-bd89-5f1a65df85e5" providerId="ADAL" clId="{A94043E7-79BB-4FD3-983F-AE8CF564B836}" dt="2025-05-06T06:35:59.599" v="3" actId="20577"/>
        <pc:sldMkLst>
          <pc:docMk/>
          <pc:sldMk cId="1127400600" sldId="2147470011"/>
        </pc:sldMkLst>
        <pc:spChg chg="mod">
          <ac:chgData name="Borah, Chandamita" userId="2e548ac0-032b-49d0-bd89-5f1a65df85e5" providerId="ADAL" clId="{A94043E7-79BB-4FD3-983F-AE8CF564B836}" dt="2025-05-06T06:35:59.599" v="3" actId="20577"/>
          <ac:spMkLst>
            <pc:docMk/>
            <pc:sldMk cId="1127400600" sldId="2147470011"/>
            <ac:spMk id="2" creationId="{E27CA42F-AD52-F248-A2AB-0B3F2E0D34B7}"/>
          </ac:spMkLst>
        </pc:spChg>
      </pc:sldChg>
    </pc:docChg>
  </pc:docChgLst>
  <pc:docChgLst>
    <pc:chgData name="Foot, Werner" userId="fc771105-8f9d-4574-9ea5-ebc427789c28" providerId="ADAL" clId="{0633E0AF-4156-439C-8526-334D937FC225}"/>
    <pc:docChg chg="undo custSel addSld delSld modSld modMainMaster modSection">
      <pc:chgData name="Foot, Werner" userId="fc771105-8f9d-4574-9ea5-ebc427789c28" providerId="ADAL" clId="{0633E0AF-4156-439C-8526-334D937FC225}" dt="2023-11-03T05:34:23.190" v="4312" actId="552"/>
      <pc:docMkLst>
        <pc:docMk/>
      </pc:docMkLst>
      <pc:sldChg chg="delSp mod">
        <pc:chgData name="Foot, Werner" userId="fc771105-8f9d-4574-9ea5-ebc427789c28" providerId="ADAL" clId="{0633E0AF-4156-439C-8526-334D937FC225}" dt="2023-11-03T04:11:42.835" v="4102" actId="478"/>
        <pc:sldMkLst>
          <pc:docMk/>
          <pc:sldMk cId="2281631023" sldId="2145706660"/>
        </pc:sldMkLst>
      </pc:sldChg>
      <pc:sldChg chg="delSp modSp mod addCm modCm">
        <pc:chgData name="Foot, Werner" userId="fc771105-8f9d-4574-9ea5-ebc427789c28" providerId="ADAL" clId="{0633E0AF-4156-439C-8526-334D937FC225}" dt="2023-11-03T04:51:06.545" v="4292" actId="20577"/>
        <pc:sldMkLst>
          <pc:docMk/>
          <pc:sldMk cId="4201463341" sldId="2147469897"/>
        </pc:sldMkLst>
      </pc:sldChg>
      <pc:sldChg chg="modSp mod addCm">
        <pc:chgData name="Foot, Werner" userId="fc771105-8f9d-4574-9ea5-ebc427789c28" providerId="ADAL" clId="{0633E0AF-4156-439C-8526-334D937FC225}" dt="2023-11-03T04:34:50.650" v="4235" actId="554"/>
        <pc:sldMkLst>
          <pc:docMk/>
          <pc:sldMk cId="1686496778" sldId="2147469898"/>
        </pc:sldMkLst>
      </pc:sldChg>
      <pc:sldChg chg="addSp delSp modSp mod">
        <pc:chgData name="Foot, Werner" userId="fc771105-8f9d-4574-9ea5-ebc427789c28" providerId="ADAL" clId="{0633E0AF-4156-439C-8526-334D937FC225}" dt="2023-11-03T04:13:27.321" v="4113" actId="20577"/>
        <pc:sldMkLst>
          <pc:docMk/>
          <pc:sldMk cId="3730000119" sldId="2147469916"/>
        </pc:sldMkLst>
      </pc:sldChg>
      <pc:sldChg chg="modSp mod">
        <pc:chgData name="Foot, Werner" userId="fc771105-8f9d-4574-9ea5-ebc427789c28" providerId="ADAL" clId="{0633E0AF-4156-439C-8526-334D937FC225}" dt="2023-11-03T04:26:10.644" v="4178" actId="1037"/>
        <pc:sldMkLst>
          <pc:docMk/>
          <pc:sldMk cId="310950244" sldId="2147469984"/>
        </pc:sldMkLst>
      </pc:sldChg>
      <pc:sldChg chg="modSp mod">
        <pc:chgData name="Foot, Werner" userId="fc771105-8f9d-4574-9ea5-ebc427789c28" providerId="ADAL" clId="{0633E0AF-4156-439C-8526-334D937FC225}" dt="2023-11-03T01:06:11.908" v="3403" actId="20577"/>
        <pc:sldMkLst>
          <pc:docMk/>
          <pc:sldMk cId="565436682" sldId="2147469993"/>
        </pc:sldMkLst>
      </pc:sldChg>
      <pc:sldChg chg="add del">
        <pc:chgData name="Foot, Werner" userId="fc771105-8f9d-4574-9ea5-ebc427789c28" providerId="ADAL" clId="{0633E0AF-4156-439C-8526-334D937FC225}" dt="2023-11-03T04:25:24.574" v="4135" actId="47"/>
        <pc:sldMkLst>
          <pc:docMk/>
          <pc:sldMk cId="3172032108" sldId="2147469994"/>
        </pc:sldMkLst>
      </pc:sldChg>
      <pc:sldChg chg="add del">
        <pc:chgData name="Foot, Werner" userId="fc771105-8f9d-4574-9ea5-ebc427789c28" providerId="ADAL" clId="{0633E0AF-4156-439C-8526-334D937FC225}" dt="2023-11-03T04:25:23.892" v="4134" actId="47"/>
        <pc:sldMkLst>
          <pc:docMk/>
          <pc:sldMk cId="2078400739" sldId="2147469995"/>
        </pc:sldMkLst>
      </pc:sldChg>
      <pc:sldChg chg="modSp mod">
        <pc:chgData name="Foot, Werner" userId="fc771105-8f9d-4574-9ea5-ebc427789c28" providerId="ADAL" clId="{0633E0AF-4156-439C-8526-334D937FC225}" dt="2023-11-03T03:57:43.589" v="4088" actId="20577"/>
        <pc:sldMkLst>
          <pc:docMk/>
          <pc:sldMk cId="675673449" sldId="2147469996"/>
        </pc:sldMkLst>
      </pc:sldChg>
      <pc:sldChg chg="modSp mod">
        <pc:chgData name="Foot, Werner" userId="fc771105-8f9d-4574-9ea5-ebc427789c28" providerId="ADAL" clId="{0633E0AF-4156-439C-8526-334D937FC225}" dt="2023-11-03T01:18:02.508" v="3444" actId="20577"/>
        <pc:sldMkLst>
          <pc:docMk/>
          <pc:sldMk cId="2282046733" sldId="2147469997"/>
        </pc:sldMkLst>
      </pc:sldChg>
      <pc:sldChg chg="modSp mod">
        <pc:chgData name="Foot, Werner" userId="fc771105-8f9d-4574-9ea5-ebc427789c28" providerId="ADAL" clId="{0633E0AF-4156-439C-8526-334D937FC225}" dt="2023-11-03T05:34:23.190" v="4312" actId="552"/>
        <pc:sldMkLst>
          <pc:docMk/>
          <pc:sldMk cId="3558188984" sldId="2147469998"/>
        </pc:sldMkLst>
      </pc:sldChg>
      <pc:sldChg chg="addSp delSp modSp add del mod modShow">
        <pc:chgData name="Foot, Werner" userId="fc771105-8f9d-4574-9ea5-ebc427789c28" providerId="ADAL" clId="{0633E0AF-4156-439C-8526-334D937FC225}" dt="2023-11-02T23:44:22.383" v="1581" actId="47"/>
        <pc:sldMkLst>
          <pc:docMk/>
          <pc:sldMk cId="590641953" sldId="2147469999"/>
        </pc:sldMkLst>
      </pc:sldChg>
      <pc:sldChg chg="addSp delSp modSp mod">
        <pc:chgData name="Foot, Werner" userId="fc771105-8f9d-4574-9ea5-ebc427789c28" providerId="ADAL" clId="{0633E0AF-4156-439C-8526-334D937FC225}" dt="2023-11-03T02:14:17.657" v="3657" actId="166"/>
        <pc:sldMkLst>
          <pc:docMk/>
          <pc:sldMk cId="1930257821" sldId="2147470000"/>
        </pc:sldMkLst>
      </pc:sldChg>
      <pc:sldChg chg="addSp delSp modSp mod addCm delCm modCm">
        <pc:chgData name="Foot, Werner" userId="fc771105-8f9d-4574-9ea5-ebc427789c28" providerId="ADAL" clId="{0633E0AF-4156-439C-8526-334D937FC225}" dt="2023-11-03T03:34:39.538" v="4075" actId="14100"/>
        <pc:sldMkLst>
          <pc:docMk/>
          <pc:sldMk cId="2697800627" sldId="2147470001"/>
        </pc:sldMkLst>
      </pc:sldChg>
      <pc:sldChg chg="addSp delSp modSp mod">
        <pc:chgData name="Foot, Werner" userId="fc771105-8f9d-4574-9ea5-ebc427789c28" providerId="ADAL" clId="{0633E0AF-4156-439C-8526-334D937FC225}" dt="2023-11-03T04:44:21.472" v="4257" actId="1036"/>
        <pc:sldMkLst>
          <pc:docMk/>
          <pc:sldMk cId="2889674527" sldId="2147470002"/>
        </pc:sldMkLst>
      </pc:sldChg>
      <pc:sldChg chg="addSp delSp modSp add del mod">
        <pc:chgData name="Foot, Werner" userId="fc771105-8f9d-4574-9ea5-ebc427789c28" providerId="ADAL" clId="{0633E0AF-4156-439C-8526-334D937FC225}" dt="2023-11-03T04:24:13.116" v="4129" actId="1036"/>
        <pc:sldMkLst>
          <pc:docMk/>
          <pc:sldMk cId="2309471252" sldId="2147470003"/>
        </pc:sldMkLst>
      </pc:sldChg>
      <pc:sldChg chg="addSp delSp modSp mod addCm delCm modCm">
        <pc:chgData name="Foot, Werner" userId="fc771105-8f9d-4574-9ea5-ebc427789c28" providerId="ADAL" clId="{0633E0AF-4156-439C-8526-334D937FC225}" dt="2023-11-03T05:03:06.905" v="4295" actId="20577"/>
        <pc:sldMkLst>
          <pc:docMk/>
          <pc:sldMk cId="1845306433" sldId="2147470004"/>
        </pc:sldMkLst>
      </pc:sldChg>
      <pc:sldChg chg="addSp delSp modSp mod addCm">
        <pc:chgData name="Foot, Werner" userId="fc771105-8f9d-4574-9ea5-ebc427789c28" providerId="ADAL" clId="{0633E0AF-4156-439C-8526-334D937FC225}" dt="2023-11-03T04:49:50.453" v="4284" actId="478"/>
        <pc:sldMkLst>
          <pc:docMk/>
          <pc:sldMk cId="1368365338" sldId="2147470006"/>
        </pc:sldMkLst>
      </pc:sldChg>
      <pc:sldChg chg="addSp delSp modSp mod">
        <pc:chgData name="Foot, Werner" userId="fc771105-8f9d-4574-9ea5-ebc427789c28" providerId="ADAL" clId="{0633E0AF-4156-439C-8526-334D937FC225}" dt="2023-11-03T05:22:09.779" v="4309"/>
        <pc:sldMkLst>
          <pc:docMk/>
          <pc:sldMk cId="2957926666" sldId="2147470007"/>
        </pc:sldMkLst>
      </pc:sldChg>
      <pc:sldChg chg="modSp add del mod addCm delCm modCm">
        <pc:chgData name="Foot, Werner" userId="fc771105-8f9d-4574-9ea5-ebc427789c28" providerId="ADAL" clId="{0633E0AF-4156-439C-8526-334D937FC225}" dt="2023-11-03T04:30:41.959" v="4193" actId="255"/>
        <pc:sldMkLst>
          <pc:docMk/>
          <pc:sldMk cId="1888930155" sldId="2147470008"/>
        </pc:sldMkLst>
      </pc:sldChg>
      <pc:sldChg chg="modSp mod addCm delCm modCm">
        <pc:chgData name="Foot, Werner" userId="fc771105-8f9d-4574-9ea5-ebc427789c28" providerId="ADAL" clId="{0633E0AF-4156-439C-8526-334D937FC225}" dt="2023-11-03T04:31:03.972" v="4197" actId="255"/>
        <pc:sldMkLst>
          <pc:docMk/>
          <pc:sldMk cId="442599006" sldId="2147470009"/>
        </pc:sldMkLst>
      </pc:sldChg>
      <pc:sldChg chg="addSp delSp modSp add del mod modShow">
        <pc:chgData name="Foot, Werner" userId="fc771105-8f9d-4574-9ea5-ebc427789c28" providerId="ADAL" clId="{0633E0AF-4156-439C-8526-334D937FC225}" dt="2023-11-02T23:59:31.184" v="2347" actId="47"/>
        <pc:sldMkLst>
          <pc:docMk/>
          <pc:sldMk cId="131081948" sldId="2147470010"/>
        </pc:sldMkLst>
      </pc:sldChg>
      <pc:sldChg chg="addSp delSp modSp add mod">
        <pc:chgData name="Foot, Werner" userId="fc771105-8f9d-4574-9ea5-ebc427789c28" providerId="ADAL" clId="{0633E0AF-4156-439C-8526-334D937FC225}" dt="2023-11-03T05:29:27.408" v="4310" actId="554"/>
        <pc:sldMkLst>
          <pc:docMk/>
          <pc:sldMk cId="1127400600" sldId="2147470011"/>
        </pc:sldMkLst>
      </pc:sldChg>
      <pc:sldChg chg="delSp modSp mod">
        <pc:chgData name="Foot, Werner" userId="fc771105-8f9d-4574-9ea5-ebc427789c28" providerId="ADAL" clId="{0633E0AF-4156-439C-8526-334D937FC225}" dt="2023-11-03T05:21:56.123" v="4306" actId="1038"/>
        <pc:sldMkLst>
          <pc:docMk/>
          <pc:sldMk cId="534847941" sldId="2147470012"/>
        </pc:sldMkLst>
      </pc:sldChg>
      <pc:sldMasterChg chg="modSldLayout">
        <pc:chgData name="Foot, Werner" userId="fc771105-8f9d-4574-9ea5-ebc427789c28" providerId="ADAL" clId="{0633E0AF-4156-439C-8526-334D937FC225}" dt="2023-11-03T04:11:36.253" v="4101" actId="20577"/>
        <pc:sldMasterMkLst>
          <pc:docMk/>
          <pc:sldMasterMk cId="4258001074" sldId="2147483795"/>
        </pc:sldMasterMkLst>
        <pc:sldLayoutChg chg="modSp mod">
          <pc:chgData name="Foot, Werner" userId="fc771105-8f9d-4574-9ea5-ebc427789c28" providerId="ADAL" clId="{0633E0AF-4156-439C-8526-334D937FC225}" dt="2023-11-03T04:11:29.375" v="4099" actId="20577"/>
          <pc:sldLayoutMkLst>
            <pc:docMk/>
            <pc:sldMasterMk cId="4258001074" sldId="2147483795"/>
            <pc:sldLayoutMk cId="3174437655" sldId="2147483807"/>
          </pc:sldLayoutMkLst>
        </pc:sldLayoutChg>
        <pc:sldLayoutChg chg="modSp mod">
          <pc:chgData name="Foot, Werner" userId="fc771105-8f9d-4574-9ea5-ebc427789c28" providerId="ADAL" clId="{0633E0AF-4156-439C-8526-334D937FC225}" dt="2023-11-03T04:11:36.253" v="4101" actId="20577"/>
          <pc:sldLayoutMkLst>
            <pc:docMk/>
            <pc:sldMasterMk cId="4258001074" sldId="2147483795"/>
            <pc:sldLayoutMk cId="1048584518" sldId="2147483844"/>
          </pc:sldLayoutMkLst>
        </pc:sldLayoutChg>
      </pc:sldMasterChg>
    </pc:docChg>
  </pc:docChgLst>
  <pc:docChgLst>
    <pc:chgData name="Mike Welch" userId="3e24b62b-bdfd-4870-9166-1277d7d07b2a" providerId="ADAL" clId="{CD880288-31B5-4812-9E2A-F6385671FB87}"/>
    <pc:docChg chg="undo custSel addSld delSld modSld sldOrd modSection">
      <pc:chgData name="Mike Welch" userId="3e24b62b-bdfd-4870-9166-1277d7d07b2a" providerId="ADAL" clId="{CD880288-31B5-4812-9E2A-F6385671FB87}" dt="2023-11-03T05:48:32.962" v="1121" actId="6549"/>
      <pc:docMkLst>
        <pc:docMk/>
      </pc:docMkLst>
      <pc:sldChg chg="addSp delSp modSp mod ord modClrScheme chgLayout">
        <pc:chgData name="Mike Welch" userId="3e24b62b-bdfd-4870-9166-1277d7d07b2a" providerId="ADAL" clId="{CD880288-31B5-4812-9E2A-F6385671FB87}" dt="2023-11-03T04:16:39.164" v="273" actId="20577"/>
        <pc:sldMkLst>
          <pc:docMk/>
          <pc:sldMk cId="2281631023" sldId="2145706660"/>
        </pc:sldMkLst>
      </pc:sldChg>
      <pc:sldChg chg="mod ord modShow">
        <pc:chgData name="Mike Welch" userId="3e24b62b-bdfd-4870-9166-1277d7d07b2a" providerId="ADAL" clId="{CD880288-31B5-4812-9E2A-F6385671FB87}" dt="2023-11-03T05:34:48.267" v="1120" actId="729"/>
        <pc:sldMkLst>
          <pc:docMk/>
          <pc:sldMk cId="2630204431" sldId="2147469893"/>
        </pc:sldMkLst>
      </pc:sldChg>
      <pc:sldChg chg="addSp delSp modSp mod modClrScheme chgLayout">
        <pc:chgData name="Mike Welch" userId="3e24b62b-bdfd-4870-9166-1277d7d07b2a" providerId="ADAL" clId="{CD880288-31B5-4812-9E2A-F6385671FB87}" dt="2023-11-03T04:10:11.622" v="234" actId="1076"/>
        <pc:sldMkLst>
          <pc:docMk/>
          <pc:sldMk cId="3730000119" sldId="2147469916"/>
        </pc:sldMkLst>
      </pc:sldChg>
      <pc:sldChg chg="addSp delSp modSp del mod modClrScheme chgLayout">
        <pc:chgData name="Mike Welch" userId="3e24b62b-bdfd-4870-9166-1277d7d07b2a" providerId="ADAL" clId="{CD880288-31B5-4812-9E2A-F6385671FB87}" dt="2023-11-03T04:05:53.347" v="208" actId="47"/>
        <pc:sldMkLst>
          <pc:docMk/>
          <pc:sldMk cId="123643358" sldId="2147469983"/>
        </pc:sldMkLst>
      </pc:sldChg>
      <pc:sldChg chg="modSp mod modClrScheme chgLayout">
        <pc:chgData name="Mike Welch" userId="3e24b62b-bdfd-4870-9166-1277d7d07b2a" providerId="ADAL" clId="{CD880288-31B5-4812-9E2A-F6385671FB87}" dt="2023-11-03T04:15:58.770" v="265" actId="1076"/>
        <pc:sldMkLst>
          <pc:docMk/>
          <pc:sldMk cId="310950244" sldId="2147469984"/>
        </pc:sldMkLst>
      </pc:sldChg>
      <pc:sldChg chg="addSp delSp modSp mod modClrScheme chgLayout">
        <pc:chgData name="Mike Welch" userId="3e24b62b-bdfd-4870-9166-1277d7d07b2a" providerId="ADAL" clId="{CD880288-31B5-4812-9E2A-F6385671FB87}" dt="2023-11-03T04:11:26.033" v="241" actId="1076"/>
        <pc:sldMkLst>
          <pc:docMk/>
          <pc:sldMk cId="195658228" sldId="2147469987"/>
        </pc:sldMkLst>
      </pc:sldChg>
      <pc:sldChg chg="del">
        <pc:chgData name="Mike Welch" userId="3e24b62b-bdfd-4870-9166-1277d7d07b2a" providerId="ADAL" clId="{CD880288-31B5-4812-9E2A-F6385671FB87}" dt="2023-11-03T04:12:32.416" v="244" actId="47"/>
        <pc:sldMkLst>
          <pc:docMk/>
          <pc:sldMk cId="2349663816" sldId="2147469988"/>
        </pc:sldMkLst>
      </pc:sldChg>
      <pc:sldChg chg="del">
        <pc:chgData name="Mike Welch" userId="3e24b62b-bdfd-4870-9166-1277d7d07b2a" providerId="ADAL" clId="{CD880288-31B5-4812-9E2A-F6385671FB87}" dt="2023-11-03T04:13:28.885" v="251" actId="47"/>
        <pc:sldMkLst>
          <pc:docMk/>
          <pc:sldMk cId="2070473016" sldId="2147469989"/>
        </pc:sldMkLst>
      </pc:sldChg>
      <pc:sldChg chg="del">
        <pc:chgData name="Mike Welch" userId="3e24b62b-bdfd-4870-9166-1277d7d07b2a" providerId="ADAL" clId="{CD880288-31B5-4812-9E2A-F6385671FB87}" dt="2023-11-03T04:14:04.539" v="254" actId="47"/>
        <pc:sldMkLst>
          <pc:docMk/>
          <pc:sldMk cId="927905640" sldId="2147469990"/>
        </pc:sldMkLst>
      </pc:sldChg>
      <pc:sldChg chg="del">
        <pc:chgData name="Mike Welch" userId="3e24b62b-bdfd-4870-9166-1277d7d07b2a" providerId="ADAL" clId="{CD880288-31B5-4812-9E2A-F6385671FB87}" dt="2023-11-03T04:14:31.771" v="257" actId="47"/>
        <pc:sldMkLst>
          <pc:docMk/>
          <pc:sldMk cId="3776605165" sldId="2147469991"/>
        </pc:sldMkLst>
      </pc:sldChg>
      <pc:sldChg chg="del">
        <pc:chgData name="Mike Welch" userId="3e24b62b-bdfd-4870-9166-1277d7d07b2a" providerId="ADAL" clId="{CD880288-31B5-4812-9E2A-F6385671FB87}" dt="2023-11-03T04:14:53.959" v="260" actId="47"/>
        <pc:sldMkLst>
          <pc:docMk/>
          <pc:sldMk cId="3283199512" sldId="2147469992"/>
        </pc:sldMkLst>
      </pc:sldChg>
      <pc:sldChg chg="modSp mod ord modShow">
        <pc:chgData name="Mike Welch" userId="3e24b62b-bdfd-4870-9166-1277d7d07b2a" providerId="ADAL" clId="{CD880288-31B5-4812-9E2A-F6385671FB87}" dt="2023-11-03T05:17:00.368" v="1097" actId="729"/>
        <pc:sldMkLst>
          <pc:docMk/>
          <pc:sldMk cId="675673449" sldId="2147469996"/>
        </pc:sldMkLst>
      </pc:sldChg>
      <pc:sldChg chg="modSp mod">
        <pc:chgData name="Mike Welch" userId="3e24b62b-bdfd-4870-9166-1277d7d07b2a" providerId="ADAL" clId="{CD880288-31B5-4812-9E2A-F6385671FB87}" dt="2023-11-03T02:10:26.601" v="79" actId="14100"/>
        <pc:sldMkLst>
          <pc:docMk/>
          <pc:sldMk cId="2282046733" sldId="2147469997"/>
        </pc:sldMkLst>
      </pc:sldChg>
      <pc:sldChg chg="modSp mod">
        <pc:chgData name="Mike Welch" userId="3e24b62b-bdfd-4870-9166-1277d7d07b2a" providerId="ADAL" clId="{CD880288-31B5-4812-9E2A-F6385671FB87}" dt="2023-11-03T05:33:13.979" v="1117" actId="1076"/>
        <pc:sldMkLst>
          <pc:docMk/>
          <pc:sldMk cId="3558188984" sldId="2147469998"/>
        </pc:sldMkLst>
      </pc:sldChg>
      <pc:sldChg chg="modSp mod">
        <pc:chgData name="Mike Welch" userId="3e24b62b-bdfd-4870-9166-1277d7d07b2a" providerId="ADAL" clId="{CD880288-31B5-4812-9E2A-F6385671FB87}" dt="2023-11-02T22:07:39.388" v="40" actId="1076"/>
        <pc:sldMkLst>
          <pc:docMk/>
          <pc:sldMk cId="590641953" sldId="2147469999"/>
        </pc:sldMkLst>
      </pc:sldChg>
      <pc:sldChg chg="modSp mod">
        <pc:chgData name="Mike Welch" userId="3e24b62b-bdfd-4870-9166-1277d7d07b2a" providerId="ADAL" clId="{CD880288-31B5-4812-9E2A-F6385671FB87}" dt="2023-11-03T05:23:06.711" v="1100" actId="1076"/>
        <pc:sldMkLst>
          <pc:docMk/>
          <pc:sldMk cId="2697800627" sldId="2147470001"/>
        </pc:sldMkLst>
      </pc:sldChg>
      <pc:sldChg chg="modSp mod">
        <pc:chgData name="Mike Welch" userId="3e24b62b-bdfd-4870-9166-1277d7d07b2a" providerId="ADAL" clId="{CD880288-31B5-4812-9E2A-F6385671FB87}" dt="2023-11-03T05:23:51.660" v="1105" actId="1076"/>
        <pc:sldMkLst>
          <pc:docMk/>
          <pc:sldMk cId="2889674527" sldId="2147470002"/>
        </pc:sldMkLst>
      </pc:sldChg>
      <pc:sldChg chg="addSp delSp modSp mod">
        <pc:chgData name="Mike Welch" userId="3e24b62b-bdfd-4870-9166-1277d7d07b2a" providerId="ADAL" clId="{CD880288-31B5-4812-9E2A-F6385671FB87}" dt="2023-11-03T00:42:42.873" v="50" actId="14100"/>
        <pc:sldMkLst>
          <pc:docMk/>
          <pc:sldMk cId="2309471252" sldId="2147470003"/>
        </pc:sldMkLst>
      </pc:sldChg>
      <pc:sldChg chg="addSp modSp add del mod modCm">
        <pc:chgData name="Mike Welch" userId="3e24b62b-bdfd-4870-9166-1277d7d07b2a" providerId="ADAL" clId="{CD880288-31B5-4812-9E2A-F6385671FB87}" dt="2023-11-03T04:21:39.779" v="331" actId="6549"/>
        <pc:sldMkLst>
          <pc:docMk/>
          <pc:sldMk cId="1845306433" sldId="2147470004"/>
        </pc:sldMkLst>
      </pc:sldChg>
      <pc:sldChg chg="addSp modSp mod delCm modCm">
        <pc:chgData name="Mike Welch" userId="3e24b62b-bdfd-4870-9166-1277d7d07b2a" providerId="ADAL" clId="{CD880288-31B5-4812-9E2A-F6385671FB87}" dt="2023-11-03T04:35:43.393" v="420" actId="1076"/>
        <pc:sldMkLst>
          <pc:docMk/>
          <pc:sldMk cId="1368365338" sldId="2147470006"/>
        </pc:sldMkLst>
      </pc:sldChg>
      <pc:sldChg chg="addSp modSp mod">
        <pc:chgData name="Mike Welch" userId="3e24b62b-bdfd-4870-9166-1277d7d07b2a" providerId="ADAL" clId="{CD880288-31B5-4812-9E2A-F6385671FB87}" dt="2023-11-03T05:21:28.777" v="1099" actId="14100"/>
        <pc:sldMkLst>
          <pc:docMk/>
          <pc:sldMk cId="2957926666" sldId="2147470007"/>
        </pc:sldMkLst>
      </pc:sldChg>
      <pc:sldChg chg="modSp mod modCm">
        <pc:chgData name="Mike Welch" userId="3e24b62b-bdfd-4870-9166-1277d7d07b2a" providerId="ADAL" clId="{CD880288-31B5-4812-9E2A-F6385671FB87}" dt="2023-11-03T02:27:29.166" v="170" actId="20577"/>
        <pc:sldMkLst>
          <pc:docMk/>
          <pc:sldMk cId="1888930155" sldId="2147470008"/>
        </pc:sldMkLst>
      </pc:sldChg>
      <pc:sldChg chg="modSp mod addCm delCm">
        <pc:chgData name="Mike Welch" userId="3e24b62b-bdfd-4870-9166-1277d7d07b2a" providerId="ADAL" clId="{CD880288-31B5-4812-9E2A-F6385671FB87}" dt="2023-11-03T02:55:21.030" v="173"/>
        <pc:sldMkLst>
          <pc:docMk/>
          <pc:sldMk cId="442599006" sldId="2147470009"/>
        </pc:sldMkLst>
      </pc:sldChg>
      <pc:sldChg chg="modSp mod">
        <pc:chgData name="Mike Welch" userId="3e24b62b-bdfd-4870-9166-1277d7d07b2a" providerId="ADAL" clId="{CD880288-31B5-4812-9E2A-F6385671FB87}" dt="2023-11-03T05:48:32.962" v="1121" actId="6549"/>
        <pc:sldMkLst>
          <pc:docMk/>
          <pc:sldMk cId="1127400600" sldId="2147470011"/>
        </pc:sldMkLst>
      </pc:sldChg>
      <pc:sldChg chg="addSp modSp mod">
        <pc:chgData name="Mike Welch" userId="3e24b62b-bdfd-4870-9166-1277d7d07b2a" providerId="ADAL" clId="{CD880288-31B5-4812-9E2A-F6385671FB87}" dt="2023-11-03T05:21:23.981" v="1098" actId="14100"/>
        <pc:sldMkLst>
          <pc:docMk/>
          <pc:sldMk cId="534847941" sldId="2147470012"/>
        </pc:sldMkLst>
      </pc:sldChg>
      <pc:sldChg chg="modSp add mod">
        <pc:chgData name="Mike Welch" userId="3e24b62b-bdfd-4870-9166-1277d7d07b2a" providerId="ADAL" clId="{CD880288-31B5-4812-9E2A-F6385671FB87}" dt="2023-11-03T04:12:08.425" v="243"/>
        <pc:sldMkLst>
          <pc:docMk/>
          <pc:sldMk cId="1448336486" sldId="2147470013"/>
        </pc:sldMkLst>
      </pc:sldChg>
      <pc:sldChg chg="modSp add mod">
        <pc:chgData name="Mike Welch" userId="3e24b62b-bdfd-4870-9166-1277d7d07b2a" providerId="ADAL" clId="{CD880288-31B5-4812-9E2A-F6385671FB87}" dt="2023-11-03T04:13:24.754" v="250" actId="14100"/>
        <pc:sldMkLst>
          <pc:docMk/>
          <pc:sldMk cId="4134638212" sldId="2147470014"/>
        </pc:sldMkLst>
      </pc:sldChg>
      <pc:sldChg chg="modSp add mod">
        <pc:chgData name="Mike Welch" userId="3e24b62b-bdfd-4870-9166-1277d7d07b2a" providerId="ADAL" clId="{CD880288-31B5-4812-9E2A-F6385671FB87}" dt="2023-11-03T04:14:00.182" v="253"/>
        <pc:sldMkLst>
          <pc:docMk/>
          <pc:sldMk cId="3344722969" sldId="2147470015"/>
        </pc:sldMkLst>
      </pc:sldChg>
      <pc:sldChg chg="modSp add mod">
        <pc:chgData name="Mike Welch" userId="3e24b62b-bdfd-4870-9166-1277d7d07b2a" providerId="ADAL" clId="{CD880288-31B5-4812-9E2A-F6385671FB87}" dt="2023-11-03T04:14:28.202" v="256"/>
        <pc:sldMkLst>
          <pc:docMk/>
          <pc:sldMk cId="450286739" sldId="2147470016"/>
        </pc:sldMkLst>
      </pc:sldChg>
      <pc:sldChg chg="modSp add mod">
        <pc:chgData name="Mike Welch" userId="3e24b62b-bdfd-4870-9166-1277d7d07b2a" providerId="ADAL" clId="{CD880288-31B5-4812-9E2A-F6385671FB87}" dt="2023-11-03T04:14:51.331" v="259"/>
        <pc:sldMkLst>
          <pc:docMk/>
          <pc:sldMk cId="57390200" sldId="2147470017"/>
        </pc:sldMkLst>
      </pc:sldChg>
      <pc:sldChg chg="addSp delSp modSp new mod modClrScheme chgLayout">
        <pc:chgData name="Mike Welch" userId="3e24b62b-bdfd-4870-9166-1277d7d07b2a" providerId="ADAL" clId="{CD880288-31B5-4812-9E2A-F6385671FB87}" dt="2023-11-03T04:53:20.215" v="1060" actId="478"/>
        <pc:sldMkLst>
          <pc:docMk/>
          <pc:sldMk cId="3169405528" sldId="2147470018"/>
        </pc:sldMkLst>
      </pc:sldChg>
      <pc:sldChg chg="delSp modSp add mod">
        <pc:chgData name="Mike Welch" userId="3e24b62b-bdfd-4870-9166-1277d7d07b2a" providerId="ADAL" clId="{CD880288-31B5-4812-9E2A-F6385671FB87}" dt="2023-11-03T05:16:19.657" v="1094" actId="108"/>
        <pc:sldMkLst>
          <pc:docMk/>
          <pc:sldMk cId="2306810098" sldId="214747001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Ubuntu Light" panose="020B0304030602030204" pitchFamily="34"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Ubuntu Light" panose="020B0304030602030204" pitchFamily="34" charset="0"/>
              </a:defRPr>
            </a:lvl1pPr>
          </a:lstStyle>
          <a:p>
            <a:fld id="{D6BE07BE-7676-4EE9-A3C6-32919905875F}" type="datetimeFigureOut">
              <a:rPr lang="en-AU" smtClean="0"/>
              <a:pPr/>
              <a:t>6/05/2025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Ubuntu Light" panose="020B0304030602030204" pitchFamily="34"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Ubuntu Light" panose="020B0304030602030204" pitchFamily="34" charset="0"/>
              </a:defRPr>
            </a:lvl1pPr>
          </a:lstStyle>
          <a:p>
            <a:fld id="{740D3A60-6111-4790-ACAF-96A4C90B2CC8}" type="slidenum">
              <a:rPr lang="en-AU" smtClean="0"/>
              <a:pPr/>
              <a:t>‹#›</a:t>
            </a:fld>
            <a:endParaRPr lang="en-AU"/>
          </a:p>
        </p:txBody>
      </p:sp>
    </p:spTree>
    <p:extLst>
      <p:ext uri="{BB962C8B-B14F-4D97-AF65-F5344CB8AC3E}">
        <p14:creationId xmlns:p14="http://schemas.microsoft.com/office/powerpoint/2010/main" val="4237393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Ubuntu Light" panose="020B0304030602030204" pitchFamily="34" charset="0"/>
        <a:ea typeface="+mn-ea"/>
        <a:cs typeface="+mn-cs"/>
      </a:defRPr>
    </a:lvl1pPr>
    <a:lvl2pPr marL="457200" algn="l" defTabSz="914400" rtl="0" eaLnBrk="1" latinLnBrk="0" hangingPunct="1">
      <a:defRPr sz="1200" kern="1200">
        <a:solidFill>
          <a:schemeClr val="tx1"/>
        </a:solidFill>
        <a:latin typeface="Ubuntu Light" panose="020B0304030602030204" pitchFamily="34" charset="0"/>
        <a:ea typeface="+mn-ea"/>
        <a:cs typeface="+mn-cs"/>
      </a:defRPr>
    </a:lvl2pPr>
    <a:lvl3pPr marL="914400" algn="l" defTabSz="914400" rtl="0" eaLnBrk="1" latinLnBrk="0" hangingPunct="1">
      <a:defRPr sz="1200" kern="1200">
        <a:solidFill>
          <a:schemeClr val="tx1"/>
        </a:solidFill>
        <a:latin typeface="Ubuntu Light" panose="020B0304030602030204" pitchFamily="34" charset="0"/>
        <a:ea typeface="+mn-ea"/>
        <a:cs typeface="+mn-cs"/>
      </a:defRPr>
    </a:lvl3pPr>
    <a:lvl4pPr marL="1371600" algn="l" defTabSz="914400" rtl="0" eaLnBrk="1" latinLnBrk="0" hangingPunct="1">
      <a:defRPr sz="1200" kern="1200">
        <a:solidFill>
          <a:schemeClr val="tx1"/>
        </a:solidFill>
        <a:latin typeface="Ubuntu Light" panose="020B0304030602030204" pitchFamily="34" charset="0"/>
        <a:ea typeface="+mn-ea"/>
        <a:cs typeface="+mn-cs"/>
      </a:defRPr>
    </a:lvl4pPr>
    <a:lvl5pPr marL="1828800" algn="l" defTabSz="914400" rtl="0" eaLnBrk="1" latinLnBrk="0" hangingPunct="1">
      <a:defRPr sz="1200" kern="1200">
        <a:solidFill>
          <a:schemeClr val="tx1"/>
        </a:solidFill>
        <a:latin typeface="Ubuntu Light" panose="020B0304030602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4266333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www.youtube.com/capgeminimedia"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hyperlink" Target="http://www.youtube.com/capgeminimedia" TargetMode="Externa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2.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7.png"/><Relationship Id="rId3" Type="http://schemas.openxmlformats.org/officeDocument/2006/relationships/image" Target="../media/image19.png"/><Relationship Id="rId7" Type="http://schemas.openxmlformats.org/officeDocument/2006/relationships/image" Target="../media/image4.png"/><Relationship Id="rId12" Type="http://schemas.openxmlformats.org/officeDocument/2006/relationships/hyperlink" Target="http://www.youtube.com/capgeminimedia" TargetMode="External"/><Relationship Id="rId2" Type="http://schemas.openxmlformats.org/officeDocument/2006/relationships/image" Target="../media/image18.png"/><Relationship Id="rId1" Type="http://schemas.openxmlformats.org/officeDocument/2006/relationships/slideMaster" Target="../slideMasters/slideMaster3.xml"/><Relationship Id="rId6" Type="http://schemas.openxmlformats.org/officeDocument/2006/relationships/hyperlink" Target="http://www.linkedin.com/company/capgemini" TargetMode="External"/><Relationship Id="rId11" Type="http://schemas.openxmlformats.org/officeDocument/2006/relationships/image" Target="../media/image6.png"/><Relationship Id="rId5" Type="http://schemas.openxmlformats.org/officeDocument/2006/relationships/image" Target="../media/image8.png"/><Relationship Id="rId10" Type="http://schemas.openxmlformats.org/officeDocument/2006/relationships/hyperlink" Target="http://www.twitter.com/capgemini" TargetMode="External"/><Relationship Id="rId4" Type="http://schemas.openxmlformats.org/officeDocument/2006/relationships/hyperlink" Target="http://www.facebook.com/capgemini" TargetMode="External"/><Relationship Id="rId9"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3.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4.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21.png"/><Relationship Id="rId5" Type="http://schemas.openxmlformats.org/officeDocument/2006/relationships/image" Target="../media/image20.emf"/><Relationship Id="rId4" Type="http://schemas.openxmlformats.org/officeDocument/2006/relationships/oleObject" Target="../embeddings/oleObject4.bin"/></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20.emf"/><Relationship Id="rId5" Type="http://schemas.openxmlformats.org/officeDocument/2006/relationships/oleObject" Target="../embeddings/oleObject5.bin"/><Relationship Id="rId4"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800000"/>
            <a:ext cx="114840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1"/>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4" name="Content Placeholder 3">
            <a:extLst>
              <a:ext uri="{FF2B5EF4-FFF2-40B4-BE49-F238E27FC236}">
                <a16:creationId xmlns:a16="http://schemas.microsoft.com/office/drawing/2014/main" id="{1DCA1932-3A32-83AE-6904-A1B2724E68C0}"/>
              </a:ext>
            </a:extLst>
          </p:cNvPr>
          <p:cNvSpPr>
            <a:spLocks noGrp="1"/>
          </p:cNvSpPr>
          <p:nvPr>
            <p:ph sz="quarter" idx="14"/>
          </p:nvPr>
        </p:nvSpPr>
        <p:spPr>
          <a:xfrm>
            <a:off x="360000" y="1440000"/>
            <a:ext cx="11484000" cy="288000"/>
          </a:xfrm>
        </p:spPr>
        <p:txBody>
          <a:bodyPr/>
          <a:lstStyle>
            <a:lvl1pPr>
              <a:defRPr lang="en-GB" sz="1000" b="1" kern="1200" cap="all" baseline="0" dirty="0">
                <a:solidFill>
                  <a:schemeClr val="accent1"/>
                </a:solidFill>
                <a:latin typeface="+mn-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spTree>
    <p:extLst>
      <p:ext uri="{BB962C8B-B14F-4D97-AF65-F5344CB8AC3E}">
        <p14:creationId xmlns:p14="http://schemas.microsoft.com/office/powerpoint/2010/main" val="2241029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800000"/>
            <a:ext cx="5565595"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1"/>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79526BB7-3F11-4FE0-8446-2F5AA4F51B3D}"/>
              </a:ext>
            </a:extLst>
          </p:cNvPr>
          <p:cNvSpPr>
            <a:spLocks noGrp="1"/>
          </p:cNvSpPr>
          <p:nvPr>
            <p:ph type="body" sz="quarter" idx="14"/>
          </p:nvPr>
        </p:nvSpPr>
        <p:spPr>
          <a:xfrm>
            <a:off x="6285601" y="1800000"/>
            <a:ext cx="5565594"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3">
            <a:extLst>
              <a:ext uri="{FF2B5EF4-FFF2-40B4-BE49-F238E27FC236}">
                <a16:creationId xmlns:a16="http://schemas.microsoft.com/office/drawing/2014/main" id="{49F036A2-CD74-DC07-4B05-93E4F36BA189}"/>
              </a:ext>
            </a:extLst>
          </p:cNvPr>
          <p:cNvSpPr>
            <a:spLocks noGrp="1"/>
          </p:cNvSpPr>
          <p:nvPr>
            <p:ph sz="quarter" idx="15"/>
          </p:nvPr>
        </p:nvSpPr>
        <p:spPr>
          <a:xfrm>
            <a:off x="360000" y="1440000"/>
            <a:ext cx="11484000" cy="288000"/>
          </a:xfrm>
        </p:spPr>
        <p:txBody>
          <a:bodyPr/>
          <a:lstStyle>
            <a:lvl1pPr>
              <a:defRPr lang="en-GB" sz="1000" b="1" kern="1200" cap="all" baseline="0" dirty="0">
                <a:solidFill>
                  <a:schemeClr val="accent1"/>
                </a:solidFill>
                <a:latin typeface="+mn-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spTree>
    <p:extLst>
      <p:ext uri="{BB962C8B-B14F-4D97-AF65-F5344CB8AC3E}">
        <p14:creationId xmlns:p14="http://schemas.microsoft.com/office/powerpoint/2010/main" val="241457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800000"/>
            <a:ext cx="36000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1"/>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79526BB7-3F11-4FE0-8446-2F5AA4F51B3D}"/>
              </a:ext>
            </a:extLst>
          </p:cNvPr>
          <p:cNvSpPr>
            <a:spLocks noGrp="1"/>
          </p:cNvSpPr>
          <p:nvPr>
            <p:ph type="body" sz="quarter" idx="14"/>
          </p:nvPr>
        </p:nvSpPr>
        <p:spPr>
          <a:xfrm>
            <a:off x="4302000" y="1800000"/>
            <a:ext cx="36000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5">
            <a:extLst>
              <a:ext uri="{FF2B5EF4-FFF2-40B4-BE49-F238E27FC236}">
                <a16:creationId xmlns:a16="http://schemas.microsoft.com/office/drawing/2014/main" id="{18B05365-7123-4BA1-B4CF-B98A1B5450FD}"/>
              </a:ext>
            </a:extLst>
          </p:cNvPr>
          <p:cNvSpPr>
            <a:spLocks noGrp="1"/>
          </p:cNvSpPr>
          <p:nvPr>
            <p:ph type="body" sz="quarter" idx="15"/>
          </p:nvPr>
        </p:nvSpPr>
        <p:spPr>
          <a:xfrm>
            <a:off x="8243999" y="1800000"/>
            <a:ext cx="36000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3">
            <a:extLst>
              <a:ext uri="{FF2B5EF4-FFF2-40B4-BE49-F238E27FC236}">
                <a16:creationId xmlns:a16="http://schemas.microsoft.com/office/drawing/2014/main" id="{141F0354-1D1D-E7FE-C019-C86832BECCD1}"/>
              </a:ext>
            </a:extLst>
          </p:cNvPr>
          <p:cNvSpPr>
            <a:spLocks noGrp="1"/>
          </p:cNvSpPr>
          <p:nvPr>
            <p:ph sz="quarter" idx="16"/>
          </p:nvPr>
        </p:nvSpPr>
        <p:spPr>
          <a:xfrm>
            <a:off x="360000" y="1440000"/>
            <a:ext cx="11484000" cy="288000"/>
          </a:xfrm>
        </p:spPr>
        <p:txBody>
          <a:bodyPr/>
          <a:lstStyle>
            <a:lvl1pPr>
              <a:defRPr lang="en-GB" sz="1000" b="1" kern="1200" cap="all" baseline="0" dirty="0">
                <a:solidFill>
                  <a:schemeClr val="accent1"/>
                </a:solidFill>
                <a:latin typeface="+mn-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spTree>
    <p:extLst>
      <p:ext uri="{BB962C8B-B14F-4D97-AF65-F5344CB8AC3E}">
        <p14:creationId xmlns:p14="http://schemas.microsoft.com/office/powerpoint/2010/main" val="407843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800000"/>
            <a:ext cx="2602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1"/>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79526BB7-3F11-4FE0-8446-2F5AA4F51B3D}"/>
              </a:ext>
            </a:extLst>
          </p:cNvPr>
          <p:cNvSpPr>
            <a:spLocks noGrp="1"/>
          </p:cNvSpPr>
          <p:nvPr>
            <p:ph type="body" sz="quarter" idx="14"/>
          </p:nvPr>
        </p:nvSpPr>
        <p:spPr>
          <a:xfrm>
            <a:off x="3320400" y="1800000"/>
            <a:ext cx="2602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5">
            <a:extLst>
              <a:ext uri="{FF2B5EF4-FFF2-40B4-BE49-F238E27FC236}">
                <a16:creationId xmlns:a16="http://schemas.microsoft.com/office/drawing/2014/main" id="{18B05365-7123-4BA1-B4CF-B98A1B5450FD}"/>
              </a:ext>
            </a:extLst>
          </p:cNvPr>
          <p:cNvSpPr>
            <a:spLocks noGrp="1"/>
          </p:cNvSpPr>
          <p:nvPr>
            <p:ph type="body" sz="quarter" idx="15"/>
          </p:nvPr>
        </p:nvSpPr>
        <p:spPr>
          <a:xfrm>
            <a:off x="6280800" y="1800000"/>
            <a:ext cx="2602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5">
            <a:extLst>
              <a:ext uri="{FF2B5EF4-FFF2-40B4-BE49-F238E27FC236}">
                <a16:creationId xmlns:a16="http://schemas.microsoft.com/office/drawing/2014/main" id="{7245AD12-2351-44AF-B66C-3DCADDCC49DF}"/>
              </a:ext>
            </a:extLst>
          </p:cNvPr>
          <p:cNvSpPr>
            <a:spLocks noGrp="1"/>
          </p:cNvSpPr>
          <p:nvPr>
            <p:ph type="body" sz="quarter" idx="16"/>
          </p:nvPr>
        </p:nvSpPr>
        <p:spPr>
          <a:xfrm>
            <a:off x="9241199" y="1800000"/>
            <a:ext cx="2602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3">
            <a:extLst>
              <a:ext uri="{FF2B5EF4-FFF2-40B4-BE49-F238E27FC236}">
                <a16:creationId xmlns:a16="http://schemas.microsoft.com/office/drawing/2014/main" id="{D59B4661-F4C9-F060-481F-409191AB4942}"/>
              </a:ext>
            </a:extLst>
          </p:cNvPr>
          <p:cNvSpPr>
            <a:spLocks noGrp="1"/>
          </p:cNvSpPr>
          <p:nvPr>
            <p:ph sz="quarter" idx="17"/>
          </p:nvPr>
        </p:nvSpPr>
        <p:spPr>
          <a:xfrm>
            <a:off x="360000" y="1440000"/>
            <a:ext cx="11484000" cy="288000"/>
          </a:xfrm>
        </p:spPr>
        <p:txBody>
          <a:bodyPr/>
          <a:lstStyle>
            <a:lvl1pPr>
              <a:defRPr lang="en-GB" sz="1000" b="1" kern="1200" cap="all" baseline="0" dirty="0">
                <a:solidFill>
                  <a:schemeClr val="accent1"/>
                </a:solidFill>
                <a:latin typeface="+mn-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spTree>
    <p:extLst>
      <p:ext uri="{BB962C8B-B14F-4D97-AF65-F5344CB8AC3E}">
        <p14:creationId xmlns:p14="http://schemas.microsoft.com/office/powerpoint/2010/main" val="3928619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800000"/>
            <a:ext cx="2008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1"/>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79526BB7-3F11-4FE0-8446-2F5AA4F51B3D}"/>
              </a:ext>
            </a:extLst>
          </p:cNvPr>
          <p:cNvSpPr>
            <a:spLocks noGrp="1"/>
          </p:cNvSpPr>
          <p:nvPr>
            <p:ph type="body" sz="quarter" idx="14"/>
          </p:nvPr>
        </p:nvSpPr>
        <p:spPr>
          <a:xfrm>
            <a:off x="2728800" y="1800000"/>
            <a:ext cx="2008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5">
            <a:extLst>
              <a:ext uri="{FF2B5EF4-FFF2-40B4-BE49-F238E27FC236}">
                <a16:creationId xmlns:a16="http://schemas.microsoft.com/office/drawing/2014/main" id="{18B05365-7123-4BA1-B4CF-B98A1B5450FD}"/>
              </a:ext>
            </a:extLst>
          </p:cNvPr>
          <p:cNvSpPr>
            <a:spLocks noGrp="1"/>
          </p:cNvSpPr>
          <p:nvPr>
            <p:ph type="body" sz="quarter" idx="15"/>
          </p:nvPr>
        </p:nvSpPr>
        <p:spPr>
          <a:xfrm>
            <a:off x="5097600" y="1800000"/>
            <a:ext cx="2008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5">
            <a:extLst>
              <a:ext uri="{FF2B5EF4-FFF2-40B4-BE49-F238E27FC236}">
                <a16:creationId xmlns:a16="http://schemas.microsoft.com/office/drawing/2014/main" id="{7245AD12-2351-44AF-B66C-3DCADDCC49DF}"/>
              </a:ext>
            </a:extLst>
          </p:cNvPr>
          <p:cNvSpPr>
            <a:spLocks noGrp="1"/>
          </p:cNvSpPr>
          <p:nvPr>
            <p:ph type="body" sz="quarter" idx="16"/>
          </p:nvPr>
        </p:nvSpPr>
        <p:spPr>
          <a:xfrm>
            <a:off x="7466400" y="1800000"/>
            <a:ext cx="2008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5">
            <a:extLst>
              <a:ext uri="{FF2B5EF4-FFF2-40B4-BE49-F238E27FC236}">
                <a16:creationId xmlns:a16="http://schemas.microsoft.com/office/drawing/2014/main" id="{6BD5BF9D-E147-41BE-865F-D3FA3DF6329B}"/>
              </a:ext>
            </a:extLst>
          </p:cNvPr>
          <p:cNvSpPr>
            <a:spLocks noGrp="1"/>
          </p:cNvSpPr>
          <p:nvPr>
            <p:ph type="body" sz="quarter" idx="17"/>
          </p:nvPr>
        </p:nvSpPr>
        <p:spPr>
          <a:xfrm>
            <a:off x="9835199" y="1800000"/>
            <a:ext cx="2008800" cy="468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3">
            <a:extLst>
              <a:ext uri="{FF2B5EF4-FFF2-40B4-BE49-F238E27FC236}">
                <a16:creationId xmlns:a16="http://schemas.microsoft.com/office/drawing/2014/main" id="{2DEB37C3-3108-B0E3-D587-912C3E790FAA}"/>
              </a:ext>
            </a:extLst>
          </p:cNvPr>
          <p:cNvSpPr>
            <a:spLocks noGrp="1"/>
          </p:cNvSpPr>
          <p:nvPr>
            <p:ph sz="quarter" idx="18"/>
          </p:nvPr>
        </p:nvSpPr>
        <p:spPr>
          <a:xfrm>
            <a:off x="360000" y="1440000"/>
            <a:ext cx="11484000" cy="288000"/>
          </a:xfrm>
        </p:spPr>
        <p:txBody>
          <a:bodyPr/>
          <a:lstStyle>
            <a:lvl1pPr>
              <a:defRPr lang="en-GB" sz="1000" b="1" kern="1200" cap="all" baseline="0" dirty="0">
                <a:solidFill>
                  <a:schemeClr val="accent1"/>
                </a:solidFill>
                <a:latin typeface="+mn-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spTree>
    <p:extLst>
      <p:ext uri="{BB962C8B-B14F-4D97-AF65-F5344CB8AC3E}">
        <p14:creationId xmlns:p14="http://schemas.microsoft.com/office/powerpoint/2010/main" val="1367247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800000"/>
            <a:ext cx="11484000" cy="4680000"/>
          </a:xfrm>
        </p:spPr>
        <p:txBody>
          <a:bodyPr/>
          <a:lstStyle>
            <a:lvl1pPr>
              <a:defRPr sz="1000" b="1">
                <a:solidFill>
                  <a:schemeClr val="accent2"/>
                </a:solidFill>
                <a:latin typeface="+mn-lt"/>
              </a:defRPr>
            </a:lvl1pPr>
            <a:lvl2pPr marL="0" indent="0">
              <a:spcBef>
                <a:spcPts val="600"/>
              </a:spcBef>
              <a:buNone/>
              <a:defRPr sz="1000">
                <a:solidFill>
                  <a:schemeClr val="bg1"/>
                </a:solidFill>
              </a:defRPr>
            </a:lvl2pPr>
            <a:lvl3pPr marL="144000" indent="-144000">
              <a:buClr>
                <a:schemeClr val="accent1"/>
              </a:buClr>
              <a:buSzPct val="120000"/>
              <a:buFont typeface="Arial" panose="020B0604020202020204" pitchFamily="34" charset="0"/>
              <a:buChar char="•"/>
              <a:defRPr sz="1000">
                <a:solidFill>
                  <a:schemeClr val="bg1"/>
                </a:solidFill>
              </a:defRPr>
            </a:lvl3pPr>
            <a:lvl4pPr marL="288000" indent="-144000">
              <a:buClrTx/>
              <a:buFont typeface="Ubuntu" panose="020B0504030602030204" pitchFamily="34" charset="0"/>
              <a:buChar char="−"/>
              <a:defRPr sz="1000">
                <a:solidFill>
                  <a:schemeClr val="bg1"/>
                </a:solidFill>
              </a:defRPr>
            </a:lvl4pPr>
            <a:lvl5pPr marL="432000">
              <a:buClr>
                <a:schemeClr val="accent2"/>
              </a:buCl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2"/>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3" name="Content Placeholder 3">
            <a:extLst>
              <a:ext uri="{FF2B5EF4-FFF2-40B4-BE49-F238E27FC236}">
                <a16:creationId xmlns:a16="http://schemas.microsoft.com/office/drawing/2014/main" id="{A356BA40-EC43-5E03-0367-1C2664D7C314}"/>
              </a:ext>
            </a:extLst>
          </p:cNvPr>
          <p:cNvSpPr>
            <a:spLocks noGrp="1"/>
          </p:cNvSpPr>
          <p:nvPr>
            <p:ph sz="quarter" idx="14"/>
          </p:nvPr>
        </p:nvSpPr>
        <p:spPr>
          <a:xfrm>
            <a:off x="360000" y="1440000"/>
            <a:ext cx="11484000" cy="288000"/>
          </a:xfrm>
        </p:spPr>
        <p:txBody>
          <a:bodyPr/>
          <a:lstStyle>
            <a:lvl1pPr>
              <a:defRPr lang="en-GB" sz="1000" b="1" kern="1200" cap="all" baseline="0" dirty="0">
                <a:solidFill>
                  <a:schemeClr val="accent1"/>
                </a:solidFill>
                <a:latin typeface="+mn-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pic>
        <p:nvPicPr>
          <p:cNvPr id="4" name="Picture 3">
            <a:extLst>
              <a:ext uri="{FF2B5EF4-FFF2-40B4-BE49-F238E27FC236}">
                <a16:creationId xmlns:a16="http://schemas.microsoft.com/office/drawing/2014/main" id="{771129FE-F89E-C2EC-9080-EF88C8AD5E62}"/>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0965269" y="229623"/>
            <a:ext cx="413194" cy="409516"/>
          </a:xfrm>
          <a:prstGeom prst="rect">
            <a:avLst/>
          </a:prstGeom>
          <a:solidFill>
            <a:schemeClr val="tx1"/>
          </a:solidFill>
        </p:spPr>
      </p:pic>
    </p:spTree>
    <p:extLst>
      <p:ext uri="{BB962C8B-B14F-4D97-AF65-F5344CB8AC3E}">
        <p14:creationId xmlns:p14="http://schemas.microsoft.com/office/powerpoint/2010/main" val="195346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4_Final Slide 2">
    <p:bg>
      <p:bgPr>
        <a:solidFill>
          <a:schemeClr val="tx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2214" y="1562180"/>
            <a:ext cx="9702386" cy="6043284"/>
          </a:xfrm>
          <a:prstGeom prst="rect">
            <a:avLst/>
          </a:prstGeom>
        </p:spPr>
      </p:pic>
      <p:sp>
        <p:nvSpPr>
          <p:cNvPr id="57" name="Rectangle 56"/>
          <p:cNvSpPr/>
          <p:nvPr/>
        </p:nvSpPr>
        <p:spPr>
          <a:xfrm>
            <a:off x="359999" y="5840235"/>
            <a:ext cx="2571737"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Light" panose="020B03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Light" panose="020B0304030602030204" pitchFamily="34" charset="0"/>
                <a:cs typeface="Arial"/>
              </a:rPr>
              <a:t>Copyright © 2023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43376"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126753"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510130"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893506"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359999" y="5328053"/>
            <a:ext cx="333195" cy="333195"/>
          </a:xfrm>
          <a:prstGeom prst="rect">
            <a:avLst/>
          </a:prstGeom>
          <a:noFill/>
        </p:spPr>
      </p:pic>
      <p:sp>
        <p:nvSpPr>
          <p:cNvPr id="48" name="Rectangle 47"/>
          <p:cNvSpPr/>
          <p:nvPr/>
        </p:nvSpPr>
        <p:spPr>
          <a:xfrm>
            <a:off x="359999" y="1080000"/>
            <a:ext cx="4732249"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cap="all" baseline="0">
                <a:solidFill>
                  <a:schemeClr val="bg1"/>
                </a:solidFill>
                <a:latin typeface="Ubuntu Light" panose="020B0304030602030204" pitchFamily="34" charset="0"/>
              </a:rPr>
              <a:t>About Capgemini Invent</a:t>
            </a:r>
          </a:p>
        </p:txBody>
      </p:sp>
      <p:sp>
        <p:nvSpPr>
          <p:cNvPr id="18" name="Rectangle 17">
            <a:extLst>
              <a:ext uri="{FF2B5EF4-FFF2-40B4-BE49-F238E27FC236}">
                <a16:creationId xmlns:a16="http://schemas.microsoft.com/office/drawing/2014/main" id="{6E560A55-CF18-4C11-8B57-BBD5A6CD7E74}"/>
              </a:ext>
            </a:extLst>
          </p:cNvPr>
          <p:cNvSpPr/>
          <p:nvPr/>
        </p:nvSpPr>
        <p:spPr>
          <a:xfrm>
            <a:off x="360000" y="3816000"/>
            <a:ext cx="473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Light" panose="020B0304030602030204" pitchFamily="34" charset="0"/>
              </a:rPr>
              <a:t>Get the Future You Want </a:t>
            </a:r>
            <a:r>
              <a:rPr lang="en-US" sz="900">
                <a:solidFill>
                  <a:schemeClr val="bg1"/>
                </a:solidFill>
                <a:effectLst/>
                <a:latin typeface="Ubuntu Light" panose="020B0304030602030204" pitchFamily="34" charset="0"/>
              </a:rPr>
              <a:t>|</a:t>
            </a:r>
            <a:r>
              <a:rPr lang="en-GB" sz="900">
                <a:solidFill>
                  <a:schemeClr val="bg1"/>
                </a:solidFill>
                <a:effectLst/>
                <a:latin typeface="Ubuntu Light" panose="020B0304030602030204" pitchFamily="34" charset="0"/>
              </a:rPr>
              <a:t> </a:t>
            </a:r>
            <a:r>
              <a:rPr lang="en-US" sz="1050">
                <a:solidFill>
                  <a:schemeClr val="accent2"/>
                </a:solidFill>
                <a:latin typeface="Ubuntu Light" panose="020B03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360000" y="1440000"/>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AU" sz="900" kern="1200">
                <a:solidFill>
                  <a:schemeClr val="lt1"/>
                </a:solidFill>
                <a:effectLst/>
                <a:latin typeface="Ubuntu Light" panose="020B0304030602030204" pitchFamily="34" charset="0"/>
                <a:ea typeface="+mn-ea"/>
                <a:cs typeface="+mn-cs"/>
              </a:rPr>
              <a:t>As the digital innovation, design and transformation brand of the Capgemini Group, Capgemini Invent enables CxOs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 </a:t>
            </a:r>
          </a:p>
          <a:p>
            <a:pPr algn="l"/>
            <a:endParaRPr lang="en-AU" sz="900" kern="1200">
              <a:solidFill>
                <a:schemeClr val="lt1"/>
              </a:solidFill>
              <a:effectLst/>
              <a:latin typeface="Ubuntu Light" panose="020B0304030602030204" pitchFamily="34" charset="0"/>
              <a:ea typeface="+mn-ea"/>
              <a:cs typeface="+mn-cs"/>
            </a:endParaRPr>
          </a:p>
          <a:p>
            <a:pPr algn="l"/>
            <a:r>
              <a:rPr lang="en-AU" sz="900" kern="1200">
                <a:solidFill>
                  <a:schemeClr val="lt1"/>
                </a:solidFill>
                <a:effectLst/>
                <a:latin typeface="Ubuntu Light" panose="020B0304030602030204" pitchFamily="34" charset="0"/>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organisation of over 360,000 team members in more than 50 countries. With its strong 55-year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2022 global revenues of €22 billion.</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3174437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5_Final Slide 2">
    <p:bg>
      <p:bgPr>
        <a:solidFill>
          <a:schemeClr val="tx1"/>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32214" y="1562180"/>
            <a:ext cx="9702386" cy="6043284"/>
          </a:xfrm>
          <a:prstGeom prst="rect">
            <a:avLst/>
          </a:prstGeom>
        </p:spPr>
      </p:pic>
      <p:sp>
        <p:nvSpPr>
          <p:cNvPr id="57" name="Rectangle 56"/>
          <p:cNvSpPr/>
          <p:nvPr/>
        </p:nvSpPr>
        <p:spPr>
          <a:xfrm>
            <a:off x="359999" y="5840235"/>
            <a:ext cx="2571737"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Light" panose="020B03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Light" panose="020B0304030602030204" pitchFamily="34" charset="0"/>
                <a:cs typeface="Arial"/>
              </a:rPr>
              <a:t>Copyright © 2023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743376"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126753"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1510130"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893506"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359999" y="5328053"/>
            <a:ext cx="333195" cy="333195"/>
          </a:xfrm>
          <a:prstGeom prst="rect">
            <a:avLst/>
          </a:prstGeom>
          <a:noFill/>
        </p:spPr>
      </p:pic>
      <p:sp>
        <p:nvSpPr>
          <p:cNvPr id="48" name="Rectangle 47"/>
          <p:cNvSpPr/>
          <p:nvPr/>
        </p:nvSpPr>
        <p:spPr>
          <a:xfrm>
            <a:off x="359999" y="1080000"/>
            <a:ext cx="4732249"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cap="all" baseline="0">
                <a:solidFill>
                  <a:schemeClr val="bg1"/>
                </a:solidFill>
                <a:latin typeface="Ubuntu Light" panose="020B0304030602030204" pitchFamily="34" charset="0"/>
              </a:rPr>
              <a:t>About Capgemini</a:t>
            </a:r>
          </a:p>
        </p:txBody>
      </p:sp>
      <p:sp>
        <p:nvSpPr>
          <p:cNvPr id="18" name="Rectangle 17">
            <a:extLst>
              <a:ext uri="{FF2B5EF4-FFF2-40B4-BE49-F238E27FC236}">
                <a16:creationId xmlns:a16="http://schemas.microsoft.com/office/drawing/2014/main" id="{6E560A55-CF18-4C11-8B57-BBD5A6CD7E74}"/>
              </a:ext>
            </a:extLst>
          </p:cNvPr>
          <p:cNvSpPr/>
          <p:nvPr/>
        </p:nvSpPr>
        <p:spPr>
          <a:xfrm>
            <a:off x="360000" y="3816000"/>
            <a:ext cx="473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Light" panose="020B0304030602030204" pitchFamily="34" charset="0"/>
              </a:rPr>
              <a:t>Get the Future You Want </a:t>
            </a:r>
            <a:r>
              <a:rPr lang="en-US" sz="900">
                <a:solidFill>
                  <a:schemeClr val="bg1"/>
                </a:solidFill>
                <a:effectLst/>
                <a:latin typeface="Ubuntu Light" panose="020B0304030602030204" pitchFamily="34" charset="0"/>
              </a:rPr>
              <a:t>|</a:t>
            </a:r>
            <a:r>
              <a:rPr lang="en-GB" sz="900">
                <a:solidFill>
                  <a:schemeClr val="bg1"/>
                </a:solidFill>
                <a:effectLst/>
                <a:latin typeface="Ubuntu Light" panose="020B0304030602030204" pitchFamily="34" charset="0"/>
              </a:rPr>
              <a:t> </a:t>
            </a:r>
            <a:r>
              <a:rPr lang="en-US" sz="1050">
                <a:solidFill>
                  <a:schemeClr val="accent2"/>
                </a:solidFill>
                <a:latin typeface="Ubuntu Light" panose="020B03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360000" y="1440000"/>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AU" sz="900" kern="1200">
                <a:solidFill>
                  <a:schemeClr val="lt1"/>
                </a:solidFill>
                <a:effectLst/>
                <a:latin typeface="Ubuntu Light" panose="020B0304030602030204" pitchFamily="34" charset="0"/>
                <a:ea typeface="+mn-ea"/>
                <a:cs typeface="+mn-cs"/>
              </a:rPr>
              <a:t>As the digital innovation, design and transformation brand of the Capgemini Group, Capgemini Invent enables CxOs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 </a:t>
            </a:r>
          </a:p>
          <a:p>
            <a:pPr algn="l"/>
            <a:endParaRPr lang="en-AU" sz="900" kern="1200">
              <a:solidFill>
                <a:schemeClr val="lt1"/>
              </a:solidFill>
              <a:effectLst/>
              <a:latin typeface="Ubuntu Light" panose="020B0304030602030204" pitchFamily="34" charset="0"/>
              <a:ea typeface="+mn-ea"/>
              <a:cs typeface="+mn-cs"/>
            </a:endParaRPr>
          </a:p>
          <a:p>
            <a:pPr algn="l"/>
            <a:r>
              <a:rPr lang="en-AU" sz="900" kern="1200">
                <a:solidFill>
                  <a:schemeClr val="lt1"/>
                </a:solidFill>
                <a:effectLst/>
                <a:latin typeface="Ubuntu Light" panose="020B0304030602030204" pitchFamily="34" charset="0"/>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organisation of over 360,000 team members in more than 50 countries. With its strong 55-year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2022 global revenues of €22 billion.</a:t>
            </a:r>
          </a:p>
        </p:txBody>
      </p:sp>
      <p:pic>
        <p:nvPicPr>
          <p:cNvPr id="2" name="Picture 7">
            <a:extLst>
              <a:ext uri="{FF2B5EF4-FFF2-40B4-BE49-F238E27FC236}">
                <a16:creationId xmlns:a16="http://schemas.microsoft.com/office/drawing/2014/main" id="{B23B3BD7-317C-BE36-8084-41653D4B960D}"/>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r="35332"/>
          <a:stretch/>
        </p:blipFill>
        <p:spPr>
          <a:xfrm>
            <a:off x="8788100" y="5383762"/>
            <a:ext cx="2602410" cy="1212215"/>
          </a:xfrm>
          <a:prstGeom prst="rect">
            <a:avLst/>
          </a:prstGeom>
        </p:spPr>
      </p:pic>
    </p:spTree>
    <p:extLst>
      <p:ext uri="{BB962C8B-B14F-4D97-AF65-F5344CB8AC3E}">
        <p14:creationId xmlns:p14="http://schemas.microsoft.com/office/powerpoint/2010/main" val="1048584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tx1"/>
        </a:solidFill>
        <a:effectLst/>
      </p:bgPr>
    </p:bg>
    <p:spTree>
      <p:nvGrpSpPr>
        <p:cNvPr id="1" name=""/>
        <p:cNvGrpSpPr/>
        <p:nvPr/>
      </p:nvGrpSpPr>
      <p:grpSpPr>
        <a:xfrm>
          <a:off x="0" y="0"/>
          <a:ext cx="0" cy="0"/>
          <a:chOff x="0" y="0"/>
          <a:chExt cx="0" cy="0"/>
        </a:xfrm>
      </p:grpSpPr>
      <p:pic>
        <p:nvPicPr>
          <p:cNvPr id="52" name="Picture 51" descr="Background pattern&#10;&#10;Description automatically generated">
            <a:extLst>
              <a:ext uri="{FF2B5EF4-FFF2-40B4-BE49-F238E27FC236}">
                <a16:creationId xmlns:a16="http://schemas.microsoft.com/office/drawing/2014/main" id="{391D3567-96AA-D74B-B883-4B0CB9282CC1}"/>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55" name="Rectangle 54">
            <a:extLst>
              <a:ext uri="{FF2B5EF4-FFF2-40B4-BE49-F238E27FC236}">
                <a16:creationId xmlns:a16="http://schemas.microsoft.com/office/drawing/2014/main" id="{5DDC4059-C6DB-2A41-8062-83874B335247}"/>
              </a:ext>
            </a:extLst>
          </p:cNvPr>
          <p:cNvSpPr/>
          <p:nvPr userDrawn="1"/>
        </p:nvSpPr>
        <p:spPr>
          <a:xfrm>
            <a:off x="-9772" y="447"/>
            <a:ext cx="12204049" cy="6857554"/>
          </a:xfrm>
          <a:prstGeom prst="rect">
            <a:avLst/>
          </a:prstGeom>
          <a:gradFill>
            <a:gsLst>
              <a:gs pos="25000">
                <a:schemeClr val="tx1">
                  <a:lumMod val="0"/>
                  <a:alpha val="30600"/>
                </a:schemeClr>
              </a:gs>
              <a:gs pos="100000">
                <a:schemeClr val="tx1">
                  <a:alpha val="0"/>
                </a:schemeClr>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9994" tIns="89994" rIns="89994" bIns="89994" numCol="1" spcCol="38100" rtlCol="0" anchor="ctr">
            <a:noAutofit/>
          </a:bodyPr>
          <a:lstStyle/>
          <a:p>
            <a:pPr algn="ctr" defTabSz="822919" hangingPunct="0">
              <a:lnSpc>
                <a:spcPct val="140000"/>
              </a:lnSpc>
            </a:pPr>
            <a:endParaRPr lang="en-CN" sz="2800">
              <a:solidFill>
                <a:schemeClr val="bg1"/>
              </a:solidFill>
              <a:latin typeface="Ubuntu Light" panose="020B0304030602030204" pitchFamily="34" charset="0"/>
              <a:sym typeface="BentonSansF Book"/>
            </a:endParaRPr>
          </a:p>
        </p:txBody>
      </p:sp>
      <p:sp>
        <p:nvSpPr>
          <p:cNvPr id="14" name="Subtitle 2">
            <a:extLst>
              <a:ext uri="{FF2B5EF4-FFF2-40B4-BE49-F238E27FC236}">
                <a16:creationId xmlns:a16="http://schemas.microsoft.com/office/drawing/2014/main" id="{81E55E34-CECD-4647-98FD-52D7045139EC}"/>
              </a:ext>
            </a:extLst>
          </p:cNvPr>
          <p:cNvSpPr>
            <a:spLocks noGrp="1"/>
          </p:cNvSpPr>
          <p:nvPr>
            <p:ph type="subTitle" idx="1" hasCustomPrompt="1"/>
          </p:nvPr>
        </p:nvSpPr>
        <p:spPr>
          <a:xfrm>
            <a:off x="876300" y="4608501"/>
            <a:ext cx="10428288" cy="233205"/>
          </a:xfrm>
        </p:spPr>
        <p:txBody>
          <a:bodyPr>
            <a:noAutofit/>
          </a:bodyPr>
          <a:lstStyle>
            <a:lvl1pPr>
              <a:defRPr sz="1400" b="0">
                <a:solidFill>
                  <a:schemeClr val="bg1"/>
                </a:solidFill>
                <a:latin typeface="Ubuntu Light" panose="020B0304030602030204" pitchFamily="34" charset="0"/>
              </a:defRPr>
            </a:lvl1pPr>
          </a:lstStyle>
          <a:p>
            <a:r>
              <a:rPr lang="de-DE"/>
              <a:t>Presentation subtitle here</a:t>
            </a:r>
          </a:p>
        </p:txBody>
      </p:sp>
      <p:sp>
        <p:nvSpPr>
          <p:cNvPr id="2" name="Date Placeholder 1">
            <a:extLst>
              <a:ext uri="{FF2B5EF4-FFF2-40B4-BE49-F238E27FC236}">
                <a16:creationId xmlns:a16="http://schemas.microsoft.com/office/drawing/2014/main" id="{6AD28670-FA87-4BF6-BF52-6500FA6621D3}"/>
              </a:ext>
            </a:extLst>
          </p:cNvPr>
          <p:cNvSpPr>
            <a:spLocks noGrp="1"/>
          </p:cNvSpPr>
          <p:nvPr>
            <p:ph type="dt" sz="half" idx="25"/>
          </p:nvPr>
        </p:nvSpPr>
        <p:spPr>
          <a:xfrm>
            <a:off x="790628" y="2202567"/>
            <a:ext cx="3461380" cy="184664"/>
          </a:xfrm>
          <a:prstGeom prst="rect">
            <a:avLst/>
          </a:prstGeom>
        </p:spPr>
        <p:txBody>
          <a:bodyPr lIns="0" tIns="0" rIns="0" bIns="0">
            <a:noAutofit/>
          </a:bodyPr>
          <a:lstStyle>
            <a:lvl1pPr>
              <a:defRPr sz="1400" cap="all" spc="100" baseline="0">
                <a:solidFill>
                  <a:schemeClr val="bg1"/>
                </a:solidFill>
                <a:latin typeface="Ubuntu Light" panose="020B0304030602030204" pitchFamily="34" charset="0"/>
              </a:defRPr>
            </a:lvl1pPr>
          </a:lstStyle>
          <a:p>
            <a:endParaRPr lang="de-DE"/>
          </a:p>
        </p:txBody>
      </p:sp>
      <p:sp>
        <p:nvSpPr>
          <p:cNvPr id="16" name="Title 3">
            <a:extLst>
              <a:ext uri="{FF2B5EF4-FFF2-40B4-BE49-F238E27FC236}">
                <a16:creationId xmlns:a16="http://schemas.microsoft.com/office/drawing/2014/main" id="{B17DB3DB-A4A2-464C-9D6B-D63045A0D6C0}"/>
              </a:ext>
            </a:extLst>
          </p:cNvPr>
          <p:cNvSpPr>
            <a:spLocks noGrp="1"/>
          </p:cNvSpPr>
          <p:nvPr>
            <p:ph type="title" hasCustomPrompt="1"/>
          </p:nvPr>
        </p:nvSpPr>
        <p:spPr>
          <a:xfrm>
            <a:off x="790627" y="3047927"/>
            <a:ext cx="10513960" cy="1227288"/>
          </a:xfrm>
        </p:spPr>
        <p:txBody>
          <a:bodyPr anchor="t"/>
          <a:lstStyle>
            <a:lvl1pPr>
              <a:lnSpc>
                <a:spcPct val="100000"/>
              </a:lnSpc>
              <a:defRPr sz="6000">
                <a:solidFill>
                  <a:schemeClr val="bg1"/>
                </a:solidFill>
                <a:latin typeface="+mj-lt"/>
              </a:defRPr>
            </a:lvl1pPr>
          </a:lstStyle>
          <a:p>
            <a:r>
              <a:rPr lang="de-DE"/>
              <a:t>Presentation title 1 line</a:t>
            </a:r>
          </a:p>
        </p:txBody>
      </p:sp>
      <p:pic>
        <p:nvPicPr>
          <p:cNvPr id="57" name="Picture 56">
            <a:extLst>
              <a:ext uri="{FF2B5EF4-FFF2-40B4-BE49-F238E27FC236}">
                <a16:creationId xmlns:a16="http://schemas.microsoft.com/office/drawing/2014/main" id="{90E32253-9F93-A342-909D-0146E9CA92C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292284" y="79923"/>
            <a:ext cx="2899716" cy="871478"/>
          </a:xfrm>
          <a:prstGeom prst="rect">
            <a:avLst/>
          </a:prstGeom>
          <a:noFill/>
        </p:spPr>
      </p:pic>
      <p:pic>
        <p:nvPicPr>
          <p:cNvPr id="58" name="Picture 57" descr="Graphical user interface, application&#10;&#10;Description automatically generated">
            <a:extLst>
              <a:ext uri="{FF2B5EF4-FFF2-40B4-BE49-F238E27FC236}">
                <a16:creationId xmlns:a16="http://schemas.microsoft.com/office/drawing/2014/main" id="{D3EEF8F3-6316-F644-8D2C-9603C7B9545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818161" y="297696"/>
            <a:ext cx="3727068" cy="493137"/>
          </a:xfrm>
          <a:prstGeom prst="rect">
            <a:avLst/>
          </a:prstGeom>
        </p:spPr>
      </p:pic>
      <p:cxnSp>
        <p:nvCxnSpPr>
          <p:cNvPr id="13" name="Straight Connector 12">
            <a:extLst>
              <a:ext uri="{FF2B5EF4-FFF2-40B4-BE49-F238E27FC236}">
                <a16:creationId xmlns:a16="http://schemas.microsoft.com/office/drawing/2014/main" id="{D5B77579-5A64-4E98-88E2-0D2D021F1283}"/>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D0056FF-694E-4B68-BF06-E9B1DD8E2AA8}"/>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19C641A-6BF1-4E3F-93F3-B21B964A04ED}"/>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AD09CA8-5E32-443F-B7CA-3C864F5124AA}"/>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5B4234-9542-40D5-B035-BD7AF1AB2219}"/>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A0196B-CF1E-4F55-90C7-962C901161AF}"/>
              </a:ext>
            </a:extLst>
          </p:cNvPr>
          <p:cNvCxnSpPr>
            <a:cxnSpLocks/>
          </p:cNvCxnSpPr>
          <p:nvPr userDrawn="1"/>
        </p:nvCxnSpPr>
        <p:spPr>
          <a:xfrm>
            <a:off x="11843999"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BA6402B-CAD9-463A-9E8B-EECE91FF4A71}"/>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DF15D43-E663-4516-A524-6EB0FBF6B19C}"/>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A15F75-F9E8-4ABC-944C-B0E0039DD1C1}"/>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9AD5F18-166E-4E13-BBA2-EB0448D0955F}"/>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E124673-8D2E-4BE3-A741-F8CC29DAC325}"/>
              </a:ext>
            </a:extLst>
          </p:cNvPr>
          <p:cNvCxnSpPr>
            <a:cxnSpLocks/>
          </p:cNvCxnSpPr>
          <p:nvPr userDrawn="1"/>
        </p:nvCxnSpPr>
        <p:spPr>
          <a:xfrm>
            <a:off x="889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667D4BD-0B91-4D42-A5E9-1D7981E3B415}"/>
              </a:ext>
            </a:extLst>
          </p:cNvPr>
          <p:cNvCxnSpPr>
            <a:cxnSpLocks/>
          </p:cNvCxnSpPr>
          <p:nvPr userDrawn="1"/>
        </p:nvCxnSpPr>
        <p:spPr>
          <a:xfrm>
            <a:off x="925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27" name="Retângulo 43">
            <a:extLst>
              <a:ext uri="{FF2B5EF4-FFF2-40B4-BE49-F238E27FC236}">
                <a16:creationId xmlns:a16="http://schemas.microsoft.com/office/drawing/2014/main" id="{2FAA434C-3530-467A-80FC-D9C69CDD8CBC}"/>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D2594580-8294-4636-BA95-64AB9B705737}"/>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cxnSp>
        <p:nvCxnSpPr>
          <p:cNvPr id="29" name="Straight Connector 28">
            <a:extLst>
              <a:ext uri="{FF2B5EF4-FFF2-40B4-BE49-F238E27FC236}">
                <a16:creationId xmlns:a16="http://schemas.microsoft.com/office/drawing/2014/main" id="{D760E0CC-ABCA-441C-ABF6-63CECBE90786}"/>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007098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Cover">
    <p:bg>
      <p:bgPr>
        <a:solidFill>
          <a:schemeClr val="tx1"/>
        </a:solidFill>
        <a:effectLst/>
      </p:bgPr>
    </p:bg>
    <p:spTree>
      <p:nvGrpSpPr>
        <p:cNvPr id="1" name=""/>
        <p:cNvGrpSpPr/>
        <p:nvPr/>
      </p:nvGrpSpPr>
      <p:grpSpPr>
        <a:xfrm>
          <a:off x="0" y="0"/>
          <a:ext cx="0" cy="0"/>
          <a:chOff x="0" y="0"/>
          <a:chExt cx="0" cy="0"/>
        </a:xfrm>
      </p:grpSpPr>
      <p:pic>
        <p:nvPicPr>
          <p:cNvPr id="52" name="Picture 51" descr="Background pattern&#10;&#10;Description automatically generated">
            <a:extLst>
              <a:ext uri="{FF2B5EF4-FFF2-40B4-BE49-F238E27FC236}">
                <a16:creationId xmlns:a16="http://schemas.microsoft.com/office/drawing/2014/main" id="{391D3567-96AA-D74B-B883-4B0CB9282CC1}"/>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55" name="Rectangle 54">
            <a:extLst>
              <a:ext uri="{FF2B5EF4-FFF2-40B4-BE49-F238E27FC236}">
                <a16:creationId xmlns:a16="http://schemas.microsoft.com/office/drawing/2014/main" id="{5DDC4059-C6DB-2A41-8062-83874B335247}"/>
              </a:ext>
            </a:extLst>
          </p:cNvPr>
          <p:cNvSpPr/>
          <p:nvPr userDrawn="1"/>
        </p:nvSpPr>
        <p:spPr>
          <a:xfrm>
            <a:off x="-9772" y="447"/>
            <a:ext cx="12204049" cy="6857554"/>
          </a:xfrm>
          <a:prstGeom prst="rect">
            <a:avLst/>
          </a:prstGeom>
          <a:gradFill>
            <a:gsLst>
              <a:gs pos="25000">
                <a:schemeClr val="tx1">
                  <a:lumMod val="0"/>
                  <a:alpha val="30600"/>
                </a:schemeClr>
              </a:gs>
              <a:gs pos="100000">
                <a:schemeClr val="tx1">
                  <a:alpha val="0"/>
                </a:schemeClr>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9994" tIns="89994" rIns="89994" bIns="89994" numCol="1" spcCol="38100" rtlCol="0" anchor="ctr">
            <a:noAutofit/>
          </a:bodyPr>
          <a:lstStyle/>
          <a:p>
            <a:pPr algn="ctr" defTabSz="822919" hangingPunct="0">
              <a:lnSpc>
                <a:spcPct val="140000"/>
              </a:lnSpc>
            </a:pPr>
            <a:endParaRPr lang="en-CN" sz="2800">
              <a:solidFill>
                <a:schemeClr val="bg1"/>
              </a:solidFill>
              <a:latin typeface="Ubuntu Light" panose="020B0304030602030204" pitchFamily="34" charset="0"/>
              <a:sym typeface="BentonSansF Book"/>
            </a:endParaRPr>
          </a:p>
        </p:txBody>
      </p:sp>
      <p:pic>
        <p:nvPicPr>
          <p:cNvPr id="57" name="Picture 56">
            <a:extLst>
              <a:ext uri="{FF2B5EF4-FFF2-40B4-BE49-F238E27FC236}">
                <a16:creationId xmlns:a16="http://schemas.microsoft.com/office/drawing/2014/main" id="{90E32253-9F93-A342-909D-0146E9CA92C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292284" y="79923"/>
            <a:ext cx="2899716" cy="871478"/>
          </a:xfrm>
          <a:prstGeom prst="rect">
            <a:avLst/>
          </a:prstGeom>
          <a:noFill/>
        </p:spPr>
      </p:pic>
      <p:pic>
        <p:nvPicPr>
          <p:cNvPr id="58" name="Picture 57" descr="Graphical user interface, application&#10;&#10;Description automatically generated">
            <a:extLst>
              <a:ext uri="{FF2B5EF4-FFF2-40B4-BE49-F238E27FC236}">
                <a16:creationId xmlns:a16="http://schemas.microsoft.com/office/drawing/2014/main" id="{D3EEF8F3-6316-F644-8D2C-9603C7B95456}"/>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8818161" y="297696"/>
            <a:ext cx="3727068" cy="493137"/>
          </a:xfrm>
          <a:prstGeom prst="rect">
            <a:avLst/>
          </a:prstGeom>
        </p:spPr>
      </p:pic>
      <p:sp>
        <p:nvSpPr>
          <p:cNvPr id="9" name="Title 3">
            <a:extLst>
              <a:ext uri="{FF2B5EF4-FFF2-40B4-BE49-F238E27FC236}">
                <a16:creationId xmlns:a16="http://schemas.microsoft.com/office/drawing/2014/main" id="{DBE54600-3A35-4C1D-82A1-08603D73B298}"/>
              </a:ext>
            </a:extLst>
          </p:cNvPr>
          <p:cNvSpPr>
            <a:spLocks noGrp="1"/>
          </p:cNvSpPr>
          <p:nvPr>
            <p:ph type="title" hasCustomPrompt="1"/>
          </p:nvPr>
        </p:nvSpPr>
        <p:spPr>
          <a:xfrm>
            <a:off x="790627" y="3047927"/>
            <a:ext cx="10513960" cy="1227288"/>
          </a:xfrm>
        </p:spPr>
        <p:txBody>
          <a:bodyPr anchor="t"/>
          <a:lstStyle>
            <a:lvl1pPr>
              <a:lnSpc>
                <a:spcPct val="100000"/>
              </a:lnSpc>
              <a:defRPr sz="6000">
                <a:solidFill>
                  <a:schemeClr val="bg1"/>
                </a:solidFill>
                <a:latin typeface="+mj-lt"/>
              </a:defRPr>
            </a:lvl1pPr>
          </a:lstStyle>
          <a:p>
            <a:r>
              <a:rPr lang="de-DE"/>
              <a:t>Presentation title 1 line</a:t>
            </a:r>
          </a:p>
        </p:txBody>
      </p:sp>
      <p:cxnSp>
        <p:nvCxnSpPr>
          <p:cNvPr id="12" name="Straight Connector 11">
            <a:extLst>
              <a:ext uri="{FF2B5EF4-FFF2-40B4-BE49-F238E27FC236}">
                <a16:creationId xmlns:a16="http://schemas.microsoft.com/office/drawing/2014/main" id="{B0010752-5870-4A0E-AFB2-82AF82060B38}"/>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3C8A930-47CE-4205-8397-A38ABD0AF45C}"/>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78B84DF-C076-47C5-84AB-B8537700EC49}"/>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A1CA72-1D42-4DE3-A485-FA455B385600}"/>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D0BCBB8-F6AD-4A7F-9C33-CDDB49BF9207}"/>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7CE98BB-2BD0-4607-9651-BE47A23DB5A0}"/>
              </a:ext>
            </a:extLst>
          </p:cNvPr>
          <p:cNvCxnSpPr>
            <a:cxnSpLocks/>
          </p:cNvCxnSpPr>
          <p:nvPr userDrawn="1"/>
        </p:nvCxnSpPr>
        <p:spPr>
          <a:xfrm>
            <a:off x="11843999"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165E8AD-190F-45CD-9004-D8B10849CB06}"/>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3B54D03-BBD2-4627-805A-2D2031031D0D}"/>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60904A3-6F49-4E65-9E80-49A8CD01D6C5}"/>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FE1F99-1F8D-4B8A-BBA6-7B8219F8BBFC}"/>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6607BFB-D16C-425B-8F80-CACD7C8F73CD}"/>
              </a:ext>
            </a:extLst>
          </p:cNvPr>
          <p:cNvCxnSpPr>
            <a:cxnSpLocks/>
          </p:cNvCxnSpPr>
          <p:nvPr userDrawn="1"/>
        </p:nvCxnSpPr>
        <p:spPr>
          <a:xfrm>
            <a:off x="889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90EFCD-B76A-4317-8485-38F52D04A85C}"/>
              </a:ext>
            </a:extLst>
          </p:cNvPr>
          <p:cNvCxnSpPr>
            <a:cxnSpLocks/>
          </p:cNvCxnSpPr>
          <p:nvPr userDrawn="1"/>
        </p:nvCxnSpPr>
        <p:spPr>
          <a:xfrm>
            <a:off x="925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24" name="Retângulo 43">
            <a:extLst>
              <a:ext uri="{FF2B5EF4-FFF2-40B4-BE49-F238E27FC236}">
                <a16:creationId xmlns:a16="http://schemas.microsoft.com/office/drawing/2014/main" id="{E8116790-9A99-47E4-9233-15FD722A9034}"/>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25" name="Rectangle 27">
            <a:extLst>
              <a:ext uri="{FF2B5EF4-FFF2-40B4-BE49-F238E27FC236}">
                <a16:creationId xmlns:a16="http://schemas.microsoft.com/office/drawing/2014/main" id="{A03CFA4F-655A-4171-9C18-52BE91A65F71}"/>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sp>
        <p:nvSpPr>
          <p:cNvPr id="27" name="Footer Placeholder 2">
            <a:extLst>
              <a:ext uri="{FF2B5EF4-FFF2-40B4-BE49-F238E27FC236}">
                <a16:creationId xmlns:a16="http://schemas.microsoft.com/office/drawing/2014/main" id="{D85C5226-AE79-46EF-90F2-D31E6B8C58F4}"/>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mn-lt"/>
              </a:defRPr>
            </a:lvl1pPr>
          </a:lstStyle>
          <a:p>
            <a:endParaRPr lang="en-AU"/>
          </a:p>
        </p:txBody>
      </p:sp>
      <p:cxnSp>
        <p:nvCxnSpPr>
          <p:cNvPr id="26" name="Straight Connector 25">
            <a:extLst>
              <a:ext uri="{FF2B5EF4-FFF2-40B4-BE49-F238E27FC236}">
                <a16:creationId xmlns:a16="http://schemas.microsoft.com/office/drawing/2014/main" id="{CB6FD5A7-F0F8-4395-88D6-FC91B37EEC75}"/>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4596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5_Cover">
    <p:bg>
      <p:bgPr>
        <a:solidFill>
          <a:schemeClr val="tx1"/>
        </a:solidFill>
        <a:effectLst/>
      </p:bgPr>
    </p:bg>
    <p:spTree>
      <p:nvGrpSpPr>
        <p:cNvPr id="1" name=""/>
        <p:cNvGrpSpPr/>
        <p:nvPr/>
      </p:nvGrpSpPr>
      <p:grpSpPr>
        <a:xfrm>
          <a:off x="0" y="0"/>
          <a:ext cx="0" cy="0"/>
          <a:chOff x="0" y="0"/>
          <a:chExt cx="0" cy="0"/>
        </a:xfrm>
      </p:grpSpPr>
      <p:pic>
        <p:nvPicPr>
          <p:cNvPr id="52" name="Picture 51" descr="Background pattern&#10;&#10;Description automatically generated">
            <a:extLst>
              <a:ext uri="{FF2B5EF4-FFF2-40B4-BE49-F238E27FC236}">
                <a16:creationId xmlns:a16="http://schemas.microsoft.com/office/drawing/2014/main" id="{391D3567-96AA-D74B-B883-4B0CB9282CC1}"/>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55" name="Rectangle 54">
            <a:extLst>
              <a:ext uri="{FF2B5EF4-FFF2-40B4-BE49-F238E27FC236}">
                <a16:creationId xmlns:a16="http://schemas.microsoft.com/office/drawing/2014/main" id="{5DDC4059-C6DB-2A41-8062-83874B335247}"/>
              </a:ext>
            </a:extLst>
          </p:cNvPr>
          <p:cNvSpPr/>
          <p:nvPr userDrawn="1"/>
        </p:nvSpPr>
        <p:spPr>
          <a:xfrm>
            <a:off x="-9772" y="447"/>
            <a:ext cx="12204049" cy="6857554"/>
          </a:xfrm>
          <a:prstGeom prst="rect">
            <a:avLst/>
          </a:prstGeom>
          <a:gradFill>
            <a:gsLst>
              <a:gs pos="25000">
                <a:schemeClr val="tx1">
                  <a:lumMod val="0"/>
                  <a:alpha val="30600"/>
                </a:schemeClr>
              </a:gs>
              <a:gs pos="100000">
                <a:schemeClr val="tx1">
                  <a:alpha val="0"/>
                </a:schemeClr>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9994" tIns="89994" rIns="89994" bIns="89994" numCol="1" spcCol="38100" rtlCol="0" anchor="ctr">
            <a:noAutofit/>
          </a:bodyPr>
          <a:lstStyle/>
          <a:p>
            <a:pPr algn="ctr" defTabSz="822919" hangingPunct="0">
              <a:lnSpc>
                <a:spcPct val="140000"/>
              </a:lnSpc>
            </a:pPr>
            <a:endParaRPr lang="en-CN" sz="2800">
              <a:solidFill>
                <a:schemeClr val="bg1"/>
              </a:solidFill>
              <a:latin typeface="Ubuntu Light" panose="020B0304030602030204" pitchFamily="34" charset="0"/>
              <a:sym typeface="BentonSansF Book"/>
            </a:endParaRPr>
          </a:p>
        </p:txBody>
      </p:sp>
      <p:sp>
        <p:nvSpPr>
          <p:cNvPr id="14" name="Subtitle 2">
            <a:extLst>
              <a:ext uri="{FF2B5EF4-FFF2-40B4-BE49-F238E27FC236}">
                <a16:creationId xmlns:a16="http://schemas.microsoft.com/office/drawing/2014/main" id="{81E55E34-CECD-4647-98FD-52D7045139EC}"/>
              </a:ext>
            </a:extLst>
          </p:cNvPr>
          <p:cNvSpPr>
            <a:spLocks noGrp="1"/>
          </p:cNvSpPr>
          <p:nvPr>
            <p:ph type="subTitle" idx="1" hasCustomPrompt="1"/>
          </p:nvPr>
        </p:nvSpPr>
        <p:spPr>
          <a:xfrm>
            <a:off x="876300" y="4608501"/>
            <a:ext cx="10428288" cy="233205"/>
          </a:xfrm>
        </p:spPr>
        <p:txBody>
          <a:bodyPr>
            <a:noAutofit/>
          </a:bodyPr>
          <a:lstStyle>
            <a:lvl1pPr>
              <a:defRPr sz="1400" b="0">
                <a:solidFill>
                  <a:schemeClr val="bg1"/>
                </a:solidFill>
                <a:latin typeface="Ubuntu Light" panose="020B0304030602030204" pitchFamily="34" charset="0"/>
              </a:defRPr>
            </a:lvl1pPr>
          </a:lstStyle>
          <a:p>
            <a:r>
              <a:rPr lang="de-DE"/>
              <a:t>Presentation subtitle here</a:t>
            </a:r>
          </a:p>
        </p:txBody>
      </p:sp>
      <p:sp>
        <p:nvSpPr>
          <p:cNvPr id="2" name="Date Placeholder 1">
            <a:extLst>
              <a:ext uri="{FF2B5EF4-FFF2-40B4-BE49-F238E27FC236}">
                <a16:creationId xmlns:a16="http://schemas.microsoft.com/office/drawing/2014/main" id="{6AD28670-FA87-4BF6-BF52-6500FA6621D3}"/>
              </a:ext>
            </a:extLst>
          </p:cNvPr>
          <p:cNvSpPr>
            <a:spLocks noGrp="1"/>
          </p:cNvSpPr>
          <p:nvPr>
            <p:ph type="dt" sz="half" idx="25"/>
          </p:nvPr>
        </p:nvSpPr>
        <p:spPr>
          <a:xfrm>
            <a:off x="790628" y="2202567"/>
            <a:ext cx="3461380" cy="184664"/>
          </a:xfrm>
          <a:prstGeom prst="rect">
            <a:avLst/>
          </a:prstGeom>
        </p:spPr>
        <p:txBody>
          <a:bodyPr lIns="0" tIns="0" rIns="0" bIns="0">
            <a:noAutofit/>
          </a:bodyPr>
          <a:lstStyle>
            <a:lvl1pPr>
              <a:defRPr sz="1400" cap="all" spc="100" baseline="0">
                <a:solidFill>
                  <a:schemeClr val="bg1"/>
                </a:solidFill>
                <a:latin typeface="Ubuntu Light" panose="020B0304030602030204" pitchFamily="34" charset="0"/>
              </a:defRPr>
            </a:lvl1pPr>
          </a:lstStyle>
          <a:p>
            <a:endParaRPr lang="de-DE"/>
          </a:p>
        </p:txBody>
      </p:sp>
      <p:sp>
        <p:nvSpPr>
          <p:cNvPr id="16" name="Title 3">
            <a:extLst>
              <a:ext uri="{FF2B5EF4-FFF2-40B4-BE49-F238E27FC236}">
                <a16:creationId xmlns:a16="http://schemas.microsoft.com/office/drawing/2014/main" id="{B17DB3DB-A4A2-464C-9D6B-D63045A0D6C0}"/>
              </a:ext>
            </a:extLst>
          </p:cNvPr>
          <p:cNvSpPr>
            <a:spLocks noGrp="1"/>
          </p:cNvSpPr>
          <p:nvPr>
            <p:ph type="title" hasCustomPrompt="1"/>
          </p:nvPr>
        </p:nvSpPr>
        <p:spPr>
          <a:xfrm>
            <a:off x="790627" y="3047927"/>
            <a:ext cx="10513960" cy="1227288"/>
          </a:xfrm>
        </p:spPr>
        <p:txBody>
          <a:bodyPr anchor="t"/>
          <a:lstStyle>
            <a:lvl1pPr>
              <a:lnSpc>
                <a:spcPct val="100000"/>
              </a:lnSpc>
              <a:defRPr sz="6000">
                <a:solidFill>
                  <a:schemeClr val="bg1"/>
                </a:solidFill>
                <a:latin typeface="+mj-lt"/>
              </a:defRPr>
            </a:lvl1pPr>
          </a:lstStyle>
          <a:p>
            <a:r>
              <a:rPr lang="de-DE"/>
              <a:t>Presentation title 1 line</a:t>
            </a:r>
          </a:p>
        </p:txBody>
      </p:sp>
      <p:cxnSp>
        <p:nvCxnSpPr>
          <p:cNvPr id="13" name="Straight Connector 12">
            <a:extLst>
              <a:ext uri="{FF2B5EF4-FFF2-40B4-BE49-F238E27FC236}">
                <a16:creationId xmlns:a16="http://schemas.microsoft.com/office/drawing/2014/main" id="{D5B77579-5A64-4E98-88E2-0D2D021F1283}"/>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D0056FF-694E-4B68-BF06-E9B1DD8E2AA8}"/>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19C641A-6BF1-4E3F-93F3-B21B964A04ED}"/>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AD09CA8-5E32-443F-B7CA-3C864F5124AA}"/>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5B4234-9542-40D5-B035-BD7AF1AB2219}"/>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BA6402B-CAD9-463A-9E8B-EECE91FF4A71}"/>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DF15D43-E663-4516-A524-6EB0FBF6B19C}"/>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6A15F75-F9E8-4ABC-944C-B0E0039DD1C1}"/>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9AD5F18-166E-4E13-BBA2-EB0448D0955F}"/>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27" name="Retângulo 43">
            <a:extLst>
              <a:ext uri="{FF2B5EF4-FFF2-40B4-BE49-F238E27FC236}">
                <a16:creationId xmlns:a16="http://schemas.microsoft.com/office/drawing/2014/main" id="{2FAA434C-3530-467A-80FC-D9C69CDD8CBC}"/>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D2594580-8294-4636-BA95-64AB9B705737}"/>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cxnSp>
        <p:nvCxnSpPr>
          <p:cNvPr id="29" name="Straight Connector 28">
            <a:extLst>
              <a:ext uri="{FF2B5EF4-FFF2-40B4-BE49-F238E27FC236}">
                <a16:creationId xmlns:a16="http://schemas.microsoft.com/office/drawing/2014/main" id="{D760E0CC-ABCA-441C-ABF6-63CECBE90786}"/>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pic>
        <p:nvPicPr>
          <p:cNvPr id="3" name="Picture 2" descr="Graphical user interface, application&#10;&#10;Description automatically generated">
            <a:extLst>
              <a:ext uri="{FF2B5EF4-FFF2-40B4-BE49-F238E27FC236}">
                <a16:creationId xmlns:a16="http://schemas.microsoft.com/office/drawing/2014/main" id="{13C655B8-B5F6-111B-7F67-838C30AAE07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36114"/>
          <a:stretch/>
        </p:blipFill>
        <p:spPr>
          <a:xfrm>
            <a:off x="8722869" y="297696"/>
            <a:ext cx="3229981" cy="668955"/>
          </a:xfrm>
          <a:prstGeom prst="rect">
            <a:avLst/>
          </a:prstGeom>
        </p:spPr>
      </p:pic>
    </p:spTree>
    <p:extLst>
      <p:ext uri="{BB962C8B-B14F-4D97-AF65-F5344CB8AC3E}">
        <p14:creationId xmlns:p14="http://schemas.microsoft.com/office/powerpoint/2010/main" val="209099868"/>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Cover">
    <p:bg>
      <p:bgPr>
        <a:solidFill>
          <a:schemeClr val="tx1"/>
        </a:solidFill>
        <a:effectLst/>
      </p:bgPr>
    </p:bg>
    <p:spTree>
      <p:nvGrpSpPr>
        <p:cNvPr id="1" name=""/>
        <p:cNvGrpSpPr/>
        <p:nvPr/>
      </p:nvGrpSpPr>
      <p:grpSpPr>
        <a:xfrm>
          <a:off x="0" y="0"/>
          <a:ext cx="0" cy="0"/>
          <a:chOff x="0" y="0"/>
          <a:chExt cx="0" cy="0"/>
        </a:xfrm>
      </p:grpSpPr>
      <p:pic>
        <p:nvPicPr>
          <p:cNvPr id="52" name="Picture 51" descr="Background pattern&#10;&#10;Description automatically generated">
            <a:extLst>
              <a:ext uri="{FF2B5EF4-FFF2-40B4-BE49-F238E27FC236}">
                <a16:creationId xmlns:a16="http://schemas.microsoft.com/office/drawing/2014/main" id="{391D3567-96AA-D74B-B883-4B0CB9282CC1}"/>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55" name="Rectangle 54">
            <a:extLst>
              <a:ext uri="{FF2B5EF4-FFF2-40B4-BE49-F238E27FC236}">
                <a16:creationId xmlns:a16="http://schemas.microsoft.com/office/drawing/2014/main" id="{5DDC4059-C6DB-2A41-8062-83874B335247}"/>
              </a:ext>
            </a:extLst>
          </p:cNvPr>
          <p:cNvSpPr/>
          <p:nvPr userDrawn="1"/>
        </p:nvSpPr>
        <p:spPr>
          <a:xfrm>
            <a:off x="-9772" y="447"/>
            <a:ext cx="12204049" cy="6857554"/>
          </a:xfrm>
          <a:prstGeom prst="rect">
            <a:avLst/>
          </a:prstGeom>
          <a:gradFill>
            <a:gsLst>
              <a:gs pos="25000">
                <a:schemeClr val="tx1">
                  <a:lumMod val="0"/>
                  <a:alpha val="30600"/>
                </a:schemeClr>
              </a:gs>
              <a:gs pos="100000">
                <a:schemeClr val="tx1">
                  <a:alpha val="0"/>
                </a:schemeClr>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9994" tIns="89994" rIns="89994" bIns="89994" numCol="1" spcCol="38100" rtlCol="0" anchor="ctr">
            <a:noAutofit/>
          </a:bodyPr>
          <a:lstStyle/>
          <a:p>
            <a:pPr algn="ctr" defTabSz="822919" hangingPunct="0">
              <a:lnSpc>
                <a:spcPct val="140000"/>
              </a:lnSpc>
            </a:pPr>
            <a:endParaRPr lang="en-CN" sz="2800">
              <a:solidFill>
                <a:schemeClr val="bg1"/>
              </a:solidFill>
              <a:latin typeface="Ubuntu Light" panose="020B0304030602030204" pitchFamily="34" charset="0"/>
              <a:sym typeface="BentonSansF Book"/>
            </a:endParaRPr>
          </a:p>
        </p:txBody>
      </p:sp>
      <p:grpSp>
        <p:nvGrpSpPr>
          <p:cNvPr id="11" name="Groupe 1">
            <a:extLst>
              <a:ext uri="{FF2B5EF4-FFF2-40B4-BE49-F238E27FC236}">
                <a16:creationId xmlns:a16="http://schemas.microsoft.com/office/drawing/2014/main" id="{C0B96736-D2AF-4D0D-AD23-5181E14F9713}"/>
              </a:ext>
            </a:extLst>
          </p:cNvPr>
          <p:cNvGrpSpPr>
            <a:grpSpLocks noChangeAspect="1"/>
          </p:cNvGrpSpPr>
          <p:nvPr userDrawn="1"/>
        </p:nvGrpSpPr>
        <p:grpSpPr>
          <a:xfrm>
            <a:off x="11550495" y="296659"/>
            <a:ext cx="293402" cy="272103"/>
            <a:chOff x="11501102" y="171573"/>
            <a:chExt cx="419436" cy="388988"/>
          </a:xfrm>
        </p:grpSpPr>
        <p:sp>
          <p:nvSpPr>
            <p:cNvPr id="12" name="Freeform 13">
              <a:extLst>
                <a:ext uri="{FF2B5EF4-FFF2-40B4-BE49-F238E27FC236}">
                  <a16:creationId xmlns:a16="http://schemas.microsoft.com/office/drawing/2014/main" id="{3EE32F98-8C38-4C57-9FB0-371634C7426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13" name="Freeform 14">
              <a:extLst>
                <a:ext uri="{FF2B5EF4-FFF2-40B4-BE49-F238E27FC236}">
                  <a16:creationId xmlns:a16="http://schemas.microsoft.com/office/drawing/2014/main" id="{018F689F-844F-45DF-98A7-ADBEBA9A2F2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sp>
        <p:nvSpPr>
          <p:cNvPr id="15" name="Title 3">
            <a:extLst>
              <a:ext uri="{FF2B5EF4-FFF2-40B4-BE49-F238E27FC236}">
                <a16:creationId xmlns:a16="http://schemas.microsoft.com/office/drawing/2014/main" id="{F67E1EB3-E16B-4CBB-BA0B-A950303461FC}"/>
              </a:ext>
            </a:extLst>
          </p:cNvPr>
          <p:cNvSpPr>
            <a:spLocks noGrp="1"/>
          </p:cNvSpPr>
          <p:nvPr>
            <p:ph type="title" hasCustomPrompt="1"/>
          </p:nvPr>
        </p:nvSpPr>
        <p:spPr>
          <a:xfrm>
            <a:off x="790627" y="3047927"/>
            <a:ext cx="10513960" cy="1227288"/>
          </a:xfrm>
        </p:spPr>
        <p:txBody>
          <a:bodyPr anchor="t"/>
          <a:lstStyle>
            <a:lvl1pPr>
              <a:lnSpc>
                <a:spcPct val="100000"/>
              </a:lnSpc>
              <a:defRPr sz="6000">
                <a:solidFill>
                  <a:schemeClr val="bg1"/>
                </a:solidFill>
                <a:latin typeface="+mj-lt"/>
              </a:defRPr>
            </a:lvl1pPr>
          </a:lstStyle>
          <a:p>
            <a:r>
              <a:rPr lang="de-DE"/>
              <a:t>Presentation title 1 line</a:t>
            </a:r>
          </a:p>
        </p:txBody>
      </p:sp>
      <p:cxnSp>
        <p:nvCxnSpPr>
          <p:cNvPr id="17" name="Straight Connector 16">
            <a:extLst>
              <a:ext uri="{FF2B5EF4-FFF2-40B4-BE49-F238E27FC236}">
                <a16:creationId xmlns:a16="http://schemas.microsoft.com/office/drawing/2014/main" id="{B6FEE3F5-2C54-4287-BB0A-291E8CDE9C0A}"/>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9C31CA1-7139-490B-A243-333CAEE77C8F}"/>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7D3A2E-E1C2-49E4-9192-79F0DC88983A}"/>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38EC5FF-4360-41EB-9512-396D7096FED3}"/>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68CB8C4-6DB5-41E4-B442-A679D79720DB}"/>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6D4AB63-4F9E-4B95-819E-B439A029CC6C}"/>
              </a:ext>
            </a:extLst>
          </p:cNvPr>
          <p:cNvCxnSpPr>
            <a:cxnSpLocks/>
          </p:cNvCxnSpPr>
          <p:nvPr userDrawn="1"/>
        </p:nvCxnSpPr>
        <p:spPr>
          <a:xfrm>
            <a:off x="11843999"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CDB7155-B306-4B98-A5D1-8DB79ADBFF19}"/>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B11AC56-72FB-446F-B8CC-2DB7A9DEDB06}"/>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A90B76A-7C0C-4019-86D6-2A9A555C5C6B}"/>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29A62A3-665F-4868-BBC2-F0E4BEE32701}"/>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A700529-5A04-4408-B848-8F70159DF727}"/>
              </a:ext>
            </a:extLst>
          </p:cNvPr>
          <p:cNvCxnSpPr>
            <a:cxnSpLocks/>
          </p:cNvCxnSpPr>
          <p:nvPr userDrawn="1"/>
        </p:nvCxnSpPr>
        <p:spPr>
          <a:xfrm>
            <a:off x="889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D1FBC41-5893-45AC-9DFA-E0B1FB0B54CA}"/>
              </a:ext>
            </a:extLst>
          </p:cNvPr>
          <p:cNvCxnSpPr>
            <a:cxnSpLocks/>
          </p:cNvCxnSpPr>
          <p:nvPr userDrawn="1"/>
        </p:nvCxnSpPr>
        <p:spPr>
          <a:xfrm>
            <a:off x="925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30" name="Retângulo 43">
            <a:extLst>
              <a:ext uri="{FF2B5EF4-FFF2-40B4-BE49-F238E27FC236}">
                <a16:creationId xmlns:a16="http://schemas.microsoft.com/office/drawing/2014/main" id="{36D04038-543B-49F9-9126-6D5EDABDA2A9}"/>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31" name="Rectangle 27">
            <a:extLst>
              <a:ext uri="{FF2B5EF4-FFF2-40B4-BE49-F238E27FC236}">
                <a16:creationId xmlns:a16="http://schemas.microsoft.com/office/drawing/2014/main" id="{34377240-8BA2-448F-B2ED-6AA3AFF53C08}"/>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sp>
        <p:nvSpPr>
          <p:cNvPr id="35" name="Footer Placeholder 2">
            <a:extLst>
              <a:ext uri="{FF2B5EF4-FFF2-40B4-BE49-F238E27FC236}">
                <a16:creationId xmlns:a16="http://schemas.microsoft.com/office/drawing/2014/main" id="{89C95E42-28AE-4014-A474-36FECAAB5F1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mn-lt"/>
              </a:defRPr>
            </a:lvl1pPr>
          </a:lstStyle>
          <a:p>
            <a:endParaRPr lang="en-AU"/>
          </a:p>
        </p:txBody>
      </p:sp>
      <p:cxnSp>
        <p:nvCxnSpPr>
          <p:cNvPr id="32" name="Straight Connector 31">
            <a:extLst>
              <a:ext uri="{FF2B5EF4-FFF2-40B4-BE49-F238E27FC236}">
                <a16:creationId xmlns:a16="http://schemas.microsoft.com/office/drawing/2014/main" id="{A6A7887F-9C3A-4A4C-8E01-4ACDFD480ACD}"/>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A0D568B-CAB5-7497-80E2-717F8ED7BB97}"/>
              </a:ext>
            </a:extLst>
          </p:cNvPr>
          <p:cNvCxnSpPr/>
          <p:nvPr userDrawn="1"/>
        </p:nvCxnSpPr>
        <p:spPr>
          <a:xfrm>
            <a:off x="11463982" y="278128"/>
            <a:ext cx="0" cy="30916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342B0AA6-5E28-DB20-CA6C-AD6ABDC83865}"/>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65269" y="229623"/>
            <a:ext cx="413194" cy="409516"/>
          </a:xfrm>
          <a:prstGeom prst="rect">
            <a:avLst/>
          </a:prstGeom>
        </p:spPr>
      </p:pic>
      <p:sp>
        <p:nvSpPr>
          <p:cNvPr id="3" name="Text Placeholder 7">
            <a:extLst>
              <a:ext uri="{FF2B5EF4-FFF2-40B4-BE49-F238E27FC236}">
                <a16:creationId xmlns:a16="http://schemas.microsoft.com/office/drawing/2014/main" id="{C9EEA6B5-DFB7-5FE1-BD1D-A9C1290A5640}"/>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2"/>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Tree>
    <p:extLst>
      <p:ext uri="{BB962C8B-B14F-4D97-AF65-F5344CB8AC3E}">
        <p14:creationId xmlns:p14="http://schemas.microsoft.com/office/powerpoint/2010/main" val="53348581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Cover">
    <p:bg>
      <p:bgPr>
        <a:solidFill>
          <a:schemeClr val="tx1"/>
        </a:solidFill>
        <a:effectLst/>
      </p:bgPr>
    </p:bg>
    <p:spTree>
      <p:nvGrpSpPr>
        <p:cNvPr id="1" name=""/>
        <p:cNvGrpSpPr/>
        <p:nvPr/>
      </p:nvGrpSpPr>
      <p:grpSpPr>
        <a:xfrm>
          <a:off x="0" y="0"/>
          <a:ext cx="0" cy="0"/>
          <a:chOff x="0" y="0"/>
          <a:chExt cx="0" cy="0"/>
        </a:xfrm>
      </p:grpSpPr>
      <p:pic>
        <p:nvPicPr>
          <p:cNvPr id="52" name="Picture 51" descr="Background pattern&#10;&#10;Description automatically generated">
            <a:extLst>
              <a:ext uri="{FF2B5EF4-FFF2-40B4-BE49-F238E27FC236}">
                <a16:creationId xmlns:a16="http://schemas.microsoft.com/office/drawing/2014/main" id="{391D3567-96AA-D74B-B883-4B0CB9282CC1}"/>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55" name="Rectangle 54">
            <a:extLst>
              <a:ext uri="{FF2B5EF4-FFF2-40B4-BE49-F238E27FC236}">
                <a16:creationId xmlns:a16="http://schemas.microsoft.com/office/drawing/2014/main" id="{5DDC4059-C6DB-2A41-8062-83874B335247}"/>
              </a:ext>
            </a:extLst>
          </p:cNvPr>
          <p:cNvSpPr/>
          <p:nvPr userDrawn="1"/>
        </p:nvSpPr>
        <p:spPr>
          <a:xfrm>
            <a:off x="-9772" y="447"/>
            <a:ext cx="12204049" cy="6857554"/>
          </a:xfrm>
          <a:prstGeom prst="rect">
            <a:avLst/>
          </a:prstGeom>
          <a:gradFill>
            <a:gsLst>
              <a:gs pos="25000">
                <a:schemeClr val="tx1">
                  <a:lumMod val="0"/>
                  <a:alpha val="30600"/>
                </a:schemeClr>
              </a:gs>
              <a:gs pos="100000">
                <a:schemeClr val="tx1">
                  <a:alpha val="0"/>
                </a:schemeClr>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9994" tIns="89994" rIns="89994" bIns="89994" numCol="1" spcCol="38100" rtlCol="0" anchor="ctr">
            <a:noAutofit/>
          </a:bodyPr>
          <a:lstStyle/>
          <a:p>
            <a:pPr algn="ctr" defTabSz="822919" hangingPunct="0">
              <a:lnSpc>
                <a:spcPct val="140000"/>
              </a:lnSpc>
            </a:pPr>
            <a:endParaRPr lang="en-CN" sz="2800">
              <a:solidFill>
                <a:schemeClr val="bg1"/>
              </a:solidFill>
              <a:latin typeface="Ubuntu Light" panose="020B0304030602030204" pitchFamily="34" charset="0"/>
              <a:sym typeface="BentonSansF Book"/>
            </a:endParaRPr>
          </a:p>
        </p:txBody>
      </p:sp>
      <p:sp>
        <p:nvSpPr>
          <p:cNvPr id="9" name="Rectangle 8">
            <a:extLst>
              <a:ext uri="{FF2B5EF4-FFF2-40B4-BE49-F238E27FC236}">
                <a16:creationId xmlns:a16="http://schemas.microsoft.com/office/drawing/2014/main" id="{15B0EFB3-9269-4285-9308-DD3324BB3950}"/>
              </a:ext>
            </a:extLst>
          </p:cNvPr>
          <p:cNvSpPr/>
          <p:nvPr userDrawn="1"/>
        </p:nvSpPr>
        <p:spPr bwMode="white">
          <a:xfrm>
            <a:off x="0" y="0"/>
            <a:ext cx="77438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cxnSp>
        <p:nvCxnSpPr>
          <p:cNvPr id="17" name="Straight Connector 16">
            <a:extLst>
              <a:ext uri="{FF2B5EF4-FFF2-40B4-BE49-F238E27FC236}">
                <a16:creationId xmlns:a16="http://schemas.microsoft.com/office/drawing/2014/main" id="{573CAE0B-B342-43E0-974E-87600AA4ECDB}"/>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DA71A5B-E14D-497E-9237-97DD077B4AEB}"/>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C35B48B-14A4-43DE-8E8C-DEE6CE6A1BB1}"/>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022B09C-431A-47D5-8641-4BACC5CB5973}"/>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932A129-1270-44C7-89FF-E26EBD29426F}"/>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4CF66A1-772D-4474-8310-F02149F5CEF4}"/>
              </a:ext>
            </a:extLst>
          </p:cNvPr>
          <p:cNvCxnSpPr>
            <a:cxnSpLocks/>
          </p:cNvCxnSpPr>
          <p:nvPr userDrawn="1"/>
        </p:nvCxnSpPr>
        <p:spPr>
          <a:xfrm>
            <a:off x="11843999"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10E6939-3E73-443D-95D5-116C1EDA1677}"/>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4E10112-517D-4A55-84F3-DABA9F8E585C}"/>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538EF98-00A4-4D60-97D2-6C56F11BF153}"/>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E3991D7-019F-4154-BA62-84AC853E1C7D}"/>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608D3D6-5DFA-4038-B164-A187A5B19C54}"/>
              </a:ext>
            </a:extLst>
          </p:cNvPr>
          <p:cNvCxnSpPr>
            <a:cxnSpLocks/>
          </p:cNvCxnSpPr>
          <p:nvPr userDrawn="1"/>
        </p:nvCxnSpPr>
        <p:spPr>
          <a:xfrm>
            <a:off x="889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980B380-22A3-48FB-8041-4DBE61C14FD2}"/>
              </a:ext>
            </a:extLst>
          </p:cNvPr>
          <p:cNvCxnSpPr>
            <a:cxnSpLocks/>
          </p:cNvCxnSpPr>
          <p:nvPr userDrawn="1"/>
        </p:nvCxnSpPr>
        <p:spPr>
          <a:xfrm>
            <a:off x="925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29" name="Retângulo 43">
            <a:extLst>
              <a:ext uri="{FF2B5EF4-FFF2-40B4-BE49-F238E27FC236}">
                <a16:creationId xmlns:a16="http://schemas.microsoft.com/office/drawing/2014/main" id="{A600DB7E-DE08-4FA9-8943-EA3EAEF9EBAC}"/>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30" name="Rectangle 27">
            <a:extLst>
              <a:ext uri="{FF2B5EF4-FFF2-40B4-BE49-F238E27FC236}">
                <a16:creationId xmlns:a16="http://schemas.microsoft.com/office/drawing/2014/main" id="{E92B2F74-0A30-453C-B0F4-EA8791AC4720}"/>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sp>
        <p:nvSpPr>
          <p:cNvPr id="34" name="Footer Placeholder 2">
            <a:extLst>
              <a:ext uri="{FF2B5EF4-FFF2-40B4-BE49-F238E27FC236}">
                <a16:creationId xmlns:a16="http://schemas.microsoft.com/office/drawing/2014/main" id="{BB663227-0D5A-4A6F-95D8-B7C4E32F0C72}"/>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mn-lt"/>
              </a:defRPr>
            </a:lvl1pPr>
          </a:lstStyle>
          <a:p>
            <a:endParaRPr lang="en-AU"/>
          </a:p>
        </p:txBody>
      </p:sp>
      <p:cxnSp>
        <p:nvCxnSpPr>
          <p:cNvPr id="31" name="Straight Connector 30">
            <a:extLst>
              <a:ext uri="{FF2B5EF4-FFF2-40B4-BE49-F238E27FC236}">
                <a16:creationId xmlns:a16="http://schemas.microsoft.com/office/drawing/2014/main" id="{F90B053E-B971-49E6-A2EE-CA20E2F55DB1}"/>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grpSp>
        <p:nvGrpSpPr>
          <p:cNvPr id="3" name="Groupe 1">
            <a:extLst>
              <a:ext uri="{FF2B5EF4-FFF2-40B4-BE49-F238E27FC236}">
                <a16:creationId xmlns:a16="http://schemas.microsoft.com/office/drawing/2014/main" id="{555E9E0B-F5EF-D820-A6D7-3C74E5BD6985}"/>
              </a:ext>
            </a:extLst>
          </p:cNvPr>
          <p:cNvGrpSpPr>
            <a:grpSpLocks noChangeAspect="1"/>
          </p:cNvGrpSpPr>
          <p:nvPr userDrawn="1"/>
        </p:nvGrpSpPr>
        <p:grpSpPr>
          <a:xfrm>
            <a:off x="11550495" y="296659"/>
            <a:ext cx="293402" cy="272103"/>
            <a:chOff x="11501102" y="171573"/>
            <a:chExt cx="419436" cy="388988"/>
          </a:xfrm>
        </p:grpSpPr>
        <p:sp>
          <p:nvSpPr>
            <p:cNvPr id="4" name="Freeform 13">
              <a:extLst>
                <a:ext uri="{FF2B5EF4-FFF2-40B4-BE49-F238E27FC236}">
                  <a16:creationId xmlns:a16="http://schemas.microsoft.com/office/drawing/2014/main" id="{34989988-2061-9C5D-80FA-D671F608508A}"/>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5" name="Freeform 14">
              <a:extLst>
                <a:ext uri="{FF2B5EF4-FFF2-40B4-BE49-F238E27FC236}">
                  <a16:creationId xmlns:a16="http://schemas.microsoft.com/office/drawing/2014/main" id="{2D433C1F-BA5C-D2BA-F6B1-407D88C09E0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cxnSp>
        <p:nvCxnSpPr>
          <p:cNvPr id="6" name="Straight Connector 5">
            <a:extLst>
              <a:ext uri="{FF2B5EF4-FFF2-40B4-BE49-F238E27FC236}">
                <a16:creationId xmlns:a16="http://schemas.microsoft.com/office/drawing/2014/main" id="{F6479B0E-0B87-A07A-5679-6884157C54FE}"/>
              </a:ext>
            </a:extLst>
          </p:cNvPr>
          <p:cNvCxnSpPr/>
          <p:nvPr userDrawn="1"/>
        </p:nvCxnSpPr>
        <p:spPr>
          <a:xfrm>
            <a:off x="11463982" y="278128"/>
            <a:ext cx="0" cy="30916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3">
            <a:extLst>
              <a:ext uri="{FF2B5EF4-FFF2-40B4-BE49-F238E27FC236}">
                <a16:creationId xmlns:a16="http://schemas.microsoft.com/office/drawing/2014/main" id="{B4984FCA-4A46-C2F3-67FD-CA19EE057B74}"/>
              </a:ext>
            </a:extLst>
          </p:cNvPr>
          <p:cNvSpPr>
            <a:spLocks noGrp="1"/>
          </p:cNvSpPr>
          <p:nvPr>
            <p:ph sz="quarter" idx="14"/>
          </p:nvPr>
        </p:nvSpPr>
        <p:spPr>
          <a:xfrm>
            <a:off x="360000" y="1440000"/>
            <a:ext cx="11484000" cy="288000"/>
          </a:xfrm>
        </p:spPr>
        <p:txBody>
          <a:bodyPr/>
          <a:lstStyle>
            <a:lvl1pPr>
              <a:defRPr lang="en-GB" sz="1000" b="1" kern="1200" cap="all" baseline="0" dirty="0">
                <a:solidFill>
                  <a:schemeClr val="accent1"/>
                </a:solidFill>
                <a:latin typeface="+mj-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sp>
        <p:nvSpPr>
          <p:cNvPr id="8" name="Title 1">
            <a:extLst>
              <a:ext uri="{FF2B5EF4-FFF2-40B4-BE49-F238E27FC236}">
                <a16:creationId xmlns:a16="http://schemas.microsoft.com/office/drawing/2014/main" id="{567F406C-191D-640E-0149-6A37266A5A65}"/>
              </a:ext>
            </a:extLst>
          </p:cNvPr>
          <p:cNvSpPr>
            <a:spLocks noGrp="1"/>
          </p:cNvSpPr>
          <p:nvPr>
            <p:ph type="title"/>
          </p:nvPr>
        </p:nvSpPr>
        <p:spPr>
          <a:xfrm>
            <a:off x="360000" y="540000"/>
            <a:ext cx="10620000" cy="360000"/>
          </a:xfrm>
        </p:spPr>
        <p:txBody>
          <a:bodyPr anchor="t"/>
          <a:lstStyle>
            <a:lvl1pPr>
              <a:defRPr kumimoji="0" lang="en-US" sz="2600" b="0" i="0" u="none" strike="noStrike" kern="1200" cap="none" spc="0" normalizeH="0" baseline="0" noProof="0" dirty="0">
                <a:ln>
                  <a:noFill/>
                </a:ln>
                <a:solidFill>
                  <a:schemeClr val="bg1"/>
                </a:solidFill>
                <a:effectLst/>
                <a:uLnTx/>
                <a:uFillTx/>
                <a:latin typeface="Ubuntu Light" panose="020B03040306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
        <p:nvSpPr>
          <p:cNvPr id="10" name="Text Placeholder 7">
            <a:extLst>
              <a:ext uri="{FF2B5EF4-FFF2-40B4-BE49-F238E27FC236}">
                <a16:creationId xmlns:a16="http://schemas.microsoft.com/office/drawing/2014/main" id="{2D20C261-8E84-5983-7A96-39F0C947FE06}"/>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2"/>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BB65F662-5B26-0BF4-D8A6-A98724A8F1F4}"/>
              </a:ext>
            </a:extLst>
          </p:cNvPr>
          <p:cNvSpPr>
            <a:spLocks noGrp="1"/>
          </p:cNvSpPr>
          <p:nvPr>
            <p:ph type="body" sz="quarter" idx="15"/>
          </p:nvPr>
        </p:nvSpPr>
        <p:spPr>
          <a:xfrm>
            <a:off x="5097600" y="1800000"/>
            <a:ext cx="2008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5">
            <a:extLst>
              <a:ext uri="{FF2B5EF4-FFF2-40B4-BE49-F238E27FC236}">
                <a16:creationId xmlns:a16="http://schemas.microsoft.com/office/drawing/2014/main" id="{0FF82362-DABE-6091-2705-D0B41B950C63}"/>
              </a:ext>
            </a:extLst>
          </p:cNvPr>
          <p:cNvSpPr>
            <a:spLocks noGrp="1"/>
          </p:cNvSpPr>
          <p:nvPr>
            <p:ph type="body" sz="quarter" idx="16"/>
          </p:nvPr>
        </p:nvSpPr>
        <p:spPr>
          <a:xfrm>
            <a:off x="7466400" y="1800000"/>
            <a:ext cx="2008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5">
            <a:extLst>
              <a:ext uri="{FF2B5EF4-FFF2-40B4-BE49-F238E27FC236}">
                <a16:creationId xmlns:a16="http://schemas.microsoft.com/office/drawing/2014/main" id="{67497C33-29E1-98B7-E116-3A438EC6D945}"/>
              </a:ext>
            </a:extLst>
          </p:cNvPr>
          <p:cNvSpPr>
            <a:spLocks noGrp="1"/>
          </p:cNvSpPr>
          <p:nvPr>
            <p:ph type="body" sz="quarter" idx="17"/>
          </p:nvPr>
        </p:nvSpPr>
        <p:spPr>
          <a:xfrm>
            <a:off x="9835199" y="1800000"/>
            <a:ext cx="2008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5">
            <a:extLst>
              <a:ext uri="{FF2B5EF4-FFF2-40B4-BE49-F238E27FC236}">
                <a16:creationId xmlns:a16="http://schemas.microsoft.com/office/drawing/2014/main" id="{19608E2D-4918-20A6-35E0-3E6F7C965564}"/>
              </a:ext>
            </a:extLst>
          </p:cNvPr>
          <p:cNvSpPr>
            <a:spLocks noGrp="1"/>
          </p:cNvSpPr>
          <p:nvPr>
            <p:ph type="body" sz="quarter" idx="12"/>
          </p:nvPr>
        </p:nvSpPr>
        <p:spPr>
          <a:xfrm>
            <a:off x="360000" y="1800000"/>
            <a:ext cx="1900800" cy="4680000"/>
          </a:xfrm>
        </p:spPr>
        <p:txBody>
          <a:bodyPr/>
          <a:lstStyle>
            <a:lvl1pPr algn="l" defTabSz="914400" rtl="0" eaLnBrk="1" latinLnBrk="0" hangingPunct="1">
              <a:lnSpc>
                <a:spcPct val="100000"/>
              </a:lnSpc>
              <a:spcAft>
                <a:spcPts val="0"/>
              </a:spcAft>
              <a:defRPr lang="en-US" sz="1000" b="1" kern="1200" cap="all" baseline="0" dirty="0">
                <a:solidFill>
                  <a:schemeClr val="accent2"/>
                </a:solidFill>
                <a:latin typeface="+mj-lt"/>
                <a:ea typeface="+mn-ea"/>
                <a:cs typeface="+mn-cs"/>
              </a:defRPr>
            </a:lvl1pPr>
            <a:lvl2pPr marL="0" indent="0" algn="l" defTabSz="914400" rtl="0" eaLnBrk="1" latinLnBrk="0" hangingPunct="1">
              <a:lnSpc>
                <a:spcPct val="100000"/>
              </a:lnSpc>
              <a:spcBef>
                <a:spcPts val="600"/>
              </a:spcBef>
              <a:spcAft>
                <a:spcPts val="0"/>
              </a:spcAft>
              <a:buNone/>
              <a:defRPr lang="en-US" sz="900" b="0" kern="1200" cap="none" baseline="0" dirty="0">
                <a:solidFill>
                  <a:schemeClr val="bg1"/>
                </a:solidFill>
                <a:latin typeface="Ubuntu Light" panose="020B0304030602030204" pitchFamily="34" charset="0"/>
                <a:ea typeface="+mn-ea"/>
                <a:cs typeface="+mn-cs"/>
              </a:defRPr>
            </a:lvl2pPr>
            <a:lvl3pPr marL="144000" indent="-144000" algn="l" defTabSz="914400" rtl="0" eaLnBrk="1" latinLnBrk="0" hangingPunct="1">
              <a:lnSpc>
                <a:spcPct val="100000"/>
              </a:lnSpc>
              <a:spcBef>
                <a:spcPts val="300"/>
              </a:spcBef>
              <a:spcAft>
                <a:spcPts val="0"/>
              </a:spcAft>
              <a:buClr>
                <a:schemeClr val="accent1"/>
              </a:buClr>
              <a:buSzPct val="120000"/>
              <a:buFont typeface="Arial" panose="020B0604020202020204" pitchFamily="34" charset="0"/>
              <a:buChar char="•"/>
              <a:defRPr lang="en-US" sz="900" b="0" kern="1200" cap="none" baseline="0" dirty="0">
                <a:solidFill>
                  <a:schemeClr val="bg1"/>
                </a:solidFill>
                <a:latin typeface="Ubuntu Light" panose="020B0304030602030204" pitchFamily="34" charset="0"/>
                <a:ea typeface="+mn-ea"/>
                <a:cs typeface="+mn-cs"/>
              </a:defRPr>
            </a:lvl3pPr>
            <a:lvl4pPr marL="288000" indent="-144000" algn="l" defTabSz="914400" rtl="0" eaLnBrk="1" latinLnBrk="0" hangingPunct="1">
              <a:lnSpc>
                <a:spcPct val="100000"/>
              </a:lnSpc>
              <a:spcBef>
                <a:spcPts val="300"/>
              </a:spcBef>
              <a:spcAft>
                <a:spcPts val="0"/>
              </a:spcAft>
              <a:buClrTx/>
              <a:buFont typeface="Ubuntu" panose="020B0504030602030204" pitchFamily="34" charset="0"/>
              <a:buChar char="−"/>
              <a:defRPr lang="en-US" sz="900" b="0" kern="1200" cap="none" baseline="0" dirty="0">
                <a:solidFill>
                  <a:schemeClr val="bg1"/>
                </a:solidFill>
                <a:latin typeface="Ubuntu Light" panose="020B0304030602030204" pitchFamily="34" charset="0"/>
                <a:ea typeface="+mn-ea"/>
                <a:cs typeface="+mn-cs"/>
              </a:defRPr>
            </a:lvl4pPr>
            <a:lvl5pPr marL="432000" algn="l" defTabSz="914400" rtl="0" eaLnBrk="1" latinLnBrk="0" hangingPunct="1">
              <a:lnSpc>
                <a:spcPct val="100000"/>
              </a:lnSpc>
              <a:spcBef>
                <a:spcPts val="300"/>
              </a:spcBef>
              <a:spcAft>
                <a:spcPts val="0"/>
              </a:spcAft>
              <a:buClr>
                <a:schemeClr val="accent2"/>
              </a:buClr>
              <a:defRPr lang="en-GB" sz="900" b="0" kern="1200" cap="none" baseline="0" dirty="0">
                <a:solidFill>
                  <a:schemeClr val="bg1"/>
                </a:solidFill>
                <a:latin typeface="Ubuntu Light" panose="020B0304030602030204"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5">
            <a:extLst>
              <a:ext uri="{FF2B5EF4-FFF2-40B4-BE49-F238E27FC236}">
                <a16:creationId xmlns:a16="http://schemas.microsoft.com/office/drawing/2014/main" id="{476661BB-132E-DE76-1B4A-2B13FB6D8B3D}"/>
              </a:ext>
            </a:extLst>
          </p:cNvPr>
          <p:cNvSpPr>
            <a:spLocks noGrp="1"/>
          </p:cNvSpPr>
          <p:nvPr>
            <p:ph type="body" sz="quarter" idx="18"/>
          </p:nvPr>
        </p:nvSpPr>
        <p:spPr>
          <a:xfrm>
            <a:off x="2620799" y="1800000"/>
            <a:ext cx="1900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a:extLst>
              <a:ext uri="{FF2B5EF4-FFF2-40B4-BE49-F238E27FC236}">
                <a16:creationId xmlns:a16="http://schemas.microsoft.com/office/drawing/2014/main" id="{10800527-4E68-0001-A3CA-D68B17438877}"/>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65269" y="229623"/>
            <a:ext cx="413194" cy="409516"/>
          </a:xfrm>
          <a:prstGeom prst="rect">
            <a:avLst/>
          </a:prstGeom>
        </p:spPr>
      </p:pic>
    </p:spTree>
    <p:extLst>
      <p:ext uri="{BB962C8B-B14F-4D97-AF65-F5344CB8AC3E}">
        <p14:creationId xmlns:p14="http://schemas.microsoft.com/office/powerpoint/2010/main" val="165872923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6_Cover">
    <p:bg>
      <p:bgPr>
        <a:solidFill>
          <a:schemeClr val="tx1"/>
        </a:solidFill>
        <a:effectLst/>
      </p:bgPr>
    </p:bg>
    <p:spTree>
      <p:nvGrpSpPr>
        <p:cNvPr id="1" name=""/>
        <p:cNvGrpSpPr/>
        <p:nvPr/>
      </p:nvGrpSpPr>
      <p:grpSpPr>
        <a:xfrm>
          <a:off x="0" y="0"/>
          <a:ext cx="0" cy="0"/>
          <a:chOff x="0" y="0"/>
          <a:chExt cx="0" cy="0"/>
        </a:xfrm>
      </p:grpSpPr>
      <p:pic>
        <p:nvPicPr>
          <p:cNvPr id="52" name="Picture 51" descr="Background pattern&#10;&#10;Description automatically generated">
            <a:extLst>
              <a:ext uri="{FF2B5EF4-FFF2-40B4-BE49-F238E27FC236}">
                <a16:creationId xmlns:a16="http://schemas.microsoft.com/office/drawing/2014/main" id="{391D3567-96AA-D74B-B883-4B0CB9282CC1}"/>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55" name="Rectangle 54">
            <a:extLst>
              <a:ext uri="{FF2B5EF4-FFF2-40B4-BE49-F238E27FC236}">
                <a16:creationId xmlns:a16="http://schemas.microsoft.com/office/drawing/2014/main" id="{5DDC4059-C6DB-2A41-8062-83874B335247}"/>
              </a:ext>
            </a:extLst>
          </p:cNvPr>
          <p:cNvSpPr/>
          <p:nvPr userDrawn="1"/>
        </p:nvSpPr>
        <p:spPr>
          <a:xfrm>
            <a:off x="-9772" y="447"/>
            <a:ext cx="12204049" cy="6857554"/>
          </a:xfrm>
          <a:prstGeom prst="rect">
            <a:avLst/>
          </a:prstGeom>
          <a:gradFill>
            <a:gsLst>
              <a:gs pos="25000">
                <a:schemeClr val="tx1">
                  <a:lumMod val="0"/>
                  <a:alpha val="30600"/>
                </a:schemeClr>
              </a:gs>
              <a:gs pos="100000">
                <a:schemeClr val="tx1">
                  <a:alpha val="0"/>
                </a:schemeClr>
              </a:gs>
            </a:gsLst>
            <a:lin ang="0" scaled="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9994" tIns="89994" rIns="89994" bIns="89994" numCol="1" spcCol="38100" rtlCol="0" anchor="ctr">
            <a:noAutofit/>
          </a:bodyPr>
          <a:lstStyle/>
          <a:p>
            <a:pPr algn="ctr" defTabSz="822919" hangingPunct="0">
              <a:lnSpc>
                <a:spcPct val="140000"/>
              </a:lnSpc>
            </a:pPr>
            <a:endParaRPr lang="en-CN" sz="2800">
              <a:solidFill>
                <a:schemeClr val="bg1"/>
              </a:solidFill>
              <a:latin typeface="Ubuntu Light" panose="020B0304030602030204" pitchFamily="34" charset="0"/>
              <a:sym typeface="BentonSansF Book"/>
            </a:endParaRPr>
          </a:p>
        </p:txBody>
      </p:sp>
      <p:sp>
        <p:nvSpPr>
          <p:cNvPr id="9" name="Rectangle 8">
            <a:extLst>
              <a:ext uri="{FF2B5EF4-FFF2-40B4-BE49-F238E27FC236}">
                <a16:creationId xmlns:a16="http://schemas.microsoft.com/office/drawing/2014/main" id="{15B0EFB3-9269-4285-9308-DD3324BB3950}"/>
              </a:ext>
            </a:extLst>
          </p:cNvPr>
          <p:cNvSpPr/>
          <p:nvPr userDrawn="1"/>
        </p:nvSpPr>
        <p:spPr bwMode="white">
          <a:xfrm>
            <a:off x="0" y="0"/>
            <a:ext cx="559008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nvGrpSpPr>
          <p:cNvPr id="11" name="Groupe 1">
            <a:extLst>
              <a:ext uri="{FF2B5EF4-FFF2-40B4-BE49-F238E27FC236}">
                <a16:creationId xmlns:a16="http://schemas.microsoft.com/office/drawing/2014/main" id="{C0B96736-D2AF-4D0D-AD23-5181E14F9713}"/>
              </a:ext>
            </a:extLst>
          </p:cNvPr>
          <p:cNvGrpSpPr>
            <a:grpSpLocks noChangeAspect="1"/>
          </p:cNvGrpSpPr>
          <p:nvPr userDrawn="1"/>
        </p:nvGrpSpPr>
        <p:grpSpPr>
          <a:xfrm>
            <a:off x="11550495" y="296659"/>
            <a:ext cx="293402" cy="272103"/>
            <a:chOff x="11501102" y="171573"/>
            <a:chExt cx="419436" cy="388988"/>
          </a:xfrm>
        </p:grpSpPr>
        <p:sp>
          <p:nvSpPr>
            <p:cNvPr id="12" name="Freeform 13">
              <a:extLst>
                <a:ext uri="{FF2B5EF4-FFF2-40B4-BE49-F238E27FC236}">
                  <a16:creationId xmlns:a16="http://schemas.microsoft.com/office/drawing/2014/main" id="{3EE32F98-8C38-4C57-9FB0-371634C7426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13" name="Freeform 14">
              <a:extLst>
                <a:ext uri="{FF2B5EF4-FFF2-40B4-BE49-F238E27FC236}">
                  <a16:creationId xmlns:a16="http://schemas.microsoft.com/office/drawing/2014/main" id="{018F689F-844F-45DF-98A7-ADBEBA9A2F2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cxnSp>
        <p:nvCxnSpPr>
          <p:cNvPr id="17" name="Straight Connector 16">
            <a:extLst>
              <a:ext uri="{FF2B5EF4-FFF2-40B4-BE49-F238E27FC236}">
                <a16:creationId xmlns:a16="http://schemas.microsoft.com/office/drawing/2014/main" id="{8A698DEF-AE1E-4400-9CF4-1B78962B11BA}"/>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75D2CF7-9324-4553-B37C-CB1001390EDA}"/>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67A0370-7358-4479-BB3C-A1A754AB4179}"/>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EF352EF-9FD5-4084-8643-50AA91B7EC80}"/>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97AB479-1EE1-486F-847D-200360983EA7}"/>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6772B9E-5BD5-4673-A25B-129AF5ACCDD2}"/>
              </a:ext>
            </a:extLst>
          </p:cNvPr>
          <p:cNvCxnSpPr>
            <a:cxnSpLocks/>
          </p:cNvCxnSpPr>
          <p:nvPr userDrawn="1"/>
        </p:nvCxnSpPr>
        <p:spPr>
          <a:xfrm>
            <a:off x="11843999"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4763908-74FB-4056-93B3-411635483748}"/>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5731910-7588-4333-A9BA-92CDEDDF0856}"/>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9081D71-2AE2-40CC-81AF-DB4CCC3B495D}"/>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13CEAA-5D35-4274-A8FC-E11214AB3562}"/>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507428B-F57F-4B94-B290-9E6129E26C52}"/>
              </a:ext>
            </a:extLst>
          </p:cNvPr>
          <p:cNvCxnSpPr>
            <a:cxnSpLocks/>
          </p:cNvCxnSpPr>
          <p:nvPr userDrawn="1"/>
        </p:nvCxnSpPr>
        <p:spPr>
          <a:xfrm>
            <a:off x="889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A1A51A4-5A22-4059-911A-4C63F62005E9}"/>
              </a:ext>
            </a:extLst>
          </p:cNvPr>
          <p:cNvCxnSpPr>
            <a:cxnSpLocks/>
          </p:cNvCxnSpPr>
          <p:nvPr userDrawn="1"/>
        </p:nvCxnSpPr>
        <p:spPr>
          <a:xfrm>
            <a:off x="925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29" name="Retângulo 43">
            <a:extLst>
              <a:ext uri="{FF2B5EF4-FFF2-40B4-BE49-F238E27FC236}">
                <a16:creationId xmlns:a16="http://schemas.microsoft.com/office/drawing/2014/main" id="{6D184557-2E2D-4260-94CB-B26BC9DF6C17}"/>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30" name="Rectangle 27">
            <a:extLst>
              <a:ext uri="{FF2B5EF4-FFF2-40B4-BE49-F238E27FC236}">
                <a16:creationId xmlns:a16="http://schemas.microsoft.com/office/drawing/2014/main" id="{20B0E9B0-8522-4D6C-A42C-1384F5D32CA6}"/>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sp>
        <p:nvSpPr>
          <p:cNvPr id="34" name="Footer Placeholder 2">
            <a:extLst>
              <a:ext uri="{FF2B5EF4-FFF2-40B4-BE49-F238E27FC236}">
                <a16:creationId xmlns:a16="http://schemas.microsoft.com/office/drawing/2014/main" id="{A009D693-D22C-4E4D-AB97-CEA22352DABC}"/>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mn-lt"/>
              </a:defRPr>
            </a:lvl1pPr>
          </a:lstStyle>
          <a:p>
            <a:endParaRPr lang="en-AU"/>
          </a:p>
        </p:txBody>
      </p:sp>
      <p:cxnSp>
        <p:nvCxnSpPr>
          <p:cNvPr id="31" name="Straight Connector 30">
            <a:extLst>
              <a:ext uri="{FF2B5EF4-FFF2-40B4-BE49-F238E27FC236}">
                <a16:creationId xmlns:a16="http://schemas.microsoft.com/office/drawing/2014/main" id="{BB8C3372-EA33-422B-80C8-E88D891EB0D5}"/>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E489D8F-60E6-D605-90F6-BF98D73DB074}"/>
              </a:ext>
            </a:extLst>
          </p:cNvPr>
          <p:cNvCxnSpPr/>
          <p:nvPr userDrawn="1"/>
        </p:nvCxnSpPr>
        <p:spPr>
          <a:xfrm>
            <a:off x="11463982" y="278128"/>
            <a:ext cx="0" cy="30916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3">
            <a:extLst>
              <a:ext uri="{FF2B5EF4-FFF2-40B4-BE49-F238E27FC236}">
                <a16:creationId xmlns:a16="http://schemas.microsoft.com/office/drawing/2014/main" id="{4392B282-C2AA-E61F-71BD-79673955F356}"/>
              </a:ext>
            </a:extLst>
          </p:cNvPr>
          <p:cNvSpPr>
            <a:spLocks noGrp="1"/>
          </p:cNvSpPr>
          <p:nvPr>
            <p:ph sz="quarter" idx="14"/>
          </p:nvPr>
        </p:nvSpPr>
        <p:spPr>
          <a:xfrm>
            <a:off x="360000" y="1440000"/>
            <a:ext cx="11484000" cy="288000"/>
          </a:xfrm>
        </p:spPr>
        <p:txBody>
          <a:bodyPr/>
          <a:lstStyle>
            <a:lvl1pPr>
              <a:defRPr lang="en-GB" sz="1000" b="1" kern="1200" cap="all" baseline="0" dirty="0">
                <a:solidFill>
                  <a:schemeClr val="accent1"/>
                </a:solidFill>
                <a:latin typeface="+mj-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sp>
        <p:nvSpPr>
          <p:cNvPr id="4" name="Title 1">
            <a:extLst>
              <a:ext uri="{FF2B5EF4-FFF2-40B4-BE49-F238E27FC236}">
                <a16:creationId xmlns:a16="http://schemas.microsoft.com/office/drawing/2014/main" id="{1D40DDD9-8A97-D1FE-9F98-371BB50768AA}"/>
              </a:ext>
            </a:extLst>
          </p:cNvPr>
          <p:cNvSpPr>
            <a:spLocks noGrp="1"/>
          </p:cNvSpPr>
          <p:nvPr>
            <p:ph type="title"/>
          </p:nvPr>
        </p:nvSpPr>
        <p:spPr>
          <a:xfrm>
            <a:off x="360000" y="540000"/>
            <a:ext cx="10620000" cy="360000"/>
          </a:xfrm>
        </p:spPr>
        <p:txBody>
          <a:bodyPr anchor="t"/>
          <a:lstStyle>
            <a:lvl1pPr>
              <a:defRPr kumimoji="0" lang="en-US" sz="2600" b="0" i="0" u="none" strike="noStrike" kern="1200" cap="none" spc="0" normalizeH="0" baseline="0" noProof="0" dirty="0">
                <a:ln>
                  <a:noFill/>
                </a:ln>
                <a:solidFill>
                  <a:schemeClr val="bg1"/>
                </a:solidFill>
                <a:effectLst/>
                <a:uLnTx/>
                <a:uFillTx/>
                <a:latin typeface="Ubuntu Light" panose="020B03040306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
        <p:nvSpPr>
          <p:cNvPr id="5" name="Text Placeholder 7">
            <a:extLst>
              <a:ext uri="{FF2B5EF4-FFF2-40B4-BE49-F238E27FC236}">
                <a16:creationId xmlns:a16="http://schemas.microsoft.com/office/drawing/2014/main" id="{8758ABD0-E0DC-75BC-04CC-332CEB023F11}"/>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2"/>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7" name="Text Placeholder 5">
            <a:extLst>
              <a:ext uri="{FF2B5EF4-FFF2-40B4-BE49-F238E27FC236}">
                <a16:creationId xmlns:a16="http://schemas.microsoft.com/office/drawing/2014/main" id="{689B63C2-B5B6-48EB-A16A-EFB49374A554}"/>
              </a:ext>
            </a:extLst>
          </p:cNvPr>
          <p:cNvSpPr>
            <a:spLocks noGrp="1"/>
          </p:cNvSpPr>
          <p:nvPr>
            <p:ph type="body" sz="quarter" idx="15"/>
          </p:nvPr>
        </p:nvSpPr>
        <p:spPr>
          <a:xfrm>
            <a:off x="5939999" y="1800000"/>
            <a:ext cx="27792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5">
            <a:extLst>
              <a:ext uri="{FF2B5EF4-FFF2-40B4-BE49-F238E27FC236}">
                <a16:creationId xmlns:a16="http://schemas.microsoft.com/office/drawing/2014/main" id="{668BA0D2-6561-7D0D-FE1B-B78774C0433E}"/>
              </a:ext>
            </a:extLst>
          </p:cNvPr>
          <p:cNvSpPr>
            <a:spLocks noGrp="1"/>
          </p:cNvSpPr>
          <p:nvPr>
            <p:ph type="body" sz="quarter" idx="16"/>
          </p:nvPr>
        </p:nvSpPr>
        <p:spPr>
          <a:xfrm>
            <a:off x="9064800" y="1800000"/>
            <a:ext cx="27792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5">
            <a:extLst>
              <a:ext uri="{FF2B5EF4-FFF2-40B4-BE49-F238E27FC236}">
                <a16:creationId xmlns:a16="http://schemas.microsoft.com/office/drawing/2014/main" id="{13377280-69D4-E632-5132-88F541A03E69}"/>
              </a:ext>
            </a:extLst>
          </p:cNvPr>
          <p:cNvSpPr>
            <a:spLocks noGrp="1"/>
          </p:cNvSpPr>
          <p:nvPr>
            <p:ph type="body" sz="quarter" idx="12"/>
          </p:nvPr>
        </p:nvSpPr>
        <p:spPr>
          <a:xfrm>
            <a:off x="359999" y="1800000"/>
            <a:ext cx="2257200" cy="4680000"/>
          </a:xfrm>
        </p:spPr>
        <p:txBody>
          <a:bodyPr/>
          <a:lstStyle>
            <a:lvl1pPr algn="l" defTabSz="914400" rtl="0" eaLnBrk="1" latinLnBrk="0" hangingPunct="1">
              <a:lnSpc>
                <a:spcPct val="100000"/>
              </a:lnSpc>
              <a:spcAft>
                <a:spcPts val="0"/>
              </a:spcAft>
              <a:defRPr lang="en-US" sz="1000" b="1" kern="1200" cap="all" baseline="0" dirty="0">
                <a:solidFill>
                  <a:schemeClr val="accent2"/>
                </a:solidFill>
                <a:latin typeface="+mj-lt"/>
                <a:ea typeface="+mn-ea"/>
                <a:cs typeface="+mn-cs"/>
              </a:defRPr>
            </a:lvl1pPr>
            <a:lvl2pPr marL="0" indent="0" algn="l" defTabSz="914400" rtl="0" eaLnBrk="1" latinLnBrk="0" hangingPunct="1">
              <a:lnSpc>
                <a:spcPct val="100000"/>
              </a:lnSpc>
              <a:spcBef>
                <a:spcPts val="600"/>
              </a:spcBef>
              <a:spcAft>
                <a:spcPts val="0"/>
              </a:spcAft>
              <a:buNone/>
              <a:defRPr lang="en-US" sz="900" b="0" kern="1200" cap="none" baseline="0" dirty="0">
                <a:solidFill>
                  <a:schemeClr val="bg1"/>
                </a:solidFill>
                <a:latin typeface="Ubuntu Light" panose="020B0304030602030204" pitchFamily="34" charset="0"/>
                <a:ea typeface="+mn-ea"/>
                <a:cs typeface="+mn-cs"/>
              </a:defRPr>
            </a:lvl2pPr>
            <a:lvl3pPr marL="144000" indent="-144000" algn="l" defTabSz="914400" rtl="0" eaLnBrk="1" latinLnBrk="0" hangingPunct="1">
              <a:lnSpc>
                <a:spcPct val="100000"/>
              </a:lnSpc>
              <a:spcBef>
                <a:spcPts val="300"/>
              </a:spcBef>
              <a:spcAft>
                <a:spcPts val="0"/>
              </a:spcAft>
              <a:buClr>
                <a:schemeClr val="accent1"/>
              </a:buClr>
              <a:buSzPct val="120000"/>
              <a:buFont typeface="Arial" panose="020B0604020202020204" pitchFamily="34" charset="0"/>
              <a:buChar char="•"/>
              <a:defRPr lang="en-US" sz="900" b="0" kern="1200" cap="none" baseline="0" dirty="0">
                <a:solidFill>
                  <a:schemeClr val="bg1"/>
                </a:solidFill>
                <a:latin typeface="Ubuntu Light" panose="020B0304030602030204" pitchFamily="34" charset="0"/>
                <a:ea typeface="+mn-ea"/>
                <a:cs typeface="+mn-cs"/>
              </a:defRPr>
            </a:lvl3pPr>
            <a:lvl4pPr marL="288000" indent="-144000" algn="l" defTabSz="914400" rtl="0" eaLnBrk="1" latinLnBrk="0" hangingPunct="1">
              <a:lnSpc>
                <a:spcPct val="100000"/>
              </a:lnSpc>
              <a:spcBef>
                <a:spcPts val="300"/>
              </a:spcBef>
              <a:spcAft>
                <a:spcPts val="0"/>
              </a:spcAft>
              <a:buClrTx/>
              <a:buFont typeface="Ubuntu" panose="020B0504030602030204" pitchFamily="34" charset="0"/>
              <a:buChar char="−"/>
              <a:defRPr lang="en-US" sz="900" b="0" kern="1200" cap="none" baseline="0" dirty="0">
                <a:solidFill>
                  <a:schemeClr val="bg1"/>
                </a:solidFill>
                <a:latin typeface="Ubuntu Light" panose="020B0304030602030204" pitchFamily="34" charset="0"/>
                <a:ea typeface="+mn-ea"/>
                <a:cs typeface="+mn-cs"/>
              </a:defRPr>
            </a:lvl4pPr>
            <a:lvl5pPr marL="432000" algn="l" defTabSz="914400" rtl="0" eaLnBrk="1" latinLnBrk="0" hangingPunct="1">
              <a:lnSpc>
                <a:spcPct val="100000"/>
              </a:lnSpc>
              <a:spcBef>
                <a:spcPts val="300"/>
              </a:spcBef>
              <a:spcAft>
                <a:spcPts val="0"/>
              </a:spcAft>
              <a:buClr>
                <a:schemeClr val="accent2"/>
              </a:buClr>
              <a:defRPr lang="en-GB" sz="900" b="0" kern="1200" cap="none" baseline="0" dirty="0">
                <a:solidFill>
                  <a:schemeClr val="bg1"/>
                </a:solidFill>
                <a:latin typeface="Ubuntu Light" panose="020B0304030602030204"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5">
            <a:extLst>
              <a:ext uri="{FF2B5EF4-FFF2-40B4-BE49-F238E27FC236}">
                <a16:creationId xmlns:a16="http://schemas.microsoft.com/office/drawing/2014/main" id="{E53698A8-E2B3-E5EF-7BA1-5FE9D4647FA3}"/>
              </a:ext>
            </a:extLst>
          </p:cNvPr>
          <p:cNvSpPr>
            <a:spLocks noGrp="1"/>
          </p:cNvSpPr>
          <p:nvPr>
            <p:ph type="body" sz="quarter" idx="18"/>
          </p:nvPr>
        </p:nvSpPr>
        <p:spPr>
          <a:xfrm>
            <a:off x="2976936" y="1800000"/>
            <a:ext cx="22572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a:extLst>
              <a:ext uri="{FF2B5EF4-FFF2-40B4-BE49-F238E27FC236}">
                <a16:creationId xmlns:a16="http://schemas.microsoft.com/office/drawing/2014/main" id="{16EFFD65-5026-B7B3-3F50-F6B6018FDE1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65269" y="229623"/>
            <a:ext cx="413194" cy="409516"/>
          </a:xfrm>
          <a:prstGeom prst="rect">
            <a:avLst/>
          </a:prstGeom>
        </p:spPr>
      </p:pic>
    </p:spTree>
    <p:extLst>
      <p:ext uri="{BB962C8B-B14F-4D97-AF65-F5344CB8AC3E}">
        <p14:creationId xmlns:p14="http://schemas.microsoft.com/office/powerpoint/2010/main" val="2545483503"/>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pic>
        <p:nvPicPr>
          <p:cNvPr id="20" name="Picture 19" descr="Background pattern&#10;&#10;Description automatically generated">
            <a:extLst>
              <a:ext uri="{FF2B5EF4-FFF2-40B4-BE49-F238E27FC236}">
                <a16:creationId xmlns:a16="http://schemas.microsoft.com/office/drawing/2014/main" id="{74A0829C-B673-958F-70DC-47DA6BAACD5B}"/>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21" name="Rectangle 20">
            <a:extLst>
              <a:ext uri="{FF2B5EF4-FFF2-40B4-BE49-F238E27FC236}">
                <a16:creationId xmlns:a16="http://schemas.microsoft.com/office/drawing/2014/main" id="{04ECFAC1-5426-A785-6E56-D098ACF1AFD8}"/>
              </a:ext>
            </a:extLst>
          </p:cNvPr>
          <p:cNvSpPr/>
          <p:nvPr userDrawn="1"/>
        </p:nvSpPr>
        <p:spPr>
          <a:xfrm>
            <a:off x="4827601" y="0"/>
            <a:ext cx="7363608" cy="6858000"/>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2" name="Isosceles Triangle 21">
            <a:extLst>
              <a:ext uri="{FF2B5EF4-FFF2-40B4-BE49-F238E27FC236}">
                <a16:creationId xmlns:a16="http://schemas.microsoft.com/office/drawing/2014/main" id="{D7A492A7-9117-9F29-D1C0-903BDF4AFDAC}"/>
              </a:ext>
            </a:extLst>
          </p:cNvPr>
          <p:cNvSpPr/>
          <p:nvPr userDrawn="1"/>
        </p:nvSpPr>
        <p:spPr>
          <a:xfrm rot="5400000">
            <a:off x="4377600" y="3339000"/>
            <a:ext cx="1080000" cy="180000"/>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3" name="Text Placeholder 5">
            <a:extLst>
              <a:ext uri="{FF2B5EF4-FFF2-40B4-BE49-F238E27FC236}">
                <a16:creationId xmlns:a16="http://schemas.microsoft.com/office/drawing/2014/main" id="{18B05365-7123-4BA1-B4CF-B98A1B5450FD}"/>
              </a:ext>
            </a:extLst>
          </p:cNvPr>
          <p:cNvSpPr>
            <a:spLocks noGrp="1"/>
          </p:cNvSpPr>
          <p:nvPr>
            <p:ph type="body" sz="quarter" idx="15"/>
          </p:nvPr>
        </p:nvSpPr>
        <p:spPr>
          <a:xfrm>
            <a:off x="5097600" y="1800000"/>
            <a:ext cx="2008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5">
            <a:extLst>
              <a:ext uri="{FF2B5EF4-FFF2-40B4-BE49-F238E27FC236}">
                <a16:creationId xmlns:a16="http://schemas.microsoft.com/office/drawing/2014/main" id="{7245AD12-2351-44AF-B66C-3DCADDCC49DF}"/>
              </a:ext>
            </a:extLst>
          </p:cNvPr>
          <p:cNvSpPr>
            <a:spLocks noGrp="1"/>
          </p:cNvSpPr>
          <p:nvPr>
            <p:ph type="body" sz="quarter" idx="16"/>
          </p:nvPr>
        </p:nvSpPr>
        <p:spPr>
          <a:xfrm>
            <a:off x="7466400" y="1800000"/>
            <a:ext cx="2008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5">
            <a:extLst>
              <a:ext uri="{FF2B5EF4-FFF2-40B4-BE49-F238E27FC236}">
                <a16:creationId xmlns:a16="http://schemas.microsoft.com/office/drawing/2014/main" id="{6BD5BF9D-E147-41BE-865F-D3FA3DF6329B}"/>
              </a:ext>
            </a:extLst>
          </p:cNvPr>
          <p:cNvSpPr>
            <a:spLocks noGrp="1"/>
          </p:cNvSpPr>
          <p:nvPr>
            <p:ph type="body" sz="quarter" idx="17"/>
          </p:nvPr>
        </p:nvSpPr>
        <p:spPr>
          <a:xfrm>
            <a:off x="9835199" y="1800000"/>
            <a:ext cx="2008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3" name="Groupe 1">
            <a:extLst>
              <a:ext uri="{FF2B5EF4-FFF2-40B4-BE49-F238E27FC236}">
                <a16:creationId xmlns:a16="http://schemas.microsoft.com/office/drawing/2014/main" id="{FFA26926-692E-74A5-2FF3-18A788EE70C5}"/>
              </a:ext>
            </a:extLst>
          </p:cNvPr>
          <p:cNvGrpSpPr>
            <a:grpSpLocks noChangeAspect="1"/>
          </p:cNvGrpSpPr>
          <p:nvPr userDrawn="1"/>
        </p:nvGrpSpPr>
        <p:grpSpPr>
          <a:xfrm>
            <a:off x="11550495" y="296659"/>
            <a:ext cx="293402" cy="272103"/>
            <a:chOff x="11501102" y="171573"/>
            <a:chExt cx="419436" cy="388988"/>
          </a:xfrm>
        </p:grpSpPr>
        <p:sp>
          <p:nvSpPr>
            <p:cNvPr id="4" name="Freeform 13">
              <a:extLst>
                <a:ext uri="{FF2B5EF4-FFF2-40B4-BE49-F238E27FC236}">
                  <a16:creationId xmlns:a16="http://schemas.microsoft.com/office/drawing/2014/main" id="{306BC00F-8A3F-5553-C738-D10E14D9402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7" name="Freeform 14">
              <a:extLst>
                <a:ext uri="{FF2B5EF4-FFF2-40B4-BE49-F238E27FC236}">
                  <a16:creationId xmlns:a16="http://schemas.microsoft.com/office/drawing/2014/main" id="{2B3429E8-C2DB-1CC2-ACC8-8C5E8EDA9A0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cxnSp>
        <p:nvCxnSpPr>
          <p:cNvPr id="9" name="Straight Connector 8">
            <a:extLst>
              <a:ext uri="{FF2B5EF4-FFF2-40B4-BE49-F238E27FC236}">
                <a16:creationId xmlns:a16="http://schemas.microsoft.com/office/drawing/2014/main" id="{D591D508-DD7E-6B9B-15C8-0AF70902D247}"/>
              </a:ext>
            </a:extLst>
          </p:cNvPr>
          <p:cNvCxnSpPr/>
          <p:nvPr userDrawn="1"/>
        </p:nvCxnSpPr>
        <p:spPr>
          <a:xfrm>
            <a:off x="11463982" y="278128"/>
            <a:ext cx="0" cy="30916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Retângulo 43">
            <a:extLst>
              <a:ext uri="{FF2B5EF4-FFF2-40B4-BE49-F238E27FC236}">
                <a16:creationId xmlns:a16="http://schemas.microsoft.com/office/drawing/2014/main" id="{94B5E298-D01D-1789-7F48-4008BFA387EF}"/>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24" name="Rectangle 27">
            <a:extLst>
              <a:ext uri="{FF2B5EF4-FFF2-40B4-BE49-F238E27FC236}">
                <a16:creationId xmlns:a16="http://schemas.microsoft.com/office/drawing/2014/main" id="{CD9E786B-A772-4443-1537-391888644ED7}"/>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sp>
        <p:nvSpPr>
          <p:cNvPr id="25" name="Rectangle 24">
            <a:extLst>
              <a:ext uri="{FF2B5EF4-FFF2-40B4-BE49-F238E27FC236}">
                <a16:creationId xmlns:a16="http://schemas.microsoft.com/office/drawing/2014/main" id="{22B4DBE2-AEA2-484D-7B21-9D76EC4D8467}"/>
              </a:ext>
            </a:extLst>
          </p:cNvPr>
          <p:cNvSpPr/>
          <p:nvPr userDrawn="1"/>
        </p:nvSpPr>
        <p:spPr bwMode="white">
          <a:xfrm>
            <a:off x="0" y="0"/>
            <a:ext cx="48275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a:xfrm>
            <a:off x="359999" y="540000"/>
            <a:ext cx="10620000" cy="360000"/>
          </a:xfrm>
        </p:spPr>
        <p:txBody>
          <a:bodyPr anchor="t"/>
          <a:lstStyle>
            <a:lvl1pPr>
              <a:defRPr kumimoji="0" lang="en-US" sz="2600" b="0" i="0" u="none" strike="noStrike" kern="1200" cap="none" spc="0" normalizeH="0" baseline="0" noProof="0" dirty="0">
                <a:ln>
                  <a:noFill/>
                </a:ln>
                <a:solidFill>
                  <a:schemeClr val="bg1"/>
                </a:solidFill>
                <a:effectLst/>
                <a:uLnTx/>
                <a:uFillTx/>
                <a:latin typeface="Ubuntu Light" panose="020B03040306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mn-lt"/>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800000"/>
            <a:ext cx="1900800" cy="4680000"/>
          </a:xfrm>
        </p:spPr>
        <p:txBody>
          <a:bodyPr/>
          <a:lstStyle>
            <a:lvl1pPr algn="l" defTabSz="914400" rtl="0" eaLnBrk="1" latinLnBrk="0" hangingPunct="1">
              <a:lnSpc>
                <a:spcPct val="100000"/>
              </a:lnSpc>
              <a:spcAft>
                <a:spcPts val="0"/>
              </a:spcAft>
              <a:defRPr lang="en-US" sz="1000" b="1" kern="1200" cap="all" baseline="0" dirty="0">
                <a:solidFill>
                  <a:schemeClr val="accent2"/>
                </a:solidFill>
                <a:latin typeface="+mj-lt"/>
                <a:ea typeface="+mn-ea"/>
                <a:cs typeface="+mn-cs"/>
              </a:defRPr>
            </a:lvl1pPr>
            <a:lvl2pPr marL="0" indent="0" algn="l" defTabSz="914400" rtl="0" eaLnBrk="1" latinLnBrk="0" hangingPunct="1">
              <a:lnSpc>
                <a:spcPct val="100000"/>
              </a:lnSpc>
              <a:spcBef>
                <a:spcPts val="600"/>
              </a:spcBef>
              <a:spcAft>
                <a:spcPts val="0"/>
              </a:spcAft>
              <a:buNone/>
              <a:defRPr lang="en-US" sz="900" b="0" kern="1200" cap="none" baseline="0" dirty="0">
                <a:solidFill>
                  <a:schemeClr val="bg1"/>
                </a:solidFill>
                <a:latin typeface="Ubuntu Light" panose="020B0304030602030204" pitchFamily="34" charset="0"/>
                <a:ea typeface="+mn-ea"/>
                <a:cs typeface="+mn-cs"/>
              </a:defRPr>
            </a:lvl2pPr>
            <a:lvl3pPr marL="144000" indent="-144000" algn="l" defTabSz="914400" rtl="0" eaLnBrk="1" latinLnBrk="0" hangingPunct="1">
              <a:lnSpc>
                <a:spcPct val="100000"/>
              </a:lnSpc>
              <a:spcBef>
                <a:spcPts val="300"/>
              </a:spcBef>
              <a:spcAft>
                <a:spcPts val="0"/>
              </a:spcAft>
              <a:buClr>
                <a:schemeClr val="accent1"/>
              </a:buClr>
              <a:buSzPct val="120000"/>
              <a:buFont typeface="Arial" panose="020B0604020202020204" pitchFamily="34" charset="0"/>
              <a:buChar char="•"/>
              <a:defRPr lang="en-US" sz="900" b="0" kern="1200" cap="none" baseline="0" dirty="0">
                <a:solidFill>
                  <a:schemeClr val="bg1"/>
                </a:solidFill>
                <a:latin typeface="Ubuntu Light" panose="020B0304030602030204" pitchFamily="34" charset="0"/>
                <a:ea typeface="+mn-ea"/>
                <a:cs typeface="+mn-cs"/>
              </a:defRPr>
            </a:lvl3pPr>
            <a:lvl4pPr marL="288000" indent="-144000" algn="l" defTabSz="914400" rtl="0" eaLnBrk="1" latinLnBrk="0" hangingPunct="1">
              <a:lnSpc>
                <a:spcPct val="100000"/>
              </a:lnSpc>
              <a:spcBef>
                <a:spcPts val="300"/>
              </a:spcBef>
              <a:spcAft>
                <a:spcPts val="0"/>
              </a:spcAft>
              <a:buClrTx/>
              <a:buFont typeface="Ubuntu" panose="020B0504030602030204" pitchFamily="34" charset="0"/>
              <a:buChar char="−"/>
              <a:defRPr lang="en-US" sz="900" b="0" kern="1200" cap="none" baseline="0" dirty="0">
                <a:solidFill>
                  <a:schemeClr val="bg1"/>
                </a:solidFill>
                <a:latin typeface="Ubuntu Light" panose="020B0304030602030204" pitchFamily="34" charset="0"/>
                <a:ea typeface="+mn-ea"/>
                <a:cs typeface="+mn-cs"/>
              </a:defRPr>
            </a:lvl4pPr>
            <a:lvl5pPr marL="432000" algn="l" defTabSz="914400" rtl="0" eaLnBrk="1" latinLnBrk="0" hangingPunct="1">
              <a:lnSpc>
                <a:spcPct val="100000"/>
              </a:lnSpc>
              <a:spcBef>
                <a:spcPts val="300"/>
              </a:spcBef>
              <a:spcAft>
                <a:spcPts val="0"/>
              </a:spcAft>
              <a:buClr>
                <a:schemeClr val="accent2"/>
              </a:buClr>
              <a:defRPr lang="en-GB" sz="900" b="0" kern="1200" cap="none" baseline="0" dirty="0">
                <a:solidFill>
                  <a:schemeClr val="bg1"/>
                </a:solidFill>
                <a:latin typeface="Ubuntu Light" panose="020B0304030602030204"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2"/>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79526BB7-3F11-4FE0-8446-2F5AA4F51B3D}"/>
              </a:ext>
            </a:extLst>
          </p:cNvPr>
          <p:cNvSpPr>
            <a:spLocks noGrp="1"/>
          </p:cNvSpPr>
          <p:nvPr>
            <p:ph type="body" sz="quarter" idx="14"/>
          </p:nvPr>
        </p:nvSpPr>
        <p:spPr>
          <a:xfrm>
            <a:off x="2620799" y="1800000"/>
            <a:ext cx="19008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3">
            <a:extLst>
              <a:ext uri="{FF2B5EF4-FFF2-40B4-BE49-F238E27FC236}">
                <a16:creationId xmlns:a16="http://schemas.microsoft.com/office/drawing/2014/main" id="{11B2F94C-91E0-D1C4-9BA5-7F714F87AFD6}"/>
              </a:ext>
            </a:extLst>
          </p:cNvPr>
          <p:cNvSpPr>
            <a:spLocks noGrp="1"/>
          </p:cNvSpPr>
          <p:nvPr>
            <p:ph sz="quarter" idx="18"/>
          </p:nvPr>
        </p:nvSpPr>
        <p:spPr>
          <a:xfrm>
            <a:off x="360000" y="1440000"/>
            <a:ext cx="11484000" cy="288000"/>
          </a:xfrm>
        </p:spPr>
        <p:txBody>
          <a:bodyPr/>
          <a:lstStyle>
            <a:lvl1pPr>
              <a:defRPr lang="en-GB" sz="1000" b="1" kern="1200" cap="all" baseline="0" dirty="0">
                <a:solidFill>
                  <a:schemeClr val="accent1"/>
                </a:solidFill>
                <a:latin typeface="+mj-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pic>
        <p:nvPicPr>
          <p:cNvPr id="11" name="Picture 10">
            <a:extLst>
              <a:ext uri="{FF2B5EF4-FFF2-40B4-BE49-F238E27FC236}">
                <a16:creationId xmlns:a16="http://schemas.microsoft.com/office/drawing/2014/main" id="{2C5782C5-8A45-2BB8-6A1F-6258F4A1D3C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65269" y="229623"/>
            <a:ext cx="413194" cy="409516"/>
          </a:xfrm>
          <a:prstGeom prst="rect">
            <a:avLst/>
          </a:prstGeom>
        </p:spPr>
      </p:pic>
    </p:spTree>
    <p:extLst>
      <p:ext uri="{BB962C8B-B14F-4D97-AF65-F5344CB8AC3E}">
        <p14:creationId xmlns:p14="http://schemas.microsoft.com/office/powerpoint/2010/main" val="3322350215"/>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pic>
        <p:nvPicPr>
          <p:cNvPr id="20" name="Picture 19" descr="Background pattern&#10;&#10;Description automatically generated">
            <a:extLst>
              <a:ext uri="{FF2B5EF4-FFF2-40B4-BE49-F238E27FC236}">
                <a16:creationId xmlns:a16="http://schemas.microsoft.com/office/drawing/2014/main" id="{74A0829C-B673-958F-70DC-47DA6BAACD5B}"/>
              </a:ext>
            </a:extLst>
          </p:cNvPr>
          <p:cNvPicPr>
            <a:picLocks noChangeAspect="1"/>
          </p:cNvPicPr>
          <p:nvPr userDrawn="1"/>
        </p:nvPicPr>
        <p:blipFill rotWithShape="1">
          <a:blip r:embed="rId2" cstate="screen">
            <a:alphaModFix/>
            <a:extLst>
              <a:ext uri="{28A0092B-C50C-407E-A947-70E740481C1C}">
                <a14:useLocalDpi xmlns:a14="http://schemas.microsoft.com/office/drawing/2010/main"/>
              </a:ext>
            </a:extLst>
          </a:blip>
          <a:srcRect/>
          <a:stretch/>
        </p:blipFill>
        <p:spPr>
          <a:xfrm rot="5400000">
            <a:off x="2666827" y="-2666603"/>
            <a:ext cx="6857554" cy="12191207"/>
          </a:xfrm>
          <a:prstGeom prst="rect">
            <a:avLst/>
          </a:prstGeom>
          <a:solidFill>
            <a:schemeClr val="tx1"/>
          </a:solidFill>
        </p:spPr>
      </p:pic>
      <p:sp>
        <p:nvSpPr>
          <p:cNvPr id="21" name="Rectangle 20">
            <a:extLst>
              <a:ext uri="{FF2B5EF4-FFF2-40B4-BE49-F238E27FC236}">
                <a16:creationId xmlns:a16="http://schemas.microsoft.com/office/drawing/2014/main" id="{04ECFAC1-5426-A785-6E56-D098ACF1AFD8}"/>
              </a:ext>
            </a:extLst>
          </p:cNvPr>
          <p:cNvSpPr/>
          <p:nvPr userDrawn="1"/>
        </p:nvSpPr>
        <p:spPr>
          <a:xfrm>
            <a:off x="0" y="0"/>
            <a:ext cx="12191209" cy="6858000"/>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59999" y="1800000"/>
            <a:ext cx="2944800" cy="4680000"/>
          </a:xfrm>
        </p:spPr>
        <p:txBody>
          <a:bodyPr/>
          <a:lstStyle>
            <a:lvl1pPr algn="l" defTabSz="914400" rtl="0" eaLnBrk="1" latinLnBrk="0" hangingPunct="1">
              <a:lnSpc>
                <a:spcPct val="100000"/>
              </a:lnSpc>
              <a:spcAft>
                <a:spcPts val="0"/>
              </a:spcAft>
              <a:defRPr lang="en-US" sz="1000" b="1" kern="1200" cap="all" baseline="0" dirty="0">
                <a:solidFill>
                  <a:schemeClr val="accent2"/>
                </a:solidFill>
                <a:latin typeface="+mj-lt"/>
                <a:ea typeface="+mn-ea"/>
                <a:cs typeface="+mn-cs"/>
              </a:defRPr>
            </a:lvl1pPr>
            <a:lvl2pPr marL="0" indent="0" algn="l" defTabSz="914400" rtl="0" eaLnBrk="1" latinLnBrk="0" hangingPunct="1">
              <a:lnSpc>
                <a:spcPct val="100000"/>
              </a:lnSpc>
              <a:spcBef>
                <a:spcPts val="600"/>
              </a:spcBef>
              <a:spcAft>
                <a:spcPts val="0"/>
              </a:spcAft>
              <a:buNone/>
              <a:defRPr lang="en-US" sz="900" b="0" kern="1200" cap="none" baseline="0" dirty="0">
                <a:solidFill>
                  <a:schemeClr val="bg1"/>
                </a:solidFill>
                <a:latin typeface="Ubuntu Light" panose="020B0304030602030204" pitchFamily="34" charset="0"/>
                <a:ea typeface="+mn-ea"/>
                <a:cs typeface="+mn-cs"/>
              </a:defRPr>
            </a:lvl2pPr>
            <a:lvl3pPr marL="144000" indent="-144000" algn="l" defTabSz="914400" rtl="0" eaLnBrk="1" latinLnBrk="0" hangingPunct="1">
              <a:lnSpc>
                <a:spcPct val="100000"/>
              </a:lnSpc>
              <a:spcBef>
                <a:spcPts val="300"/>
              </a:spcBef>
              <a:spcAft>
                <a:spcPts val="0"/>
              </a:spcAft>
              <a:buClr>
                <a:schemeClr val="accent1"/>
              </a:buClr>
              <a:buSzPct val="120000"/>
              <a:buFont typeface="Arial" panose="020B0604020202020204" pitchFamily="34" charset="0"/>
              <a:buChar char="•"/>
              <a:defRPr lang="en-US" sz="900" b="0" kern="1200" cap="none" baseline="0" dirty="0">
                <a:solidFill>
                  <a:schemeClr val="bg1"/>
                </a:solidFill>
                <a:latin typeface="Ubuntu Light" panose="020B0304030602030204" pitchFamily="34" charset="0"/>
                <a:ea typeface="+mn-ea"/>
                <a:cs typeface="+mn-cs"/>
              </a:defRPr>
            </a:lvl3pPr>
            <a:lvl4pPr marL="288000" indent="-144000" algn="l" defTabSz="914400" rtl="0" eaLnBrk="1" latinLnBrk="0" hangingPunct="1">
              <a:lnSpc>
                <a:spcPct val="100000"/>
              </a:lnSpc>
              <a:spcBef>
                <a:spcPts val="300"/>
              </a:spcBef>
              <a:spcAft>
                <a:spcPts val="0"/>
              </a:spcAft>
              <a:buClrTx/>
              <a:buFont typeface="Ubuntu" panose="020B0504030602030204" pitchFamily="34" charset="0"/>
              <a:buChar char="−"/>
              <a:defRPr lang="en-US" sz="900" b="0" kern="1200" cap="none" baseline="0" dirty="0">
                <a:solidFill>
                  <a:schemeClr val="bg1"/>
                </a:solidFill>
                <a:latin typeface="Ubuntu Light" panose="020B0304030602030204" pitchFamily="34" charset="0"/>
                <a:ea typeface="+mn-ea"/>
                <a:cs typeface="+mn-cs"/>
              </a:defRPr>
            </a:lvl4pPr>
            <a:lvl5pPr marL="432000" algn="l" defTabSz="914400" rtl="0" eaLnBrk="1" latinLnBrk="0" hangingPunct="1">
              <a:lnSpc>
                <a:spcPct val="100000"/>
              </a:lnSpc>
              <a:spcBef>
                <a:spcPts val="300"/>
              </a:spcBef>
              <a:spcAft>
                <a:spcPts val="0"/>
              </a:spcAft>
              <a:buClr>
                <a:schemeClr val="accent2"/>
              </a:buClr>
              <a:defRPr lang="en-GB" sz="900" b="0" kern="1200" cap="none" baseline="0" dirty="0">
                <a:solidFill>
                  <a:schemeClr val="bg1"/>
                </a:solidFill>
                <a:latin typeface="Ubuntu Light" panose="020B0304030602030204" pitchFamily="34" charset="0"/>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Rectangle 10">
            <a:extLst>
              <a:ext uri="{FF2B5EF4-FFF2-40B4-BE49-F238E27FC236}">
                <a16:creationId xmlns:a16="http://schemas.microsoft.com/office/drawing/2014/main" id="{8B32FBBD-7B99-AAD2-B651-CEE903D55ABF}"/>
              </a:ext>
            </a:extLst>
          </p:cNvPr>
          <p:cNvSpPr/>
          <p:nvPr userDrawn="1"/>
        </p:nvSpPr>
        <p:spPr bwMode="white">
          <a:xfrm>
            <a:off x="3664800" y="0"/>
            <a:ext cx="852640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13" name="Text Placeholder 5">
            <a:extLst>
              <a:ext uri="{FF2B5EF4-FFF2-40B4-BE49-F238E27FC236}">
                <a16:creationId xmlns:a16="http://schemas.microsoft.com/office/drawing/2014/main" id="{18B05365-7123-4BA1-B4CF-B98A1B5450FD}"/>
              </a:ext>
            </a:extLst>
          </p:cNvPr>
          <p:cNvSpPr>
            <a:spLocks noGrp="1"/>
          </p:cNvSpPr>
          <p:nvPr>
            <p:ph type="body" sz="quarter" idx="15"/>
          </p:nvPr>
        </p:nvSpPr>
        <p:spPr>
          <a:xfrm>
            <a:off x="4024800" y="1800000"/>
            <a:ext cx="23652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5">
            <a:extLst>
              <a:ext uri="{FF2B5EF4-FFF2-40B4-BE49-F238E27FC236}">
                <a16:creationId xmlns:a16="http://schemas.microsoft.com/office/drawing/2014/main" id="{7245AD12-2351-44AF-B66C-3DCADDCC49DF}"/>
              </a:ext>
            </a:extLst>
          </p:cNvPr>
          <p:cNvSpPr>
            <a:spLocks noGrp="1"/>
          </p:cNvSpPr>
          <p:nvPr>
            <p:ph type="body" sz="quarter" idx="16"/>
          </p:nvPr>
        </p:nvSpPr>
        <p:spPr>
          <a:xfrm>
            <a:off x="6749367" y="1800000"/>
            <a:ext cx="23652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5">
            <a:extLst>
              <a:ext uri="{FF2B5EF4-FFF2-40B4-BE49-F238E27FC236}">
                <a16:creationId xmlns:a16="http://schemas.microsoft.com/office/drawing/2014/main" id="{6BD5BF9D-E147-41BE-865F-D3FA3DF6329B}"/>
              </a:ext>
            </a:extLst>
          </p:cNvPr>
          <p:cNvSpPr>
            <a:spLocks noGrp="1"/>
          </p:cNvSpPr>
          <p:nvPr>
            <p:ph type="body" sz="quarter" idx="17"/>
          </p:nvPr>
        </p:nvSpPr>
        <p:spPr>
          <a:xfrm>
            <a:off x="9473935" y="1800000"/>
            <a:ext cx="2365200" cy="4680000"/>
          </a:xfrm>
        </p:spPr>
        <p:txBody>
          <a:bodyPr/>
          <a:lstStyle>
            <a:lvl1pPr>
              <a:lnSpc>
                <a:spcPct val="100000"/>
              </a:lnSpc>
              <a:defRPr lang="en-US" sz="1000" b="1" i="0" u="none" strike="noStrike" kern="1200" cap="all" spc="0" baseline="0" dirty="0">
                <a:solidFill>
                  <a:schemeClr val="accent2"/>
                </a:solidFill>
                <a:uFillTx/>
                <a:latin typeface="+mj-lt"/>
                <a:ea typeface="+mn-ea"/>
                <a:cs typeface="+mn-cs"/>
                <a:sym typeface="BentonSansF Book"/>
              </a:defRPr>
            </a:lvl1pPr>
            <a:lvl2pPr marL="0" indent="0">
              <a:lnSpc>
                <a:spcPct val="100000"/>
              </a:lnSpc>
              <a:spcBef>
                <a:spcPts val="600"/>
              </a:spcBef>
              <a:buNone/>
              <a:defRPr sz="900">
                <a:solidFill>
                  <a:schemeClr val="bg1"/>
                </a:solidFill>
              </a:defRPr>
            </a:lvl2pPr>
            <a:lvl3pPr marL="144000" indent="-144000">
              <a:lnSpc>
                <a:spcPct val="100000"/>
              </a:lnSpc>
              <a:spcBef>
                <a:spcPts val="300"/>
              </a:spcBef>
              <a:buClr>
                <a:schemeClr val="accent1"/>
              </a:buClr>
              <a:buSzPct val="120000"/>
              <a:buFont typeface="Arial" panose="020B0604020202020204" pitchFamily="34" charset="0"/>
              <a:buChar char="•"/>
              <a:defRPr sz="900">
                <a:solidFill>
                  <a:schemeClr val="bg1"/>
                </a:solidFill>
              </a:defRPr>
            </a:lvl3pPr>
            <a:lvl4pPr marL="288000" indent="-144000">
              <a:lnSpc>
                <a:spcPct val="100000"/>
              </a:lnSpc>
              <a:spcBef>
                <a:spcPts val="300"/>
              </a:spcBef>
              <a:buClrTx/>
              <a:buFont typeface="Ubuntu" panose="020B0504030602030204" pitchFamily="34" charset="0"/>
              <a:buChar char="−"/>
              <a:defRPr sz="900">
                <a:solidFill>
                  <a:schemeClr val="bg1"/>
                </a:solidFill>
              </a:defRPr>
            </a:lvl4pPr>
            <a:lvl5pPr marL="432000">
              <a:lnSpc>
                <a:spcPct val="100000"/>
              </a:lnSpc>
              <a:spcBef>
                <a:spcPts val="300"/>
              </a:spcBef>
              <a:buClr>
                <a:schemeClr val="accent2"/>
              </a:buClr>
              <a:defRPr sz="900">
                <a:solidFill>
                  <a:schemeClr val="bg1"/>
                </a:solidFill>
              </a:defRPr>
            </a:lvl5pPr>
          </a:lstStyle>
          <a:p>
            <a:pPr marL="0" marR="0" lvl="0" indent="0" algn="l" defTabSz="914400" rtl="0" eaLnBrk="1" latinLnBrk="0" hangingPunct="1">
              <a:lnSpc>
                <a:spcPct val="100000"/>
              </a:lnSpc>
              <a:spcBef>
                <a:spcPts val="0"/>
              </a:spcBef>
              <a:spcAft>
                <a:spcPts val="0"/>
              </a:spcAft>
              <a:buClrTx/>
              <a:buSzTx/>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3" name="Groupe 1">
            <a:extLst>
              <a:ext uri="{FF2B5EF4-FFF2-40B4-BE49-F238E27FC236}">
                <a16:creationId xmlns:a16="http://schemas.microsoft.com/office/drawing/2014/main" id="{FFA26926-692E-74A5-2FF3-18A788EE70C5}"/>
              </a:ext>
            </a:extLst>
          </p:cNvPr>
          <p:cNvGrpSpPr>
            <a:grpSpLocks noChangeAspect="1"/>
          </p:cNvGrpSpPr>
          <p:nvPr userDrawn="1"/>
        </p:nvGrpSpPr>
        <p:grpSpPr>
          <a:xfrm>
            <a:off x="11550495" y="296659"/>
            <a:ext cx="293402" cy="272103"/>
            <a:chOff x="11501102" y="171573"/>
            <a:chExt cx="419436" cy="388988"/>
          </a:xfrm>
        </p:grpSpPr>
        <p:sp>
          <p:nvSpPr>
            <p:cNvPr id="4" name="Freeform 13">
              <a:extLst>
                <a:ext uri="{FF2B5EF4-FFF2-40B4-BE49-F238E27FC236}">
                  <a16:creationId xmlns:a16="http://schemas.microsoft.com/office/drawing/2014/main" id="{306BC00F-8A3F-5553-C738-D10E14D9402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7" name="Freeform 14">
              <a:extLst>
                <a:ext uri="{FF2B5EF4-FFF2-40B4-BE49-F238E27FC236}">
                  <a16:creationId xmlns:a16="http://schemas.microsoft.com/office/drawing/2014/main" id="{2B3429E8-C2DB-1CC2-ACC8-8C5E8EDA9A0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cxnSp>
        <p:nvCxnSpPr>
          <p:cNvPr id="9" name="Straight Connector 8">
            <a:extLst>
              <a:ext uri="{FF2B5EF4-FFF2-40B4-BE49-F238E27FC236}">
                <a16:creationId xmlns:a16="http://schemas.microsoft.com/office/drawing/2014/main" id="{D591D508-DD7E-6B9B-15C8-0AF70902D247}"/>
              </a:ext>
            </a:extLst>
          </p:cNvPr>
          <p:cNvCxnSpPr>
            <a:cxnSpLocks/>
          </p:cNvCxnSpPr>
          <p:nvPr userDrawn="1"/>
        </p:nvCxnSpPr>
        <p:spPr>
          <a:xfrm>
            <a:off x="11463982" y="279799"/>
            <a:ext cx="0" cy="309164"/>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Retângulo 43">
            <a:extLst>
              <a:ext uri="{FF2B5EF4-FFF2-40B4-BE49-F238E27FC236}">
                <a16:creationId xmlns:a16="http://schemas.microsoft.com/office/drawing/2014/main" id="{94B5E298-D01D-1789-7F48-4008BFA387EF}"/>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24" name="Rectangle 27">
            <a:extLst>
              <a:ext uri="{FF2B5EF4-FFF2-40B4-BE49-F238E27FC236}">
                <a16:creationId xmlns:a16="http://schemas.microsoft.com/office/drawing/2014/main" id="{CD9E786B-A772-4443-1537-391888644ED7}"/>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mn-lt"/>
              </a:defRPr>
            </a:lvl1pPr>
          </a:lstStyle>
          <a:p>
            <a:endParaRPr lang="en-AU"/>
          </a:p>
        </p:txBody>
      </p:sp>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a:xfrm>
            <a:off x="359999" y="540000"/>
            <a:ext cx="10620000" cy="360000"/>
          </a:xfrm>
        </p:spPr>
        <p:txBody>
          <a:bodyPr anchor="t"/>
          <a:lstStyle>
            <a:lvl1pPr>
              <a:defRPr kumimoji="0" lang="en-US" sz="2600" b="0" i="0" u="none" strike="noStrike" kern="1200" cap="none" spc="0" normalizeH="0" baseline="0" noProof="0" dirty="0">
                <a:ln>
                  <a:noFill/>
                </a:ln>
                <a:solidFill>
                  <a:schemeClr val="bg1"/>
                </a:solidFill>
                <a:effectLst/>
                <a:uLnTx/>
                <a:uFillTx/>
                <a:latin typeface="Ubuntu Light" panose="020B030403060203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2"/>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0" name="Content Placeholder 3">
            <a:extLst>
              <a:ext uri="{FF2B5EF4-FFF2-40B4-BE49-F238E27FC236}">
                <a16:creationId xmlns:a16="http://schemas.microsoft.com/office/drawing/2014/main" id="{0F9A6E73-2C44-C21F-C33F-F4EF4B2394BB}"/>
              </a:ext>
            </a:extLst>
          </p:cNvPr>
          <p:cNvSpPr>
            <a:spLocks noGrp="1"/>
          </p:cNvSpPr>
          <p:nvPr>
            <p:ph sz="quarter" idx="18"/>
          </p:nvPr>
        </p:nvSpPr>
        <p:spPr>
          <a:xfrm>
            <a:off x="360000" y="1440000"/>
            <a:ext cx="11484000" cy="288000"/>
          </a:xfrm>
        </p:spPr>
        <p:txBody>
          <a:bodyPr/>
          <a:lstStyle>
            <a:lvl1pPr>
              <a:defRPr lang="en-GB" sz="1000" b="1" kern="1200" cap="all" baseline="0" dirty="0">
                <a:solidFill>
                  <a:schemeClr val="accent1"/>
                </a:solidFill>
                <a:latin typeface="+mj-lt"/>
                <a:ea typeface="+mn-ea"/>
                <a:cs typeface="+mn-cs"/>
              </a:defRPr>
            </a:lvl1pPr>
          </a:lstStyle>
          <a:p>
            <a:pPr marL="0" lvl="0" indent="0" algn="l" defTabSz="914400" rtl="0" eaLnBrk="1" latinLnBrk="0" hangingPunct="1">
              <a:lnSpc>
                <a:spcPct val="100000"/>
              </a:lnSpc>
              <a:spcBef>
                <a:spcPts val="600"/>
              </a:spcBef>
              <a:spcAft>
                <a:spcPts val="0"/>
              </a:spcAft>
              <a:buFont typeface="Arial" panose="020B0604020202020204" pitchFamily="34" charset="0"/>
              <a:buNone/>
            </a:pPr>
            <a:r>
              <a:rPr lang="en-US"/>
              <a:t>Click to edit Master text styles</a:t>
            </a:r>
            <a:endParaRPr lang="en-GB"/>
          </a:p>
        </p:txBody>
      </p:sp>
      <p:pic>
        <p:nvPicPr>
          <p:cNvPr id="12" name="Picture 11">
            <a:extLst>
              <a:ext uri="{FF2B5EF4-FFF2-40B4-BE49-F238E27FC236}">
                <a16:creationId xmlns:a16="http://schemas.microsoft.com/office/drawing/2014/main" id="{A33A5786-52E7-F443-FDE4-A1A875134D49}"/>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65269" y="229623"/>
            <a:ext cx="413194" cy="409516"/>
          </a:xfrm>
          <a:prstGeom prst="rect">
            <a:avLst/>
          </a:prstGeom>
        </p:spPr>
      </p:pic>
    </p:spTree>
    <p:extLst>
      <p:ext uri="{BB962C8B-B14F-4D97-AF65-F5344CB8AC3E}">
        <p14:creationId xmlns:p14="http://schemas.microsoft.com/office/powerpoint/2010/main" val="786943224"/>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9_Section A – Narrow">
    <p:spTree>
      <p:nvGrpSpPr>
        <p:cNvPr id="1" name=""/>
        <p:cNvGrpSpPr/>
        <p:nvPr/>
      </p:nvGrpSpPr>
      <p:grpSpPr>
        <a:xfrm>
          <a:off x="0" y="0"/>
          <a:ext cx="0" cy="0"/>
          <a:chOff x="0" y="0"/>
          <a:chExt cx="0" cy="0"/>
        </a:xfrm>
      </p:grpSpPr>
      <p:pic>
        <p:nvPicPr>
          <p:cNvPr id="11" name="Picture 10" descr="A picture containing blue, electric blue, violet, lilac&#10;&#10;Description automatically generated">
            <a:extLst>
              <a:ext uri="{FF2B5EF4-FFF2-40B4-BE49-F238E27FC236}">
                <a16:creationId xmlns:a16="http://schemas.microsoft.com/office/drawing/2014/main" id="{9B631C8A-F25D-C0EA-6239-F83AEA2038A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471485" y="-3920"/>
            <a:ext cx="7720515" cy="6858000"/>
          </a:xfrm>
          <a:prstGeom prst="rect">
            <a:avLst/>
          </a:prstGeom>
        </p:spPr>
      </p:pic>
      <p:sp>
        <p:nvSpPr>
          <p:cNvPr id="12" name="Rectangle 11">
            <a:extLst>
              <a:ext uri="{FF2B5EF4-FFF2-40B4-BE49-F238E27FC236}">
                <a16:creationId xmlns:a16="http://schemas.microsoft.com/office/drawing/2014/main" id="{C53F9769-CAB0-1E02-7A00-F7A6A800E129}"/>
              </a:ext>
            </a:extLst>
          </p:cNvPr>
          <p:cNvSpPr/>
          <p:nvPr userDrawn="1"/>
        </p:nvSpPr>
        <p:spPr bwMode="white">
          <a:xfrm>
            <a:off x="0" y="-1"/>
            <a:ext cx="4471485"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3" name="Title 1">
            <a:extLst>
              <a:ext uri="{FF2B5EF4-FFF2-40B4-BE49-F238E27FC236}">
                <a16:creationId xmlns:a16="http://schemas.microsoft.com/office/drawing/2014/main" id="{A99A2591-F481-987E-8BA4-34B7405D5930}"/>
              </a:ext>
            </a:extLst>
          </p:cNvPr>
          <p:cNvSpPr>
            <a:spLocks noGrp="1"/>
          </p:cNvSpPr>
          <p:nvPr>
            <p:ph type="ctrTitle" hasCustomPrompt="1"/>
          </p:nvPr>
        </p:nvSpPr>
        <p:spPr bwMode="invGray">
          <a:xfrm>
            <a:off x="413349" y="4805338"/>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grpSp>
        <p:nvGrpSpPr>
          <p:cNvPr id="15" name="Group 14">
            <a:extLst>
              <a:ext uri="{FF2B5EF4-FFF2-40B4-BE49-F238E27FC236}">
                <a16:creationId xmlns:a16="http://schemas.microsoft.com/office/drawing/2014/main" id="{53B76076-C711-A7E1-44D7-08FB5A7DCDE8}"/>
              </a:ext>
            </a:extLst>
          </p:cNvPr>
          <p:cNvGrpSpPr/>
          <p:nvPr userDrawn="1"/>
        </p:nvGrpSpPr>
        <p:grpSpPr>
          <a:xfrm>
            <a:off x="1193220" y="-150008"/>
            <a:ext cx="4679881" cy="7150176"/>
            <a:chOff x="912063" y="-3920"/>
            <a:chExt cx="4679881" cy="7150176"/>
          </a:xfrm>
        </p:grpSpPr>
        <p:pic>
          <p:nvPicPr>
            <p:cNvPr id="16" name="Picture 15">
              <a:extLst>
                <a:ext uri="{FF2B5EF4-FFF2-40B4-BE49-F238E27FC236}">
                  <a16:creationId xmlns:a16="http://schemas.microsoft.com/office/drawing/2014/main" id="{BD5ECE73-EA5D-46B8-A62F-B6359A2D85E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12063"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DB517497-4F23-E524-70EB-7FEFB7686FF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485909"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F7DA5BF6-B5C8-04D9-81B7-B286D6F5887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036677" y="1137677"/>
              <a:ext cx="2555267" cy="6008579"/>
            </a:xfrm>
            <a:prstGeom prst="rect">
              <a:avLst/>
            </a:prstGeom>
          </p:spPr>
        </p:pic>
      </p:grpSp>
      <p:sp>
        <p:nvSpPr>
          <p:cNvPr id="23" name="Text Placeholder 2">
            <a:extLst>
              <a:ext uri="{FF2B5EF4-FFF2-40B4-BE49-F238E27FC236}">
                <a16:creationId xmlns:a16="http://schemas.microsoft.com/office/drawing/2014/main" id="{45FD1BA1-2C6B-2D2F-097F-8155F4AAEBEF}"/>
              </a:ext>
            </a:extLst>
          </p:cNvPr>
          <p:cNvSpPr>
            <a:spLocks noGrp="1"/>
          </p:cNvSpPr>
          <p:nvPr>
            <p:ph type="body" sz="quarter" idx="10" hasCustomPrompt="1"/>
          </p:nvPr>
        </p:nvSpPr>
        <p:spPr>
          <a:xfrm>
            <a:off x="413349" y="3127086"/>
            <a:ext cx="3641725" cy="1336675"/>
          </a:xfrm>
          <a:prstGeom prst="rect">
            <a:avLst/>
          </a:prstGeom>
        </p:spPr>
        <p:txBody>
          <a:bodyPr/>
          <a:lstStyle>
            <a:lvl1pPr marL="0" indent="0" algn="r">
              <a:buNone/>
              <a:defRPr sz="9600">
                <a:solidFill>
                  <a:srgbClr val="00B9E8"/>
                </a:solidFill>
                <a:latin typeface="Ubuntu" panose="020B0504030602030204" pitchFamily="34" charset="0"/>
              </a:defRPr>
            </a:lvl1pPr>
          </a:lstStyle>
          <a:p>
            <a:pPr lvl="0"/>
            <a:r>
              <a:rPr lang="en-GB"/>
              <a:t>2</a:t>
            </a:r>
          </a:p>
        </p:txBody>
      </p:sp>
      <p:grpSp>
        <p:nvGrpSpPr>
          <p:cNvPr id="24" name="Groupe 1">
            <a:extLst>
              <a:ext uri="{FF2B5EF4-FFF2-40B4-BE49-F238E27FC236}">
                <a16:creationId xmlns:a16="http://schemas.microsoft.com/office/drawing/2014/main" id="{9993A7C3-A745-CD78-6238-247D795A71B8}"/>
              </a:ext>
            </a:extLst>
          </p:cNvPr>
          <p:cNvGrpSpPr>
            <a:grpSpLocks noChangeAspect="1"/>
          </p:cNvGrpSpPr>
          <p:nvPr userDrawn="1"/>
        </p:nvGrpSpPr>
        <p:grpSpPr>
          <a:xfrm>
            <a:off x="11562163" y="205059"/>
            <a:ext cx="419436" cy="388988"/>
            <a:chOff x="11501102" y="171573"/>
            <a:chExt cx="419436" cy="388988"/>
          </a:xfrm>
        </p:grpSpPr>
        <p:sp>
          <p:nvSpPr>
            <p:cNvPr id="25" name="Freeform 13">
              <a:extLst>
                <a:ext uri="{FF2B5EF4-FFF2-40B4-BE49-F238E27FC236}">
                  <a16:creationId xmlns:a16="http://schemas.microsoft.com/office/drawing/2014/main" id="{5CBA2E55-C278-E4BE-A6C8-900B48ACB60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a:extLst>
                <a:ext uri="{FF2B5EF4-FFF2-40B4-BE49-F238E27FC236}">
                  <a16:creationId xmlns:a16="http://schemas.microsoft.com/office/drawing/2014/main" id="{5CE8AE61-33A0-1C4D-8337-DE57E520CBC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934680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64" presetClass="path" presetSubtype="0" decel="100000" fill="hold" grpId="1" nodeType="withEffect">
                                  <p:stCondLst>
                                    <p:cond delay="1750"/>
                                  </p:stCondLst>
                                  <p:iterate type="wd">
                                    <p:tmPct val="16667"/>
                                  </p:iterate>
                                  <p:childTnLst>
                                    <p:animMotion origin="layout" path="M -3.125E-6 0.02616 L -3.125E-6 -2.59259E-6 " pathEditMode="relative" rAng="0" ptsTypes="AA">
                                      <p:cBhvr>
                                        <p:cTn id="12" dur="500" fill="hold"/>
                                        <p:tgtEl>
                                          <p:spTgt spid="13"/>
                                        </p:tgtEl>
                                        <p:attrNameLst>
                                          <p:attrName>ppt_x</p:attrName>
                                          <p:attrName>ppt_y</p:attrName>
                                        </p:attrNameLst>
                                      </p:cBhvr>
                                      <p:rCtr x="0" y="-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23" grpId="0">
        <p:tmplLst>
          <p:tmpl>
            <p:tnLst>
              <p:par>
                <p:cTn presetID="10" presetClass="entr" presetSubtype="0" fill="hold" nodeType="withEffect">
                  <p:stCondLst>
                    <p:cond delay="130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865705785"/>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45381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43EBD4-9A09-4E6B-7AE1-1E03DE292FE7}"/>
              </a:ext>
            </a:extLst>
          </p:cNvPr>
          <p:cNvSpPr/>
          <p:nvPr userDrawn="1"/>
        </p:nvSpPr>
        <p:spPr>
          <a:xfrm>
            <a:off x="6096001" y="0"/>
            <a:ext cx="6096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grpSp>
        <p:nvGrpSpPr>
          <p:cNvPr id="4" name="Groupe 1">
            <a:extLst>
              <a:ext uri="{FF2B5EF4-FFF2-40B4-BE49-F238E27FC236}">
                <a16:creationId xmlns:a16="http://schemas.microsoft.com/office/drawing/2014/main" id="{71EE9FB4-B779-5CF6-FE6A-2A0EDC97C0AA}"/>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6" name="Freeform 13">
              <a:extLst>
                <a:ext uri="{FF2B5EF4-FFF2-40B4-BE49-F238E27FC236}">
                  <a16:creationId xmlns:a16="http://schemas.microsoft.com/office/drawing/2014/main" id="{185E0754-8579-2B91-4CAF-654EEFD61164}"/>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 name="Freeform 14">
              <a:extLst>
                <a:ext uri="{FF2B5EF4-FFF2-40B4-BE49-F238E27FC236}">
                  <a16:creationId xmlns:a16="http://schemas.microsoft.com/office/drawing/2014/main" id="{D781D37C-2984-B429-08FC-3BAB2E2C326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8" name="Picture 4" descr="National Broadband Network Logo, symbol, meaning, history, PNG, brand">
            <a:extLst>
              <a:ext uri="{FF2B5EF4-FFF2-40B4-BE49-F238E27FC236}">
                <a16:creationId xmlns:a16="http://schemas.microsoft.com/office/drawing/2014/main" id="{596B3332-C4B6-4F5D-9DA7-84325BD34C1B}"/>
              </a:ext>
            </a:extLst>
          </p:cNvPr>
          <p:cNvPicPr>
            <a:picLocks noChangeAspect="1" noChangeArrowheads="1"/>
          </p:cNvPicPr>
          <p:nvPr userDrawn="1"/>
        </p:nvPicPr>
        <p:blipFill>
          <a:blip r:embed="rId2" cstate="hqprint">
            <a:extLst>
              <a:ext uri="{28A0092B-C50C-407E-A947-70E740481C1C}">
                <a14:useLocalDpi xmlns:a14="http://schemas.microsoft.com/office/drawing/2010/main"/>
              </a:ext>
            </a:extLst>
          </a:blip>
          <a:srcRect/>
          <a:stretch>
            <a:fillRect/>
          </a:stretch>
        </p:blipFill>
        <p:spPr bwMode="auto">
          <a:xfrm>
            <a:off x="10105606" y="35287"/>
            <a:ext cx="1280000" cy="72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61C4907A-1E8D-0E3B-1D37-852AA694AB24}"/>
              </a:ext>
            </a:extLst>
          </p:cNvPr>
          <p:cNvCxnSpPr>
            <a:cxnSpLocks/>
          </p:cNvCxnSpPr>
          <p:nvPr userDrawn="1"/>
        </p:nvCxnSpPr>
        <p:spPr>
          <a:xfrm>
            <a:off x="11473884" y="120673"/>
            <a:ext cx="0" cy="576000"/>
          </a:xfrm>
          <a:prstGeom prst="line">
            <a:avLst/>
          </a:prstGeom>
          <a:ln>
            <a:solidFill>
              <a:srgbClr val="1C3D7A"/>
            </a:solidFill>
          </a:ln>
        </p:spPr>
        <p:style>
          <a:lnRef idx="1">
            <a:schemeClr val="accent1"/>
          </a:lnRef>
          <a:fillRef idx="0">
            <a:schemeClr val="accent1"/>
          </a:fillRef>
          <a:effectRef idx="0">
            <a:schemeClr val="accent1"/>
          </a:effectRef>
          <a:fontRef idx="minor">
            <a:schemeClr val="tx1"/>
          </a:fontRef>
        </p:style>
      </p:cxnSp>
      <p:sp>
        <p:nvSpPr>
          <p:cNvPr id="10" name="Rectangle 27">
            <a:extLst>
              <a:ext uri="{FF2B5EF4-FFF2-40B4-BE49-F238E27FC236}">
                <a16:creationId xmlns:a16="http://schemas.microsoft.com/office/drawing/2014/main" id="{04C3CF66-D6BE-851F-9630-FA6E31FD5BF7}"/>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11" name="Rectangle 43">
            <a:extLst>
              <a:ext uri="{FF2B5EF4-FFF2-40B4-BE49-F238E27FC236}">
                <a16:creationId xmlns:a16="http://schemas.microsoft.com/office/drawing/2014/main" id="{65E4B360-DDEA-3EC4-35B5-CE32166909DA}"/>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0850896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3" name="Image 12" descr="Capgemini">
            <a:extLst>
              <a:ext uri="{FF2B5EF4-FFF2-40B4-BE49-F238E27FC236}">
                <a16:creationId xmlns:a16="http://schemas.microsoft.com/office/drawing/2014/main" id="{A0C8CF1B-496A-4A5B-A698-8344534684E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rot="1808368" flipV="1">
            <a:off x="4403152" y="337083"/>
            <a:ext cx="8831279" cy="4103533"/>
          </a:xfrm>
          <a:prstGeom prst="rect">
            <a:avLst/>
          </a:prstGeom>
        </p:spPr>
      </p:pic>
      <p:pic>
        <p:nvPicPr>
          <p:cNvPr id="21" name="Picture 7" descr="facebook">
            <a:hlinkClick r:id="rId4"/>
          </p:cNvPr>
          <p:cNvPicPr>
            <a:picLocks noChangeAspect="1" noChangeArrowheads="1"/>
          </p:cNvPicPr>
          <p:nvPr/>
        </p:nvPicPr>
        <p:blipFill>
          <a:blip r:embed="rId5" cstate="print"/>
          <a:srcRect/>
          <a:stretch>
            <a:fillRect/>
          </a:stretch>
        </p:blipFill>
        <p:spPr bwMode="auto">
          <a:xfrm>
            <a:off x="426720" y="4968013"/>
            <a:ext cx="333195" cy="333195"/>
          </a:xfrm>
          <a:prstGeom prst="rect">
            <a:avLst/>
          </a:prstGeom>
          <a:noFill/>
        </p:spPr>
      </p:pic>
      <p:pic>
        <p:nvPicPr>
          <p:cNvPr id="17" name="Picture 2" descr="LinkedIn">
            <a:hlinkClick r:id="rId6"/>
          </p:cNvPr>
          <p:cNvPicPr>
            <a:picLocks noChangeAspect="1" noChangeArrowheads="1"/>
          </p:cNvPicPr>
          <p:nvPr/>
        </p:nvPicPr>
        <p:blipFill>
          <a:blip r:embed="rId7" cstate="print"/>
          <a:srcRect/>
          <a:stretch>
            <a:fillRect/>
          </a:stretch>
        </p:blipFill>
        <p:spPr bwMode="auto">
          <a:xfrm>
            <a:off x="810097" y="4968013"/>
            <a:ext cx="333195" cy="333195"/>
          </a:xfrm>
          <a:prstGeom prst="rect">
            <a:avLst/>
          </a:prstGeom>
          <a:noFill/>
        </p:spPr>
      </p:pic>
      <p:pic>
        <p:nvPicPr>
          <p:cNvPr id="18" name="Picture 4" descr="SlideShare">
            <a:hlinkClick r:id="rId8"/>
          </p:cNvPr>
          <p:cNvPicPr>
            <a:picLocks noChangeAspect="1" noChangeArrowheads="1"/>
          </p:cNvPicPr>
          <p:nvPr/>
        </p:nvPicPr>
        <p:blipFill>
          <a:blip r:embed="rId9" cstate="print"/>
          <a:srcRect/>
          <a:stretch>
            <a:fillRect/>
          </a:stretch>
        </p:blipFill>
        <p:spPr bwMode="auto">
          <a:xfrm>
            <a:off x="1193474" y="4968013"/>
            <a:ext cx="333195" cy="333195"/>
          </a:xfrm>
          <a:prstGeom prst="rect">
            <a:avLst/>
          </a:prstGeom>
          <a:noFill/>
        </p:spPr>
      </p:pic>
      <p:pic>
        <p:nvPicPr>
          <p:cNvPr id="19" name="Picture 5" descr="Twitter">
            <a:hlinkClick r:id="rId10"/>
          </p:cNvPr>
          <p:cNvPicPr>
            <a:picLocks noChangeAspect="1" noChangeArrowheads="1"/>
          </p:cNvPicPr>
          <p:nvPr/>
        </p:nvPicPr>
        <p:blipFill>
          <a:blip r:embed="rId11" cstate="print"/>
          <a:srcRect/>
          <a:stretch>
            <a:fillRect/>
          </a:stretch>
        </p:blipFill>
        <p:spPr bwMode="auto">
          <a:xfrm>
            <a:off x="1576851" y="4968013"/>
            <a:ext cx="333195" cy="333195"/>
          </a:xfrm>
          <a:prstGeom prst="rect">
            <a:avLst/>
          </a:prstGeom>
          <a:noFill/>
        </p:spPr>
      </p:pic>
      <p:pic>
        <p:nvPicPr>
          <p:cNvPr id="20" name="Picture 6" descr="YouTube">
            <a:hlinkClick r:id="rId12"/>
          </p:cNvPr>
          <p:cNvPicPr>
            <a:picLocks noChangeAspect="1" noChangeArrowheads="1"/>
          </p:cNvPicPr>
          <p:nvPr userDrawn="1"/>
        </p:nvPicPr>
        <p:blipFill>
          <a:blip r:embed="rId13"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spTree>
    <p:extLst>
      <p:ext uri="{BB962C8B-B14F-4D97-AF65-F5344CB8AC3E}">
        <p14:creationId xmlns:p14="http://schemas.microsoft.com/office/powerpoint/2010/main" val="30094232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9_Section A – Narrow">
    <p:spTree>
      <p:nvGrpSpPr>
        <p:cNvPr id="1" name=""/>
        <p:cNvGrpSpPr/>
        <p:nvPr/>
      </p:nvGrpSpPr>
      <p:grpSpPr>
        <a:xfrm>
          <a:off x="0" y="0"/>
          <a:ext cx="0" cy="0"/>
          <a:chOff x="0" y="0"/>
          <a:chExt cx="0" cy="0"/>
        </a:xfrm>
      </p:grpSpPr>
      <p:pic>
        <p:nvPicPr>
          <p:cNvPr id="11" name="Picture 10" descr="A picture containing blue, electric blue, violet, lilac&#10;&#10;Description automatically generated">
            <a:extLst>
              <a:ext uri="{FF2B5EF4-FFF2-40B4-BE49-F238E27FC236}">
                <a16:creationId xmlns:a16="http://schemas.microsoft.com/office/drawing/2014/main" id="{9B631C8A-F25D-C0EA-6239-F83AEA2038AB}"/>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471485" y="-3920"/>
            <a:ext cx="7720515" cy="6858000"/>
          </a:xfrm>
          <a:prstGeom prst="rect">
            <a:avLst/>
          </a:prstGeom>
        </p:spPr>
      </p:pic>
      <p:sp>
        <p:nvSpPr>
          <p:cNvPr id="12" name="Rectangle 11">
            <a:extLst>
              <a:ext uri="{FF2B5EF4-FFF2-40B4-BE49-F238E27FC236}">
                <a16:creationId xmlns:a16="http://schemas.microsoft.com/office/drawing/2014/main" id="{C53F9769-CAB0-1E02-7A00-F7A6A800E129}"/>
              </a:ext>
            </a:extLst>
          </p:cNvPr>
          <p:cNvSpPr/>
          <p:nvPr userDrawn="1"/>
        </p:nvSpPr>
        <p:spPr bwMode="white">
          <a:xfrm>
            <a:off x="0" y="-1"/>
            <a:ext cx="4471485"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3" name="Title 1">
            <a:extLst>
              <a:ext uri="{FF2B5EF4-FFF2-40B4-BE49-F238E27FC236}">
                <a16:creationId xmlns:a16="http://schemas.microsoft.com/office/drawing/2014/main" id="{A99A2591-F481-987E-8BA4-34B7405D5930}"/>
              </a:ext>
            </a:extLst>
          </p:cNvPr>
          <p:cNvSpPr>
            <a:spLocks noGrp="1"/>
          </p:cNvSpPr>
          <p:nvPr>
            <p:ph type="ctrTitle" hasCustomPrompt="1"/>
          </p:nvPr>
        </p:nvSpPr>
        <p:spPr bwMode="invGray">
          <a:xfrm>
            <a:off x="413349" y="4805338"/>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grpSp>
        <p:nvGrpSpPr>
          <p:cNvPr id="15" name="Group 14">
            <a:extLst>
              <a:ext uri="{FF2B5EF4-FFF2-40B4-BE49-F238E27FC236}">
                <a16:creationId xmlns:a16="http://schemas.microsoft.com/office/drawing/2014/main" id="{53B76076-C711-A7E1-44D7-08FB5A7DCDE8}"/>
              </a:ext>
            </a:extLst>
          </p:cNvPr>
          <p:cNvGrpSpPr/>
          <p:nvPr userDrawn="1"/>
        </p:nvGrpSpPr>
        <p:grpSpPr>
          <a:xfrm>
            <a:off x="1193220" y="-150008"/>
            <a:ext cx="4679881" cy="7150176"/>
            <a:chOff x="912063" y="-3920"/>
            <a:chExt cx="4679881" cy="7150176"/>
          </a:xfrm>
        </p:grpSpPr>
        <p:pic>
          <p:nvPicPr>
            <p:cNvPr id="16" name="Picture 15">
              <a:extLst>
                <a:ext uri="{FF2B5EF4-FFF2-40B4-BE49-F238E27FC236}">
                  <a16:creationId xmlns:a16="http://schemas.microsoft.com/office/drawing/2014/main" id="{BD5ECE73-EA5D-46B8-A62F-B6359A2D85E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12063"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DB517497-4F23-E524-70EB-7FEFB7686FF0}"/>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485909"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F7DA5BF6-B5C8-04D9-81B7-B286D6F5887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036677" y="1137677"/>
              <a:ext cx="2555267" cy="6008579"/>
            </a:xfrm>
            <a:prstGeom prst="rect">
              <a:avLst/>
            </a:prstGeom>
          </p:spPr>
        </p:pic>
      </p:grpSp>
      <p:sp>
        <p:nvSpPr>
          <p:cNvPr id="23" name="Text Placeholder 2">
            <a:extLst>
              <a:ext uri="{FF2B5EF4-FFF2-40B4-BE49-F238E27FC236}">
                <a16:creationId xmlns:a16="http://schemas.microsoft.com/office/drawing/2014/main" id="{45FD1BA1-2C6B-2D2F-097F-8155F4AAEBEF}"/>
              </a:ext>
            </a:extLst>
          </p:cNvPr>
          <p:cNvSpPr>
            <a:spLocks noGrp="1"/>
          </p:cNvSpPr>
          <p:nvPr>
            <p:ph type="body" sz="quarter" idx="10" hasCustomPrompt="1"/>
          </p:nvPr>
        </p:nvSpPr>
        <p:spPr>
          <a:xfrm>
            <a:off x="413349" y="3127086"/>
            <a:ext cx="3641725" cy="1336675"/>
          </a:xfrm>
          <a:prstGeom prst="rect">
            <a:avLst/>
          </a:prstGeom>
        </p:spPr>
        <p:txBody>
          <a:bodyPr/>
          <a:lstStyle>
            <a:lvl1pPr marL="0" indent="0" algn="r">
              <a:buNone/>
              <a:defRPr sz="9600">
                <a:solidFill>
                  <a:srgbClr val="00B9E8"/>
                </a:solidFill>
                <a:latin typeface="Ubuntu" panose="020B0504030602030204" pitchFamily="34" charset="0"/>
              </a:defRPr>
            </a:lvl1pPr>
          </a:lstStyle>
          <a:p>
            <a:pPr lvl="0"/>
            <a:r>
              <a:rPr lang="en-GB"/>
              <a:t>2</a:t>
            </a:r>
          </a:p>
        </p:txBody>
      </p:sp>
      <p:grpSp>
        <p:nvGrpSpPr>
          <p:cNvPr id="24" name="Groupe 1">
            <a:extLst>
              <a:ext uri="{FF2B5EF4-FFF2-40B4-BE49-F238E27FC236}">
                <a16:creationId xmlns:a16="http://schemas.microsoft.com/office/drawing/2014/main" id="{9993A7C3-A745-CD78-6238-247D795A71B8}"/>
              </a:ext>
            </a:extLst>
          </p:cNvPr>
          <p:cNvGrpSpPr>
            <a:grpSpLocks noChangeAspect="1"/>
          </p:cNvGrpSpPr>
          <p:nvPr userDrawn="1"/>
        </p:nvGrpSpPr>
        <p:grpSpPr>
          <a:xfrm>
            <a:off x="11562163" y="205059"/>
            <a:ext cx="419436" cy="388988"/>
            <a:chOff x="11501102" y="171573"/>
            <a:chExt cx="419436" cy="388988"/>
          </a:xfrm>
        </p:grpSpPr>
        <p:sp>
          <p:nvSpPr>
            <p:cNvPr id="25" name="Freeform 13">
              <a:extLst>
                <a:ext uri="{FF2B5EF4-FFF2-40B4-BE49-F238E27FC236}">
                  <a16:creationId xmlns:a16="http://schemas.microsoft.com/office/drawing/2014/main" id="{5CBA2E55-C278-E4BE-A6C8-900B48ACB60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6" name="Freeform 14">
              <a:extLst>
                <a:ext uri="{FF2B5EF4-FFF2-40B4-BE49-F238E27FC236}">
                  <a16:creationId xmlns:a16="http://schemas.microsoft.com/office/drawing/2014/main" id="{5CE8AE61-33A0-1C4D-8337-DE57E520CBC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193980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64" presetClass="path" presetSubtype="0" decel="100000" fill="hold" grpId="1" nodeType="withEffect">
                                  <p:stCondLst>
                                    <p:cond delay="1750"/>
                                  </p:stCondLst>
                                  <p:iterate type="wd">
                                    <p:tmPct val="16667"/>
                                  </p:iterate>
                                  <p:childTnLst>
                                    <p:animMotion origin="layout" path="M -3.125E-6 0.02616 L -3.125E-6 -2.59259E-6 " pathEditMode="relative" rAng="0" ptsTypes="AA">
                                      <p:cBhvr>
                                        <p:cTn id="12" dur="500" fill="hold"/>
                                        <p:tgtEl>
                                          <p:spTgt spid="13"/>
                                        </p:tgtEl>
                                        <p:attrNameLst>
                                          <p:attrName>ppt_x</p:attrName>
                                          <p:attrName>ppt_y</p:attrName>
                                        </p:attrNameLst>
                                      </p:cBhvr>
                                      <p:rCtr x="0" y="-131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P spid="23" grpId="0">
        <p:tmplLst>
          <p:tmpl>
            <p:tnLst>
              <p:par>
                <p:cTn presetID="10" presetClass="entr" presetSubtype="0" fill="hold" nodeType="withEffect">
                  <p:stCondLst>
                    <p:cond delay="1300"/>
                  </p:stCondLst>
                  <p:childTnLst>
                    <p:set>
                      <p:cBhvr>
                        <p:cTn dur="1" fill="hold">
                          <p:stCondLst>
                            <p:cond delay="0"/>
                          </p:stCondLst>
                        </p:cTn>
                        <p:tgtEl>
                          <p:spTgt spid="23"/>
                        </p:tgtEl>
                        <p:attrNameLst>
                          <p:attrName>style.visibility</p:attrName>
                        </p:attrNameLst>
                      </p:cBhvr>
                      <p:to>
                        <p:strVal val="visible"/>
                      </p:to>
                    </p:set>
                    <p:animEffect transition="in" filter="fade">
                      <p:cBhvr>
                        <p:cTn dur="500"/>
                        <p:tgtEl>
                          <p:spTgt spid="23"/>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Empty Slide">
  <p:cSld name="1_Empty Slide">
    <p:spTree>
      <p:nvGrpSpPr>
        <p:cNvPr id="1" name="Shape 17"/>
        <p:cNvGrpSpPr/>
        <p:nvPr/>
      </p:nvGrpSpPr>
      <p:grpSpPr>
        <a:xfrm>
          <a:off x="0" y="0"/>
          <a:ext cx="0" cy="0"/>
          <a:chOff x="0" y="0"/>
          <a:chExt cx="0" cy="0"/>
        </a:xfrm>
      </p:grpSpPr>
      <p:sp>
        <p:nvSpPr>
          <p:cNvPr id="18" name="Google Shape;18;p72"/>
          <p:cNvSpPr txBox="1">
            <a:spLocks noGrp="1"/>
          </p:cNvSpPr>
          <p:nvPr>
            <p:ph type="title"/>
          </p:nvPr>
        </p:nvSpPr>
        <p:spPr>
          <a:xfrm>
            <a:off x="592649" y="228589"/>
            <a:ext cx="10033537" cy="40011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2100"/>
              <a:buFont typeface="Arial"/>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a:endParaRPr/>
          </a:p>
        </p:txBody>
      </p:sp>
      <p:sp>
        <p:nvSpPr>
          <p:cNvPr id="19" name="Google Shape;19;p72"/>
          <p:cNvSpPr txBox="1">
            <a:spLocks noGrp="1"/>
          </p:cNvSpPr>
          <p:nvPr>
            <p:ph type="body" idx="1"/>
          </p:nvPr>
        </p:nvSpPr>
        <p:spPr>
          <a:xfrm>
            <a:off x="591751" y="1523918"/>
            <a:ext cx="11008042" cy="4741748"/>
          </a:xfrm>
          <a:prstGeom prst="rect">
            <a:avLst/>
          </a:prstGeom>
          <a:noFill/>
          <a:ln>
            <a:noFill/>
          </a:ln>
        </p:spPr>
        <p:txBody>
          <a:bodyPr spcFirstLastPara="1" wrap="square" lIns="0" tIns="40275" rIns="80600" bIns="40275" anchor="t" anchorCtr="0">
            <a:noAutofit/>
          </a:bodyPr>
          <a:lstStyle>
            <a:lvl1pPr marL="483710" lvl="0" indent="-241854" algn="l">
              <a:lnSpc>
                <a:spcPct val="100000"/>
              </a:lnSpc>
              <a:spcBef>
                <a:spcPts val="1692"/>
              </a:spcBef>
              <a:spcAft>
                <a:spcPts val="0"/>
              </a:spcAft>
              <a:buSzPts val="1400"/>
              <a:buFont typeface="Arial"/>
              <a:buNone/>
              <a:defRPr/>
            </a:lvl1pPr>
            <a:lvl2pPr marL="967420" lvl="1" indent="-349346" algn="l">
              <a:lnSpc>
                <a:spcPct val="100000"/>
              </a:lnSpc>
              <a:spcBef>
                <a:spcPts val="529"/>
              </a:spcBef>
              <a:spcAft>
                <a:spcPts val="0"/>
              </a:spcAft>
              <a:buSzPts val="1600"/>
              <a:buChar char="▪"/>
              <a:defRPr/>
            </a:lvl2pPr>
            <a:lvl3pPr marL="1451129" lvl="2" indent="-349346" algn="l">
              <a:lnSpc>
                <a:spcPct val="100000"/>
              </a:lnSpc>
              <a:spcBef>
                <a:spcPts val="317"/>
              </a:spcBef>
              <a:spcAft>
                <a:spcPts val="0"/>
              </a:spcAft>
              <a:buSzPts val="1600"/>
              <a:buChar char="–"/>
              <a:defRPr/>
            </a:lvl3pPr>
            <a:lvl4pPr marL="1934838" lvl="3" indent="-356064" algn="l">
              <a:lnSpc>
                <a:spcPct val="100000"/>
              </a:lnSpc>
              <a:spcBef>
                <a:spcPts val="317"/>
              </a:spcBef>
              <a:spcAft>
                <a:spcPts val="0"/>
              </a:spcAft>
              <a:buSzPts val="1700"/>
              <a:buChar char="▫"/>
              <a:defRPr/>
            </a:lvl4pPr>
            <a:lvl5pPr marL="2418548" lvl="4" indent="-322473" algn="l">
              <a:lnSpc>
                <a:spcPct val="100000"/>
              </a:lnSpc>
              <a:spcBef>
                <a:spcPts val="106"/>
              </a:spcBef>
              <a:spcAft>
                <a:spcPts val="0"/>
              </a:spcAft>
              <a:buSzPts val="1200"/>
              <a:buChar char="−"/>
              <a:defRPr/>
            </a:lvl5pPr>
            <a:lvl6pPr marL="2902258" lvl="5" indent="-349346" algn="l">
              <a:lnSpc>
                <a:spcPct val="100000"/>
              </a:lnSpc>
              <a:spcBef>
                <a:spcPts val="317"/>
              </a:spcBef>
              <a:spcAft>
                <a:spcPts val="0"/>
              </a:spcAft>
              <a:buClr>
                <a:schemeClr val="dk1"/>
              </a:buClr>
              <a:buSzPts val="1600"/>
              <a:buChar char="•"/>
              <a:defRPr/>
            </a:lvl6pPr>
            <a:lvl7pPr marL="3385967" lvl="6" indent="-349346" algn="l">
              <a:lnSpc>
                <a:spcPct val="100000"/>
              </a:lnSpc>
              <a:spcBef>
                <a:spcPts val="317"/>
              </a:spcBef>
              <a:spcAft>
                <a:spcPts val="0"/>
              </a:spcAft>
              <a:buClr>
                <a:schemeClr val="dk1"/>
              </a:buClr>
              <a:buSzPts val="1600"/>
              <a:buChar char="•"/>
              <a:defRPr/>
            </a:lvl7pPr>
            <a:lvl8pPr marL="3869677" lvl="7" indent="-349346" algn="l">
              <a:lnSpc>
                <a:spcPct val="100000"/>
              </a:lnSpc>
              <a:spcBef>
                <a:spcPts val="317"/>
              </a:spcBef>
              <a:spcAft>
                <a:spcPts val="0"/>
              </a:spcAft>
              <a:buClr>
                <a:schemeClr val="dk1"/>
              </a:buClr>
              <a:buSzPts val="1600"/>
              <a:buChar char="•"/>
              <a:defRPr/>
            </a:lvl8pPr>
            <a:lvl9pPr marL="4353387" lvl="8" indent="-349346" algn="l">
              <a:lnSpc>
                <a:spcPct val="100000"/>
              </a:lnSpc>
              <a:spcBef>
                <a:spcPts val="317"/>
              </a:spcBef>
              <a:spcAft>
                <a:spcPts val="0"/>
              </a:spcAft>
              <a:buClr>
                <a:schemeClr val="dk1"/>
              </a:buClr>
              <a:buSzPts val="1600"/>
              <a:buChar char="•"/>
              <a:defRPr/>
            </a:lvl9pPr>
          </a:lstStyle>
          <a:p>
            <a:endParaRPr/>
          </a:p>
        </p:txBody>
      </p:sp>
    </p:spTree>
    <p:extLst>
      <p:ext uri="{BB962C8B-B14F-4D97-AF65-F5344CB8AC3E}">
        <p14:creationId xmlns:p14="http://schemas.microsoft.com/office/powerpoint/2010/main" val="10627785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88759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2">
            <a:normAutofit/>
          </a:bodyPr>
          <a:lstStyle>
            <a:lvl1pPr>
              <a:defRPr sz="2000"/>
            </a:lvl1pPr>
            <a:lvl2pPr marL="273050" indent="-273050">
              <a:defRPr sz="1800"/>
            </a:lvl2pPr>
            <a:lvl3pPr marL="531813" indent="-258763">
              <a:buClr>
                <a:schemeClr val="accent1"/>
              </a:buClr>
              <a:defRPr sz="1600"/>
            </a:lvl3pPr>
            <a:lvl4pPr marL="723900" indent="-192088">
              <a:buClr>
                <a:schemeClr val="accent1"/>
              </a:buClr>
              <a:defRPr sz="14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3"/>
            <a:endParaRPr lang="en-US"/>
          </a:p>
          <a:p>
            <a:pPr lvl="3"/>
            <a:endParaRPr lang="en-US"/>
          </a:p>
          <a:p>
            <a:pPr lvl="3"/>
            <a:endParaRPr lang="en-US"/>
          </a:p>
          <a:p>
            <a:pPr lvl="3"/>
            <a:endParaRPr lang="en-US"/>
          </a:p>
          <a:p>
            <a:pPr lvl="3"/>
            <a:endParaRPr lang="en-US"/>
          </a:p>
          <a:p>
            <a:pPr lvl="3"/>
            <a:endParaRPr lang="en-US"/>
          </a:p>
          <a:p>
            <a:pPr lvl="3"/>
            <a:endParaRPr lang="en-US"/>
          </a:p>
          <a:p>
            <a:pPr lvl="3"/>
            <a:endParaRPr lang="en-US"/>
          </a:p>
          <a:p>
            <a:pPr lvl="3"/>
            <a:endParaRPr lang="en-US"/>
          </a:p>
          <a:p>
            <a:pPr lvl="3"/>
            <a:endParaRPr lang="en-US"/>
          </a:p>
          <a:p>
            <a:pPr lvl="0"/>
            <a:r>
              <a:rPr lang="en-US"/>
              <a:t>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65986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30082936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Title Subtitle Dark Grey">
    <p:bg>
      <p:bgPr>
        <a:solidFill>
          <a:schemeClr val="accent4"/>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p:txBody>
          <a:bodyPr/>
          <a:lstStyle>
            <a:lvl1pPr algn="r">
              <a:defRPr/>
            </a:lvl1pPr>
          </a:lstStyle>
          <a:p>
            <a:pPr>
              <a:spcBef>
                <a:spcPts val="1000"/>
              </a:spcBef>
              <a:buFont typeface="Arial" panose="020B0604020202020204" pitchFamily="34" charset="0"/>
              <a:buNone/>
            </a:pPr>
            <a:r>
              <a:rPr lang="de-DE"/>
              <a:t>© Capgemini Invent 2022. All rights reserved.</a:t>
            </a:r>
            <a:endParaRPr lang="en-US"/>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11" name="Title Placeholder 4">
            <a:extLst>
              <a:ext uri="{FF2B5EF4-FFF2-40B4-BE49-F238E27FC236}">
                <a16:creationId xmlns:a16="http://schemas.microsoft.com/office/drawing/2014/main" id="{8CCCBC14-D599-4EA7-9BC4-E710373F2D23}"/>
              </a:ext>
            </a:extLst>
          </p:cNvPr>
          <p:cNvSpPr>
            <a:spLocks noGrp="1"/>
          </p:cNvSpPr>
          <p:nvPr>
            <p:ph type="title"/>
          </p:nvPr>
        </p:nvSpPr>
        <p:spPr>
          <a:xfrm>
            <a:off x="550863" y="6907"/>
            <a:ext cx="10873877" cy="1127300"/>
          </a:xfrm>
          <a:prstGeom prst="rect">
            <a:avLst/>
          </a:prstGeom>
        </p:spPr>
        <p:txBody>
          <a:bodyPr vert="horz" lIns="0" tIns="180000" rIns="0" bIns="0" rtlCol="0" anchor="t" anchorCtr="0">
            <a:noAutofit/>
          </a:bodyPr>
          <a:lstStyle>
            <a:lvl1pPr>
              <a:defRPr>
                <a:solidFill>
                  <a:schemeClr val="bg1"/>
                </a:solidFill>
              </a:defRPr>
            </a:lvl1pPr>
          </a:lstStyle>
          <a:p>
            <a:r>
              <a:rPr lang="en-US"/>
              <a:t>Click to edit Master title style</a:t>
            </a:r>
            <a:endParaRPr lang="de-DE"/>
          </a:p>
        </p:txBody>
      </p:sp>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550200" y="1125538"/>
            <a:ext cx="11090938" cy="246221"/>
          </a:xfrm>
          <a:prstGeom prst="rect">
            <a:avLst/>
          </a:prstGeom>
        </p:spPr>
        <p:txBody>
          <a:bodyPr lIns="0">
            <a:spAutoFit/>
          </a:bodyPr>
          <a:lstStyle>
            <a:lvl1pPr>
              <a:defRPr sz="1600" b="1">
                <a:solidFill>
                  <a:schemeClr val="bg1"/>
                </a:solidFill>
                <a:latin typeface="+mn-lt"/>
              </a:defRPr>
            </a:lvl1pPr>
          </a:lstStyle>
          <a:p>
            <a:pPr lvl="0"/>
            <a:r>
              <a:rPr lang="en-US"/>
              <a:t>Click to edit Master text styles</a:t>
            </a:r>
          </a:p>
        </p:txBody>
      </p:sp>
      <p:sp>
        <p:nvSpPr>
          <p:cNvPr id="4" name="Footer Placeholder 3">
            <a:extLst>
              <a:ext uri="{FF2B5EF4-FFF2-40B4-BE49-F238E27FC236}">
                <a16:creationId xmlns:a16="http://schemas.microsoft.com/office/drawing/2014/main" id="{413328ED-0583-4621-B5D1-697E1C3F445B}"/>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5" name="TextBox 14">
            <a:extLst>
              <a:ext uri="{FF2B5EF4-FFF2-40B4-BE49-F238E27FC236}">
                <a16:creationId xmlns:a16="http://schemas.microsoft.com/office/drawing/2014/main" id="{184F0420-9A84-41FB-A6AE-B98197D77AF1}"/>
              </a:ext>
            </a:extLst>
          </p:cNvPr>
          <p:cNvSpPr txBox="1"/>
          <p:nvPr userDrawn="1">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grpSp>
        <p:nvGrpSpPr>
          <p:cNvPr id="13" name="Groupe 1">
            <a:extLst>
              <a:ext uri="{FF2B5EF4-FFF2-40B4-BE49-F238E27FC236}">
                <a16:creationId xmlns:a16="http://schemas.microsoft.com/office/drawing/2014/main" id="{03B03B54-FE69-4638-BDA4-DD9F33884510}"/>
              </a:ext>
            </a:extLst>
          </p:cNvPr>
          <p:cNvGrpSpPr/>
          <p:nvPr userDrawn="1"/>
        </p:nvGrpSpPr>
        <p:grpSpPr>
          <a:xfrm>
            <a:off x="11501102" y="171573"/>
            <a:ext cx="419436" cy="388988"/>
            <a:chOff x="11501102" y="171573"/>
            <a:chExt cx="419436" cy="388988"/>
          </a:xfrm>
        </p:grpSpPr>
        <p:sp>
          <p:nvSpPr>
            <p:cNvPr id="14" name="Freeform 13">
              <a:extLst>
                <a:ext uri="{FF2B5EF4-FFF2-40B4-BE49-F238E27FC236}">
                  <a16:creationId xmlns:a16="http://schemas.microsoft.com/office/drawing/2014/main" id="{5DB373AE-4E54-4212-8980-861E1133893A}"/>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4">
              <a:extLst>
                <a:ext uri="{FF2B5EF4-FFF2-40B4-BE49-F238E27FC236}">
                  <a16:creationId xmlns:a16="http://schemas.microsoft.com/office/drawing/2014/main" id="{28B05233-6F6E-4AB1-B8EC-1846223838BC}"/>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1743006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5_Titre seul">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extLst>
              <p:ext uri="{D42A27DB-BD31-4B8C-83A1-F6EECF244321}">
                <p14:modId xmlns:p14="http://schemas.microsoft.com/office/powerpoint/2010/main" val="2492290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Verdana" panose="020B0604030504040204" pitchFamily="34" charset="0"/>
              <a:ea typeface="+mj-ea"/>
              <a:cs typeface="+mj-cs"/>
              <a:sym typeface="Verdana" panose="020B0604030504040204" pitchFamily="34" charset="0"/>
            </a:endParaRPr>
          </a:p>
        </p:txBody>
      </p:sp>
      <p:pic>
        <p:nvPicPr>
          <p:cNvPr id="8" name="Picture 7">
            <a:extLst>
              <a:ext uri="{FF2B5EF4-FFF2-40B4-BE49-F238E27FC236}">
                <a16:creationId xmlns:a16="http://schemas.microsoft.com/office/drawing/2014/main" id="{687E0CA2-B0BD-4E61-857D-CD44816825AF}"/>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flipV="1">
            <a:off x="0" y="-4"/>
            <a:ext cx="12192000" cy="6858003"/>
          </a:xfrm>
          <a:prstGeom prst="rect">
            <a:avLst/>
          </a:prstGeom>
        </p:spPr>
      </p:pic>
      <p:sp>
        <p:nvSpPr>
          <p:cNvPr id="6" name="Slide Number Placeholder 5">
            <a:extLst>
              <a:ext uri="{FF2B5EF4-FFF2-40B4-BE49-F238E27FC236}">
                <a16:creationId xmlns:a16="http://schemas.microsoft.com/office/drawing/2014/main" id="{A9BC7EB4-3EA4-4365-ADA0-2786FCECBE4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p:txBody>
          <a:bodyPr/>
          <a:lstStyle/>
          <a:p>
            <a:r>
              <a:rPr lang="en-US"/>
              <a:t>Click to edit Master title style</a:t>
            </a:r>
            <a:endParaRPr lang="de-DE"/>
          </a:p>
        </p:txBody>
      </p:sp>
      <p:sp>
        <p:nvSpPr>
          <p:cNvPr id="9" name="Text Placeholder 9">
            <a:extLst>
              <a:ext uri="{FF2B5EF4-FFF2-40B4-BE49-F238E27FC236}">
                <a16:creationId xmlns:a16="http://schemas.microsoft.com/office/drawing/2014/main" id="{7F3C9A4B-1694-427C-97C9-2E80EB729464}"/>
              </a:ext>
            </a:extLst>
          </p:cNvPr>
          <p:cNvSpPr>
            <a:spLocks noGrp="1"/>
          </p:cNvSpPr>
          <p:nvPr>
            <p:ph type="body" sz="quarter" idx="15"/>
          </p:nvPr>
        </p:nvSpPr>
        <p:spPr>
          <a:xfrm>
            <a:off x="550200" y="1125538"/>
            <a:ext cx="11090938" cy="338554"/>
          </a:xfrm>
        </p:spPr>
        <p:txBody>
          <a:bodyPr>
            <a:spAutoFit/>
          </a:bodyPr>
          <a:lstStyle>
            <a:lvl1pPr>
              <a:defRPr sz="2200">
                <a:solidFill>
                  <a:schemeClr val="accent1"/>
                </a:solidFill>
                <a:latin typeface="+mn-lt"/>
              </a:defRPr>
            </a:lvl1pPr>
          </a:lstStyle>
          <a:p>
            <a:pPr lvl="0"/>
            <a:r>
              <a:rPr lang="en-US"/>
              <a:t>Click to edit Master text styles</a:t>
            </a:r>
          </a:p>
        </p:txBody>
      </p:sp>
      <p:sp>
        <p:nvSpPr>
          <p:cNvPr id="10" name="Footer Placeholder 9">
            <a:extLst>
              <a:ext uri="{FF2B5EF4-FFF2-40B4-BE49-F238E27FC236}">
                <a16:creationId xmlns:a16="http://schemas.microsoft.com/office/drawing/2014/main" id="{9C201CFA-ABAC-4357-9A11-AB666074093D}"/>
              </a:ext>
            </a:extLst>
          </p:cNvPr>
          <p:cNvSpPr>
            <a:spLocks noGrp="1"/>
          </p:cNvSpPr>
          <p:nvPr>
            <p:ph type="ftr" sz="quarter" idx="3"/>
          </p:nvPr>
        </p:nvSpPr>
        <p:spPr>
          <a:xfrm>
            <a:off x="299326"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Finance Transformation program | Capgemini Invent | October 2021</a:t>
            </a:r>
          </a:p>
        </p:txBody>
      </p:sp>
      <p:sp>
        <p:nvSpPr>
          <p:cNvPr id="12" name="Date Placeholder 34">
            <a:extLst>
              <a:ext uri="{FF2B5EF4-FFF2-40B4-BE49-F238E27FC236}">
                <a16:creationId xmlns:a16="http://schemas.microsoft.com/office/drawing/2014/main" id="{8BF6C789-20CC-4AD8-95B8-16590A7D9F60}"/>
              </a:ext>
            </a:extLst>
          </p:cNvPr>
          <p:cNvSpPr>
            <a:spLocks noGrp="1"/>
          </p:cNvSpPr>
          <p:nvPr>
            <p:ph type="dt" sz="half" idx="2"/>
          </p:nvPr>
        </p:nvSpPr>
        <p:spPr>
          <a:xfrm>
            <a:off x="8934673" y="6650661"/>
            <a:ext cx="2664297" cy="123111"/>
          </a:xfrm>
          <a:prstGeom prst="rect">
            <a:avLst/>
          </a:prstGeom>
        </p:spPr>
        <p:txBody>
          <a:bodyPr lIns="0" tIns="0" rIns="0" bIns="0" anchor="ctr" anchorCtr="0">
            <a:noAutofit/>
          </a:bodyPr>
          <a:lstStyle>
            <a:lvl1pPr>
              <a:defRPr lang="de-DE" sz="800" smtClean="0">
                <a:solidFill>
                  <a:schemeClr val="bg1">
                    <a:lumMod val="65000"/>
                  </a:schemeClr>
                </a:solidFill>
              </a:defRPr>
            </a:lvl1pPr>
          </a:lstStyle>
          <a:p>
            <a:pPr algn="r">
              <a:spcBef>
                <a:spcPts val="1000"/>
              </a:spcBef>
              <a:buFont typeface="Arial" panose="020B0604020202020204" pitchFamily="34" charset="0"/>
              <a:buNone/>
            </a:pPr>
            <a:r>
              <a:rPr lang="en-AU"/>
              <a:t>© Capgemini Invent 2021. All rights reserved.</a:t>
            </a:r>
            <a:endParaRPr lang="en-US"/>
          </a:p>
        </p:txBody>
      </p:sp>
    </p:spTree>
    <p:extLst>
      <p:ext uri="{BB962C8B-B14F-4D97-AF65-F5344CB8AC3E}">
        <p14:creationId xmlns:p14="http://schemas.microsoft.com/office/powerpoint/2010/main" val="41515208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5B497FE-4B31-4DBC-A7F6-9FEB4B6051AF}"/>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4291319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body copy" type="obj">
  <p:cSld name="Title + body copy">
    <p:spTree>
      <p:nvGrpSpPr>
        <p:cNvPr id="1" name="Shape 981"/>
        <p:cNvGrpSpPr/>
        <p:nvPr/>
      </p:nvGrpSpPr>
      <p:grpSpPr>
        <a:xfrm>
          <a:off x="0" y="0"/>
          <a:ext cx="0" cy="0"/>
          <a:chOff x="0" y="0"/>
          <a:chExt cx="0" cy="0"/>
        </a:xfrm>
      </p:grpSpPr>
      <p:sp>
        <p:nvSpPr>
          <p:cNvPr id="982" name="Google Shape;982;g1257c1e337a_0_238"/>
          <p:cNvSpPr txBox="1">
            <a:spLocks noGrp="1"/>
          </p:cNvSpPr>
          <p:nvPr>
            <p:ph type="title"/>
          </p:nvPr>
        </p:nvSpPr>
        <p:spPr>
          <a:xfrm>
            <a:off x="421268" y="366185"/>
            <a:ext cx="11347200" cy="10224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SzPts val="4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83" name="Google Shape;983;g1257c1e337a_0_238"/>
          <p:cNvSpPr txBox="1">
            <a:spLocks noGrp="1"/>
          </p:cNvSpPr>
          <p:nvPr>
            <p:ph type="body" idx="1"/>
          </p:nvPr>
        </p:nvSpPr>
        <p:spPr>
          <a:xfrm>
            <a:off x="421268" y="1644505"/>
            <a:ext cx="11349600" cy="4847200"/>
          </a:xfrm>
          <a:prstGeom prst="rect">
            <a:avLst/>
          </a:prstGeom>
          <a:noFill/>
          <a:ln>
            <a:noFill/>
          </a:ln>
        </p:spPr>
        <p:txBody>
          <a:bodyPr spcFirstLastPara="1" wrap="square" lIns="0" tIns="0" rIns="0" bIns="0" anchor="t" anchorCtr="0">
            <a:noAutofit/>
          </a:bodyPr>
          <a:lstStyle>
            <a:lvl1pPr marL="609585" lvl="0" indent="-304792" algn="l" rtl="0">
              <a:lnSpc>
                <a:spcPct val="100000"/>
              </a:lnSpc>
              <a:spcBef>
                <a:spcPts val="0"/>
              </a:spcBef>
              <a:spcAft>
                <a:spcPts val="0"/>
              </a:spcAft>
              <a:buSzPts val="2000"/>
              <a:buNone/>
              <a:defRPr/>
            </a:lvl1pPr>
            <a:lvl2pPr marL="1219170" lvl="1" indent="-457189" algn="l" rtl="0">
              <a:lnSpc>
                <a:spcPct val="150000"/>
              </a:lnSpc>
              <a:spcBef>
                <a:spcPts val="2133"/>
              </a:spcBef>
              <a:spcAft>
                <a:spcPts val="0"/>
              </a:spcAft>
              <a:buSzPts val="1800"/>
              <a:buChar char="•"/>
              <a:defRPr/>
            </a:lvl2pPr>
            <a:lvl3pPr marL="1828754" lvl="2" indent="-457189" algn="l" rtl="0">
              <a:lnSpc>
                <a:spcPct val="150000"/>
              </a:lnSpc>
              <a:spcBef>
                <a:spcPts val="667"/>
              </a:spcBef>
              <a:spcAft>
                <a:spcPts val="0"/>
              </a:spcAft>
              <a:buSzPts val="1800"/>
              <a:buChar char="•"/>
              <a:defRPr/>
            </a:lvl3pPr>
            <a:lvl4pPr marL="2438339" lvl="3" indent="-457189" algn="l" rtl="0">
              <a:lnSpc>
                <a:spcPct val="150000"/>
              </a:lnSpc>
              <a:spcBef>
                <a:spcPts val="667"/>
              </a:spcBef>
              <a:spcAft>
                <a:spcPts val="0"/>
              </a:spcAft>
              <a:buSzPts val="1800"/>
              <a:buChar char="•"/>
              <a:defRPr/>
            </a:lvl4pPr>
            <a:lvl5pPr marL="3047924" lvl="4" indent="-457189" algn="l" rtl="0">
              <a:lnSpc>
                <a:spcPct val="150000"/>
              </a:lnSpc>
              <a:spcBef>
                <a:spcPts val="667"/>
              </a:spcBef>
              <a:spcAft>
                <a:spcPts val="0"/>
              </a:spcAft>
              <a:buSzPts val="1800"/>
              <a:buChar char="•"/>
              <a:defRPr/>
            </a:lvl5pPr>
            <a:lvl6pPr marL="3657509" lvl="5" indent="-457189" algn="l" rtl="0">
              <a:lnSpc>
                <a:spcPct val="90000"/>
              </a:lnSpc>
              <a:spcBef>
                <a:spcPts val="667"/>
              </a:spcBef>
              <a:spcAft>
                <a:spcPts val="0"/>
              </a:spcAft>
              <a:buClr>
                <a:schemeClr val="dk1"/>
              </a:buClr>
              <a:buSzPts val="1800"/>
              <a:buChar char="•"/>
              <a:defRPr/>
            </a:lvl6pPr>
            <a:lvl7pPr marL="4267093" lvl="6" indent="-457189" algn="l" rtl="0">
              <a:lnSpc>
                <a:spcPct val="90000"/>
              </a:lnSpc>
              <a:spcBef>
                <a:spcPts val="667"/>
              </a:spcBef>
              <a:spcAft>
                <a:spcPts val="0"/>
              </a:spcAft>
              <a:buClr>
                <a:schemeClr val="dk1"/>
              </a:buClr>
              <a:buSzPts val="1800"/>
              <a:buChar char="•"/>
              <a:defRPr/>
            </a:lvl7pPr>
            <a:lvl8pPr marL="4876678" lvl="7" indent="-457189" algn="l" rtl="0">
              <a:lnSpc>
                <a:spcPct val="90000"/>
              </a:lnSpc>
              <a:spcBef>
                <a:spcPts val="667"/>
              </a:spcBef>
              <a:spcAft>
                <a:spcPts val="0"/>
              </a:spcAft>
              <a:buClr>
                <a:schemeClr val="dk1"/>
              </a:buClr>
              <a:buSzPts val="1800"/>
              <a:buChar char="•"/>
              <a:defRPr/>
            </a:lvl8pPr>
            <a:lvl9pPr marL="5486263" lvl="8" indent="-457189" algn="l" rtl="0">
              <a:lnSpc>
                <a:spcPct val="90000"/>
              </a:lnSpc>
              <a:spcBef>
                <a:spcPts val="6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42923056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r>
              <a:rPr lang="en-AU"/>
              <a:t>Presentation Title | Author | Date</a:t>
            </a:r>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440000"/>
            <a:ext cx="3600000" cy="504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1"/>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79526BB7-3F11-4FE0-8446-2F5AA4F51B3D}"/>
              </a:ext>
            </a:extLst>
          </p:cNvPr>
          <p:cNvSpPr>
            <a:spLocks noGrp="1"/>
          </p:cNvSpPr>
          <p:nvPr>
            <p:ph type="body" sz="quarter" idx="14"/>
          </p:nvPr>
        </p:nvSpPr>
        <p:spPr>
          <a:xfrm>
            <a:off x="4302000" y="1440000"/>
            <a:ext cx="3600000" cy="504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5">
            <a:extLst>
              <a:ext uri="{FF2B5EF4-FFF2-40B4-BE49-F238E27FC236}">
                <a16:creationId xmlns:a16="http://schemas.microsoft.com/office/drawing/2014/main" id="{18B05365-7123-4BA1-B4CF-B98A1B5450FD}"/>
              </a:ext>
            </a:extLst>
          </p:cNvPr>
          <p:cNvSpPr>
            <a:spLocks noGrp="1"/>
          </p:cNvSpPr>
          <p:nvPr>
            <p:ph type="body" sz="quarter" idx="15"/>
          </p:nvPr>
        </p:nvSpPr>
        <p:spPr>
          <a:xfrm>
            <a:off x="8243999" y="1440000"/>
            <a:ext cx="3600000" cy="504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216105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5/6/2025</a:t>
            </a:fld>
            <a:endParaRPr lang="en-US"/>
          </a:p>
        </p:txBody>
      </p:sp>
      <p:sp>
        <p:nvSpPr>
          <p:cNvPr id="4" name="Holder 4"/>
          <p:cNvSpPr>
            <a:spLocks noGrp="1"/>
          </p:cNvSpPr>
          <p:nvPr>
            <p:ph type="sldNum" sz="quarter" idx="7"/>
          </p:nvPr>
        </p:nvSpPr>
        <p:spPr/>
        <p:txBody>
          <a:bodyPr lIns="0" tIns="0" rIns="0" bIns="0"/>
          <a:lstStyle>
            <a:lvl1pPr>
              <a:defRPr sz="800" b="0" i="0">
                <a:solidFill>
                  <a:srgbClr val="A6A6A6"/>
                </a:solidFill>
                <a:latin typeface="Verdana"/>
                <a:cs typeface="Verdana"/>
              </a:defRPr>
            </a:lvl1pPr>
          </a:lstStyle>
          <a:p>
            <a:pPr marL="2491105">
              <a:lnSpc>
                <a:spcPct val="100000"/>
              </a:lnSpc>
              <a:spcBef>
                <a:spcPts val="105"/>
              </a:spcBef>
            </a:pPr>
            <a:fld id="{81D60167-4931-47E6-BA6A-407CBD079E47}" type="slidenum">
              <a:rPr dirty="0"/>
              <a:t>‹#›</a:t>
            </a:fld>
            <a:endParaRPr/>
          </a:p>
        </p:txBody>
      </p:sp>
    </p:spTree>
    <p:extLst>
      <p:ext uri="{BB962C8B-B14F-4D97-AF65-F5344CB8AC3E}">
        <p14:creationId xmlns:p14="http://schemas.microsoft.com/office/powerpoint/2010/main" val="952912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152F0-64C1-417E-AC4E-E6A5CC549AF3}"/>
              </a:ext>
            </a:extLst>
          </p:cNvPr>
          <p:cNvSpPr>
            <a:spLocks noGrp="1"/>
          </p:cNvSpPr>
          <p:nvPr>
            <p:ph type="title"/>
          </p:nvPr>
        </p:nvSpPr>
        <p:spPr/>
        <p:txBody>
          <a:bodyPr/>
          <a:lstStyle>
            <a:lvl1pPr>
              <a:defRPr/>
            </a:lvl1pPr>
          </a:lstStyle>
          <a:p>
            <a:r>
              <a:rPr lang="en-US"/>
              <a:t>Click to edit Master title style</a:t>
            </a:r>
          </a:p>
        </p:txBody>
      </p:sp>
      <p:sp>
        <p:nvSpPr>
          <p:cNvPr id="5" name="Footer Placeholder 2">
            <a:extLst>
              <a:ext uri="{FF2B5EF4-FFF2-40B4-BE49-F238E27FC236}">
                <a16:creationId xmlns:a16="http://schemas.microsoft.com/office/drawing/2014/main" id="{03DBE028-2976-4EB9-A581-9560AE8C4378}"/>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sp>
        <p:nvSpPr>
          <p:cNvPr id="6" name="Text Placeholder 5">
            <a:extLst>
              <a:ext uri="{FF2B5EF4-FFF2-40B4-BE49-F238E27FC236}">
                <a16:creationId xmlns:a16="http://schemas.microsoft.com/office/drawing/2014/main" id="{2071979D-6ED6-427C-93E1-1BA59DA1EE23}"/>
              </a:ext>
            </a:extLst>
          </p:cNvPr>
          <p:cNvSpPr>
            <a:spLocks noGrp="1"/>
          </p:cNvSpPr>
          <p:nvPr>
            <p:ph type="body" sz="quarter" idx="12"/>
          </p:nvPr>
        </p:nvSpPr>
        <p:spPr>
          <a:xfrm>
            <a:off x="360000" y="1440000"/>
            <a:ext cx="5565595" cy="504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7">
            <a:extLst>
              <a:ext uri="{FF2B5EF4-FFF2-40B4-BE49-F238E27FC236}">
                <a16:creationId xmlns:a16="http://schemas.microsoft.com/office/drawing/2014/main" id="{D8A18168-5264-47BE-95B8-F196C879F8DD}"/>
              </a:ext>
            </a:extLst>
          </p:cNvPr>
          <p:cNvSpPr>
            <a:spLocks noGrp="1"/>
          </p:cNvSpPr>
          <p:nvPr>
            <p:ph type="body" sz="quarter" idx="13"/>
          </p:nvPr>
        </p:nvSpPr>
        <p:spPr>
          <a:xfrm>
            <a:off x="360000" y="252000"/>
            <a:ext cx="10620000" cy="180000"/>
          </a:xfrm>
        </p:spPr>
        <p:txBody>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en-US" sz="800" kern="1200" cap="all" spc="100" baseline="0" dirty="0" smtClean="0">
                <a:solidFill>
                  <a:schemeClr val="accent1"/>
                </a:solidFill>
                <a:latin typeface="Ubuntu Light" panose="020B0304030602030204" pitchFamily="34" charset="0"/>
                <a:ea typeface="+mn-ea"/>
                <a:cs typeface="+mn-cs"/>
              </a:defRPr>
            </a:lvl1pPr>
            <a:lvl2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2pPr>
            <a:lvl3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3pPr>
            <a:lvl4pPr marL="0" indent="0" algn="l" defTabSz="914400" rtl="0" eaLnBrk="1" latinLnBrk="0" hangingPunct="1">
              <a:lnSpc>
                <a:spcPct val="100000"/>
              </a:lnSpc>
              <a:spcBef>
                <a:spcPts val="600"/>
              </a:spcBef>
              <a:spcAft>
                <a:spcPts val="0"/>
              </a:spcAft>
              <a:buFont typeface="Arial" panose="020B0604020202020204" pitchFamily="34" charset="0"/>
              <a:buNone/>
              <a:defRPr lang="en-US" sz="1000" kern="1200" cap="all" spc="100" baseline="0" dirty="0" smtClean="0">
                <a:solidFill>
                  <a:schemeClr val="accent1"/>
                </a:solidFill>
                <a:latin typeface="Ubuntu" panose="020B0504030602030204" pitchFamily="34" charset="0"/>
                <a:ea typeface="+mn-ea"/>
                <a:cs typeface="+mn-cs"/>
              </a:defRPr>
            </a:lvl4pPr>
            <a:lvl5pPr marL="0" indent="0" algn="l" defTabSz="914400" rtl="0" eaLnBrk="1" latinLnBrk="0" hangingPunct="1">
              <a:lnSpc>
                <a:spcPct val="100000"/>
              </a:lnSpc>
              <a:spcBef>
                <a:spcPts val="600"/>
              </a:spcBef>
              <a:spcAft>
                <a:spcPts val="0"/>
              </a:spcAft>
              <a:buFont typeface="Arial" panose="020B0604020202020204" pitchFamily="34" charset="0"/>
              <a:buNone/>
              <a:defRPr lang="en-GB" sz="1000" kern="1200" cap="all" spc="100" baseline="0" dirty="0">
                <a:solidFill>
                  <a:schemeClr val="accent1"/>
                </a:solidFill>
                <a:latin typeface="Ubuntu" panose="020B0504030602030204" pitchFamily="34" charset="0"/>
                <a:ea typeface="+mn-ea"/>
                <a:cs typeface="+mn-cs"/>
              </a:defRPr>
            </a:lvl5pPr>
          </a:lstStyle>
          <a:p>
            <a:pPr lvl="0"/>
            <a:r>
              <a:rPr lang="en-US"/>
              <a:t>Click to edit Master text styles</a:t>
            </a:r>
            <a:endParaRPr lang="en-GB"/>
          </a:p>
        </p:txBody>
      </p:sp>
      <p:sp>
        <p:nvSpPr>
          <p:cNvPr id="12" name="Text Placeholder 5">
            <a:extLst>
              <a:ext uri="{FF2B5EF4-FFF2-40B4-BE49-F238E27FC236}">
                <a16:creationId xmlns:a16="http://schemas.microsoft.com/office/drawing/2014/main" id="{79526BB7-3F11-4FE0-8446-2F5AA4F51B3D}"/>
              </a:ext>
            </a:extLst>
          </p:cNvPr>
          <p:cNvSpPr>
            <a:spLocks noGrp="1"/>
          </p:cNvSpPr>
          <p:nvPr>
            <p:ph type="body" sz="quarter" idx="14"/>
          </p:nvPr>
        </p:nvSpPr>
        <p:spPr>
          <a:xfrm>
            <a:off x="6285601" y="1440000"/>
            <a:ext cx="5565594" cy="5040000"/>
          </a:xfrm>
        </p:spPr>
        <p:txBody>
          <a:bodyPr/>
          <a:lstStyle>
            <a:lvl1pPr>
              <a:defRPr sz="1000" b="1">
                <a:solidFill>
                  <a:schemeClr val="accent2"/>
                </a:solidFill>
                <a:latin typeface="+mn-lt"/>
              </a:defRPr>
            </a:lvl1pPr>
            <a:lvl2pPr marL="0" indent="0">
              <a:spcBef>
                <a:spcPts val="600"/>
              </a:spcBef>
              <a:buNone/>
              <a:defRPr sz="900"/>
            </a:lvl2pPr>
            <a:lvl3pPr marL="144000" indent="-144000">
              <a:buClr>
                <a:schemeClr val="accent1"/>
              </a:buClr>
              <a:buSzPct val="120000"/>
              <a:buFont typeface="Arial" panose="020B0604020202020204" pitchFamily="34" charset="0"/>
              <a:buChar char="•"/>
              <a:defRPr sz="900"/>
            </a:lvl3pPr>
            <a:lvl4pPr marL="288000" indent="-144000">
              <a:buClrTx/>
              <a:buFont typeface="Ubuntu" panose="020B0504030602030204" pitchFamily="34" charset="0"/>
              <a:buChar char="−"/>
              <a:defRPr sz="900"/>
            </a:lvl4pPr>
            <a:lvl5pPr marL="432000">
              <a:buClr>
                <a:schemeClr val="accent2"/>
              </a:buCl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235781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Sub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17A1895-A841-4F2F-AF71-2C5D96745B7D}"/>
              </a:ext>
            </a:extLst>
          </p:cNvPr>
          <p:cNvGraphicFramePr>
            <a:graphicFrameLocks noChangeAspect="1"/>
          </p:cNvGraphicFramePr>
          <p:nvPr userDrawn="1">
            <p:custDataLst>
              <p:tags r:id="rId1"/>
            </p:custDataLst>
            <p:extLst>
              <p:ext uri="{D42A27DB-BD31-4B8C-83A1-F6EECF244321}">
                <p14:modId xmlns:p14="http://schemas.microsoft.com/office/powerpoint/2010/main" val="25644432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C17A1895-A841-4F2F-AF71-2C5D96745B7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CCC950EE-D47D-416A-BBF7-19249CACA7A5}"/>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Date Placeholder 2">
            <a:extLst>
              <a:ext uri="{FF2B5EF4-FFF2-40B4-BE49-F238E27FC236}">
                <a16:creationId xmlns:a16="http://schemas.microsoft.com/office/drawing/2014/main" id="{8B6BA9DF-5E60-4441-800C-E0C881F4925C}"/>
              </a:ext>
            </a:extLst>
          </p:cNvPr>
          <p:cNvSpPr>
            <a:spLocks noGrp="1"/>
          </p:cNvSpPr>
          <p:nvPr>
            <p:ph type="dt" sz="half" idx="12"/>
          </p:nvPr>
        </p:nvSpPr>
        <p:spPr/>
        <p:txBody>
          <a:bodyPr/>
          <a:lstStyle>
            <a:lvl1pPr algn="r">
              <a:defRPr/>
            </a:lvl1pPr>
          </a:lstStyle>
          <a:p>
            <a:pPr>
              <a:spcBef>
                <a:spcPts val="1000"/>
              </a:spcBef>
              <a:buFont typeface="Arial" panose="020B0604020202020204" pitchFamily="34" charset="0"/>
              <a:buNone/>
            </a:pPr>
            <a:r>
              <a:rPr lang="de-DE"/>
              <a:t>© Capgemini Invent 2020. All rights reserved.</a:t>
            </a:r>
            <a:endParaRPr lang="en-US"/>
          </a:p>
        </p:txBody>
      </p:sp>
      <p:sp>
        <p:nvSpPr>
          <p:cNvPr id="6" name="Slide Number Placeholder 5">
            <a:extLst>
              <a:ext uri="{FF2B5EF4-FFF2-40B4-BE49-F238E27FC236}">
                <a16:creationId xmlns:a16="http://schemas.microsoft.com/office/drawing/2014/main" id="{EBDB6DE3-65A6-49CF-814E-0A2A50814634}"/>
              </a:ext>
            </a:extLst>
          </p:cNvPr>
          <p:cNvSpPr>
            <a:spLocks noGrp="1"/>
          </p:cNvSpPr>
          <p:nvPr>
            <p:ph type="sldNum" sz="quarter" idx="14"/>
          </p:nvPr>
        </p:nvSpPr>
        <p:spPr/>
        <p:txBody>
          <a:bodyPr/>
          <a:lstStyle>
            <a:lvl1pPr algn="r">
              <a:defRPr/>
            </a:lvl1pPr>
          </a:lstStyle>
          <a:p>
            <a:fld id="{5D9A5160-6218-4E5A-B9E6-B93E3DAE377C}" type="slidenum">
              <a:rPr lang="en-US" smtClean="0"/>
              <a:pPr/>
              <a:t>‹#›</a:t>
            </a:fld>
            <a:endParaRPr lang="en-US"/>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46221"/>
          </a:xfrm>
        </p:spPr>
        <p:txBody>
          <a:bodyPr>
            <a:spAutoFit/>
          </a:bodyPr>
          <a:lstStyle>
            <a:lvl1pPr>
              <a:defRPr sz="1600" b="1">
                <a:solidFill>
                  <a:schemeClr val="tx1"/>
                </a:solidFill>
                <a:latin typeface="+mn-lt"/>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4" name="Footer Placeholder 3">
            <a:extLst>
              <a:ext uri="{FF2B5EF4-FFF2-40B4-BE49-F238E27FC236}">
                <a16:creationId xmlns:a16="http://schemas.microsoft.com/office/drawing/2014/main" id="{6CE87774-DE30-442F-A213-2E67D73771B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2" name="TextBox 11">
            <a:extLst>
              <a:ext uri="{FF2B5EF4-FFF2-40B4-BE49-F238E27FC236}">
                <a16:creationId xmlns:a16="http://schemas.microsoft.com/office/drawing/2014/main" id="{A58CD0B3-CA81-4B85-8705-5C21FEDC4431}"/>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37351652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Small intro statement copia 1">
    <p:spTree>
      <p:nvGrpSpPr>
        <p:cNvPr id="1" name=""/>
        <p:cNvGrpSpPr/>
        <p:nvPr/>
      </p:nvGrpSpPr>
      <p:grpSpPr>
        <a:xfrm>
          <a:off x="0" y="0"/>
          <a:ext cx="0" cy="0"/>
          <a:chOff x="0" y="0"/>
          <a:chExt cx="0" cy="0"/>
        </a:xfrm>
      </p:grpSpPr>
      <p:sp>
        <p:nvSpPr>
          <p:cNvPr id="3675" name="Introduction statement aute irure lorem sit"/>
          <p:cNvSpPr>
            <a:spLocks noGrp="1"/>
          </p:cNvSpPr>
          <p:nvPr>
            <p:ph type="body" sz="quarter" idx="21"/>
          </p:nvPr>
        </p:nvSpPr>
        <p:spPr>
          <a:xfrm>
            <a:off x="881837" y="1162891"/>
            <a:ext cx="4406951" cy="738664"/>
          </a:xfrm>
          <a:prstGeom prst="rect">
            <a:avLst/>
          </a:prstGeom>
        </p:spPr>
        <p:txBody>
          <a:bodyPr lIns="0" tIns="0" rIns="0" bIns="0">
            <a:spAutoFit/>
          </a:bodyPr>
          <a:lstStyle>
            <a:lvl1pPr marL="0" marR="28575" indent="0" defTabSz="641350">
              <a:lnSpc>
                <a:spcPct val="80000"/>
              </a:lnSpc>
              <a:spcBef>
                <a:spcPts val="0"/>
              </a:spcBef>
              <a:buSzTx/>
              <a:buFontTx/>
              <a:buNone/>
              <a:defRPr sz="3000" b="1" cap="none" spc="30">
                <a:solidFill>
                  <a:srgbClr val="424242"/>
                </a:solidFill>
                <a:uFill>
                  <a:solidFill>
                    <a:srgbClr val="000000"/>
                  </a:solidFill>
                </a:uFill>
              </a:defRPr>
            </a:lvl1pPr>
          </a:lstStyle>
          <a:p>
            <a:r>
              <a:t>Introduction statement aute irure lorem sit</a:t>
            </a:r>
          </a:p>
        </p:txBody>
      </p:sp>
      <p:sp>
        <p:nvSpPr>
          <p:cNvPr id="3676" name="SECTION"/>
          <p:cNvSpPr>
            <a:spLocks noGrp="1"/>
          </p:cNvSpPr>
          <p:nvPr>
            <p:ph type="body" sz="quarter" idx="22"/>
          </p:nvPr>
        </p:nvSpPr>
        <p:spPr>
          <a:xfrm>
            <a:off x="884401" y="662082"/>
            <a:ext cx="3250388" cy="152401"/>
          </a:xfrm>
          <a:prstGeom prst="rect">
            <a:avLst/>
          </a:prstGeom>
        </p:spPr>
        <p:txBody>
          <a:bodyPr lIns="0" tIns="0" rIns="0" bIns="0">
            <a:spAutoFit/>
          </a:bodyPr>
          <a:lstStyle>
            <a:lvl1pPr marL="0" indent="0" defTabSz="411480">
              <a:lnSpc>
                <a:spcPct val="100000"/>
              </a:lnSpc>
              <a:spcBef>
                <a:spcPts val="0"/>
              </a:spcBef>
              <a:buSzTx/>
              <a:buFontTx/>
              <a:buNone/>
              <a:defRPr sz="1000" spc="100">
                <a:solidFill>
                  <a:srgbClr val="000000"/>
                </a:solidFill>
              </a:defRPr>
            </a:lvl1pPr>
          </a:lstStyle>
          <a:p>
            <a:r>
              <a:t>SECTION</a:t>
            </a:r>
          </a:p>
        </p:txBody>
      </p:sp>
      <p:sp>
        <p:nvSpPr>
          <p:cNvPr id="3677" name="Text"/>
          <p:cNvSpPr txBox="1">
            <a:spLocks noGrp="1"/>
          </p:cNvSpPr>
          <p:nvPr>
            <p:ph type="body" sz="quarter" idx="23"/>
          </p:nvPr>
        </p:nvSpPr>
        <p:spPr>
          <a:xfrm>
            <a:off x="11725211" y="6548755"/>
            <a:ext cx="65" cy="92333"/>
          </a:xfrm>
          <a:prstGeom prst="rect">
            <a:avLst/>
          </a:prstGeom>
        </p:spPr>
        <p:txBody>
          <a:bodyPr wrap="none" lIns="0" tIns="0" rIns="0" bIns="0">
            <a:spAutoFit/>
          </a:bodyPr>
          <a:lstStyle>
            <a:lvl1pPr marL="0" indent="0" algn="r" defTabSz="412750">
              <a:lnSpc>
                <a:spcPct val="100000"/>
              </a:lnSpc>
              <a:spcBef>
                <a:spcPts val="0"/>
              </a:spcBef>
              <a:buSzTx/>
              <a:buFontTx/>
              <a:buNone/>
              <a:defRPr sz="600" spc="0">
                <a:solidFill>
                  <a:srgbClr val="A6AAA9"/>
                </a:solidFill>
              </a:defRPr>
            </a:lvl1pPr>
          </a:lstStyle>
          <a:p>
            <a:fld id="{86CB4B4D-7CA3-9044-876B-883B54F8677D}" type="slidenum">
              <a:t>​</a:t>
            </a:fld>
            <a:endParaRPr/>
          </a:p>
        </p:txBody>
      </p:sp>
      <p:pic>
        <p:nvPicPr>
          <p:cNvPr id="3680" name="droppedImage.pdf" descr="droppedImage.pdf"/>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10306" y="6560666"/>
            <a:ext cx="295757" cy="185313"/>
          </a:xfrm>
          <a:prstGeom prst="rect">
            <a:avLst/>
          </a:prstGeom>
          <a:ln w="12700">
            <a:miter lim="400000"/>
          </a:ln>
        </p:spPr>
      </p:pic>
    </p:spTree>
    <p:extLst>
      <p:ext uri="{BB962C8B-B14F-4D97-AF65-F5344CB8AC3E}">
        <p14:creationId xmlns:p14="http://schemas.microsoft.com/office/powerpoint/2010/main" val="1158674266"/>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7349" y="10160"/>
            <a:ext cx="10780175" cy="1104900"/>
          </a:xfrm>
        </p:spPr>
        <p:txBody>
          <a:bodyPr/>
          <a:lstStyle/>
          <a:p>
            <a:r>
              <a:rPr lang="en-US"/>
              <a:t>Click to edit Master title style</a:t>
            </a:r>
            <a:endParaRPr lang="en-GB"/>
          </a:p>
        </p:txBody>
      </p:sp>
    </p:spTree>
    <p:extLst>
      <p:ext uri="{BB962C8B-B14F-4D97-AF65-F5344CB8AC3E}">
        <p14:creationId xmlns:p14="http://schemas.microsoft.com/office/powerpoint/2010/main" val="872378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theme" Target="../theme/theme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0"/>
            </p:custDataLst>
            <p:extLst>
              <p:ext uri="{D42A27DB-BD31-4B8C-83A1-F6EECF244321}">
                <p14:modId xmlns:p14="http://schemas.microsoft.com/office/powerpoint/2010/main" val="4094873401"/>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21" name="Object 20" hidden="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360000" y="1800000"/>
            <a:ext cx="11484000" cy="4680000"/>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Click to edit Master text styles</a:t>
            </a:r>
          </a:p>
          <a:p>
            <a:pPr marL="180000" marR="0" lvl="1" indent="-180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Second level</a:t>
            </a:r>
          </a:p>
          <a:p>
            <a:pPr marL="360000" marR="0" lvl="2" indent="-180000" algn="l" defTabSz="914400" rtl="0" eaLnBrk="1" fontAlgn="auto" latinLnBrk="0" hangingPunct="1">
              <a:lnSpc>
                <a:spcPct val="100000"/>
              </a:lnSpc>
              <a:spcBef>
                <a:spcPts val="300"/>
              </a:spcBef>
              <a:spcAft>
                <a:spcPts val="0"/>
              </a:spcAft>
              <a:buClr>
                <a:srgbClr val="272936"/>
              </a:buClr>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Third level</a:t>
            </a:r>
          </a:p>
          <a:p>
            <a:pPr marL="539750" marR="0" lvl="3" indent="-180000" algn="l" defTabSz="914400" rtl="0" eaLnBrk="1" fontAlgn="auto" latinLnBrk="0" hangingPunct="1">
              <a:lnSpc>
                <a:spcPct val="100000"/>
              </a:lnSpc>
              <a:spcBef>
                <a:spcPts val="300"/>
              </a:spcBef>
              <a:spcAft>
                <a:spcPts val="0"/>
              </a:spcAft>
              <a:buClr>
                <a:srgbClr val="12ABDB"/>
              </a:buClr>
              <a:buSzPct val="12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Fourth level</a:t>
            </a:r>
          </a:p>
          <a:p>
            <a:pPr marL="720000" marR="0" lvl="4" indent="-180000" algn="l" defTabSz="914400" rtl="0" eaLnBrk="1" fontAlgn="auto" latinLnBrk="0" hangingPunct="1">
              <a:lnSpc>
                <a:spcPct val="100000"/>
              </a:lnSpc>
              <a:spcBef>
                <a:spcPts val="300"/>
              </a:spcBef>
              <a:spcAft>
                <a:spcPts val="0"/>
              </a:spcAft>
              <a:buClr>
                <a:srgbClr val="272936"/>
              </a:buClr>
              <a:buSzPct val="12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Fifth level</a:t>
            </a:r>
          </a:p>
        </p:txBody>
      </p:sp>
      <p:sp>
        <p:nvSpPr>
          <p:cNvPr id="9" name="Title Placeholder 1"/>
          <p:cNvSpPr>
            <a:spLocks noGrp="1"/>
          </p:cNvSpPr>
          <p:nvPr>
            <p:ph type="title"/>
          </p:nvPr>
        </p:nvSpPr>
        <p:spPr>
          <a:xfrm>
            <a:off x="359999" y="540000"/>
            <a:ext cx="10619251" cy="360000"/>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cxnSp>
        <p:nvCxnSpPr>
          <p:cNvPr id="6" name="Straight Connector 5">
            <a:extLst>
              <a:ext uri="{FF2B5EF4-FFF2-40B4-BE49-F238E27FC236}">
                <a16:creationId xmlns:a16="http://schemas.microsoft.com/office/drawing/2014/main" id="{50F56F74-ABD8-48B5-9BA1-C3312184E520}"/>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68F1FB09-0AE2-4B53-ABAC-9B0B7D386A72}"/>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FA685C6F-E5F2-47DD-9B14-50B491D9313C}"/>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F9ED0E76-7A31-4FD9-9F32-A30CD45594B1}"/>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A6E64259-F8B1-4913-A5E3-E012313AED1F}"/>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DA2B1A43-87A2-421D-A196-71786A55D9A9}"/>
              </a:ext>
            </a:extLst>
          </p:cNvPr>
          <p:cNvCxnSpPr>
            <a:cxnSpLocks/>
          </p:cNvCxnSpPr>
          <p:nvPr userDrawn="1"/>
        </p:nvCxnSpPr>
        <p:spPr>
          <a:xfrm>
            <a:off x="11843999"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93F7AB80-4E70-4E7B-A72D-A1482B059118}"/>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BD41D7C-A7BD-4F0E-9E15-231DA42E2AE7}"/>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737FF960-78EC-49DA-BEC2-BDE7777FDFE2}"/>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47B9C40-A77C-4250-8904-3874BD38F76B}"/>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ED4E660-3BB2-4146-B3F2-AC3E2FDD1FC7}"/>
              </a:ext>
            </a:extLst>
          </p:cNvPr>
          <p:cNvCxnSpPr>
            <a:cxnSpLocks/>
          </p:cNvCxnSpPr>
          <p:nvPr userDrawn="1"/>
        </p:nvCxnSpPr>
        <p:spPr>
          <a:xfrm>
            <a:off x="889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634034E7-88C0-4044-97B8-B4553038699C}"/>
              </a:ext>
            </a:extLst>
          </p:cNvPr>
          <p:cNvCxnSpPr>
            <a:cxnSpLocks/>
          </p:cNvCxnSpPr>
          <p:nvPr userDrawn="1"/>
        </p:nvCxnSpPr>
        <p:spPr>
          <a:xfrm>
            <a:off x="925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90" name="Footer Placeholder 2">
            <a:extLst>
              <a:ext uri="{FF2B5EF4-FFF2-40B4-BE49-F238E27FC236}">
                <a16:creationId xmlns:a16="http://schemas.microsoft.com/office/drawing/2014/main" id="{6D95BEC4-C4E7-4954-B29C-5037DEE1AC36}"/>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r>
              <a:rPr lang="en-AU"/>
              <a:t>&lt;TITLE&gt;  |  &lt;MONTH&gt; 2023</a:t>
            </a:r>
          </a:p>
        </p:txBody>
      </p:sp>
      <p:grpSp>
        <p:nvGrpSpPr>
          <p:cNvPr id="31" name="Groupe 1">
            <a:extLst>
              <a:ext uri="{FF2B5EF4-FFF2-40B4-BE49-F238E27FC236}">
                <a16:creationId xmlns:a16="http://schemas.microsoft.com/office/drawing/2014/main" id="{98C61CB8-6BF4-454F-936F-967A8330DAAE}"/>
              </a:ext>
            </a:extLst>
          </p:cNvPr>
          <p:cNvGrpSpPr>
            <a:grpSpLocks noChangeAspect="1"/>
          </p:cNvGrpSpPr>
          <p:nvPr userDrawn="1"/>
        </p:nvGrpSpPr>
        <p:grpSpPr>
          <a:xfrm>
            <a:off x="11550495" y="296659"/>
            <a:ext cx="293402" cy="272103"/>
            <a:chOff x="11501102" y="171573"/>
            <a:chExt cx="419436" cy="388988"/>
          </a:xfrm>
        </p:grpSpPr>
        <p:sp>
          <p:nvSpPr>
            <p:cNvPr id="32" name="Freeform 13">
              <a:extLst>
                <a:ext uri="{FF2B5EF4-FFF2-40B4-BE49-F238E27FC236}">
                  <a16:creationId xmlns:a16="http://schemas.microsoft.com/office/drawing/2014/main" id="{C80B6447-8999-4D6A-A22A-4DCAC5D9FA9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33" name="Freeform 14">
              <a:extLst>
                <a:ext uri="{FF2B5EF4-FFF2-40B4-BE49-F238E27FC236}">
                  <a16:creationId xmlns:a16="http://schemas.microsoft.com/office/drawing/2014/main" id="{C33EC8A5-07C0-4FE1-B026-F0EDD58271A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cxnSp>
        <p:nvCxnSpPr>
          <p:cNvPr id="29" name="Straight Connector 28">
            <a:extLst>
              <a:ext uri="{FF2B5EF4-FFF2-40B4-BE49-F238E27FC236}">
                <a16:creationId xmlns:a16="http://schemas.microsoft.com/office/drawing/2014/main" id="{8E3495F7-338B-4A2B-87C6-873EA6B23DEB}"/>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34" name="Text Placeholder 14">
            <a:extLst>
              <a:ext uri="{FF2B5EF4-FFF2-40B4-BE49-F238E27FC236}">
                <a16:creationId xmlns:a16="http://schemas.microsoft.com/office/drawing/2014/main" id="{92E2D13B-79A8-406F-917D-6257F1973758}"/>
              </a:ext>
            </a:extLst>
          </p:cNvPr>
          <p:cNvSpPr txBox="1">
            <a:spLocks/>
          </p:cNvSpPr>
          <p:nvPr userDrawn="1"/>
        </p:nvSpPr>
        <p:spPr>
          <a:xfrm>
            <a:off x="359999" y="180000"/>
            <a:ext cx="10620000" cy="180000"/>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lang="de-DE" sz="1000" kern="1200" cap="all" spc="100" baseline="0" dirty="0">
                <a:solidFill>
                  <a:schemeClr val="accent1"/>
                </a:solidFill>
                <a:latin typeface="Ubuntu" panose="020B0504030602030204" pitchFamily="34" charset="0"/>
                <a:ea typeface="+mn-ea"/>
                <a:cs typeface="+mn-cs"/>
              </a:defRPr>
            </a:lvl1pPr>
            <a:lvl2pPr marL="180000" indent="-180000" algn="l" defTabSz="914400" rtl="0" eaLnBrk="1" latinLnBrk="0" hangingPunct="1">
              <a:lnSpc>
                <a:spcPct val="100000"/>
              </a:lnSpc>
              <a:spcBef>
                <a:spcPts val="300"/>
              </a:spcBef>
              <a:spcAft>
                <a:spcPts val="0"/>
              </a:spcAft>
              <a:buClr>
                <a:schemeClr val="accent1"/>
              </a:buClr>
              <a:buSzPct val="120000"/>
              <a:buFont typeface="Arial" panose="020B0604020202020204" pitchFamily="34" charset="0"/>
              <a:buChar char="•"/>
              <a:defRPr sz="1100" kern="1200" baseline="0">
                <a:solidFill>
                  <a:schemeClr val="tx1"/>
                </a:solidFill>
                <a:latin typeface="Ubuntu" panose="020B0504030602030204" pitchFamily="34" charset="0"/>
                <a:ea typeface="+mn-ea"/>
                <a:cs typeface="+mn-cs"/>
              </a:defRPr>
            </a:lvl2pPr>
            <a:lvl3pPr marL="360000" indent="-180000" algn="l" defTabSz="914400" rtl="0" eaLnBrk="1" latinLnBrk="0" hangingPunct="1">
              <a:lnSpc>
                <a:spcPct val="100000"/>
              </a:lnSpc>
              <a:spcBef>
                <a:spcPts val="300"/>
              </a:spcBef>
              <a:spcAft>
                <a:spcPts val="0"/>
              </a:spcAft>
              <a:buClr>
                <a:schemeClr val="accent4"/>
              </a:buClr>
              <a:buFont typeface="Ubuntu" panose="020B0504030602030204" pitchFamily="34" charset="0"/>
              <a:buChar char="–"/>
              <a:defRPr sz="1100" kern="1200" baseline="0">
                <a:solidFill>
                  <a:schemeClr val="tx1"/>
                </a:solidFill>
                <a:latin typeface="Ubuntu" panose="020B0504030602030204" pitchFamily="34" charset="0"/>
                <a:ea typeface="+mn-ea"/>
                <a:cs typeface="+mn-cs"/>
              </a:defRPr>
            </a:lvl3pPr>
            <a:lvl4pPr marL="539750" indent="-180000" algn="l" defTabSz="914400" rtl="0" eaLnBrk="1" latinLnBrk="0" hangingPunct="1">
              <a:lnSpc>
                <a:spcPct val="100000"/>
              </a:lnSpc>
              <a:spcBef>
                <a:spcPts val="300"/>
              </a:spcBef>
              <a:spcAft>
                <a:spcPts val="0"/>
              </a:spcAft>
              <a:buClr>
                <a:schemeClr val="accent2"/>
              </a:buClr>
              <a:buSzPct val="120000"/>
              <a:buFont typeface="Arial" panose="020B0604020202020204" pitchFamily="34" charset="0"/>
              <a:buChar char="•"/>
              <a:defRPr sz="1100" kern="1200" baseline="0">
                <a:solidFill>
                  <a:schemeClr val="tx1"/>
                </a:solidFill>
                <a:latin typeface="Ubuntu" panose="020B0504030602030204" pitchFamily="34" charset="0"/>
                <a:ea typeface="+mn-ea"/>
                <a:cs typeface="+mn-cs"/>
              </a:defRPr>
            </a:lvl4pPr>
            <a:lvl5pPr marL="720000" indent="-180000" algn="l" defTabSz="914400" rtl="0" eaLnBrk="1" latinLnBrk="0" hangingPunct="1">
              <a:lnSpc>
                <a:spcPct val="100000"/>
              </a:lnSpc>
              <a:spcBef>
                <a:spcPts val="300"/>
              </a:spcBef>
              <a:spcAft>
                <a:spcPts val="0"/>
              </a:spcAft>
              <a:buClr>
                <a:schemeClr val="accent4"/>
              </a:buClr>
              <a:buSzPct val="120000"/>
              <a:buFont typeface="Arial" panose="020B0604020202020204" pitchFamily="34" charset="0"/>
              <a:buChar char="•"/>
              <a:defRPr sz="11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atin typeface="Ubuntu Light" panose="020B0304030602030204" pitchFamily="34" charset="0"/>
            </a:endParaRPr>
          </a:p>
        </p:txBody>
      </p:sp>
      <p:cxnSp>
        <p:nvCxnSpPr>
          <p:cNvPr id="3" name="Straight Connector 2">
            <a:extLst>
              <a:ext uri="{FF2B5EF4-FFF2-40B4-BE49-F238E27FC236}">
                <a16:creationId xmlns:a16="http://schemas.microsoft.com/office/drawing/2014/main" id="{0C66E4F6-7099-01DC-3F89-E56894155077}"/>
              </a:ext>
            </a:extLst>
          </p:cNvPr>
          <p:cNvCxnSpPr>
            <a:cxnSpLocks/>
          </p:cNvCxnSpPr>
          <p:nvPr userDrawn="1"/>
        </p:nvCxnSpPr>
        <p:spPr>
          <a:xfrm>
            <a:off x="-432000" y="3744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8001074"/>
      </p:ext>
    </p:extLst>
  </p:cSld>
  <p:clrMap bg1="lt1" tx1="dk1" bg2="lt2" tx2="dk2" accent1="accent1" accent2="accent2" accent3="accent3" accent4="accent4" accent5="accent5" accent6="accent6" hlink="hlink" folHlink="folHlink"/>
  <p:sldLayoutIdLst>
    <p:sldLayoutId id="2147483808" r:id="rId1"/>
    <p:sldLayoutId id="2147483809" r:id="rId2"/>
    <p:sldLayoutId id="2147483810" r:id="rId3"/>
    <p:sldLayoutId id="2147483811" r:id="rId4"/>
    <p:sldLayoutId id="2147483843" r:id="rId5"/>
    <p:sldLayoutId id="2147483841" r:id="rId6"/>
    <p:sldLayoutId id="2147483807" r:id="rId7"/>
    <p:sldLayoutId id="2147483844" r:id="rId8"/>
  </p:sldLayoutIdLst>
  <p:hf sldNum="0" hd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none" spc="0" normalizeH="0" baseline="0" noProof="0" dirty="0">
          <a:ln>
            <a:noFill/>
          </a:ln>
          <a:solidFill>
            <a:schemeClr val="accent4"/>
          </a:solidFill>
          <a:effectLst/>
          <a:uLnTx/>
          <a:uFillTx/>
          <a:latin typeface="Ubuntu Light" panose="020B0304030602030204" pitchFamily="34" charset="0"/>
          <a:ea typeface="+mj-ea"/>
          <a:cs typeface="+mj-cs"/>
        </a:defRPr>
      </a:lvl1pPr>
    </p:titleStyle>
    <p:bodyStyle>
      <a:lvl1pPr marL="0" indent="0" algn="l" defTabSz="914400" rtl="0" eaLnBrk="1" latinLnBrk="0" hangingPunct="1">
        <a:lnSpc>
          <a:spcPct val="100000"/>
        </a:lnSpc>
        <a:spcBef>
          <a:spcPts val="600"/>
        </a:spcBef>
        <a:spcAft>
          <a:spcPts val="0"/>
        </a:spcAft>
        <a:buFont typeface="Arial" panose="020B0604020202020204" pitchFamily="34" charset="0"/>
        <a:buNone/>
        <a:defRPr sz="1050" kern="1200" cap="all" baseline="0">
          <a:solidFill>
            <a:schemeClr val="tx1"/>
          </a:solidFill>
          <a:latin typeface="Ubuntu Light" panose="020B0304030602030204" pitchFamily="34" charset="0"/>
          <a:ea typeface="+mn-ea"/>
          <a:cs typeface="+mn-cs"/>
        </a:defRPr>
      </a:lvl1pPr>
      <a:lvl2pPr marL="144000" indent="-144000" algn="l" defTabSz="914400" rtl="0" eaLnBrk="1" latinLnBrk="0" hangingPunct="1">
        <a:lnSpc>
          <a:spcPct val="100000"/>
        </a:lnSpc>
        <a:spcBef>
          <a:spcPts val="300"/>
        </a:spcBef>
        <a:spcAft>
          <a:spcPts val="0"/>
        </a:spcAft>
        <a:buClr>
          <a:schemeClr val="accent1"/>
        </a:buClr>
        <a:buSzPct val="120000"/>
        <a:buFont typeface="Arial" panose="020B0604020202020204" pitchFamily="34" charset="0"/>
        <a:buChar char="•"/>
        <a:defRPr sz="1050" kern="1200" baseline="0">
          <a:solidFill>
            <a:schemeClr val="tx1"/>
          </a:solidFill>
          <a:latin typeface="Ubuntu Light" panose="020B0304030602030204" pitchFamily="34" charset="0"/>
          <a:ea typeface="+mn-ea"/>
          <a:cs typeface="+mn-cs"/>
        </a:defRPr>
      </a:lvl2pPr>
      <a:lvl3pPr marL="288000" indent="-144000" algn="l" defTabSz="914400" rtl="0" eaLnBrk="1" latinLnBrk="0" hangingPunct="1">
        <a:lnSpc>
          <a:spcPct val="100000"/>
        </a:lnSpc>
        <a:spcBef>
          <a:spcPts val="300"/>
        </a:spcBef>
        <a:spcAft>
          <a:spcPts val="0"/>
        </a:spcAft>
        <a:buClr>
          <a:schemeClr val="accent4"/>
        </a:buClr>
        <a:buFont typeface="Ubuntu" panose="020B0504030602030204" pitchFamily="34" charset="0"/>
        <a:buChar char="–"/>
        <a:defRPr sz="1050" kern="1200" baseline="0">
          <a:solidFill>
            <a:schemeClr val="tx1"/>
          </a:solidFill>
          <a:latin typeface="Ubuntu Light" panose="020B0304030602030204" pitchFamily="34" charset="0"/>
          <a:ea typeface="+mn-ea"/>
          <a:cs typeface="+mn-cs"/>
        </a:defRPr>
      </a:lvl3pPr>
      <a:lvl4pPr marL="432000" indent="-144000" algn="l" defTabSz="914400" rtl="0" eaLnBrk="1" latinLnBrk="0" hangingPunct="1">
        <a:lnSpc>
          <a:spcPct val="100000"/>
        </a:lnSpc>
        <a:spcBef>
          <a:spcPts val="300"/>
        </a:spcBef>
        <a:spcAft>
          <a:spcPts val="0"/>
        </a:spcAft>
        <a:buClr>
          <a:schemeClr val="accent2"/>
        </a:buClr>
        <a:buSzPct val="120000"/>
        <a:buFont typeface="Arial" panose="020B0604020202020204" pitchFamily="34" charset="0"/>
        <a:buChar char="•"/>
        <a:defRPr sz="1050" kern="1200" baseline="0">
          <a:solidFill>
            <a:schemeClr val="tx1"/>
          </a:solidFill>
          <a:latin typeface="Ubuntu Light" panose="020B0304030602030204" pitchFamily="34" charset="0"/>
          <a:ea typeface="+mn-ea"/>
          <a:cs typeface="+mn-cs"/>
        </a:defRPr>
      </a:lvl4pPr>
      <a:lvl5pPr marL="576000" indent="-144000" algn="l" defTabSz="914400" rtl="0" eaLnBrk="1" latinLnBrk="0" hangingPunct="1">
        <a:lnSpc>
          <a:spcPct val="100000"/>
        </a:lnSpc>
        <a:spcBef>
          <a:spcPts val="300"/>
        </a:spcBef>
        <a:spcAft>
          <a:spcPts val="0"/>
        </a:spcAft>
        <a:buClr>
          <a:schemeClr val="accent4"/>
        </a:buClr>
        <a:buSzPct val="120000"/>
        <a:buFont typeface="Arial" panose="020B0604020202020204" pitchFamily="34" charset="0"/>
        <a:buChar char="•"/>
        <a:defRPr sz="1050" kern="1200" baseline="0">
          <a:solidFill>
            <a:schemeClr val="tx1"/>
          </a:solidFill>
          <a:latin typeface="Ubuntu Light" panose="020B03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6" name="Title Placeholder 5">
            <a:extLst>
              <a:ext uri="{FF2B5EF4-FFF2-40B4-BE49-F238E27FC236}">
                <a16:creationId xmlns:a16="http://schemas.microsoft.com/office/drawing/2014/main" id="{B4B37482-4AF7-4523-B8A9-AF0AC6457E42}"/>
              </a:ext>
            </a:extLst>
          </p:cNvPr>
          <p:cNvSpPr>
            <a:spLocks noGrp="1"/>
          </p:cNvSpPr>
          <p:nvPr>
            <p:ph type="title"/>
          </p:nvPr>
        </p:nvSpPr>
        <p:spPr>
          <a:xfrm>
            <a:off x="881837" y="1156541"/>
            <a:ext cx="10422751" cy="498598"/>
          </a:xfrm>
          <a:prstGeom prst="rect">
            <a:avLst/>
          </a:prstGeom>
        </p:spPr>
        <p:txBody>
          <a:bodyPr vert="horz" wrap="square" lIns="0" tIns="0" rIns="0" bIns="0" rtlCol="0" anchor="ctr" anchorCtr="0">
            <a:noAutofit/>
          </a:bodyPr>
          <a:lstStyle/>
          <a:p>
            <a:r>
              <a:rPr lang="en-US"/>
              <a:t>Click to edit Master title style</a:t>
            </a:r>
            <a:endParaRPr lang="de-DE"/>
          </a:p>
        </p:txBody>
      </p:sp>
      <p:sp>
        <p:nvSpPr>
          <p:cNvPr id="7" name="Text Placeholder 6">
            <a:extLst>
              <a:ext uri="{FF2B5EF4-FFF2-40B4-BE49-F238E27FC236}">
                <a16:creationId xmlns:a16="http://schemas.microsoft.com/office/drawing/2014/main" id="{BED10F38-1C1B-4DA9-A322-DB65686FFAED}"/>
              </a:ext>
            </a:extLst>
          </p:cNvPr>
          <p:cNvSpPr>
            <a:spLocks noGrp="1"/>
          </p:cNvSpPr>
          <p:nvPr>
            <p:ph type="body" idx="1"/>
          </p:nvPr>
        </p:nvSpPr>
        <p:spPr>
          <a:xfrm>
            <a:off x="881837" y="2129632"/>
            <a:ext cx="10422750" cy="373776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cxnSp>
        <p:nvCxnSpPr>
          <p:cNvPr id="11" name="Straight Connector 10">
            <a:extLst>
              <a:ext uri="{FF2B5EF4-FFF2-40B4-BE49-F238E27FC236}">
                <a16:creationId xmlns:a16="http://schemas.microsoft.com/office/drawing/2014/main" id="{E13E5F97-5528-4A03-838D-9E9E70716E0A}"/>
              </a:ext>
            </a:extLst>
          </p:cNvPr>
          <p:cNvCxnSpPr>
            <a:cxnSpLocks/>
          </p:cNvCxnSpPr>
          <p:nvPr userDrawn="1"/>
        </p:nvCxnSpPr>
        <p:spPr>
          <a:xfrm>
            <a:off x="-432000" y="252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7F28031-F891-47A3-A450-0807D47E124E}"/>
              </a:ext>
            </a:extLst>
          </p:cNvPr>
          <p:cNvCxnSpPr>
            <a:cxnSpLocks/>
          </p:cNvCxnSpPr>
          <p:nvPr userDrawn="1"/>
        </p:nvCxnSpPr>
        <p:spPr>
          <a:xfrm>
            <a:off x="-432000" y="108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748917-0F68-425B-8890-4927B425F00D}"/>
              </a:ext>
            </a:extLst>
          </p:cNvPr>
          <p:cNvCxnSpPr>
            <a:cxnSpLocks/>
          </p:cNvCxnSpPr>
          <p:nvPr userDrawn="1"/>
        </p:nvCxnSpPr>
        <p:spPr>
          <a:xfrm>
            <a:off x="-432000" y="180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BEC9A94-E946-4239-A27C-0E97057DB1F8}"/>
              </a:ext>
            </a:extLst>
          </p:cNvPr>
          <p:cNvCxnSpPr>
            <a:cxnSpLocks/>
          </p:cNvCxnSpPr>
          <p:nvPr userDrawn="1"/>
        </p:nvCxnSpPr>
        <p:spPr>
          <a:xfrm>
            <a:off x="-432000" y="6498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BC2935-5A8F-4874-8A71-3B7A610955D0}"/>
              </a:ext>
            </a:extLst>
          </p:cNvPr>
          <p:cNvCxnSpPr>
            <a:cxnSpLocks/>
          </p:cNvCxnSpPr>
          <p:nvPr userDrawn="1"/>
        </p:nvCxnSpPr>
        <p:spPr>
          <a:xfrm>
            <a:off x="3600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1A785D-AED7-45C2-A893-9A4762B95AD9}"/>
              </a:ext>
            </a:extLst>
          </p:cNvPr>
          <p:cNvCxnSpPr>
            <a:cxnSpLocks/>
          </p:cNvCxnSpPr>
          <p:nvPr userDrawn="1"/>
        </p:nvCxnSpPr>
        <p:spPr>
          <a:xfrm>
            <a:off x="11843999"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F9C7A4C-1663-4C2D-A999-46156B3E09B5}"/>
              </a:ext>
            </a:extLst>
          </p:cNvPr>
          <p:cNvCxnSpPr>
            <a:cxnSpLocks/>
          </p:cNvCxnSpPr>
          <p:nvPr userDrawn="1"/>
        </p:nvCxnSpPr>
        <p:spPr>
          <a:xfrm>
            <a:off x="296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E92CF35-F2BC-4BD9-ABE3-B3A02F2A5105}"/>
              </a:ext>
            </a:extLst>
          </p:cNvPr>
          <p:cNvCxnSpPr>
            <a:cxnSpLocks/>
          </p:cNvCxnSpPr>
          <p:nvPr userDrawn="1"/>
        </p:nvCxnSpPr>
        <p:spPr>
          <a:xfrm>
            <a:off x="33228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6BC6410-82EA-476D-835E-43B14ECDB584}"/>
              </a:ext>
            </a:extLst>
          </p:cNvPr>
          <p:cNvCxnSpPr>
            <a:cxnSpLocks/>
          </p:cNvCxnSpPr>
          <p:nvPr userDrawn="1"/>
        </p:nvCxnSpPr>
        <p:spPr>
          <a:xfrm>
            <a:off x="592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FB62D4-D03B-4897-A16A-E4D6C1CD3EF1}"/>
              </a:ext>
            </a:extLst>
          </p:cNvPr>
          <p:cNvCxnSpPr>
            <a:cxnSpLocks/>
          </p:cNvCxnSpPr>
          <p:nvPr userDrawn="1"/>
        </p:nvCxnSpPr>
        <p:spPr>
          <a:xfrm>
            <a:off x="6285600"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E28AF1C-9D0E-4C18-AE5B-EB55D31381E7}"/>
              </a:ext>
            </a:extLst>
          </p:cNvPr>
          <p:cNvCxnSpPr>
            <a:cxnSpLocks/>
          </p:cNvCxnSpPr>
          <p:nvPr userDrawn="1"/>
        </p:nvCxnSpPr>
        <p:spPr>
          <a:xfrm>
            <a:off x="889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FBE83B3-6E8C-45D4-911E-66C1C3B13864}"/>
              </a:ext>
            </a:extLst>
          </p:cNvPr>
          <p:cNvCxnSpPr>
            <a:cxnSpLocks/>
          </p:cNvCxnSpPr>
          <p:nvPr userDrawn="1"/>
        </p:nvCxnSpPr>
        <p:spPr>
          <a:xfrm>
            <a:off x="9250282" y="-432000"/>
            <a:ext cx="0" cy="36000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
        <p:nvSpPr>
          <p:cNvPr id="23" name="Retângulo 43">
            <a:extLst>
              <a:ext uri="{FF2B5EF4-FFF2-40B4-BE49-F238E27FC236}">
                <a16:creationId xmlns:a16="http://schemas.microsoft.com/office/drawing/2014/main" id="{0FC2CCFB-6A15-418A-812D-E9ACE3F39C7B}"/>
              </a:ext>
            </a:extLst>
          </p:cNvPr>
          <p:cNvSpPr/>
          <p:nvPr userDrawn="1"/>
        </p:nvSpPr>
        <p:spPr>
          <a:xfrm>
            <a:off x="11609872" y="6588000"/>
            <a:ext cx="229263" cy="216000"/>
          </a:xfrm>
          <a:prstGeom prst="rect">
            <a:avLst/>
          </a:prstGeom>
        </p:spPr>
        <p:txBody>
          <a:bodyPr wrap="square" lIns="0" rIns="0" anchor="ctr" anchorCtr="0">
            <a:noAutofit/>
          </a:bodyPr>
          <a:lstStyle/>
          <a:p>
            <a:pPr algn="r"/>
            <a:fld id="{0502E5A9-B53C-401E-A0E0-4A359BB0A9E5}" type="slidenum">
              <a:rPr lang="en-US" sz="800" smtClean="0">
                <a:solidFill>
                  <a:srgbClr val="A6A6A6"/>
                </a:solidFill>
                <a:latin typeface="Ubuntu Light" panose="020B0304030602030204" pitchFamily="34" charset="0"/>
                <a:cs typeface="Arial" panose="020B0604020202020204" pitchFamily="34" charset="0"/>
              </a:rPr>
              <a:pPr algn="r"/>
              <a:t>‹#›</a:t>
            </a:fld>
            <a:endParaRPr lang="en-US" sz="800">
              <a:solidFill>
                <a:srgbClr val="A6A6A6"/>
              </a:solidFill>
              <a:latin typeface="Ubuntu Light" panose="020B0304030602030204" pitchFamily="34" charset="0"/>
              <a:cs typeface="Arial" panose="020B0604020202020204" pitchFamily="34" charset="0"/>
            </a:endParaRPr>
          </a:p>
        </p:txBody>
      </p:sp>
      <p:sp>
        <p:nvSpPr>
          <p:cNvPr id="24" name="Rectangle 27">
            <a:extLst>
              <a:ext uri="{FF2B5EF4-FFF2-40B4-BE49-F238E27FC236}">
                <a16:creationId xmlns:a16="http://schemas.microsoft.com/office/drawing/2014/main" id="{3D5AB8D0-7370-4733-A1FA-727D369F8DC7}"/>
              </a:ext>
            </a:extLst>
          </p:cNvPr>
          <p:cNvSpPr/>
          <p:nvPr userDrawn="1"/>
        </p:nvSpPr>
        <p:spPr>
          <a:xfrm>
            <a:off x="8726940" y="6588000"/>
            <a:ext cx="2898036" cy="216000"/>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Light" panose="020B0304030602030204" pitchFamily="34" charset="0"/>
                <a:cs typeface="Arial" panose="020B0604020202020204" pitchFamily="34" charset="0"/>
              </a:rPr>
              <a:t>Company Confidential © Capgemini Invent 2023. All rights reserved |</a:t>
            </a:r>
          </a:p>
        </p:txBody>
      </p:sp>
      <p:sp>
        <p:nvSpPr>
          <p:cNvPr id="25" name="Footer Placeholder 2">
            <a:extLst>
              <a:ext uri="{FF2B5EF4-FFF2-40B4-BE49-F238E27FC236}">
                <a16:creationId xmlns:a16="http://schemas.microsoft.com/office/drawing/2014/main" id="{BEA11018-8E05-450D-8CC1-1AE2A782DC73}"/>
              </a:ext>
            </a:extLst>
          </p:cNvPr>
          <p:cNvSpPr>
            <a:spLocks noGrp="1"/>
          </p:cNvSpPr>
          <p:nvPr>
            <p:ph type="ftr" sz="quarter" idx="3"/>
          </p:nvPr>
        </p:nvSpPr>
        <p:spPr>
          <a:xfrm>
            <a:off x="360000" y="6588000"/>
            <a:ext cx="4119663" cy="216000"/>
          </a:xfrm>
          <a:prstGeom prst="rect">
            <a:avLst/>
          </a:prstGeom>
        </p:spPr>
        <p:txBody>
          <a:bodyPr lIns="0" tIns="0" rIns="0" bIns="0" anchor="ctr"/>
          <a:lstStyle>
            <a:lvl1pPr>
              <a:defRPr sz="700">
                <a:solidFill>
                  <a:schemeClr val="bg1">
                    <a:lumMod val="65000"/>
                  </a:schemeClr>
                </a:solidFill>
                <a:latin typeface="Ubuntu Light" panose="020B0304030602030204" pitchFamily="34" charset="0"/>
              </a:defRPr>
            </a:lvl1pPr>
          </a:lstStyle>
          <a:p>
            <a:endParaRPr lang="en-AU"/>
          </a:p>
        </p:txBody>
      </p:sp>
      <p:cxnSp>
        <p:nvCxnSpPr>
          <p:cNvPr id="26" name="Straight Connector 25">
            <a:extLst>
              <a:ext uri="{FF2B5EF4-FFF2-40B4-BE49-F238E27FC236}">
                <a16:creationId xmlns:a16="http://schemas.microsoft.com/office/drawing/2014/main" id="{8D70C09A-90BB-4CB0-9FF5-EF8DFCD7ACC7}"/>
              </a:ext>
            </a:extLst>
          </p:cNvPr>
          <p:cNvCxnSpPr>
            <a:cxnSpLocks/>
          </p:cNvCxnSpPr>
          <p:nvPr userDrawn="1"/>
        </p:nvCxnSpPr>
        <p:spPr>
          <a:xfrm>
            <a:off x="-432000" y="1440000"/>
            <a:ext cx="360000" cy="0"/>
          </a:xfrm>
          <a:prstGeom prst="line">
            <a:avLst/>
          </a:prstGeom>
          <a:ln w="3175">
            <a:solidFill>
              <a:srgbClr val="FFFF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0603157"/>
      </p:ext>
    </p:extLst>
  </p:cSld>
  <p:clrMap bg1="lt1" tx1="dk1" bg2="lt2" tx2="dk2" accent1="accent1" accent2="accent2" accent3="accent3" accent4="accent4" accent5="accent5" accent6="accent6" hlink="hlink" folHlink="folHlink"/>
  <p:sldLayoutIdLst>
    <p:sldLayoutId id="2147483813" r:id="rId1"/>
    <p:sldLayoutId id="2147483814" r:id="rId2"/>
    <p:sldLayoutId id="2147483845" r:id="rId3"/>
    <p:sldLayoutId id="2147483838" r:id="rId4"/>
    <p:sldLayoutId id="2147483840" r:id="rId5"/>
    <p:sldLayoutId id="2147483846" r:id="rId6"/>
    <p:sldLayoutId id="2147483847" r:id="rId7"/>
    <p:sldLayoutId id="2147483848" r:id="rId8"/>
    <p:sldLayoutId id="2147483869" r:id="rId9"/>
  </p:sldLayoutIdLst>
  <p:transition spd="med"/>
  <p:hf sldNum="0" hdr="0" dt="0"/>
  <p:txStyles>
    <p:titleStyle>
      <a:lvl1pPr marL="0" marR="0" indent="0" algn="l" defTabSz="565150" latinLnBrk="0">
        <a:lnSpc>
          <a:spcPct val="90000"/>
        </a:lnSpc>
        <a:spcBef>
          <a:spcPts val="0"/>
        </a:spcBef>
        <a:spcAft>
          <a:spcPts val="0"/>
        </a:spcAft>
        <a:buClrTx/>
        <a:buSzTx/>
        <a:buFontTx/>
        <a:buNone/>
        <a:tabLst/>
        <a:defRPr sz="3600" b="1" i="0" u="none" strike="noStrike" cap="none" spc="-36" baseline="0">
          <a:solidFill>
            <a:schemeClr val="bg1"/>
          </a:solidFill>
          <a:uFill>
            <a:solidFill>
              <a:srgbClr val="FFFFFF"/>
            </a:solidFill>
          </a:uFill>
          <a:latin typeface="+mj-lt"/>
          <a:ea typeface="Ubuntu Light" panose="020B0304030602030204" pitchFamily="34" charset="0"/>
          <a:cs typeface="Ubuntu Light" panose="020B0304030602030204" pitchFamily="34" charset="0"/>
          <a:sym typeface="BentonSansF Medium"/>
        </a:defRPr>
      </a:lvl1pPr>
      <a:lvl2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2pPr>
      <a:lvl3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3pPr>
      <a:lvl4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4pPr>
      <a:lvl5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5pPr>
      <a:lvl6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6pPr>
      <a:lvl7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7pPr>
      <a:lvl8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8pPr>
      <a:lvl9pPr marL="0" marR="0" indent="0" algn="ctr" defTabSz="565150" latinLnBrk="0">
        <a:lnSpc>
          <a:spcPct val="90000"/>
        </a:lnSpc>
        <a:spcBef>
          <a:spcPts val="0"/>
        </a:spcBef>
        <a:spcAft>
          <a:spcPts val="0"/>
        </a:spcAft>
        <a:buClrTx/>
        <a:buSzTx/>
        <a:buFontTx/>
        <a:buNone/>
        <a:tabLst/>
        <a:defRPr sz="3650" b="0" i="0" u="none" strike="noStrike" cap="all" spc="0" baseline="0">
          <a:solidFill>
            <a:srgbClr val="FFFFFF"/>
          </a:solidFill>
          <a:uFill>
            <a:solidFill>
              <a:srgbClr val="FFFFFF"/>
            </a:solidFill>
          </a:uFill>
          <a:latin typeface="BentonSansF Medium"/>
          <a:ea typeface="BentonSansF Medium"/>
          <a:cs typeface="BentonSansF Medium"/>
          <a:sym typeface="BentonSansF Medium"/>
        </a:defRPr>
      </a:lvl9pPr>
    </p:titleStyle>
    <p:bodyStyle>
      <a:lvl1pPr marL="0" marR="0" indent="0" algn="l" defTabSz="914216" latinLnBrk="0">
        <a:lnSpc>
          <a:spcPct val="140000"/>
        </a:lnSpc>
        <a:spcBef>
          <a:spcPts val="0"/>
        </a:spcBef>
        <a:spcAft>
          <a:spcPts val="0"/>
        </a:spcAft>
        <a:buClrTx/>
        <a:buSzTx/>
        <a:buFontTx/>
        <a:buNone/>
        <a:tabLst/>
        <a:defRPr sz="1200" b="0" i="0" u="none" strike="noStrike" cap="none" spc="0" baseline="0">
          <a:solidFill>
            <a:schemeClr val="bg1"/>
          </a:solidFill>
          <a:uFillTx/>
          <a:latin typeface="Ubuntu Light" panose="020B0304030602030204" pitchFamily="34" charset="0"/>
          <a:ea typeface="+mn-ea"/>
          <a:cs typeface="+mn-cs"/>
          <a:sym typeface="BentonSansF Book"/>
        </a:defRPr>
      </a:lvl1pPr>
      <a:lvl2pPr marL="0" marR="0" indent="-108000" algn="l" defTabSz="914216" latinLnBrk="0">
        <a:lnSpc>
          <a:spcPct val="140000"/>
        </a:lnSpc>
        <a:spcBef>
          <a:spcPts val="0"/>
        </a:spcBef>
        <a:spcAft>
          <a:spcPts val="0"/>
        </a:spcAft>
        <a:buClrTx/>
        <a:buSzTx/>
        <a:buFont typeface="Arial" panose="020B0604020202020204" pitchFamily="34" charset="0"/>
        <a:buChar char="•"/>
        <a:tabLst/>
        <a:defRPr sz="1200" b="0" i="0" u="none" strike="noStrike" cap="none" spc="0" baseline="0">
          <a:solidFill>
            <a:schemeClr val="bg1"/>
          </a:solidFill>
          <a:uFillTx/>
          <a:latin typeface="Ubuntu Light" panose="020B0304030602030204" pitchFamily="34" charset="0"/>
          <a:ea typeface="+mn-ea"/>
          <a:cs typeface="+mn-cs"/>
          <a:sym typeface="BentonSansF Book"/>
        </a:defRPr>
      </a:lvl2pPr>
      <a:lvl3pPr marL="0" marR="0" indent="-108000" algn="l" defTabSz="914216" latinLnBrk="0">
        <a:lnSpc>
          <a:spcPct val="140000"/>
        </a:lnSpc>
        <a:spcBef>
          <a:spcPts val="0"/>
        </a:spcBef>
        <a:spcAft>
          <a:spcPts val="0"/>
        </a:spcAft>
        <a:buClrTx/>
        <a:buSzTx/>
        <a:buFont typeface="Arial" panose="020B0604020202020204" pitchFamily="34" charset="0"/>
        <a:buChar char="•"/>
        <a:tabLst/>
        <a:defRPr sz="1200" b="0" i="0" u="none" strike="noStrike" cap="none" spc="0" baseline="0">
          <a:solidFill>
            <a:schemeClr val="bg1"/>
          </a:solidFill>
          <a:uFillTx/>
          <a:latin typeface="Ubuntu Light" panose="020B0304030602030204" pitchFamily="34" charset="0"/>
          <a:ea typeface="+mn-ea"/>
          <a:cs typeface="+mn-cs"/>
          <a:sym typeface="BentonSansF Book"/>
        </a:defRPr>
      </a:lvl3pPr>
      <a:lvl4pPr marL="0" marR="0" indent="-108000" algn="l" defTabSz="914216" latinLnBrk="0">
        <a:lnSpc>
          <a:spcPct val="140000"/>
        </a:lnSpc>
        <a:spcBef>
          <a:spcPts val="0"/>
        </a:spcBef>
        <a:spcAft>
          <a:spcPts val="0"/>
        </a:spcAft>
        <a:buClrTx/>
        <a:buSzTx/>
        <a:buFont typeface="Arial" panose="020B0604020202020204" pitchFamily="34" charset="0"/>
        <a:buChar char="•"/>
        <a:tabLst/>
        <a:defRPr sz="1200" b="0" i="0" u="none" strike="noStrike" cap="none" spc="0" baseline="0">
          <a:solidFill>
            <a:schemeClr val="bg1"/>
          </a:solidFill>
          <a:uFillTx/>
          <a:latin typeface="Ubuntu Light" panose="020B0304030602030204" pitchFamily="34" charset="0"/>
          <a:ea typeface="+mn-ea"/>
          <a:cs typeface="+mn-cs"/>
          <a:sym typeface="BentonSansF Book"/>
        </a:defRPr>
      </a:lvl4pPr>
      <a:lvl5pPr marL="0" marR="0" indent="-108000" algn="l" defTabSz="914216" latinLnBrk="0">
        <a:lnSpc>
          <a:spcPct val="140000"/>
        </a:lnSpc>
        <a:spcBef>
          <a:spcPts val="0"/>
        </a:spcBef>
        <a:spcAft>
          <a:spcPts val="0"/>
        </a:spcAft>
        <a:buClrTx/>
        <a:buSzTx/>
        <a:buFont typeface="Arial" panose="020B0604020202020204" pitchFamily="34" charset="0"/>
        <a:buChar char="•"/>
        <a:tabLst/>
        <a:defRPr sz="1200" b="0" i="0" u="none" strike="noStrike" cap="none" spc="0" baseline="0">
          <a:solidFill>
            <a:schemeClr val="bg1"/>
          </a:solidFill>
          <a:uFillTx/>
          <a:latin typeface="Ubuntu Light" panose="020B0304030602030204" pitchFamily="34" charset="0"/>
          <a:ea typeface="+mn-ea"/>
          <a:cs typeface="+mn-cs"/>
          <a:sym typeface="BentonSansF Book"/>
        </a:defRPr>
      </a:lvl5pPr>
      <a:lvl6pPr marL="2590281" marR="0" indent="-304739" algn="l" defTabSz="914216" latinLnBrk="0">
        <a:lnSpc>
          <a:spcPct val="90000"/>
        </a:lnSpc>
        <a:spcBef>
          <a:spcPts val="1000"/>
        </a:spcBef>
        <a:spcAft>
          <a:spcPts val="0"/>
        </a:spcAft>
        <a:buClrTx/>
        <a:buSzPct val="100000"/>
        <a:buFontTx/>
        <a:buChar char="•"/>
        <a:tabLst/>
        <a:defRPr sz="2400" b="1" i="0" u="none" strike="noStrike" cap="none" spc="0" baseline="0">
          <a:solidFill>
            <a:srgbClr val="7F7F7F"/>
          </a:solidFill>
          <a:uFillTx/>
          <a:latin typeface="+mn-lt"/>
          <a:ea typeface="+mn-ea"/>
          <a:cs typeface="+mn-cs"/>
          <a:sym typeface="BentonSansF Book"/>
        </a:defRPr>
      </a:lvl6pPr>
      <a:lvl7pPr marL="3047390" marR="0" indent="-304739" algn="l" defTabSz="914216" latinLnBrk="0">
        <a:lnSpc>
          <a:spcPct val="90000"/>
        </a:lnSpc>
        <a:spcBef>
          <a:spcPts val="1000"/>
        </a:spcBef>
        <a:spcAft>
          <a:spcPts val="0"/>
        </a:spcAft>
        <a:buClrTx/>
        <a:buSzPct val="100000"/>
        <a:buFontTx/>
        <a:buChar char="•"/>
        <a:tabLst/>
        <a:defRPr sz="2400" b="1" i="0" u="none" strike="noStrike" cap="none" spc="0" baseline="0">
          <a:solidFill>
            <a:srgbClr val="7F7F7F"/>
          </a:solidFill>
          <a:uFillTx/>
          <a:latin typeface="+mn-lt"/>
          <a:ea typeface="+mn-ea"/>
          <a:cs typeface="+mn-cs"/>
          <a:sym typeface="BentonSansF Book"/>
        </a:defRPr>
      </a:lvl7pPr>
      <a:lvl8pPr marL="3504498" marR="0" indent="-304739" algn="l" defTabSz="914216" latinLnBrk="0">
        <a:lnSpc>
          <a:spcPct val="90000"/>
        </a:lnSpc>
        <a:spcBef>
          <a:spcPts val="1000"/>
        </a:spcBef>
        <a:spcAft>
          <a:spcPts val="0"/>
        </a:spcAft>
        <a:buClrTx/>
        <a:buSzPct val="100000"/>
        <a:buFontTx/>
        <a:buChar char="•"/>
        <a:tabLst/>
        <a:defRPr sz="2400" b="1" i="0" u="none" strike="noStrike" cap="none" spc="0" baseline="0">
          <a:solidFill>
            <a:srgbClr val="7F7F7F"/>
          </a:solidFill>
          <a:uFillTx/>
          <a:latin typeface="+mn-lt"/>
          <a:ea typeface="+mn-ea"/>
          <a:cs typeface="+mn-cs"/>
          <a:sym typeface="BentonSansF Book"/>
        </a:defRPr>
      </a:lvl8pPr>
      <a:lvl9pPr marL="3961607" marR="0" indent="-304740" algn="l" defTabSz="914216" latinLnBrk="0">
        <a:lnSpc>
          <a:spcPct val="90000"/>
        </a:lnSpc>
        <a:spcBef>
          <a:spcPts val="1000"/>
        </a:spcBef>
        <a:spcAft>
          <a:spcPts val="0"/>
        </a:spcAft>
        <a:buClrTx/>
        <a:buSzPct val="100000"/>
        <a:buFontTx/>
        <a:buChar char="•"/>
        <a:tabLst/>
        <a:defRPr sz="2400" b="1" i="0" u="none" strike="noStrike" cap="none" spc="0" baseline="0">
          <a:solidFill>
            <a:srgbClr val="7F7F7F"/>
          </a:solidFill>
          <a:uFillTx/>
          <a:latin typeface="+mn-lt"/>
          <a:ea typeface="+mn-ea"/>
          <a:cs typeface="+mn-cs"/>
          <a:sym typeface="BentonSansF Book"/>
        </a:defRPr>
      </a:lvl9pPr>
    </p:bodyStyle>
    <p:otherStyle>
      <a:lvl1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1pPr>
      <a:lvl2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2pPr>
      <a:lvl3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3pPr>
      <a:lvl4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4pPr>
      <a:lvl5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5pPr>
      <a:lvl6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6pPr>
      <a:lvl7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7pPr>
      <a:lvl8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8pPr>
      <a:lvl9pPr marL="0" marR="0" indent="0" algn="r" defTabSz="914216"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BentonSansF Book"/>
        </a:defRPr>
      </a:lvl9pPr>
    </p:otherStyle>
  </p:txStyles>
  <p:extLst>
    <p:ext uri="{27BBF7A9-308A-43DC-89C8-2F10F3537804}">
      <p15:sldGuideLst xmlns:p15="http://schemas.microsoft.com/office/powerpoint/2012/main">
        <p15:guide id="1" orient="horz" pos="2683">
          <p15:clr>
            <a:srgbClr val="F26B43"/>
          </p15:clr>
        </p15:guide>
        <p15:guide id="2" orient="horz" pos="7392">
          <p15:clr>
            <a:srgbClr val="F26B43"/>
          </p15:clr>
        </p15:guide>
        <p15:guide id="3" pos="1104">
          <p15:clr>
            <a:srgbClr val="F26B43"/>
          </p15:clr>
        </p15:guide>
        <p15:guide id="4" pos="1424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cxnSp>
        <p:nvCxnSpPr>
          <p:cNvPr id="5" name="Straight Connector 4">
            <a:extLst>
              <a:ext uri="{FF2B5EF4-FFF2-40B4-BE49-F238E27FC236}">
                <a16:creationId xmlns:a16="http://schemas.microsoft.com/office/drawing/2014/main" id="{268BEE30-0815-BCC1-AAF8-06972693DDAB}"/>
              </a:ext>
            </a:extLst>
          </p:cNvPr>
          <p:cNvCxnSpPr>
            <a:cxnSpLocks/>
          </p:cNvCxnSpPr>
          <p:nvPr userDrawn="1"/>
        </p:nvCxnSpPr>
        <p:spPr>
          <a:xfrm>
            <a:off x="11473884" y="120673"/>
            <a:ext cx="0" cy="576000"/>
          </a:xfrm>
          <a:prstGeom prst="line">
            <a:avLst/>
          </a:prstGeom>
          <a:ln>
            <a:solidFill>
              <a:srgbClr val="1C3D7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7511210"/>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 id="2147483866" r:id="rId17"/>
    <p:sldLayoutId id="2147483867" r:id="rId18"/>
    <p:sldLayoutId id="2147483868" r:id="rId1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25.svg"/><Relationship Id="rId4"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1.png"/><Relationship Id="rId7" Type="http://schemas.openxmlformats.org/officeDocument/2006/relationships/image" Target="../media/image39.png"/><Relationship Id="rId2" Type="http://schemas.openxmlformats.org/officeDocument/2006/relationships/image" Target="../media/image36.pn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7.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56.png"/><Relationship Id="rId2" Type="http://schemas.openxmlformats.org/officeDocument/2006/relationships/image" Target="../media/image47.jpeg"/><Relationship Id="rId1" Type="http://schemas.openxmlformats.org/officeDocument/2006/relationships/slideLayout" Target="../slideLayouts/slideLayout3.xml"/><Relationship Id="rId6" Type="http://schemas.openxmlformats.org/officeDocument/2006/relationships/image" Target="../media/image51.png"/><Relationship Id="rId11" Type="http://schemas.openxmlformats.org/officeDocument/2006/relationships/image" Target="../media/image45.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5.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blue, electric blue, violet, lilac&#10;&#10;Description automatically generated">
            <a:extLst>
              <a:ext uri="{FF2B5EF4-FFF2-40B4-BE49-F238E27FC236}">
                <a16:creationId xmlns:a16="http://schemas.microsoft.com/office/drawing/2014/main" id="{76AD2646-188E-3AE2-2D63-0AE1626E544C}"/>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5320006" y="0"/>
            <a:ext cx="6871994" cy="6858000"/>
          </a:xfrm>
          <a:prstGeom prst="rect">
            <a:avLst/>
          </a:prstGeom>
        </p:spPr>
      </p:pic>
      <p:sp>
        <p:nvSpPr>
          <p:cNvPr id="9" name="Rectangle 8">
            <a:extLst>
              <a:ext uri="{FF2B5EF4-FFF2-40B4-BE49-F238E27FC236}">
                <a16:creationId xmlns:a16="http://schemas.microsoft.com/office/drawing/2014/main" id="{38207B7A-C625-9441-0933-32432100673F}"/>
              </a:ext>
            </a:extLst>
          </p:cNvPr>
          <p:cNvSpPr/>
          <p:nvPr/>
        </p:nvSpPr>
        <p:spPr>
          <a:xfrm>
            <a:off x="5320006" y="0"/>
            <a:ext cx="6871994" cy="6858000"/>
          </a:xfrm>
          <a:prstGeom prst="rect">
            <a:avLst/>
          </a:prstGeom>
          <a:gradFill flip="none" rotWithShape="1">
            <a:gsLst>
              <a:gs pos="0">
                <a:schemeClr val="accent4"/>
              </a:gs>
              <a:gs pos="100000">
                <a:schemeClr val="accent4">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5" name="Rectangle 14">
            <a:extLst>
              <a:ext uri="{FF2B5EF4-FFF2-40B4-BE49-F238E27FC236}">
                <a16:creationId xmlns:a16="http://schemas.microsoft.com/office/drawing/2014/main" id="{833499D0-D2FF-4F50-A9BF-671371248ACE}"/>
              </a:ext>
              <a:ext uri="{C183D7F6-B498-43B3-948B-1728B52AA6E4}">
                <adec:decorative xmlns:adec="http://schemas.microsoft.com/office/drawing/2017/decorative" val="1"/>
              </a:ext>
            </a:extLst>
          </p:cNvPr>
          <p:cNvSpPr/>
          <p:nvPr/>
        </p:nvSpPr>
        <p:spPr>
          <a:xfrm>
            <a:off x="5231904" y="2564904"/>
            <a:ext cx="6960096" cy="4293095"/>
          </a:xfrm>
          <a:prstGeom prst="rect">
            <a:avLst/>
          </a:prstGeom>
          <a:gradFill>
            <a:gsLst>
              <a:gs pos="100000">
                <a:schemeClr val="accent4">
                  <a:alpha val="54000"/>
                </a:schemeClr>
              </a:gs>
              <a:gs pos="0">
                <a:schemeClr val="accent4">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7" name="Title 6">
            <a:extLst>
              <a:ext uri="{FF2B5EF4-FFF2-40B4-BE49-F238E27FC236}">
                <a16:creationId xmlns:a16="http://schemas.microsoft.com/office/drawing/2014/main" id="{9C1FED64-7D2C-4574-869A-799C2389E6B1}"/>
              </a:ext>
            </a:extLst>
          </p:cNvPr>
          <p:cNvSpPr>
            <a:spLocks noGrp="1"/>
          </p:cNvSpPr>
          <p:nvPr>
            <p:ph type="ctrTitle"/>
          </p:nvPr>
        </p:nvSpPr>
        <p:spPr>
          <a:xfrm>
            <a:off x="404814" y="1849930"/>
            <a:ext cx="6960096" cy="2659190"/>
          </a:xfrm>
        </p:spPr>
        <p:txBody>
          <a:bodyPr/>
          <a:lstStyle/>
          <a:p>
            <a:br>
              <a:rPr lang="en-US" sz="4800" dirty="0"/>
            </a:br>
            <a:r>
              <a:rPr lang="en-GB" sz="3600" dirty="0"/>
              <a:t>Capgemini’s Process Service to accelerate Client’s simplification objectives</a:t>
            </a:r>
            <a:endParaRPr lang="en-AU" sz="4800" dirty="0"/>
          </a:p>
        </p:txBody>
      </p:sp>
      <p:sp>
        <p:nvSpPr>
          <p:cNvPr id="8" name="Subtitle 7">
            <a:extLst>
              <a:ext uri="{FF2B5EF4-FFF2-40B4-BE49-F238E27FC236}">
                <a16:creationId xmlns:a16="http://schemas.microsoft.com/office/drawing/2014/main" id="{6011963F-4690-418E-A06B-8EEB3F47A15A}"/>
              </a:ext>
            </a:extLst>
          </p:cNvPr>
          <p:cNvSpPr>
            <a:spLocks noGrp="1"/>
          </p:cNvSpPr>
          <p:nvPr>
            <p:ph type="subTitle" idx="1"/>
          </p:nvPr>
        </p:nvSpPr>
        <p:spPr>
          <a:xfrm>
            <a:off x="404814" y="5503793"/>
            <a:ext cx="11386134" cy="307777"/>
          </a:xfrm>
        </p:spPr>
        <p:txBody>
          <a:bodyPr vert="horz" wrap="square" lIns="36000" tIns="0" rIns="36000" bIns="0" rtlCol="0" anchor="t">
            <a:spAutoFit/>
          </a:bodyPr>
          <a:lstStyle/>
          <a:p>
            <a:pPr>
              <a:defRPr/>
            </a:pPr>
            <a:r>
              <a:rPr kumimoji="0" lang="en-GB" sz="1000" b="0" i="0" u="none" strike="noStrike" kern="1200" cap="none" spc="250" normalizeH="0" baseline="0" noProof="0">
                <a:ln>
                  <a:noFill/>
                </a:ln>
                <a:effectLst/>
                <a:uLnTx/>
                <a:uFillTx/>
                <a:latin typeface="+mj-lt"/>
                <a:ea typeface="+mn-ea"/>
                <a:cs typeface="+mn-cs"/>
              </a:rPr>
              <a:t>3 November </a:t>
            </a:r>
            <a:r>
              <a:rPr lang="en-GB" sz="1000" spc="250">
                <a:latin typeface="+mj-lt"/>
              </a:rPr>
              <a:t>2023</a:t>
            </a:r>
            <a:endParaRPr kumimoji="0" lang="en-GB" sz="1000" b="0" i="0" u="none" strike="noStrike" kern="1200" cap="none" spc="250" normalizeH="0" baseline="0" noProof="0">
              <a:ln>
                <a:noFill/>
              </a:ln>
              <a:effectLst/>
              <a:uLnTx/>
              <a:uFillTx/>
              <a:latin typeface="+mj-lt"/>
              <a:ea typeface="+mn-ea"/>
              <a:cs typeface="+mn-cs"/>
            </a:endParaRPr>
          </a:p>
        </p:txBody>
      </p:sp>
      <p:pic>
        <p:nvPicPr>
          <p:cNvPr id="13" name="Graphic 12">
            <a:extLst>
              <a:ext uri="{FF2B5EF4-FFF2-40B4-BE49-F238E27FC236}">
                <a16:creationId xmlns:a16="http://schemas.microsoft.com/office/drawing/2014/main" id="{732F8747-8560-46AB-A00D-D3FBBB561E7C}"/>
              </a:ext>
            </a:extLst>
          </p:cNvPr>
          <p:cNvPicPr>
            <a:picLocks noChangeAspect="1"/>
          </p:cNvPicPr>
          <p:nvPr/>
        </p:nvPicPr>
        <p:blipFill rotWithShape="1">
          <a:blip r:embed="rId4" cstate="hqprint">
            <a:extLst>
              <a:ext uri="{28A0092B-C50C-407E-A947-70E740481C1C}">
                <a14:useLocalDpi xmlns:a14="http://schemas.microsoft.com/office/drawing/2010/main"/>
              </a:ext>
              <a:ext uri="{96DAC541-7B7A-43D3-8B79-37D633B846F1}">
                <asvg:svgBlip xmlns:asvg="http://schemas.microsoft.com/office/drawing/2016/SVG/main" r:embed="rId5"/>
              </a:ext>
            </a:extLst>
          </a:blip>
          <a:srcRect l="51754" b="22952"/>
          <a:stretch/>
        </p:blipFill>
        <p:spPr>
          <a:xfrm>
            <a:off x="254606" y="289097"/>
            <a:ext cx="1738536" cy="635868"/>
          </a:xfrm>
          <a:prstGeom prst="rect">
            <a:avLst/>
          </a:prstGeom>
        </p:spPr>
      </p:pic>
      <p:sp>
        <p:nvSpPr>
          <p:cNvPr id="4" name="Subtitle 1">
            <a:extLst>
              <a:ext uri="{FF2B5EF4-FFF2-40B4-BE49-F238E27FC236}">
                <a16:creationId xmlns:a16="http://schemas.microsoft.com/office/drawing/2014/main" id="{8DFB98B1-823A-7619-082C-F52191BFCB7A}"/>
              </a:ext>
            </a:extLst>
          </p:cNvPr>
          <p:cNvSpPr txBox="1">
            <a:spLocks/>
          </p:cNvSpPr>
          <p:nvPr/>
        </p:nvSpPr>
        <p:spPr>
          <a:xfrm>
            <a:off x="404814" y="4805743"/>
            <a:ext cx="10428288" cy="233205"/>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mn-lt"/>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mn-lt"/>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mn-lt"/>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mn-lt"/>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Capgemini’s Process Simplification Request for Information response</a:t>
            </a:r>
          </a:p>
        </p:txBody>
      </p:sp>
    </p:spTree>
    <p:extLst>
      <p:ext uri="{BB962C8B-B14F-4D97-AF65-F5344CB8AC3E}">
        <p14:creationId xmlns:p14="http://schemas.microsoft.com/office/powerpoint/2010/main" val="2281631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6D7EDF3-9B42-6DB3-AFCC-E64BFC0287B3}"/>
              </a:ext>
            </a:extLst>
          </p:cNvPr>
          <p:cNvSpPr>
            <a:spLocks noGrp="1"/>
          </p:cNvSpPr>
          <p:nvPr>
            <p:ph type="ctrTitle"/>
          </p:nvPr>
        </p:nvSpPr>
        <p:spPr>
          <a:xfrm>
            <a:off x="301943" y="692857"/>
            <a:ext cx="11386134" cy="498598"/>
          </a:xfrm>
        </p:spPr>
        <p:txBody>
          <a:bodyPr/>
          <a:lstStyle/>
          <a:p>
            <a:r>
              <a:rPr lang="en-GB" sz="3600"/>
              <a:t>Contents</a:t>
            </a:r>
          </a:p>
        </p:txBody>
      </p:sp>
      <p:sp>
        <p:nvSpPr>
          <p:cNvPr id="15" name="Content Placeholder 14">
            <a:extLst>
              <a:ext uri="{FF2B5EF4-FFF2-40B4-BE49-F238E27FC236}">
                <a16:creationId xmlns:a16="http://schemas.microsoft.com/office/drawing/2014/main" id="{86E65AD1-A3BC-992D-479C-1676DAF239BD}"/>
              </a:ext>
            </a:extLst>
          </p:cNvPr>
          <p:cNvSpPr>
            <a:spLocks noGrp="1"/>
          </p:cNvSpPr>
          <p:nvPr>
            <p:ph type="subTitle" idx="1"/>
          </p:nvPr>
        </p:nvSpPr>
        <p:spPr>
          <a:xfrm>
            <a:off x="301943" y="308336"/>
            <a:ext cx="11386134" cy="323165"/>
          </a:xfrm>
        </p:spPr>
        <p:txBody>
          <a:bodyPr vert="horz" lIns="0" tIns="0" rIns="0" bIns="0" rtlCol="0">
            <a:noAutofit/>
          </a:bodyPr>
          <a:lstStyle/>
          <a:p>
            <a:pPr>
              <a:spcBef>
                <a:spcPts val="600"/>
              </a:spcBef>
              <a:spcAft>
                <a:spcPts val="0"/>
              </a:spcAft>
            </a:pPr>
            <a:r>
              <a:rPr lang="en-GB" sz="1000" cap="all" spc="100" dirty="0">
                <a:solidFill>
                  <a:schemeClr val="accent2"/>
                </a:solidFill>
                <a:latin typeface="Ubuntu Light" panose="020B0304030602030204" pitchFamily="34" charset="0"/>
                <a:sym typeface="BentonSansF Book"/>
              </a:rPr>
              <a:t>Capgemini’s Process Service to accelerate client's simplification objectives</a:t>
            </a:r>
          </a:p>
          <a:p>
            <a:pPr>
              <a:spcBef>
                <a:spcPts val="600"/>
              </a:spcBef>
              <a:spcAft>
                <a:spcPts val="0"/>
              </a:spcAft>
            </a:pPr>
            <a:endParaRPr lang="en-AU" sz="1000" cap="all" spc="100" dirty="0">
              <a:solidFill>
                <a:schemeClr val="accent2"/>
              </a:solidFill>
              <a:latin typeface="Ubuntu Light" panose="020B0304030602030204" pitchFamily="34" charset="0"/>
              <a:sym typeface="BentonSansF Book"/>
            </a:endParaRPr>
          </a:p>
        </p:txBody>
      </p:sp>
      <p:graphicFrame>
        <p:nvGraphicFramePr>
          <p:cNvPr id="3" name="Table 5">
            <a:extLst>
              <a:ext uri="{FF2B5EF4-FFF2-40B4-BE49-F238E27FC236}">
                <a16:creationId xmlns:a16="http://schemas.microsoft.com/office/drawing/2014/main" id="{D8E5E881-8A39-47D4-8884-7CE70DD6D553}"/>
              </a:ext>
            </a:extLst>
          </p:cNvPr>
          <p:cNvGraphicFramePr>
            <a:graphicFrameLocks noGrp="1"/>
          </p:cNvGraphicFramePr>
          <p:nvPr>
            <p:extLst>
              <p:ext uri="{D42A27DB-BD31-4B8C-83A1-F6EECF244321}">
                <p14:modId xmlns:p14="http://schemas.microsoft.com/office/powerpoint/2010/main" val="4098954631"/>
              </p:ext>
            </p:extLst>
          </p:nvPr>
        </p:nvGraphicFramePr>
        <p:xfrm>
          <a:off x="428230" y="1637333"/>
          <a:ext cx="6555803" cy="4498560"/>
        </p:xfrm>
        <a:graphic>
          <a:graphicData uri="http://schemas.openxmlformats.org/drawingml/2006/table">
            <a:tbl>
              <a:tblPr firstRow="1" bandRow="1">
                <a:tableStyleId>{2D5ABB26-0587-4C30-8999-92F81FD0307C}</a:tableStyleId>
              </a:tblPr>
              <a:tblGrid>
                <a:gridCol w="721454">
                  <a:extLst>
                    <a:ext uri="{9D8B030D-6E8A-4147-A177-3AD203B41FA5}">
                      <a16:colId xmlns:a16="http://schemas.microsoft.com/office/drawing/2014/main" val="3368284498"/>
                    </a:ext>
                  </a:extLst>
                </a:gridCol>
                <a:gridCol w="5326546">
                  <a:extLst>
                    <a:ext uri="{9D8B030D-6E8A-4147-A177-3AD203B41FA5}">
                      <a16:colId xmlns:a16="http://schemas.microsoft.com/office/drawing/2014/main" val="2548676897"/>
                    </a:ext>
                  </a:extLst>
                </a:gridCol>
                <a:gridCol w="507803">
                  <a:extLst>
                    <a:ext uri="{9D8B030D-6E8A-4147-A177-3AD203B41FA5}">
                      <a16:colId xmlns:a16="http://schemas.microsoft.com/office/drawing/2014/main" val="2477957563"/>
                    </a:ext>
                  </a:extLst>
                </a:gridCol>
              </a:tblGrid>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12ABDB"/>
                          </a:solidFill>
                          <a:effectLst/>
                          <a:uLnTx/>
                          <a:uFillTx/>
                          <a:latin typeface="Ubuntu Light" panose="020B0304030602030204" pitchFamily="34" charset="0"/>
                          <a:ea typeface="Open Sans" panose="020B0606030504020204" pitchFamily="34" charset="0"/>
                          <a:cs typeface="Open Sans" panose="020B0606030504020204" pitchFamily="34" charset="0"/>
                        </a:rPr>
                        <a:t>01</a:t>
                      </a:r>
                    </a:p>
                  </a:txBody>
                  <a:tcPr marL="0" marR="0" marT="0" marB="144000" anchor="ctr">
                    <a:lnB w="3175"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dirty="0">
                          <a:ln>
                            <a:noFill/>
                          </a:ln>
                          <a:solidFill>
                            <a:schemeClr val="bg1"/>
                          </a:solidFill>
                          <a:effectLst/>
                          <a:uLnTx/>
                          <a:uFillTx/>
                          <a:latin typeface="Ubuntu Light" panose="020B0304030602030204" pitchFamily="34" charset="0"/>
                          <a:ea typeface="+mn-ea"/>
                          <a:cs typeface="+mn-cs"/>
                          <a:sym typeface="BentonSansF Book"/>
                        </a:rPr>
                        <a:t>Achieving client's future together</a:t>
                      </a:r>
                    </a:p>
                  </a:txBody>
                  <a:tcPr marL="0" marR="0" marT="0" marB="144000" anchor="ctr">
                    <a:lnB w="3175" cap="flat" cmpd="sng" algn="ctr">
                      <a:solidFill>
                        <a:schemeClr val="bg1">
                          <a:lumMod val="75000"/>
                        </a:schemeClr>
                      </a:solidFill>
                      <a:prstDash val="solid"/>
                      <a:round/>
                      <a:headEnd type="none" w="med" len="med"/>
                      <a:tailEnd type="none" w="med" len="med"/>
                    </a:lnB>
                  </a:tcPr>
                </a:tc>
                <a:tc>
                  <a:txBody>
                    <a:bodyPr/>
                    <a:lstStyle/>
                    <a:p>
                      <a:pPr algn="r"/>
                      <a:r>
                        <a:rPr lang="en-US" sz="1800" cap="all" baseline="0">
                          <a:solidFill>
                            <a:schemeClr val="bg2"/>
                          </a:solidFill>
                          <a:latin typeface="Ubuntu Light" panose="020B0304030602030204" pitchFamily="34" charset="0"/>
                        </a:rPr>
                        <a:t>3</a:t>
                      </a:r>
                    </a:p>
                  </a:txBody>
                  <a:tcPr marL="0" marR="0" marT="0" marB="144000" anchor="ctr">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37921936"/>
                  </a:ext>
                </a:extLst>
              </a:tr>
              <a:tr h="72000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a:ln>
                            <a:noFill/>
                          </a:ln>
                          <a:solidFill>
                            <a:srgbClr val="12ABDB"/>
                          </a:solidFill>
                          <a:effectLst/>
                          <a:uLnTx/>
                          <a:uFillTx/>
                          <a:latin typeface="Ubuntu Light" panose="020B0304030602030204" pitchFamily="34" charset="0"/>
                          <a:ea typeface="Open Sans" panose="020B0606030504020204" pitchFamily="34" charset="0"/>
                          <a:cs typeface="Open Sans" panose="020B0606030504020204" pitchFamily="34" charset="0"/>
                          <a:sym typeface="BentonSansF Book"/>
                        </a:rPr>
                        <a:t>02</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0" i="0" u="none" strike="noStrike" kern="1200" cap="none" spc="0" normalizeH="0" baseline="0" noProof="0" dirty="0">
                          <a:ln>
                            <a:noFill/>
                          </a:ln>
                          <a:solidFill>
                            <a:schemeClr val="bg1"/>
                          </a:solidFill>
                          <a:effectLst/>
                          <a:uLnTx/>
                          <a:uFillTx/>
                          <a:latin typeface="Ubuntu Light" panose="020B0304030602030204" pitchFamily="34" charset="0"/>
                          <a:ea typeface="+mn-ea"/>
                          <a:cs typeface="+mn-cs"/>
                        </a:rPr>
                        <a:t>Our Process service to enable client to focus </a:t>
                      </a:r>
                      <a:br>
                        <a:rPr kumimoji="0" lang="en-AU" sz="1800" b="0" i="0" u="none" strike="noStrike" kern="1200" cap="none" spc="0" normalizeH="0" baseline="0" noProof="0" dirty="0">
                          <a:ln>
                            <a:noFill/>
                          </a:ln>
                          <a:solidFill>
                            <a:schemeClr val="bg1"/>
                          </a:solidFill>
                          <a:effectLst/>
                          <a:uLnTx/>
                          <a:uFillTx/>
                          <a:latin typeface="Ubuntu Light" panose="020B0304030602030204" pitchFamily="34" charset="0"/>
                          <a:ea typeface="+mn-ea"/>
                          <a:cs typeface="+mn-cs"/>
                        </a:rPr>
                      </a:br>
                      <a:r>
                        <a:rPr kumimoji="0" lang="en-AU" sz="1800" b="0" i="0" u="none" strike="noStrike" kern="1200" cap="none" spc="0" normalizeH="0" baseline="0" noProof="0" dirty="0">
                          <a:ln>
                            <a:noFill/>
                          </a:ln>
                          <a:solidFill>
                            <a:schemeClr val="bg1"/>
                          </a:solidFill>
                          <a:effectLst/>
                          <a:uLnTx/>
                          <a:uFillTx/>
                          <a:latin typeface="Ubuntu Light" panose="020B0304030602030204" pitchFamily="34" charset="0"/>
                          <a:ea typeface="+mn-ea"/>
                          <a:cs typeface="+mn-cs"/>
                        </a:rPr>
                        <a:t>on its core objectives</a:t>
                      </a:r>
                      <a:endParaRPr kumimoji="0" lang="en-US" sz="1800" b="0" i="0" u="none" strike="noStrike" kern="1200" cap="none" spc="0" normalizeH="0" baseline="0" noProof="0" dirty="0">
                        <a:ln>
                          <a:noFill/>
                        </a:ln>
                        <a:solidFill>
                          <a:schemeClr val="bg1"/>
                        </a:solidFill>
                        <a:effectLst/>
                        <a:uLnTx/>
                        <a:uFillTx/>
                        <a:latin typeface="Ubuntu Light" panose="020B0304030602030204" pitchFamily="34" charset="0"/>
                        <a:ea typeface="+mn-ea"/>
                        <a:cs typeface="+mn-cs"/>
                      </a:endParaRP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a:r>
                        <a:rPr lang="en-US" sz="1800" cap="all" baseline="0">
                          <a:solidFill>
                            <a:schemeClr val="bg2"/>
                          </a:solidFill>
                          <a:latin typeface="Ubuntu Light" panose="020B0304030602030204" pitchFamily="34" charset="0"/>
                        </a:rPr>
                        <a:t>6</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652855328"/>
                  </a:ext>
                </a:extLst>
              </a:tr>
              <a:tr h="72000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a:ln>
                            <a:noFill/>
                          </a:ln>
                          <a:solidFill>
                            <a:srgbClr val="12ABDB"/>
                          </a:solidFill>
                          <a:effectLst/>
                          <a:uLnTx/>
                          <a:uFillTx/>
                          <a:latin typeface="Ubuntu Light" panose="020B0304030602030204" pitchFamily="34" charset="0"/>
                          <a:ea typeface="Open Sans" panose="020B0606030504020204" pitchFamily="34" charset="0"/>
                          <a:cs typeface="Open Sans" panose="020B0606030504020204" pitchFamily="34" charset="0"/>
                          <a:sym typeface="BentonSansF Book"/>
                        </a:rPr>
                        <a:t>03</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sym typeface="BentonSansF Book"/>
                        </a:rPr>
                        <a:t>The Process service methods and tools </a:t>
                      </a:r>
                      <a:br>
                        <a:rPr kumimoji="0" lang="en-AU" sz="18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sym typeface="BentonSansF Book"/>
                        </a:rPr>
                      </a:br>
                      <a:r>
                        <a:rPr kumimoji="0" lang="en-AU" sz="18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sym typeface="BentonSansF Book"/>
                        </a:rPr>
                        <a:t>to accelerate value realisation for client</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a:r>
                        <a:rPr lang="en-US" sz="1800" cap="all" baseline="0">
                          <a:solidFill>
                            <a:schemeClr val="bg2"/>
                          </a:solidFill>
                          <a:latin typeface="Ubuntu Light" panose="020B0304030602030204" pitchFamily="34" charset="0"/>
                        </a:rPr>
                        <a:t>15</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65515276"/>
                  </a:ext>
                </a:extLst>
              </a:tr>
              <a:tr h="72000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a:ln>
                            <a:noFill/>
                          </a:ln>
                          <a:solidFill>
                            <a:srgbClr val="12ABDB"/>
                          </a:solidFill>
                          <a:effectLst/>
                          <a:uLnTx/>
                          <a:uFillTx/>
                          <a:latin typeface="Ubuntu Light" panose="020B0304030602030204" pitchFamily="34" charset="0"/>
                          <a:ea typeface="Open Sans" panose="020B0606030504020204" pitchFamily="34" charset="0"/>
                          <a:cs typeface="Open Sans" panose="020B0606030504020204" pitchFamily="34" charset="0"/>
                          <a:sym typeface="BentonSansF Book"/>
                        </a:rPr>
                        <a:t>04</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sym typeface="BentonSansF Book"/>
                        </a:rPr>
                        <a:t>A partnership built on performance,</a:t>
                      </a:r>
                      <a:br>
                        <a:rPr kumimoji="0" lang="en-AU"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sym typeface="BentonSansF Book"/>
                        </a:rPr>
                      </a:br>
                      <a:r>
                        <a:rPr kumimoji="0" lang="en-AU"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sym typeface="BentonSansF Book"/>
                        </a:rPr>
                        <a:t>accountability and trust</a:t>
                      </a:r>
                      <a:endParaRPr kumimoji="0" lang="en-US"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sym typeface="BentonSansF Book"/>
                      </a:endParaRP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a:r>
                        <a:rPr lang="en-US" sz="1800" cap="all" baseline="0">
                          <a:solidFill>
                            <a:schemeClr val="bg2"/>
                          </a:solidFill>
                          <a:latin typeface="Ubuntu Light" panose="020B0304030602030204" pitchFamily="34" charset="0"/>
                        </a:rPr>
                        <a:t>19</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980234990"/>
                  </a:ext>
                </a:extLst>
              </a:tr>
              <a:tr h="72000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US" sz="2800" b="0" i="0" u="none" strike="noStrike" kern="1200" cap="none" spc="0" normalizeH="0" baseline="0">
                          <a:ln>
                            <a:noFill/>
                          </a:ln>
                          <a:solidFill>
                            <a:srgbClr val="12ABDB"/>
                          </a:solidFill>
                          <a:effectLst/>
                          <a:uLnTx/>
                          <a:uFillTx/>
                          <a:latin typeface="Ubuntu Light" panose="020B0304030602030204" pitchFamily="34" charset="0"/>
                          <a:ea typeface="Open Sans" panose="020B0606030504020204" pitchFamily="34" charset="0"/>
                          <a:cs typeface="Open Sans" panose="020B0606030504020204" pitchFamily="34" charset="0"/>
                          <a:sym typeface="BentonSansF Book"/>
                        </a:rPr>
                        <a:t>05</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sym typeface="BentonSansF Book"/>
                        </a:rPr>
                        <a:t>Organisations that have benefited from </a:t>
                      </a:r>
                      <a:br>
                        <a:rPr kumimoji="0" lang="en-US"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sym typeface="BentonSansF Book"/>
                        </a:rPr>
                      </a:br>
                      <a:r>
                        <a:rPr kumimoji="0" lang="en-US" sz="1800" b="0" i="0" u="none" strike="noStrike" kern="1200" cap="none" spc="0" normalizeH="0" baseline="0" noProof="0">
                          <a:ln>
                            <a:noFill/>
                          </a:ln>
                          <a:solidFill>
                            <a:srgbClr val="FFFFFF"/>
                          </a:solidFill>
                          <a:effectLst/>
                          <a:uLnTx/>
                          <a:uFillTx/>
                          <a:latin typeface="Ubuntu Light" panose="020B0304030602030204" pitchFamily="34" charset="0"/>
                          <a:ea typeface="+mn-ea"/>
                          <a:cs typeface="+mn-cs"/>
                          <a:sym typeface="BentonSansF Book"/>
                        </a:rPr>
                        <a:t>Capgemini’s Process service capabilities</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a:r>
                        <a:rPr lang="en-US" sz="1800" cap="all" baseline="0">
                          <a:solidFill>
                            <a:schemeClr val="bg2"/>
                          </a:solidFill>
                          <a:latin typeface="Ubuntu Light" panose="020B0304030602030204" pitchFamily="34" charset="0"/>
                        </a:rPr>
                        <a:t>22</a:t>
                      </a:r>
                    </a:p>
                  </a:txBody>
                  <a:tcPr marL="0" marR="0" marT="144000" marB="144000" anchor="ct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874431733"/>
                  </a:ext>
                </a:extLst>
              </a:tr>
              <a:tr h="576000">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dirty="0">
                        <a:ln>
                          <a:noFill/>
                        </a:ln>
                        <a:solidFill>
                          <a:srgbClr val="12ABDB"/>
                        </a:solidFill>
                        <a:effectLst/>
                        <a:uLnTx/>
                        <a:uFillTx/>
                        <a:latin typeface="Ubuntu Light" panose="020B0304030602030204" pitchFamily="34" charset="0"/>
                        <a:ea typeface="Open Sans" panose="020B0606030504020204" pitchFamily="34" charset="0"/>
                        <a:cs typeface="Open Sans" panose="020B0606030504020204" pitchFamily="34" charset="0"/>
                        <a:sym typeface="BentonSansF Book"/>
                      </a:endParaRPr>
                    </a:p>
                  </a:txBody>
                  <a:tcPr marL="0" marR="0" marT="144000" marB="0" anchor="ctr">
                    <a:lnT w="3175" cap="flat" cmpd="sng" algn="ctr">
                      <a:solidFill>
                        <a:schemeClr val="bg1">
                          <a:lumMod val="7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Light" panose="020B0304030602030204" pitchFamily="34" charset="0"/>
                        <a:ea typeface="+mn-ea"/>
                        <a:cs typeface="+mn-cs"/>
                        <a:sym typeface="BentonSansF Book"/>
                      </a:endParaRPr>
                    </a:p>
                  </a:txBody>
                  <a:tcPr marL="0" marR="0" marT="144000" marB="0" anchor="ctr">
                    <a:lnT w="3175" cap="flat" cmpd="sng" algn="ctr">
                      <a:solidFill>
                        <a:schemeClr val="bg1">
                          <a:lumMod val="75000"/>
                        </a:schemeClr>
                      </a:solidFill>
                      <a:prstDash val="solid"/>
                      <a:round/>
                      <a:headEnd type="none" w="med" len="med"/>
                      <a:tailEnd type="none" w="med" len="med"/>
                    </a:lnT>
                  </a:tcPr>
                </a:tc>
                <a:tc>
                  <a:txBody>
                    <a:bodyPr/>
                    <a:lstStyle/>
                    <a:p>
                      <a:pPr algn="r"/>
                      <a:endParaRPr lang="en-US" sz="1800" cap="all" baseline="0" dirty="0">
                        <a:solidFill>
                          <a:schemeClr val="bg2"/>
                        </a:solidFill>
                        <a:latin typeface="Ubuntu Light" panose="020B0304030602030204" pitchFamily="34" charset="0"/>
                      </a:endParaRPr>
                    </a:p>
                  </a:txBody>
                  <a:tcPr marL="0" marR="0" marT="144000" marB="0" anchor="ctr">
                    <a:lnT w="3175" cap="flat" cmpd="sng" algn="ctr">
                      <a:solidFill>
                        <a:schemeClr val="bg1">
                          <a:lumMod val="75000"/>
                        </a:schemeClr>
                      </a:solidFill>
                      <a:prstDash val="solid"/>
                      <a:round/>
                      <a:headEnd type="none" w="med" len="med"/>
                      <a:tailEnd type="none" w="med" len="med"/>
                    </a:lnT>
                  </a:tcPr>
                </a:tc>
                <a:extLst>
                  <a:ext uri="{0D108BD9-81ED-4DB2-BD59-A6C34878D82A}">
                    <a16:rowId xmlns:a16="http://schemas.microsoft.com/office/drawing/2014/main" val="1098268334"/>
                  </a:ext>
                </a:extLst>
              </a:tr>
            </a:tbl>
          </a:graphicData>
        </a:graphic>
      </p:graphicFrame>
    </p:spTree>
    <p:extLst>
      <p:ext uri="{BB962C8B-B14F-4D97-AF65-F5344CB8AC3E}">
        <p14:creationId xmlns:p14="http://schemas.microsoft.com/office/powerpoint/2010/main" val="3730000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EDFB-788B-8152-9F31-757715AC6D98}"/>
              </a:ext>
            </a:extLst>
          </p:cNvPr>
          <p:cNvSpPr>
            <a:spLocks noGrp="1"/>
          </p:cNvSpPr>
          <p:nvPr>
            <p:ph type="ctrTitle"/>
          </p:nvPr>
        </p:nvSpPr>
        <p:spPr>
          <a:xfrm>
            <a:off x="447639" y="3993808"/>
            <a:ext cx="3641582" cy="1176135"/>
          </a:xfrm>
        </p:spPr>
        <p:txBody>
          <a:bodyPr anchor="ctr"/>
          <a:lstStyle/>
          <a:p>
            <a:pPr marL="1422000" indent="-1422000"/>
            <a:r>
              <a:rPr lang="en-GB" dirty="0"/>
              <a:t>01 </a:t>
            </a:r>
            <a:r>
              <a:rPr lang="en-GB" b="0" dirty="0">
                <a:latin typeface="+mn-lt"/>
              </a:rPr>
              <a:t>|</a:t>
            </a:r>
            <a:r>
              <a:rPr lang="en-GB" dirty="0"/>
              <a:t>	Achieving client's </a:t>
            </a:r>
            <a:br>
              <a:rPr lang="en-GB" dirty="0"/>
            </a:br>
            <a:r>
              <a:rPr lang="en-GB" dirty="0"/>
              <a:t>future together</a:t>
            </a:r>
          </a:p>
        </p:txBody>
      </p:sp>
    </p:spTree>
    <p:extLst>
      <p:ext uri="{BB962C8B-B14F-4D97-AF65-F5344CB8AC3E}">
        <p14:creationId xmlns:p14="http://schemas.microsoft.com/office/powerpoint/2010/main" val="195658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FC7B3-D5B5-0273-9A91-C5DBD408DFC0}"/>
              </a:ext>
            </a:extLst>
          </p:cNvPr>
          <p:cNvSpPr>
            <a:spLocks noGrp="1"/>
          </p:cNvSpPr>
          <p:nvPr>
            <p:ph type="title"/>
          </p:nvPr>
        </p:nvSpPr>
        <p:spPr/>
        <p:txBody>
          <a:bodyPr/>
          <a:lstStyle/>
          <a:p>
            <a:r>
              <a:rPr lang="en-AU" dirty="0"/>
              <a:t>As the provider of Australia’s digital backbone, client's future demands simplified technology enablement. To drive process simplification like this a fresh approach is crucial</a:t>
            </a:r>
            <a:br>
              <a:rPr lang="en-AU" dirty="0"/>
            </a:br>
            <a:endParaRPr lang="en-GB" dirty="0"/>
          </a:p>
        </p:txBody>
      </p:sp>
      <p:sp>
        <p:nvSpPr>
          <p:cNvPr id="4" name="Text Placeholder 3">
            <a:extLst>
              <a:ext uri="{FF2B5EF4-FFF2-40B4-BE49-F238E27FC236}">
                <a16:creationId xmlns:a16="http://schemas.microsoft.com/office/drawing/2014/main" id="{8C01444E-4FD5-7620-6123-D9C9BFBAE4AF}"/>
              </a:ext>
            </a:extLst>
          </p:cNvPr>
          <p:cNvSpPr>
            <a:spLocks noGrp="1"/>
          </p:cNvSpPr>
          <p:nvPr>
            <p:ph type="body" sz="quarter" idx="12"/>
          </p:nvPr>
        </p:nvSpPr>
        <p:spPr>
          <a:xfrm>
            <a:off x="360000" y="1980000"/>
            <a:ext cx="5565595" cy="4680000"/>
          </a:xfrm>
        </p:spPr>
        <p:txBody>
          <a:bodyPr/>
          <a:lstStyle/>
          <a:p>
            <a:pPr marL="432000" lvl="1"/>
            <a:r>
              <a:rPr lang="en-AU" sz="1600" dirty="0"/>
              <a:t>We fully appreciate the responsibility of supporting client. It means supporting the digital backbone of the nation.</a:t>
            </a:r>
          </a:p>
          <a:p>
            <a:pPr lvl="1"/>
            <a:r>
              <a:rPr lang="en-AU" sz="1600" dirty="0"/>
              <a:t>We hope this proposal clearly demonstrates the type of organisation Capgemini is, and how we will provide the fresh approach client needs, as you head into your transformation phase.</a:t>
            </a:r>
          </a:p>
          <a:p>
            <a:pPr lvl="1"/>
            <a:r>
              <a:rPr lang="en-AU" sz="1600" dirty="0"/>
              <a:t>For your critical and significant programs of work, we have to work together to build buffers against market pressures and uncertainty. We also need to earn and build the loyalty, trust, resilience, and innovation culture that’ll underpin our joint success.</a:t>
            </a:r>
          </a:p>
          <a:p>
            <a:pPr lvl="1"/>
            <a:r>
              <a:rPr lang="en-AU" sz="1600" dirty="0"/>
              <a:t>That’s what we’re here to do – with you. ”</a:t>
            </a:r>
            <a:br>
              <a:rPr lang="en-AU" sz="1600" dirty="0"/>
            </a:br>
            <a:br>
              <a:rPr lang="en-AU" sz="1600" dirty="0"/>
            </a:br>
            <a:endParaRPr lang="en-GB" dirty="0"/>
          </a:p>
          <a:p>
            <a:pPr marL="900000"/>
            <a:r>
              <a:rPr lang="en-GB" dirty="0">
                <a:solidFill>
                  <a:schemeClr val="accent1"/>
                </a:solidFill>
              </a:rPr>
              <a:t>Kaylene O’Brien</a:t>
            </a:r>
          </a:p>
          <a:p>
            <a:pPr marL="900000"/>
            <a:r>
              <a:rPr lang="en-GB" dirty="0"/>
              <a:t>Managing Director</a:t>
            </a:r>
            <a:br>
              <a:rPr lang="en-GB" dirty="0"/>
            </a:br>
            <a:r>
              <a:rPr lang="en-GB" dirty="0"/>
              <a:t>Capgemini Australia &amp; New Zealand</a:t>
            </a:r>
          </a:p>
        </p:txBody>
      </p:sp>
      <p:sp>
        <p:nvSpPr>
          <p:cNvPr id="5" name="Text Placeholder 4">
            <a:extLst>
              <a:ext uri="{FF2B5EF4-FFF2-40B4-BE49-F238E27FC236}">
                <a16:creationId xmlns:a16="http://schemas.microsoft.com/office/drawing/2014/main" id="{7E88A486-6CB1-F103-9CA8-876330E0DD26}"/>
              </a:ext>
            </a:extLst>
          </p:cNvPr>
          <p:cNvSpPr>
            <a:spLocks noGrp="1"/>
          </p:cNvSpPr>
          <p:nvPr>
            <p:ph type="body" sz="quarter" idx="13"/>
          </p:nvPr>
        </p:nvSpPr>
        <p:spPr/>
        <p:txBody>
          <a:bodyPr/>
          <a:lstStyle/>
          <a:p>
            <a:r>
              <a:rPr lang="en-AU" dirty="0"/>
              <a:t>01 | Achieving client's future together</a:t>
            </a:r>
            <a:endParaRPr lang="en-GB" dirty="0"/>
          </a:p>
        </p:txBody>
      </p:sp>
      <p:sp>
        <p:nvSpPr>
          <p:cNvPr id="6" name="Text Placeholder 5">
            <a:extLst>
              <a:ext uri="{FF2B5EF4-FFF2-40B4-BE49-F238E27FC236}">
                <a16:creationId xmlns:a16="http://schemas.microsoft.com/office/drawing/2014/main" id="{B942B99C-0E8A-1234-65FC-9920BEA04186}"/>
              </a:ext>
            </a:extLst>
          </p:cNvPr>
          <p:cNvSpPr>
            <a:spLocks noGrp="1"/>
          </p:cNvSpPr>
          <p:nvPr>
            <p:ph type="body" sz="quarter" idx="14"/>
          </p:nvPr>
        </p:nvSpPr>
        <p:spPr>
          <a:xfrm>
            <a:off x="6285601" y="1980000"/>
            <a:ext cx="5565594" cy="4680000"/>
          </a:xfrm>
        </p:spPr>
        <p:txBody>
          <a:bodyPr/>
          <a:lstStyle/>
          <a:p>
            <a:pPr marL="432000" lvl="1"/>
            <a:r>
              <a:rPr lang="en-AU" sz="1600" dirty="0"/>
              <a:t>Capgemini is proud of our partnership with client, and </a:t>
            </a:r>
            <a:br>
              <a:rPr lang="en-AU" sz="1600" dirty="0"/>
            </a:br>
            <a:r>
              <a:rPr lang="en-AU" sz="1600" dirty="0"/>
              <a:t>grateful for the many successes together over the past </a:t>
            </a:r>
          </a:p>
          <a:p>
            <a:pPr lvl="1">
              <a:spcBef>
                <a:spcPts val="0"/>
              </a:spcBef>
            </a:pPr>
            <a:r>
              <a:rPr lang="en-AU" sz="1600" dirty="0"/>
              <a:t>years through the business consulting panel and more recently through SEO’s </a:t>
            </a:r>
            <a:r>
              <a:rPr lang="en-AU" sz="1600" dirty="0" err="1"/>
              <a:t>Partnering.Next</a:t>
            </a:r>
            <a:r>
              <a:rPr lang="en-AU" sz="1600" dirty="0"/>
              <a:t>.  We look forward </a:t>
            </a:r>
            <a:br>
              <a:rPr lang="en-AU" sz="1600" dirty="0"/>
            </a:br>
            <a:r>
              <a:rPr lang="en-AU" sz="1600" dirty="0"/>
              <a:t>to the opportunity to build further value for client in enabling process simplification for future growth. </a:t>
            </a:r>
          </a:p>
          <a:p>
            <a:pPr lvl="1"/>
            <a:r>
              <a:rPr lang="en-AU" sz="1600" dirty="0"/>
              <a:t>As Capgemini’s Transformation Executive Sponsor for client, </a:t>
            </a:r>
            <a:br>
              <a:rPr lang="en-AU" sz="1600" dirty="0"/>
            </a:br>
            <a:r>
              <a:rPr lang="en-AU" sz="1600" dirty="0"/>
              <a:t>I’ll be closely involved in guiding and monitoring our progress and in bringing the best of Capgemini’s capabilities and ideas for client's benefit. I look forward to working with client's leaders to drive quality, timely, and reduced-risk delivery, whilst delivering great outcomes for client.”</a:t>
            </a:r>
          </a:p>
          <a:p>
            <a:pPr lvl="1"/>
            <a:br>
              <a:rPr lang="en-AU" sz="1600" dirty="0"/>
            </a:br>
            <a:endParaRPr lang="en-GB" sz="1600" dirty="0"/>
          </a:p>
          <a:p>
            <a:pPr marL="900000">
              <a:spcBef>
                <a:spcPts val="400"/>
              </a:spcBef>
            </a:pPr>
            <a:r>
              <a:rPr lang="en-GB" dirty="0">
                <a:solidFill>
                  <a:schemeClr val="accent1"/>
                </a:solidFill>
              </a:rPr>
              <a:t>Susan Beeston</a:t>
            </a:r>
          </a:p>
          <a:p>
            <a:pPr marL="900000"/>
            <a:r>
              <a:rPr lang="en-GB" dirty="0"/>
              <a:t>EVP Managing Director</a:t>
            </a:r>
            <a:br>
              <a:rPr lang="en-GB" dirty="0"/>
            </a:br>
            <a:r>
              <a:rPr lang="en-GB" dirty="0"/>
              <a:t>Capgemini Invent Australia &amp; New Zealand</a:t>
            </a:r>
          </a:p>
        </p:txBody>
      </p:sp>
      <p:pic>
        <p:nvPicPr>
          <p:cNvPr id="8" name="Picture 7">
            <a:extLst>
              <a:ext uri="{FF2B5EF4-FFF2-40B4-BE49-F238E27FC236}">
                <a16:creationId xmlns:a16="http://schemas.microsoft.com/office/drawing/2014/main" id="{C5EAA04E-6CBF-C121-294F-3DCD4B1F722D}"/>
              </a:ext>
            </a:extLst>
          </p:cNvPr>
          <p:cNvPicPr>
            <a:picLocks noChangeAspect="1"/>
          </p:cNvPicPr>
          <p:nvPr/>
        </p:nvPicPr>
        <p:blipFill rotWithShape="1">
          <a:blip r:embed="rId2"/>
          <a:srcRect l="32552" r="32326" b="32890"/>
          <a:stretch/>
        </p:blipFill>
        <p:spPr bwMode="auto">
          <a:xfrm>
            <a:off x="359999" y="5454580"/>
            <a:ext cx="810260" cy="810260"/>
          </a:xfrm>
          <a:prstGeom prst="ellipse">
            <a:avLst/>
          </a:prstGeom>
          <a:noFill/>
          <a:ln>
            <a:noFill/>
          </a:ln>
        </p:spPr>
      </p:pic>
      <p:pic>
        <p:nvPicPr>
          <p:cNvPr id="9" name="Graphic 8">
            <a:extLst>
              <a:ext uri="{FF2B5EF4-FFF2-40B4-BE49-F238E27FC236}">
                <a16:creationId xmlns:a16="http://schemas.microsoft.com/office/drawing/2014/main" id="{E62263AE-EC7B-AF89-B1B1-9393D17790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805" y="1971750"/>
            <a:ext cx="381000" cy="476250"/>
          </a:xfrm>
          <a:prstGeom prst="rect">
            <a:avLst/>
          </a:prstGeom>
        </p:spPr>
      </p:pic>
      <p:pic>
        <p:nvPicPr>
          <p:cNvPr id="10" name="Graphic 9">
            <a:extLst>
              <a:ext uri="{FF2B5EF4-FFF2-40B4-BE49-F238E27FC236}">
                <a16:creationId xmlns:a16="http://schemas.microsoft.com/office/drawing/2014/main" id="{86C5B426-3F8B-A509-46EA-AD73A84D8E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5601" y="1971750"/>
            <a:ext cx="381000" cy="476250"/>
          </a:xfrm>
          <a:prstGeom prst="rect">
            <a:avLst/>
          </a:prstGeom>
        </p:spPr>
      </p:pic>
      <p:pic>
        <p:nvPicPr>
          <p:cNvPr id="11" name="Picture 10" descr="Susan Beeston">
            <a:extLst>
              <a:ext uri="{FF2B5EF4-FFF2-40B4-BE49-F238E27FC236}">
                <a16:creationId xmlns:a16="http://schemas.microsoft.com/office/drawing/2014/main" id="{5EC96930-071B-D16B-64D9-F8E62E99E8AB}"/>
              </a:ext>
            </a:extLst>
          </p:cNvPr>
          <p:cNvPicPr>
            <a:picLocks noChangeAspect="1"/>
          </p:cNvPicPr>
          <p:nvPr/>
        </p:nvPicPr>
        <p:blipFill rotWithShape="1">
          <a:blip r:embed="rId5">
            <a:extLst>
              <a:ext uri="{28A0092B-C50C-407E-A947-70E740481C1C}">
                <a14:useLocalDpi xmlns:a14="http://schemas.microsoft.com/office/drawing/2010/main" val="0"/>
              </a:ext>
            </a:extLst>
          </a:blip>
          <a:srcRect l="6817" t="7575" r="6061" b="5304"/>
          <a:stretch/>
        </p:blipFill>
        <p:spPr bwMode="auto">
          <a:xfrm>
            <a:off x="6261471" y="5454580"/>
            <a:ext cx="810260" cy="810260"/>
          </a:xfrm>
          <a:prstGeom prst="ellipse">
            <a:avLst/>
          </a:prstGeom>
          <a:noFill/>
          <a:ln w="19050">
            <a:solidFill>
              <a:schemeClr val="bg1"/>
            </a:solidFill>
          </a:ln>
        </p:spPr>
      </p:pic>
    </p:spTree>
    <p:extLst>
      <p:ext uri="{BB962C8B-B14F-4D97-AF65-F5344CB8AC3E}">
        <p14:creationId xmlns:p14="http://schemas.microsoft.com/office/powerpoint/2010/main" val="565436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218F-2AF6-D95A-8345-43B206A60B32}"/>
              </a:ext>
            </a:extLst>
          </p:cNvPr>
          <p:cNvSpPr>
            <a:spLocks noGrp="1"/>
          </p:cNvSpPr>
          <p:nvPr>
            <p:ph type="title"/>
          </p:nvPr>
        </p:nvSpPr>
        <p:spPr/>
        <p:txBody>
          <a:bodyPr/>
          <a:lstStyle/>
          <a:p>
            <a:r>
              <a:rPr lang="en-AU" dirty="0"/>
              <a:t>We understand the importance of process simplification and how acceleration of the approach will have positive impacts on client, customers and RSPs</a:t>
            </a:r>
            <a:br>
              <a:rPr lang="en-AU" dirty="0"/>
            </a:br>
            <a:endParaRPr lang="en-GB" dirty="0"/>
          </a:p>
        </p:txBody>
      </p:sp>
      <p:sp>
        <p:nvSpPr>
          <p:cNvPr id="4" name="Text Placeholder 3">
            <a:extLst>
              <a:ext uri="{FF2B5EF4-FFF2-40B4-BE49-F238E27FC236}">
                <a16:creationId xmlns:a16="http://schemas.microsoft.com/office/drawing/2014/main" id="{9FFE1DE6-8EED-136F-F35B-5585D60F3915}"/>
              </a:ext>
            </a:extLst>
          </p:cNvPr>
          <p:cNvSpPr>
            <a:spLocks noGrp="1"/>
          </p:cNvSpPr>
          <p:nvPr>
            <p:ph type="body" sz="quarter" idx="12"/>
          </p:nvPr>
        </p:nvSpPr>
        <p:spPr>
          <a:xfrm>
            <a:off x="359998" y="1944000"/>
            <a:ext cx="4584535" cy="4680000"/>
          </a:xfrm>
        </p:spPr>
        <p:txBody>
          <a:bodyPr/>
          <a:lstStyle/>
          <a:p>
            <a:r>
              <a:rPr lang="en-GB" dirty="0"/>
              <a:t>Objective</a:t>
            </a:r>
          </a:p>
          <a:p>
            <a:pPr lvl="1"/>
            <a:r>
              <a:rPr lang="en-AU" sz="1000" dirty="0"/>
              <a:t>The team working on Process Simplicity across Operations and Network face challenges in its current ways of working. The key activities that the team currently undertake, including process discovery and documentation, are manual, arduous and impacted by capacity and knowledge constraints. Hence, client is interested in enabling its limited resources to be more productive and efficient.</a:t>
            </a:r>
          </a:p>
          <a:p>
            <a:pPr lvl="1"/>
            <a:r>
              <a:rPr lang="en-AU" sz="1000" dirty="0"/>
              <a:t>As a trusted and valued partner, we offer an </a:t>
            </a:r>
            <a:r>
              <a:rPr lang="en-AU" sz="1000" b="1" cap="all" dirty="0">
                <a:solidFill>
                  <a:schemeClr val="accent2"/>
                </a:solidFill>
                <a:latin typeface="+mn-lt"/>
              </a:rPr>
              <a:t>as-a-service</a:t>
            </a:r>
            <a:r>
              <a:rPr lang="en-AU" sz="1000" b="1" dirty="0"/>
              <a:t> </a:t>
            </a:r>
            <a:r>
              <a:rPr lang="en-AU" sz="1000" dirty="0"/>
              <a:t>approach that accelerates and places the business teams at the centre. Our primary objective is to enhance efficiencies and effectiveness for client, and an improved experience for everyone involved in process simplification to ensure optimal outcomes.</a:t>
            </a:r>
          </a:p>
          <a:p>
            <a:r>
              <a:rPr lang="en-GB" dirty="0"/>
              <a:t>Approach </a:t>
            </a:r>
          </a:p>
          <a:p>
            <a:pPr lvl="1"/>
            <a:r>
              <a:rPr lang="en-AU" sz="1000" dirty="0"/>
              <a:t>We have proposed a delivery model that can accommodate three likely process backlog scenarios which will determine the level of accelerated process development:</a:t>
            </a:r>
          </a:p>
          <a:p>
            <a:pPr lvl="2"/>
            <a:r>
              <a:rPr lang="en-AU" sz="1000" dirty="0"/>
              <a:t>Business unit with </a:t>
            </a:r>
            <a:r>
              <a:rPr lang="en-AU" sz="1000" u="sng" dirty="0"/>
              <a:t>high</a:t>
            </a:r>
            <a:r>
              <a:rPr lang="en-AU" sz="1000" dirty="0"/>
              <a:t> process maturity,</a:t>
            </a:r>
          </a:p>
          <a:p>
            <a:pPr lvl="2"/>
            <a:r>
              <a:rPr lang="en-AU" sz="1000" dirty="0"/>
              <a:t>Business unit with </a:t>
            </a:r>
            <a:r>
              <a:rPr lang="en-AU" sz="1000" u="sng" dirty="0"/>
              <a:t>low</a:t>
            </a:r>
            <a:r>
              <a:rPr lang="en-AU" sz="1000" dirty="0"/>
              <a:t> process maturity, </a:t>
            </a:r>
          </a:p>
          <a:p>
            <a:pPr lvl="2"/>
            <a:r>
              <a:rPr lang="en-AU" sz="1000" dirty="0"/>
              <a:t>Business unit with </a:t>
            </a:r>
            <a:r>
              <a:rPr lang="en-AU" sz="1000" u="sng" dirty="0"/>
              <a:t>no</a:t>
            </a:r>
            <a:r>
              <a:rPr lang="en-AU" sz="1000" dirty="0"/>
              <a:t> process inventory or backlog of processes for improvement.</a:t>
            </a:r>
          </a:p>
          <a:p>
            <a:pPr marL="0" lvl="2" indent="0">
              <a:buNone/>
            </a:pPr>
            <a:r>
              <a:rPr lang="en-AU" sz="1000" dirty="0"/>
              <a:t>All pathways are designed to use our tested methodology to discover, assess and re-design the identified in-scope core business processes using these opportunities to reduce complexity and manual work in the business. </a:t>
            </a:r>
          </a:p>
          <a:p>
            <a:pPr lvl="1"/>
            <a:r>
              <a:rPr lang="en-AU" sz="1000" dirty="0"/>
              <a:t>We operate at scale as an integrated onshore and offshore team so that client can leverage a wider productivity window and favourable economics</a:t>
            </a:r>
            <a:endParaRPr lang="en-GB" sz="1000" dirty="0"/>
          </a:p>
          <a:p>
            <a:pPr lvl="1"/>
            <a:endParaRPr lang="en-GB" sz="1000" dirty="0"/>
          </a:p>
        </p:txBody>
      </p:sp>
      <p:sp>
        <p:nvSpPr>
          <p:cNvPr id="13" name="Text Placeholder 12">
            <a:extLst>
              <a:ext uri="{FF2B5EF4-FFF2-40B4-BE49-F238E27FC236}">
                <a16:creationId xmlns:a16="http://schemas.microsoft.com/office/drawing/2014/main" id="{08112A37-4F5D-CE4A-D239-140DC867CF0E}"/>
              </a:ext>
            </a:extLst>
          </p:cNvPr>
          <p:cNvSpPr>
            <a:spLocks noGrp="1"/>
          </p:cNvSpPr>
          <p:nvPr>
            <p:ph type="body" sz="quarter" idx="13"/>
          </p:nvPr>
        </p:nvSpPr>
        <p:spPr/>
        <p:txBody>
          <a:bodyPr/>
          <a:lstStyle/>
          <a:p>
            <a:r>
              <a:rPr lang="en-AU" dirty="0"/>
              <a:t>01 | Achieving client's future together</a:t>
            </a:r>
          </a:p>
        </p:txBody>
      </p:sp>
      <p:sp>
        <p:nvSpPr>
          <p:cNvPr id="17" name="Content Placeholder 16">
            <a:extLst>
              <a:ext uri="{FF2B5EF4-FFF2-40B4-BE49-F238E27FC236}">
                <a16:creationId xmlns:a16="http://schemas.microsoft.com/office/drawing/2014/main" id="{F2CCC880-63AC-A7A4-7ABC-CB8B5CB560B9}"/>
              </a:ext>
            </a:extLst>
          </p:cNvPr>
          <p:cNvSpPr>
            <a:spLocks noGrp="1"/>
          </p:cNvSpPr>
          <p:nvPr>
            <p:ph sz="quarter" idx="17"/>
          </p:nvPr>
        </p:nvSpPr>
        <p:spPr>
          <a:xfrm>
            <a:off x="5528732" y="1942768"/>
            <a:ext cx="4584535" cy="288000"/>
          </a:xfrm>
        </p:spPr>
        <p:txBody>
          <a:bodyPr/>
          <a:lstStyle/>
          <a:p>
            <a:r>
              <a:rPr lang="en-AU">
                <a:solidFill>
                  <a:schemeClr val="accent2"/>
                </a:solidFill>
              </a:rPr>
              <a:t>To ensure our partnership accelerates the work to be done,  we have highlighted key elements throughout</a:t>
            </a:r>
            <a:endParaRPr lang="en-GB">
              <a:solidFill>
                <a:schemeClr val="accent2"/>
              </a:solidFill>
            </a:endParaRPr>
          </a:p>
        </p:txBody>
      </p:sp>
      <p:graphicFrame>
        <p:nvGraphicFramePr>
          <p:cNvPr id="18" name="Table 17">
            <a:extLst>
              <a:ext uri="{FF2B5EF4-FFF2-40B4-BE49-F238E27FC236}">
                <a16:creationId xmlns:a16="http://schemas.microsoft.com/office/drawing/2014/main" id="{B152DF5D-2251-EF96-DFA4-7B0BA1729C4D}"/>
              </a:ext>
            </a:extLst>
          </p:cNvPr>
          <p:cNvGraphicFramePr>
            <a:graphicFrameLocks noGrp="1"/>
          </p:cNvGraphicFramePr>
          <p:nvPr>
            <p:extLst>
              <p:ext uri="{D42A27DB-BD31-4B8C-83A1-F6EECF244321}">
                <p14:modId xmlns:p14="http://schemas.microsoft.com/office/powerpoint/2010/main" val="1757373005"/>
              </p:ext>
            </p:extLst>
          </p:nvPr>
        </p:nvGraphicFramePr>
        <p:xfrm>
          <a:off x="5528734" y="2500345"/>
          <a:ext cx="5209080" cy="576000"/>
        </p:xfrm>
        <a:graphic>
          <a:graphicData uri="http://schemas.openxmlformats.org/drawingml/2006/table">
            <a:tbl>
              <a:tblPr firstRow="1" bandRow="1"/>
              <a:tblGrid>
                <a:gridCol w="5209080">
                  <a:extLst>
                    <a:ext uri="{9D8B030D-6E8A-4147-A177-3AD203B41FA5}">
                      <a16:colId xmlns:a16="http://schemas.microsoft.com/office/drawing/2014/main" val="3847604388"/>
                    </a:ext>
                  </a:extLst>
                </a:gridCol>
              </a:tblGrid>
              <a:tr h="576000">
                <a:tc>
                  <a:txBody>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dirty="0">
                          <a:ln>
                            <a:noFill/>
                          </a:ln>
                          <a:solidFill>
                            <a:schemeClr val="accent4"/>
                          </a:solidFill>
                          <a:effectLst/>
                          <a:uLnTx/>
                          <a:uFillTx/>
                          <a:latin typeface="Ubuntu Light" panose="020B0304030602030204" pitchFamily="34" charset="0"/>
                          <a:ea typeface="+mj-ea"/>
                          <a:cs typeface="+mj-cs"/>
                        </a:rPr>
                        <a:t>Collaborate as “thought partners” in discovery and design, and work as one team aligned to client's outcomes</a:t>
                      </a:r>
                    </a:p>
                  </a:txBody>
                  <a:tcPr marL="108000" marR="0" marT="0" marB="0" anchor="ctr">
                    <a:lnL w="38100" cap="flat" cmpd="sng" algn="ctr">
                      <a:solidFill>
                        <a:schemeClr val="accent3">
                          <a:lumMod val="75000"/>
                          <a:lumOff val="2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19" name="Table 18">
            <a:extLst>
              <a:ext uri="{FF2B5EF4-FFF2-40B4-BE49-F238E27FC236}">
                <a16:creationId xmlns:a16="http://schemas.microsoft.com/office/drawing/2014/main" id="{C5F5164D-1054-BB5A-74D1-945A93C6CFCD}"/>
              </a:ext>
            </a:extLst>
          </p:cNvPr>
          <p:cNvGraphicFramePr>
            <a:graphicFrameLocks noGrp="1"/>
          </p:cNvGraphicFramePr>
          <p:nvPr>
            <p:extLst>
              <p:ext uri="{D42A27DB-BD31-4B8C-83A1-F6EECF244321}">
                <p14:modId xmlns:p14="http://schemas.microsoft.com/office/powerpoint/2010/main" val="814059247"/>
              </p:ext>
            </p:extLst>
          </p:nvPr>
        </p:nvGraphicFramePr>
        <p:xfrm>
          <a:off x="5528733" y="3212761"/>
          <a:ext cx="5209080" cy="576000"/>
        </p:xfrm>
        <a:graphic>
          <a:graphicData uri="http://schemas.openxmlformats.org/drawingml/2006/table">
            <a:tbl>
              <a:tblPr firstRow="1" bandRow="1"/>
              <a:tblGrid>
                <a:gridCol w="5209080">
                  <a:extLst>
                    <a:ext uri="{9D8B030D-6E8A-4147-A177-3AD203B41FA5}">
                      <a16:colId xmlns:a16="http://schemas.microsoft.com/office/drawing/2014/main" val="3847604388"/>
                    </a:ext>
                  </a:extLst>
                </a:gridCol>
              </a:tblGrid>
              <a:tr h="576000">
                <a:tc>
                  <a:txBody>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dirty="0">
                          <a:ln>
                            <a:noFill/>
                          </a:ln>
                          <a:solidFill>
                            <a:schemeClr val="accent4"/>
                          </a:solidFill>
                          <a:effectLst/>
                          <a:uLnTx/>
                          <a:uFillTx/>
                          <a:latin typeface="Ubuntu Light" panose="020B0304030602030204" pitchFamily="34" charset="0"/>
                          <a:ea typeface="+mj-ea"/>
                          <a:cs typeface="+mj-cs"/>
                        </a:rPr>
                        <a:t>Accelerate value using our frameworks and accelerators, coupled with our client experience</a:t>
                      </a:r>
                    </a:p>
                  </a:txBody>
                  <a:tcPr marL="108000" marR="0" marT="0" marB="0" anchor="ctr">
                    <a:lnL w="38100" cap="flat" cmpd="sng" algn="ctr">
                      <a:solidFill>
                        <a:schemeClr val="accent3">
                          <a:lumMod val="75000"/>
                          <a:lumOff val="2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20" name="Table 19">
            <a:extLst>
              <a:ext uri="{FF2B5EF4-FFF2-40B4-BE49-F238E27FC236}">
                <a16:creationId xmlns:a16="http://schemas.microsoft.com/office/drawing/2014/main" id="{DA9ED2E0-3C3A-0319-AE41-A30BD2CB0FFB}"/>
              </a:ext>
            </a:extLst>
          </p:cNvPr>
          <p:cNvGraphicFramePr>
            <a:graphicFrameLocks noGrp="1"/>
          </p:cNvGraphicFramePr>
          <p:nvPr>
            <p:extLst>
              <p:ext uri="{D42A27DB-BD31-4B8C-83A1-F6EECF244321}">
                <p14:modId xmlns:p14="http://schemas.microsoft.com/office/powerpoint/2010/main" val="587102948"/>
              </p:ext>
            </p:extLst>
          </p:nvPr>
        </p:nvGraphicFramePr>
        <p:xfrm>
          <a:off x="5528732" y="4010949"/>
          <a:ext cx="5209080" cy="576000"/>
        </p:xfrm>
        <a:graphic>
          <a:graphicData uri="http://schemas.openxmlformats.org/drawingml/2006/table">
            <a:tbl>
              <a:tblPr firstRow="1" bandRow="1"/>
              <a:tblGrid>
                <a:gridCol w="5209080">
                  <a:extLst>
                    <a:ext uri="{9D8B030D-6E8A-4147-A177-3AD203B41FA5}">
                      <a16:colId xmlns:a16="http://schemas.microsoft.com/office/drawing/2014/main" val="3847604388"/>
                    </a:ext>
                  </a:extLst>
                </a:gridCol>
              </a:tblGrid>
              <a:tr h="576000">
                <a:tc>
                  <a:txBody>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Through multi-disciplinary squads, provide an as-a-service model to extend and scale the approach</a:t>
                      </a:r>
                    </a:p>
                  </a:txBody>
                  <a:tcPr marL="108000" marR="0" marT="0" marB="0" anchor="ctr">
                    <a:lnL w="38100" cap="flat" cmpd="sng" algn="ctr">
                      <a:solidFill>
                        <a:schemeClr val="accent3">
                          <a:lumMod val="75000"/>
                          <a:lumOff val="2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21" name="Table 20">
            <a:extLst>
              <a:ext uri="{FF2B5EF4-FFF2-40B4-BE49-F238E27FC236}">
                <a16:creationId xmlns:a16="http://schemas.microsoft.com/office/drawing/2014/main" id="{D1F0B5AB-4F05-E764-D399-58BF4BDB2B3E}"/>
              </a:ext>
            </a:extLst>
          </p:cNvPr>
          <p:cNvGraphicFramePr>
            <a:graphicFrameLocks noGrp="1"/>
          </p:cNvGraphicFramePr>
          <p:nvPr>
            <p:extLst>
              <p:ext uri="{D42A27DB-BD31-4B8C-83A1-F6EECF244321}">
                <p14:modId xmlns:p14="http://schemas.microsoft.com/office/powerpoint/2010/main" val="3804109618"/>
              </p:ext>
            </p:extLst>
          </p:nvPr>
        </p:nvGraphicFramePr>
        <p:xfrm>
          <a:off x="5528732" y="4809137"/>
          <a:ext cx="5209080" cy="576000"/>
        </p:xfrm>
        <a:graphic>
          <a:graphicData uri="http://schemas.openxmlformats.org/drawingml/2006/table">
            <a:tbl>
              <a:tblPr firstRow="1" bandRow="1"/>
              <a:tblGrid>
                <a:gridCol w="5209080">
                  <a:extLst>
                    <a:ext uri="{9D8B030D-6E8A-4147-A177-3AD203B41FA5}">
                      <a16:colId xmlns:a16="http://schemas.microsoft.com/office/drawing/2014/main" val="3847604388"/>
                    </a:ext>
                  </a:extLst>
                </a:gridCol>
              </a:tblGrid>
              <a:tr h="576000">
                <a:tc>
                  <a:txBody>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Design simple and sustainable solutions utilising our unique, tried and tested ESOAR methodology</a:t>
                      </a:r>
                    </a:p>
                  </a:txBody>
                  <a:tcPr marL="108000" marR="0" marT="0" marB="0" anchor="ctr">
                    <a:lnL w="38100" cap="flat" cmpd="sng" algn="ctr">
                      <a:solidFill>
                        <a:schemeClr val="accent3">
                          <a:lumMod val="75000"/>
                          <a:lumOff val="2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22" name="Table 21">
            <a:extLst>
              <a:ext uri="{FF2B5EF4-FFF2-40B4-BE49-F238E27FC236}">
                <a16:creationId xmlns:a16="http://schemas.microsoft.com/office/drawing/2014/main" id="{916FFED0-9850-823C-CDFD-CC2E0353B444}"/>
              </a:ext>
            </a:extLst>
          </p:cNvPr>
          <p:cNvGraphicFramePr>
            <a:graphicFrameLocks noGrp="1"/>
          </p:cNvGraphicFramePr>
          <p:nvPr>
            <p:extLst>
              <p:ext uri="{D42A27DB-BD31-4B8C-83A1-F6EECF244321}">
                <p14:modId xmlns:p14="http://schemas.microsoft.com/office/powerpoint/2010/main" val="4262483856"/>
              </p:ext>
            </p:extLst>
          </p:nvPr>
        </p:nvGraphicFramePr>
        <p:xfrm>
          <a:off x="5528732" y="5607325"/>
          <a:ext cx="5209080" cy="576000"/>
        </p:xfrm>
        <a:graphic>
          <a:graphicData uri="http://schemas.openxmlformats.org/drawingml/2006/table">
            <a:tbl>
              <a:tblPr firstRow="1" bandRow="1"/>
              <a:tblGrid>
                <a:gridCol w="5209080">
                  <a:extLst>
                    <a:ext uri="{9D8B030D-6E8A-4147-A177-3AD203B41FA5}">
                      <a16:colId xmlns:a16="http://schemas.microsoft.com/office/drawing/2014/main" val="3847604388"/>
                    </a:ext>
                  </a:extLst>
                </a:gridCol>
              </a:tblGrid>
              <a:tr h="576000">
                <a:tc>
                  <a:txBody>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Knowledge of network and  operations processes through best practice capability model</a:t>
                      </a:r>
                    </a:p>
                  </a:txBody>
                  <a:tcPr marL="108000" marR="0" marT="0" marB="0" anchor="ctr">
                    <a:lnL w="38100" cap="flat" cmpd="sng" algn="ctr">
                      <a:solidFill>
                        <a:schemeClr val="accent3">
                          <a:lumMod val="75000"/>
                          <a:lumOff val="2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spTree>
    <p:extLst>
      <p:ext uri="{BB962C8B-B14F-4D97-AF65-F5344CB8AC3E}">
        <p14:creationId xmlns:p14="http://schemas.microsoft.com/office/powerpoint/2010/main" val="2306810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EDFB-788B-8152-9F31-757715AC6D98}"/>
              </a:ext>
            </a:extLst>
          </p:cNvPr>
          <p:cNvSpPr>
            <a:spLocks noGrp="1"/>
          </p:cNvSpPr>
          <p:nvPr>
            <p:ph type="ctrTitle"/>
          </p:nvPr>
        </p:nvSpPr>
        <p:spPr>
          <a:xfrm>
            <a:off x="447639" y="3993808"/>
            <a:ext cx="3641582" cy="1176135"/>
          </a:xfrm>
        </p:spPr>
        <p:txBody>
          <a:bodyPr anchor="ctr"/>
          <a:lstStyle/>
          <a:p>
            <a:pPr marL="1422000" indent="-1422000"/>
            <a:r>
              <a:rPr lang="en-AU" dirty="0"/>
              <a:t>02 |	Our Process service </a:t>
            </a:r>
            <a:br>
              <a:rPr lang="en-AU" dirty="0"/>
            </a:br>
            <a:r>
              <a:rPr lang="en-AU" dirty="0"/>
              <a:t>to enable client to focus </a:t>
            </a:r>
            <a:br>
              <a:rPr lang="en-AU" dirty="0"/>
            </a:br>
            <a:r>
              <a:rPr lang="en-AU" dirty="0"/>
              <a:t>on its core objectives</a:t>
            </a:r>
            <a:endParaRPr lang="en-GB" dirty="0"/>
          </a:p>
        </p:txBody>
      </p:sp>
    </p:spTree>
    <p:extLst>
      <p:ext uri="{BB962C8B-B14F-4D97-AF65-F5344CB8AC3E}">
        <p14:creationId xmlns:p14="http://schemas.microsoft.com/office/powerpoint/2010/main" val="1448336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ircle-01.png" descr="circle-01.png">
            <a:extLst>
              <a:ext uri="{FF2B5EF4-FFF2-40B4-BE49-F238E27FC236}">
                <a16:creationId xmlns:a16="http://schemas.microsoft.com/office/drawing/2014/main" id="{D02F1531-8DA8-6C03-AC93-F0D08CA8E182}"/>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185363" y="610437"/>
            <a:ext cx="9744874" cy="4253638"/>
          </a:xfrm>
          <a:prstGeom prst="rect">
            <a:avLst/>
          </a:prstGeom>
          <a:ln w="12700" cap="flat">
            <a:noFill/>
            <a:miter lim="400000"/>
          </a:ln>
          <a:effectLst/>
        </p:spPr>
      </p:pic>
      <p:sp>
        <p:nvSpPr>
          <p:cNvPr id="12" name="Circle">
            <a:extLst>
              <a:ext uri="{FF2B5EF4-FFF2-40B4-BE49-F238E27FC236}">
                <a16:creationId xmlns:a16="http://schemas.microsoft.com/office/drawing/2014/main" id="{91B6401C-93D5-2F50-ABC5-6B80405BF1AC}"/>
              </a:ext>
            </a:extLst>
          </p:cNvPr>
          <p:cNvSpPr/>
          <p:nvPr/>
        </p:nvSpPr>
        <p:spPr>
          <a:xfrm>
            <a:off x="7548109" y="1049555"/>
            <a:ext cx="3272965" cy="3272964"/>
          </a:xfrm>
          <a:prstGeom prst="ellipse">
            <a:avLst/>
          </a:prstGeom>
          <a:solidFill>
            <a:srgbClr val="2F5899">
              <a:alpha val="12618"/>
            </a:srgbClr>
          </a:solidFill>
          <a:ln w="12700">
            <a:miter lim="400000"/>
          </a:ln>
        </p:spPr>
        <p:txBody>
          <a:bodyPr lIns="25400" tIns="25400" rIns="25400" bIns="25400" anchor="ctr"/>
          <a:lstStyle/>
          <a:p>
            <a:pPr defTabSz="411480">
              <a:lnSpc>
                <a:spcPct val="140000"/>
              </a:lnSpc>
              <a:defRPr>
                <a:uFillTx/>
              </a:defRPr>
            </a:pPr>
            <a:endParaRPr sz="900"/>
          </a:p>
        </p:txBody>
      </p:sp>
      <p:sp>
        <p:nvSpPr>
          <p:cNvPr id="13" name="Circle">
            <a:extLst>
              <a:ext uri="{FF2B5EF4-FFF2-40B4-BE49-F238E27FC236}">
                <a16:creationId xmlns:a16="http://schemas.microsoft.com/office/drawing/2014/main" id="{33D259A0-477E-D93B-4477-5007ED202C84}"/>
              </a:ext>
            </a:extLst>
          </p:cNvPr>
          <p:cNvSpPr/>
          <p:nvPr/>
        </p:nvSpPr>
        <p:spPr>
          <a:xfrm>
            <a:off x="7771143" y="1272588"/>
            <a:ext cx="2826898" cy="2826897"/>
          </a:xfrm>
          <a:prstGeom prst="ellipse">
            <a:avLst/>
          </a:prstGeom>
          <a:solidFill>
            <a:srgbClr val="2F5899">
              <a:alpha val="12618"/>
            </a:srgbClr>
          </a:solidFill>
          <a:ln w="12700">
            <a:miter lim="400000"/>
          </a:ln>
        </p:spPr>
        <p:txBody>
          <a:bodyPr lIns="25400" tIns="25400" rIns="25400" bIns="25400" anchor="ctr"/>
          <a:lstStyle/>
          <a:p>
            <a:pPr defTabSz="411480">
              <a:lnSpc>
                <a:spcPct val="140000"/>
              </a:lnSpc>
              <a:defRPr>
                <a:uFillTx/>
              </a:defRPr>
            </a:pPr>
            <a:endParaRPr sz="900"/>
          </a:p>
        </p:txBody>
      </p:sp>
      <p:sp>
        <p:nvSpPr>
          <p:cNvPr id="14" name="Circle">
            <a:extLst>
              <a:ext uri="{FF2B5EF4-FFF2-40B4-BE49-F238E27FC236}">
                <a16:creationId xmlns:a16="http://schemas.microsoft.com/office/drawing/2014/main" id="{37160DBC-4365-CB71-7EC8-A71C63F85F18}"/>
              </a:ext>
            </a:extLst>
          </p:cNvPr>
          <p:cNvSpPr/>
          <p:nvPr/>
        </p:nvSpPr>
        <p:spPr>
          <a:xfrm>
            <a:off x="2292815" y="1915683"/>
            <a:ext cx="1532518" cy="1532519"/>
          </a:xfrm>
          <a:prstGeom prst="ellipse">
            <a:avLst/>
          </a:prstGeom>
          <a:solidFill>
            <a:srgbClr val="AACCE7">
              <a:alpha val="14981"/>
            </a:srgbClr>
          </a:solidFill>
          <a:ln w="12700" cap="flat">
            <a:noFill/>
            <a:miter lim="400000"/>
          </a:ln>
          <a:effectLst/>
        </p:spPr>
        <p:txBody>
          <a:bodyPr wrap="square" lIns="25400" tIns="25400" rIns="25400" bIns="25400" numCol="1" anchor="ctr">
            <a:noAutofit/>
          </a:bodyPr>
          <a:lstStyle/>
          <a:p>
            <a:pPr defTabSz="411480">
              <a:lnSpc>
                <a:spcPct val="140000"/>
              </a:lnSpc>
              <a:defRPr>
                <a:uFillTx/>
              </a:defRPr>
            </a:pPr>
            <a:endParaRPr sz="900"/>
          </a:p>
        </p:txBody>
      </p:sp>
      <p:grpSp>
        <p:nvGrpSpPr>
          <p:cNvPr id="15" name="Group">
            <a:extLst>
              <a:ext uri="{FF2B5EF4-FFF2-40B4-BE49-F238E27FC236}">
                <a16:creationId xmlns:a16="http://schemas.microsoft.com/office/drawing/2014/main" id="{76000FC3-AA7C-DD7F-92A0-EAE67C60D161}"/>
              </a:ext>
            </a:extLst>
          </p:cNvPr>
          <p:cNvGrpSpPr/>
          <p:nvPr/>
        </p:nvGrpSpPr>
        <p:grpSpPr>
          <a:xfrm flipH="1">
            <a:off x="2376697" y="2038166"/>
            <a:ext cx="1368982" cy="1287971"/>
            <a:chOff x="0" y="106995"/>
            <a:chExt cx="2737952" cy="2575939"/>
          </a:xfrm>
        </p:grpSpPr>
        <p:sp>
          <p:nvSpPr>
            <p:cNvPr id="16" name="Line">
              <a:extLst>
                <a:ext uri="{FF2B5EF4-FFF2-40B4-BE49-F238E27FC236}">
                  <a16:creationId xmlns:a16="http://schemas.microsoft.com/office/drawing/2014/main" id="{40D9AFAA-84DF-D31F-46C9-D9CC4BC6DEE3}"/>
                </a:ext>
              </a:extLst>
            </p:cNvPr>
            <p:cNvSpPr/>
            <p:nvPr/>
          </p:nvSpPr>
          <p:spPr>
            <a:xfrm rot="16200000">
              <a:off x="766484" y="793606"/>
              <a:ext cx="1215823" cy="2562834"/>
            </a:xfrm>
            <a:custGeom>
              <a:avLst/>
              <a:gdLst/>
              <a:ahLst/>
              <a:cxnLst>
                <a:cxn ang="0">
                  <a:pos x="wd2" y="hd2"/>
                </a:cxn>
                <a:cxn ang="5400000">
                  <a:pos x="wd2" y="hd2"/>
                </a:cxn>
                <a:cxn ang="10800000">
                  <a:pos x="wd2" y="hd2"/>
                </a:cxn>
                <a:cxn ang="16200000">
                  <a:pos x="wd2" y="hd2"/>
                </a:cxn>
              </a:cxnLst>
              <a:rect l="0" t="0" r="r" b="b"/>
              <a:pathLst>
                <a:path w="21205" h="21600" extrusionOk="0">
                  <a:moveTo>
                    <a:pt x="21205" y="0"/>
                  </a:moveTo>
                  <a:cubicBezTo>
                    <a:pt x="9612" y="305"/>
                    <a:pt x="418" y="4836"/>
                    <a:pt x="13" y="10443"/>
                  </a:cubicBezTo>
                  <a:cubicBezTo>
                    <a:pt x="-395" y="16096"/>
                    <a:pt x="8253" y="20952"/>
                    <a:pt x="19883" y="21600"/>
                  </a:cubicBezTo>
                </a:path>
              </a:pathLst>
            </a:custGeom>
            <a:noFill/>
            <a:ln w="25400" cap="flat">
              <a:solidFill>
                <a:srgbClr val="AACCE7"/>
              </a:solidFill>
              <a:prstDash val="solid"/>
              <a:round/>
            </a:ln>
            <a:effectLst/>
          </p:spPr>
          <p:txBody>
            <a:bodyPr wrap="square" lIns="22859" tIns="22859" rIns="22859" bIns="22859" numCol="1" anchor="t">
              <a:noAutofit/>
            </a:bodyPr>
            <a:lstStyle/>
            <a:p>
              <a:pPr defTabSz="411480">
                <a:lnSpc>
                  <a:spcPct val="140000"/>
                </a:lnSpc>
                <a:defRPr>
                  <a:uFillTx/>
                </a:defRPr>
              </a:pPr>
              <a:endParaRPr sz="900"/>
            </a:p>
          </p:txBody>
        </p:sp>
        <p:sp>
          <p:nvSpPr>
            <p:cNvPr id="17" name="Line">
              <a:extLst>
                <a:ext uri="{FF2B5EF4-FFF2-40B4-BE49-F238E27FC236}">
                  <a16:creationId xmlns:a16="http://schemas.microsoft.com/office/drawing/2014/main" id="{E70340C9-43E8-5C82-81E1-F7417E0E6F98}"/>
                </a:ext>
              </a:extLst>
            </p:cNvPr>
            <p:cNvSpPr/>
            <p:nvPr/>
          </p:nvSpPr>
          <p:spPr>
            <a:xfrm rot="5100000">
              <a:off x="734452" y="-539248"/>
              <a:ext cx="1215858" cy="2508343"/>
            </a:xfrm>
            <a:custGeom>
              <a:avLst/>
              <a:gdLst/>
              <a:ahLst/>
              <a:cxnLst>
                <a:cxn ang="0">
                  <a:pos x="wd2" y="hd2"/>
                </a:cxn>
                <a:cxn ang="5400000">
                  <a:pos x="wd2" y="hd2"/>
                </a:cxn>
                <a:cxn ang="10800000">
                  <a:pos x="wd2" y="hd2"/>
                </a:cxn>
                <a:cxn ang="16200000">
                  <a:pos x="wd2" y="hd2"/>
                </a:cxn>
              </a:cxnLst>
              <a:rect l="0" t="0" r="r" b="b"/>
              <a:pathLst>
                <a:path w="20706" h="21600" extrusionOk="0">
                  <a:moveTo>
                    <a:pt x="20706" y="0"/>
                  </a:moveTo>
                  <a:cubicBezTo>
                    <a:pt x="9903" y="358"/>
                    <a:pt x="1194" y="4611"/>
                    <a:pt x="111" y="10058"/>
                  </a:cubicBezTo>
                  <a:cubicBezTo>
                    <a:pt x="-894" y="15114"/>
                    <a:pt x="5020" y="19869"/>
                    <a:pt x="14467" y="21600"/>
                  </a:cubicBezTo>
                </a:path>
              </a:pathLst>
            </a:custGeom>
            <a:noFill/>
            <a:ln w="25400" cap="flat">
              <a:solidFill>
                <a:srgbClr val="AACCE7"/>
              </a:solidFill>
              <a:prstDash val="solid"/>
              <a:round/>
            </a:ln>
            <a:effectLst/>
          </p:spPr>
          <p:txBody>
            <a:bodyPr wrap="square" lIns="22859" tIns="22859" rIns="22859" bIns="22859" numCol="1" anchor="t">
              <a:noAutofit/>
            </a:bodyPr>
            <a:lstStyle/>
            <a:p>
              <a:pPr defTabSz="411480">
                <a:lnSpc>
                  <a:spcPct val="140000"/>
                </a:lnSpc>
                <a:defRPr>
                  <a:solidFill>
                    <a:srgbClr val="ADC2F6"/>
                  </a:solidFill>
                  <a:uFillTx/>
                </a:defRPr>
              </a:pPr>
              <a:endParaRPr sz="900"/>
            </a:p>
          </p:txBody>
        </p:sp>
        <p:sp>
          <p:nvSpPr>
            <p:cNvPr id="18" name="Triangle">
              <a:extLst>
                <a:ext uri="{FF2B5EF4-FFF2-40B4-BE49-F238E27FC236}">
                  <a16:creationId xmlns:a16="http://schemas.microsoft.com/office/drawing/2014/main" id="{DBA31405-7025-93FC-FF0D-A3DE678E862B}"/>
                </a:ext>
              </a:extLst>
            </p:cNvPr>
            <p:cNvSpPr/>
            <p:nvPr/>
          </p:nvSpPr>
          <p:spPr>
            <a:xfrm rot="10800000" flipH="1">
              <a:off x="2551958" y="1206435"/>
              <a:ext cx="185994" cy="1239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AACCE7"/>
            </a:solidFill>
            <a:ln w="12700" cap="flat">
              <a:noFill/>
              <a:miter lim="400000"/>
            </a:ln>
            <a:effectLst/>
          </p:spPr>
          <p:txBody>
            <a:bodyPr wrap="square" lIns="25400" tIns="25400" rIns="25400" bIns="25400" numCol="1" anchor="ctr">
              <a:noAutofit/>
            </a:bodyPr>
            <a:lstStyle/>
            <a:p>
              <a:pPr lvl="7" defTabSz="411480">
                <a:lnSpc>
                  <a:spcPct val="140000"/>
                </a:lnSpc>
                <a:defRPr>
                  <a:solidFill>
                    <a:srgbClr val="ADC2F6"/>
                  </a:solidFill>
                  <a:uFillTx/>
                </a:defRPr>
              </a:pPr>
              <a:endParaRPr sz="900"/>
            </a:p>
          </p:txBody>
        </p:sp>
        <p:sp>
          <p:nvSpPr>
            <p:cNvPr id="19" name="Triangle">
              <a:extLst>
                <a:ext uri="{FF2B5EF4-FFF2-40B4-BE49-F238E27FC236}">
                  <a16:creationId xmlns:a16="http://schemas.microsoft.com/office/drawing/2014/main" id="{1B4D8CF8-DA4D-67DD-A520-E82014FCC496}"/>
                </a:ext>
              </a:extLst>
            </p:cNvPr>
            <p:cNvSpPr/>
            <p:nvPr/>
          </p:nvSpPr>
          <p:spPr>
            <a:xfrm rot="21600000">
              <a:off x="0" y="1342469"/>
              <a:ext cx="185994" cy="1239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AACCE7"/>
            </a:solidFill>
            <a:ln w="12700" cap="flat">
              <a:noFill/>
              <a:miter lim="400000"/>
            </a:ln>
            <a:effectLst/>
          </p:spPr>
          <p:txBody>
            <a:bodyPr wrap="square" lIns="25400" tIns="25400" rIns="25400" bIns="25400" numCol="1" anchor="ctr">
              <a:noAutofit/>
            </a:bodyPr>
            <a:lstStyle/>
            <a:p>
              <a:pPr defTabSz="411480">
                <a:lnSpc>
                  <a:spcPct val="140000"/>
                </a:lnSpc>
                <a:defRPr>
                  <a:uFillTx/>
                </a:defRPr>
              </a:pPr>
              <a:endParaRPr sz="900"/>
            </a:p>
          </p:txBody>
        </p:sp>
      </p:grpSp>
      <p:sp>
        <p:nvSpPr>
          <p:cNvPr id="20" name="Circle">
            <a:extLst>
              <a:ext uri="{FF2B5EF4-FFF2-40B4-BE49-F238E27FC236}">
                <a16:creationId xmlns:a16="http://schemas.microsoft.com/office/drawing/2014/main" id="{594F6900-1763-9EF0-6119-FDBEF2B8D281}"/>
              </a:ext>
            </a:extLst>
          </p:cNvPr>
          <p:cNvSpPr/>
          <p:nvPr/>
        </p:nvSpPr>
        <p:spPr>
          <a:xfrm>
            <a:off x="5352325" y="1915683"/>
            <a:ext cx="1532518" cy="1532518"/>
          </a:xfrm>
          <a:prstGeom prst="ellipse">
            <a:avLst/>
          </a:prstGeom>
          <a:solidFill>
            <a:srgbClr val="589BD7">
              <a:alpha val="14981"/>
            </a:srgbClr>
          </a:solidFill>
          <a:ln w="12700" cap="flat">
            <a:noFill/>
            <a:miter lim="400000"/>
          </a:ln>
          <a:effectLst/>
        </p:spPr>
        <p:txBody>
          <a:bodyPr wrap="square" lIns="25400" tIns="25400" rIns="25400" bIns="25400" numCol="1" anchor="ctr">
            <a:noAutofit/>
          </a:bodyPr>
          <a:lstStyle/>
          <a:p>
            <a:pPr defTabSz="411480">
              <a:lnSpc>
                <a:spcPct val="140000"/>
              </a:lnSpc>
              <a:defRPr>
                <a:uFillTx/>
              </a:defRPr>
            </a:pPr>
            <a:endParaRPr sz="900"/>
          </a:p>
        </p:txBody>
      </p:sp>
      <p:grpSp>
        <p:nvGrpSpPr>
          <p:cNvPr id="21" name="Group">
            <a:extLst>
              <a:ext uri="{FF2B5EF4-FFF2-40B4-BE49-F238E27FC236}">
                <a16:creationId xmlns:a16="http://schemas.microsoft.com/office/drawing/2014/main" id="{54C0DAB1-B684-83A4-E660-6DF64A9A4319}"/>
              </a:ext>
            </a:extLst>
          </p:cNvPr>
          <p:cNvGrpSpPr/>
          <p:nvPr/>
        </p:nvGrpSpPr>
        <p:grpSpPr>
          <a:xfrm flipH="1">
            <a:off x="5436207" y="2038166"/>
            <a:ext cx="1368982" cy="1287971"/>
            <a:chOff x="0" y="106995"/>
            <a:chExt cx="2737952" cy="2575939"/>
          </a:xfrm>
        </p:grpSpPr>
        <p:sp>
          <p:nvSpPr>
            <p:cNvPr id="22" name="Line">
              <a:extLst>
                <a:ext uri="{FF2B5EF4-FFF2-40B4-BE49-F238E27FC236}">
                  <a16:creationId xmlns:a16="http://schemas.microsoft.com/office/drawing/2014/main" id="{8634E0A8-D26D-CAC4-8071-F871E62A7244}"/>
                </a:ext>
              </a:extLst>
            </p:cNvPr>
            <p:cNvSpPr/>
            <p:nvPr/>
          </p:nvSpPr>
          <p:spPr>
            <a:xfrm rot="16200000">
              <a:off x="766484" y="793606"/>
              <a:ext cx="1215823" cy="2562834"/>
            </a:xfrm>
            <a:custGeom>
              <a:avLst/>
              <a:gdLst/>
              <a:ahLst/>
              <a:cxnLst>
                <a:cxn ang="0">
                  <a:pos x="wd2" y="hd2"/>
                </a:cxn>
                <a:cxn ang="5400000">
                  <a:pos x="wd2" y="hd2"/>
                </a:cxn>
                <a:cxn ang="10800000">
                  <a:pos x="wd2" y="hd2"/>
                </a:cxn>
                <a:cxn ang="16200000">
                  <a:pos x="wd2" y="hd2"/>
                </a:cxn>
              </a:cxnLst>
              <a:rect l="0" t="0" r="r" b="b"/>
              <a:pathLst>
                <a:path w="21205" h="21600" extrusionOk="0">
                  <a:moveTo>
                    <a:pt x="21205" y="0"/>
                  </a:moveTo>
                  <a:cubicBezTo>
                    <a:pt x="9612" y="305"/>
                    <a:pt x="418" y="4836"/>
                    <a:pt x="13" y="10443"/>
                  </a:cubicBezTo>
                  <a:cubicBezTo>
                    <a:pt x="-395" y="16096"/>
                    <a:pt x="8253" y="20952"/>
                    <a:pt x="19883" y="21600"/>
                  </a:cubicBezTo>
                </a:path>
              </a:pathLst>
            </a:custGeom>
            <a:noFill/>
            <a:ln w="25400" cap="flat">
              <a:solidFill>
                <a:srgbClr val="4670CC"/>
              </a:solidFill>
              <a:prstDash val="solid"/>
              <a:round/>
            </a:ln>
            <a:effectLst/>
          </p:spPr>
          <p:txBody>
            <a:bodyPr wrap="square" lIns="22859" tIns="22859" rIns="22859" bIns="22859" numCol="1" anchor="t">
              <a:noAutofit/>
            </a:bodyPr>
            <a:lstStyle/>
            <a:p>
              <a:pPr defTabSz="411480">
                <a:lnSpc>
                  <a:spcPct val="140000"/>
                </a:lnSpc>
                <a:defRPr>
                  <a:uFillTx/>
                </a:defRPr>
              </a:pPr>
              <a:endParaRPr sz="900"/>
            </a:p>
          </p:txBody>
        </p:sp>
        <p:sp>
          <p:nvSpPr>
            <p:cNvPr id="23" name="Line">
              <a:extLst>
                <a:ext uri="{FF2B5EF4-FFF2-40B4-BE49-F238E27FC236}">
                  <a16:creationId xmlns:a16="http://schemas.microsoft.com/office/drawing/2014/main" id="{F1CB5DF3-15FA-FAE4-1E06-6D33B4A79792}"/>
                </a:ext>
              </a:extLst>
            </p:cNvPr>
            <p:cNvSpPr/>
            <p:nvPr/>
          </p:nvSpPr>
          <p:spPr>
            <a:xfrm rot="5100000">
              <a:off x="734452" y="-539248"/>
              <a:ext cx="1215858" cy="2508343"/>
            </a:xfrm>
            <a:custGeom>
              <a:avLst/>
              <a:gdLst/>
              <a:ahLst/>
              <a:cxnLst>
                <a:cxn ang="0">
                  <a:pos x="wd2" y="hd2"/>
                </a:cxn>
                <a:cxn ang="5400000">
                  <a:pos x="wd2" y="hd2"/>
                </a:cxn>
                <a:cxn ang="10800000">
                  <a:pos x="wd2" y="hd2"/>
                </a:cxn>
                <a:cxn ang="16200000">
                  <a:pos x="wd2" y="hd2"/>
                </a:cxn>
              </a:cxnLst>
              <a:rect l="0" t="0" r="r" b="b"/>
              <a:pathLst>
                <a:path w="20706" h="21600" extrusionOk="0">
                  <a:moveTo>
                    <a:pt x="20706" y="0"/>
                  </a:moveTo>
                  <a:cubicBezTo>
                    <a:pt x="9903" y="358"/>
                    <a:pt x="1194" y="4611"/>
                    <a:pt x="111" y="10058"/>
                  </a:cubicBezTo>
                  <a:cubicBezTo>
                    <a:pt x="-894" y="15114"/>
                    <a:pt x="5020" y="19869"/>
                    <a:pt x="14467" y="21600"/>
                  </a:cubicBezTo>
                </a:path>
              </a:pathLst>
            </a:custGeom>
            <a:noFill/>
            <a:ln w="25400" cap="flat">
              <a:solidFill>
                <a:srgbClr val="4670CC"/>
              </a:solidFill>
              <a:prstDash val="solid"/>
              <a:round/>
            </a:ln>
            <a:effectLst/>
          </p:spPr>
          <p:txBody>
            <a:bodyPr wrap="square" lIns="22859" tIns="22859" rIns="22859" bIns="22859" numCol="1" anchor="t">
              <a:noAutofit/>
            </a:bodyPr>
            <a:lstStyle/>
            <a:p>
              <a:pPr defTabSz="411480">
                <a:lnSpc>
                  <a:spcPct val="140000"/>
                </a:lnSpc>
                <a:defRPr>
                  <a:uFillTx/>
                </a:defRPr>
              </a:pPr>
              <a:endParaRPr sz="900"/>
            </a:p>
          </p:txBody>
        </p:sp>
        <p:sp>
          <p:nvSpPr>
            <p:cNvPr id="24" name="Triangle">
              <a:extLst>
                <a:ext uri="{FF2B5EF4-FFF2-40B4-BE49-F238E27FC236}">
                  <a16:creationId xmlns:a16="http://schemas.microsoft.com/office/drawing/2014/main" id="{604B5ABF-288A-F6BB-0B8E-00665E7A5150}"/>
                </a:ext>
              </a:extLst>
            </p:cNvPr>
            <p:cNvSpPr/>
            <p:nvPr/>
          </p:nvSpPr>
          <p:spPr>
            <a:xfrm rot="10800000" flipH="1">
              <a:off x="2551958" y="1206435"/>
              <a:ext cx="185994" cy="1239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4570CB"/>
            </a:solidFill>
            <a:ln w="12700" cap="flat">
              <a:noFill/>
              <a:miter lim="400000"/>
            </a:ln>
            <a:effectLst/>
          </p:spPr>
          <p:txBody>
            <a:bodyPr wrap="square" lIns="25400" tIns="25400" rIns="25400" bIns="25400" numCol="1" anchor="ctr">
              <a:noAutofit/>
            </a:bodyPr>
            <a:lstStyle/>
            <a:p>
              <a:pPr lvl="7" defTabSz="411480">
                <a:lnSpc>
                  <a:spcPct val="140000"/>
                </a:lnSpc>
                <a:defRPr>
                  <a:uFillTx/>
                </a:defRPr>
              </a:pPr>
              <a:endParaRPr sz="900"/>
            </a:p>
          </p:txBody>
        </p:sp>
        <p:sp>
          <p:nvSpPr>
            <p:cNvPr id="25" name="Triangle">
              <a:extLst>
                <a:ext uri="{FF2B5EF4-FFF2-40B4-BE49-F238E27FC236}">
                  <a16:creationId xmlns:a16="http://schemas.microsoft.com/office/drawing/2014/main" id="{74CAEE2B-CA1E-E3C3-9F09-ABF63CCC809F}"/>
                </a:ext>
              </a:extLst>
            </p:cNvPr>
            <p:cNvSpPr/>
            <p:nvPr/>
          </p:nvSpPr>
          <p:spPr>
            <a:xfrm rot="21600000">
              <a:off x="0" y="1342469"/>
              <a:ext cx="185994" cy="1239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4570CB"/>
            </a:solidFill>
            <a:ln w="12700" cap="flat">
              <a:noFill/>
              <a:miter lim="400000"/>
            </a:ln>
            <a:effectLst/>
          </p:spPr>
          <p:txBody>
            <a:bodyPr wrap="square" lIns="25400" tIns="25400" rIns="25400" bIns="25400" numCol="1" anchor="ctr">
              <a:noAutofit/>
            </a:bodyPr>
            <a:lstStyle/>
            <a:p>
              <a:pPr defTabSz="411480">
                <a:lnSpc>
                  <a:spcPct val="140000"/>
                </a:lnSpc>
                <a:defRPr>
                  <a:uFillTx/>
                </a:defRPr>
              </a:pPr>
              <a:endParaRPr sz="900"/>
            </a:p>
          </p:txBody>
        </p:sp>
      </p:grpSp>
      <p:sp>
        <p:nvSpPr>
          <p:cNvPr id="26" name="Circle">
            <a:extLst>
              <a:ext uri="{FF2B5EF4-FFF2-40B4-BE49-F238E27FC236}">
                <a16:creationId xmlns:a16="http://schemas.microsoft.com/office/drawing/2014/main" id="{B8AC5163-40AA-EB04-D1ED-B57F91B77C55}"/>
              </a:ext>
            </a:extLst>
          </p:cNvPr>
          <p:cNvSpPr/>
          <p:nvPr/>
        </p:nvSpPr>
        <p:spPr>
          <a:xfrm>
            <a:off x="8418997" y="1915683"/>
            <a:ext cx="1532518" cy="1532518"/>
          </a:xfrm>
          <a:prstGeom prst="ellipse">
            <a:avLst/>
          </a:prstGeom>
          <a:solidFill>
            <a:srgbClr val="2F5899">
              <a:alpha val="14981"/>
            </a:srgbClr>
          </a:solidFill>
          <a:ln w="12700" cap="flat">
            <a:noFill/>
            <a:miter lim="400000"/>
          </a:ln>
          <a:effectLst/>
        </p:spPr>
        <p:txBody>
          <a:bodyPr wrap="square" lIns="25400" tIns="25400" rIns="25400" bIns="25400" numCol="1" anchor="ctr">
            <a:noAutofit/>
          </a:bodyPr>
          <a:lstStyle/>
          <a:p>
            <a:pPr defTabSz="411480">
              <a:lnSpc>
                <a:spcPct val="140000"/>
              </a:lnSpc>
              <a:defRPr>
                <a:uFillTx/>
              </a:defRPr>
            </a:pPr>
            <a:endParaRPr sz="900"/>
          </a:p>
        </p:txBody>
      </p:sp>
      <p:grpSp>
        <p:nvGrpSpPr>
          <p:cNvPr id="27" name="Group">
            <a:extLst>
              <a:ext uri="{FF2B5EF4-FFF2-40B4-BE49-F238E27FC236}">
                <a16:creationId xmlns:a16="http://schemas.microsoft.com/office/drawing/2014/main" id="{362CAE19-8F7C-D366-D202-99774F57AF62}"/>
              </a:ext>
            </a:extLst>
          </p:cNvPr>
          <p:cNvGrpSpPr/>
          <p:nvPr/>
        </p:nvGrpSpPr>
        <p:grpSpPr>
          <a:xfrm flipH="1">
            <a:off x="8502879" y="2038166"/>
            <a:ext cx="1368982" cy="1287971"/>
            <a:chOff x="0" y="106995"/>
            <a:chExt cx="2737952" cy="2575939"/>
          </a:xfrm>
        </p:grpSpPr>
        <p:sp>
          <p:nvSpPr>
            <p:cNvPr id="28" name="Line">
              <a:extLst>
                <a:ext uri="{FF2B5EF4-FFF2-40B4-BE49-F238E27FC236}">
                  <a16:creationId xmlns:a16="http://schemas.microsoft.com/office/drawing/2014/main" id="{AF134655-A4AE-FD97-FF96-2E8C251B2A3B}"/>
                </a:ext>
              </a:extLst>
            </p:cNvPr>
            <p:cNvSpPr/>
            <p:nvPr/>
          </p:nvSpPr>
          <p:spPr>
            <a:xfrm rot="16200000">
              <a:off x="766484" y="793606"/>
              <a:ext cx="1215823" cy="2562834"/>
            </a:xfrm>
            <a:custGeom>
              <a:avLst/>
              <a:gdLst/>
              <a:ahLst/>
              <a:cxnLst>
                <a:cxn ang="0">
                  <a:pos x="wd2" y="hd2"/>
                </a:cxn>
                <a:cxn ang="5400000">
                  <a:pos x="wd2" y="hd2"/>
                </a:cxn>
                <a:cxn ang="10800000">
                  <a:pos x="wd2" y="hd2"/>
                </a:cxn>
                <a:cxn ang="16200000">
                  <a:pos x="wd2" y="hd2"/>
                </a:cxn>
              </a:cxnLst>
              <a:rect l="0" t="0" r="r" b="b"/>
              <a:pathLst>
                <a:path w="21205" h="21600" extrusionOk="0">
                  <a:moveTo>
                    <a:pt x="21205" y="0"/>
                  </a:moveTo>
                  <a:cubicBezTo>
                    <a:pt x="9612" y="305"/>
                    <a:pt x="418" y="4836"/>
                    <a:pt x="13" y="10443"/>
                  </a:cubicBezTo>
                  <a:cubicBezTo>
                    <a:pt x="-395" y="16096"/>
                    <a:pt x="8253" y="20952"/>
                    <a:pt x="19883" y="21600"/>
                  </a:cubicBezTo>
                </a:path>
              </a:pathLst>
            </a:custGeom>
            <a:noFill/>
            <a:ln w="25400" cap="flat">
              <a:solidFill>
                <a:srgbClr val="2F5899"/>
              </a:solidFill>
              <a:prstDash val="solid"/>
              <a:round/>
            </a:ln>
            <a:effectLst/>
          </p:spPr>
          <p:txBody>
            <a:bodyPr wrap="square" lIns="22859" tIns="22859" rIns="22859" bIns="22859" numCol="1" anchor="t">
              <a:noAutofit/>
            </a:bodyPr>
            <a:lstStyle/>
            <a:p>
              <a:pPr defTabSz="411480">
                <a:lnSpc>
                  <a:spcPct val="140000"/>
                </a:lnSpc>
                <a:defRPr>
                  <a:uFillTx/>
                </a:defRPr>
              </a:pPr>
              <a:endParaRPr sz="900"/>
            </a:p>
          </p:txBody>
        </p:sp>
        <p:sp>
          <p:nvSpPr>
            <p:cNvPr id="29" name="Line">
              <a:extLst>
                <a:ext uri="{FF2B5EF4-FFF2-40B4-BE49-F238E27FC236}">
                  <a16:creationId xmlns:a16="http://schemas.microsoft.com/office/drawing/2014/main" id="{F2E66DF9-DC67-EFEA-580C-80F451900A37}"/>
                </a:ext>
              </a:extLst>
            </p:cNvPr>
            <p:cNvSpPr/>
            <p:nvPr/>
          </p:nvSpPr>
          <p:spPr>
            <a:xfrm rot="5100000">
              <a:off x="734452" y="-539248"/>
              <a:ext cx="1215858" cy="2508343"/>
            </a:xfrm>
            <a:custGeom>
              <a:avLst/>
              <a:gdLst/>
              <a:ahLst/>
              <a:cxnLst>
                <a:cxn ang="0">
                  <a:pos x="wd2" y="hd2"/>
                </a:cxn>
                <a:cxn ang="5400000">
                  <a:pos x="wd2" y="hd2"/>
                </a:cxn>
                <a:cxn ang="10800000">
                  <a:pos x="wd2" y="hd2"/>
                </a:cxn>
                <a:cxn ang="16200000">
                  <a:pos x="wd2" y="hd2"/>
                </a:cxn>
              </a:cxnLst>
              <a:rect l="0" t="0" r="r" b="b"/>
              <a:pathLst>
                <a:path w="20706" h="21600" extrusionOk="0">
                  <a:moveTo>
                    <a:pt x="20706" y="0"/>
                  </a:moveTo>
                  <a:cubicBezTo>
                    <a:pt x="9903" y="358"/>
                    <a:pt x="1194" y="4611"/>
                    <a:pt x="111" y="10058"/>
                  </a:cubicBezTo>
                  <a:cubicBezTo>
                    <a:pt x="-894" y="15114"/>
                    <a:pt x="5020" y="19869"/>
                    <a:pt x="14467" y="21600"/>
                  </a:cubicBezTo>
                </a:path>
              </a:pathLst>
            </a:custGeom>
            <a:noFill/>
            <a:ln w="25400" cap="flat">
              <a:solidFill>
                <a:srgbClr val="2F5899"/>
              </a:solidFill>
              <a:prstDash val="solid"/>
              <a:round/>
            </a:ln>
            <a:effectLst/>
          </p:spPr>
          <p:txBody>
            <a:bodyPr wrap="square" lIns="22859" tIns="22859" rIns="22859" bIns="22859" numCol="1" anchor="t">
              <a:noAutofit/>
            </a:bodyPr>
            <a:lstStyle/>
            <a:p>
              <a:pPr defTabSz="411480">
                <a:lnSpc>
                  <a:spcPct val="140000"/>
                </a:lnSpc>
                <a:defRPr>
                  <a:uFillTx/>
                </a:defRPr>
              </a:pPr>
              <a:endParaRPr sz="900"/>
            </a:p>
          </p:txBody>
        </p:sp>
        <p:sp>
          <p:nvSpPr>
            <p:cNvPr id="30" name="Triangle">
              <a:extLst>
                <a:ext uri="{FF2B5EF4-FFF2-40B4-BE49-F238E27FC236}">
                  <a16:creationId xmlns:a16="http://schemas.microsoft.com/office/drawing/2014/main" id="{7EDB87A8-64FA-68C8-3D96-A02AA804DC67}"/>
                </a:ext>
              </a:extLst>
            </p:cNvPr>
            <p:cNvSpPr/>
            <p:nvPr/>
          </p:nvSpPr>
          <p:spPr>
            <a:xfrm rot="10800000" flipH="1">
              <a:off x="2551958" y="1206435"/>
              <a:ext cx="185994" cy="1239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2F5899"/>
            </a:solidFill>
            <a:ln w="12700" cap="flat">
              <a:noFill/>
              <a:miter lim="400000"/>
            </a:ln>
            <a:effectLst/>
          </p:spPr>
          <p:txBody>
            <a:bodyPr wrap="square" lIns="25400" tIns="25400" rIns="25400" bIns="25400" numCol="1" anchor="ctr">
              <a:noAutofit/>
            </a:bodyPr>
            <a:lstStyle/>
            <a:p>
              <a:pPr lvl="7" defTabSz="411480">
                <a:lnSpc>
                  <a:spcPct val="140000"/>
                </a:lnSpc>
                <a:defRPr>
                  <a:uFillTx/>
                </a:defRPr>
              </a:pPr>
              <a:endParaRPr sz="900"/>
            </a:p>
          </p:txBody>
        </p:sp>
        <p:sp>
          <p:nvSpPr>
            <p:cNvPr id="31" name="Triangle">
              <a:extLst>
                <a:ext uri="{FF2B5EF4-FFF2-40B4-BE49-F238E27FC236}">
                  <a16:creationId xmlns:a16="http://schemas.microsoft.com/office/drawing/2014/main" id="{558B8ED8-E556-349A-5228-173105957772}"/>
                </a:ext>
              </a:extLst>
            </p:cNvPr>
            <p:cNvSpPr/>
            <p:nvPr/>
          </p:nvSpPr>
          <p:spPr>
            <a:xfrm rot="21600000">
              <a:off x="0" y="1342469"/>
              <a:ext cx="185994" cy="1239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rgbClr val="2F5899"/>
            </a:solidFill>
            <a:ln w="12700" cap="flat">
              <a:noFill/>
              <a:miter lim="400000"/>
            </a:ln>
            <a:effectLst/>
          </p:spPr>
          <p:txBody>
            <a:bodyPr wrap="square" lIns="25400" tIns="25400" rIns="25400" bIns="25400" numCol="1" anchor="ctr">
              <a:noAutofit/>
            </a:bodyPr>
            <a:lstStyle/>
            <a:p>
              <a:pPr defTabSz="411480">
                <a:lnSpc>
                  <a:spcPct val="140000"/>
                </a:lnSpc>
                <a:defRPr>
                  <a:uFillTx/>
                </a:defRPr>
              </a:pPr>
              <a:endParaRPr sz="900"/>
            </a:p>
          </p:txBody>
        </p:sp>
      </p:grpSp>
      <p:sp>
        <p:nvSpPr>
          <p:cNvPr id="32" name="Imagine">
            <a:extLst>
              <a:ext uri="{FF2B5EF4-FFF2-40B4-BE49-F238E27FC236}">
                <a16:creationId xmlns:a16="http://schemas.microsoft.com/office/drawing/2014/main" id="{B76BD626-7A6F-DCF1-4E79-0E1D60ECEF89}"/>
              </a:ext>
            </a:extLst>
          </p:cNvPr>
          <p:cNvSpPr txBox="1"/>
          <p:nvPr/>
        </p:nvSpPr>
        <p:spPr>
          <a:xfrm>
            <a:off x="2273431" y="2498570"/>
            <a:ext cx="1544740" cy="332550"/>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noAutofit/>
          </a:bodyPr>
          <a:lstStyle>
            <a:lvl1pPr algn="ctr">
              <a:defRPr sz="3000" b="1">
                <a:solidFill>
                  <a:srgbClr val="3672D2"/>
                </a:solidFill>
              </a:defRPr>
            </a:lvl1pPr>
          </a:lstStyle>
          <a:p>
            <a:r>
              <a:rPr lang="en-AU" sz="1200" cap="all">
                <a:solidFill>
                  <a:schemeClr val="accent1"/>
                </a:solidFill>
              </a:rPr>
              <a:t>Assess</a:t>
            </a:r>
            <a:endParaRPr sz="1200" cap="all">
              <a:solidFill>
                <a:schemeClr val="accent1"/>
              </a:solidFill>
            </a:endParaRPr>
          </a:p>
        </p:txBody>
      </p:sp>
      <p:sp>
        <p:nvSpPr>
          <p:cNvPr id="33" name="Scale">
            <a:extLst>
              <a:ext uri="{FF2B5EF4-FFF2-40B4-BE49-F238E27FC236}">
                <a16:creationId xmlns:a16="http://schemas.microsoft.com/office/drawing/2014/main" id="{F77A0258-296D-ABFE-5C00-21DCA0FD286D}"/>
              </a:ext>
            </a:extLst>
          </p:cNvPr>
          <p:cNvSpPr txBox="1"/>
          <p:nvPr/>
        </p:nvSpPr>
        <p:spPr>
          <a:xfrm>
            <a:off x="8615762" y="2539166"/>
            <a:ext cx="1147986" cy="25135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noAutofit/>
          </a:bodyPr>
          <a:lstStyle>
            <a:lvl1pPr algn="ctr">
              <a:defRPr sz="3000" b="1">
                <a:solidFill>
                  <a:srgbClr val="3672D2"/>
                </a:solidFill>
              </a:defRPr>
            </a:lvl1pPr>
          </a:lstStyle>
          <a:p>
            <a:r>
              <a:rPr lang="en-AU" sz="1200" cap="all">
                <a:solidFill>
                  <a:schemeClr val="accent1"/>
                </a:solidFill>
              </a:rPr>
              <a:t>Implement</a:t>
            </a:r>
            <a:endParaRPr sz="1200" cap="all">
              <a:solidFill>
                <a:schemeClr val="accent1"/>
              </a:solidFill>
            </a:endParaRPr>
          </a:p>
        </p:txBody>
      </p:sp>
      <p:sp>
        <p:nvSpPr>
          <p:cNvPr id="34" name="Make">
            <a:extLst>
              <a:ext uri="{FF2B5EF4-FFF2-40B4-BE49-F238E27FC236}">
                <a16:creationId xmlns:a16="http://schemas.microsoft.com/office/drawing/2014/main" id="{4E37C30C-75B2-710B-0A20-8EDDD1BD88C9}"/>
              </a:ext>
            </a:extLst>
          </p:cNvPr>
          <p:cNvSpPr txBox="1"/>
          <p:nvPr/>
        </p:nvSpPr>
        <p:spPr>
          <a:xfrm>
            <a:off x="5620997" y="2539166"/>
            <a:ext cx="995173" cy="251358"/>
          </a:xfrm>
          <a:prstGeom prst="rect">
            <a:avLst/>
          </a:pr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numCol="1" anchor="ctr">
            <a:noAutofit/>
          </a:bodyPr>
          <a:lstStyle>
            <a:lvl1pPr algn="ctr">
              <a:defRPr sz="3000" b="1">
                <a:solidFill>
                  <a:srgbClr val="3672D2"/>
                </a:solidFill>
              </a:defRPr>
            </a:lvl1pPr>
          </a:lstStyle>
          <a:p>
            <a:r>
              <a:rPr lang="en-AU" sz="1200" cap="all">
                <a:solidFill>
                  <a:schemeClr val="accent1"/>
                </a:solidFill>
              </a:rPr>
              <a:t>Design</a:t>
            </a:r>
            <a:endParaRPr sz="1200" cap="all">
              <a:solidFill>
                <a:schemeClr val="accent1"/>
              </a:solidFill>
            </a:endParaRPr>
          </a:p>
        </p:txBody>
      </p:sp>
      <p:sp>
        <p:nvSpPr>
          <p:cNvPr id="35" name="ExPLORE">
            <a:extLst>
              <a:ext uri="{FF2B5EF4-FFF2-40B4-BE49-F238E27FC236}">
                <a16:creationId xmlns:a16="http://schemas.microsoft.com/office/drawing/2014/main" id="{61EF1C91-9344-92D7-184B-47D86339FC6E}"/>
              </a:ext>
            </a:extLst>
          </p:cNvPr>
          <p:cNvSpPr/>
          <p:nvPr/>
        </p:nvSpPr>
        <p:spPr>
          <a:xfrm>
            <a:off x="2658530" y="3712875"/>
            <a:ext cx="675568" cy="1254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sz="900">
                <a:solidFill>
                  <a:schemeClr val="accent4"/>
                </a:solidFill>
              </a:rPr>
              <a:t>Explore</a:t>
            </a:r>
          </a:p>
        </p:txBody>
      </p:sp>
      <p:sp>
        <p:nvSpPr>
          <p:cNvPr id="36" name="PIVOT">
            <a:extLst>
              <a:ext uri="{FF2B5EF4-FFF2-40B4-BE49-F238E27FC236}">
                <a16:creationId xmlns:a16="http://schemas.microsoft.com/office/drawing/2014/main" id="{B9782683-0256-DC72-65C2-4BE371BB3C55}"/>
              </a:ext>
            </a:extLst>
          </p:cNvPr>
          <p:cNvSpPr/>
          <p:nvPr/>
        </p:nvSpPr>
        <p:spPr>
          <a:xfrm rot="18840000">
            <a:off x="3757827" y="3033956"/>
            <a:ext cx="753883" cy="12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sz="900">
                <a:solidFill>
                  <a:schemeClr val="accent4"/>
                </a:solidFill>
              </a:rPr>
              <a:t>PIVOT</a:t>
            </a:r>
          </a:p>
        </p:txBody>
      </p:sp>
      <p:sp>
        <p:nvSpPr>
          <p:cNvPr id="37" name="REFINE">
            <a:extLst>
              <a:ext uri="{FF2B5EF4-FFF2-40B4-BE49-F238E27FC236}">
                <a16:creationId xmlns:a16="http://schemas.microsoft.com/office/drawing/2014/main" id="{07CFD7B9-6FAA-8C7A-93B0-FA970978BBF6}"/>
              </a:ext>
            </a:extLst>
          </p:cNvPr>
          <p:cNvSpPr/>
          <p:nvPr/>
        </p:nvSpPr>
        <p:spPr>
          <a:xfrm rot="18840000">
            <a:off x="4766022" y="1997418"/>
            <a:ext cx="753883" cy="12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sz="900">
                <a:solidFill>
                  <a:schemeClr val="accent4"/>
                </a:solidFill>
              </a:rPr>
              <a:t>REFINE</a:t>
            </a:r>
          </a:p>
        </p:txBody>
      </p:sp>
      <p:sp>
        <p:nvSpPr>
          <p:cNvPr id="38" name="Improve">
            <a:extLst>
              <a:ext uri="{FF2B5EF4-FFF2-40B4-BE49-F238E27FC236}">
                <a16:creationId xmlns:a16="http://schemas.microsoft.com/office/drawing/2014/main" id="{41634107-A7DB-5288-E039-02FD6D8DE5EF}"/>
              </a:ext>
            </a:extLst>
          </p:cNvPr>
          <p:cNvSpPr/>
          <p:nvPr/>
        </p:nvSpPr>
        <p:spPr>
          <a:xfrm>
            <a:off x="8733693" y="1495935"/>
            <a:ext cx="861801" cy="1992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lstStyle>
            <a:lvl1pPr marR="0" algn="ctr" defTabSz="822960">
              <a:lnSpc>
                <a:spcPct val="100000"/>
              </a:lnSpc>
              <a:defRPr sz="1800" cap="all" spc="179">
                <a:solidFill>
                  <a:schemeClr val="accent1">
                    <a:hueOff val="-11708571"/>
                    <a:satOff val="-92105"/>
                    <a:lumOff val="44705"/>
                  </a:schemeClr>
                </a:solidFill>
                <a:uFillTx/>
              </a:defRPr>
            </a:lvl1pPr>
          </a:lstStyle>
          <a:p>
            <a:r>
              <a:rPr sz="900">
                <a:solidFill>
                  <a:schemeClr val="bg1"/>
                </a:solidFill>
              </a:rPr>
              <a:t>Improve</a:t>
            </a:r>
          </a:p>
        </p:txBody>
      </p:sp>
      <p:sp>
        <p:nvSpPr>
          <p:cNvPr id="39" name="Validate">
            <a:extLst>
              <a:ext uri="{FF2B5EF4-FFF2-40B4-BE49-F238E27FC236}">
                <a16:creationId xmlns:a16="http://schemas.microsoft.com/office/drawing/2014/main" id="{1831B48D-C877-96A4-04E7-1ED99D1EC776}"/>
              </a:ext>
            </a:extLst>
          </p:cNvPr>
          <p:cNvSpPr/>
          <p:nvPr/>
        </p:nvSpPr>
        <p:spPr>
          <a:xfrm rot="2820000">
            <a:off x="6750181" y="2116204"/>
            <a:ext cx="753883" cy="12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sz="900"/>
              <a:t>Validate</a:t>
            </a:r>
          </a:p>
        </p:txBody>
      </p:sp>
      <p:sp>
        <p:nvSpPr>
          <p:cNvPr id="40" name="Evolve">
            <a:extLst>
              <a:ext uri="{FF2B5EF4-FFF2-40B4-BE49-F238E27FC236}">
                <a16:creationId xmlns:a16="http://schemas.microsoft.com/office/drawing/2014/main" id="{3A7D41D8-0FA6-4028-49F5-CA4BA40DC291}"/>
              </a:ext>
            </a:extLst>
          </p:cNvPr>
          <p:cNvSpPr/>
          <p:nvPr/>
        </p:nvSpPr>
        <p:spPr>
          <a:xfrm rot="2820000">
            <a:off x="7689781" y="3106129"/>
            <a:ext cx="753883" cy="12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sz="900"/>
              <a:t>Evolve</a:t>
            </a:r>
          </a:p>
        </p:txBody>
      </p:sp>
      <p:sp>
        <p:nvSpPr>
          <p:cNvPr id="41" name="DEVELOP">
            <a:extLst>
              <a:ext uri="{FF2B5EF4-FFF2-40B4-BE49-F238E27FC236}">
                <a16:creationId xmlns:a16="http://schemas.microsoft.com/office/drawing/2014/main" id="{85AE00A5-86DF-265D-C4C6-7FF8E4C8811A}"/>
              </a:ext>
            </a:extLst>
          </p:cNvPr>
          <p:cNvSpPr/>
          <p:nvPr/>
        </p:nvSpPr>
        <p:spPr>
          <a:xfrm rot="18840000">
            <a:off x="6760569" y="3091924"/>
            <a:ext cx="753883" cy="12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sz="900">
                <a:solidFill>
                  <a:schemeClr val="accent4"/>
                </a:solidFill>
              </a:rPr>
              <a:t>DEVELOP</a:t>
            </a:r>
          </a:p>
        </p:txBody>
      </p:sp>
      <p:sp>
        <p:nvSpPr>
          <p:cNvPr id="42" name="Evaluate">
            <a:extLst>
              <a:ext uri="{FF2B5EF4-FFF2-40B4-BE49-F238E27FC236}">
                <a16:creationId xmlns:a16="http://schemas.microsoft.com/office/drawing/2014/main" id="{D85379D7-E02E-A0D6-C781-5E98A7D49EFC}"/>
              </a:ext>
            </a:extLst>
          </p:cNvPr>
          <p:cNvSpPr/>
          <p:nvPr/>
        </p:nvSpPr>
        <p:spPr>
          <a:xfrm rot="18840000">
            <a:off x="7762414" y="2049035"/>
            <a:ext cx="753883" cy="12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sz="900">
                <a:solidFill>
                  <a:schemeClr val="accent4"/>
                </a:solidFill>
              </a:rPr>
              <a:t>Evaluate</a:t>
            </a:r>
          </a:p>
        </p:txBody>
      </p:sp>
      <p:sp>
        <p:nvSpPr>
          <p:cNvPr id="43" name="Concept">
            <a:extLst>
              <a:ext uri="{FF2B5EF4-FFF2-40B4-BE49-F238E27FC236}">
                <a16:creationId xmlns:a16="http://schemas.microsoft.com/office/drawing/2014/main" id="{2BC54198-1A2A-B18E-C2F0-8E5B519086F5}"/>
              </a:ext>
            </a:extLst>
          </p:cNvPr>
          <p:cNvSpPr/>
          <p:nvPr/>
        </p:nvSpPr>
        <p:spPr>
          <a:xfrm rot="2820000">
            <a:off x="3696263" y="2063024"/>
            <a:ext cx="753883" cy="1222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lang="en-AU" sz="900"/>
              <a:t>Analyse</a:t>
            </a:r>
            <a:endParaRPr sz="900"/>
          </a:p>
        </p:txBody>
      </p:sp>
      <p:sp>
        <p:nvSpPr>
          <p:cNvPr id="44" name="Design">
            <a:extLst>
              <a:ext uri="{FF2B5EF4-FFF2-40B4-BE49-F238E27FC236}">
                <a16:creationId xmlns:a16="http://schemas.microsoft.com/office/drawing/2014/main" id="{1A79AABB-E901-AC0F-092F-3AE02CEEB828}"/>
              </a:ext>
            </a:extLst>
          </p:cNvPr>
          <p:cNvSpPr/>
          <p:nvPr/>
        </p:nvSpPr>
        <p:spPr>
          <a:xfrm rot="2820000">
            <a:off x="4646477" y="3233151"/>
            <a:ext cx="1081454" cy="2152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marR="0" algn="ctr" defTabSz="822960">
              <a:lnSpc>
                <a:spcPct val="100000"/>
              </a:lnSpc>
              <a:defRPr sz="1800" cap="all" spc="179">
                <a:solidFill>
                  <a:schemeClr val="accent1">
                    <a:hueOff val="-11708571"/>
                    <a:satOff val="-92105"/>
                    <a:lumOff val="44705"/>
                  </a:schemeClr>
                </a:solidFill>
                <a:uFillTx/>
              </a:defRPr>
            </a:lvl1pPr>
          </a:lstStyle>
          <a:p>
            <a:r>
              <a:rPr lang="en-AU" sz="900"/>
              <a:t>Design</a:t>
            </a:r>
            <a:endParaRPr sz="900"/>
          </a:p>
        </p:txBody>
      </p:sp>
      <p:sp>
        <p:nvSpPr>
          <p:cNvPr id="49" name="Right Arrow 11">
            <a:extLst>
              <a:ext uri="{FF2B5EF4-FFF2-40B4-BE49-F238E27FC236}">
                <a16:creationId xmlns:a16="http://schemas.microsoft.com/office/drawing/2014/main" id="{1311CC55-73DC-EC8D-3B17-85A1BC38DFFC}"/>
              </a:ext>
            </a:extLst>
          </p:cNvPr>
          <p:cNvSpPr/>
          <p:nvPr/>
        </p:nvSpPr>
        <p:spPr>
          <a:xfrm>
            <a:off x="1471762" y="2551627"/>
            <a:ext cx="276788" cy="332550"/>
          </a:xfrm>
          <a:prstGeom prst="rightArrow">
            <a:avLst/>
          </a:prstGeom>
          <a:solidFill>
            <a:srgbClr val="A0CF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600" err="1"/>
          </a:p>
        </p:txBody>
      </p:sp>
      <p:sp>
        <p:nvSpPr>
          <p:cNvPr id="2" name="Title 1">
            <a:extLst>
              <a:ext uri="{FF2B5EF4-FFF2-40B4-BE49-F238E27FC236}">
                <a16:creationId xmlns:a16="http://schemas.microsoft.com/office/drawing/2014/main" id="{A2870368-E4CB-2C4F-903C-AFEA94336B57}"/>
              </a:ext>
            </a:extLst>
          </p:cNvPr>
          <p:cNvSpPr>
            <a:spLocks noGrp="1"/>
          </p:cNvSpPr>
          <p:nvPr>
            <p:ph type="title"/>
          </p:nvPr>
        </p:nvSpPr>
        <p:spPr/>
        <p:txBody>
          <a:bodyPr/>
          <a:lstStyle/>
          <a:p>
            <a:r>
              <a:rPr lang="en-AU"/>
              <a:t>Capgemini’s approach to sustained process improvement </a:t>
            </a:r>
            <a:br>
              <a:rPr lang="en-AU"/>
            </a:br>
            <a:r>
              <a:rPr lang="en-AU"/>
              <a:t>utilises a scalable framework using Lean principles</a:t>
            </a:r>
          </a:p>
        </p:txBody>
      </p:sp>
      <p:sp>
        <p:nvSpPr>
          <p:cNvPr id="55" name="Text Placeholder 54">
            <a:extLst>
              <a:ext uri="{FF2B5EF4-FFF2-40B4-BE49-F238E27FC236}">
                <a16:creationId xmlns:a16="http://schemas.microsoft.com/office/drawing/2014/main" id="{375B03FC-DA5A-E32B-967B-6D049283B557}"/>
              </a:ext>
            </a:extLst>
          </p:cNvPr>
          <p:cNvSpPr>
            <a:spLocks noGrp="1"/>
          </p:cNvSpPr>
          <p:nvPr>
            <p:ph type="body" sz="quarter" idx="12"/>
          </p:nvPr>
        </p:nvSpPr>
        <p:spPr>
          <a:xfrm>
            <a:off x="360000" y="2558321"/>
            <a:ext cx="1544400" cy="3272964"/>
          </a:xfrm>
        </p:spPr>
        <p:txBody>
          <a:bodyPr/>
          <a:lstStyle/>
          <a:p>
            <a:pPr>
              <a:spcAft>
                <a:spcPts val="600"/>
              </a:spcAft>
            </a:pPr>
            <a:r>
              <a:rPr lang="en-GB"/>
              <a:t>Backlog development</a:t>
            </a:r>
          </a:p>
          <a:p>
            <a:pPr lvl="2"/>
            <a:r>
              <a:rPr lang="en-AU" b="1">
                <a:latin typeface="+mn-lt"/>
              </a:rPr>
              <a:t>High</a:t>
            </a:r>
            <a:r>
              <a:rPr lang="en-AU"/>
              <a:t> process maturity: involves evaluating a well-established process to identify areas for further optimisation, innovation and efficiency gains</a:t>
            </a:r>
          </a:p>
          <a:p>
            <a:pPr lvl="2"/>
            <a:r>
              <a:rPr lang="en-AU" b="1">
                <a:latin typeface="+mn-lt"/>
              </a:rPr>
              <a:t>Low</a:t>
            </a:r>
            <a:r>
              <a:rPr lang="en-AU"/>
              <a:t> process maturity: process artefacts are limited, and the process is highly variable </a:t>
            </a:r>
            <a:br>
              <a:rPr lang="en-AU"/>
            </a:br>
            <a:r>
              <a:rPr lang="en-AU"/>
              <a:t>or operated in an uncontrolled or reactive way</a:t>
            </a:r>
          </a:p>
          <a:p>
            <a:pPr lvl="2"/>
            <a:r>
              <a:rPr lang="en-GB" b="1">
                <a:latin typeface="+mn-lt"/>
              </a:rPr>
              <a:t>No</a:t>
            </a:r>
            <a:r>
              <a:rPr lang="en-GB"/>
              <a:t> process maturity: </a:t>
            </a:r>
            <a:r>
              <a:rPr lang="en-AU"/>
              <a:t>we will identify optimisation candidates to create an inventory of processes that can be prioritised for discovery </a:t>
            </a:r>
            <a:endParaRPr lang="en-GB"/>
          </a:p>
        </p:txBody>
      </p:sp>
      <p:sp>
        <p:nvSpPr>
          <p:cNvPr id="5" name="Text Placeholder 4">
            <a:extLst>
              <a:ext uri="{FF2B5EF4-FFF2-40B4-BE49-F238E27FC236}">
                <a16:creationId xmlns:a16="http://schemas.microsoft.com/office/drawing/2014/main" id="{8A9A231B-E06B-3B20-B8CB-323A36A42DC4}"/>
              </a:ext>
            </a:extLst>
          </p:cNvPr>
          <p:cNvSpPr>
            <a:spLocks noGrp="1"/>
          </p:cNvSpPr>
          <p:nvPr>
            <p:ph type="body" sz="quarter" idx="13"/>
          </p:nvPr>
        </p:nvSpPr>
        <p:spPr/>
        <p:txBody>
          <a:bodyPr/>
          <a:lstStyle/>
          <a:p>
            <a:r>
              <a:rPr lang="en-AU" dirty="0"/>
              <a:t>02 |Our Process service to enable client to focus on its core objectives</a:t>
            </a:r>
            <a:endParaRPr lang="en-GB" dirty="0"/>
          </a:p>
        </p:txBody>
      </p:sp>
      <p:sp>
        <p:nvSpPr>
          <p:cNvPr id="56" name="Text Placeholder 55">
            <a:extLst>
              <a:ext uri="{FF2B5EF4-FFF2-40B4-BE49-F238E27FC236}">
                <a16:creationId xmlns:a16="http://schemas.microsoft.com/office/drawing/2014/main" id="{01A9007C-806F-20B5-F638-47A1B63C620F}"/>
              </a:ext>
            </a:extLst>
          </p:cNvPr>
          <p:cNvSpPr>
            <a:spLocks noGrp="1"/>
          </p:cNvSpPr>
          <p:nvPr>
            <p:ph type="body" sz="quarter" idx="14"/>
          </p:nvPr>
        </p:nvSpPr>
        <p:spPr>
          <a:xfrm>
            <a:off x="4302189" y="4560214"/>
            <a:ext cx="1584000" cy="1871898"/>
          </a:xfrm>
        </p:spPr>
        <p:txBody>
          <a:bodyPr/>
          <a:lstStyle/>
          <a:p>
            <a:r>
              <a:rPr lang="en-GB"/>
              <a:t>Process Analysis</a:t>
            </a:r>
          </a:p>
          <a:p>
            <a:pPr lvl="2"/>
            <a:r>
              <a:rPr lang="en-AU"/>
              <a:t>Collect and analyse process data and documentation</a:t>
            </a:r>
          </a:p>
          <a:p>
            <a:pPr lvl="2"/>
            <a:r>
              <a:rPr lang="en-AU"/>
              <a:t>Value stream mapping</a:t>
            </a:r>
          </a:p>
          <a:p>
            <a:pPr lvl="2"/>
            <a:r>
              <a:rPr lang="en-AU"/>
              <a:t>Identify inefficiencies, pain points, variations, opportunities</a:t>
            </a:r>
          </a:p>
          <a:p>
            <a:pPr lvl="2"/>
            <a:r>
              <a:rPr lang="en-AU"/>
              <a:t>Process performance baseline is captured to provide a point of reference to track the impact of changes, ensuring process improvements are effective</a:t>
            </a:r>
          </a:p>
        </p:txBody>
      </p:sp>
      <p:sp>
        <p:nvSpPr>
          <p:cNvPr id="57" name="Text Placeholder 56">
            <a:extLst>
              <a:ext uri="{FF2B5EF4-FFF2-40B4-BE49-F238E27FC236}">
                <a16:creationId xmlns:a16="http://schemas.microsoft.com/office/drawing/2014/main" id="{F2921FCE-178E-DC71-6D29-73BDB683DA25}"/>
              </a:ext>
            </a:extLst>
          </p:cNvPr>
          <p:cNvSpPr>
            <a:spLocks noGrp="1"/>
          </p:cNvSpPr>
          <p:nvPr>
            <p:ph type="body" sz="quarter" idx="15"/>
          </p:nvPr>
        </p:nvSpPr>
        <p:spPr>
          <a:xfrm>
            <a:off x="6298526" y="4560214"/>
            <a:ext cx="1620000" cy="1871898"/>
          </a:xfrm>
        </p:spPr>
        <p:txBody>
          <a:bodyPr/>
          <a:lstStyle/>
          <a:p>
            <a:r>
              <a:rPr lang="en-GB"/>
              <a:t>Process Redesign</a:t>
            </a:r>
          </a:p>
          <a:p>
            <a:pPr lvl="2"/>
            <a:r>
              <a:rPr lang="en-AU"/>
              <a:t>Re-engineer processes using Lean techniques, simplify and automate processes to improve user experience &amp; efficiency and reduce errors</a:t>
            </a:r>
          </a:p>
          <a:p>
            <a:pPr lvl="2"/>
            <a:r>
              <a:rPr lang="en-AU"/>
              <a:t>Identify quick wins, tactical and strategic uplift opportunities </a:t>
            </a:r>
          </a:p>
          <a:p>
            <a:pPr lvl="2"/>
            <a:r>
              <a:rPr lang="en-AU"/>
              <a:t>Validate solution feasibility with SMEs</a:t>
            </a:r>
          </a:p>
          <a:p>
            <a:pPr lvl="2"/>
            <a:r>
              <a:rPr lang="en-AU"/>
              <a:t>Develop a Business Case to support solution implementation</a:t>
            </a:r>
          </a:p>
        </p:txBody>
      </p:sp>
      <p:sp>
        <p:nvSpPr>
          <p:cNvPr id="58" name="Text Placeholder 57">
            <a:extLst>
              <a:ext uri="{FF2B5EF4-FFF2-40B4-BE49-F238E27FC236}">
                <a16:creationId xmlns:a16="http://schemas.microsoft.com/office/drawing/2014/main" id="{53405A72-5FE4-534E-01F0-5934BD683D8A}"/>
              </a:ext>
            </a:extLst>
          </p:cNvPr>
          <p:cNvSpPr>
            <a:spLocks noGrp="1"/>
          </p:cNvSpPr>
          <p:nvPr>
            <p:ph type="body" sz="quarter" idx="16"/>
          </p:nvPr>
        </p:nvSpPr>
        <p:spPr>
          <a:xfrm>
            <a:off x="8330863" y="4560214"/>
            <a:ext cx="1544400" cy="1871898"/>
          </a:xfrm>
        </p:spPr>
        <p:txBody>
          <a:bodyPr/>
          <a:lstStyle/>
          <a:p>
            <a:r>
              <a:rPr lang="en-GB"/>
              <a:t>Process Implementation</a:t>
            </a:r>
          </a:p>
          <a:p>
            <a:pPr lvl="2"/>
            <a:r>
              <a:rPr lang="en-AU"/>
              <a:t>Implement solutions and monitor impact of changes on process performance metrics</a:t>
            </a:r>
          </a:p>
          <a:p>
            <a:pPr lvl="2"/>
            <a:r>
              <a:rPr lang="en-AU"/>
              <a:t>If target benefit is not achieved further refine the solution design</a:t>
            </a:r>
          </a:p>
        </p:txBody>
      </p:sp>
      <p:sp>
        <p:nvSpPr>
          <p:cNvPr id="59" name="Text Placeholder 58">
            <a:extLst>
              <a:ext uri="{FF2B5EF4-FFF2-40B4-BE49-F238E27FC236}">
                <a16:creationId xmlns:a16="http://schemas.microsoft.com/office/drawing/2014/main" id="{197F4B93-2AE4-F1BD-BA6A-FEBB77019BA7}"/>
              </a:ext>
            </a:extLst>
          </p:cNvPr>
          <p:cNvSpPr>
            <a:spLocks noGrp="1"/>
          </p:cNvSpPr>
          <p:nvPr>
            <p:ph type="body" sz="quarter" idx="17"/>
          </p:nvPr>
        </p:nvSpPr>
        <p:spPr>
          <a:xfrm>
            <a:off x="10287600" y="4560214"/>
            <a:ext cx="1544400" cy="1871898"/>
          </a:xfrm>
        </p:spPr>
        <p:txBody>
          <a:bodyPr/>
          <a:lstStyle/>
          <a:p>
            <a:r>
              <a:rPr lang="en-GB"/>
              <a:t>Value capture</a:t>
            </a:r>
          </a:p>
          <a:p>
            <a:pPr lvl="2"/>
            <a:r>
              <a:rPr lang="en-GB"/>
              <a:t>Improved consistency and sustainability</a:t>
            </a:r>
          </a:p>
          <a:p>
            <a:pPr lvl="2"/>
            <a:r>
              <a:rPr lang="en-GB"/>
              <a:t>Increased transparency</a:t>
            </a:r>
          </a:p>
          <a:p>
            <a:pPr lvl="2"/>
            <a:r>
              <a:rPr lang="en-GB"/>
              <a:t>Reduced cost</a:t>
            </a:r>
          </a:p>
          <a:p>
            <a:pPr lvl="2"/>
            <a:r>
              <a:rPr lang="en-GB"/>
              <a:t>Enhanced compliance and controls</a:t>
            </a:r>
          </a:p>
          <a:p>
            <a:pPr lvl="2"/>
            <a:r>
              <a:rPr lang="en-GB"/>
              <a:t>Business agility</a:t>
            </a:r>
            <a:br>
              <a:rPr lang="en-GB"/>
            </a:br>
            <a:endParaRPr lang="en-GB"/>
          </a:p>
        </p:txBody>
      </p:sp>
      <p:sp>
        <p:nvSpPr>
          <p:cNvPr id="64" name="Text Placeholder 54">
            <a:extLst>
              <a:ext uri="{FF2B5EF4-FFF2-40B4-BE49-F238E27FC236}">
                <a16:creationId xmlns:a16="http://schemas.microsoft.com/office/drawing/2014/main" id="{86243AD0-E051-D69C-487B-3516B7B87356}"/>
              </a:ext>
            </a:extLst>
          </p:cNvPr>
          <p:cNvSpPr txBox="1">
            <a:spLocks/>
          </p:cNvSpPr>
          <p:nvPr/>
        </p:nvSpPr>
        <p:spPr>
          <a:xfrm>
            <a:off x="2345452" y="4560214"/>
            <a:ext cx="1544400" cy="1871898"/>
          </a:xfrm>
          <a:prstGeom prst="rect">
            <a:avLst/>
          </a:prstGeom>
        </p:spPr>
        <p:txBody>
          <a:bodyPr vert="horz" lIns="0" tIns="0" rIns="0" bIns="0" rtlCol="0">
            <a:noAutofit/>
          </a:bodyPr>
          <a:lstStyle>
            <a:lvl1pPr marL="0" indent="0" algn="l" defTabSz="914400" rtl="0" eaLnBrk="1" latinLnBrk="0" hangingPunct="1">
              <a:lnSpc>
                <a:spcPct val="100000"/>
              </a:lnSpc>
              <a:spcBef>
                <a:spcPts val="600"/>
              </a:spcBef>
              <a:spcAft>
                <a:spcPts val="0"/>
              </a:spcAft>
              <a:buFont typeface="Arial" panose="020B0604020202020204" pitchFamily="34" charset="0"/>
              <a:buNone/>
              <a:defRPr sz="1000" b="1" kern="1200" cap="all" baseline="0">
                <a:solidFill>
                  <a:schemeClr val="accent2"/>
                </a:solidFill>
                <a:latin typeface="+mn-lt"/>
                <a:ea typeface="+mn-ea"/>
                <a:cs typeface="+mn-cs"/>
              </a:defRPr>
            </a:lvl1pPr>
            <a:lvl2pPr marL="0" indent="0" algn="l" defTabSz="914400" rtl="0" eaLnBrk="1" latinLnBrk="0" hangingPunct="1">
              <a:lnSpc>
                <a:spcPct val="100000"/>
              </a:lnSpc>
              <a:spcBef>
                <a:spcPts val="600"/>
              </a:spcBef>
              <a:spcAft>
                <a:spcPts val="0"/>
              </a:spcAft>
              <a:buClr>
                <a:schemeClr val="accent1"/>
              </a:buClr>
              <a:buSzPct val="120000"/>
              <a:buFont typeface="Arial" panose="020B0604020202020204" pitchFamily="34" charset="0"/>
              <a:buNone/>
              <a:defRPr sz="900" kern="1200" baseline="0">
                <a:solidFill>
                  <a:schemeClr val="tx1"/>
                </a:solidFill>
                <a:latin typeface="Ubuntu Light" panose="020B0304030602030204" pitchFamily="34" charset="0"/>
                <a:ea typeface="+mn-ea"/>
                <a:cs typeface="+mn-cs"/>
              </a:defRPr>
            </a:lvl2pPr>
            <a:lvl3pPr marL="144000" indent="-144000" algn="l" defTabSz="914400" rtl="0" eaLnBrk="1" latinLnBrk="0" hangingPunct="1">
              <a:lnSpc>
                <a:spcPct val="100000"/>
              </a:lnSpc>
              <a:spcBef>
                <a:spcPts val="300"/>
              </a:spcBef>
              <a:spcAft>
                <a:spcPts val="0"/>
              </a:spcAft>
              <a:buClr>
                <a:schemeClr val="accent1"/>
              </a:buClr>
              <a:buSzPct val="120000"/>
              <a:buFont typeface="Arial" panose="020B0604020202020204" pitchFamily="34" charset="0"/>
              <a:buChar char="•"/>
              <a:defRPr sz="900" kern="1200" baseline="0">
                <a:solidFill>
                  <a:schemeClr val="tx1"/>
                </a:solidFill>
                <a:latin typeface="Ubuntu Light" panose="020B0304030602030204" pitchFamily="34" charset="0"/>
                <a:ea typeface="+mn-ea"/>
                <a:cs typeface="+mn-cs"/>
              </a:defRPr>
            </a:lvl3pPr>
            <a:lvl4pPr marL="288000" indent="-144000" algn="l" defTabSz="914400" rtl="0" eaLnBrk="1" latinLnBrk="0" hangingPunct="1">
              <a:lnSpc>
                <a:spcPct val="100000"/>
              </a:lnSpc>
              <a:spcBef>
                <a:spcPts val="300"/>
              </a:spcBef>
              <a:spcAft>
                <a:spcPts val="0"/>
              </a:spcAft>
              <a:buClrTx/>
              <a:buSzPct val="120000"/>
              <a:buFont typeface="Ubuntu" panose="020B0504030602030204" pitchFamily="34" charset="0"/>
              <a:buChar char="−"/>
              <a:defRPr sz="900" kern="1200" baseline="0">
                <a:solidFill>
                  <a:schemeClr val="tx1"/>
                </a:solidFill>
                <a:latin typeface="Ubuntu Light" panose="020B0304030602030204" pitchFamily="34" charset="0"/>
                <a:ea typeface="+mn-ea"/>
                <a:cs typeface="+mn-cs"/>
              </a:defRPr>
            </a:lvl4pPr>
            <a:lvl5pPr marL="432000" indent="-144000" algn="l" defTabSz="914400" rtl="0" eaLnBrk="1" latinLnBrk="0" hangingPunct="1">
              <a:lnSpc>
                <a:spcPct val="100000"/>
              </a:lnSpc>
              <a:spcBef>
                <a:spcPts val="300"/>
              </a:spcBef>
              <a:spcAft>
                <a:spcPts val="0"/>
              </a:spcAft>
              <a:buClr>
                <a:schemeClr val="accent2"/>
              </a:buClr>
              <a:buSzPct val="120000"/>
              <a:buFont typeface="Arial" panose="020B0604020202020204" pitchFamily="34" charset="0"/>
              <a:buChar char="•"/>
              <a:defRPr sz="900" kern="1200" baseline="0">
                <a:solidFill>
                  <a:schemeClr val="tx1"/>
                </a:solidFill>
                <a:latin typeface="Ubuntu Light" panose="020B03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t>Process identification </a:t>
            </a:r>
            <a:br>
              <a:rPr lang="en-GB"/>
            </a:br>
            <a:r>
              <a:rPr lang="en-GB"/>
              <a:t>&amp; Discovery</a:t>
            </a:r>
          </a:p>
          <a:p>
            <a:pPr lvl="2"/>
            <a:r>
              <a:rPr lang="en-AU"/>
              <a:t>Collect an inventory list of all the most critical processes related to Networks and Operations area</a:t>
            </a:r>
          </a:p>
          <a:p>
            <a:pPr lvl="2"/>
            <a:r>
              <a:rPr lang="en-AU"/>
              <a:t>Prioritisation of the process inventory to identify the next process in the backlog selected for improvement</a:t>
            </a:r>
          </a:p>
          <a:p>
            <a:pPr lvl="2"/>
            <a:endParaRPr lang="en-GB"/>
          </a:p>
        </p:txBody>
      </p:sp>
    </p:spTree>
    <p:extLst>
      <p:ext uri="{BB962C8B-B14F-4D97-AF65-F5344CB8AC3E}">
        <p14:creationId xmlns:p14="http://schemas.microsoft.com/office/powerpoint/2010/main" val="2282046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Table 23">
            <a:extLst>
              <a:ext uri="{FF2B5EF4-FFF2-40B4-BE49-F238E27FC236}">
                <a16:creationId xmlns:a16="http://schemas.microsoft.com/office/drawing/2014/main" id="{6A024482-DF33-80E9-71A6-F9161AE2D7C6}"/>
              </a:ext>
            </a:extLst>
          </p:cNvPr>
          <p:cNvGraphicFramePr>
            <a:graphicFrameLocks noGrp="1"/>
          </p:cNvGraphicFramePr>
          <p:nvPr>
            <p:extLst>
              <p:ext uri="{D42A27DB-BD31-4B8C-83A1-F6EECF244321}">
                <p14:modId xmlns:p14="http://schemas.microsoft.com/office/powerpoint/2010/main" val="3702817662"/>
              </p:ext>
            </p:extLst>
          </p:nvPr>
        </p:nvGraphicFramePr>
        <p:xfrm>
          <a:off x="535698" y="1324532"/>
          <a:ext cx="6494494" cy="3484859"/>
        </p:xfrm>
        <a:graphic>
          <a:graphicData uri="http://schemas.openxmlformats.org/drawingml/2006/table">
            <a:tbl>
              <a:tblPr firstRow="1" bandRow="1"/>
              <a:tblGrid>
                <a:gridCol w="645861">
                  <a:extLst>
                    <a:ext uri="{9D8B030D-6E8A-4147-A177-3AD203B41FA5}">
                      <a16:colId xmlns:a16="http://schemas.microsoft.com/office/drawing/2014/main" val="2486100687"/>
                    </a:ext>
                  </a:extLst>
                </a:gridCol>
                <a:gridCol w="5848633">
                  <a:extLst>
                    <a:ext uri="{9D8B030D-6E8A-4147-A177-3AD203B41FA5}">
                      <a16:colId xmlns:a16="http://schemas.microsoft.com/office/drawing/2014/main" val="3847604388"/>
                    </a:ext>
                  </a:extLst>
                </a:gridCol>
              </a:tblGrid>
              <a:tr h="3484859">
                <a:tc>
                  <a:txBody>
                    <a:bodyPr/>
                    <a:lstStyle/>
                    <a:p>
                      <a:pPr marL="0" marR="0" lvl="1" indent="0" algn="r" defTabSz="914400" rtl="0" eaLnBrk="1" fontAlgn="auto" latinLnBrk="0" hangingPunct="1">
                        <a:lnSpc>
                          <a:spcPct val="100000"/>
                        </a:lnSpc>
                        <a:spcBef>
                          <a:spcPts val="600"/>
                        </a:spcBef>
                        <a:spcAft>
                          <a:spcPts val="0"/>
                        </a:spcAft>
                        <a:buClr>
                          <a:srgbClr val="0070AD"/>
                        </a:buClr>
                        <a:buSzPct val="120000"/>
                        <a:buFont typeface="Wingdings" panose="05000000000000000000" pitchFamily="2" charset="2"/>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mn-lt"/>
                          <a:ea typeface="+mn-ea"/>
                          <a:cs typeface="+mn-cs"/>
                        </a:rPr>
                        <a:t>Scope </a:t>
                      </a:r>
                      <a:br>
                        <a:rPr kumimoji="0" lang="en-AU" sz="1000" b="1" i="0" u="none" strike="noStrike" kern="1200" cap="all" spc="0" normalizeH="0" baseline="0" noProof="0">
                          <a:ln>
                            <a:noFill/>
                          </a:ln>
                          <a:solidFill>
                            <a:schemeClr val="accent3">
                              <a:lumMod val="75000"/>
                              <a:lumOff val="25000"/>
                            </a:schemeClr>
                          </a:solidFill>
                          <a:effectLst/>
                          <a:uLnTx/>
                          <a:uFillTx/>
                          <a:latin typeface="+mn-lt"/>
                          <a:ea typeface="+mn-ea"/>
                          <a:cs typeface="+mn-cs"/>
                        </a:rPr>
                      </a:br>
                      <a:r>
                        <a:rPr kumimoji="0" lang="en-AU" sz="1000" b="1" i="0" u="none" strike="noStrike" kern="1200" cap="all" spc="0" normalizeH="0" baseline="0" noProof="0">
                          <a:ln>
                            <a:noFill/>
                          </a:ln>
                          <a:solidFill>
                            <a:schemeClr val="accent3">
                              <a:lumMod val="75000"/>
                              <a:lumOff val="25000"/>
                            </a:schemeClr>
                          </a:solidFill>
                          <a:effectLst/>
                          <a:uLnTx/>
                          <a:uFillTx/>
                          <a:latin typeface="+mn-lt"/>
                          <a:ea typeface="+mn-ea"/>
                          <a:cs typeface="+mn-cs"/>
                        </a:rPr>
                        <a:t>of this </a:t>
                      </a:r>
                      <a:br>
                        <a:rPr kumimoji="0" lang="en-AU" sz="1000" b="1" i="0" u="none" strike="noStrike" kern="1200" cap="all" spc="0" normalizeH="0" baseline="0" noProof="0">
                          <a:ln>
                            <a:noFill/>
                          </a:ln>
                          <a:solidFill>
                            <a:schemeClr val="accent3">
                              <a:lumMod val="75000"/>
                              <a:lumOff val="25000"/>
                            </a:schemeClr>
                          </a:solidFill>
                          <a:effectLst/>
                          <a:uLnTx/>
                          <a:uFillTx/>
                          <a:latin typeface="+mn-lt"/>
                          <a:ea typeface="+mn-ea"/>
                          <a:cs typeface="+mn-cs"/>
                        </a:rPr>
                      </a:br>
                      <a:r>
                        <a:rPr kumimoji="0" lang="en-AU" sz="1000" b="1" i="0" u="none" strike="noStrike" kern="1200" cap="all" spc="0" normalizeH="0" baseline="0" noProof="0">
                          <a:ln>
                            <a:noFill/>
                          </a:ln>
                          <a:solidFill>
                            <a:schemeClr val="accent3">
                              <a:lumMod val="75000"/>
                              <a:lumOff val="25000"/>
                            </a:schemeClr>
                          </a:solidFill>
                          <a:effectLst/>
                          <a:uLnTx/>
                          <a:uFillTx/>
                          <a:latin typeface="+mn-lt"/>
                          <a:ea typeface="+mn-ea"/>
                          <a:cs typeface="+mn-cs"/>
                        </a:rPr>
                        <a:t>RfI</a:t>
                      </a:r>
                    </a:p>
                  </a:txBody>
                  <a:tcPr marL="0" marR="108000" marT="0" marB="0" anchor="ctr">
                    <a:lnL w="6350" cap="flat" cmpd="sng" algn="ctr">
                      <a:noFill/>
                      <a:prstDash val="solid"/>
                      <a:round/>
                      <a:headEnd type="none" w="med" len="med"/>
                      <a:tailEnd type="none" w="med" len="med"/>
                    </a:lnL>
                    <a:lnR w="19050" cap="flat" cmpd="sng" algn="ctr">
                      <a:solidFill>
                        <a:schemeClr val="accent3">
                          <a:lumMod val="75000"/>
                          <a:lumOff val="25000"/>
                        </a:schemeClr>
                      </a:solidFill>
                      <a:prstDash val="sysDot"/>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endPar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endParaRPr>
                    </a:p>
                  </a:txBody>
                  <a:tcPr marL="72000" marR="0" marT="72000" marB="0" anchor="ctr">
                    <a:lnL w="19050" cap="flat" cmpd="sng" algn="ctr">
                      <a:solidFill>
                        <a:schemeClr val="accent3">
                          <a:lumMod val="75000"/>
                          <a:lumOff val="25000"/>
                        </a:schemeClr>
                      </a:solidFill>
                      <a:prstDash val="sysDot"/>
                      <a:round/>
                      <a:headEnd type="none" w="med" len="med"/>
                      <a:tailEnd type="none" w="med" len="med"/>
                    </a:lnL>
                    <a:lnR w="19050" cap="flat" cmpd="sng" algn="ctr">
                      <a:solidFill>
                        <a:schemeClr val="accent3">
                          <a:lumMod val="75000"/>
                          <a:lumOff val="25000"/>
                        </a:schemeClr>
                      </a:solidFill>
                      <a:prstDash val="sysDot"/>
                      <a:round/>
                      <a:headEnd type="none" w="med" len="med"/>
                      <a:tailEnd type="none" w="med" len="med"/>
                    </a:lnR>
                    <a:lnT w="19050" cap="flat" cmpd="sng" algn="ctr">
                      <a:solidFill>
                        <a:schemeClr val="accent3">
                          <a:lumMod val="75000"/>
                          <a:lumOff val="25000"/>
                        </a:schemeClr>
                      </a:solidFill>
                      <a:prstDash val="sysDot"/>
                      <a:round/>
                      <a:headEnd type="none" w="med" len="med"/>
                      <a:tailEnd type="none" w="med" len="med"/>
                    </a:lnT>
                    <a:lnB w="19050" cap="flat" cmpd="sng" algn="ctr">
                      <a:solidFill>
                        <a:schemeClr val="accent3">
                          <a:lumMod val="75000"/>
                          <a:lumOff val="25000"/>
                        </a:schemeClr>
                      </a:solid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sp>
        <p:nvSpPr>
          <p:cNvPr id="2" name="Title 1">
            <a:extLst>
              <a:ext uri="{FF2B5EF4-FFF2-40B4-BE49-F238E27FC236}">
                <a16:creationId xmlns:a16="http://schemas.microsoft.com/office/drawing/2014/main" id="{A2870368-E4CB-2C4F-903C-AFEA94336B57}"/>
              </a:ext>
            </a:extLst>
          </p:cNvPr>
          <p:cNvSpPr>
            <a:spLocks noGrp="1"/>
          </p:cNvSpPr>
          <p:nvPr>
            <p:ph type="title"/>
          </p:nvPr>
        </p:nvSpPr>
        <p:spPr/>
        <p:txBody>
          <a:bodyPr/>
          <a:lstStyle/>
          <a:p>
            <a:r>
              <a:rPr lang="en-GB"/>
              <a:t>Capgemini's Process Lifecycle Management Service</a:t>
            </a:r>
          </a:p>
        </p:txBody>
      </p:sp>
      <p:sp>
        <p:nvSpPr>
          <p:cNvPr id="5" name="Text Placeholder 4">
            <a:extLst>
              <a:ext uri="{FF2B5EF4-FFF2-40B4-BE49-F238E27FC236}">
                <a16:creationId xmlns:a16="http://schemas.microsoft.com/office/drawing/2014/main" id="{8A9A231B-E06B-3B20-B8CB-323A36A42DC4}"/>
              </a:ext>
            </a:extLst>
          </p:cNvPr>
          <p:cNvSpPr>
            <a:spLocks noGrp="1"/>
          </p:cNvSpPr>
          <p:nvPr>
            <p:ph type="body" sz="quarter" idx="13"/>
          </p:nvPr>
        </p:nvSpPr>
        <p:spPr/>
        <p:txBody>
          <a:bodyPr/>
          <a:lstStyle/>
          <a:p>
            <a:r>
              <a:rPr lang="en-AU" dirty="0"/>
              <a:t>02 |Our Process service to enable client to focus on its core objectives</a:t>
            </a:r>
            <a:endParaRPr lang="en-GB" dirty="0"/>
          </a:p>
        </p:txBody>
      </p:sp>
      <p:graphicFrame>
        <p:nvGraphicFramePr>
          <p:cNvPr id="12" name="Table 11">
            <a:extLst>
              <a:ext uri="{FF2B5EF4-FFF2-40B4-BE49-F238E27FC236}">
                <a16:creationId xmlns:a16="http://schemas.microsoft.com/office/drawing/2014/main" id="{1A39AE10-F5B2-594C-2A10-3E59F82C4AB2}"/>
              </a:ext>
            </a:extLst>
          </p:cNvPr>
          <p:cNvGraphicFramePr>
            <a:graphicFrameLocks noGrp="1"/>
          </p:cNvGraphicFramePr>
          <p:nvPr>
            <p:extLst>
              <p:ext uri="{D42A27DB-BD31-4B8C-83A1-F6EECF244321}">
                <p14:modId xmlns:p14="http://schemas.microsoft.com/office/powerpoint/2010/main" val="1476673191"/>
              </p:ext>
            </p:extLst>
          </p:nvPr>
        </p:nvGraphicFramePr>
        <p:xfrm>
          <a:off x="1330959" y="1239496"/>
          <a:ext cx="1800000" cy="3086870"/>
        </p:xfrm>
        <a:graphic>
          <a:graphicData uri="http://schemas.openxmlformats.org/drawingml/2006/table">
            <a:tbl>
              <a:tblPr firstRow="1" bandRow="1"/>
              <a:tblGrid>
                <a:gridCol w="1800000">
                  <a:extLst>
                    <a:ext uri="{9D8B030D-6E8A-4147-A177-3AD203B41FA5}">
                      <a16:colId xmlns:a16="http://schemas.microsoft.com/office/drawing/2014/main" val="3847604388"/>
                    </a:ext>
                  </a:extLst>
                </a:gridCol>
              </a:tblGrid>
              <a:tr h="432000">
                <a:tc>
                  <a:txBody>
                    <a:bodyPr/>
                    <a:lstStyle/>
                    <a:p>
                      <a:pPr marL="0" marR="0" lvl="1" indent="0" algn="ctr" defTabSz="914400" rtl="0" eaLnBrk="1" fontAlgn="auto" latinLnBrk="0" hangingPunct="1">
                        <a:lnSpc>
                          <a:spcPct val="100000"/>
                        </a:lnSpc>
                        <a:spcBef>
                          <a:spcPts val="600"/>
                        </a:spcBef>
                        <a:spcAft>
                          <a:spcPts val="0"/>
                        </a:spcAft>
                        <a:buClr>
                          <a:schemeClr val="accent1"/>
                        </a:buClr>
                        <a:buSzPct val="120000"/>
                        <a:buFont typeface="Wingdings" panose="05000000000000000000" pitchFamily="2" charset="2"/>
                        <a:buNone/>
                        <a:tabLst/>
                        <a:defRPr/>
                      </a:pPr>
                      <a:endParaRPr kumimoji="0" lang="en-AU" sz="1200" b="1" i="0" u="none" strike="noStrike" kern="1200" cap="all" spc="0" normalizeH="0" baseline="0" noProof="0">
                        <a:ln>
                          <a:noFill/>
                        </a:ln>
                        <a:solidFill>
                          <a:schemeClr val="accent1"/>
                        </a:solidFill>
                        <a:effectLst/>
                        <a:uLnTx/>
                        <a:uFillTx/>
                        <a:latin typeface="+mn-lt"/>
                        <a:ea typeface="+mn-ea"/>
                        <a:cs typeface="+mn-cs"/>
                      </a:endParaRPr>
                    </a:p>
                  </a:txBody>
                  <a:tcPr marL="0" marR="0" marT="0" marB="108000" anchor="b">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1615958"/>
                  </a:ext>
                </a:extLst>
              </a:tr>
              <a:tr h="60287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Process Identification and Discovery</a:t>
                      </a:r>
                    </a:p>
                  </a:txBody>
                  <a:tcPr marL="72000" marR="0" marT="72000" marB="0"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2052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Identification of processes that are candidates for improvement</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Prioritisation of the process inventory</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Collate process artefacts / documentation</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architecture</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maturity assessment </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prioritisation</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379425"/>
                  </a:ext>
                </a:extLst>
              </a:tr>
            </a:tbl>
          </a:graphicData>
        </a:graphic>
      </p:graphicFrame>
      <p:graphicFrame>
        <p:nvGraphicFramePr>
          <p:cNvPr id="13" name="Table 12">
            <a:extLst>
              <a:ext uri="{FF2B5EF4-FFF2-40B4-BE49-F238E27FC236}">
                <a16:creationId xmlns:a16="http://schemas.microsoft.com/office/drawing/2014/main" id="{1270BE70-1C5D-4B1B-9315-C10DF5601F4E}"/>
              </a:ext>
            </a:extLst>
          </p:cNvPr>
          <p:cNvGraphicFramePr>
            <a:graphicFrameLocks noGrp="1"/>
          </p:cNvGraphicFramePr>
          <p:nvPr>
            <p:extLst>
              <p:ext uri="{D42A27DB-BD31-4B8C-83A1-F6EECF244321}">
                <p14:modId xmlns:p14="http://schemas.microsoft.com/office/powerpoint/2010/main" val="1530964659"/>
              </p:ext>
            </p:extLst>
          </p:nvPr>
        </p:nvGraphicFramePr>
        <p:xfrm>
          <a:off x="3257219" y="1239496"/>
          <a:ext cx="1800000" cy="3132000"/>
        </p:xfrm>
        <a:graphic>
          <a:graphicData uri="http://schemas.openxmlformats.org/drawingml/2006/table">
            <a:tbl>
              <a:tblPr firstRow="1" bandRow="1"/>
              <a:tblGrid>
                <a:gridCol w="1800000">
                  <a:extLst>
                    <a:ext uri="{9D8B030D-6E8A-4147-A177-3AD203B41FA5}">
                      <a16:colId xmlns:a16="http://schemas.microsoft.com/office/drawing/2014/main" val="3847604388"/>
                    </a:ext>
                  </a:extLst>
                </a:gridCol>
              </a:tblGrid>
              <a:tr h="432000">
                <a:tc>
                  <a:txBody>
                    <a:bodyPr/>
                    <a:lstStyle/>
                    <a:p>
                      <a:pPr marL="0" marR="0" lvl="1" indent="0" algn="ctr" defTabSz="914400" rtl="0" eaLnBrk="1" fontAlgn="auto" latinLnBrk="0" hangingPunct="1">
                        <a:lnSpc>
                          <a:spcPct val="100000"/>
                        </a:lnSpc>
                        <a:spcBef>
                          <a:spcPts val="600"/>
                        </a:spcBef>
                        <a:spcAft>
                          <a:spcPts val="0"/>
                        </a:spcAft>
                        <a:buClr>
                          <a:schemeClr val="accent1"/>
                        </a:buClr>
                        <a:buSzPct val="120000"/>
                        <a:buFont typeface="Wingdings" panose="05000000000000000000" pitchFamily="2" charset="2"/>
                        <a:buNone/>
                        <a:tabLst/>
                        <a:defRPr/>
                      </a:pPr>
                      <a:endParaRPr kumimoji="0" lang="en-AU" sz="1200" b="1" i="0" u="none" strike="noStrike" kern="1200" cap="all" spc="0" normalizeH="0" baseline="0" noProof="0">
                        <a:ln>
                          <a:noFill/>
                        </a:ln>
                        <a:solidFill>
                          <a:schemeClr val="accent1"/>
                        </a:solidFill>
                        <a:effectLst/>
                        <a:uLnTx/>
                        <a:uFillTx/>
                        <a:latin typeface="+mn-lt"/>
                        <a:ea typeface="+mn-ea"/>
                        <a:cs typeface="+mn-cs"/>
                      </a:endParaRPr>
                    </a:p>
                  </a:txBody>
                  <a:tcPr marL="0" marR="0" marT="0" marB="108000" anchor="b">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1615958"/>
                  </a:ext>
                </a:extLst>
              </a:tr>
              <a:tr h="64800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Process </a:t>
                      </a:r>
                      <a:b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b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Analysis</a:t>
                      </a:r>
                    </a:p>
                  </a:txBody>
                  <a:tcPr marL="72000" marR="0" marT="72000" marB="0"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2052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As-Is process mapping</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mining</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Analyse data</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Value stream mapping (VSM)</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SIPOC analysis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Identify opportunities for simplification and automation</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Root cause analysis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Identify process performance metrics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reporting requirements</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6791392"/>
                  </a:ext>
                </a:extLst>
              </a:tr>
            </a:tbl>
          </a:graphicData>
        </a:graphic>
      </p:graphicFrame>
      <p:graphicFrame>
        <p:nvGraphicFramePr>
          <p:cNvPr id="16" name="Table 15">
            <a:extLst>
              <a:ext uri="{FF2B5EF4-FFF2-40B4-BE49-F238E27FC236}">
                <a16:creationId xmlns:a16="http://schemas.microsoft.com/office/drawing/2014/main" id="{1FADE568-2E84-8528-5737-5B163D0E5B3C}"/>
              </a:ext>
            </a:extLst>
          </p:cNvPr>
          <p:cNvGraphicFramePr>
            <a:graphicFrameLocks noGrp="1"/>
          </p:cNvGraphicFramePr>
          <p:nvPr>
            <p:extLst>
              <p:ext uri="{D42A27DB-BD31-4B8C-83A1-F6EECF244321}">
                <p14:modId xmlns:p14="http://schemas.microsoft.com/office/powerpoint/2010/main" val="3414133593"/>
              </p:ext>
            </p:extLst>
          </p:nvPr>
        </p:nvGraphicFramePr>
        <p:xfrm>
          <a:off x="5183479" y="1239496"/>
          <a:ext cx="1800000" cy="3514200"/>
        </p:xfrm>
        <a:graphic>
          <a:graphicData uri="http://schemas.openxmlformats.org/drawingml/2006/table">
            <a:tbl>
              <a:tblPr firstRow="1" bandRow="1"/>
              <a:tblGrid>
                <a:gridCol w="1800000">
                  <a:extLst>
                    <a:ext uri="{9D8B030D-6E8A-4147-A177-3AD203B41FA5}">
                      <a16:colId xmlns:a16="http://schemas.microsoft.com/office/drawing/2014/main" val="3847604388"/>
                    </a:ext>
                  </a:extLst>
                </a:gridCol>
              </a:tblGrid>
              <a:tr h="432000">
                <a:tc>
                  <a:txBody>
                    <a:bodyPr/>
                    <a:lstStyle/>
                    <a:p>
                      <a:pPr marL="0" marR="0" lvl="1" indent="0" algn="ctr" defTabSz="914400" rtl="0" eaLnBrk="1" fontAlgn="auto" latinLnBrk="0" hangingPunct="1">
                        <a:lnSpc>
                          <a:spcPct val="100000"/>
                        </a:lnSpc>
                        <a:spcBef>
                          <a:spcPts val="600"/>
                        </a:spcBef>
                        <a:spcAft>
                          <a:spcPts val="0"/>
                        </a:spcAft>
                        <a:buClr>
                          <a:schemeClr val="accent1"/>
                        </a:buClr>
                        <a:buSzPct val="120000"/>
                        <a:buFont typeface="Wingdings" panose="05000000000000000000" pitchFamily="2" charset="2"/>
                        <a:buNone/>
                        <a:tabLst/>
                        <a:defRPr/>
                      </a:pPr>
                      <a:r>
                        <a:rPr kumimoji="0" lang="en-AU" sz="1200" b="1" i="0" u="none" strike="noStrike" kern="1200" cap="all" spc="0" normalizeH="0" baseline="0" noProof="0" dirty="0">
                          <a:ln>
                            <a:noFill/>
                          </a:ln>
                          <a:solidFill>
                            <a:schemeClr val="accent1"/>
                          </a:solidFill>
                          <a:effectLst/>
                          <a:uLnTx/>
                          <a:uFillTx/>
                          <a:latin typeface="+mn-lt"/>
                          <a:ea typeface="+mn-ea"/>
                          <a:cs typeface="+mn-cs"/>
                        </a:rPr>
                        <a:t>Design</a:t>
                      </a:r>
                    </a:p>
                  </a:txBody>
                  <a:tcPr marL="0" marR="0" marT="0" marB="108000" anchor="b">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1615958"/>
                  </a:ext>
                </a:extLst>
              </a:tr>
              <a:tr h="64800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Process </a:t>
                      </a:r>
                      <a:b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b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Re-Design</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2052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dirty="0">
                          <a:solidFill>
                            <a:schemeClr val="tx1"/>
                          </a:solidFill>
                          <a:latin typeface="Ubuntu Light" panose="020B0304030602030204" pitchFamily="34" charset="0"/>
                          <a:ea typeface="+mn-ea"/>
                          <a:cs typeface="+mn-cs"/>
                        </a:rPr>
                        <a:t>Design thinking</a:t>
                      </a:r>
                      <a:endPar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dirty="0">
                          <a:solidFill>
                            <a:schemeClr val="tx1"/>
                          </a:solidFill>
                          <a:latin typeface="Ubuntu Light" panose="020B0304030602030204" pitchFamily="34" charset="0"/>
                          <a:ea typeface="+mn-ea"/>
                          <a:cs typeface="+mn-cs"/>
                        </a:rPr>
                        <a:t>Value driver assessment </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dirty="0">
                          <a:solidFill>
                            <a:schemeClr val="tx1"/>
                          </a:solidFill>
                          <a:latin typeface="Ubuntu Light" panose="020B0304030602030204" pitchFamily="34" charset="0"/>
                          <a:ea typeface="+mn-ea"/>
                          <a:cs typeface="+mn-cs"/>
                        </a:rPr>
                        <a:t>Business case</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dirty="0">
                          <a:solidFill>
                            <a:schemeClr val="tx1"/>
                          </a:solidFill>
                          <a:latin typeface="Ubuntu Light" panose="020B0304030602030204" pitchFamily="34" charset="0"/>
                          <a:ea typeface="+mn-ea"/>
                          <a:cs typeface="+mn-cs"/>
                        </a:rPr>
                        <a:t>DVF (Desirability, Viability, Feasibility) Solution prioritisation (Go/No-Go)</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dirty="0">
                          <a:solidFill>
                            <a:schemeClr val="tx1"/>
                          </a:solidFill>
                          <a:latin typeface="Ubuntu Light" panose="020B0304030602030204" pitchFamily="34" charset="0"/>
                          <a:ea typeface="+mn-ea"/>
                          <a:cs typeface="+mn-cs"/>
                        </a:rPr>
                        <a:t>Design future state process map</a:t>
                      </a:r>
                    </a:p>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dirty="0">
                          <a:solidFill>
                            <a:schemeClr val="tx1"/>
                          </a:solidFill>
                          <a:latin typeface="Ubuntu Light" panose="020B0304030602030204" pitchFamily="34" charset="0"/>
                          <a:ea typeface="+mn-ea"/>
                          <a:cs typeface="+mn-cs"/>
                        </a:rPr>
                        <a:t>client is accountable for:</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Detailed solution design (mock-ups, wireframes, focus groups, UX design)</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dirty="0">
                          <a:solidFill>
                            <a:schemeClr val="tx1"/>
                          </a:solidFill>
                          <a:latin typeface="Ubuntu Light" panose="020B0304030602030204" pitchFamily="34" charset="0"/>
                          <a:ea typeface="+mn-ea"/>
                          <a:cs typeface="+mn-cs"/>
                        </a:rPr>
                        <a:t>RPA</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dirty="0">
                          <a:solidFill>
                            <a:schemeClr val="tx1"/>
                          </a:solidFill>
                          <a:latin typeface="Ubuntu Light" panose="020B0304030602030204" pitchFamily="34" charset="0"/>
                          <a:ea typeface="+mn-ea"/>
                          <a:cs typeface="+mn-cs"/>
                        </a:rPr>
                        <a:t>Implementation roadmap and backlog</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313911"/>
                  </a:ext>
                </a:extLst>
              </a:tr>
            </a:tbl>
          </a:graphicData>
        </a:graphic>
      </p:graphicFrame>
      <p:graphicFrame>
        <p:nvGraphicFramePr>
          <p:cNvPr id="17" name="Table 16">
            <a:extLst>
              <a:ext uri="{FF2B5EF4-FFF2-40B4-BE49-F238E27FC236}">
                <a16:creationId xmlns:a16="http://schemas.microsoft.com/office/drawing/2014/main" id="{2065F568-49C8-1C2D-9979-97030222A9AC}"/>
              </a:ext>
            </a:extLst>
          </p:cNvPr>
          <p:cNvGraphicFramePr>
            <a:graphicFrameLocks noGrp="1"/>
          </p:cNvGraphicFramePr>
          <p:nvPr>
            <p:extLst>
              <p:ext uri="{D42A27DB-BD31-4B8C-83A1-F6EECF244321}">
                <p14:modId xmlns:p14="http://schemas.microsoft.com/office/powerpoint/2010/main" val="1920819329"/>
              </p:ext>
            </p:extLst>
          </p:nvPr>
        </p:nvGraphicFramePr>
        <p:xfrm>
          <a:off x="7109739" y="1239008"/>
          <a:ext cx="1800000" cy="3132000"/>
        </p:xfrm>
        <a:graphic>
          <a:graphicData uri="http://schemas.openxmlformats.org/drawingml/2006/table">
            <a:tbl>
              <a:tblPr firstRow="1" bandRow="1"/>
              <a:tblGrid>
                <a:gridCol w="1800000">
                  <a:extLst>
                    <a:ext uri="{9D8B030D-6E8A-4147-A177-3AD203B41FA5}">
                      <a16:colId xmlns:a16="http://schemas.microsoft.com/office/drawing/2014/main" val="3847604388"/>
                    </a:ext>
                  </a:extLst>
                </a:gridCol>
              </a:tblGrid>
              <a:tr h="432000">
                <a:tc>
                  <a:txBody>
                    <a:bodyPr/>
                    <a:lstStyle/>
                    <a:p>
                      <a:pPr marL="0" marR="0" lvl="1" indent="0" algn="ctr" defTabSz="914400" rtl="0" eaLnBrk="1" fontAlgn="auto" latinLnBrk="0" hangingPunct="1">
                        <a:lnSpc>
                          <a:spcPct val="100000"/>
                        </a:lnSpc>
                        <a:spcBef>
                          <a:spcPts val="600"/>
                        </a:spcBef>
                        <a:spcAft>
                          <a:spcPts val="0"/>
                        </a:spcAft>
                        <a:buClr>
                          <a:schemeClr val="accent1"/>
                        </a:buClr>
                        <a:buSzPct val="120000"/>
                        <a:buFont typeface="Wingdings" panose="05000000000000000000" pitchFamily="2" charset="2"/>
                        <a:buNone/>
                        <a:tabLst/>
                        <a:defRPr/>
                      </a:pPr>
                      <a:r>
                        <a:rPr kumimoji="0" lang="en-AU" sz="1200" b="1" i="0" u="none" strike="noStrike" kern="1200" cap="all" spc="0" normalizeH="0" baseline="0" noProof="0">
                          <a:ln>
                            <a:noFill/>
                          </a:ln>
                          <a:solidFill>
                            <a:schemeClr val="accent1"/>
                          </a:solidFill>
                          <a:effectLst/>
                          <a:uLnTx/>
                          <a:uFillTx/>
                          <a:latin typeface="+mn-lt"/>
                          <a:ea typeface="+mn-ea"/>
                          <a:cs typeface="+mn-cs"/>
                        </a:rPr>
                        <a:t>Implement</a:t>
                      </a:r>
                    </a:p>
                  </a:txBody>
                  <a:tcPr marL="0" marR="0" marT="0" marB="108000" anchor="b">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1615958"/>
                  </a:ext>
                </a:extLst>
              </a:tr>
              <a:tr h="64800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Process Implementation</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2052000">
                <a:tc>
                  <a:txBody>
                    <a:bodyPr/>
                    <a:lstStyle/>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Build, test &amp; trial</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Organisational change management</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Release and transition management</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Training and enablement</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3334903"/>
                  </a:ext>
                </a:extLst>
              </a:tr>
            </a:tbl>
          </a:graphicData>
        </a:graphic>
      </p:graphicFrame>
      <p:graphicFrame>
        <p:nvGraphicFramePr>
          <p:cNvPr id="18" name="Table 17">
            <a:extLst>
              <a:ext uri="{FF2B5EF4-FFF2-40B4-BE49-F238E27FC236}">
                <a16:creationId xmlns:a16="http://schemas.microsoft.com/office/drawing/2014/main" id="{59691F46-8643-5871-85CF-13C9E90AB71A}"/>
              </a:ext>
            </a:extLst>
          </p:cNvPr>
          <p:cNvGraphicFramePr>
            <a:graphicFrameLocks noGrp="1"/>
          </p:cNvGraphicFramePr>
          <p:nvPr>
            <p:extLst>
              <p:ext uri="{D42A27DB-BD31-4B8C-83A1-F6EECF244321}">
                <p14:modId xmlns:p14="http://schemas.microsoft.com/office/powerpoint/2010/main" val="3933090537"/>
              </p:ext>
            </p:extLst>
          </p:nvPr>
        </p:nvGraphicFramePr>
        <p:xfrm>
          <a:off x="9035999" y="1239496"/>
          <a:ext cx="1800000" cy="3132000"/>
        </p:xfrm>
        <a:graphic>
          <a:graphicData uri="http://schemas.openxmlformats.org/drawingml/2006/table">
            <a:tbl>
              <a:tblPr firstRow="1" bandRow="1"/>
              <a:tblGrid>
                <a:gridCol w="1800000">
                  <a:extLst>
                    <a:ext uri="{9D8B030D-6E8A-4147-A177-3AD203B41FA5}">
                      <a16:colId xmlns:a16="http://schemas.microsoft.com/office/drawing/2014/main" val="3847604388"/>
                    </a:ext>
                  </a:extLst>
                </a:gridCol>
              </a:tblGrid>
              <a:tr h="432000">
                <a:tc>
                  <a:txBody>
                    <a:bodyPr/>
                    <a:lstStyle/>
                    <a:p>
                      <a:pPr marL="0" marR="0" lvl="1" indent="0" algn="ctr" defTabSz="914400" rtl="0" eaLnBrk="1" fontAlgn="auto" latinLnBrk="0" hangingPunct="1">
                        <a:lnSpc>
                          <a:spcPct val="100000"/>
                        </a:lnSpc>
                        <a:spcBef>
                          <a:spcPts val="600"/>
                        </a:spcBef>
                        <a:spcAft>
                          <a:spcPts val="0"/>
                        </a:spcAft>
                        <a:buClr>
                          <a:schemeClr val="accent1"/>
                        </a:buClr>
                        <a:buSzPct val="120000"/>
                        <a:buFont typeface="Wingdings" panose="05000000000000000000" pitchFamily="2" charset="2"/>
                        <a:buNone/>
                        <a:tabLst/>
                        <a:defRPr/>
                      </a:pPr>
                      <a:r>
                        <a:rPr kumimoji="0" lang="en-AU" sz="1200" b="1" i="0" u="none" strike="noStrike" kern="1200" cap="all" spc="0" normalizeH="0" baseline="0" noProof="0">
                          <a:ln>
                            <a:noFill/>
                          </a:ln>
                          <a:solidFill>
                            <a:schemeClr val="accent1"/>
                          </a:solidFill>
                          <a:effectLst/>
                          <a:uLnTx/>
                          <a:uFillTx/>
                          <a:latin typeface="+mn-lt"/>
                          <a:ea typeface="+mn-ea"/>
                          <a:cs typeface="+mn-cs"/>
                        </a:rPr>
                        <a:t>Continuous Improvement</a:t>
                      </a:r>
                    </a:p>
                  </a:txBody>
                  <a:tcPr marL="0" marR="0" marT="0" marB="36000"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1615958"/>
                  </a:ext>
                </a:extLst>
              </a:tr>
              <a:tr h="64800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Process </a:t>
                      </a:r>
                      <a:b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b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Optimisation</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2052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BAU process performance reporting</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Continuous monitoring of process performance</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benchmarking </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Optimisation cycle - plan, do, check, adjust approach (PDCA)</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Regular review of backlog items that may be implemented to further improve process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Assess process for further improvements </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8136432"/>
                  </a:ext>
                </a:extLst>
              </a:tr>
            </a:tbl>
          </a:graphicData>
        </a:graphic>
      </p:graphicFrame>
      <p:graphicFrame>
        <p:nvGraphicFramePr>
          <p:cNvPr id="19" name="Table 18">
            <a:extLst>
              <a:ext uri="{FF2B5EF4-FFF2-40B4-BE49-F238E27FC236}">
                <a16:creationId xmlns:a16="http://schemas.microsoft.com/office/drawing/2014/main" id="{4C0EFCC9-8A3D-2688-A9A7-7384FDA99408}"/>
              </a:ext>
            </a:extLst>
          </p:cNvPr>
          <p:cNvGraphicFramePr>
            <a:graphicFrameLocks noGrp="1"/>
          </p:cNvGraphicFramePr>
          <p:nvPr>
            <p:extLst>
              <p:ext uri="{D42A27DB-BD31-4B8C-83A1-F6EECF244321}">
                <p14:modId xmlns:p14="http://schemas.microsoft.com/office/powerpoint/2010/main" val="590010864"/>
              </p:ext>
            </p:extLst>
          </p:nvPr>
        </p:nvGraphicFramePr>
        <p:xfrm>
          <a:off x="359999" y="4876020"/>
          <a:ext cx="10476000" cy="771480"/>
        </p:xfrm>
        <a:graphic>
          <a:graphicData uri="http://schemas.openxmlformats.org/drawingml/2006/table">
            <a:tbl>
              <a:tblPr firstRow="1" bandRow="1"/>
              <a:tblGrid>
                <a:gridCol w="972000">
                  <a:extLst>
                    <a:ext uri="{9D8B030D-6E8A-4147-A177-3AD203B41FA5}">
                      <a16:colId xmlns:a16="http://schemas.microsoft.com/office/drawing/2014/main" val="2486100687"/>
                    </a:ext>
                  </a:extLst>
                </a:gridCol>
                <a:gridCol w="1900800">
                  <a:extLst>
                    <a:ext uri="{9D8B030D-6E8A-4147-A177-3AD203B41FA5}">
                      <a16:colId xmlns:a16="http://schemas.microsoft.com/office/drawing/2014/main" val="3847604388"/>
                    </a:ext>
                  </a:extLst>
                </a:gridCol>
                <a:gridCol w="1900800">
                  <a:extLst>
                    <a:ext uri="{9D8B030D-6E8A-4147-A177-3AD203B41FA5}">
                      <a16:colId xmlns:a16="http://schemas.microsoft.com/office/drawing/2014/main" val="1167905808"/>
                    </a:ext>
                  </a:extLst>
                </a:gridCol>
                <a:gridCol w="1900800">
                  <a:extLst>
                    <a:ext uri="{9D8B030D-6E8A-4147-A177-3AD203B41FA5}">
                      <a16:colId xmlns:a16="http://schemas.microsoft.com/office/drawing/2014/main" val="1806716926"/>
                    </a:ext>
                  </a:extLst>
                </a:gridCol>
                <a:gridCol w="1900800">
                  <a:extLst>
                    <a:ext uri="{9D8B030D-6E8A-4147-A177-3AD203B41FA5}">
                      <a16:colId xmlns:a16="http://schemas.microsoft.com/office/drawing/2014/main" val="2615892370"/>
                    </a:ext>
                  </a:extLst>
                </a:gridCol>
                <a:gridCol w="1900800">
                  <a:extLst>
                    <a:ext uri="{9D8B030D-6E8A-4147-A177-3AD203B41FA5}">
                      <a16:colId xmlns:a16="http://schemas.microsoft.com/office/drawing/2014/main" val="2565166307"/>
                    </a:ext>
                  </a:extLst>
                </a:gridCol>
              </a:tblGrid>
              <a:tr h="288000">
                <a:tc rowSpan="2">
                  <a:txBody>
                    <a:bodyPr/>
                    <a:lstStyle/>
                    <a:p>
                      <a:pPr marL="0" marR="0" lvl="1" indent="0" algn="r" defTabSz="914400" rtl="0" eaLnBrk="1" fontAlgn="auto" latinLnBrk="0" hangingPunct="1">
                        <a:lnSpc>
                          <a:spcPct val="100000"/>
                        </a:lnSpc>
                        <a:spcBef>
                          <a:spcPts val="600"/>
                        </a:spcBef>
                        <a:spcAft>
                          <a:spcPts val="0"/>
                        </a:spcAft>
                        <a:buClr>
                          <a:srgbClr val="0070AD"/>
                        </a:buClr>
                        <a:buSzPct val="120000"/>
                        <a:buFont typeface="Wingdings" panose="05000000000000000000" pitchFamily="2" charset="2"/>
                        <a:buNone/>
                        <a:tabLst/>
                        <a:defRPr/>
                      </a:pPr>
                      <a:r>
                        <a:rPr kumimoji="0" lang="en-AU" sz="1000" b="1" i="0" u="none" strike="noStrike" kern="1200" cap="all" spc="0" normalizeH="0" baseline="0" noProof="0">
                          <a:ln>
                            <a:noFill/>
                          </a:ln>
                          <a:solidFill>
                            <a:srgbClr val="12ABDB"/>
                          </a:solidFill>
                          <a:effectLst/>
                          <a:uLnTx/>
                          <a:uFillTx/>
                          <a:latin typeface="+mn-lt"/>
                          <a:ea typeface="+mn-ea"/>
                          <a:cs typeface="+mn-cs"/>
                        </a:rPr>
                        <a:t>Assurance</a:t>
                      </a:r>
                    </a:p>
                  </a:txBody>
                  <a:tcPr marL="0" marR="72000" marT="0" marB="0" anchor="ct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Assurance and Controls</a:t>
                      </a:r>
                    </a:p>
                  </a:txBody>
                  <a:tcPr marL="72000" marR="0" marT="72000" marB="0"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09210283"/>
                  </a:ext>
                </a:extLst>
              </a:tr>
              <a:tr h="396000">
                <a:tc vMerge="1">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endParaRPr lang="en-AU" sz="900" kern="1200" baseline="0" noProof="0">
                        <a:solidFill>
                          <a:schemeClr val="tx1"/>
                        </a:solidFill>
                        <a:latin typeface="Ubuntu Light" panose="020B0304030602030204" pitchFamily="34" charset="0"/>
                        <a:ea typeface="+mn-ea"/>
                        <a:cs typeface="+mn-cs"/>
                      </a:endParaRPr>
                    </a:p>
                  </a:txBody>
                  <a:tcPr marL="72000" marR="0" marT="7200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Continuous health and performance monitoring (automation and continuous monitoring)</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Control design and </a:t>
                      </a:r>
                      <a:b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b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implementation​</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Automation of </a:t>
                      </a:r>
                      <a:br>
                        <a:rPr lang="en-AU" sz="900" kern="1200" baseline="0" noProof="0">
                          <a:solidFill>
                            <a:schemeClr val="tx1"/>
                          </a:solidFill>
                          <a:latin typeface="Ubuntu Light" panose="020B0304030602030204" pitchFamily="34" charset="0"/>
                          <a:ea typeface="+mn-ea"/>
                          <a:cs typeface="+mn-cs"/>
                        </a:rPr>
                      </a:br>
                      <a:r>
                        <a:rPr lang="en-AU" sz="900" kern="1200" baseline="0" noProof="0">
                          <a:solidFill>
                            <a:schemeClr val="tx1"/>
                          </a:solidFill>
                          <a:latin typeface="Ubuntu Light" panose="020B0304030602030204" pitchFamily="34" charset="0"/>
                          <a:ea typeface="+mn-ea"/>
                          <a:cs typeface="+mn-cs"/>
                        </a:rPr>
                        <a:t>control testing</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Assess controls and </a:t>
                      </a:r>
                      <a:br>
                        <a:rPr lang="en-AU" sz="900" kern="1200" baseline="0" noProof="0">
                          <a:solidFill>
                            <a:schemeClr val="tx1"/>
                          </a:solidFill>
                          <a:latin typeface="Ubuntu Light" panose="020B0304030602030204" pitchFamily="34" charset="0"/>
                          <a:ea typeface="+mn-ea"/>
                          <a:cs typeface="+mn-cs"/>
                        </a:rPr>
                      </a:br>
                      <a:r>
                        <a:rPr lang="en-AU" sz="900" kern="1200" baseline="0" noProof="0">
                          <a:solidFill>
                            <a:schemeClr val="tx1"/>
                          </a:solidFill>
                          <a:latin typeface="Ubuntu Light" panose="020B0304030602030204" pitchFamily="34" charset="0"/>
                          <a:ea typeface="+mn-ea"/>
                          <a:cs typeface="+mn-cs"/>
                        </a:rPr>
                        <a:t>design effectiveness</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Risk framework</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379425"/>
                  </a:ext>
                </a:extLst>
              </a:tr>
            </a:tbl>
          </a:graphicData>
        </a:graphic>
      </p:graphicFrame>
      <p:graphicFrame>
        <p:nvGraphicFramePr>
          <p:cNvPr id="20" name="Table 19">
            <a:extLst>
              <a:ext uri="{FF2B5EF4-FFF2-40B4-BE49-F238E27FC236}">
                <a16:creationId xmlns:a16="http://schemas.microsoft.com/office/drawing/2014/main" id="{FF6336DB-6274-1D14-D3B7-70BC0221FAE7}"/>
              </a:ext>
            </a:extLst>
          </p:cNvPr>
          <p:cNvGraphicFramePr>
            <a:graphicFrameLocks noGrp="1"/>
          </p:cNvGraphicFramePr>
          <p:nvPr>
            <p:extLst>
              <p:ext uri="{D42A27DB-BD31-4B8C-83A1-F6EECF244321}">
                <p14:modId xmlns:p14="http://schemas.microsoft.com/office/powerpoint/2010/main" val="653557413"/>
              </p:ext>
            </p:extLst>
          </p:nvPr>
        </p:nvGraphicFramePr>
        <p:xfrm>
          <a:off x="359999" y="5757559"/>
          <a:ext cx="10476000" cy="648000"/>
        </p:xfrm>
        <a:graphic>
          <a:graphicData uri="http://schemas.openxmlformats.org/drawingml/2006/table">
            <a:tbl>
              <a:tblPr firstRow="1" bandRow="1"/>
              <a:tblGrid>
                <a:gridCol w="972000">
                  <a:extLst>
                    <a:ext uri="{9D8B030D-6E8A-4147-A177-3AD203B41FA5}">
                      <a16:colId xmlns:a16="http://schemas.microsoft.com/office/drawing/2014/main" val="2486100687"/>
                    </a:ext>
                  </a:extLst>
                </a:gridCol>
                <a:gridCol w="1900800">
                  <a:extLst>
                    <a:ext uri="{9D8B030D-6E8A-4147-A177-3AD203B41FA5}">
                      <a16:colId xmlns:a16="http://schemas.microsoft.com/office/drawing/2014/main" val="3847604388"/>
                    </a:ext>
                  </a:extLst>
                </a:gridCol>
                <a:gridCol w="1900800">
                  <a:extLst>
                    <a:ext uri="{9D8B030D-6E8A-4147-A177-3AD203B41FA5}">
                      <a16:colId xmlns:a16="http://schemas.microsoft.com/office/drawing/2014/main" val="1167905808"/>
                    </a:ext>
                  </a:extLst>
                </a:gridCol>
                <a:gridCol w="1900800">
                  <a:extLst>
                    <a:ext uri="{9D8B030D-6E8A-4147-A177-3AD203B41FA5}">
                      <a16:colId xmlns:a16="http://schemas.microsoft.com/office/drawing/2014/main" val="1806716926"/>
                    </a:ext>
                  </a:extLst>
                </a:gridCol>
                <a:gridCol w="1900800">
                  <a:extLst>
                    <a:ext uri="{9D8B030D-6E8A-4147-A177-3AD203B41FA5}">
                      <a16:colId xmlns:a16="http://schemas.microsoft.com/office/drawing/2014/main" val="2615892370"/>
                    </a:ext>
                  </a:extLst>
                </a:gridCol>
                <a:gridCol w="1900800">
                  <a:extLst>
                    <a:ext uri="{9D8B030D-6E8A-4147-A177-3AD203B41FA5}">
                      <a16:colId xmlns:a16="http://schemas.microsoft.com/office/drawing/2014/main" val="2565166307"/>
                    </a:ext>
                  </a:extLst>
                </a:gridCol>
              </a:tblGrid>
              <a:tr h="288000">
                <a:tc rowSpan="2">
                  <a:txBody>
                    <a:bodyPr/>
                    <a:lstStyle/>
                    <a:p>
                      <a:pPr marL="0" marR="0" lvl="1" indent="0" algn="r" defTabSz="914400" rtl="0" eaLnBrk="1" fontAlgn="auto" latinLnBrk="0" hangingPunct="1">
                        <a:lnSpc>
                          <a:spcPct val="100000"/>
                        </a:lnSpc>
                        <a:spcBef>
                          <a:spcPts val="600"/>
                        </a:spcBef>
                        <a:spcAft>
                          <a:spcPts val="0"/>
                        </a:spcAft>
                        <a:buClr>
                          <a:srgbClr val="0070AD"/>
                        </a:buClr>
                        <a:buSzPct val="120000"/>
                        <a:buFont typeface="Wingdings" panose="05000000000000000000" pitchFamily="2" charset="2"/>
                        <a:buNone/>
                        <a:tabLst/>
                        <a:defRPr/>
                      </a:pPr>
                      <a:r>
                        <a:rPr kumimoji="0" lang="en-AU" sz="1000" b="1" i="0" u="none" strike="noStrike" kern="1200" cap="all" spc="0" normalizeH="0" baseline="0" noProof="0">
                          <a:ln>
                            <a:noFill/>
                          </a:ln>
                          <a:solidFill>
                            <a:srgbClr val="12ABDB"/>
                          </a:solidFill>
                          <a:effectLst/>
                          <a:uLnTx/>
                          <a:uFillTx/>
                          <a:latin typeface="+mn-lt"/>
                          <a:ea typeface="+mn-ea"/>
                          <a:cs typeface="+mn-cs"/>
                        </a:rPr>
                        <a:t>Governance</a:t>
                      </a:r>
                    </a:p>
                  </a:txBody>
                  <a:tcPr marL="0" marR="72000" marT="0" marB="0" anchor="ctr">
                    <a:lnL w="6350" cap="flat" cmpd="sng" algn="ctr">
                      <a:no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rPr>
                        <a:t>Process Governance, Compliance and Conformance</a:t>
                      </a:r>
                    </a:p>
                  </a:txBody>
                  <a:tcPr marL="72000" marR="0" marT="72000" marB="0"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09210283"/>
                  </a:ext>
                </a:extLst>
              </a:tr>
              <a:tr h="360000">
                <a:tc vMerge="1">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endParaRPr lang="en-AU" sz="900" kern="1200" baseline="0" noProof="0">
                        <a:solidFill>
                          <a:schemeClr val="tx1"/>
                        </a:solidFill>
                        <a:latin typeface="Ubuntu Light" panose="020B0304030602030204" pitchFamily="34" charset="0"/>
                        <a:ea typeface="+mn-ea"/>
                        <a:cs typeface="+mn-cs"/>
                      </a:endParaRPr>
                    </a:p>
                  </a:txBody>
                  <a:tcPr marL="72000" marR="0" marT="72000" marB="0">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Process governance maturity assessment </a:t>
                      </a:r>
                    </a:p>
                  </a:txBody>
                  <a:tcPr marL="72000" marR="0" marT="72000" marB="0">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Process governance model (centralised, decentralised)</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Process </a:t>
                      </a:r>
                      <a:br>
                        <a:rPr lang="en-AU" sz="900" kern="1200" baseline="0" noProof="0">
                          <a:solidFill>
                            <a:schemeClr val="tx1"/>
                          </a:solidFill>
                          <a:latin typeface="Ubuntu Light" panose="020B0304030602030204" pitchFamily="34" charset="0"/>
                          <a:ea typeface="+mn-ea"/>
                          <a:cs typeface="+mn-cs"/>
                        </a:rPr>
                      </a:br>
                      <a:r>
                        <a:rPr lang="en-AU" sz="900" kern="1200" baseline="0" noProof="0">
                          <a:solidFill>
                            <a:schemeClr val="tx1"/>
                          </a:solidFill>
                          <a:latin typeface="Ubuntu Light" panose="020B0304030602030204" pitchFamily="34" charset="0"/>
                          <a:ea typeface="+mn-ea"/>
                          <a:cs typeface="+mn-cs"/>
                        </a:rPr>
                        <a:t>management </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Standard operating procedures </a:t>
                      </a:r>
                      <a:br>
                        <a:rPr lang="en-AU" sz="900" kern="1200" baseline="0" noProof="0">
                          <a:solidFill>
                            <a:schemeClr val="tx1"/>
                          </a:solidFill>
                          <a:latin typeface="Ubuntu Light" panose="020B0304030602030204" pitchFamily="34" charset="0"/>
                          <a:ea typeface="+mn-ea"/>
                          <a:cs typeface="+mn-cs"/>
                        </a:rPr>
                      </a:br>
                      <a:r>
                        <a:rPr lang="en-AU" sz="900" kern="1200" baseline="0" noProof="0">
                          <a:solidFill>
                            <a:schemeClr val="tx1"/>
                          </a:solidFill>
                          <a:latin typeface="Ubuntu Light" panose="020B0304030602030204" pitchFamily="34" charset="0"/>
                          <a:ea typeface="+mn-ea"/>
                          <a:cs typeface="+mn-cs"/>
                        </a:rPr>
                        <a:t>and policies</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ctr"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Strategic process </a:t>
                      </a:r>
                      <a:br>
                        <a:rPr lang="en-AU" sz="900" kern="1200" baseline="0" noProof="0">
                          <a:solidFill>
                            <a:schemeClr val="tx1"/>
                          </a:solidFill>
                          <a:latin typeface="Ubuntu Light" panose="020B0304030602030204" pitchFamily="34" charset="0"/>
                          <a:ea typeface="+mn-ea"/>
                          <a:cs typeface="+mn-cs"/>
                        </a:rPr>
                      </a:br>
                      <a:r>
                        <a:rPr lang="en-AU" sz="900" kern="1200" baseline="0" noProof="0">
                          <a:solidFill>
                            <a:schemeClr val="tx1"/>
                          </a:solidFill>
                          <a:latin typeface="Ubuntu Light" panose="020B0304030602030204" pitchFamily="34" charset="0"/>
                          <a:ea typeface="+mn-ea"/>
                          <a:cs typeface="+mn-cs"/>
                        </a:rPr>
                        <a:t>roadmap </a:t>
                      </a:r>
                    </a:p>
                  </a:txBody>
                  <a:tcPr marL="7200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0379425"/>
                  </a:ext>
                </a:extLst>
              </a:tr>
            </a:tbl>
          </a:graphicData>
        </a:graphic>
      </p:graphicFrame>
      <p:graphicFrame>
        <p:nvGraphicFramePr>
          <p:cNvPr id="4" name="Table 3">
            <a:extLst>
              <a:ext uri="{FF2B5EF4-FFF2-40B4-BE49-F238E27FC236}">
                <a16:creationId xmlns:a16="http://schemas.microsoft.com/office/drawing/2014/main" id="{52FAF076-E74F-6901-8266-C8639EE5B303}"/>
              </a:ext>
            </a:extLst>
          </p:cNvPr>
          <p:cNvGraphicFramePr>
            <a:graphicFrameLocks noGrp="1"/>
          </p:cNvGraphicFramePr>
          <p:nvPr>
            <p:extLst>
              <p:ext uri="{D42A27DB-BD31-4B8C-83A1-F6EECF244321}">
                <p14:modId xmlns:p14="http://schemas.microsoft.com/office/powerpoint/2010/main" val="892826392"/>
              </p:ext>
            </p:extLst>
          </p:nvPr>
        </p:nvGraphicFramePr>
        <p:xfrm>
          <a:off x="2333862" y="1311331"/>
          <a:ext cx="1800000" cy="360000"/>
        </p:xfrm>
        <a:graphic>
          <a:graphicData uri="http://schemas.openxmlformats.org/drawingml/2006/table">
            <a:tbl>
              <a:tblPr firstRow="1" bandRow="1"/>
              <a:tblGrid>
                <a:gridCol w="1800000">
                  <a:extLst>
                    <a:ext uri="{9D8B030D-6E8A-4147-A177-3AD203B41FA5}">
                      <a16:colId xmlns:a16="http://schemas.microsoft.com/office/drawing/2014/main" val="3847604388"/>
                    </a:ext>
                  </a:extLst>
                </a:gridCol>
              </a:tblGrid>
              <a:tr h="360000">
                <a:tc>
                  <a:txBody>
                    <a:bodyPr/>
                    <a:lstStyle/>
                    <a:p>
                      <a:pPr marL="0" marR="0" lvl="1" indent="0" algn="ctr" defTabSz="914400" rtl="0" eaLnBrk="1" fontAlgn="auto" latinLnBrk="0" hangingPunct="1">
                        <a:lnSpc>
                          <a:spcPct val="100000"/>
                        </a:lnSpc>
                        <a:spcBef>
                          <a:spcPts val="600"/>
                        </a:spcBef>
                        <a:spcAft>
                          <a:spcPts val="0"/>
                        </a:spcAft>
                        <a:buClr>
                          <a:schemeClr val="accent1"/>
                        </a:buClr>
                        <a:buSzPct val="120000"/>
                        <a:buFont typeface="Wingdings" panose="05000000000000000000" pitchFamily="2" charset="2"/>
                        <a:buNone/>
                        <a:tabLst/>
                        <a:defRPr/>
                      </a:pPr>
                      <a:r>
                        <a:rPr kumimoji="0" lang="en-AU" sz="1200" b="1" i="0" u="none" strike="noStrike" kern="1200" cap="all" spc="0" normalizeH="0" baseline="0" noProof="0">
                          <a:ln>
                            <a:noFill/>
                          </a:ln>
                          <a:solidFill>
                            <a:schemeClr val="accent1"/>
                          </a:solidFill>
                          <a:effectLst/>
                          <a:uLnTx/>
                          <a:uFillTx/>
                          <a:latin typeface="+mn-lt"/>
                          <a:ea typeface="+mn-ea"/>
                          <a:cs typeface="+mn-cs"/>
                        </a:rPr>
                        <a:t>Assess</a:t>
                      </a:r>
                    </a:p>
                  </a:txBody>
                  <a:tcPr marL="0" marR="0" marT="0" marB="108000" anchor="b">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1615958"/>
                  </a:ext>
                </a:extLst>
              </a:tr>
            </a:tbl>
          </a:graphicData>
        </a:graphic>
      </p:graphicFrame>
    </p:spTree>
    <p:extLst>
      <p:ext uri="{BB962C8B-B14F-4D97-AF65-F5344CB8AC3E}">
        <p14:creationId xmlns:p14="http://schemas.microsoft.com/office/powerpoint/2010/main" val="1845306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70368-E4CB-2C4F-903C-AFEA94336B57}"/>
              </a:ext>
            </a:extLst>
          </p:cNvPr>
          <p:cNvSpPr>
            <a:spLocks noGrp="1"/>
          </p:cNvSpPr>
          <p:nvPr>
            <p:ph type="title"/>
          </p:nvPr>
        </p:nvSpPr>
        <p:spPr>
          <a:xfrm>
            <a:off x="359999" y="540000"/>
            <a:ext cx="11712258" cy="360000"/>
          </a:xfrm>
        </p:spPr>
        <p:txBody>
          <a:bodyPr/>
          <a:lstStyle/>
          <a:p>
            <a:r>
              <a:rPr lang="en-AU">
                <a:solidFill>
                  <a:srgbClr val="272936"/>
                </a:solidFill>
              </a:rPr>
              <a:t>Capgemini's process improvement services improve customer satisfaction, streamline operations and reduce cost, leading to higher service quality </a:t>
            </a:r>
            <a:r>
              <a:rPr lang="en-AU" sz="1000">
                <a:solidFill>
                  <a:srgbClr val="272936"/>
                </a:solidFill>
              </a:rPr>
              <a:t>(1 of 2)</a:t>
            </a:r>
            <a:r>
              <a:rPr lang="en-AU">
                <a:solidFill>
                  <a:srgbClr val="272936"/>
                </a:solidFill>
              </a:rPr>
              <a:t> </a:t>
            </a:r>
            <a:endParaRPr lang="en-GB">
              <a:solidFill>
                <a:srgbClr val="272936"/>
              </a:solidFill>
            </a:endParaRPr>
          </a:p>
        </p:txBody>
      </p:sp>
      <p:sp>
        <p:nvSpPr>
          <p:cNvPr id="5" name="Text Placeholder 4">
            <a:extLst>
              <a:ext uri="{FF2B5EF4-FFF2-40B4-BE49-F238E27FC236}">
                <a16:creationId xmlns:a16="http://schemas.microsoft.com/office/drawing/2014/main" id="{8A9A231B-E06B-3B20-B8CB-323A36A42DC4}"/>
              </a:ext>
            </a:extLst>
          </p:cNvPr>
          <p:cNvSpPr>
            <a:spLocks noGrp="1"/>
          </p:cNvSpPr>
          <p:nvPr>
            <p:ph type="body" sz="quarter" idx="13"/>
          </p:nvPr>
        </p:nvSpPr>
        <p:spPr/>
        <p:txBody>
          <a:bodyPr/>
          <a:lstStyle/>
          <a:p>
            <a:r>
              <a:rPr lang="en-AU" dirty="0"/>
              <a:t>02 |Our Process service to enable client to focus on its core objectives</a:t>
            </a:r>
            <a:endParaRPr lang="en-GB" dirty="0"/>
          </a:p>
        </p:txBody>
      </p:sp>
      <p:graphicFrame>
        <p:nvGraphicFramePr>
          <p:cNvPr id="15" name="Table 14">
            <a:extLst>
              <a:ext uri="{FF2B5EF4-FFF2-40B4-BE49-F238E27FC236}">
                <a16:creationId xmlns:a16="http://schemas.microsoft.com/office/drawing/2014/main" id="{33B96BE9-1292-1863-F3EF-C027121906FC}"/>
              </a:ext>
            </a:extLst>
          </p:cNvPr>
          <p:cNvGraphicFramePr>
            <a:graphicFrameLocks noGrp="1"/>
          </p:cNvGraphicFramePr>
          <p:nvPr>
            <p:extLst>
              <p:ext uri="{D42A27DB-BD31-4B8C-83A1-F6EECF244321}">
                <p14:modId xmlns:p14="http://schemas.microsoft.com/office/powerpoint/2010/main" val="482406496"/>
              </p:ext>
            </p:extLst>
          </p:nvPr>
        </p:nvGraphicFramePr>
        <p:xfrm>
          <a:off x="360000" y="1800000"/>
          <a:ext cx="5618100" cy="451494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2687300">
                  <a:extLst>
                    <a:ext uri="{9D8B030D-6E8A-4147-A177-3AD203B41FA5}">
                      <a16:colId xmlns:a16="http://schemas.microsoft.com/office/drawing/2014/main" val="2213972221"/>
                    </a:ext>
                  </a:extLst>
                </a:gridCol>
                <a:gridCol w="97400">
                  <a:extLst>
                    <a:ext uri="{9D8B030D-6E8A-4147-A177-3AD203B41FA5}">
                      <a16:colId xmlns:a16="http://schemas.microsoft.com/office/drawing/2014/main" val="787104968"/>
                    </a:ext>
                  </a:extLst>
                </a:gridCol>
                <a:gridCol w="2736000">
                  <a:extLst>
                    <a:ext uri="{9D8B030D-6E8A-4147-A177-3AD203B41FA5}">
                      <a16:colId xmlns:a16="http://schemas.microsoft.com/office/drawing/2014/main" val="423897082"/>
                    </a:ext>
                  </a:extLst>
                </a:gridCol>
              </a:tblGrid>
              <a:tr h="270000">
                <a:tc gridSpan="4">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Process Identification and Discovery</a:t>
                      </a:r>
                    </a:p>
                  </a:txBody>
                  <a:tcPr marL="72000" marR="72000" marT="72000" marB="0">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hMerge="1">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12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endParaRPr>
                    </a:p>
                  </a:txBody>
                  <a:tcPr marL="7200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688790">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Capgemini’s process identification and discovery approach collates the foundational knowledge and insights needed to efficiently identify and prioritise processes for improvement initiatives. </a:t>
                      </a:r>
                    </a:p>
                  </a:txBody>
                  <a:tcPr marL="72000" marR="7200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Identifying processes for optimisation is a crucial step in improving efficiency and effectiveness in the organisation. Visibility of the pipeline of processes for improvement provides a structured approach for identifying, prioritising and managing process improvement opportunities.</a:t>
                      </a:r>
                    </a:p>
                  </a:txBody>
                  <a:tcPr marL="7200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3792693890"/>
                  </a:ext>
                </a:extLst>
              </a:tr>
              <a:tr h="2268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a:ea typeface="+mn-ea"/>
                          <a:cs typeface="+mn-cs"/>
                        </a:rPr>
                        <a:t>Key areas of focus</a:t>
                      </a:r>
                    </a:p>
                    <a:p>
                      <a:pPr marL="0" marR="0" lvl="2"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lang="en-GB" sz="900" b="1" kern="1200" noProof="0">
                          <a:solidFill>
                            <a:prstClr val="black"/>
                          </a:solidFill>
                          <a:latin typeface="+mn-lt"/>
                          <a:ea typeface="+mn-ea"/>
                          <a:cs typeface="+mn-cs"/>
                        </a:rPr>
                        <a:t>Prioritised Process Inventory</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Collect an inventory list of all the most critical processes related to Networks and Operations area</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a:ea typeface="+mn-ea"/>
                          <a:cs typeface="+mn-cs"/>
                        </a:rPr>
                        <a:t>Prioritisation of the Process Inventory to identify the next process in the backlog selected for improvement</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a:ea typeface="+mn-ea"/>
                          <a:cs typeface="+mn-cs"/>
                        </a:rPr>
                        <a:t>Develop project charter</a:t>
                      </a:r>
                    </a:p>
                    <a:p>
                      <a:pPr marL="0" marR="0" lvl="2"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lang="en-GB" sz="900" b="1" kern="1200" noProof="0">
                          <a:solidFill>
                            <a:prstClr val="black"/>
                          </a:solidFill>
                          <a:latin typeface="+mn-lt"/>
                          <a:ea typeface="+mn-ea"/>
                          <a:cs typeface="+mn-cs"/>
                        </a:rPr>
                        <a:t>Process Discovery</a:t>
                      </a:r>
                      <a:endParaRPr lang="en-AU" sz="900" b="1" kern="1200" noProof="0">
                        <a:solidFill>
                          <a:prstClr val="black"/>
                        </a:solidFill>
                        <a:latin typeface="+mn-lt"/>
                        <a:ea typeface="+mn-ea"/>
                        <a:cs typeface="+mn-cs"/>
                      </a:endParaRP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Collect process artefacts for analysis (Process Maps, RACI, KPIs, etc.)</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Determine if the process has any audit issues or compliance issues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chemeClr val="accent1"/>
                        </a:solidFill>
                        <a:effectLst/>
                        <a:uLnTx/>
                        <a:uFillTx/>
                        <a:latin typeface="Ubuntu Light"/>
                        <a:ea typeface="+mn-ea"/>
                        <a:cs typeface="+mn-cs"/>
                      </a:endParaRPr>
                    </a:p>
                    <a:p>
                      <a:pPr marL="0" marR="0" lvl="2"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lang="en-AU" sz="900" b="1" kern="1200" noProof="0">
                        <a:solidFill>
                          <a:prstClr val="black"/>
                        </a:solidFill>
                        <a:latin typeface="+mn-lt"/>
                        <a:ea typeface="+mn-ea"/>
                        <a:cs typeface="+mn-cs"/>
                      </a:endParaRP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a:ea typeface="+mn-ea"/>
                          <a:cs typeface="+mn-cs"/>
                        </a:rPr>
                        <a:t>Process Maturity Assessment - A</a:t>
                      </a:r>
                      <a:r>
                        <a:rPr kumimoji="0" lang="en-AU" sz="900" b="0" i="0" u="none" strike="noStrike" kern="1200" cap="none" spc="0" normalizeH="0" baseline="0">
                          <a:ln>
                            <a:noFill/>
                          </a:ln>
                          <a:solidFill>
                            <a:prstClr val="black"/>
                          </a:solidFill>
                          <a:effectLst/>
                          <a:uLnTx/>
                          <a:uFillTx/>
                          <a:latin typeface="Ubuntu Light"/>
                          <a:ea typeface="+mn-ea"/>
                          <a:cs typeface="+mn-cs"/>
                        </a:rPr>
                        <a:t>ssess the process maturity level, data quality and data availability to determine which services can be provided (Lean Process Analysis,</a:t>
                      </a:r>
                      <a:r>
                        <a:rPr lang="en-AU" sz="900" b="0" i="0" u="none" strike="noStrike" kern="1200" cap="none" spc="0" normalizeH="0" baseline="0">
                          <a:ln>
                            <a:noFill/>
                          </a:ln>
                          <a:solidFill>
                            <a:prstClr val="black"/>
                          </a:solidFill>
                          <a:effectLst/>
                          <a:uLnTx/>
                          <a:uFillTx/>
                          <a:latin typeface="Ubuntu Light"/>
                          <a:ea typeface="+mn-ea"/>
                          <a:cs typeface="+mn-cs"/>
                        </a:rPr>
                        <a:t> </a:t>
                      </a:r>
                      <a:r>
                        <a:rPr kumimoji="0" lang="en-AU" sz="900" b="0" i="0" u="none" strike="noStrike" kern="1200" cap="none" spc="0" normalizeH="0" baseline="0">
                          <a:ln>
                            <a:noFill/>
                          </a:ln>
                          <a:solidFill>
                            <a:prstClr val="black"/>
                          </a:solidFill>
                          <a:effectLst/>
                          <a:uLnTx/>
                          <a:uFillTx/>
                          <a:latin typeface="Ubuntu Light"/>
                          <a:ea typeface="+mn-ea"/>
                          <a:cs typeface="+mn-cs"/>
                        </a:rPr>
                        <a:t> Process Mining, etc.)</a:t>
                      </a:r>
                      <a:endParaRPr kumimoji="0" lang="en-AU" sz="900" b="0" i="0" u="none" strike="noStrike" kern="1200" cap="none" spc="0" normalizeH="0" baseline="0" noProof="0">
                        <a:ln>
                          <a:noFill/>
                        </a:ln>
                        <a:solidFill>
                          <a:prstClr val="black"/>
                        </a:solidFill>
                        <a:effectLst/>
                        <a:uLnTx/>
                        <a:uFillTx/>
                        <a:latin typeface="Ubuntu Light"/>
                        <a:ea typeface="+mn-ea"/>
                        <a:cs typeface="+mn-cs"/>
                      </a:endParaRP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a:ea typeface="+mn-ea"/>
                          <a:cs typeface="+mn-cs"/>
                        </a:rPr>
                        <a:t>Process Architecture Assessment - Assess existing processes to understand the way they are designed, interconnected and aligned to business goals and objectives</a:t>
                      </a:r>
                      <a:endParaRPr kumimoji="0" lang="en-AU" sz="900" b="1" i="0" u="none" strike="noStrike" kern="1200" cap="none" spc="0" normalizeH="0" baseline="0" noProof="0">
                        <a:ln>
                          <a:noFill/>
                        </a:ln>
                        <a:solidFill>
                          <a:schemeClr val="tx1"/>
                        </a:solidFill>
                        <a:effectLst/>
                        <a:uLnTx/>
                        <a:uFillTx/>
                        <a:latin typeface="Ubuntu Light"/>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Collect initial data and perform initial analysis to support Value Stream Mapping (VSM)  discussion</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97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Key inputs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Process Inventory</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Existing process documentation</a:t>
                      </a:r>
                      <a:endPar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High quality and purposeful data </a:t>
                      </a:r>
                      <a:endPar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Outcomes delivered</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Process selected for analysis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Project Charter</a:t>
                      </a: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16" name="Table 15">
            <a:extLst>
              <a:ext uri="{FF2B5EF4-FFF2-40B4-BE49-F238E27FC236}">
                <a16:creationId xmlns:a16="http://schemas.microsoft.com/office/drawing/2014/main" id="{38C42DAF-8836-9724-2DBA-6C984FE21891}"/>
              </a:ext>
            </a:extLst>
          </p:cNvPr>
          <p:cNvGraphicFramePr>
            <a:graphicFrameLocks noGrp="1"/>
          </p:cNvGraphicFramePr>
          <p:nvPr>
            <p:extLst>
              <p:ext uri="{D42A27DB-BD31-4B8C-83A1-F6EECF244321}">
                <p14:modId xmlns:p14="http://schemas.microsoft.com/office/powerpoint/2010/main" val="3944669652"/>
              </p:ext>
            </p:extLst>
          </p:nvPr>
        </p:nvGraphicFramePr>
        <p:xfrm>
          <a:off x="6260798" y="1782561"/>
          <a:ext cx="5583202" cy="5100960"/>
        </p:xfrm>
        <a:graphic>
          <a:graphicData uri="http://schemas.openxmlformats.org/drawingml/2006/table">
            <a:tbl>
              <a:tblPr firstRow="1" bandRow="1"/>
              <a:tblGrid>
                <a:gridCol w="103631">
                  <a:extLst>
                    <a:ext uri="{9D8B030D-6E8A-4147-A177-3AD203B41FA5}">
                      <a16:colId xmlns:a16="http://schemas.microsoft.com/office/drawing/2014/main" val="926936166"/>
                    </a:ext>
                  </a:extLst>
                </a:gridCol>
                <a:gridCol w="2647178">
                  <a:extLst>
                    <a:ext uri="{9D8B030D-6E8A-4147-A177-3AD203B41FA5}">
                      <a16:colId xmlns:a16="http://schemas.microsoft.com/office/drawing/2014/main" val="2213972221"/>
                    </a:ext>
                  </a:extLst>
                </a:gridCol>
                <a:gridCol w="133400">
                  <a:extLst>
                    <a:ext uri="{9D8B030D-6E8A-4147-A177-3AD203B41FA5}">
                      <a16:colId xmlns:a16="http://schemas.microsoft.com/office/drawing/2014/main" val="1393793040"/>
                    </a:ext>
                  </a:extLst>
                </a:gridCol>
                <a:gridCol w="2698993">
                  <a:extLst>
                    <a:ext uri="{9D8B030D-6E8A-4147-A177-3AD203B41FA5}">
                      <a16:colId xmlns:a16="http://schemas.microsoft.com/office/drawing/2014/main" val="4023640579"/>
                    </a:ext>
                  </a:extLst>
                </a:gridCol>
              </a:tblGrid>
              <a:tr h="72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Process Analysis</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Capgemini’s uses lean six sigma methodologies to  follow  a structured, robust and data driven process analysis approach. This enables client to make informed decisions about future state changes based on evidence. </a:t>
                      </a:r>
                    </a:p>
                  </a:txBody>
                  <a:tcPr marL="72000" marR="7200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endParaRP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Process analysis is important because it enables client to identify inefficiencies, issues and opportunities for improvement, leading to increases in efficiency, cost savings and enhanced performance. </a:t>
                      </a:r>
                    </a:p>
                  </a:txBody>
                  <a:tcPr marL="7200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2858714">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panose="020B0304030602030204" pitchFamily="34" charset="0"/>
                          <a:ea typeface="+mn-ea"/>
                          <a:cs typeface="+mn-cs"/>
                        </a:rPr>
                        <a:t>Key areas of focus</a:t>
                      </a:r>
                    </a:p>
                    <a:p>
                      <a:pPr marL="0" marR="0" lvl="2"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lang="en-GB" sz="900" b="1" kern="1200" noProof="0">
                          <a:solidFill>
                            <a:prstClr val="black"/>
                          </a:solidFill>
                          <a:latin typeface="+mn-lt"/>
                          <a:ea typeface="+mn-ea"/>
                          <a:cs typeface="+mn-cs"/>
                        </a:rPr>
                        <a:t>Process Mapping</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Analyse data required to support Value Stream Mapping (VSM) discussion and validate findings</a:t>
                      </a:r>
                      <a:endParaRPr kumimoji="0" lang="en-AU" sz="900" b="1"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VSM workshops and interviews with business process Subject Matter Experts (SME’s), stakeholders, and customers (where relevant)</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Map As-Is team and role view, aligned to BPMN 2.0 standard and specifications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Identify pain points, bottlenecks, variations and opportunities for optimisation</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Identify voice of customer and validate pain points, core scenarios and identify gaps</a:t>
                      </a:r>
                    </a:p>
                    <a:p>
                      <a:pPr marL="0" marR="0" lvl="2"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lang="en-GB" sz="900" b="1" kern="1200" noProof="0">
                          <a:solidFill>
                            <a:prstClr val="black"/>
                          </a:solidFill>
                          <a:latin typeface="+mn-lt"/>
                          <a:ea typeface="+mn-ea"/>
                          <a:cs typeface="+mn-cs"/>
                        </a:rPr>
                        <a:t>Performance Metrics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Identify the metrics and data required to track and measure the performance of the process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Identify operational reporting and data extracts required to satisy reporting requirements </a:t>
                      </a:r>
                    </a:p>
                  </a:txBody>
                  <a:tcPr marL="0" marR="10800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p>
                      <a:pPr marL="0" marR="0" lvl="2"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lang="en-GB" sz="900" b="1" kern="1200" noProof="0">
                          <a:solidFill>
                            <a:prstClr val="black"/>
                          </a:solidFill>
                          <a:latin typeface="+mn-lt"/>
                          <a:ea typeface="+mn-ea"/>
                          <a:cs typeface="+mn-cs"/>
                        </a:rPr>
                        <a:t>Root Cause Analysis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Establish root causes – Refine problem statement and investigate causes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Identify common opportunity themes and prioritise themes for further investigation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Conduct interviews and/or workshops with business process SMEs and stakeholders to validate root causes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Opportunity backlog is prioritised and filtered from discovery into ideation</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Validate hypothesis using data</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Identify data models being used and sources of data</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Assess the extent to which data management capabilities are established and identify any opportunities for improvement</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endPar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900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Key inputs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Interviews/workshops with stakeholders, observations, system walkthrough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Existing process documentation</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High quality and purposeful data </a:t>
                      </a:r>
                      <a:endPar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Outcomes delivered</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Value Stream Map</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Process Performance Metrics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Performance baseline</a:t>
                      </a: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17" name="Table 16">
            <a:extLst>
              <a:ext uri="{FF2B5EF4-FFF2-40B4-BE49-F238E27FC236}">
                <a16:creationId xmlns:a16="http://schemas.microsoft.com/office/drawing/2014/main" id="{171B35AA-1D88-DE58-ADA4-3B7BE175D6EC}"/>
              </a:ext>
            </a:extLst>
          </p:cNvPr>
          <p:cNvGraphicFramePr>
            <a:graphicFrameLocks noGrp="1"/>
          </p:cNvGraphicFramePr>
          <p:nvPr>
            <p:extLst>
              <p:ext uri="{D42A27DB-BD31-4B8C-83A1-F6EECF244321}">
                <p14:modId xmlns:p14="http://schemas.microsoft.com/office/powerpoint/2010/main" val="1879572044"/>
              </p:ext>
            </p:extLst>
          </p:nvPr>
        </p:nvGraphicFramePr>
        <p:xfrm>
          <a:off x="360000" y="1440000"/>
          <a:ext cx="11484000" cy="288000"/>
        </p:xfrm>
        <a:graphic>
          <a:graphicData uri="http://schemas.openxmlformats.org/drawingml/2006/table">
            <a:tbl>
              <a:tblPr firstRow="1" bandRow="1"/>
              <a:tblGrid>
                <a:gridCol w="11484000">
                  <a:extLst>
                    <a:ext uri="{9D8B030D-6E8A-4147-A177-3AD203B41FA5}">
                      <a16:colId xmlns:a16="http://schemas.microsoft.com/office/drawing/2014/main" val="3847604388"/>
                    </a:ext>
                  </a:extLst>
                </a:gridCol>
              </a:tblGrid>
              <a:tr h="28800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1" i="0" u="none" strike="noStrike" kern="1200" cap="all" spc="0" normalizeH="0" baseline="0" noProof="0">
                          <a:ln>
                            <a:noFill/>
                          </a:ln>
                          <a:solidFill>
                            <a:schemeClr val="accent1"/>
                          </a:solidFill>
                          <a:effectLst/>
                          <a:uLnTx/>
                          <a:uFillTx/>
                          <a:latin typeface="+mn-lt"/>
                          <a:ea typeface="+mj-ea"/>
                          <a:cs typeface="+mj-cs"/>
                        </a:rPr>
                        <a:t>Assess</a:t>
                      </a:r>
                    </a:p>
                  </a:txBody>
                  <a:tcPr marL="72000" marR="0" marT="72000" marB="0"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spTree>
    <p:extLst>
      <p:ext uri="{BB962C8B-B14F-4D97-AF65-F5344CB8AC3E}">
        <p14:creationId xmlns:p14="http://schemas.microsoft.com/office/powerpoint/2010/main" val="1888930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A9A231B-E06B-3B20-B8CB-323A36A42DC4}"/>
              </a:ext>
            </a:extLst>
          </p:cNvPr>
          <p:cNvSpPr>
            <a:spLocks noGrp="1"/>
          </p:cNvSpPr>
          <p:nvPr>
            <p:ph type="body" sz="quarter" idx="13"/>
          </p:nvPr>
        </p:nvSpPr>
        <p:spPr/>
        <p:txBody>
          <a:bodyPr/>
          <a:lstStyle/>
          <a:p>
            <a:r>
              <a:rPr lang="en-AU" dirty="0"/>
              <a:t>02 |Our Process service to enable client to focus on its core objectives</a:t>
            </a:r>
            <a:endParaRPr lang="en-GB" dirty="0"/>
          </a:p>
        </p:txBody>
      </p:sp>
      <p:graphicFrame>
        <p:nvGraphicFramePr>
          <p:cNvPr id="11" name="Table 10">
            <a:extLst>
              <a:ext uri="{FF2B5EF4-FFF2-40B4-BE49-F238E27FC236}">
                <a16:creationId xmlns:a16="http://schemas.microsoft.com/office/drawing/2014/main" id="{445CECD1-AC65-702B-93EE-BA1DFCE74BEA}"/>
              </a:ext>
            </a:extLst>
          </p:cNvPr>
          <p:cNvGraphicFramePr>
            <a:graphicFrameLocks noGrp="1"/>
          </p:cNvGraphicFramePr>
          <p:nvPr>
            <p:extLst>
              <p:ext uri="{D42A27DB-BD31-4B8C-83A1-F6EECF244321}">
                <p14:modId xmlns:p14="http://schemas.microsoft.com/office/powerpoint/2010/main" val="537906744"/>
              </p:ext>
            </p:extLst>
          </p:nvPr>
        </p:nvGraphicFramePr>
        <p:xfrm>
          <a:off x="360001" y="1800000"/>
          <a:ext cx="5614360" cy="495648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2685430">
                  <a:extLst>
                    <a:ext uri="{9D8B030D-6E8A-4147-A177-3AD203B41FA5}">
                      <a16:colId xmlns:a16="http://schemas.microsoft.com/office/drawing/2014/main" val="2213972221"/>
                    </a:ext>
                  </a:extLst>
                </a:gridCol>
                <a:gridCol w="97400">
                  <a:extLst>
                    <a:ext uri="{9D8B030D-6E8A-4147-A177-3AD203B41FA5}">
                      <a16:colId xmlns:a16="http://schemas.microsoft.com/office/drawing/2014/main" val="3914573340"/>
                    </a:ext>
                  </a:extLst>
                </a:gridCol>
                <a:gridCol w="2734130">
                  <a:extLst>
                    <a:ext uri="{9D8B030D-6E8A-4147-A177-3AD203B41FA5}">
                      <a16:colId xmlns:a16="http://schemas.microsoft.com/office/drawing/2014/main" val="423897082"/>
                    </a:ext>
                  </a:extLst>
                </a:gridCol>
              </a:tblGrid>
              <a:tr h="792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PROCESS REDESIGN</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Process re-engineering using Lean techniques to simplify and automate processes leads to improved user experience, efficiency and reduced errors. </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endPar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endParaRP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rgbClr val="0070AD"/>
                          </a:solidFill>
                          <a:effectLst/>
                          <a:uLnTx/>
                          <a:uFillTx/>
                          <a:latin typeface="Ubuntu Light" panose="020B0304030602030204" pitchFamily="34" charset="0"/>
                          <a:ea typeface="+mn-ea"/>
                          <a:cs typeface="+mn-cs"/>
                        </a:rPr>
                        <a:t>We use design thinking principles to place users at the centre of the process, involving them in the design and refinement of solutions. </a:t>
                      </a:r>
                    </a:p>
                  </a:txBody>
                  <a:tcPr marL="7200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2339015">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panose="020B0304030602030204" pitchFamily="34" charset="0"/>
                          <a:ea typeface="+mn-ea"/>
                          <a:cs typeface="+mn-cs"/>
                        </a:rPr>
                        <a:t>Key areas of focus</a:t>
                      </a:r>
                    </a:p>
                    <a:p>
                      <a:pPr>
                        <a:spcBef>
                          <a:spcPts val="600"/>
                        </a:spcBef>
                        <a:spcAft>
                          <a:spcPts val="300"/>
                        </a:spcAft>
                        <a:buClr>
                          <a:prstClr val="black"/>
                        </a:buClr>
                        <a:defRPr/>
                      </a:pPr>
                      <a:r>
                        <a:rPr lang="en-AU" sz="900" b="1">
                          <a:solidFill>
                            <a:prstClr val="black"/>
                          </a:solidFill>
                        </a:rPr>
                        <a:t>Solution Ideation</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Articulate and define business requirements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Identify quick wins, tactical and strategic uplift opportunities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Conduct interviews and/or workshops with SMEs and stakeholders to validate solution feasibility</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Design To-Be process flow</a:t>
                      </a:r>
                    </a:p>
                    <a:p>
                      <a:pPr marL="0" marR="0" lvl="0" indent="0" algn="l" defTabSz="914400" rtl="0" eaLnBrk="1" fontAlgn="auto" latinLnBrk="0" hangingPunct="1">
                        <a:lnSpc>
                          <a:spcPct val="100000"/>
                        </a:lnSpc>
                        <a:spcBef>
                          <a:spcPts val="600"/>
                        </a:spcBef>
                        <a:spcAft>
                          <a:spcPts val="300"/>
                        </a:spcAft>
                        <a:buClr>
                          <a:prstClr val="black"/>
                        </a:buClr>
                        <a:buSzTx/>
                        <a:buFontTx/>
                        <a:buNone/>
                        <a:tabLst/>
                        <a:defRPr/>
                      </a:pPr>
                      <a:r>
                        <a:rPr lang="en-AU" sz="900" b="1" kern="1200" noProof="0">
                          <a:solidFill>
                            <a:prstClr val="black"/>
                          </a:solidFill>
                          <a:latin typeface="+mn-lt"/>
                          <a:ea typeface="+mn-ea"/>
                          <a:cs typeface="+mn-cs"/>
                        </a:rPr>
                        <a:t>Prioritise Solutions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Prioritise solutions for implementation using DVF Solution Prioritisation Matrix</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Detailed Solution Roadmap, outlining opportunity type, priority, benefit, sequence, and dependencies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Identify, plan and prioritise backlog required to deliver future state</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endPar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endParaRP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 </a:t>
                      </a:r>
                      <a:endParaRPr lang="en-AU" sz="900" b="1" kern="1200" noProof="0" dirty="0">
                        <a:solidFill>
                          <a:prstClr val="black"/>
                        </a:solidFill>
                        <a:latin typeface="+mn-lt"/>
                        <a:ea typeface="+mn-ea"/>
                        <a:cs typeface="+mn-cs"/>
                      </a:endParaRPr>
                    </a:p>
                    <a:p>
                      <a:pPr marL="0" marR="0" lvl="0" indent="0" algn="l" defTabSz="914400" rtl="0" eaLnBrk="1" fontAlgn="auto" latinLnBrk="0" hangingPunct="1">
                        <a:lnSpc>
                          <a:spcPct val="100000"/>
                        </a:lnSpc>
                        <a:spcBef>
                          <a:spcPts val="600"/>
                        </a:spcBef>
                        <a:spcAft>
                          <a:spcPts val="300"/>
                        </a:spcAft>
                        <a:buClr>
                          <a:prstClr val="black"/>
                        </a:buClr>
                        <a:buSzTx/>
                        <a:buFontTx/>
                        <a:buNone/>
                        <a:tabLst/>
                        <a:defRPr/>
                      </a:pPr>
                      <a:r>
                        <a:rPr lang="en-AU" sz="900" b="1" kern="1200" noProof="0" dirty="0">
                          <a:solidFill>
                            <a:prstClr val="black"/>
                          </a:solidFill>
                          <a:latin typeface="+mn-lt"/>
                          <a:ea typeface="+mn-ea"/>
                          <a:cs typeface="+mn-cs"/>
                        </a:rPr>
                        <a:t>Value Identification</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Collaborate with leaders to shape change vision and set targets linked to business outcomes (Faster time to market etc.).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Develop a Business Case to support solution implementation</a:t>
                      </a:r>
                      <a:b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br>
                      <a:endPar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endParaRPr>
                    </a:p>
                    <a:p>
                      <a:pPr marL="0" marR="0" lvl="2" indent="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None/>
                        <a:tabLst/>
                        <a:defRPr/>
                      </a:pPr>
                      <a:r>
                        <a:rPr lang="en-AU" sz="900" kern="1200" baseline="0" noProof="0" dirty="0">
                          <a:solidFill>
                            <a:schemeClr val="tx1"/>
                          </a:solidFill>
                          <a:latin typeface="Ubuntu Light" panose="020B0304030602030204" pitchFamily="34" charset="0"/>
                          <a:ea typeface="+mn-ea"/>
                          <a:cs typeface="+mn-cs"/>
                        </a:rPr>
                        <a:t>client is accountable for:</a:t>
                      </a:r>
                      <a:endParaRPr kumimoji="0" lang="en-US" sz="900" b="0" i="0" u="none" strike="noStrike" kern="1200" cap="none" spc="0" normalizeH="0" baseline="0" dirty="0">
                        <a:ln>
                          <a:noFill/>
                        </a:ln>
                        <a:solidFill>
                          <a:schemeClr val="tx1"/>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Detailed solution design (mock-ups, wireframes, focus groups, UX design, prototyping) to assist in process refinement and specification</a:t>
                      </a:r>
                      <a:endParaRPr kumimoji="0" lang="en-AU" sz="900" b="0" i="0" u="none" strike="noStrike" kern="1200" cap="none" spc="0" normalizeH="0" baseline="0" dirty="0">
                        <a:ln>
                          <a:noFill/>
                        </a:ln>
                        <a:solidFill>
                          <a:prstClr val="black"/>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endParaRPr kumimoji="0" lang="en-AU" sz="900" b="0" i="0" u="none" strike="noStrike" kern="1200" cap="none" spc="0" normalizeH="0" baseline="0" dirty="0">
                        <a:ln>
                          <a:noFill/>
                        </a:ln>
                        <a:solidFill>
                          <a:prstClr val="black"/>
                        </a:solidFill>
                        <a:effectLst/>
                        <a:uLnTx/>
                        <a:uFillTx/>
                        <a:latin typeface="Ubuntu Light" panose="020B0304030602030204" pitchFamily="34" charset="0"/>
                        <a:ea typeface="+mn-ea"/>
                        <a:cs typeface="+mn-cs"/>
                      </a:endParaRP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900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Key inputs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Targets linked to business outcomes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Validation of solution feasibility</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Outcomes delivered</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a:ln>
                            <a:noFill/>
                          </a:ln>
                          <a:solidFill>
                            <a:schemeClr val="tx1"/>
                          </a:solidFill>
                          <a:effectLst/>
                          <a:uLnTx/>
                          <a:uFillTx/>
                          <a:latin typeface="Ubuntu Light" panose="020B0304030602030204" pitchFamily="34" charset="0"/>
                          <a:ea typeface="+mn-ea"/>
                          <a:cs typeface="+mn-cs"/>
                        </a:rPr>
                        <a:t>Integrated end-to-end process views and blueprints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Target metrics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Implementation / opportunity backlog and roadmap</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Business Case</a:t>
                      </a:r>
                      <a:endParaRPr kumimoji="0" lang="en-US"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15" name="Table 14">
            <a:extLst>
              <a:ext uri="{FF2B5EF4-FFF2-40B4-BE49-F238E27FC236}">
                <a16:creationId xmlns:a16="http://schemas.microsoft.com/office/drawing/2014/main" id="{560F2392-1BF3-A8C9-C5DD-879554C0B7B4}"/>
              </a:ext>
            </a:extLst>
          </p:cNvPr>
          <p:cNvGraphicFramePr>
            <a:graphicFrameLocks noGrp="1"/>
          </p:cNvGraphicFramePr>
          <p:nvPr>
            <p:extLst>
              <p:ext uri="{D42A27DB-BD31-4B8C-83A1-F6EECF244321}">
                <p14:modId xmlns:p14="http://schemas.microsoft.com/office/powerpoint/2010/main" val="1871020074"/>
              </p:ext>
            </p:extLst>
          </p:nvPr>
        </p:nvGraphicFramePr>
        <p:xfrm>
          <a:off x="6285601" y="1800000"/>
          <a:ext cx="5569400" cy="459072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2736000">
                  <a:extLst>
                    <a:ext uri="{9D8B030D-6E8A-4147-A177-3AD203B41FA5}">
                      <a16:colId xmlns:a16="http://schemas.microsoft.com/office/drawing/2014/main" val="2213972221"/>
                    </a:ext>
                  </a:extLst>
                </a:gridCol>
                <a:gridCol w="2736000">
                  <a:extLst>
                    <a:ext uri="{9D8B030D-6E8A-4147-A177-3AD203B41FA5}">
                      <a16:colId xmlns:a16="http://schemas.microsoft.com/office/drawing/2014/main" val="4023640579"/>
                    </a:ext>
                  </a:extLst>
                </a:gridCol>
              </a:tblGrid>
              <a:tr h="792000">
                <a:tc gridSpan="3">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PROCESS IMPLEMENTATION</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dirty="0">
                          <a:ln>
                            <a:noFill/>
                          </a:ln>
                          <a:solidFill>
                            <a:schemeClr val="accent1"/>
                          </a:solidFill>
                          <a:effectLst/>
                          <a:uLnTx/>
                          <a:uFillTx/>
                          <a:latin typeface="Ubuntu Light" panose="020B0304030602030204" pitchFamily="34" charset="0"/>
                          <a:ea typeface="+mn-ea"/>
                          <a:cs typeface="+mn-cs"/>
                        </a:rPr>
                        <a:t>Implement solutions using build, test and trial method of implementation. Monitor changes in process performance metrics to evaluate the impact of the changes. </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09210283"/>
                  </a:ext>
                </a:extLst>
              </a:tr>
              <a:tr h="2628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2" indent="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t>Key areas of focus</a:t>
                      </a:r>
                      <a:b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br>
                      <a:b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br>
                      <a:r>
                        <a:rPr kumimoji="0" lang="en-AU" sz="900" b="0" i="0" u="none" strike="noStrike" kern="1200" cap="all" spc="0" normalizeH="0" baseline="0" noProof="0" dirty="0">
                          <a:ln>
                            <a:noFill/>
                          </a:ln>
                          <a:solidFill>
                            <a:schemeClr val="tx1"/>
                          </a:solidFill>
                          <a:effectLst/>
                          <a:uLnTx/>
                          <a:uFillTx/>
                          <a:latin typeface="Ubuntu Light" panose="020B0304030602030204" pitchFamily="34" charset="0"/>
                          <a:ea typeface="+mn-ea"/>
                          <a:cs typeface="+mn-cs"/>
                        </a:rPr>
                        <a:t>C</a:t>
                      </a:r>
                      <a:r>
                        <a:rPr lang="en-AU" sz="900" kern="1200" baseline="0" noProof="0" dirty="0">
                          <a:solidFill>
                            <a:schemeClr val="tx1"/>
                          </a:solidFill>
                          <a:latin typeface="Ubuntu Light" panose="020B0304030602030204" pitchFamily="34" charset="0"/>
                          <a:ea typeface="+mn-ea"/>
                          <a:cs typeface="+mn-cs"/>
                        </a:rPr>
                        <a:t>lient is accountable for the following activities that can be supported as needed:</a:t>
                      </a:r>
                      <a:endPar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schemeClr val="tx1"/>
                          </a:solidFill>
                          <a:effectLst/>
                          <a:uLnTx/>
                          <a:uFillTx/>
                          <a:latin typeface="Ubuntu Light" panose="020B0304030602030204" pitchFamily="34" charset="0"/>
                          <a:ea typeface="+mn-ea"/>
                          <a:cs typeface="+mn-cs"/>
                        </a:rPr>
                        <a:t>High-level plan detailing the sequence and prioritisation of initiatives based on business capabilities and value unlock</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Build, test &amp; trial method of implementation</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Develop high level estimates (including licencing impact, support cost, implementation cost etc.) of prototyping environment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schemeClr val="tx1"/>
                          </a:solidFill>
                          <a:effectLst/>
                          <a:uLnTx/>
                          <a:uFillTx/>
                          <a:latin typeface="Ubuntu Light" panose="020B0304030602030204" pitchFamily="34" charset="0"/>
                          <a:ea typeface="+mn-ea"/>
                          <a:cs typeface="+mn-cs"/>
                        </a:rPr>
                        <a:t>Complete execution of the processes so that value is realised</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schemeClr val="tx1"/>
                          </a:solidFill>
                          <a:effectLst/>
                          <a:uLnTx/>
                          <a:uFillTx/>
                          <a:latin typeface="Ubuntu Light" panose="020B0304030602030204" pitchFamily="34" charset="0"/>
                          <a:ea typeface="+mn-ea"/>
                          <a:cs typeface="+mn-cs"/>
                        </a:rPr>
                        <a:t>Apply learnings quickly by leveraging existing capabilities and other client platforms to enhance scope of ongoing initiatives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US" sz="900" b="0" i="0" u="none" strike="noStrike" kern="1200" cap="none" spc="0" normalizeH="0" baseline="0" dirty="0">
                          <a:ln>
                            <a:noFill/>
                          </a:ln>
                          <a:solidFill>
                            <a:schemeClr val="tx1"/>
                          </a:solidFill>
                          <a:effectLst/>
                          <a:uLnTx/>
                          <a:uFillTx/>
                          <a:latin typeface="Ubuntu Light" panose="020B0304030602030204" pitchFamily="34" charset="0"/>
                          <a:ea typeface="+mn-ea"/>
                          <a:cs typeface="+mn-cs"/>
                        </a:rPr>
                        <a:t>Set up continuous improvement framework and measure performance against customer experience, NPS scores, process compliance, etc.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US" sz="900" b="0" i="0" u="none" strike="noStrike" kern="1200" cap="none" spc="0" normalizeH="0" baseline="0" dirty="0">
                          <a:ln>
                            <a:noFill/>
                          </a:ln>
                          <a:solidFill>
                            <a:schemeClr val="tx1"/>
                          </a:solidFill>
                          <a:effectLst/>
                          <a:uLnTx/>
                          <a:uFillTx/>
                          <a:latin typeface="Ubuntu Light" panose="020B0304030602030204" pitchFamily="34" charset="0"/>
                          <a:ea typeface="+mn-ea"/>
                          <a:cs typeface="+mn-cs"/>
                        </a:rPr>
                        <a:t>Knowledge transfer and handover to BAU team in preparation for BAU deployment and ongoing management </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GB" sz="900" b="0" i="0" u="none" strike="noStrike" kern="1200" cap="none" spc="0" normalizeH="0" baseline="0" noProof="0" dirty="0">
                          <a:ln>
                            <a:noFill/>
                          </a:ln>
                          <a:solidFill>
                            <a:schemeClr val="tx1"/>
                          </a:solidFill>
                          <a:effectLst/>
                          <a:uLnTx/>
                          <a:uFillTx/>
                          <a:latin typeface="Ubuntu Light" panose="020B0304030602030204" pitchFamily="34" charset="0"/>
                          <a:ea typeface="+mn-ea"/>
                          <a:cs typeface="+mn-cs"/>
                        </a:rPr>
                        <a:t>Organisational change management, training and enablement, and release and transition management.  These services can also be supported by the process services team as needed</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US" sz="900" b="0" i="0" u="none" strike="noStrike" kern="1200" cap="none" spc="0" normalizeH="0" baseline="0" dirty="0">
                          <a:ln>
                            <a:noFill/>
                          </a:ln>
                          <a:solidFill>
                            <a:schemeClr val="tx1"/>
                          </a:solidFill>
                          <a:effectLst/>
                          <a:uLnTx/>
                          <a:uFillTx/>
                          <a:latin typeface="Ubuntu Light" panose="020B0304030602030204" pitchFamily="34" charset="0"/>
                          <a:ea typeface="+mn-ea"/>
                          <a:cs typeface="+mn-cs"/>
                        </a:rPr>
                        <a:t>Detailed transition planning for handover of process changes and backlog to identified stakeholders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endParaRPr kumimoji="0" lang="en-GB" sz="900" b="0" i="0" u="none" strike="noStrike" kern="1200" cap="none" spc="0" normalizeH="0" baseline="0" noProof="0" dirty="0">
                        <a:ln>
                          <a:noFill/>
                        </a:ln>
                        <a:solidFill>
                          <a:schemeClr val="tx1"/>
                        </a:solidFill>
                        <a:effectLst/>
                        <a:uLnTx/>
                        <a:uFillTx/>
                        <a:latin typeface="Ubuntu Light" panose="020B0304030602030204" pitchFamily="34" charset="0"/>
                        <a:ea typeface="+mn-ea"/>
                        <a:cs typeface="+mn-cs"/>
                      </a:endParaRPr>
                    </a:p>
                  </a:txBody>
                  <a:tcPr marL="0" marR="10800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GB"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..ntify any opportunities for improvement</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endPar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504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Key inputs</a:t>
                      </a:r>
                    </a:p>
                    <a:p>
                      <a:pPr marL="144000" marR="0" lvl="2"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Selected solutions for implementation </a:t>
                      </a: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Outcomes delivered</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dirty="0">
                          <a:ln>
                            <a:noFill/>
                          </a:ln>
                          <a:solidFill>
                            <a:prstClr val="black"/>
                          </a:solidFill>
                          <a:effectLst/>
                          <a:uLnTx/>
                          <a:uFillTx/>
                          <a:latin typeface="Ubuntu Light" panose="020B0304030602030204" pitchFamily="34" charset="0"/>
                          <a:ea typeface="+mn-ea"/>
                          <a:cs typeface="+mn-cs"/>
                        </a:rPr>
                        <a:t>Execution plan</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Transition plan</a:t>
                      </a: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sp>
        <p:nvSpPr>
          <p:cNvPr id="7" name="Title 1">
            <a:extLst>
              <a:ext uri="{FF2B5EF4-FFF2-40B4-BE49-F238E27FC236}">
                <a16:creationId xmlns:a16="http://schemas.microsoft.com/office/drawing/2014/main" id="{63A04BD2-0552-3987-72DA-D77352795D0E}"/>
              </a:ext>
            </a:extLst>
          </p:cNvPr>
          <p:cNvSpPr txBox="1">
            <a:spLocks/>
          </p:cNvSpPr>
          <p:nvPr/>
        </p:nvSpPr>
        <p:spPr>
          <a:xfrm>
            <a:off x="360000" y="540000"/>
            <a:ext cx="11712258" cy="360000"/>
          </a:xfrm>
          <a:prstGeom prst="rect">
            <a:avLst/>
          </a:prstGeom>
        </p:spPr>
        <p:txBody>
          <a:bodyPr vert="horz" lIns="0" tIns="0" rIns="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none" spc="0" normalizeH="0" baseline="0" noProof="0">
                <a:ln>
                  <a:noFill/>
                </a:ln>
                <a:solidFill>
                  <a:schemeClr val="accent4"/>
                </a:solidFill>
                <a:effectLst/>
                <a:uLnTx/>
                <a:uFillTx/>
                <a:latin typeface="Ubuntu Light" panose="020B0304030602030204" pitchFamily="34" charset="0"/>
                <a:ea typeface="+mj-ea"/>
                <a:cs typeface="+mj-cs"/>
              </a:defRPr>
            </a:lvl1pPr>
          </a:lstStyle>
          <a:p>
            <a:r>
              <a:rPr lang="en-AU">
                <a:solidFill>
                  <a:srgbClr val="272936"/>
                </a:solidFill>
              </a:rPr>
              <a:t>Capgemini's process improvement services improve customer satisfaction, streamline operations and reduce cost, leading to higher service quality </a:t>
            </a:r>
            <a:r>
              <a:rPr lang="en-AU" sz="1000">
                <a:solidFill>
                  <a:srgbClr val="272936"/>
                </a:solidFill>
              </a:rPr>
              <a:t>(2 of 2)</a:t>
            </a:r>
            <a:r>
              <a:rPr lang="en-AU">
                <a:solidFill>
                  <a:srgbClr val="272936"/>
                </a:solidFill>
              </a:rPr>
              <a:t> </a:t>
            </a:r>
            <a:endParaRPr lang="en-GB">
              <a:solidFill>
                <a:srgbClr val="272936"/>
              </a:solidFill>
            </a:endParaRPr>
          </a:p>
        </p:txBody>
      </p:sp>
      <p:graphicFrame>
        <p:nvGraphicFramePr>
          <p:cNvPr id="17" name="Table 16">
            <a:extLst>
              <a:ext uri="{FF2B5EF4-FFF2-40B4-BE49-F238E27FC236}">
                <a16:creationId xmlns:a16="http://schemas.microsoft.com/office/drawing/2014/main" id="{9A36095B-99E6-9A2F-603D-356CAB5E835D}"/>
              </a:ext>
            </a:extLst>
          </p:cNvPr>
          <p:cNvGraphicFramePr>
            <a:graphicFrameLocks noGrp="1"/>
          </p:cNvGraphicFramePr>
          <p:nvPr>
            <p:extLst>
              <p:ext uri="{D42A27DB-BD31-4B8C-83A1-F6EECF244321}">
                <p14:modId xmlns:p14="http://schemas.microsoft.com/office/powerpoint/2010/main" val="2613170527"/>
              </p:ext>
            </p:extLst>
          </p:nvPr>
        </p:nvGraphicFramePr>
        <p:xfrm>
          <a:off x="360000" y="1440000"/>
          <a:ext cx="5565660" cy="288000"/>
        </p:xfrm>
        <a:graphic>
          <a:graphicData uri="http://schemas.openxmlformats.org/drawingml/2006/table">
            <a:tbl>
              <a:tblPr firstRow="1" bandRow="1"/>
              <a:tblGrid>
                <a:gridCol w="5565660">
                  <a:extLst>
                    <a:ext uri="{9D8B030D-6E8A-4147-A177-3AD203B41FA5}">
                      <a16:colId xmlns:a16="http://schemas.microsoft.com/office/drawing/2014/main" val="3847604388"/>
                    </a:ext>
                  </a:extLst>
                </a:gridCol>
              </a:tblGrid>
              <a:tr h="28800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1" i="0" u="none" strike="noStrike" kern="1200" cap="all" spc="0" normalizeH="0" baseline="0" noProof="0">
                          <a:ln>
                            <a:noFill/>
                          </a:ln>
                          <a:solidFill>
                            <a:schemeClr val="accent1"/>
                          </a:solidFill>
                          <a:effectLst/>
                          <a:uLnTx/>
                          <a:uFillTx/>
                          <a:latin typeface="+mn-lt"/>
                          <a:ea typeface="+mj-ea"/>
                          <a:cs typeface="+mj-cs"/>
                        </a:rPr>
                        <a:t>Design</a:t>
                      </a:r>
                    </a:p>
                  </a:txBody>
                  <a:tcPr marL="72000" marR="0" marT="72000" marB="0"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18" name="Table 17">
            <a:extLst>
              <a:ext uri="{FF2B5EF4-FFF2-40B4-BE49-F238E27FC236}">
                <a16:creationId xmlns:a16="http://schemas.microsoft.com/office/drawing/2014/main" id="{4DBB963F-8414-38C5-D4B6-6B037F8B7985}"/>
              </a:ext>
            </a:extLst>
          </p:cNvPr>
          <p:cNvGraphicFramePr>
            <a:graphicFrameLocks noGrp="1"/>
          </p:cNvGraphicFramePr>
          <p:nvPr>
            <p:extLst>
              <p:ext uri="{D42A27DB-BD31-4B8C-83A1-F6EECF244321}">
                <p14:modId xmlns:p14="http://schemas.microsoft.com/office/powerpoint/2010/main" val="364072578"/>
              </p:ext>
            </p:extLst>
          </p:nvPr>
        </p:nvGraphicFramePr>
        <p:xfrm>
          <a:off x="6289341" y="1440000"/>
          <a:ext cx="5565660" cy="288000"/>
        </p:xfrm>
        <a:graphic>
          <a:graphicData uri="http://schemas.openxmlformats.org/drawingml/2006/table">
            <a:tbl>
              <a:tblPr firstRow="1" bandRow="1"/>
              <a:tblGrid>
                <a:gridCol w="5565660">
                  <a:extLst>
                    <a:ext uri="{9D8B030D-6E8A-4147-A177-3AD203B41FA5}">
                      <a16:colId xmlns:a16="http://schemas.microsoft.com/office/drawing/2014/main" val="3847604388"/>
                    </a:ext>
                  </a:extLst>
                </a:gridCol>
              </a:tblGrid>
              <a:tr h="288000">
                <a:tc>
                  <a:txBody>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AU" sz="1400" b="1" i="0" u="none" strike="noStrike" kern="1200" cap="all" spc="0" normalizeH="0" baseline="0" noProof="0">
                          <a:ln>
                            <a:noFill/>
                          </a:ln>
                          <a:solidFill>
                            <a:schemeClr val="accent1"/>
                          </a:solidFill>
                          <a:effectLst/>
                          <a:uLnTx/>
                          <a:uFillTx/>
                          <a:latin typeface="+mn-lt"/>
                          <a:ea typeface="+mj-ea"/>
                          <a:cs typeface="+mj-cs"/>
                        </a:rPr>
                        <a:t>Implement</a:t>
                      </a:r>
                    </a:p>
                  </a:txBody>
                  <a:tcPr marL="72000" marR="0" marT="72000" marB="0" anchor="ctr">
                    <a:lnL w="635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spTree>
    <p:extLst>
      <p:ext uri="{BB962C8B-B14F-4D97-AF65-F5344CB8AC3E}">
        <p14:creationId xmlns:p14="http://schemas.microsoft.com/office/powerpoint/2010/main" val="442599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70368-E4CB-2C4F-903C-AFEA94336B57}"/>
              </a:ext>
            </a:extLst>
          </p:cNvPr>
          <p:cNvSpPr>
            <a:spLocks noGrp="1"/>
          </p:cNvSpPr>
          <p:nvPr>
            <p:ph type="title"/>
          </p:nvPr>
        </p:nvSpPr>
        <p:spPr/>
        <p:txBody>
          <a:bodyPr/>
          <a:lstStyle/>
          <a:p>
            <a:r>
              <a:rPr lang="en-AU" dirty="0"/>
              <a:t>Our Process service can accommodate various process development scenarios that are likely to occur in client </a:t>
            </a:r>
            <a:r>
              <a:rPr lang="en-AU" sz="1000" dirty="0"/>
              <a:t>(1 of 3)</a:t>
            </a:r>
            <a:endParaRPr lang="en-GB" sz="1000" dirty="0"/>
          </a:p>
        </p:txBody>
      </p:sp>
      <p:sp>
        <p:nvSpPr>
          <p:cNvPr id="5" name="Text Placeholder 4">
            <a:extLst>
              <a:ext uri="{FF2B5EF4-FFF2-40B4-BE49-F238E27FC236}">
                <a16:creationId xmlns:a16="http://schemas.microsoft.com/office/drawing/2014/main" id="{8A9A231B-E06B-3B20-B8CB-323A36A42DC4}"/>
              </a:ext>
            </a:extLst>
          </p:cNvPr>
          <p:cNvSpPr>
            <a:spLocks noGrp="1"/>
          </p:cNvSpPr>
          <p:nvPr>
            <p:ph type="body" sz="quarter" idx="13"/>
          </p:nvPr>
        </p:nvSpPr>
        <p:spPr/>
        <p:txBody>
          <a:bodyPr/>
          <a:lstStyle/>
          <a:p>
            <a:r>
              <a:rPr lang="en-AU" dirty="0"/>
              <a:t>02 |Our Process service to enable client to focus on its core objectives</a:t>
            </a:r>
            <a:endParaRPr lang="en-GB" dirty="0"/>
          </a:p>
        </p:txBody>
      </p:sp>
      <p:sp>
        <p:nvSpPr>
          <p:cNvPr id="24" name="Content Placeholder 23">
            <a:extLst>
              <a:ext uri="{FF2B5EF4-FFF2-40B4-BE49-F238E27FC236}">
                <a16:creationId xmlns:a16="http://schemas.microsoft.com/office/drawing/2014/main" id="{C12F0952-B8DA-D5AB-708E-0D8C950BE763}"/>
              </a:ext>
            </a:extLst>
          </p:cNvPr>
          <p:cNvSpPr>
            <a:spLocks noGrp="1"/>
          </p:cNvSpPr>
          <p:nvPr>
            <p:ph sz="quarter" idx="18"/>
          </p:nvPr>
        </p:nvSpPr>
        <p:spPr/>
        <p: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30000" noProof="0">
                <a:ln>
                  <a:noFill/>
                </a:ln>
                <a:solidFill>
                  <a:srgbClr val="2B0A3D">
                    <a:lumMod val="75000"/>
                    <a:lumOff val="25000"/>
                  </a:srgbClr>
                </a:solidFill>
                <a:effectLst/>
                <a:uLnTx/>
                <a:uFillTx/>
                <a:latin typeface="Ubuntu" panose="020B0504030602030204" pitchFamily="34" charset="0"/>
                <a:ea typeface="+mn-ea"/>
                <a:cs typeface="+mn-cs"/>
              </a:rPr>
              <a:t>#</a:t>
            </a:r>
            <a:r>
              <a:rPr kumimoji="0" lang="en-AU" sz="1200" b="1" i="0" u="none" strike="noStrike" kern="1200" cap="all" spc="0" normalizeH="0" baseline="0" noProof="0">
                <a:ln>
                  <a:noFill/>
                </a:ln>
                <a:solidFill>
                  <a:srgbClr val="2B0A3D">
                    <a:lumMod val="75000"/>
                    <a:lumOff val="25000"/>
                  </a:srgbClr>
                </a:solidFill>
                <a:effectLst/>
                <a:uLnTx/>
                <a:uFillTx/>
                <a:latin typeface="Ubuntu" panose="020B0504030602030204" pitchFamily="34" charset="0"/>
                <a:ea typeface="+mn-ea"/>
                <a:cs typeface="+mn-cs"/>
              </a:rPr>
              <a:t>1  business unit with high process maturity</a:t>
            </a:r>
          </a:p>
        </p:txBody>
      </p:sp>
      <p:graphicFrame>
        <p:nvGraphicFramePr>
          <p:cNvPr id="12" name="Table 11">
            <a:extLst>
              <a:ext uri="{FF2B5EF4-FFF2-40B4-BE49-F238E27FC236}">
                <a16:creationId xmlns:a16="http://schemas.microsoft.com/office/drawing/2014/main" id="{809E4D4A-3CB5-AD27-26E9-6EC42657E442}"/>
              </a:ext>
            </a:extLst>
          </p:cNvPr>
          <p:cNvGraphicFramePr>
            <a:graphicFrameLocks noGrp="1"/>
          </p:cNvGraphicFramePr>
          <p:nvPr>
            <p:extLst>
              <p:ext uri="{D42A27DB-BD31-4B8C-83A1-F6EECF244321}">
                <p14:modId xmlns:p14="http://schemas.microsoft.com/office/powerpoint/2010/main" val="2866155970"/>
              </p:ext>
            </p:extLst>
          </p:nvPr>
        </p:nvGraphicFramePr>
        <p:xfrm>
          <a:off x="360000" y="1790947"/>
          <a:ext cx="4377600" cy="1672200"/>
        </p:xfrm>
        <a:graphic>
          <a:graphicData uri="http://schemas.openxmlformats.org/drawingml/2006/table">
            <a:tbl>
              <a:tblPr firstRow="1" bandRow="1"/>
              <a:tblGrid>
                <a:gridCol w="4377600">
                  <a:extLst>
                    <a:ext uri="{9D8B030D-6E8A-4147-A177-3AD203B41FA5}">
                      <a16:colId xmlns:a16="http://schemas.microsoft.com/office/drawing/2014/main" val="926936166"/>
                    </a:ext>
                  </a:extLst>
                </a:gridCol>
              </a:tblGrid>
              <a:tr h="990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Analysing processes with high maturity involves evaluating a well-established process to identify areas for further optimisation, innovation and efficiency gains. </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Optimising processes with high maturity requires a proactive approach, continually seeking further opportunities to refine and improve the process.</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The level of stakeholder engagement and need for workshops is balanced with the level of process maturity. Reliance on SME inputs may be reduced for mature processes as existing documentation surrounding the current state can be leveraged during discovery and analysis phases. </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The Capgemini team assesses the level for stakeholder engagement and workshop activities on a case-by-case basis. </a:t>
                      </a:r>
                    </a:p>
                  </a:txBody>
                  <a:tcPr marL="72000" marR="72000" marT="72000" marB="0">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1905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13" name="Table 12">
            <a:extLst>
              <a:ext uri="{FF2B5EF4-FFF2-40B4-BE49-F238E27FC236}">
                <a16:creationId xmlns:a16="http://schemas.microsoft.com/office/drawing/2014/main" id="{4F3BD0BE-0C26-80B8-59A2-BE742237737C}"/>
              </a:ext>
            </a:extLst>
          </p:cNvPr>
          <p:cNvGraphicFramePr>
            <a:graphicFrameLocks noGrp="1"/>
          </p:cNvGraphicFramePr>
          <p:nvPr>
            <p:extLst>
              <p:ext uri="{D42A27DB-BD31-4B8C-83A1-F6EECF244321}">
                <p14:modId xmlns:p14="http://schemas.microsoft.com/office/powerpoint/2010/main" val="767176729"/>
              </p:ext>
            </p:extLst>
          </p:nvPr>
        </p:nvGraphicFramePr>
        <p:xfrm>
          <a:off x="5097600" y="1790947"/>
          <a:ext cx="5771505" cy="2709060"/>
        </p:xfrm>
        <a:graphic>
          <a:graphicData uri="http://schemas.openxmlformats.org/drawingml/2006/table">
            <a:tbl>
              <a:tblPr firstRow="1" bandRow="1"/>
              <a:tblGrid>
                <a:gridCol w="92678">
                  <a:extLst>
                    <a:ext uri="{9D8B030D-6E8A-4147-A177-3AD203B41FA5}">
                      <a16:colId xmlns:a16="http://schemas.microsoft.com/office/drawing/2014/main" val="926936166"/>
                    </a:ext>
                  </a:extLst>
                </a:gridCol>
                <a:gridCol w="2864461">
                  <a:extLst>
                    <a:ext uri="{9D8B030D-6E8A-4147-A177-3AD203B41FA5}">
                      <a16:colId xmlns:a16="http://schemas.microsoft.com/office/drawing/2014/main" val="2213972221"/>
                    </a:ext>
                  </a:extLst>
                </a:gridCol>
                <a:gridCol w="2814366">
                  <a:extLst>
                    <a:ext uri="{9D8B030D-6E8A-4147-A177-3AD203B41FA5}">
                      <a16:colId xmlns:a16="http://schemas.microsoft.com/office/drawing/2014/main" val="423897082"/>
                    </a:ext>
                  </a:extLst>
                </a:gridCol>
              </a:tblGrid>
              <a:tr h="79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a:ea typeface="+mn-ea"/>
                          <a:cs typeface="+mn-cs"/>
                        </a:rPr>
                        <a:t>Approach</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Assess the level of process maturity and determine the appropriate level of stakeholder involvement and workshop activities</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Obtain existing process artefacts (process maps, RACI, work instructions, etc.) and relevant data for analysis</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Apply Lean principles to identify pain points and opportunities for improvement to eliminate waste and streamline processes </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chemeClr val="accent1"/>
                        </a:solidFill>
                        <a:effectLst/>
                        <a:uLnTx/>
                        <a:uFillTx/>
                        <a:latin typeface="Ubuntu Light"/>
                        <a:ea typeface="+mn-ea"/>
                        <a:cs typeface="+mn-cs"/>
                      </a:endParaRP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97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Accelerators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1" i="0" u="none" strike="noStrike" kern="1200" cap="none" spc="0" normalizeH="0" baseline="0" noProof="0">
                          <a:ln>
                            <a:noFill/>
                          </a:ln>
                          <a:solidFill>
                            <a:prstClr val="black"/>
                          </a:solidFill>
                          <a:effectLst/>
                          <a:uLnTx/>
                          <a:uFillTx/>
                          <a:latin typeface="+mn-lt"/>
                          <a:ea typeface="+mn-ea"/>
                          <a:cs typeface="+mn-cs"/>
                        </a:rPr>
                        <a:t>Process Mining</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 Used where data is available and of good quality, to gain deeper insights into the process, enable data driven decision making and accelerate process transformation. Visualisations of reconstructed process workflows enable identification of issues impacting process performance such as process variants, bottlenecks or compliance violations and identification of areas for optimisation</a:t>
                      </a:r>
                    </a:p>
                  </a:txBody>
                  <a:tcPr marL="0" marR="10800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1" i="0" u="none" strike="noStrike" kern="1200" cap="none" spc="0" normalizeH="0" baseline="0" noProof="0">
                          <a:ln>
                            <a:noFill/>
                          </a:ln>
                          <a:solidFill>
                            <a:prstClr val="black"/>
                          </a:solidFill>
                          <a:effectLst/>
                          <a:uLnTx/>
                          <a:uFillTx/>
                          <a:latin typeface="+mn-lt"/>
                          <a:ea typeface="+mn-ea"/>
                          <a:cs typeface="+mn-cs"/>
                        </a:rPr>
                        <a:t>Process Intelligence Dashboards</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 Used where data is available and of good quality, for conformance checking and overview of key process metrics to enable ongoing performance reporting</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1" i="0" u="none" strike="noStrike" kern="1200" cap="none" spc="0" normalizeH="0" baseline="0" noProof="0">
                          <a:ln>
                            <a:noFill/>
                          </a:ln>
                          <a:solidFill>
                            <a:prstClr val="black"/>
                          </a:solidFill>
                          <a:effectLst/>
                          <a:uLnTx/>
                          <a:uFillTx/>
                          <a:latin typeface="+mn-lt"/>
                          <a:ea typeface="+mn-ea"/>
                          <a:cs typeface="+mn-cs"/>
                        </a:rPr>
                        <a:t>Industry benchmarking</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 Comparing mature processes against industry best practises and competitors enables us </a:t>
                      </a:r>
                      <a:b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b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to identify further opportunities to improve the process and excel</a:t>
                      </a: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 name="Table 3">
            <a:extLst>
              <a:ext uri="{FF2B5EF4-FFF2-40B4-BE49-F238E27FC236}">
                <a16:creationId xmlns:a16="http://schemas.microsoft.com/office/drawing/2014/main" id="{95F9C384-8A36-176E-A5CA-14E47A47E61D}"/>
              </a:ext>
            </a:extLst>
          </p:cNvPr>
          <p:cNvGraphicFramePr>
            <a:graphicFrameLocks noGrp="1"/>
          </p:cNvGraphicFramePr>
          <p:nvPr>
            <p:extLst>
              <p:ext uri="{D42A27DB-BD31-4B8C-83A1-F6EECF244321}">
                <p14:modId xmlns:p14="http://schemas.microsoft.com/office/powerpoint/2010/main" val="2034554090"/>
              </p:ext>
            </p:extLst>
          </p:nvPr>
        </p:nvGraphicFramePr>
        <p:xfrm>
          <a:off x="896078" y="4926113"/>
          <a:ext cx="11004014" cy="1584000"/>
        </p:xfrm>
        <a:graphic>
          <a:graphicData uri="http://schemas.openxmlformats.org/drawingml/2006/table">
            <a:tbl>
              <a:tblPr firstRow="1" bandRow="1">
                <a:tableStyleId>{5C22544A-7EE6-4342-B048-85BDC9FD1C3A}</a:tableStyleId>
              </a:tblPr>
              <a:tblGrid>
                <a:gridCol w="786001">
                  <a:extLst>
                    <a:ext uri="{9D8B030D-6E8A-4147-A177-3AD203B41FA5}">
                      <a16:colId xmlns:a16="http://schemas.microsoft.com/office/drawing/2014/main" val="215758032"/>
                    </a:ext>
                  </a:extLst>
                </a:gridCol>
                <a:gridCol w="786001">
                  <a:extLst>
                    <a:ext uri="{9D8B030D-6E8A-4147-A177-3AD203B41FA5}">
                      <a16:colId xmlns:a16="http://schemas.microsoft.com/office/drawing/2014/main" val="66490171"/>
                    </a:ext>
                  </a:extLst>
                </a:gridCol>
                <a:gridCol w="786001">
                  <a:extLst>
                    <a:ext uri="{9D8B030D-6E8A-4147-A177-3AD203B41FA5}">
                      <a16:colId xmlns:a16="http://schemas.microsoft.com/office/drawing/2014/main" val="1205867379"/>
                    </a:ext>
                  </a:extLst>
                </a:gridCol>
                <a:gridCol w="786001">
                  <a:extLst>
                    <a:ext uri="{9D8B030D-6E8A-4147-A177-3AD203B41FA5}">
                      <a16:colId xmlns:a16="http://schemas.microsoft.com/office/drawing/2014/main" val="3442487084"/>
                    </a:ext>
                  </a:extLst>
                </a:gridCol>
                <a:gridCol w="786001">
                  <a:extLst>
                    <a:ext uri="{9D8B030D-6E8A-4147-A177-3AD203B41FA5}">
                      <a16:colId xmlns:a16="http://schemas.microsoft.com/office/drawing/2014/main" val="4168684881"/>
                    </a:ext>
                  </a:extLst>
                </a:gridCol>
                <a:gridCol w="786001">
                  <a:extLst>
                    <a:ext uri="{9D8B030D-6E8A-4147-A177-3AD203B41FA5}">
                      <a16:colId xmlns:a16="http://schemas.microsoft.com/office/drawing/2014/main" val="1640328154"/>
                    </a:ext>
                  </a:extLst>
                </a:gridCol>
                <a:gridCol w="786001">
                  <a:extLst>
                    <a:ext uri="{9D8B030D-6E8A-4147-A177-3AD203B41FA5}">
                      <a16:colId xmlns:a16="http://schemas.microsoft.com/office/drawing/2014/main" val="2751973160"/>
                    </a:ext>
                  </a:extLst>
                </a:gridCol>
                <a:gridCol w="786001">
                  <a:extLst>
                    <a:ext uri="{9D8B030D-6E8A-4147-A177-3AD203B41FA5}">
                      <a16:colId xmlns:a16="http://schemas.microsoft.com/office/drawing/2014/main" val="441195650"/>
                    </a:ext>
                  </a:extLst>
                </a:gridCol>
                <a:gridCol w="786001">
                  <a:extLst>
                    <a:ext uri="{9D8B030D-6E8A-4147-A177-3AD203B41FA5}">
                      <a16:colId xmlns:a16="http://schemas.microsoft.com/office/drawing/2014/main" val="3322919290"/>
                    </a:ext>
                  </a:extLst>
                </a:gridCol>
                <a:gridCol w="786001">
                  <a:extLst>
                    <a:ext uri="{9D8B030D-6E8A-4147-A177-3AD203B41FA5}">
                      <a16:colId xmlns:a16="http://schemas.microsoft.com/office/drawing/2014/main" val="2090568630"/>
                    </a:ext>
                  </a:extLst>
                </a:gridCol>
                <a:gridCol w="786001">
                  <a:extLst>
                    <a:ext uri="{9D8B030D-6E8A-4147-A177-3AD203B41FA5}">
                      <a16:colId xmlns:a16="http://schemas.microsoft.com/office/drawing/2014/main" val="1401476715"/>
                    </a:ext>
                  </a:extLst>
                </a:gridCol>
                <a:gridCol w="786001">
                  <a:extLst>
                    <a:ext uri="{9D8B030D-6E8A-4147-A177-3AD203B41FA5}">
                      <a16:colId xmlns:a16="http://schemas.microsoft.com/office/drawing/2014/main" val="408809052"/>
                    </a:ext>
                  </a:extLst>
                </a:gridCol>
                <a:gridCol w="786001">
                  <a:extLst>
                    <a:ext uri="{9D8B030D-6E8A-4147-A177-3AD203B41FA5}">
                      <a16:colId xmlns:a16="http://schemas.microsoft.com/office/drawing/2014/main" val="2605255872"/>
                    </a:ext>
                  </a:extLst>
                </a:gridCol>
                <a:gridCol w="786001">
                  <a:extLst>
                    <a:ext uri="{9D8B030D-6E8A-4147-A177-3AD203B41FA5}">
                      <a16:colId xmlns:a16="http://schemas.microsoft.com/office/drawing/2014/main" val="1125893949"/>
                    </a:ext>
                  </a:extLst>
                </a:gridCol>
              </a:tblGrid>
              <a:tr h="216000">
                <a:tc gridSpan="7">
                  <a:txBody>
                    <a:bodyPr/>
                    <a:lstStyle/>
                    <a:p>
                      <a:pPr algn="ctr"/>
                      <a:r>
                        <a:rPr lang="en-GB" sz="800" b="1" cap="all" baseline="0">
                          <a:solidFill>
                            <a:schemeClr val="accent1"/>
                          </a:solidFill>
                        </a:rPr>
                        <a:t>Assess</a:t>
                      </a:r>
                      <a:endParaRPr lang="en-GB" sz="800" b="1" cap="all" baseline="0">
                        <a:solidFill>
                          <a:schemeClr val="accent1"/>
                        </a:solidFill>
                        <a:latin typeface="+mn-lt"/>
                      </a:endParaRPr>
                    </a:p>
                  </a:txBody>
                  <a:tcPr marL="7200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hMerge="1">
                  <a:txBody>
                    <a:bodyPr/>
                    <a:lstStyle/>
                    <a:p>
                      <a:endParaRPr lang="en-AU"/>
                    </a:p>
                  </a:txBody>
                  <a:tcPr/>
                </a:tc>
                <a:tc hMerge="1">
                  <a:txBody>
                    <a:bodyPr/>
                    <a:lstStyle/>
                    <a:p>
                      <a:endParaRPr lang="en-AU"/>
                    </a:p>
                  </a:txBody>
                  <a:tcPr/>
                </a:tc>
                <a:tc hMerge="1">
                  <a:txBody>
                    <a:bodyPr/>
                    <a:lstStyle/>
                    <a:p>
                      <a:endParaRPr lang="en-GB" sz="1200">
                        <a:solidFill>
                          <a:schemeClr val="bg1"/>
                        </a:solidFill>
                        <a:latin typeface="Ubuntu Light" panose="020B0304030602030204" pitchFamily="34" charset="0"/>
                      </a:endParaRPr>
                    </a:p>
                  </a:txBody>
                  <a:tcPr marR="72000" marT="36000" marB="36000" anchor="ctr"/>
                </a:tc>
                <a:tc hMerge="1">
                  <a:txBody>
                    <a:bodyPr/>
                    <a:lstStyle/>
                    <a:p>
                      <a:endParaRPr lang="en-AU"/>
                    </a:p>
                  </a:txBody>
                  <a:tcPr/>
                </a:tc>
                <a:tc hMerge="1">
                  <a:txBody>
                    <a:bodyPr/>
                    <a:lstStyle/>
                    <a:p>
                      <a:endParaRPr lang="en-AU"/>
                    </a:p>
                  </a:txBody>
                  <a:tcPr/>
                </a:tc>
                <a:tc hMerge="1">
                  <a:txBody>
                    <a:bodyPr/>
                    <a:lstStyle/>
                    <a:p>
                      <a:endParaRPr lang="en-GB" sz="800" b="1">
                        <a:solidFill>
                          <a:schemeClr val="bg1"/>
                        </a:solidFill>
                        <a:latin typeface="+mn-lt"/>
                      </a:endParaRPr>
                    </a:p>
                  </a:txBody>
                  <a:tcPr marR="72000" marT="36000" marB="36000" anchor="ctr"/>
                </a:tc>
                <a:tc gridSpan="3">
                  <a:txBody>
                    <a:bodyPr/>
                    <a:lstStyle/>
                    <a:p>
                      <a:pPr algn="ctr"/>
                      <a:r>
                        <a:rPr lang="en-GB" sz="800" b="1" cap="all" baseline="0">
                          <a:solidFill>
                            <a:schemeClr val="accent1"/>
                          </a:solidFill>
                        </a:rPr>
                        <a:t>Design</a:t>
                      </a:r>
                      <a:endParaRPr lang="en-GB" sz="800" b="1" cap="all" baseline="0">
                        <a:solidFill>
                          <a:schemeClr val="accent1"/>
                        </a:solidFill>
                        <a:latin typeface="+mn-lt"/>
                      </a:endParaRPr>
                    </a:p>
                  </a:txBody>
                  <a:tcPr marL="72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hMerge="1">
                  <a:txBody>
                    <a:bodyPr/>
                    <a:lstStyle/>
                    <a:p>
                      <a:endParaRPr lang="en-AU"/>
                    </a:p>
                  </a:txBody>
                  <a:tcPr/>
                </a:tc>
                <a:tc hMerge="1">
                  <a:txBody>
                    <a:bodyPr/>
                    <a:lstStyle/>
                    <a:p>
                      <a:endParaRPr lang="en-AU"/>
                    </a:p>
                  </a:txBody>
                  <a:tcPr/>
                </a:tc>
                <a:tc gridSpan="2">
                  <a:txBody>
                    <a:bodyPr/>
                    <a:lstStyle/>
                    <a:p>
                      <a:pPr algn="ctr"/>
                      <a:r>
                        <a:rPr lang="en-GB" sz="800" b="1" cap="all" baseline="0">
                          <a:solidFill>
                            <a:schemeClr val="accent1"/>
                          </a:solidFill>
                        </a:rPr>
                        <a:t>Implement</a:t>
                      </a:r>
                      <a:endParaRPr lang="en-GB" sz="800" b="1" cap="all" baseline="0">
                        <a:solidFill>
                          <a:schemeClr val="accent1"/>
                        </a:solidFill>
                        <a:latin typeface="+mn-lt"/>
                      </a:endParaRPr>
                    </a:p>
                  </a:txBody>
                  <a:tcPr marL="72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hMerge="1">
                  <a:txBody>
                    <a:bodyPr/>
                    <a:lstStyle/>
                    <a:p>
                      <a:endParaRPr lang="en-AU"/>
                    </a:p>
                  </a:txBody>
                  <a:tcPr/>
                </a:tc>
                <a:tc gridSpan="2">
                  <a:txBody>
                    <a:bodyPr/>
                    <a:lstStyle/>
                    <a:p>
                      <a:pPr marL="0" algn="ctr" defTabSz="914400" rtl="0" eaLnBrk="1" latinLnBrk="0" hangingPunct="1"/>
                      <a:r>
                        <a:rPr lang="en-GB" sz="800" b="1" kern="1200" cap="all" baseline="0">
                          <a:solidFill>
                            <a:schemeClr val="accent1"/>
                          </a:solidFill>
                          <a:latin typeface="+mn-lt"/>
                          <a:ea typeface="+mn-ea"/>
                          <a:cs typeface="+mn-cs"/>
                        </a:rPr>
                        <a:t>Continuous Improvement</a:t>
                      </a:r>
                    </a:p>
                  </a:txBody>
                  <a:tcPr marL="72000" marR="0" marT="0" marB="0" anchor="ctr">
                    <a:lnL w="6350" cap="flat" cmpd="sng" algn="ctr">
                      <a:solidFill>
                        <a:schemeClr val="bg1">
                          <a:lumMod val="75000"/>
                        </a:schemeClr>
                      </a:solidFill>
                      <a:prstDash val="solid"/>
                      <a:round/>
                      <a:headEnd type="none" w="med" len="med"/>
                      <a:tailEnd type="none" w="med" len="med"/>
                    </a:lnL>
                    <a:lnR w="57150" cap="flat" cmpd="sng" algn="ctr">
                      <a:noFill/>
                      <a:prstDash val="solid"/>
                      <a:round/>
                      <a:headEnd type="none" w="med" len="med"/>
                      <a:tailEnd type="none" w="med" len="med"/>
                    </a:lnR>
                    <a:lnT w="635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hMerge="1">
                  <a:txBody>
                    <a:bodyPr/>
                    <a:lstStyle/>
                    <a:p>
                      <a:endParaRPr lang="en-AU"/>
                    </a:p>
                  </a:txBody>
                  <a:tcPr/>
                </a:tc>
                <a:extLst>
                  <a:ext uri="{0D108BD9-81ED-4DB2-BD59-A6C34878D82A}">
                    <a16:rowId xmlns:a16="http://schemas.microsoft.com/office/drawing/2014/main" val="414773263"/>
                  </a:ext>
                </a:extLst>
              </a:tr>
              <a:tr h="216000">
                <a:tc gridSpan="3">
                  <a:txBody>
                    <a:bodyPr/>
                    <a:lstStyle/>
                    <a:p>
                      <a:pPr algn="ctr"/>
                      <a:r>
                        <a:rPr lang="en-GB" sz="800" cap="all" baseline="0">
                          <a:solidFill>
                            <a:schemeClr val="accent1"/>
                          </a:solidFill>
                          <a:latin typeface="Ubuntu Light" panose="020B0304030602030204" pitchFamily="34" charset="0"/>
                        </a:rPr>
                        <a:t>Process Identification &amp; Discovery</a:t>
                      </a:r>
                    </a:p>
                  </a:txBody>
                  <a:tcPr marL="0" marR="0" marT="0" marB="0" anchor="ctr">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en-AU"/>
                    </a:p>
                  </a:txBody>
                  <a:tcPr/>
                </a:tc>
                <a:tc hMerge="1">
                  <a:txBody>
                    <a:bodyPr/>
                    <a:lstStyle/>
                    <a:p>
                      <a:endParaRPr lang="en-AU"/>
                    </a:p>
                  </a:txBody>
                  <a:tcPr/>
                </a:tc>
                <a:tc gridSpan="4">
                  <a:txBody>
                    <a:bodyPr/>
                    <a:lstStyle/>
                    <a:p>
                      <a:pPr algn="ctr"/>
                      <a:r>
                        <a:rPr lang="en-GB" sz="800" cap="all" baseline="0">
                          <a:solidFill>
                            <a:schemeClr val="accent1"/>
                          </a:solidFill>
                          <a:latin typeface="Ubuntu Light" panose="020B0304030602030204" pitchFamily="34" charset="0"/>
                        </a:rPr>
                        <a:t>Process Analysis</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en-AU"/>
                    </a:p>
                  </a:txBody>
                  <a:tcPr/>
                </a:tc>
                <a:tc hMerge="1">
                  <a:txBody>
                    <a:bodyPr/>
                    <a:lstStyle/>
                    <a:p>
                      <a:endParaRPr lang="en-AU"/>
                    </a:p>
                  </a:txBody>
                  <a:tcPr/>
                </a:tc>
                <a:tc hMerge="1">
                  <a:txBody>
                    <a:bodyPr/>
                    <a:lstStyle/>
                    <a:p>
                      <a:endParaRPr lang="en-GB" sz="700">
                        <a:solidFill>
                          <a:schemeClr val="tx1"/>
                        </a:solidFill>
                        <a:latin typeface="+mn-lt"/>
                      </a:endParaRPr>
                    </a:p>
                  </a:txBody>
                  <a:tcPr marR="72000" marT="36000" marB="36000" anchor="ctr"/>
                </a:tc>
                <a:tc gridSpan="3">
                  <a:txBody>
                    <a:bodyPr/>
                    <a:lstStyle/>
                    <a:p>
                      <a:pPr algn="ctr"/>
                      <a:r>
                        <a:rPr lang="en-GB" sz="800" cap="all" baseline="0">
                          <a:solidFill>
                            <a:schemeClr val="accent1"/>
                          </a:solidFill>
                          <a:latin typeface="Ubuntu Light" panose="020B0304030602030204" pitchFamily="34" charset="0"/>
                        </a:rPr>
                        <a:t>Process Re-design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en-AU"/>
                    </a:p>
                  </a:txBody>
                  <a:tcPr/>
                </a:tc>
                <a:tc hMerge="1">
                  <a:txBody>
                    <a:bodyPr/>
                    <a:lstStyle/>
                    <a:p>
                      <a:endParaRPr lang="en-AU"/>
                    </a:p>
                  </a:txBody>
                  <a:tcPr/>
                </a:tc>
                <a:tc gridSpan="2">
                  <a:txBody>
                    <a:bodyPr/>
                    <a:lstStyle/>
                    <a:p>
                      <a:pPr algn="ctr"/>
                      <a:r>
                        <a:rPr lang="en-GB" sz="800" cap="all" baseline="0">
                          <a:solidFill>
                            <a:schemeClr val="accent1"/>
                          </a:solidFill>
                          <a:latin typeface="Ubuntu Light" panose="020B0304030602030204" pitchFamily="34" charset="0"/>
                        </a:rPr>
                        <a:t>Process Implementation</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en-AU"/>
                    </a:p>
                  </a:txBody>
                  <a:tcPr/>
                </a:tc>
                <a:tc gridSpan="2">
                  <a:txBody>
                    <a:bodyPr/>
                    <a:lstStyle/>
                    <a:p>
                      <a:pPr algn="ctr"/>
                      <a:r>
                        <a:rPr lang="en-GB" sz="800" cap="all" baseline="0">
                          <a:solidFill>
                            <a:schemeClr val="accent1"/>
                          </a:solidFill>
                          <a:latin typeface="Ubuntu Light" panose="020B0304030602030204" pitchFamily="34" charset="0"/>
                        </a:rPr>
                        <a:t>Process Optimisation </a:t>
                      </a:r>
                    </a:p>
                  </a:txBody>
                  <a:tcPr marL="0" marR="0" marT="0" marB="0" anchor="ctr">
                    <a:lnL w="6350" cap="flat" cmpd="sng" algn="ctr">
                      <a:solidFill>
                        <a:schemeClr val="bg1">
                          <a:lumMod val="75000"/>
                        </a:schemeClr>
                      </a:solidFill>
                      <a:prstDash val="solid"/>
                      <a:round/>
                      <a:headEnd type="none" w="med" len="med"/>
                      <a:tailEnd type="none" w="med" len="med"/>
                    </a:lnL>
                    <a:lnR w="571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hMerge="1">
                  <a:txBody>
                    <a:bodyPr/>
                    <a:lstStyle/>
                    <a:p>
                      <a:endParaRPr lang="en-GB" sz="700">
                        <a:solidFill>
                          <a:schemeClr val="tx1"/>
                        </a:solidFill>
                        <a:latin typeface="+mn-lt"/>
                      </a:endParaRPr>
                    </a:p>
                  </a:txBody>
                  <a:tcPr marR="72000" marT="36000" marB="36000" anchor="ctr"/>
                </a:tc>
                <a:extLst>
                  <a:ext uri="{0D108BD9-81ED-4DB2-BD59-A6C34878D82A}">
                    <a16:rowId xmlns:a16="http://schemas.microsoft.com/office/drawing/2014/main" val="3203093272"/>
                  </a:ext>
                </a:extLst>
              </a:tr>
              <a:tr h="432000">
                <a:tc>
                  <a:txBody>
                    <a:bodyPr/>
                    <a:lstStyle/>
                    <a:p>
                      <a:pPr algn="ctr"/>
                      <a:r>
                        <a:rPr lang="en-GB" sz="700">
                          <a:solidFill>
                            <a:schemeClr val="tx1"/>
                          </a:solidFill>
                          <a:latin typeface="Ubuntu Light" panose="020B0304030602030204" pitchFamily="34" charset="0"/>
                        </a:rPr>
                        <a:t>Identify </a:t>
                      </a:r>
                      <a:br>
                        <a:rPr lang="en-GB" sz="700">
                          <a:solidFill>
                            <a:schemeClr val="tx1"/>
                          </a:solidFill>
                          <a:latin typeface="Ubuntu Light" panose="020B0304030602030204" pitchFamily="34" charset="0"/>
                        </a:rPr>
                      </a:br>
                      <a:r>
                        <a:rPr lang="en-GB" sz="700">
                          <a:solidFill>
                            <a:schemeClr val="tx1"/>
                          </a:solidFill>
                          <a:latin typeface="Ubuntu Light" panose="020B0304030602030204" pitchFamily="34" charset="0"/>
                        </a:rPr>
                        <a:t>Processes</a:t>
                      </a:r>
                    </a:p>
                  </a:txBody>
                  <a:tcPr marL="0" marR="0" marT="0" marB="0"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Process Prioritisation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Select Process </a:t>
                      </a:r>
                      <a:br>
                        <a:rPr lang="en-GB" sz="700">
                          <a:solidFill>
                            <a:schemeClr val="tx1"/>
                          </a:solidFill>
                          <a:latin typeface="Ubuntu Light" panose="020B0304030602030204" pitchFamily="34" charset="0"/>
                        </a:rPr>
                      </a:br>
                      <a:r>
                        <a:rPr lang="en-GB" sz="700">
                          <a:solidFill>
                            <a:schemeClr val="tx1"/>
                          </a:solidFill>
                          <a:latin typeface="Ubuntu Light" panose="020B0304030602030204" pitchFamily="34" charset="0"/>
                        </a:rPr>
                        <a:t>for discovery</a:t>
                      </a:r>
                    </a:p>
                  </a:txBody>
                  <a:tcPr marL="0" marR="0" marT="0" marB="0" anchor="ctr">
                    <a:lnL w="12700" cap="flat" cmpd="sng" algn="ctr">
                      <a:solidFill>
                        <a:schemeClr val="bg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Collect </a:t>
                      </a:r>
                      <a:br>
                        <a:rPr lang="en-GB" sz="700">
                          <a:solidFill>
                            <a:schemeClr val="tx1"/>
                          </a:solidFill>
                          <a:latin typeface="Ubuntu Light" panose="020B0304030602030204" pitchFamily="34" charset="0"/>
                        </a:rPr>
                      </a:br>
                      <a:r>
                        <a:rPr lang="en-GB" sz="700">
                          <a:solidFill>
                            <a:schemeClr val="tx1"/>
                          </a:solidFill>
                          <a:latin typeface="Ubuntu Light" panose="020B0304030602030204" pitchFamily="34" charset="0"/>
                        </a:rPr>
                        <a:t>Data</a:t>
                      </a:r>
                    </a:p>
                  </a:txBody>
                  <a:tcPr marL="0" marR="0" marT="0" marB="0" anchor="ctr">
                    <a:lnL w="6350" cap="flat" cmpd="sng" algn="ctr">
                      <a:solidFill>
                        <a:schemeClr val="bg1">
                          <a:lumMod val="75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Analyse </a:t>
                      </a:r>
                      <a:br>
                        <a:rPr lang="en-GB" sz="700">
                          <a:solidFill>
                            <a:schemeClr val="tx1"/>
                          </a:solidFill>
                          <a:latin typeface="Ubuntu Light" panose="020B0304030602030204" pitchFamily="34" charset="0"/>
                        </a:rPr>
                      </a:br>
                      <a:r>
                        <a:rPr lang="en-GB" sz="700">
                          <a:solidFill>
                            <a:schemeClr val="tx1"/>
                          </a:solidFill>
                          <a:latin typeface="Ubuntu Light" panose="020B0304030602030204" pitchFamily="34" charset="0"/>
                        </a:rPr>
                        <a:t>Data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Value Stream Mapping</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Identify Process Performance Metrics</a:t>
                      </a:r>
                    </a:p>
                  </a:txBody>
                  <a:tcPr marL="0" marR="0" marT="0" marB="0" anchor="ctr">
                    <a:lnL w="12700" cap="flat" cmpd="sng" algn="ctr">
                      <a:solidFill>
                        <a:schemeClr val="bg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Solution </a:t>
                      </a:r>
                      <a:br>
                        <a:rPr lang="en-GB" sz="700">
                          <a:solidFill>
                            <a:schemeClr val="tx1"/>
                          </a:solidFill>
                          <a:latin typeface="Ubuntu Light" panose="020B0304030602030204" pitchFamily="34" charset="0"/>
                        </a:rPr>
                      </a:br>
                      <a:r>
                        <a:rPr lang="en-GB" sz="700">
                          <a:solidFill>
                            <a:schemeClr val="tx1"/>
                          </a:solidFill>
                          <a:latin typeface="Ubuntu Light" panose="020B0304030602030204" pitchFamily="34" charset="0"/>
                        </a:rPr>
                        <a:t>Ideation</a:t>
                      </a:r>
                    </a:p>
                  </a:txBody>
                  <a:tcPr marL="0" marR="0" marT="0" marB="0" anchor="ctr">
                    <a:lnL w="635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a:solidFill>
                            <a:schemeClr val="tx1"/>
                          </a:solidFill>
                          <a:latin typeface="Ubuntu Light" panose="020B0304030602030204" pitchFamily="34" charset="0"/>
                        </a:rPr>
                        <a:t>Solution Prioritisation </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Business </a:t>
                      </a:r>
                      <a:br>
                        <a:rPr lang="en-GB" sz="700">
                          <a:solidFill>
                            <a:schemeClr val="tx1"/>
                          </a:solidFill>
                          <a:latin typeface="Ubuntu Light" panose="020B0304030602030204" pitchFamily="34" charset="0"/>
                        </a:rPr>
                      </a:br>
                      <a:r>
                        <a:rPr lang="en-GB" sz="700">
                          <a:solidFill>
                            <a:schemeClr val="tx1"/>
                          </a:solidFill>
                          <a:latin typeface="Ubuntu Light" panose="020B0304030602030204" pitchFamily="34" charset="0"/>
                        </a:rPr>
                        <a:t>Case</a:t>
                      </a:r>
                    </a:p>
                  </a:txBody>
                  <a:tcPr marL="0" marR="0" marT="0" marB="0" anchor="ctr">
                    <a:lnL w="12700" cmpd="sng">
                      <a:noFill/>
                    </a:lnL>
                    <a:lnR w="635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ctr"/>
                      <a:r>
                        <a:rPr lang="en-GB" sz="700" kern="1200">
                          <a:solidFill>
                            <a:schemeClr val="tx1"/>
                          </a:solidFill>
                          <a:latin typeface="Ubuntu Light" panose="020B0304030602030204" pitchFamily="34" charset="0"/>
                          <a:ea typeface="+mn-ea"/>
                          <a:cs typeface="+mn-cs"/>
                        </a:rPr>
                        <a:t>Build, Test, </a:t>
                      </a:r>
                      <a:br>
                        <a:rPr lang="en-GB" sz="700" kern="1200">
                          <a:solidFill>
                            <a:schemeClr val="tx1"/>
                          </a:solidFill>
                          <a:latin typeface="Ubuntu Light" panose="020B0304030602030204" pitchFamily="34" charset="0"/>
                          <a:ea typeface="+mn-ea"/>
                          <a:cs typeface="+mn-cs"/>
                        </a:rPr>
                      </a:br>
                      <a:r>
                        <a:rPr lang="en-GB" sz="700" kern="1200">
                          <a:solidFill>
                            <a:schemeClr val="tx1"/>
                          </a:solidFill>
                          <a:latin typeface="Ubuntu Light" panose="020B0304030602030204" pitchFamily="34" charset="0"/>
                          <a:ea typeface="+mn-ea"/>
                          <a:cs typeface="+mn-cs"/>
                        </a:rPr>
                        <a:t>Trial</a:t>
                      </a:r>
                      <a:endParaRPr lang="en-GB" sz="700">
                        <a:solidFill>
                          <a:schemeClr val="tx1"/>
                        </a:solidFill>
                        <a:latin typeface="Ubuntu Light" panose="020B0304030602030204" pitchFamily="34" charset="0"/>
                      </a:endParaRPr>
                    </a:p>
                  </a:txBody>
                  <a:tcPr marL="0" marR="0" marT="0" marB="0" anchor="ctr">
                    <a:lnL w="635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GB" sz="700">
                          <a:solidFill>
                            <a:schemeClr val="tx1"/>
                          </a:solidFill>
                          <a:latin typeface="Ubuntu Light" panose="020B0304030602030204" pitchFamily="34" charset="0"/>
                        </a:rPr>
                        <a:t>Implement </a:t>
                      </a:r>
                      <a:br>
                        <a:rPr lang="en-GB" sz="700">
                          <a:solidFill>
                            <a:schemeClr val="tx1"/>
                          </a:solidFill>
                          <a:latin typeface="Ubuntu Light" panose="020B0304030602030204" pitchFamily="34" charset="0"/>
                        </a:rPr>
                      </a:br>
                      <a:r>
                        <a:rPr lang="en-GB" sz="700">
                          <a:solidFill>
                            <a:schemeClr val="tx1"/>
                          </a:solidFill>
                          <a:latin typeface="Ubuntu Light" panose="020B0304030602030204" pitchFamily="34" charset="0"/>
                        </a:rPr>
                        <a:t>Changes</a:t>
                      </a:r>
                    </a:p>
                  </a:txBody>
                  <a:tcPr marL="0" marR="0" marT="0" marB="0" anchor="ctr">
                    <a:lnL w="12700" cmpd="sng">
                      <a:noFill/>
                    </a:lnL>
                    <a:lnR w="6350" cap="flat" cmpd="sng" algn="ctr">
                      <a:solidFill>
                        <a:schemeClr val="bg1">
                          <a:lumMod val="75000"/>
                        </a:schemeClr>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a:solidFill>
                            <a:schemeClr val="tx1"/>
                          </a:solidFill>
                          <a:latin typeface="Ubuntu Light" panose="020B0304030602030204" pitchFamily="34" charset="0"/>
                        </a:rPr>
                        <a:t>Plan, do, check, adjust  (PDCA)</a:t>
                      </a:r>
                    </a:p>
                  </a:txBody>
                  <a:tcPr marL="0" marR="0" marT="0" marB="0" anchor="ctr">
                    <a:lnL w="6350" cap="flat" cmpd="sng" algn="ctr">
                      <a:solidFill>
                        <a:schemeClr val="bg1">
                          <a:lumMod val="75000"/>
                        </a:schemeClr>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700">
                          <a:solidFill>
                            <a:schemeClr val="tx1"/>
                          </a:solidFill>
                          <a:latin typeface="Ubuntu Light" panose="020B0304030602030204" pitchFamily="34" charset="0"/>
                        </a:rPr>
                        <a:t>Benchmarking</a:t>
                      </a:r>
                    </a:p>
                  </a:txBody>
                  <a:tcPr marL="0" marR="0" marT="0" marB="0" anchor="ctr">
                    <a:lnL w="12700" cmpd="sng">
                      <a:noFill/>
                    </a:lnL>
                    <a:lnR w="571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41897396"/>
                  </a:ext>
                </a:extLst>
              </a:tr>
              <a:tr h="360000">
                <a:tc>
                  <a:txBody>
                    <a:bodyPr/>
                    <a:lstStyle/>
                    <a:p>
                      <a:pPr marL="0" indent="0" algn="ctr">
                        <a:buFont typeface="Arial" panose="020B0604020202020204" pitchFamily="34" charset="0"/>
                        <a:buNone/>
                      </a:pPr>
                      <a:r>
                        <a:rPr lang="en-GB" sz="700">
                          <a:solidFill>
                            <a:schemeClr val="tx1"/>
                          </a:solidFill>
                          <a:latin typeface="Ubuntu Light" panose="020B0304030602030204" pitchFamily="34" charset="0"/>
                        </a:rPr>
                        <a:t>Support</a:t>
                      </a:r>
                    </a:p>
                  </a:txBody>
                  <a:tcPr marL="0" marR="0" marT="0" marB="0"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1D150"/>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7DEBC"/>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7DEBC"/>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1D150"/>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1D150"/>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1D150"/>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1D150"/>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1D150"/>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rgbClr val="FF0000"/>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7DEBC"/>
                    </a:solidFill>
                  </a:tcPr>
                </a:tc>
                <a:tc>
                  <a:txBody>
                    <a:bodyPr/>
                    <a:lstStyle/>
                    <a:p>
                      <a:pPr marL="0" indent="0" algn="ctr" defTabSz="914400" rtl="0" eaLnBrk="1" latinLnBrk="0" hangingPunct="1">
                        <a:buFont typeface="Arial" panose="020B0604020202020204" pitchFamily="34" charset="0"/>
                        <a:buNone/>
                      </a:pPr>
                      <a:endParaRPr lang="en-GB" sz="700" kern="1200">
                        <a:solidFill>
                          <a:schemeClr val="tx1"/>
                        </a:solidFill>
                        <a:latin typeface="Ubuntu Light" panose="020B0304030602030204" pitchFamily="34" charset="0"/>
                        <a:ea typeface="+mn-ea"/>
                        <a:cs typeface="+mn-cs"/>
                      </a:endParaRPr>
                    </a:p>
                  </a:txBody>
                  <a:tcPr marL="0" marR="0" marT="0" marB="0" anchor="ctr">
                    <a:lnL w="1270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D34F"/>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90D34F"/>
                    </a:solidFill>
                  </a:tcPr>
                </a:tc>
                <a:extLst>
                  <a:ext uri="{0D108BD9-81ED-4DB2-BD59-A6C34878D82A}">
                    <a16:rowId xmlns:a16="http://schemas.microsoft.com/office/drawing/2014/main" val="3478255469"/>
                  </a:ext>
                </a:extLst>
              </a:tr>
              <a:tr h="360000">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700">
                          <a:solidFill>
                            <a:schemeClr val="tx1"/>
                          </a:solidFill>
                          <a:latin typeface="Ubuntu Light" panose="020B0304030602030204" pitchFamily="34" charset="0"/>
                        </a:rPr>
                        <a:t>Lead</a:t>
                      </a:r>
                    </a:p>
                  </a:txBody>
                  <a:tcPr marL="0" marR="0" marT="0" marB="0" anchor="ctr">
                    <a:lnL w="381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90D34F"/>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tc>
                  <a:txBody>
                    <a:bodyPr/>
                    <a:lstStyle/>
                    <a:p>
                      <a:pPr marL="0" indent="0" algn="ctr">
                        <a:buFont typeface="Arial" panose="020B0604020202020204" pitchFamily="34" charset="0"/>
                        <a:buNone/>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91D150"/>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91D150"/>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91D150"/>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90D34F"/>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91D150"/>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5715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sz="700">
                        <a:solidFill>
                          <a:schemeClr val="tx1"/>
                        </a:solidFill>
                        <a:latin typeface="Ubuntu Light" panose="020B0304030602030204" pitchFamily="34" charset="0"/>
                      </a:endParaRPr>
                    </a:p>
                  </a:txBody>
                  <a:tcPr marL="0" marR="0" marT="0" marB="0" anchor="ctr">
                    <a:lnL w="12700" cap="flat" cmpd="sng" algn="ctr">
                      <a:solidFill>
                        <a:schemeClr val="bg1"/>
                      </a:solidFill>
                      <a:prstDash val="solid"/>
                      <a:round/>
                      <a:headEnd type="none" w="med" len="med"/>
                      <a:tailEnd type="none" w="med" len="med"/>
                    </a:lnL>
                    <a:lnR w="571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C7DEBC"/>
                    </a:solidFill>
                  </a:tcPr>
                </a:tc>
                <a:extLst>
                  <a:ext uri="{0D108BD9-81ED-4DB2-BD59-A6C34878D82A}">
                    <a16:rowId xmlns:a16="http://schemas.microsoft.com/office/drawing/2014/main" val="1111272851"/>
                  </a:ext>
                </a:extLst>
              </a:tr>
            </a:tbl>
          </a:graphicData>
        </a:graphic>
      </p:graphicFrame>
      <p:grpSp>
        <p:nvGrpSpPr>
          <p:cNvPr id="6" name="Groupe 1">
            <a:extLst>
              <a:ext uri="{FF2B5EF4-FFF2-40B4-BE49-F238E27FC236}">
                <a16:creationId xmlns:a16="http://schemas.microsoft.com/office/drawing/2014/main" id="{46239889-FF25-9B64-C886-7D4B365268D1}"/>
              </a:ext>
            </a:extLst>
          </p:cNvPr>
          <p:cNvGrpSpPr>
            <a:grpSpLocks noChangeAspect="1"/>
          </p:cNvGrpSpPr>
          <p:nvPr/>
        </p:nvGrpSpPr>
        <p:grpSpPr>
          <a:xfrm>
            <a:off x="418825" y="5813428"/>
            <a:ext cx="267914" cy="248465"/>
            <a:chOff x="11501102" y="171573"/>
            <a:chExt cx="419436" cy="388988"/>
          </a:xfrm>
        </p:grpSpPr>
        <p:sp>
          <p:nvSpPr>
            <p:cNvPr id="7" name="Freeform 13">
              <a:extLst>
                <a:ext uri="{FF2B5EF4-FFF2-40B4-BE49-F238E27FC236}">
                  <a16:creationId xmlns:a16="http://schemas.microsoft.com/office/drawing/2014/main" id="{996F3C31-AC95-17D9-C575-DCD1B4B30B7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sp>
          <p:nvSpPr>
            <p:cNvPr id="8" name="Freeform 14">
              <a:extLst>
                <a:ext uri="{FF2B5EF4-FFF2-40B4-BE49-F238E27FC236}">
                  <a16:creationId xmlns:a16="http://schemas.microsoft.com/office/drawing/2014/main" id="{1783CAEF-C781-9095-21D9-A6FF24666E7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p:txBody>
        </p:sp>
      </p:grpSp>
      <p:pic>
        <p:nvPicPr>
          <p:cNvPr id="9" name="Picture 8" descr="National Broadband Network Logo, symbol, meaning, history, PNG, brand">
            <a:extLst>
              <a:ext uri="{FF2B5EF4-FFF2-40B4-BE49-F238E27FC236}">
                <a16:creationId xmlns:a16="http://schemas.microsoft.com/office/drawing/2014/main" id="{589152F0-9803-A327-1658-4102AFC7BDD5}"/>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l="59274"/>
          <a:stretch/>
        </p:blipFill>
        <p:spPr bwMode="auto">
          <a:xfrm>
            <a:off x="359999" y="6043039"/>
            <a:ext cx="385567" cy="532537"/>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BE056C36-EE8E-D341-5E83-F482EA1307D1}"/>
              </a:ext>
            </a:extLst>
          </p:cNvPr>
          <p:cNvGrpSpPr>
            <a:grpSpLocks noChangeAspect="1"/>
          </p:cNvGrpSpPr>
          <p:nvPr/>
        </p:nvGrpSpPr>
        <p:grpSpPr>
          <a:xfrm>
            <a:off x="1730733" y="3630113"/>
            <a:ext cx="2171213" cy="1087242"/>
            <a:chOff x="408936" y="573823"/>
            <a:chExt cx="10194301" cy="4532475"/>
          </a:xfrm>
        </p:grpSpPr>
        <p:pic>
          <p:nvPicPr>
            <p:cNvPr id="11" name="Picture 10" descr="A screenshot of a cell phone&#10;&#10;Description automatically generated">
              <a:extLst>
                <a:ext uri="{FF2B5EF4-FFF2-40B4-BE49-F238E27FC236}">
                  <a16:creationId xmlns:a16="http://schemas.microsoft.com/office/drawing/2014/main" id="{ABCD2596-B23A-55CC-48BC-503D913D1588}"/>
                </a:ext>
              </a:extLst>
            </p:cNvPr>
            <p:cNvPicPr>
              <a:picLocks noChangeAspect="1"/>
            </p:cNvPicPr>
            <p:nvPr/>
          </p:nvPicPr>
          <p:blipFill>
            <a:blip r:embed="rId3"/>
            <a:stretch>
              <a:fillRect/>
            </a:stretch>
          </p:blipFill>
          <p:spPr>
            <a:xfrm>
              <a:off x="408936" y="573823"/>
              <a:ext cx="10194301" cy="4532475"/>
            </a:xfrm>
            <a:prstGeom prst="rect">
              <a:avLst/>
            </a:prstGeom>
            <a:ln w="3175">
              <a:solidFill>
                <a:schemeClr val="tx1"/>
              </a:solidFill>
            </a:ln>
          </p:spPr>
        </p:pic>
        <p:pic>
          <p:nvPicPr>
            <p:cNvPr id="14" name="Picture 2" descr="Capgemini | Drupal.org">
              <a:extLst>
                <a:ext uri="{FF2B5EF4-FFF2-40B4-BE49-F238E27FC236}">
                  <a16:creationId xmlns:a16="http://schemas.microsoft.com/office/drawing/2014/main" id="{5BD56225-8597-55B4-309E-AFA63DF15C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426" t="18141" r="10391" b="28474"/>
            <a:stretch/>
          </p:blipFill>
          <p:spPr bwMode="auto">
            <a:xfrm>
              <a:off x="408937" y="797062"/>
              <a:ext cx="1419864" cy="34593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68365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70368-E4CB-2C4F-903C-AFEA94336B57}"/>
              </a:ext>
            </a:extLst>
          </p:cNvPr>
          <p:cNvSpPr>
            <a:spLocks noGrp="1"/>
          </p:cNvSpPr>
          <p:nvPr>
            <p:ph type="title"/>
          </p:nvPr>
        </p:nvSpPr>
        <p:spPr/>
        <p:txBody>
          <a:bodyPr/>
          <a:lstStyle/>
          <a:p>
            <a:r>
              <a:rPr lang="en-AU" dirty="0"/>
              <a:t>Our Process service can accommodate various process development scenarios that are likely to occur in client </a:t>
            </a:r>
            <a:r>
              <a:rPr lang="en-AU" sz="1000" dirty="0"/>
              <a:t>(2 of 3)</a:t>
            </a:r>
            <a:endParaRPr lang="en-GB" sz="1000" dirty="0"/>
          </a:p>
        </p:txBody>
      </p:sp>
      <p:sp>
        <p:nvSpPr>
          <p:cNvPr id="5" name="Text Placeholder 4">
            <a:extLst>
              <a:ext uri="{FF2B5EF4-FFF2-40B4-BE49-F238E27FC236}">
                <a16:creationId xmlns:a16="http://schemas.microsoft.com/office/drawing/2014/main" id="{8A9A231B-E06B-3B20-B8CB-323A36A42DC4}"/>
              </a:ext>
            </a:extLst>
          </p:cNvPr>
          <p:cNvSpPr>
            <a:spLocks noGrp="1"/>
          </p:cNvSpPr>
          <p:nvPr>
            <p:ph type="body" sz="quarter" idx="13"/>
          </p:nvPr>
        </p:nvSpPr>
        <p:spPr/>
        <p:txBody>
          <a:bodyPr/>
          <a:lstStyle/>
          <a:p>
            <a:r>
              <a:rPr lang="en-AU" dirty="0"/>
              <a:t>02 |Our Process service to enable client to focus on its core objectives</a:t>
            </a:r>
            <a:endParaRPr lang="en-GB" dirty="0"/>
          </a:p>
        </p:txBody>
      </p:sp>
      <p:sp>
        <p:nvSpPr>
          <p:cNvPr id="24" name="Content Placeholder 23">
            <a:extLst>
              <a:ext uri="{FF2B5EF4-FFF2-40B4-BE49-F238E27FC236}">
                <a16:creationId xmlns:a16="http://schemas.microsoft.com/office/drawing/2014/main" id="{C12F0952-B8DA-D5AB-708E-0D8C950BE763}"/>
              </a:ext>
            </a:extLst>
          </p:cNvPr>
          <p:cNvSpPr>
            <a:spLocks noGrp="1"/>
          </p:cNvSpPr>
          <p:nvPr>
            <p:ph sz="quarter" idx="18"/>
          </p:nvPr>
        </p:nvSpPr>
        <p:spPr/>
        <p: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30000" noProof="0">
                <a:ln>
                  <a:noFill/>
                </a:ln>
                <a:solidFill>
                  <a:srgbClr val="2B0A3D">
                    <a:lumMod val="75000"/>
                    <a:lumOff val="25000"/>
                  </a:srgbClr>
                </a:solidFill>
                <a:effectLst/>
                <a:uLnTx/>
                <a:uFillTx/>
                <a:latin typeface="Ubuntu" panose="020B0504030602030204" pitchFamily="34" charset="0"/>
                <a:ea typeface="+mn-ea"/>
                <a:cs typeface="+mn-cs"/>
              </a:rPr>
              <a:t>#</a:t>
            </a:r>
            <a:r>
              <a:rPr kumimoji="0" lang="en-AU" sz="1200" b="1" i="0" u="none" strike="noStrike" kern="1200" cap="all" spc="0" normalizeH="0" baseline="0" noProof="0">
                <a:ln>
                  <a:noFill/>
                </a:ln>
                <a:solidFill>
                  <a:srgbClr val="2B0A3D">
                    <a:lumMod val="75000"/>
                    <a:lumOff val="25000"/>
                  </a:srgbClr>
                </a:solidFill>
                <a:effectLst/>
                <a:uLnTx/>
                <a:uFillTx/>
                <a:latin typeface="Ubuntu" panose="020B0504030602030204" pitchFamily="34" charset="0"/>
                <a:ea typeface="+mn-ea"/>
                <a:cs typeface="+mn-cs"/>
              </a:rPr>
              <a:t>2  business unit with Low process maturity</a:t>
            </a:r>
          </a:p>
        </p:txBody>
      </p:sp>
      <p:graphicFrame>
        <p:nvGraphicFramePr>
          <p:cNvPr id="17" name="Table 16">
            <a:extLst>
              <a:ext uri="{FF2B5EF4-FFF2-40B4-BE49-F238E27FC236}">
                <a16:creationId xmlns:a16="http://schemas.microsoft.com/office/drawing/2014/main" id="{5562CA1F-5482-A7FB-E79E-C7C03D1ABA4E}"/>
              </a:ext>
            </a:extLst>
          </p:cNvPr>
          <p:cNvGraphicFramePr>
            <a:graphicFrameLocks noGrp="1"/>
          </p:cNvGraphicFramePr>
          <p:nvPr>
            <p:extLst>
              <p:ext uri="{D42A27DB-BD31-4B8C-83A1-F6EECF244321}">
                <p14:modId xmlns:p14="http://schemas.microsoft.com/office/powerpoint/2010/main" val="4119079369"/>
              </p:ext>
            </p:extLst>
          </p:nvPr>
        </p:nvGraphicFramePr>
        <p:xfrm>
          <a:off x="360000" y="1763785"/>
          <a:ext cx="4377600" cy="1496940"/>
        </p:xfrm>
        <a:graphic>
          <a:graphicData uri="http://schemas.openxmlformats.org/drawingml/2006/table">
            <a:tbl>
              <a:tblPr firstRow="1" bandRow="1"/>
              <a:tblGrid>
                <a:gridCol w="4377600">
                  <a:extLst>
                    <a:ext uri="{9D8B030D-6E8A-4147-A177-3AD203B41FA5}">
                      <a16:colId xmlns:a16="http://schemas.microsoft.com/office/drawing/2014/main" val="926936166"/>
                    </a:ext>
                  </a:extLst>
                </a:gridCol>
              </a:tblGrid>
              <a:tr h="990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Processes with low maturity (where process artefacts are limited) and the process is highly variable or operated in an uncontrolled or reactive way, require:</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accent1"/>
                          </a:solidFill>
                          <a:effectLst/>
                          <a:uLnTx/>
                          <a:uFillTx/>
                          <a:latin typeface="Ubuntu Light"/>
                          <a:ea typeface="+mn-ea"/>
                          <a:cs typeface="+mn-cs"/>
                        </a:rPr>
                        <a:t>additional effort</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accent1"/>
                          </a:solidFill>
                          <a:effectLst/>
                          <a:uLnTx/>
                          <a:uFillTx/>
                          <a:latin typeface="Ubuntu Light"/>
                          <a:ea typeface="+mn-ea"/>
                          <a:cs typeface="+mn-cs"/>
                        </a:rPr>
                        <a:t>subject matter expertise (SME), and </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accent1"/>
                          </a:solidFill>
                          <a:effectLst/>
                          <a:uLnTx/>
                          <a:uFillTx/>
                          <a:latin typeface="Ubuntu Light"/>
                          <a:ea typeface="+mn-ea"/>
                          <a:cs typeface="+mn-cs"/>
                        </a:rPr>
                        <a:t>stakeholder engagement during the discover and analyse phases </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SME and stakeholder engagement is crucial for process improvement initiatives. SMEs possess specialised knowledge and experience in specific areas and processes, contributing valuable knowledge, experience and insights that enable more targeted and effective improvements to be made.</a:t>
                      </a:r>
                    </a:p>
                  </a:txBody>
                  <a:tcPr marL="72000" marR="72000" marT="72000" marB="0">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1905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18" name="Table 17">
            <a:extLst>
              <a:ext uri="{FF2B5EF4-FFF2-40B4-BE49-F238E27FC236}">
                <a16:creationId xmlns:a16="http://schemas.microsoft.com/office/drawing/2014/main" id="{3AF16CE9-71FA-6057-4B04-A27FEADFEA03}"/>
              </a:ext>
            </a:extLst>
          </p:cNvPr>
          <p:cNvGraphicFramePr>
            <a:graphicFrameLocks noGrp="1"/>
          </p:cNvGraphicFramePr>
          <p:nvPr>
            <p:extLst>
              <p:ext uri="{D42A27DB-BD31-4B8C-83A1-F6EECF244321}">
                <p14:modId xmlns:p14="http://schemas.microsoft.com/office/powerpoint/2010/main" val="2895683349"/>
              </p:ext>
            </p:extLst>
          </p:nvPr>
        </p:nvGraphicFramePr>
        <p:xfrm>
          <a:off x="5118354" y="1763785"/>
          <a:ext cx="5346446" cy="3356760"/>
        </p:xfrm>
        <a:graphic>
          <a:graphicData uri="http://schemas.openxmlformats.org/drawingml/2006/table">
            <a:tbl>
              <a:tblPr firstRow="1" bandRow="1"/>
              <a:tblGrid>
                <a:gridCol w="85853">
                  <a:extLst>
                    <a:ext uri="{9D8B030D-6E8A-4147-A177-3AD203B41FA5}">
                      <a16:colId xmlns:a16="http://schemas.microsoft.com/office/drawing/2014/main" val="926936166"/>
                    </a:ext>
                  </a:extLst>
                </a:gridCol>
                <a:gridCol w="2653499">
                  <a:extLst>
                    <a:ext uri="{9D8B030D-6E8A-4147-A177-3AD203B41FA5}">
                      <a16:colId xmlns:a16="http://schemas.microsoft.com/office/drawing/2014/main" val="2213972221"/>
                    </a:ext>
                  </a:extLst>
                </a:gridCol>
                <a:gridCol w="2607094">
                  <a:extLst>
                    <a:ext uri="{9D8B030D-6E8A-4147-A177-3AD203B41FA5}">
                      <a16:colId xmlns:a16="http://schemas.microsoft.com/office/drawing/2014/main" val="423897082"/>
                    </a:ext>
                  </a:extLst>
                </a:gridCol>
              </a:tblGrid>
              <a:tr h="79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a:ea typeface="+mn-ea"/>
                          <a:cs typeface="+mn-cs"/>
                        </a:rPr>
                        <a:t>Approach</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The </a:t>
                      </a:r>
                      <a:r>
                        <a:rPr kumimoji="0" lang="en-AU" sz="900" b="1" i="0" u="none" strike="noStrike" kern="1200" cap="none" spc="0" normalizeH="0" baseline="0" noProof="0">
                          <a:ln>
                            <a:noFill/>
                          </a:ln>
                          <a:solidFill>
                            <a:schemeClr val="tx1"/>
                          </a:solidFill>
                          <a:effectLst/>
                          <a:uLnTx/>
                          <a:uFillTx/>
                          <a:latin typeface="+mn-lt"/>
                          <a:ea typeface="+mn-ea"/>
                          <a:cs typeface="+mn-cs"/>
                        </a:rPr>
                        <a:t>Process Maturity Model </a:t>
                      </a:r>
                      <a:r>
                        <a:rPr kumimoji="0" lang="en-AU" sz="900" b="0" i="0" u="none" strike="noStrike" kern="1200" cap="none" spc="0" normalizeH="0" baseline="0" noProof="0">
                          <a:ln>
                            <a:noFill/>
                          </a:ln>
                          <a:solidFill>
                            <a:schemeClr val="tx1"/>
                          </a:solidFill>
                          <a:effectLst/>
                          <a:uLnTx/>
                          <a:uFillTx/>
                          <a:latin typeface="Ubuntu Light"/>
                          <a:ea typeface="+mn-ea"/>
                          <a:cs typeface="+mn-cs"/>
                        </a:rPr>
                        <a:t>will be used to identify the maturity of the process, informing the approach taken to understand the current state</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Processes with low maturity require additional engagement with SME’s and stakeholders through interviews and workshops to build an accurate understanding of the current state process. SMEs have a detailed understanding of the process and can provide additional information, intricacies, nuances and external factors impacting the process </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Process maturity can be increased by making the process repeatable, clearly defined, documented and managed using process performance metrics and controls </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chemeClr val="accent1"/>
                        </a:solidFill>
                        <a:effectLst/>
                        <a:uLnTx/>
                        <a:uFillTx/>
                        <a:latin typeface="Ubuntu Light"/>
                        <a:ea typeface="+mn-ea"/>
                        <a:cs typeface="+mn-cs"/>
                      </a:endParaRP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97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Accelerators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1" i="0" u="none" strike="noStrike" kern="1200" cap="none" spc="0" normalizeH="0" baseline="0" noProof="0">
                          <a:ln>
                            <a:noFill/>
                          </a:ln>
                          <a:solidFill>
                            <a:prstClr val="black"/>
                          </a:solidFill>
                          <a:effectLst/>
                          <a:uLnTx/>
                          <a:uFillTx/>
                          <a:latin typeface="+mn-lt"/>
                          <a:ea typeface="+mn-ea"/>
                          <a:cs typeface="+mn-cs"/>
                        </a:rPr>
                        <a:t>Process Mining</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 Used where data is available and of good quality, to increase the speed of current state process discovery by reconstructing and visualising process workflow. Visualisation of the process enables identification of process variations, inefficiencies and bottlenecks. This enables a strong understanding of the current state process, reducing the amount of stakeholder engagement required to understand and analyse the current state</a:t>
                      </a:r>
                    </a:p>
                  </a:txBody>
                  <a:tcPr marL="0" marR="10800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1" i="0" u="none" strike="noStrike" kern="1200" cap="none" spc="0" normalizeH="0" baseline="0" noProof="0">
                          <a:ln>
                            <a:noFill/>
                          </a:ln>
                          <a:solidFill>
                            <a:prstClr val="black"/>
                          </a:solidFill>
                          <a:effectLst/>
                          <a:uLnTx/>
                          <a:uFillTx/>
                          <a:latin typeface="+mn-lt"/>
                          <a:ea typeface="+mn-ea"/>
                          <a:cs typeface="+mn-cs"/>
                        </a:rPr>
                        <a:t>Process Intelligence Dashboards</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 Used where data is available and of good quality, for conformance checking and overview of key process metrics to enable ongoing performance reporting</a:t>
                      </a: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sp>
        <p:nvSpPr>
          <p:cNvPr id="6" name="TextBox 5">
            <a:extLst>
              <a:ext uri="{FF2B5EF4-FFF2-40B4-BE49-F238E27FC236}">
                <a16:creationId xmlns:a16="http://schemas.microsoft.com/office/drawing/2014/main" id="{1AC19735-E3CC-6F9E-BBCA-7F559575364A}"/>
              </a:ext>
            </a:extLst>
          </p:cNvPr>
          <p:cNvSpPr txBox="1"/>
          <p:nvPr/>
        </p:nvSpPr>
        <p:spPr>
          <a:xfrm>
            <a:off x="404813" y="6130766"/>
            <a:ext cx="6314792" cy="230832"/>
          </a:xfrm>
          <a:prstGeom prst="rect">
            <a:avLst/>
          </a:prstGeom>
          <a:noFill/>
        </p:spPr>
        <p:txBody>
          <a:bodyPr wrap="square">
            <a:spAutoFit/>
          </a:bodyPr>
          <a:lstStyle/>
          <a:p>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Please note RACI remains the same for all scenarios.</a:t>
            </a:r>
            <a:endParaRPr lang="en-AU" sz="900"/>
          </a:p>
        </p:txBody>
      </p:sp>
      <p:pic>
        <p:nvPicPr>
          <p:cNvPr id="4" name="Picture 3">
            <a:extLst>
              <a:ext uri="{FF2B5EF4-FFF2-40B4-BE49-F238E27FC236}">
                <a16:creationId xmlns:a16="http://schemas.microsoft.com/office/drawing/2014/main" id="{AD4DAC7E-A396-F2EC-69FB-8F2D714D0A0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8000" y="3905910"/>
            <a:ext cx="2021278" cy="1136969"/>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26596453-AE0D-247B-72B3-C6FE06413AF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662209" y="3905909"/>
            <a:ext cx="2021278" cy="1136969"/>
          </a:xfrm>
          <a:prstGeom prst="rect">
            <a:avLst/>
          </a:prstGeom>
          <a:effectLst>
            <a:outerShdw blurRad="50800" dist="38100" dir="2700000" algn="tl" rotWithShape="0">
              <a:prstClr val="black">
                <a:alpha val="40000"/>
              </a:prstClr>
            </a:outerShdw>
          </a:effectLst>
        </p:spPr>
      </p:pic>
      <p:pic>
        <p:nvPicPr>
          <p:cNvPr id="30" name="Picture 29">
            <a:extLst>
              <a:ext uri="{FF2B5EF4-FFF2-40B4-BE49-F238E27FC236}">
                <a16:creationId xmlns:a16="http://schemas.microsoft.com/office/drawing/2014/main" id="{B7F72164-52A6-CEB0-F1CA-E8854168B7DD}"/>
              </a:ext>
            </a:extLst>
          </p:cNvPr>
          <p:cNvPicPr>
            <a:picLocks noChangeAspect="1"/>
          </p:cNvPicPr>
          <p:nvPr/>
        </p:nvPicPr>
        <p:blipFill>
          <a:blip r:embed="rId4"/>
          <a:stretch>
            <a:fillRect/>
          </a:stretch>
        </p:blipFill>
        <p:spPr>
          <a:xfrm>
            <a:off x="430823" y="6361598"/>
            <a:ext cx="2690447" cy="383716"/>
          </a:xfrm>
          <a:prstGeom prst="rect">
            <a:avLst/>
          </a:prstGeom>
        </p:spPr>
      </p:pic>
    </p:spTree>
    <p:extLst>
      <p:ext uri="{BB962C8B-B14F-4D97-AF65-F5344CB8AC3E}">
        <p14:creationId xmlns:p14="http://schemas.microsoft.com/office/powerpoint/2010/main" val="534847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70368-E4CB-2C4F-903C-AFEA94336B57}"/>
              </a:ext>
            </a:extLst>
          </p:cNvPr>
          <p:cNvSpPr>
            <a:spLocks noGrp="1"/>
          </p:cNvSpPr>
          <p:nvPr>
            <p:ph type="title"/>
          </p:nvPr>
        </p:nvSpPr>
        <p:spPr/>
        <p:txBody>
          <a:bodyPr/>
          <a:lstStyle/>
          <a:p>
            <a:r>
              <a:rPr lang="en-AU" dirty="0"/>
              <a:t>Our Process service can accommodate various process development scenarios that are likely to occur in client </a:t>
            </a:r>
            <a:r>
              <a:rPr lang="en-AU" sz="1000" dirty="0"/>
              <a:t>(3 of 3)</a:t>
            </a:r>
            <a:endParaRPr lang="en-GB" sz="1000" dirty="0"/>
          </a:p>
        </p:txBody>
      </p:sp>
      <p:sp>
        <p:nvSpPr>
          <p:cNvPr id="5" name="Text Placeholder 4">
            <a:extLst>
              <a:ext uri="{FF2B5EF4-FFF2-40B4-BE49-F238E27FC236}">
                <a16:creationId xmlns:a16="http://schemas.microsoft.com/office/drawing/2014/main" id="{8A9A231B-E06B-3B20-B8CB-323A36A42DC4}"/>
              </a:ext>
            </a:extLst>
          </p:cNvPr>
          <p:cNvSpPr>
            <a:spLocks noGrp="1"/>
          </p:cNvSpPr>
          <p:nvPr>
            <p:ph type="body" sz="quarter" idx="13"/>
          </p:nvPr>
        </p:nvSpPr>
        <p:spPr/>
        <p:txBody>
          <a:bodyPr/>
          <a:lstStyle/>
          <a:p>
            <a:r>
              <a:rPr lang="en-AU" dirty="0"/>
              <a:t>02 |Our Process service to enable client to focus on its core objectives</a:t>
            </a:r>
            <a:endParaRPr lang="en-GB" dirty="0"/>
          </a:p>
        </p:txBody>
      </p:sp>
      <p:sp>
        <p:nvSpPr>
          <p:cNvPr id="10" name="Content Placeholder 9">
            <a:extLst>
              <a:ext uri="{FF2B5EF4-FFF2-40B4-BE49-F238E27FC236}">
                <a16:creationId xmlns:a16="http://schemas.microsoft.com/office/drawing/2014/main" id="{480676AC-6F9D-721A-4C56-84CD10613FB5}"/>
              </a:ext>
            </a:extLst>
          </p:cNvPr>
          <p:cNvSpPr>
            <a:spLocks noGrp="1"/>
          </p:cNvSpPr>
          <p:nvPr>
            <p:ph sz="quarter" idx="18"/>
          </p:nvPr>
        </p:nvSpPr>
        <p:spPr/>
        <p:txBody>
          <a:bodyPr/>
          <a:lstStyle/>
          <a:p>
            <a:r>
              <a:rPr lang="en-AU" sz="1200" baseline="30000">
                <a:solidFill>
                  <a:srgbClr val="2B0A3D">
                    <a:lumMod val="75000"/>
                    <a:lumOff val="25000"/>
                  </a:srgbClr>
                </a:solidFill>
                <a:latin typeface="Ubuntu" panose="020B0504030602030204" pitchFamily="34" charset="0"/>
              </a:rPr>
              <a:t>#</a:t>
            </a:r>
            <a:r>
              <a:rPr lang="en-AU" sz="1200">
                <a:solidFill>
                  <a:srgbClr val="2B0A3D">
                    <a:lumMod val="75000"/>
                    <a:lumOff val="25000"/>
                  </a:srgbClr>
                </a:solidFill>
                <a:latin typeface="Ubuntu" panose="020B0504030602030204" pitchFamily="34" charset="0"/>
              </a:rPr>
              <a:t>3  Business unit with no process inventory or backlog of processes for improvement</a:t>
            </a:r>
            <a:endParaRPr lang="en-GB" sz="1200">
              <a:solidFill>
                <a:srgbClr val="2B0A3D">
                  <a:lumMod val="75000"/>
                  <a:lumOff val="25000"/>
                </a:srgbClr>
              </a:solidFill>
              <a:latin typeface="Ubuntu" panose="020B0504030602030204" pitchFamily="34" charset="0"/>
            </a:endParaRPr>
          </a:p>
        </p:txBody>
      </p:sp>
      <p:graphicFrame>
        <p:nvGraphicFramePr>
          <p:cNvPr id="11" name="Table 10">
            <a:extLst>
              <a:ext uri="{FF2B5EF4-FFF2-40B4-BE49-F238E27FC236}">
                <a16:creationId xmlns:a16="http://schemas.microsoft.com/office/drawing/2014/main" id="{DE0D676A-8AAA-42D2-69E4-8473A4E9A756}"/>
              </a:ext>
            </a:extLst>
          </p:cNvPr>
          <p:cNvGraphicFramePr>
            <a:graphicFrameLocks noGrp="1"/>
          </p:cNvGraphicFramePr>
          <p:nvPr>
            <p:extLst>
              <p:ext uri="{D42A27DB-BD31-4B8C-83A1-F6EECF244321}">
                <p14:modId xmlns:p14="http://schemas.microsoft.com/office/powerpoint/2010/main" val="1287147638"/>
              </p:ext>
            </p:extLst>
          </p:nvPr>
        </p:nvGraphicFramePr>
        <p:xfrm>
          <a:off x="360000" y="1800000"/>
          <a:ext cx="4377600" cy="1108320"/>
        </p:xfrm>
        <a:graphic>
          <a:graphicData uri="http://schemas.openxmlformats.org/drawingml/2006/table">
            <a:tbl>
              <a:tblPr firstRow="1" bandRow="1"/>
              <a:tblGrid>
                <a:gridCol w="4377600">
                  <a:extLst>
                    <a:ext uri="{9D8B030D-6E8A-4147-A177-3AD203B41FA5}">
                      <a16:colId xmlns:a16="http://schemas.microsoft.com/office/drawing/2014/main" val="926936166"/>
                    </a:ext>
                  </a:extLst>
                </a:gridCol>
              </a:tblGrid>
              <a:tr h="990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Where a backlog of processes for improvement has not been defined, we will identify optimisation candidates to create an inventory of processes that can be prioritised for discovery using a prioritisation matrix.</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Identifying processes for optimisation is a crucial step in improving efficiency and effectiveness in the organisation. Visibility of the pipeline of processes for improvement provides a structured approach for identifying, prioritising and managing process improvement opportunities.</a:t>
                      </a:r>
                    </a:p>
                  </a:txBody>
                  <a:tcPr marL="72000" marR="72000" marT="72000" marB="0">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1905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bl>
          </a:graphicData>
        </a:graphic>
      </p:graphicFrame>
      <p:graphicFrame>
        <p:nvGraphicFramePr>
          <p:cNvPr id="12" name="Table 11">
            <a:extLst>
              <a:ext uri="{FF2B5EF4-FFF2-40B4-BE49-F238E27FC236}">
                <a16:creationId xmlns:a16="http://schemas.microsoft.com/office/drawing/2014/main" id="{C2D4C6F0-038F-5B06-02D6-FDFDDE88ADFE}"/>
              </a:ext>
            </a:extLst>
          </p:cNvPr>
          <p:cNvGraphicFramePr>
            <a:graphicFrameLocks noGrp="1"/>
          </p:cNvGraphicFramePr>
          <p:nvPr>
            <p:extLst>
              <p:ext uri="{D42A27DB-BD31-4B8C-83A1-F6EECF244321}">
                <p14:modId xmlns:p14="http://schemas.microsoft.com/office/powerpoint/2010/main" val="3386002420"/>
              </p:ext>
            </p:extLst>
          </p:nvPr>
        </p:nvGraphicFramePr>
        <p:xfrm>
          <a:off x="5079494" y="1800000"/>
          <a:ext cx="5587636" cy="3295800"/>
        </p:xfrm>
        <a:graphic>
          <a:graphicData uri="http://schemas.openxmlformats.org/drawingml/2006/table">
            <a:tbl>
              <a:tblPr firstRow="1" bandRow="1"/>
              <a:tblGrid>
                <a:gridCol w="87966">
                  <a:extLst>
                    <a:ext uri="{9D8B030D-6E8A-4147-A177-3AD203B41FA5}">
                      <a16:colId xmlns:a16="http://schemas.microsoft.com/office/drawing/2014/main" val="926936166"/>
                    </a:ext>
                  </a:extLst>
                </a:gridCol>
                <a:gridCol w="2695022">
                  <a:extLst>
                    <a:ext uri="{9D8B030D-6E8A-4147-A177-3AD203B41FA5}">
                      <a16:colId xmlns:a16="http://schemas.microsoft.com/office/drawing/2014/main" val="2213972221"/>
                    </a:ext>
                  </a:extLst>
                </a:gridCol>
                <a:gridCol w="133400">
                  <a:extLst>
                    <a:ext uri="{9D8B030D-6E8A-4147-A177-3AD203B41FA5}">
                      <a16:colId xmlns:a16="http://schemas.microsoft.com/office/drawing/2014/main" val="1551903558"/>
                    </a:ext>
                  </a:extLst>
                </a:gridCol>
                <a:gridCol w="2671248">
                  <a:extLst>
                    <a:ext uri="{9D8B030D-6E8A-4147-A177-3AD203B41FA5}">
                      <a16:colId xmlns:a16="http://schemas.microsoft.com/office/drawing/2014/main" val="423897082"/>
                    </a:ext>
                  </a:extLst>
                </a:gridCol>
              </a:tblGrid>
              <a:tr h="187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a:ea typeface="+mn-ea"/>
                          <a:cs typeface="+mn-cs"/>
                        </a:rPr>
                        <a:t>Approach</a:t>
                      </a:r>
                    </a:p>
                    <a:p>
                      <a:pPr marL="0" marR="0" lvl="2" indent="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Key activities to identify processes for optimisation:</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Define the organisation’s goals and objectives and identify processes aligned with these goals, but not performing optimally</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Review Key Performance Indicators related to various processes and identify processes that underperform or fail to meet the established targets</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Gather feedback from stakeholders and customers to obtain insights into which processes have problems or inefficiencies</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Data analytics to identify trends or patterns in process performance </a:t>
                      </a:r>
                    </a:p>
                  </a:txBody>
                  <a:tcPr marL="0" marR="7200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chemeClr val="accent1"/>
                        </a:solidFill>
                        <a:effectLst/>
                        <a:uLnTx/>
                        <a:uFillTx/>
                        <a:latin typeface="Ubuntu Light"/>
                        <a:ea typeface="+mn-ea"/>
                        <a:cs typeface="+mn-cs"/>
                      </a:endParaRP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Evaluate costs associated with various processes – processes that are disproportionately expensive or resource intensive may be good candidates for optimisation</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Identify processes that are highly manual, rule based, highly repetitive, mature and stable, have a low exception rate</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Identify business areas with audit issues, regulatory or control changes that may be addressed through process re-design</a:t>
                      </a:r>
                    </a:p>
                    <a:p>
                      <a:pPr marL="143510" marR="0" lvl="2" indent="-14351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schemeClr val="tx1"/>
                          </a:solidFill>
                          <a:effectLst/>
                          <a:uLnTx/>
                          <a:uFillTx/>
                          <a:latin typeface="Ubuntu Light"/>
                          <a:ea typeface="+mn-ea"/>
                          <a:cs typeface="+mn-cs"/>
                        </a:rPr>
                        <a:t>Apply the pareto principle to focus on 20% of the processes that contribute to 80% of the problems or opportunities for improvement</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chemeClr val="accent1"/>
                        </a:solidFill>
                        <a:effectLst/>
                        <a:uLnTx/>
                        <a:uFillTx/>
                        <a:latin typeface="Ubuntu Light"/>
                        <a:ea typeface="+mn-ea"/>
                        <a:cs typeface="+mn-cs"/>
                      </a:endParaRP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828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Accelerators</a:t>
                      </a:r>
                    </a:p>
                    <a:p>
                      <a:pPr marL="144000" marR="0" lvl="2"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1" i="0" u="none" strike="noStrike" kern="1200" cap="none" spc="0" normalizeH="0" baseline="0" noProof="0">
                          <a:ln>
                            <a:noFill/>
                          </a:ln>
                          <a:solidFill>
                            <a:prstClr val="black"/>
                          </a:solidFill>
                          <a:effectLst/>
                          <a:uLnTx/>
                          <a:uFillTx/>
                          <a:latin typeface="+mn-lt"/>
                          <a:ea typeface="+mn-ea"/>
                          <a:cs typeface="+mn-cs"/>
                        </a:rPr>
                        <a:t>Industry benchmarking</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 Benchmark processes against competitors, industry leaders, best practices to identify strengths, gaps and weaknesses to identify opportunities for improvement</a:t>
                      </a:r>
                    </a:p>
                  </a:txBody>
                  <a:tcPr marL="0" marR="10800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endParaRPr>
                    </a:p>
                  </a:txBody>
                  <a:tcPr marL="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pSp>
        <p:nvGrpSpPr>
          <p:cNvPr id="8" name="Group 7">
            <a:extLst>
              <a:ext uri="{FF2B5EF4-FFF2-40B4-BE49-F238E27FC236}">
                <a16:creationId xmlns:a16="http://schemas.microsoft.com/office/drawing/2014/main" id="{1D83CB98-1A89-C23B-1732-61E3F6AC7A8A}"/>
              </a:ext>
            </a:extLst>
          </p:cNvPr>
          <p:cNvGrpSpPr>
            <a:grpSpLocks noChangeAspect="1"/>
          </p:cNvGrpSpPr>
          <p:nvPr/>
        </p:nvGrpSpPr>
        <p:grpSpPr>
          <a:xfrm>
            <a:off x="1317177" y="3463707"/>
            <a:ext cx="2463245" cy="1233478"/>
            <a:chOff x="408936" y="573823"/>
            <a:chExt cx="10194301" cy="4532475"/>
          </a:xfrm>
        </p:grpSpPr>
        <p:pic>
          <p:nvPicPr>
            <p:cNvPr id="9" name="Picture 8" descr="A screenshot of a cell phone&#10;&#10;Description automatically generated">
              <a:extLst>
                <a:ext uri="{FF2B5EF4-FFF2-40B4-BE49-F238E27FC236}">
                  <a16:creationId xmlns:a16="http://schemas.microsoft.com/office/drawing/2014/main" id="{655F2EAA-515B-BF20-2FB3-B13DED1EEA90}"/>
                </a:ext>
              </a:extLst>
            </p:cNvPr>
            <p:cNvPicPr>
              <a:picLocks noChangeAspect="1"/>
            </p:cNvPicPr>
            <p:nvPr/>
          </p:nvPicPr>
          <p:blipFill>
            <a:blip r:embed="rId2"/>
            <a:stretch>
              <a:fillRect/>
            </a:stretch>
          </p:blipFill>
          <p:spPr>
            <a:xfrm>
              <a:off x="408936" y="573823"/>
              <a:ext cx="10194301" cy="4532475"/>
            </a:xfrm>
            <a:prstGeom prst="rect">
              <a:avLst/>
            </a:prstGeom>
            <a:ln w="3175">
              <a:solidFill>
                <a:schemeClr val="tx1"/>
              </a:solidFill>
            </a:ln>
          </p:spPr>
        </p:pic>
        <p:pic>
          <p:nvPicPr>
            <p:cNvPr id="14" name="Picture 2" descr="Capgemini | Drupal.org">
              <a:extLst>
                <a:ext uri="{FF2B5EF4-FFF2-40B4-BE49-F238E27FC236}">
                  <a16:creationId xmlns:a16="http://schemas.microsoft.com/office/drawing/2014/main" id="{519373C5-B01C-20AB-ACF1-D4C3FAB3D42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426" t="18141" r="10391" b="28474"/>
            <a:stretch/>
          </p:blipFill>
          <p:spPr bwMode="auto">
            <a:xfrm>
              <a:off x="408937" y="797062"/>
              <a:ext cx="1419864" cy="345938"/>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23">
            <a:extLst>
              <a:ext uri="{FF2B5EF4-FFF2-40B4-BE49-F238E27FC236}">
                <a16:creationId xmlns:a16="http://schemas.microsoft.com/office/drawing/2014/main" id="{DA612188-BF80-9F0D-6254-5C0953C498EC}"/>
              </a:ext>
            </a:extLst>
          </p:cNvPr>
          <p:cNvSpPr txBox="1"/>
          <p:nvPr/>
        </p:nvSpPr>
        <p:spPr>
          <a:xfrm>
            <a:off x="404813" y="6130766"/>
            <a:ext cx="6314792" cy="230832"/>
          </a:xfrm>
          <a:prstGeom prst="rect">
            <a:avLst/>
          </a:prstGeom>
          <a:noFill/>
        </p:spPr>
        <p:txBody>
          <a:bodyPr wrap="square">
            <a:spAutoFit/>
          </a:bodyPr>
          <a:lstStyle/>
          <a:p>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Please note RACI remains the same for all scenarios.</a:t>
            </a:r>
            <a:endParaRPr lang="en-AU" sz="900"/>
          </a:p>
        </p:txBody>
      </p:sp>
      <p:pic>
        <p:nvPicPr>
          <p:cNvPr id="25" name="Picture 24">
            <a:extLst>
              <a:ext uri="{FF2B5EF4-FFF2-40B4-BE49-F238E27FC236}">
                <a16:creationId xmlns:a16="http://schemas.microsoft.com/office/drawing/2014/main" id="{87349A24-AC78-A382-CA59-F5B1A6721130}"/>
              </a:ext>
            </a:extLst>
          </p:cNvPr>
          <p:cNvPicPr>
            <a:picLocks noChangeAspect="1"/>
          </p:cNvPicPr>
          <p:nvPr/>
        </p:nvPicPr>
        <p:blipFill>
          <a:blip r:embed="rId4"/>
          <a:stretch>
            <a:fillRect/>
          </a:stretch>
        </p:blipFill>
        <p:spPr>
          <a:xfrm>
            <a:off x="430823" y="6361598"/>
            <a:ext cx="2690447" cy="383716"/>
          </a:xfrm>
          <a:prstGeom prst="rect">
            <a:avLst/>
          </a:prstGeom>
        </p:spPr>
      </p:pic>
    </p:spTree>
    <p:extLst>
      <p:ext uri="{BB962C8B-B14F-4D97-AF65-F5344CB8AC3E}">
        <p14:creationId xmlns:p14="http://schemas.microsoft.com/office/powerpoint/2010/main" val="2957926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EDFB-788B-8152-9F31-757715AC6D98}"/>
              </a:ext>
            </a:extLst>
          </p:cNvPr>
          <p:cNvSpPr>
            <a:spLocks noGrp="1"/>
          </p:cNvSpPr>
          <p:nvPr>
            <p:ph type="ctrTitle"/>
          </p:nvPr>
        </p:nvSpPr>
        <p:spPr>
          <a:xfrm>
            <a:off x="276188" y="4114800"/>
            <a:ext cx="3964342" cy="1123723"/>
          </a:xfrm>
        </p:spPr>
        <p:txBody>
          <a:bodyPr anchor="ctr"/>
          <a:lstStyle/>
          <a:p>
            <a:pPr marL="1422000" indent="-1422000"/>
            <a:r>
              <a:rPr lang="en-AU" dirty="0"/>
              <a:t>03 |	The Process service methods and tools </a:t>
            </a:r>
            <a:br>
              <a:rPr lang="en-AU" dirty="0"/>
            </a:br>
            <a:r>
              <a:rPr lang="en-AU" dirty="0"/>
              <a:t>to accelerate value realisation for client</a:t>
            </a:r>
            <a:endParaRPr lang="en-GB" dirty="0"/>
          </a:p>
        </p:txBody>
      </p:sp>
    </p:spTree>
    <p:extLst>
      <p:ext uri="{BB962C8B-B14F-4D97-AF65-F5344CB8AC3E}">
        <p14:creationId xmlns:p14="http://schemas.microsoft.com/office/powerpoint/2010/main" val="4134638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442F8281-6A5F-5459-ED06-D72518E9B3BB}"/>
              </a:ext>
            </a:extLst>
          </p:cNvPr>
          <p:cNvSpPr>
            <a:spLocks noGrp="1"/>
          </p:cNvSpPr>
          <p:nvPr>
            <p:ph type="title"/>
          </p:nvPr>
        </p:nvSpPr>
        <p:spPr/>
        <p:txBody>
          <a:bodyPr/>
          <a:lstStyle/>
          <a:p>
            <a:r>
              <a:rPr kumimoji="0" lang="en-GB" sz="2600" b="0" i="0" u="none" strike="noStrike" kern="1200" cap="none" spc="0" normalizeH="0" baseline="0" noProof="0">
                <a:ln>
                  <a:noFill/>
                </a:ln>
                <a:solidFill>
                  <a:srgbClr val="272936"/>
                </a:solidFill>
                <a:effectLst/>
                <a:uLnTx/>
                <a:uFillTx/>
                <a:latin typeface="Ubuntu Light" panose="020B0304030602030204" pitchFamily="34" charset="0"/>
                <a:ea typeface="+mj-ea"/>
                <a:cs typeface="+mj-cs"/>
              </a:rPr>
              <a:t>Our process service methods, tools and accelerators </a:t>
            </a:r>
            <a:r>
              <a:rPr kumimoji="0" lang="en-GB" sz="1000" b="0" i="0" u="none" strike="noStrike" kern="1200" cap="none" spc="0" normalizeH="0" baseline="0" noProof="0">
                <a:ln>
                  <a:noFill/>
                </a:ln>
                <a:solidFill>
                  <a:srgbClr val="272936"/>
                </a:solidFill>
                <a:effectLst/>
                <a:uLnTx/>
                <a:uFillTx/>
                <a:latin typeface="Ubuntu Light" panose="020B0304030602030204" pitchFamily="34" charset="0"/>
                <a:ea typeface="+mj-ea"/>
                <a:cs typeface="+mj-cs"/>
              </a:rPr>
              <a:t>(1 of 3)</a:t>
            </a:r>
            <a:endParaRPr lang="en-GB"/>
          </a:p>
        </p:txBody>
      </p:sp>
      <p:sp>
        <p:nvSpPr>
          <p:cNvPr id="9" name="Text Placeholder 8">
            <a:extLst>
              <a:ext uri="{FF2B5EF4-FFF2-40B4-BE49-F238E27FC236}">
                <a16:creationId xmlns:a16="http://schemas.microsoft.com/office/drawing/2014/main" id="{37B599DC-F499-EF0F-C378-E51B66C697A6}"/>
              </a:ext>
            </a:extLst>
          </p:cNvPr>
          <p:cNvSpPr>
            <a:spLocks noGrp="1"/>
          </p:cNvSpPr>
          <p:nvPr>
            <p:ph type="body" sz="quarter" idx="13"/>
          </p:nvPr>
        </p:nvSpPr>
        <p:spPr/>
        <p:txBody>
          <a:bodyPr/>
          <a:lstStyle/>
          <a:p>
            <a:r>
              <a:rPr lang="en-AU" dirty="0"/>
              <a:t>03 | The Process service methods and tools to accelerate value realisation for client</a:t>
            </a:r>
            <a:endParaRPr lang="en-GB" dirty="0"/>
          </a:p>
        </p:txBody>
      </p:sp>
      <p:graphicFrame>
        <p:nvGraphicFramePr>
          <p:cNvPr id="40" name="Table 39">
            <a:extLst>
              <a:ext uri="{FF2B5EF4-FFF2-40B4-BE49-F238E27FC236}">
                <a16:creationId xmlns:a16="http://schemas.microsoft.com/office/drawing/2014/main" id="{79F6536E-9BFA-935A-B671-8E850F648D14}"/>
              </a:ext>
            </a:extLst>
          </p:cNvPr>
          <p:cNvGraphicFramePr>
            <a:graphicFrameLocks noGrp="1"/>
          </p:cNvGraphicFramePr>
          <p:nvPr>
            <p:extLst>
              <p:ext uri="{D42A27DB-BD31-4B8C-83A1-F6EECF244321}">
                <p14:modId xmlns:p14="http://schemas.microsoft.com/office/powerpoint/2010/main" val="1391868836"/>
              </p:ext>
            </p:extLst>
          </p:nvPr>
        </p:nvGraphicFramePr>
        <p:xfrm>
          <a:off x="360000" y="4290757"/>
          <a:ext cx="36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Global Process frameworks</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Capgemini adheres to the APQC framework, a taxonomy of cross-functional business processes and a common language providing </a:t>
                      </a:r>
                      <a:br>
                        <a:rPr lang="en-AU" sz="900" kern="1200" baseline="0" noProof="0">
                          <a:solidFill>
                            <a:schemeClr val="tx1"/>
                          </a:solidFill>
                          <a:latin typeface="Ubuntu Light" panose="020B0304030602030204" pitchFamily="34" charset="0"/>
                          <a:ea typeface="+mn-ea"/>
                          <a:cs typeface="+mn-cs"/>
                        </a:rPr>
                      </a:br>
                      <a:r>
                        <a:rPr lang="en-AU" sz="900" kern="1200" baseline="0" noProof="0">
                          <a:solidFill>
                            <a:schemeClr val="tx1"/>
                          </a:solidFill>
                          <a:latin typeface="Ubuntu Light" panose="020B0304030602030204" pitchFamily="34" charset="0"/>
                          <a:ea typeface="+mn-ea"/>
                          <a:cs typeface="+mn-cs"/>
                        </a:rPr>
                        <a:t>an out of the box view and comparison/benchmark from a cross-industry perspective</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1" name="Table 40">
            <a:extLst>
              <a:ext uri="{FF2B5EF4-FFF2-40B4-BE49-F238E27FC236}">
                <a16:creationId xmlns:a16="http://schemas.microsoft.com/office/drawing/2014/main" id="{E40C539B-CE0E-72CA-A1B3-EE9180A1EA75}"/>
              </a:ext>
            </a:extLst>
          </p:cNvPr>
          <p:cNvGraphicFramePr>
            <a:graphicFrameLocks noGrp="1"/>
          </p:cNvGraphicFramePr>
          <p:nvPr>
            <p:extLst>
              <p:ext uri="{D42A27DB-BD31-4B8C-83A1-F6EECF244321}">
                <p14:modId xmlns:p14="http://schemas.microsoft.com/office/powerpoint/2010/main" val="1141066283"/>
              </p:ext>
            </p:extLst>
          </p:nvPr>
        </p:nvGraphicFramePr>
        <p:xfrm>
          <a:off x="4296000" y="1800000"/>
          <a:ext cx="3600000" cy="218118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Process Design Framework</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Capgemini’s Process Design Framework is used for designing Operational Support Systems (OSS) processes that monitor and control the services delivered</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The framework defines a set of domain, process and interface objects for the design and implementation of OSS using as a basis a layered architecture of telco management</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2" name="Table 41">
            <a:extLst>
              <a:ext uri="{FF2B5EF4-FFF2-40B4-BE49-F238E27FC236}">
                <a16:creationId xmlns:a16="http://schemas.microsoft.com/office/drawing/2014/main" id="{BF1599E5-D215-2350-4A18-B3CCD566B0E9}"/>
              </a:ext>
            </a:extLst>
          </p:cNvPr>
          <p:cNvGraphicFramePr>
            <a:graphicFrameLocks noGrp="1"/>
          </p:cNvGraphicFramePr>
          <p:nvPr>
            <p:extLst>
              <p:ext uri="{D42A27DB-BD31-4B8C-83A1-F6EECF244321}">
                <p14:modId xmlns:p14="http://schemas.microsoft.com/office/powerpoint/2010/main" val="4032566286"/>
              </p:ext>
            </p:extLst>
          </p:nvPr>
        </p:nvGraphicFramePr>
        <p:xfrm>
          <a:off x="376636" y="1794184"/>
          <a:ext cx="36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Process Maturity Framework</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The Process Maturity Framework is a structured method for assessing an organisation’s process maturity and guiding the process improvement journey</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Maturity is assessed by benchmarking the current state of an organisation’s processes against industry best practices</a:t>
                      </a:r>
                    </a:p>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3" name="Table 42">
            <a:extLst>
              <a:ext uri="{FF2B5EF4-FFF2-40B4-BE49-F238E27FC236}">
                <a16:creationId xmlns:a16="http://schemas.microsoft.com/office/drawing/2014/main" id="{643241A4-2B81-8103-18C7-489ACE79B914}"/>
              </a:ext>
            </a:extLst>
          </p:cNvPr>
          <p:cNvGraphicFramePr>
            <a:graphicFrameLocks noGrp="1"/>
          </p:cNvGraphicFramePr>
          <p:nvPr>
            <p:extLst>
              <p:ext uri="{D42A27DB-BD31-4B8C-83A1-F6EECF244321}">
                <p14:modId xmlns:p14="http://schemas.microsoft.com/office/powerpoint/2010/main" val="3155219877"/>
              </p:ext>
            </p:extLst>
          </p:nvPr>
        </p:nvGraphicFramePr>
        <p:xfrm>
          <a:off x="4296000" y="4290757"/>
          <a:ext cx="36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Industry benchmarking</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Industry Benchmarking helps benchmark your process performance within different clusters of cases, e.g., material groups, vendors or products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It helps to identify top ten findings on cost saving or risk mitigation potential</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4" name="Table 43">
            <a:extLst>
              <a:ext uri="{FF2B5EF4-FFF2-40B4-BE49-F238E27FC236}">
                <a16:creationId xmlns:a16="http://schemas.microsoft.com/office/drawing/2014/main" id="{901FA77A-D8B5-9315-4F40-1281F7BDA6FF}"/>
              </a:ext>
            </a:extLst>
          </p:cNvPr>
          <p:cNvGraphicFramePr>
            <a:graphicFrameLocks noGrp="1"/>
          </p:cNvGraphicFramePr>
          <p:nvPr>
            <p:extLst>
              <p:ext uri="{D42A27DB-BD31-4B8C-83A1-F6EECF244321}">
                <p14:modId xmlns:p14="http://schemas.microsoft.com/office/powerpoint/2010/main" val="563011826"/>
              </p:ext>
            </p:extLst>
          </p:nvPr>
        </p:nvGraphicFramePr>
        <p:xfrm>
          <a:off x="8232000" y="4290757"/>
          <a:ext cx="36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Prioritisation matrix</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Our prioritisation methodology identifies automation priorities </a:t>
                      </a:r>
                      <a:br>
                        <a:rPr lang="en-AU" sz="900" kern="1200" baseline="0" noProof="0">
                          <a:solidFill>
                            <a:schemeClr val="tx1"/>
                          </a:solidFill>
                          <a:latin typeface="Ubuntu Light" panose="020B0304030602030204" pitchFamily="34" charset="0"/>
                          <a:ea typeface="+mn-ea"/>
                          <a:cs typeface="+mn-cs"/>
                        </a:rPr>
                      </a:br>
                      <a:r>
                        <a:rPr lang="en-AU" sz="900" kern="1200" baseline="0" noProof="0">
                          <a:solidFill>
                            <a:schemeClr val="tx1"/>
                          </a:solidFill>
                          <a:latin typeface="Ubuntu Light" panose="020B0304030602030204" pitchFamily="34" charset="0"/>
                          <a:ea typeface="+mn-ea"/>
                          <a:cs typeface="+mn-cs"/>
                        </a:rPr>
                        <a:t>and enables development of Intelligent Automation Plan</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pic>
        <p:nvPicPr>
          <p:cNvPr id="4" name="Picture 3">
            <a:extLst>
              <a:ext uri="{FF2B5EF4-FFF2-40B4-BE49-F238E27FC236}">
                <a16:creationId xmlns:a16="http://schemas.microsoft.com/office/drawing/2014/main" id="{8A64630C-0D7A-95D7-B213-8855C4C46567}"/>
              </a:ext>
            </a:extLst>
          </p:cNvPr>
          <p:cNvPicPr>
            <a:picLocks/>
          </p:cNvPicPr>
          <p:nvPr/>
        </p:nvPicPr>
        <p:blipFill>
          <a:blip r:embed="rId2"/>
          <a:stretch>
            <a:fillRect/>
          </a:stretch>
        </p:blipFill>
        <p:spPr>
          <a:xfrm>
            <a:off x="6150836" y="2194897"/>
            <a:ext cx="1714332" cy="1074433"/>
          </a:xfrm>
          <a:prstGeom prst="rect">
            <a:avLst/>
          </a:prstGeom>
          <a:ln>
            <a:noFill/>
          </a:ln>
          <a:effectLst>
            <a:outerShdw blurRad="50800" dist="38100" dir="2700000" algn="tl" rotWithShape="0">
              <a:prstClr val="black">
                <a:alpha val="40000"/>
              </a:prstClr>
            </a:outerShdw>
          </a:effectLst>
        </p:spPr>
      </p:pic>
      <p:grpSp>
        <p:nvGrpSpPr>
          <p:cNvPr id="5" name="Group 4">
            <a:extLst>
              <a:ext uri="{FF2B5EF4-FFF2-40B4-BE49-F238E27FC236}">
                <a16:creationId xmlns:a16="http://schemas.microsoft.com/office/drawing/2014/main" id="{7E1B5DAF-7CE8-CDBA-5705-42E2D3DA0559}"/>
              </a:ext>
            </a:extLst>
          </p:cNvPr>
          <p:cNvGrpSpPr>
            <a:grpSpLocks noChangeAspect="1"/>
          </p:cNvGrpSpPr>
          <p:nvPr/>
        </p:nvGrpSpPr>
        <p:grpSpPr>
          <a:xfrm>
            <a:off x="6290874" y="4693162"/>
            <a:ext cx="1690795" cy="846671"/>
            <a:chOff x="408936" y="573823"/>
            <a:chExt cx="10194301" cy="4532475"/>
          </a:xfrm>
        </p:grpSpPr>
        <p:pic>
          <p:nvPicPr>
            <p:cNvPr id="6" name="Picture 5" descr="A screenshot of a cell phone&#10;&#10;Description automatically generated">
              <a:extLst>
                <a:ext uri="{FF2B5EF4-FFF2-40B4-BE49-F238E27FC236}">
                  <a16:creationId xmlns:a16="http://schemas.microsoft.com/office/drawing/2014/main" id="{0CE4050D-B670-AAC0-A097-58D3FA2B5055}"/>
                </a:ext>
              </a:extLst>
            </p:cNvPr>
            <p:cNvPicPr>
              <a:picLocks noChangeAspect="1"/>
            </p:cNvPicPr>
            <p:nvPr/>
          </p:nvPicPr>
          <p:blipFill>
            <a:blip r:embed="rId3"/>
            <a:stretch>
              <a:fillRect/>
            </a:stretch>
          </p:blipFill>
          <p:spPr>
            <a:xfrm>
              <a:off x="408936" y="573823"/>
              <a:ext cx="10194301" cy="4532475"/>
            </a:xfrm>
            <a:prstGeom prst="rect">
              <a:avLst/>
            </a:prstGeom>
            <a:ln w="3175">
              <a:solidFill>
                <a:schemeClr val="tx1"/>
              </a:solidFill>
            </a:ln>
          </p:spPr>
        </p:pic>
        <p:pic>
          <p:nvPicPr>
            <p:cNvPr id="7" name="Picture 2" descr="Capgemini | Drupal.org">
              <a:extLst>
                <a:ext uri="{FF2B5EF4-FFF2-40B4-BE49-F238E27FC236}">
                  <a16:creationId xmlns:a16="http://schemas.microsoft.com/office/drawing/2014/main" id="{8D46DE27-BFC8-C54F-F526-61D4A1FF49E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426" t="18141" r="10391" b="28474"/>
            <a:stretch/>
          </p:blipFill>
          <p:spPr bwMode="auto">
            <a:xfrm>
              <a:off x="408937" y="797062"/>
              <a:ext cx="1419864" cy="345938"/>
            </a:xfrm>
            <a:prstGeom prst="rect">
              <a:avLst/>
            </a:prstGeom>
            <a:noFill/>
            <a:extLst>
              <a:ext uri="{909E8E84-426E-40DD-AFC4-6F175D3DCCD1}">
                <a14:hiddenFill xmlns:a14="http://schemas.microsoft.com/office/drawing/2010/main">
                  <a:solidFill>
                    <a:srgbClr val="FFFFFF"/>
                  </a:solidFill>
                </a14:hiddenFill>
              </a:ext>
            </a:extLst>
          </p:spPr>
        </p:pic>
      </p:grpSp>
      <p:pic>
        <p:nvPicPr>
          <p:cNvPr id="8" name="Picture 7">
            <a:extLst>
              <a:ext uri="{FF2B5EF4-FFF2-40B4-BE49-F238E27FC236}">
                <a16:creationId xmlns:a16="http://schemas.microsoft.com/office/drawing/2014/main" id="{0AEEF446-6E37-50B1-08AA-C3F9EBB7476C}"/>
              </a:ext>
            </a:extLst>
          </p:cNvPr>
          <p:cNvPicPr>
            <a:picLocks noChangeAspect="1"/>
          </p:cNvPicPr>
          <p:nvPr/>
        </p:nvPicPr>
        <p:blipFill>
          <a:blip r:embed="rId5"/>
          <a:stretch>
            <a:fillRect/>
          </a:stretch>
        </p:blipFill>
        <p:spPr>
          <a:xfrm>
            <a:off x="2548221" y="4568613"/>
            <a:ext cx="1426286" cy="1287444"/>
          </a:xfrm>
          <a:prstGeom prst="rect">
            <a:avLst/>
          </a:prstGeom>
        </p:spPr>
      </p:pic>
      <p:pic>
        <p:nvPicPr>
          <p:cNvPr id="10" name="Picture 9">
            <a:extLst>
              <a:ext uri="{FF2B5EF4-FFF2-40B4-BE49-F238E27FC236}">
                <a16:creationId xmlns:a16="http://schemas.microsoft.com/office/drawing/2014/main" id="{226A9139-5DBD-303B-874D-13E663FA2689}"/>
              </a:ext>
            </a:extLst>
          </p:cNvPr>
          <p:cNvPicPr>
            <a:picLocks noChangeAspect="1"/>
          </p:cNvPicPr>
          <p:nvPr/>
        </p:nvPicPr>
        <p:blipFill>
          <a:blip r:embed="rId6"/>
          <a:stretch>
            <a:fillRect/>
          </a:stretch>
        </p:blipFill>
        <p:spPr>
          <a:xfrm>
            <a:off x="10117631" y="4631181"/>
            <a:ext cx="1714369" cy="1269676"/>
          </a:xfrm>
          <a:prstGeom prst="rect">
            <a:avLst/>
          </a:prstGeom>
        </p:spPr>
      </p:pic>
      <p:graphicFrame>
        <p:nvGraphicFramePr>
          <p:cNvPr id="13" name="Table 12">
            <a:extLst>
              <a:ext uri="{FF2B5EF4-FFF2-40B4-BE49-F238E27FC236}">
                <a16:creationId xmlns:a16="http://schemas.microsoft.com/office/drawing/2014/main" id="{20EEF671-F964-F674-D3DE-26F8E9417D62}"/>
              </a:ext>
            </a:extLst>
          </p:cNvPr>
          <p:cNvGraphicFramePr>
            <a:graphicFrameLocks noGrp="1"/>
          </p:cNvGraphicFramePr>
          <p:nvPr>
            <p:extLst>
              <p:ext uri="{D42A27DB-BD31-4B8C-83A1-F6EECF244321}">
                <p14:modId xmlns:p14="http://schemas.microsoft.com/office/powerpoint/2010/main" val="541152846"/>
              </p:ext>
            </p:extLst>
          </p:nvPr>
        </p:nvGraphicFramePr>
        <p:xfrm>
          <a:off x="8237899" y="1800000"/>
          <a:ext cx="36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Value Stream Mapping</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Visual and data-driven tool used to analyse, optimise and continuously improve processes by identifying waste, enhancing efficiency and focusing on customer value </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pic>
        <p:nvPicPr>
          <p:cNvPr id="14" name="Picture 13" descr="A bulletin board with many sticky notes&#10;&#10;Description automatically generated">
            <a:extLst>
              <a:ext uri="{FF2B5EF4-FFF2-40B4-BE49-F238E27FC236}">
                <a16:creationId xmlns:a16="http://schemas.microsoft.com/office/drawing/2014/main" id="{8E43D8E9-13DD-1176-9739-6AAD235DA022}"/>
              </a:ext>
            </a:extLst>
          </p:cNvPr>
          <p:cNvPicPr>
            <a:picLocks noChangeAspect="1"/>
          </p:cNvPicPr>
          <p:nvPr/>
        </p:nvPicPr>
        <p:blipFill>
          <a:blip r:embed="rId7"/>
          <a:stretch>
            <a:fillRect/>
          </a:stretch>
        </p:blipFill>
        <p:spPr>
          <a:xfrm>
            <a:off x="10086576" y="2194897"/>
            <a:ext cx="1728788" cy="978800"/>
          </a:xfrm>
          <a:prstGeom prst="rect">
            <a:avLst/>
          </a:prstGeom>
        </p:spPr>
      </p:pic>
      <p:pic>
        <p:nvPicPr>
          <p:cNvPr id="15" name="Picture 14">
            <a:extLst>
              <a:ext uri="{FF2B5EF4-FFF2-40B4-BE49-F238E27FC236}">
                <a16:creationId xmlns:a16="http://schemas.microsoft.com/office/drawing/2014/main" id="{F071DE64-A94C-5CDF-81FB-FAFAB303F59B}"/>
              </a:ext>
            </a:extLst>
          </p:cNvPr>
          <p:cNvPicPr>
            <a:picLocks noChangeAspect="1"/>
          </p:cNvPicPr>
          <p:nvPr/>
        </p:nvPicPr>
        <p:blipFill>
          <a:blip r:embed="rId8"/>
          <a:stretch>
            <a:fillRect/>
          </a:stretch>
        </p:blipFill>
        <p:spPr>
          <a:xfrm>
            <a:off x="1740877" y="3020407"/>
            <a:ext cx="2235760" cy="942880"/>
          </a:xfrm>
          <a:prstGeom prst="rect">
            <a:avLst/>
          </a:prstGeom>
        </p:spPr>
      </p:pic>
    </p:spTree>
    <p:extLst>
      <p:ext uri="{BB962C8B-B14F-4D97-AF65-F5344CB8AC3E}">
        <p14:creationId xmlns:p14="http://schemas.microsoft.com/office/powerpoint/2010/main" val="2889674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34">
            <a:extLst>
              <a:ext uri="{FF2B5EF4-FFF2-40B4-BE49-F238E27FC236}">
                <a16:creationId xmlns:a16="http://schemas.microsoft.com/office/drawing/2014/main" id="{442F8281-6A5F-5459-ED06-D72518E9B3BB}"/>
              </a:ext>
            </a:extLst>
          </p:cNvPr>
          <p:cNvSpPr>
            <a:spLocks noGrp="1"/>
          </p:cNvSpPr>
          <p:nvPr>
            <p:ph type="title"/>
          </p:nvPr>
        </p:nvSpPr>
        <p:spPr/>
        <p:txBody>
          <a:bodyPr/>
          <a:lstStyle/>
          <a:p>
            <a:r>
              <a:rPr kumimoji="0" lang="en-GB" sz="2600" b="0" i="0" u="none" strike="noStrike" kern="1200" cap="none" spc="0" normalizeH="0" baseline="0" noProof="0">
                <a:ln>
                  <a:noFill/>
                </a:ln>
                <a:solidFill>
                  <a:srgbClr val="272936"/>
                </a:solidFill>
                <a:effectLst/>
                <a:uLnTx/>
                <a:uFillTx/>
                <a:latin typeface="Ubuntu Light" panose="020B0304030602030204" pitchFamily="34" charset="0"/>
                <a:ea typeface="+mj-ea"/>
                <a:cs typeface="+mj-cs"/>
              </a:rPr>
              <a:t>Our process service methods, tools and accelerators </a:t>
            </a:r>
            <a:r>
              <a:rPr kumimoji="0" lang="en-GB" sz="1000" b="0" i="0" u="none" strike="noStrike" kern="1200" cap="none" spc="0" normalizeH="0" baseline="0" noProof="0">
                <a:ln>
                  <a:noFill/>
                </a:ln>
                <a:solidFill>
                  <a:srgbClr val="272936"/>
                </a:solidFill>
                <a:effectLst/>
                <a:uLnTx/>
                <a:uFillTx/>
                <a:latin typeface="Ubuntu Light" panose="020B0304030602030204" pitchFamily="34" charset="0"/>
                <a:ea typeface="+mj-ea"/>
                <a:cs typeface="+mj-cs"/>
              </a:rPr>
              <a:t>(2 of 3)</a:t>
            </a:r>
            <a:endParaRPr lang="en-GB"/>
          </a:p>
        </p:txBody>
      </p:sp>
      <p:sp>
        <p:nvSpPr>
          <p:cNvPr id="9" name="Text Placeholder 8">
            <a:extLst>
              <a:ext uri="{FF2B5EF4-FFF2-40B4-BE49-F238E27FC236}">
                <a16:creationId xmlns:a16="http://schemas.microsoft.com/office/drawing/2014/main" id="{37B599DC-F499-EF0F-C378-E51B66C697A6}"/>
              </a:ext>
            </a:extLst>
          </p:cNvPr>
          <p:cNvSpPr>
            <a:spLocks noGrp="1"/>
          </p:cNvSpPr>
          <p:nvPr>
            <p:ph type="body" sz="quarter" idx="13"/>
          </p:nvPr>
        </p:nvSpPr>
        <p:spPr/>
        <p:txBody>
          <a:bodyPr/>
          <a:lstStyle/>
          <a:p>
            <a:r>
              <a:rPr lang="en-AU" dirty="0"/>
              <a:t>03 | The Process service methods and tools to accelerate value realisation for client</a:t>
            </a:r>
            <a:endParaRPr lang="en-GB" dirty="0"/>
          </a:p>
        </p:txBody>
      </p:sp>
      <p:graphicFrame>
        <p:nvGraphicFramePr>
          <p:cNvPr id="40" name="Table 39">
            <a:extLst>
              <a:ext uri="{FF2B5EF4-FFF2-40B4-BE49-F238E27FC236}">
                <a16:creationId xmlns:a16="http://schemas.microsoft.com/office/drawing/2014/main" id="{79F6536E-9BFA-935A-B671-8E850F648D14}"/>
              </a:ext>
            </a:extLst>
          </p:cNvPr>
          <p:cNvGraphicFramePr>
            <a:graphicFrameLocks noGrp="1"/>
          </p:cNvGraphicFramePr>
          <p:nvPr>
            <p:extLst>
              <p:ext uri="{D42A27DB-BD31-4B8C-83A1-F6EECF244321}">
                <p14:modId xmlns:p14="http://schemas.microsoft.com/office/powerpoint/2010/main" val="2628874485"/>
              </p:ext>
            </p:extLst>
          </p:nvPr>
        </p:nvGraphicFramePr>
        <p:xfrm>
          <a:off x="360000" y="4346376"/>
          <a:ext cx="72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gridCol w="1800000">
                  <a:extLst>
                    <a:ext uri="{9D8B030D-6E8A-4147-A177-3AD203B41FA5}">
                      <a16:colId xmlns:a16="http://schemas.microsoft.com/office/drawing/2014/main" val="2460258606"/>
                    </a:ext>
                  </a:extLst>
                </a:gridCol>
                <a:gridCol w="1800000">
                  <a:extLst>
                    <a:ext uri="{9D8B030D-6E8A-4147-A177-3AD203B41FA5}">
                      <a16:colId xmlns:a16="http://schemas.microsoft.com/office/drawing/2014/main" val="105051190"/>
                    </a:ext>
                  </a:extLst>
                </a:gridCol>
              </a:tblGrid>
              <a:tr h="360000">
                <a:tc gridSpan="4">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Process mining </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Our collaborative process discovery, analysis and mining solution uncovers hidden bottlenecks, touchpoints, inefficiencies and cycle times for operational and experience excellence.</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10800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We extend </a:t>
                      </a:r>
                      <a:r>
                        <a:rPr kumimoji="0" lang="en-AU" sz="900" b="1" i="0" u="none" strike="noStrike" kern="1200" cap="none" spc="0" normalizeH="0" baseline="0" noProof="0">
                          <a:ln>
                            <a:noFill/>
                          </a:ln>
                          <a:solidFill>
                            <a:prstClr val="black"/>
                          </a:solidFill>
                          <a:effectLst/>
                          <a:uLnTx/>
                          <a:uFillTx/>
                          <a:latin typeface="+mn-lt"/>
                          <a:ea typeface="+mn-ea"/>
                          <a:cs typeface="+mn-cs"/>
                        </a:rPr>
                        <a:t>SAP Signavio </a:t>
                      </a: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Process Analysis and Mining toolset beyond traditional process mapping to realise a fact-based, data-driven analysis of the current process to inform future-state design and utilise process insights and intelligence.</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10800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Capgemini has a mature and acclaimed practice with 40+ process mining consultants, 90+ tools, assets and accelerators,  100+ production use cases deployed, 70+ global clients, 350+ Business Processes Transformed</a:t>
                      </a:r>
                    </a:p>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endParaRPr lang="en-AU" sz="900" kern="1200" baseline="0" noProof="0">
                        <a:solidFill>
                          <a:schemeClr val="tx1"/>
                        </a:solidFill>
                        <a:latin typeface="Ubuntu Light" panose="020B0304030602030204" pitchFamily="34" charset="0"/>
                        <a:ea typeface="+mn-ea"/>
                        <a:cs typeface="+mn-cs"/>
                      </a:endParaRPr>
                    </a:p>
                  </a:txBody>
                  <a:tcPr marL="72000" marR="10800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10800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3" name="Table 42">
            <a:extLst>
              <a:ext uri="{FF2B5EF4-FFF2-40B4-BE49-F238E27FC236}">
                <a16:creationId xmlns:a16="http://schemas.microsoft.com/office/drawing/2014/main" id="{643241A4-2B81-8103-18C7-489ACE79B914}"/>
              </a:ext>
            </a:extLst>
          </p:cNvPr>
          <p:cNvGraphicFramePr>
            <a:graphicFrameLocks noGrp="1"/>
          </p:cNvGraphicFramePr>
          <p:nvPr>
            <p:extLst>
              <p:ext uri="{D42A27DB-BD31-4B8C-83A1-F6EECF244321}">
                <p14:modId xmlns:p14="http://schemas.microsoft.com/office/powerpoint/2010/main" val="3577722987"/>
              </p:ext>
            </p:extLst>
          </p:nvPr>
        </p:nvGraphicFramePr>
        <p:xfrm>
          <a:off x="8232000" y="1796560"/>
          <a:ext cx="3600000" cy="2160000"/>
        </p:xfrm>
        <a:graphic>
          <a:graphicData uri="http://schemas.openxmlformats.org/drawingml/2006/table">
            <a:tbl>
              <a:tblPr firstRow="1" bandRow="1"/>
              <a:tblGrid>
                <a:gridCol w="3600000">
                  <a:extLst>
                    <a:ext uri="{9D8B030D-6E8A-4147-A177-3AD203B41FA5}">
                      <a16:colId xmlns:a16="http://schemas.microsoft.com/office/drawing/2014/main" val="926936166"/>
                    </a:ext>
                  </a:extLst>
                </a:gridCol>
              </a:tblGrid>
              <a:tr h="360000">
                <a:tc>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LEAN SIX SIGMA</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We follow Lean Six Sigma principles to identify value and areas of waste, bottleneck, and inefficiencies through techniques like value stream, SIPOC, RACI, process levelling and continuous improvement pipelines.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We have expertise in this time-tested approach where we have helped clients in paving their way for operational excellence.</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4" name="Table 43">
            <a:extLst>
              <a:ext uri="{FF2B5EF4-FFF2-40B4-BE49-F238E27FC236}">
                <a16:creationId xmlns:a16="http://schemas.microsoft.com/office/drawing/2014/main" id="{901FA77A-D8B5-9315-4F40-1281F7BDA6FF}"/>
              </a:ext>
            </a:extLst>
          </p:cNvPr>
          <p:cNvGraphicFramePr>
            <a:graphicFrameLocks noGrp="1"/>
          </p:cNvGraphicFramePr>
          <p:nvPr>
            <p:extLst>
              <p:ext uri="{D42A27DB-BD31-4B8C-83A1-F6EECF244321}">
                <p14:modId xmlns:p14="http://schemas.microsoft.com/office/powerpoint/2010/main" val="3230924275"/>
              </p:ext>
            </p:extLst>
          </p:nvPr>
        </p:nvGraphicFramePr>
        <p:xfrm>
          <a:off x="8232000" y="4346376"/>
          <a:ext cx="36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ESOAR</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r>
                        <a:rPr lang="en-AU" sz="900" kern="1200" baseline="0" noProof="0">
                          <a:solidFill>
                            <a:schemeClr val="tx1"/>
                          </a:solidFill>
                          <a:latin typeface="Ubuntu Light" panose="020B0304030602030204" pitchFamily="34" charset="0"/>
                          <a:ea typeface="+mn-ea"/>
                          <a:cs typeface="+mn-cs"/>
                        </a:rPr>
                        <a:t>Capgemini’s end-to-end process redesign ESOAR methodology: derived from Lean Management, aims at improving and streamlining process and teams’ efficiency by removing low value-adding activities. It leverages the overall dimensions of performance: processes; tools; management; organisation and skills</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pic>
        <p:nvPicPr>
          <p:cNvPr id="2" name="Picture 1">
            <a:extLst>
              <a:ext uri="{FF2B5EF4-FFF2-40B4-BE49-F238E27FC236}">
                <a16:creationId xmlns:a16="http://schemas.microsoft.com/office/drawing/2014/main" id="{FCD1DB51-9D19-D90E-215F-5B99BFC4CC0B}"/>
              </a:ext>
            </a:extLst>
          </p:cNvPr>
          <p:cNvPicPr>
            <a:picLocks noChangeAspect="1"/>
          </p:cNvPicPr>
          <p:nvPr/>
        </p:nvPicPr>
        <p:blipFill rotWithShape="1">
          <a:blip r:embed="rId2"/>
          <a:srcRect l="29318" t="44579" r="53940" b="7888"/>
          <a:stretch/>
        </p:blipFill>
        <p:spPr>
          <a:xfrm>
            <a:off x="10569123" y="4489632"/>
            <a:ext cx="1262877" cy="2016744"/>
          </a:xfrm>
          <a:prstGeom prst="rect">
            <a:avLst/>
          </a:prstGeom>
        </p:spPr>
      </p:pic>
      <p:pic>
        <p:nvPicPr>
          <p:cNvPr id="4" name="Picture 3">
            <a:extLst>
              <a:ext uri="{FF2B5EF4-FFF2-40B4-BE49-F238E27FC236}">
                <a16:creationId xmlns:a16="http://schemas.microsoft.com/office/drawing/2014/main" id="{A3A46B1B-EA45-74FE-B6DD-DD071F731A2D}"/>
              </a:ext>
            </a:extLst>
          </p:cNvPr>
          <p:cNvPicPr>
            <a:picLocks noChangeAspect="1"/>
          </p:cNvPicPr>
          <p:nvPr/>
        </p:nvPicPr>
        <p:blipFill>
          <a:blip r:embed="rId3"/>
          <a:stretch>
            <a:fillRect/>
          </a:stretch>
        </p:blipFill>
        <p:spPr>
          <a:xfrm>
            <a:off x="4232503" y="3671503"/>
            <a:ext cx="1101497" cy="360994"/>
          </a:xfrm>
          <a:prstGeom prst="rect">
            <a:avLst/>
          </a:prstGeom>
        </p:spPr>
      </p:pic>
      <p:pic>
        <p:nvPicPr>
          <p:cNvPr id="5" name="Picture 4">
            <a:extLst>
              <a:ext uri="{FF2B5EF4-FFF2-40B4-BE49-F238E27FC236}">
                <a16:creationId xmlns:a16="http://schemas.microsoft.com/office/drawing/2014/main" id="{3BD85712-7CC5-3271-E824-DF942E976F72}"/>
              </a:ext>
            </a:extLst>
          </p:cNvPr>
          <p:cNvPicPr>
            <a:picLocks noChangeAspect="1"/>
          </p:cNvPicPr>
          <p:nvPr/>
        </p:nvPicPr>
        <p:blipFill>
          <a:blip r:embed="rId3"/>
          <a:stretch>
            <a:fillRect/>
          </a:stretch>
        </p:blipFill>
        <p:spPr>
          <a:xfrm>
            <a:off x="1888791" y="6172629"/>
            <a:ext cx="900799" cy="295219"/>
          </a:xfrm>
          <a:prstGeom prst="rect">
            <a:avLst/>
          </a:prstGeom>
        </p:spPr>
      </p:pic>
      <p:pic>
        <p:nvPicPr>
          <p:cNvPr id="6" name="object 44">
            <a:extLst>
              <a:ext uri="{FF2B5EF4-FFF2-40B4-BE49-F238E27FC236}">
                <a16:creationId xmlns:a16="http://schemas.microsoft.com/office/drawing/2014/main" id="{FF41384E-35D4-42D1-4B7A-CF2A6DEFFB77}"/>
              </a:ext>
            </a:extLst>
          </p:cNvPr>
          <p:cNvPicPr>
            <a:picLocks noChangeAspect="1"/>
          </p:cNvPicPr>
          <p:nvPr/>
        </p:nvPicPr>
        <p:blipFill>
          <a:blip r:embed="rId4" cstate="print"/>
          <a:stretch>
            <a:fillRect/>
          </a:stretch>
        </p:blipFill>
        <p:spPr>
          <a:xfrm>
            <a:off x="3300176" y="6172629"/>
            <a:ext cx="1069714" cy="289714"/>
          </a:xfrm>
          <a:prstGeom prst="rect">
            <a:avLst/>
          </a:prstGeom>
        </p:spPr>
      </p:pic>
      <p:pic>
        <p:nvPicPr>
          <p:cNvPr id="8" name="Picture 7">
            <a:extLst>
              <a:ext uri="{FF2B5EF4-FFF2-40B4-BE49-F238E27FC236}">
                <a16:creationId xmlns:a16="http://schemas.microsoft.com/office/drawing/2014/main" id="{FE5561EE-C9ED-A8A2-979B-63CD57E3BEDB}"/>
              </a:ext>
            </a:extLst>
          </p:cNvPr>
          <p:cNvPicPr>
            <a:picLocks noChangeAspect="1"/>
          </p:cNvPicPr>
          <p:nvPr/>
        </p:nvPicPr>
        <p:blipFill>
          <a:blip r:embed="rId5"/>
          <a:stretch>
            <a:fillRect/>
          </a:stretch>
        </p:blipFill>
        <p:spPr>
          <a:xfrm>
            <a:off x="388536" y="6172629"/>
            <a:ext cx="989669" cy="319644"/>
          </a:xfrm>
          <a:prstGeom prst="rect">
            <a:avLst/>
          </a:prstGeom>
        </p:spPr>
      </p:pic>
      <p:pic>
        <p:nvPicPr>
          <p:cNvPr id="10" name="object 42">
            <a:extLst>
              <a:ext uri="{FF2B5EF4-FFF2-40B4-BE49-F238E27FC236}">
                <a16:creationId xmlns:a16="http://schemas.microsoft.com/office/drawing/2014/main" id="{7F09C29D-EEDF-34DD-D9C4-7A307FDA6FBD}"/>
              </a:ext>
            </a:extLst>
          </p:cNvPr>
          <p:cNvPicPr/>
          <p:nvPr/>
        </p:nvPicPr>
        <p:blipFill>
          <a:blip r:embed="rId6" cstate="print"/>
          <a:stretch>
            <a:fillRect/>
          </a:stretch>
        </p:blipFill>
        <p:spPr>
          <a:xfrm>
            <a:off x="4880476" y="6172629"/>
            <a:ext cx="703700" cy="246221"/>
          </a:xfrm>
          <a:prstGeom prst="rect">
            <a:avLst/>
          </a:prstGeom>
        </p:spPr>
      </p:pic>
      <p:pic>
        <p:nvPicPr>
          <p:cNvPr id="12" name="Picture 11">
            <a:extLst>
              <a:ext uri="{FF2B5EF4-FFF2-40B4-BE49-F238E27FC236}">
                <a16:creationId xmlns:a16="http://schemas.microsoft.com/office/drawing/2014/main" id="{11C28CAF-60CA-E567-12B7-4F30B098C28D}"/>
              </a:ext>
            </a:extLst>
          </p:cNvPr>
          <p:cNvPicPr>
            <a:picLocks noChangeAspect="1"/>
          </p:cNvPicPr>
          <p:nvPr/>
        </p:nvPicPr>
        <p:blipFill>
          <a:blip r:embed="rId7"/>
          <a:stretch>
            <a:fillRect/>
          </a:stretch>
        </p:blipFill>
        <p:spPr>
          <a:xfrm>
            <a:off x="5612695" y="2206572"/>
            <a:ext cx="2008070" cy="1285363"/>
          </a:xfrm>
          <a:prstGeom prst="rect">
            <a:avLst/>
          </a:prstGeom>
        </p:spPr>
      </p:pic>
      <p:pic>
        <p:nvPicPr>
          <p:cNvPr id="7" name="Picture 6">
            <a:extLst>
              <a:ext uri="{FF2B5EF4-FFF2-40B4-BE49-F238E27FC236}">
                <a16:creationId xmlns:a16="http://schemas.microsoft.com/office/drawing/2014/main" id="{55DE050E-AC50-BF2D-8D18-7703E56E1FBA}"/>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5762160" y="5600350"/>
            <a:ext cx="1800000" cy="1012500"/>
          </a:xfrm>
          <a:prstGeom prst="rect">
            <a:avLst/>
          </a:prstGeom>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09B6B16C-B569-B254-96D3-B2269543642D}"/>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5762160" y="4482903"/>
            <a:ext cx="1800000" cy="1012500"/>
          </a:xfrm>
          <a:prstGeom prst="rect">
            <a:avLst/>
          </a:prstGeom>
          <a:effectLst>
            <a:outerShdw blurRad="50800" dist="38100" dir="2700000" algn="tl" rotWithShape="0">
              <a:prstClr val="black">
                <a:alpha val="40000"/>
              </a:prstClr>
            </a:outerShdw>
          </a:effectLst>
        </p:spPr>
      </p:pic>
      <p:graphicFrame>
        <p:nvGraphicFramePr>
          <p:cNvPr id="13" name="Table 12">
            <a:extLst>
              <a:ext uri="{FF2B5EF4-FFF2-40B4-BE49-F238E27FC236}">
                <a16:creationId xmlns:a16="http://schemas.microsoft.com/office/drawing/2014/main" id="{9ABE4F13-067E-CC21-0A51-55C8F63BFE1C}"/>
              </a:ext>
            </a:extLst>
          </p:cNvPr>
          <p:cNvGraphicFramePr>
            <a:graphicFrameLocks noGrp="1"/>
          </p:cNvGraphicFramePr>
          <p:nvPr>
            <p:extLst>
              <p:ext uri="{D42A27DB-BD31-4B8C-83A1-F6EECF244321}">
                <p14:modId xmlns:p14="http://schemas.microsoft.com/office/powerpoint/2010/main" val="3928216393"/>
              </p:ext>
            </p:extLst>
          </p:nvPr>
        </p:nvGraphicFramePr>
        <p:xfrm>
          <a:off x="360853" y="1796560"/>
          <a:ext cx="7200000" cy="245078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gridCol w="1800000">
                  <a:extLst>
                    <a:ext uri="{9D8B030D-6E8A-4147-A177-3AD203B41FA5}">
                      <a16:colId xmlns:a16="http://schemas.microsoft.com/office/drawing/2014/main" val="2460258606"/>
                    </a:ext>
                  </a:extLst>
                </a:gridCol>
                <a:gridCol w="1800000">
                  <a:extLst>
                    <a:ext uri="{9D8B030D-6E8A-4147-A177-3AD203B41FA5}">
                      <a16:colId xmlns:a16="http://schemas.microsoft.com/office/drawing/2014/main" val="105051190"/>
                    </a:ext>
                  </a:extLst>
                </a:gridCol>
              </a:tblGrid>
              <a:tr h="261060">
                <a:tc gridSpan="4">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Process Modelling</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09210283"/>
                  </a:ext>
                </a:extLst>
              </a:tr>
              <a:tr h="215438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Business Process Modelling is a method to document and visualise what an organisation does, who does it, how and when. The Process Model identifies roles, risks &amp; controls, systems and other attributes to be the central place for process management.  </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10800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Modelling increases  transparency and visibility of the E2E process. It’s </a:t>
                      </a:r>
                      <a:r>
                        <a:rPr lang="en-GB" sz="900" kern="1200" baseline="0">
                          <a:solidFill>
                            <a:schemeClr val="tx1"/>
                          </a:solidFill>
                          <a:latin typeface="Ubuntu Light" panose="020B0304030602030204" pitchFamily="34" charset="0"/>
                          <a:ea typeface="+mn-ea"/>
                          <a:cs typeface="+mn-cs"/>
                        </a:rPr>
                        <a:t>a visual way to understand, analyse and identify weaknesses of the as-is process to achieve improvements in productivity, cycle times and quality.</a:t>
                      </a:r>
                      <a:endParaRPr lang="en-AU" sz="900" kern="1200" baseline="0" noProof="0">
                        <a:solidFill>
                          <a:schemeClr val="tx1"/>
                        </a:solidFill>
                        <a:latin typeface="Ubuntu Light" panose="020B0304030602030204" pitchFamily="34" charset="0"/>
                        <a:ea typeface="+mn-ea"/>
                        <a:cs typeface="+mn-cs"/>
                      </a:endParaRP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To document processes, we rely on process modelling notation BPMN 2.0 which is the de facto industry standard for process documentation and design.</a:t>
                      </a:r>
                    </a:p>
                  </a:txBody>
                  <a:tcPr marL="72000" marR="10800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US" sz="900" kern="1200" baseline="0" noProof="0">
                          <a:solidFill>
                            <a:schemeClr val="tx1"/>
                          </a:solidFill>
                          <a:latin typeface="Ubuntu Light" panose="020B0304030602030204" pitchFamily="34" charset="0"/>
                          <a:ea typeface="+mn-ea"/>
                          <a:cs typeface="+mn-cs"/>
                        </a:rPr>
                        <a:t>Signavio’s </a:t>
                      </a:r>
                      <a:r>
                        <a:rPr lang="en-US" sz="900" kern="1200" baseline="0">
                          <a:solidFill>
                            <a:schemeClr val="tx1"/>
                          </a:solidFill>
                          <a:latin typeface="Ubuntu Light" panose="020B0304030602030204" pitchFamily="34" charset="0"/>
                          <a:ea typeface="+mn-ea"/>
                          <a:cs typeface="+mn-cs"/>
                        </a:rPr>
                        <a:t>cloud</a:t>
                      </a:r>
                      <a:r>
                        <a:rPr lang="en-US" sz="900" kern="1200" baseline="0" noProof="0">
                          <a:solidFill>
                            <a:schemeClr val="tx1"/>
                          </a:solidFill>
                          <a:latin typeface="Ubuntu Light" panose="020B0304030602030204" pitchFamily="34" charset="0"/>
                          <a:ea typeface="+mn-ea"/>
                          <a:cs typeface="+mn-cs"/>
                        </a:rPr>
                        <a:t> process modelling solution empowers standardisation by supporting end-to-end operational transparency and analysing existing organisational data for continuous process improvements.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10800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10800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spTree>
    <p:extLst>
      <p:ext uri="{BB962C8B-B14F-4D97-AF65-F5344CB8AC3E}">
        <p14:creationId xmlns:p14="http://schemas.microsoft.com/office/powerpoint/2010/main" val="23094712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a:extLst>
              <a:ext uri="{FF2B5EF4-FFF2-40B4-BE49-F238E27FC236}">
                <a16:creationId xmlns:a16="http://schemas.microsoft.com/office/drawing/2014/main" id="{6615C258-78CC-B087-0F92-F2038BF25A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7569" y="2245604"/>
            <a:ext cx="1441450" cy="781050"/>
          </a:xfrm>
          <a:prstGeom prst="rect">
            <a:avLst/>
          </a:prstGeom>
          <a:noFill/>
          <a:extLst>
            <a:ext uri="{909E8E84-426E-40DD-AFC4-6F175D3DCCD1}">
              <a14:hiddenFill xmlns:a14="http://schemas.microsoft.com/office/drawing/2010/main">
                <a:solidFill>
                  <a:srgbClr val="FFFFFF"/>
                </a:solidFill>
              </a14:hiddenFill>
            </a:ext>
          </a:extLst>
        </p:spPr>
      </p:pic>
      <p:sp>
        <p:nvSpPr>
          <p:cNvPr id="35" name="Title 34">
            <a:extLst>
              <a:ext uri="{FF2B5EF4-FFF2-40B4-BE49-F238E27FC236}">
                <a16:creationId xmlns:a16="http://schemas.microsoft.com/office/drawing/2014/main" id="{442F8281-6A5F-5459-ED06-D72518E9B3BB}"/>
              </a:ext>
            </a:extLst>
          </p:cNvPr>
          <p:cNvSpPr>
            <a:spLocks noGrp="1"/>
          </p:cNvSpPr>
          <p:nvPr>
            <p:ph type="title"/>
          </p:nvPr>
        </p:nvSpPr>
        <p:spPr/>
        <p:txBody>
          <a:bodyPr/>
          <a:lstStyle/>
          <a:p>
            <a:r>
              <a:rPr lang="en-GB"/>
              <a:t>Our process service methods, tools and accelerators </a:t>
            </a:r>
            <a:r>
              <a:rPr lang="en-GB" sz="1000"/>
              <a:t>(3 of 3)</a:t>
            </a:r>
            <a:endParaRPr lang="en-GB"/>
          </a:p>
        </p:txBody>
      </p:sp>
      <p:sp>
        <p:nvSpPr>
          <p:cNvPr id="9" name="Text Placeholder 8">
            <a:extLst>
              <a:ext uri="{FF2B5EF4-FFF2-40B4-BE49-F238E27FC236}">
                <a16:creationId xmlns:a16="http://schemas.microsoft.com/office/drawing/2014/main" id="{37B599DC-F499-EF0F-C378-E51B66C697A6}"/>
              </a:ext>
            </a:extLst>
          </p:cNvPr>
          <p:cNvSpPr>
            <a:spLocks noGrp="1"/>
          </p:cNvSpPr>
          <p:nvPr>
            <p:ph type="body" sz="quarter" idx="13"/>
          </p:nvPr>
        </p:nvSpPr>
        <p:spPr/>
        <p:txBody>
          <a:bodyPr/>
          <a:lstStyle/>
          <a:p>
            <a:r>
              <a:rPr lang="en-AU" dirty="0"/>
              <a:t>03 | The Process service methods and tools to accelerate value realisation for client</a:t>
            </a:r>
            <a:endParaRPr lang="en-GB" dirty="0"/>
          </a:p>
        </p:txBody>
      </p:sp>
      <p:graphicFrame>
        <p:nvGraphicFramePr>
          <p:cNvPr id="40" name="Table 39">
            <a:extLst>
              <a:ext uri="{FF2B5EF4-FFF2-40B4-BE49-F238E27FC236}">
                <a16:creationId xmlns:a16="http://schemas.microsoft.com/office/drawing/2014/main" id="{79F6536E-9BFA-935A-B671-8E850F648D14}"/>
              </a:ext>
            </a:extLst>
          </p:cNvPr>
          <p:cNvGraphicFramePr>
            <a:graphicFrameLocks noGrp="1"/>
          </p:cNvGraphicFramePr>
          <p:nvPr>
            <p:extLst>
              <p:ext uri="{D42A27DB-BD31-4B8C-83A1-F6EECF244321}">
                <p14:modId xmlns:p14="http://schemas.microsoft.com/office/powerpoint/2010/main" val="1288729027"/>
              </p:ext>
            </p:extLst>
          </p:nvPr>
        </p:nvGraphicFramePr>
        <p:xfrm>
          <a:off x="8227754" y="1800000"/>
          <a:ext cx="3600000" cy="218118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D-Gem</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Our Digital Global Enterprise Model (D-GEM) depicts automation first lean approach to establishing new technology rich operating models across Enterprise Services landscape</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We maintain a ‘live’ repository of over 1,000 global processes at level 4 activity, incorporating market leading cross sector accelerator initiatives of ESOAR and 5 senses automation</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1" name="Table 40">
            <a:extLst>
              <a:ext uri="{FF2B5EF4-FFF2-40B4-BE49-F238E27FC236}">
                <a16:creationId xmlns:a16="http://schemas.microsoft.com/office/drawing/2014/main" id="{E40C539B-CE0E-72CA-A1B3-EE9180A1EA75}"/>
              </a:ext>
            </a:extLst>
          </p:cNvPr>
          <p:cNvGraphicFramePr>
            <a:graphicFrameLocks noGrp="1"/>
          </p:cNvGraphicFramePr>
          <p:nvPr>
            <p:extLst>
              <p:ext uri="{D42A27DB-BD31-4B8C-83A1-F6EECF244321}">
                <p14:modId xmlns:p14="http://schemas.microsoft.com/office/powerpoint/2010/main" val="2355813677"/>
              </p:ext>
            </p:extLst>
          </p:nvPr>
        </p:nvGraphicFramePr>
        <p:xfrm>
          <a:off x="357043" y="1800000"/>
          <a:ext cx="3600000" cy="216000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eTOM LIBRARY</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Capgemini’s eTOM based reference business process library covers the full operations scope for convergent operators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The business process library has been specifically designed for Digital Telco</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Each transformation contributes to our library upgrades</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2" name="Table 41">
            <a:extLst>
              <a:ext uri="{FF2B5EF4-FFF2-40B4-BE49-F238E27FC236}">
                <a16:creationId xmlns:a16="http://schemas.microsoft.com/office/drawing/2014/main" id="{BF1599E5-D215-2350-4A18-B3CCD566B0E9}"/>
              </a:ext>
            </a:extLst>
          </p:cNvPr>
          <p:cNvGraphicFramePr>
            <a:graphicFrameLocks noGrp="1"/>
          </p:cNvGraphicFramePr>
          <p:nvPr>
            <p:extLst>
              <p:ext uri="{D42A27DB-BD31-4B8C-83A1-F6EECF244321}">
                <p14:modId xmlns:p14="http://schemas.microsoft.com/office/powerpoint/2010/main" val="490917417"/>
              </p:ext>
            </p:extLst>
          </p:nvPr>
        </p:nvGraphicFramePr>
        <p:xfrm>
          <a:off x="357049" y="4320000"/>
          <a:ext cx="3600000" cy="2160000"/>
        </p:xfrm>
        <a:graphic>
          <a:graphicData uri="http://schemas.openxmlformats.org/drawingml/2006/table">
            <a:tbl>
              <a:tblPr firstRow="1" bandRow="1"/>
              <a:tblGrid>
                <a:gridCol w="3600000">
                  <a:extLst>
                    <a:ext uri="{9D8B030D-6E8A-4147-A177-3AD203B41FA5}">
                      <a16:colId xmlns:a16="http://schemas.microsoft.com/office/drawing/2014/main" val="926936166"/>
                    </a:ext>
                  </a:extLst>
                </a:gridCol>
              </a:tblGrid>
              <a:tr h="360000">
                <a:tc>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Robotic Process Automation</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Our Process Mining techniques helps to identify weak and manual points in the processes that should be addressed with RPA</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RPA can reduce process costs and increase competitiveness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Process Mining allows monitoring of RPA projects and verifies their cost savings and ROI</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Capgemini has extensive experience and expertise across a wide variety of automation tools, with the notable ones listed below</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44" name="Table 43">
            <a:extLst>
              <a:ext uri="{FF2B5EF4-FFF2-40B4-BE49-F238E27FC236}">
                <a16:creationId xmlns:a16="http://schemas.microsoft.com/office/drawing/2014/main" id="{901FA77A-D8B5-9315-4F40-1281F7BDA6FF}"/>
              </a:ext>
            </a:extLst>
          </p:cNvPr>
          <p:cNvGraphicFramePr>
            <a:graphicFrameLocks noGrp="1"/>
          </p:cNvGraphicFramePr>
          <p:nvPr>
            <p:extLst>
              <p:ext uri="{D42A27DB-BD31-4B8C-83A1-F6EECF244321}">
                <p14:modId xmlns:p14="http://schemas.microsoft.com/office/powerpoint/2010/main" val="2340682391"/>
              </p:ext>
            </p:extLst>
          </p:nvPr>
        </p:nvGraphicFramePr>
        <p:xfrm>
          <a:off x="4293049" y="4320000"/>
          <a:ext cx="3600000" cy="2181180"/>
        </p:xfrm>
        <a:graphic>
          <a:graphicData uri="http://schemas.openxmlformats.org/drawingml/2006/table">
            <a:tbl>
              <a:tblPr firstRow="1" bandRow="1"/>
              <a:tblGrid>
                <a:gridCol w="1800000">
                  <a:extLst>
                    <a:ext uri="{9D8B030D-6E8A-4147-A177-3AD203B41FA5}">
                      <a16:colId xmlns:a16="http://schemas.microsoft.com/office/drawing/2014/main" val="926936166"/>
                    </a:ext>
                  </a:extLst>
                </a:gridCol>
                <a:gridCol w="1800000">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Organisational Change Management Plan</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An Organisational Change Management (OCM) Plan is a structured approach to managing and guiding an organisation through a change initiative</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OCM is a critical component of successful change adoption, providing a strategic approach to managing change within an organisation and maximising the chance of success while minimising resistance</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pSp>
        <p:nvGrpSpPr>
          <p:cNvPr id="46" name="Group 45">
            <a:extLst>
              <a:ext uri="{FF2B5EF4-FFF2-40B4-BE49-F238E27FC236}">
                <a16:creationId xmlns:a16="http://schemas.microsoft.com/office/drawing/2014/main" id="{145AF198-9441-6AE8-BFD2-65B7C93A264F}"/>
              </a:ext>
            </a:extLst>
          </p:cNvPr>
          <p:cNvGrpSpPr/>
          <p:nvPr/>
        </p:nvGrpSpPr>
        <p:grpSpPr>
          <a:xfrm>
            <a:off x="2269515" y="2169753"/>
            <a:ext cx="1687529" cy="978800"/>
            <a:chOff x="523809" y="2222936"/>
            <a:chExt cx="5202939" cy="2396359"/>
          </a:xfrm>
        </p:grpSpPr>
        <p:grpSp>
          <p:nvGrpSpPr>
            <p:cNvPr id="47" name="Group 46">
              <a:extLst>
                <a:ext uri="{FF2B5EF4-FFF2-40B4-BE49-F238E27FC236}">
                  <a16:creationId xmlns:a16="http://schemas.microsoft.com/office/drawing/2014/main" id="{86C0B11A-C3C8-2811-6FB8-A3B4FA338922}"/>
                </a:ext>
              </a:extLst>
            </p:cNvPr>
            <p:cNvGrpSpPr/>
            <p:nvPr/>
          </p:nvGrpSpPr>
          <p:grpSpPr>
            <a:xfrm>
              <a:off x="2917147" y="2711668"/>
              <a:ext cx="2809601" cy="1907627"/>
              <a:chOff x="2996670" y="1628800"/>
              <a:chExt cx="6531140" cy="4434430"/>
            </a:xfrm>
          </p:grpSpPr>
          <p:pic>
            <p:nvPicPr>
              <p:cNvPr id="53" name="Picture 4">
                <a:extLst>
                  <a:ext uri="{FF2B5EF4-FFF2-40B4-BE49-F238E27FC236}">
                    <a16:creationId xmlns:a16="http://schemas.microsoft.com/office/drawing/2014/main" id="{EE367B66-C808-AC15-C811-4BEAACDC453E}"/>
                  </a:ext>
                </a:extLst>
              </p:cNvPr>
              <p:cNvPicPr>
                <a:picLocks noChangeAspect="1" noChangeArrowheads="1"/>
              </p:cNvPicPr>
              <p:nvPr/>
            </p:nvPicPr>
            <p:blipFill>
              <a:blip r:embed="rId3" cstate="print"/>
              <a:srcRect/>
              <a:stretch>
                <a:fillRect/>
              </a:stretch>
            </p:blipFill>
            <p:spPr bwMode="auto">
              <a:xfrm>
                <a:off x="2996670" y="1628800"/>
                <a:ext cx="5621082" cy="3570827"/>
              </a:xfrm>
              <a:prstGeom prst="rect">
                <a:avLst/>
              </a:prstGeom>
              <a:noFill/>
              <a:ln w="9525">
                <a:noFill/>
                <a:miter lim="800000"/>
                <a:headEnd/>
                <a:tailEnd/>
              </a:ln>
            </p:spPr>
          </p:pic>
          <p:pic>
            <p:nvPicPr>
              <p:cNvPr id="54" name="Picture 2">
                <a:extLst>
                  <a:ext uri="{FF2B5EF4-FFF2-40B4-BE49-F238E27FC236}">
                    <a16:creationId xmlns:a16="http://schemas.microsoft.com/office/drawing/2014/main" id="{7E1FFCF0-AF02-684A-74D8-ACB3879BDBD0}"/>
                  </a:ext>
                </a:extLst>
              </p:cNvPr>
              <p:cNvPicPr>
                <a:picLocks noChangeAspect="1" noChangeArrowheads="1"/>
              </p:cNvPicPr>
              <p:nvPr/>
            </p:nvPicPr>
            <p:blipFill>
              <a:blip r:embed="rId4"/>
              <a:srcRect/>
              <a:stretch>
                <a:fillRect/>
              </a:stretch>
            </p:blipFill>
            <p:spPr bwMode="auto">
              <a:xfrm>
                <a:off x="3500180" y="2178114"/>
                <a:ext cx="6027630" cy="3885116"/>
              </a:xfrm>
              <a:prstGeom prst="rect">
                <a:avLst/>
              </a:prstGeom>
              <a:noFill/>
              <a:ln w="9525">
                <a:noFill/>
                <a:miter lim="800000"/>
                <a:headEnd/>
                <a:tailEnd/>
              </a:ln>
            </p:spPr>
          </p:pic>
        </p:grpSp>
        <p:pic>
          <p:nvPicPr>
            <p:cNvPr id="48" name="Picture 47">
              <a:extLst>
                <a:ext uri="{FF2B5EF4-FFF2-40B4-BE49-F238E27FC236}">
                  <a16:creationId xmlns:a16="http://schemas.microsoft.com/office/drawing/2014/main" id="{67913EAC-34FC-6034-7B9F-2BEB5654ADD3}"/>
                </a:ext>
              </a:extLst>
            </p:cNvPr>
            <p:cNvPicPr>
              <a:picLocks noChangeAspect="1"/>
            </p:cNvPicPr>
            <p:nvPr/>
          </p:nvPicPr>
          <p:blipFill>
            <a:blip r:embed="rId5"/>
            <a:stretch>
              <a:fillRect/>
            </a:stretch>
          </p:blipFill>
          <p:spPr>
            <a:xfrm>
              <a:off x="523809" y="2222936"/>
              <a:ext cx="670339" cy="665163"/>
            </a:xfrm>
            <a:prstGeom prst="rect">
              <a:avLst/>
            </a:prstGeom>
          </p:spPr>
        </p:pic>
        <p:pic>
          <p:nvPicPr>
            <p:cNvPr id="49" name="Picture 48">
              <a:extLst>
                <a:ext uri="{FF2B5EF4-FFF2-40B4-BE49-F238E27FC236}">
                  <a16:creationId xmlns:a16="http://schemas.microsoft.com/office/drawing/2014/main" id="{3255309F-81DC-B76C-BF0D-8058AB9F34AF}"/>
                </a:ext>
              </a:extLst>
            </p:cNvPr>
            <p:cNvPicPr>
              <a:picLocks noChangeAspect="1"/>
            </p:cNvPicPr>
            <p:nvPr/>
          </p:nvPicPr>
          <p:blipFill>
            <a:blip r:embed="rId6"/>
            <a:stretch>
              <a:fillRect/>
            </a:stretch>
          </p:blipFill>
          <p:spPr>
            <a:xfrm>
              <a:off x="943235" y="2254469"/>
              <a:ext cx="1500420" cy="1230527"/>
            </a:xfrm>
            <a:prstGeom prst="rect">
              <a:avLst/>
            </a:prstGeom>
          </p:spPr>
        </p:pic>
        <p:pic>
          <p:nvPicPr>
            <p:cNvPr id="50" name="Picture 49">
              <a:extLst>
                <a:ext uri="{FF2B5EF4-FFF2-40B4-BE49-F238E27FC236}">
                  <a16:creationId xmlns:a16="http://schemas.microsoft.com/office/drawing/2014/main" id="{F7D2464D-E522-B153-F87B-9AB672B4B3BE}"/>
                </a:ext>
              </a:extLst>
            </p:cNvPr>
            <p:cNvPicPr>
              <a:picLocks noChangeAspect="1"/>
            </p:cNvPicPr>
            <p:nvPr/>
          </p:nvPicPr>
          <p:blipFill>
            <a:blip r:embed="rId7"/>
            <a:stretch>
              <a:fillRect/>
            </a:stretch>
          </p:blipFill>
          <p:spPr>
            <a:xfrm>
              <a:off x="2496599" y="2413584"/>
              <a:ext cx="3219123" cy="187324"/>
            </a:xfrm>
            <a:prstGeom prst="rect">
              <a:avLst/>
            </a:prstGeom>
          </p:spPr>
        </p:pic>
        <p:pic>
          <p:nvPicPr>
            <p:cNvPr id="51" name="Picture 50">
              <a:extLst>
                <a:ext uri="{FF2B5EF4-FFF2-40B4-BE49-F238E27FC236}">
                  <a16:creationId xmlns:a16="http://schemas.microsoft.com/office/drawing/2014/main" id="{1337BB11-34DE-D284-6BAF-B9D2AC2258DC}"/>
                </a:ext>
              </a:extLst>
            </p:cNvPr>
            <p:cNvPicPr>
              <a:picLocks noChangeAspect="1"/>
            </p:cNvPicPr>
            <p:nvPr/>
          </p:nvPicPr>
          <p:blipFill>
            <a:blip r:embed="rId8"/>
            <a:stretch>
              <a:fillRect/>
            </a:stretch>
          </p:blipFill>
          <p:spPr>
            <a:xfrm>
              <a:off x="570190" y="3555476"/>
              <a:ext cx="1652323" cy="843103"/>
            </a:xfrm>
            <a:prstGeom prst="rect">
              <a:avLst/>
            </a:prstGeom>
          </p:spPr>
        </p:pic>
        <p:pic>
          <p:nvPicPr>
            <p:cNvPr id="52" name="Picture 51">
              <a:extLst>
                <a:ext uri="{FF2B5EF4-FFF2-40B4-BE49-F238E27FC236}">
                  <a16:creationId xmlns:a16="http://schemas.microsoft.com/office/drawing/2014/main" id="{992773B6-6178-0C92-C42F-C2219EF767C3}"/>
                </a:ext>
              </a:extLst>
            </p:cNvPr>
            <p:cNvPicPr>
              <a:picLocks noChangeAspect="1"/>
            </p:cNvPicPr>
            <p:nvPr/>
          </p:nvPicPr>
          <p:blipFill>
            <a:blip r:embed="rId9"/>
            <a:stretch>
              <a:fillRect/>
            </a:stretch>
          </p:blipFill>
          <p:spPr>
            <a:xfrm>
              <a:off x="1094018" y="3767958"/>
              <a:ext cx="1483231" cy="847169"/>
            </a:xfrm>
            <a:prstGeom prst="rect">
              <a:avLst/>
            </a:prstGeom>
          </p:spPr>
        </p:pic>
      </p:grpSp>
      <p:pic>
        <p:nvPicPr>
          <p:cNvPr id="55" name="Picture 54">
            <a:extLst>
              <a:ext uri="{FF2B5EF4-FFF2-40B4-BE49-F238E27FC236}">
                <a16:creationId xmlns:a16="http://schemas.microsoft.com/office/drawing/2014/main" id="{E860B401-3600-7F61-CD51-7B933F525203}"/>
              </a:ext>
            </a:extLst>
          </p:cNvPr>
          <p:cNvPicPr>
            <a:picLocks noChangeAspect="1"/>
          </p:cNvPicPr>
          <p:nvPr/>
        </p:nvPicPr>
        <p:blipFill>
          <a:blip r:embed="rId10"/>
          <a:stretch>
            <a:fillRect/>
          </a:stretch>
        </p:blipFill>
        <p:spPr>
          <a:xfrm>
            <a:off x="10206605" y="2182703"/>
            <a:ext cx="1621149" cy="707887"/>
          </a:xfrm>
          <a:prstGeom prst="rect">
            <a:avLst/>
          </a:prstGeom>
        </p:spPr>
      </p:pic>
      <p:pic>
        <p:nvPicPr>
          <p:cNvPr id="56" name="object 42">
            <a:extLst>
              <a:ext uri="{FF2B5EF4-FFF2-40B4-BE49-F238E27FC236}">
                <a16:creationId xmlns:a16="http://schemas.microsoft.com/office/drawing/2014/main" id="{B56C264A-A51D-87CA-3841-60FA552B70AA}"/>
              </a:ext>
            </a:extLst>
          </p:cNvPr>
          <p:cNvPicPr/>
          <p:nvPr/>
        </p:nvPicPr>
        <p:blipFill>
          <a:blip r:embed="rId11" cstate="print"/>
          <a:stretch>
            <a:fillRect/>
          </a:stretch>
        </p:blipFill>
        <p:spPr>
          <a:xfrm>
            <a:off x="1582763" y="6011550"/>
            <a:ext cx="703700" cy="246221"/>
          </a:xfrm>
          <a:prstGeom prst="rect">
            <a:avLst/>
          </a:prstGeom>
        </p:spPr>
      </p:pic>
      <p:pic>
        <p:nvPicPr>
          <p:cNvPr id="57" name="Picture 56">
            <a:extLst>
              <a:ext uri="{FF2B5EF4-FFF2-40B4-BE49-F238E27FC236}">
                <a16:creationId xmlns:a16="http://schemas.microsoft.com/office/drawing/2014/main" id="{1BE3AC1F-6E6E-B109-0C0A-88ADC6188163}"/>
              </a:ext>
            </a:extLst>
          </p:cNvPr>
          <p:cNvPicPr>
            <a:picLocks noChangeAspect="1"/>
          </p:cNvPicPr>
          <p:nvPr/>
        </p:nvPicPr>
        <p:blipFill>
          <a:blip r:embed="rId12"/>
          <a:stretch>
            <a:fillRect/>
          </a:stretch>
        </p:blipFill>
        <p:spPr>
          <a:xfrm>
            <a:off x="482279" y="6011550"/>
            <a:ext cx="703700" cy="366114"/>
          </a:xfrm>
          <a:prstGeom prst="rect">
            <a:avLst/>
          </a:prstGeom>
        </p:spPr>
      </p:pic>
      <p:pic>
        <p:nvPicPr>
          <p:cNvPr id="59" name="Picture 58">
            <a:extLst>
              <a:ext uri="{FF2B5EF4-FFF2-40B4-BE49-F238E27FC236}">
                <a16:creationId xmlns:a16="http://schemas.microsoft.com/office/drawing/2014/main" id="{46AFBD18-9B79-80EE-A0B2-040BB7A1552C}"/>
              </a:ext>
            </a:extLst>
          </p:cNvPr>
          <p:cNvPicPr>
            <a:picLocks noChangeAspect="1"/>
          </p:cNvPicPr>
          <p:nvPr/>
        </p:nvPicPr>
        <p:blipFill>
          <a:blip r:embed="rId13"/>
          <a:stretch>
            <a:fillRect/>
          </a:stretch>
        </p:blipFill>
        <p:spPr>
          <a:xfrm>
            <a:off x="6183698" y="4702703"/>
            <a:ext cx="1709351" cy="962806"/>
          </a:xfrm>
          <a:prstGeom prst="rect">
            <a:avLst/>
          </a:prstGeom>
        </p:spPr>
      </p:pic>
      <p:pic>
        <p:nvPicPr>
          <p:cNvPr id="1026" name="Picture 2" descr="Blue Prism raises over $120 million to bolster its robotic process  automation suite | VentureBeat">
            <a:extLst>
              <a:ext uri="{FF2B5EF4-FFF2-40B4-BE49-F238E27FC236}">
                <a16:creationId xmlns:a16="http://schemas.microsoft.com/office/drawing/2014/main" id="{B5BEC407-820E-2C02-D353-A23DF0AFFB8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53584" y="5875272"/>
            <a:ext cx="1082059" cy="5410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43A0FF4A-33BF-DC0D-E05D-23539355A146}"/>
              </a:ext>
            </a:extLst>
          </p:cNvPr>
          <p:cNvGraphicFramePr>
            <a:graphicFrameLocks noGrp="1"/>
          </p:cNvGraphicFramePr>
          <p:nvPr>
            <p:extLst>
              <p:ext uri="{D42A27DB-BD31-4B8C-83A1-F6EECF244321}">
                <p14:modId xmlns:p14="http://schemas.microsoft.com/office/powerpoint/2010/main" val="2824377621"/>
              </p:ext>
            </p:extLst>
          </p:nvPr>
        </p:nvGraphicFramePr>
        <p:xfrm>
          <a:off x="4335429" y="1800000"/>
          <a:ext cx="3506787" cy="2318340"/>
        </p:xfrm>
        <a:graphic>
          <a:graphicData uri="http://schemas.openxmlformats.org/drawingml/2006/table">
            <a:tbl>
              <a:tblPr firstRow="1" bandRow="1"/>
              <a:tblGrid>
                <a:gridCol w="1969283">
                  <a:extLst>
                    <a:ext uri="{9D8B030D-6E8A-4147-A177-3AD203B41FA5}">
                      <a16:colId xmlns:a16="http://schemas.microsoft.com/office/drawing/2014/main" val="926936166"/>
                    </a:ext>
                  </a:extLst>
                </a:gridCol>
                <a:gridCol w="1537504">
                  <a:extLst>
                    <a:ext uri="{9D8B030D-6E8A-4147-A177-3AD203B41FA5}">
                      <a16:colId xmlns:a16="http://schemas.microsoft.com/office/drawing/2014/main" val="615871001"/>
                    </a:ext>
                  </a:extLst>
                </a:gridCol>
              </a:tblGrid>
              <a:tr h="36000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Customer Journey mapping</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800000">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Customer Journey Mapping is a visual representation of the end-to-end experience a customer goes through. It places the customer at the centre of the organisation's efforts, ensuring a customer centric approach in which processes and services are aligned with the customer's needs</a:t>
                      </a:r>
                    </a:p>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Journey mapping reveals opportunities to enhance customer experience by optimising touchpoints and interactions</a:t>
                      </a:r>
                    </a:p>
                  </a:txBody>
                  <a:tcPr marL="7200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2" indent="-14400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endParaRPr lang="en-AU" sz="900" kern="1200" baseline="0" noProof="0">
                        <a:solidFill>
                          <a:schemeClr val="tx1"/>
                        </a:solidFill>
                        <a:latin typeface="Ubuntu Light" panose="020B0304030602030204" pitchFamily="34" charset="0"/>
                        <a:ea typeface="+mn-ea"/>
                        <a:cs typeface="+mn-cs"/>
                      </a:endParaRPr>
                    </a:p>
                  </a:txBody>
                  <a:tcPr marL="72000" marR="0" marT="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spTree>
    <p:extLst>
      <p:ext uri="{BB962C8B-B14F-4D97-AF65-F5344CB8AC3E}">
        <p14:creationId xmlns:p14="http://schemas.microsoft.com/office/powerpoint/2010/main" val="2697800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EDFB-788B-8152-9F31-757715AC6D98}"/>
              </a:ext>
            </a:extLst>
          </p:cNvPr>
          <p:cNvSpPr>
            <a:spLocks noGrp="1"/>
          </p:cNvSpPr>
          <p:nvPr>
            <p:ph type="ctrTitle"/>
          </p:nvPr>
        </p:nvSpPr>
        <p:spPr>
          <a:xfrm>
            <a:off x="276188" y="4114800"/>
            <a:ext cx="3964342" cy="1123723"/>
          </a:xfrm>
        </p:spPr>
        <p:txBody>
          <a:bodyPr anchor="ctr"/>
          <a:lstStyle/>
          <a:p>
            <a:pPr marL="1422000" indent="-1422000"/>
            <a:r>
              <a:rPr lang="en-AU"/>
              <a:t>04 |	A partnership built </a:t>
            </a:r>
            <a:br>
              <a:rPr lang="en-AU"/>
            </a:br>
            <a:r>
              <a:rPr lang="en-AU"/>
              <a:t>on performance,</a:t>
            </a:r>
            <a:br>
              <a:rPr lang="en-AU"/>
            </a:br>
            <a:r>
              <a:rPr lang="en-AU"/>
              <a:t>accountability and trust</a:t>
            </a:r>
            <a:endParaRPr lang="en-GB"/>
          </a:p>
        </p:txBody>
      </p:sp>
    </p:spTree>
    <p:extLst>
      <p:ext uri="{BB962C8B-B14F-4D97-AF65-F5344CB8AC3E}">
        <p14:creationId xmlns:p14="http://schemas.microsoft.com/office/powerpoint/2010/main" val="334472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CA42F-AD52-F248-A2AB-0B3F2E0D34B7}"/>
              </a:ext>
            </a:extLst>
          </p:cNvPr>
          <p:cNvSpPr>
            <a:spLocks noGrp="1"/>
          </p:cNvSpPr>
          <p:nvPr>
            <p:ph type="title"/>
          </p:nvPr>
        </p:nvSpPr>
        <p:spPr>
          <a:xfrm>
            <a:off x="359999" y="540000"/>
            <a:ext cx="11668715" cy="360000"/>
          </a:xfrm>
        </p:spPr>
        <p:txBody>
          <a:bodyPr/>
          <a:lstStyle/>
          <a:p>
            <a:r>
              <a:rPr lang="en-AU" dirty="0"/>
              <a:t>Client will leverage a three-tiered governance structure to ensure </a:t>
            </a:r>
            <a:br>
              <a:rPr lang="en-AU" dirty="0"/>
            </a:br>
            <a:r>
              <a:rPr lang="en-AU" dirty="0"/>
              <a:t>all aspects of the relationship are appropriately monitored and continually enhanced to drive accountability and trust</a:t>
            </a:r>
            <a:endParaRPr lang="en-GB" dirty="0"/>
          </a:p>
        </p:txBody>
      </p:sp>
      <p:sp>
        <p:nvSpPr>
          <p:cNvPr id="4" name="Text Placeholder 3">
            <a:extLst>
              <a:ext uri="{FF2B5EF4-FFF2-40B4-BE49-F238E27FC236}">
                <a16:creationId xmlns:a16="http://schemas.microsoft.com/office/drawing/2014/main" id="{70B0FF12-170E-E008-9738-57218A443315}"/>
              </a:ext>
            </a:extLst>
          </p:cNvPr>
          <p:cNvSpPr>
            <a:spLocks noGrp="1"/>
          </p:cNvSpPr>
          <p:nvPr>
            <p:ph type="body" sz="quarter" idx="13"/>
          </p:nvPr>
        </p:nvSpPr>
        <p:spPr/>
        <p:txBody>
          <a:bodyPr/>
          <a:lstStyle/>
          <a:p>
            <a:r>
              <a:rPr lang="en-AU"/>
              <a:t>04 | A partnership built on performance, accountability and trust</a:t>
            </a:r>
            <a:endParaRPr lang="en-GB"/>
          </a:p>
        </p:txBody>
      </p:sp>
      <p:sp>
        <p:nvSpPr>
          <p:cNvPr id="6" name="Line 143">
            <a:extLst>
              <a:ext uri="{FF2B5EF4-FFF2-40B4-BE49-F238E27FC236}">
                <a16:creationId xmlns:a16="http://schemas.microsoft.com/office/drawing/2014/main" id="{275C8539-E7A7-04EF-4827-7AD299A03390}"/>
              </a:ext>
            </a:extLst>
          </p:cNvPr>
          <p:cNvSpPr>
            <a:spLocks noChangeShapeType="1"/>
          </p:cNvSpPr>
          <p:nvPr/>
        </p:nvSpPr>
        <p:spPr bwMode="auto">
          <a:xfrm flipV="1">
            <a:off x="359998" y="4931297"/>
            <a:ext cx="2304000" cy="0"/>
          </a:xfrm>
          <a:prstGeom prst="line">
            <a:avLst/>
          </a:prstGeom>
          <a:noFill/>
          <a:ln w="9525" cap="flat" cmpd="sng" algn="ctr">
            <a:solidFill>
              <a:srgbClr val="FFFFFF">
                <a:lumMod val="75000"/>
              </a:srgbClr>
            </a:solidFill>
            <a:prstDash val="dash"/>
            <a:headEnd/>
            <a:tailEnd/>
          </a:ln>
          <a:effectLst/>
        </p:spPr>
        <p:txBody>
          <a:bodyPr/>
          <a:lstStyle/>
          <a:p>
            <a:pPr marL="0" marR="0" lvl="0" indent="0" defTabSz="1684044"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9F958F">
                  <a:lumMod val="50000"/>
                </a:srgbClr>
              </a:solidFill>
              <a:effectLst/>
              <a:uLnTx/>
              <a:uFillTx/>
              <a:cs typeface="Arial" pitchFamily="34" charset="0"/>
            </a:endParaRPr>
          </a:p>
        </p:txBody>
      </p:sp>
      <p:sp>
        <p:nvSpPr>
          <p:cNvPr id="7" name="Line 143">
            <a:extLst>
              <a:ext uri="{FF2B5EF4-FFF2-40B4-BE49-F238E27FC236}">
                <a16:creationId xmlns:a16="http://schemas.microsoft.com/office/drawing/2014/main" id="{3EEB78B6-7697-650A-7202-DAC836E36107}"/>
              </a:ext>
            </a:extLst>
          </p:cNvPr>
          <p:cNvSpPr>
            <a:spLocks noChangeShapeType="1"/>
          </p:cNvSpPr>
          <p:nvPr/>
        </p:nvSpPr>
        <p:spPr bwMode="auto">
          <a:xfrm flipV="1">
            <a:off x="341106" y="3336376"/>
            <a:ext cx="2304000" cy="0"/>
          </a:xfrm>
          <a:prstGeom prst="line">
            <a:avLst/>
          </a:prstGeom>
          <a:noFill/>
          <a:ln w="9525" cap="flat" cmpd="sng" algn="ctr">
            <a:solidFill>
              <a:srgbClr val="FFFFFF">
                <a:lumMod val="75000"/>
              </a:srgbClr>
            </a:solidFill>
            <a:prstDash val="dash"/>
            <a:headEnd/>
            <a:tailEnd/>
          </a:ln>
          <a:effectLst/>
        </p:spPr>
        <p:txBody>
          <a:bodyPr/>
          <a:lstStyle/>
          <a:p>
            <a:pPr marL="0" marR="0" lvl="0" indent="0" defTabSz="1684044"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9F958F">
                  <a:lumMod val="50000"/>
                </a:srgbClr>
              </a:solidFill>
              <a:effectLst/>
              <a:uLnTx/>
              <a:uFillTx/>
              <a:cs typeface="Arial" pitchFamily="34" charset="0"/>
            </a:endParaRPr>
          </a:p>
        </p:txBody>
      </p:sp>
      <p:sp>
        <p:nvSpPr>
          <p:cNvPr id="8" name="Right Triangle 7">
            <a:extLst>
              <a:ext uri="{FF2B5EF4-FFF2-40B4-BE49-F238E27FC236}">
                <a16:creationId xmlns:a16="http://schemas.microsoft.com/office/drawing/2014/main" id="{F2547BBD-13C4-294F-03EE-8E37F12818E4}"/>
              </a:ext>
            </a:extLst>
          </p:cNvPr>
          <p:cNvSpPr/>
          <p:nvPr/>
        </p:nvSpPr>
        <p:spPr bwMode="auto">
          <a:xfrm flipH="1">
            <a:off x="3489493" y="1842921"/>
            <a:ext cx="2537197" cy="4621802"/>
          </a:xfrm>
          <a:prstGeom prst="rtTriangle">
            <a:avLst/>
          </a:prstGeom>
          <a:solidFill>
            <a:schemeClr val="accent3">
              <a:lumMod val="90000"/>
              <a:lumOff val="10000"/>
            </a:schemeClr>
          </a:solidFill>
          <a:ln w="6350" cap="flat" cmpd="sng" algn="ctr">
            <a:solidFill>
              <a:srgbClr val="461063"/>
            </a:solidFill>
            <a:prstDash val="solid"/>
            <a:miter lim="800000"/>
          </a:ln>
          <a:effectLst/>
        </p:spPr>
        <p:txBody>
          <a:bodyPr anchor="ctr">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0" marR="0" lvl="0" indent="0" algn="ctr" defTabSz="1828726" rtl="0" eaLnBrk="0" fontAlgn="base" latinLnBrk="0" hangingPunct="0">
              <a:lnSpc>
                <a:spcPct val="100000"/>
              </a:lnSpc>
              <a:spcBef>
                <a:spcPct val="0"/>
              </a:spcBef>
              <a:spcAft>
                <a:spcPct val="0"/>
              </a:spcAft>
              <a:buClrTx/>
              <a:buSzTx/>
              <a:buFontTx/>
              <a:buNone/>
              <a:tabLst/>
              <a:defRPr/>
            </a:pPr>
            <a:endParaRPr kumimoji="0" lang="en-US" sz="2200" b="0" i="0" u="none" strike="noStrike" kern="0" cap="none" spc="0" normalizeH="0" baseline="0" noProof="0">
              <a:ln>
                <a:noFill/>
              </a:ln>
              <a:solidFill>
                <a:srgbClr val="FFFFFF"/>
              </a:solidFill>
              <a:effectLst/>
              <a:uLnTx/>
              <a:uFillTx/>
              <a:latin typeface="+mn-lt"/>
              <a:ea typeface="+mn-ea"/>
              <a:cs typeface="+mn-cs"/>
            </a:endParaRPr>
          </a:p>
        </p:txBody>
      </p:sp>
      <p:sp>
        <p:nvSpPr>
          <p:cNvPr id="9" name="Rectangle 35">
            <a:extLst>
              <a:ext uri="{FF2B5EF4-FFF2-40B4-BE49-F238E27FC236}">
                <a16:creationId xmlns:a16="http://schemas.microsoft.com/office/drawing/2014/main" id="{5DB0F83D-A4A6-CCEC-F983-2709E650A983}"/>
              </a:ext>
            </a:extLst>
          </p:cNvPr>
          <p:cNvSpPr>
            <a:spLocks noChangeArrowheads="1"/>
          </p:cNvSpPr>
          <p:nvPr/>
        </p:nvSpPr>
        <p:spPr bwMode="auto">
          <a:xfrm>
            <a:off x="360000" y="2089366"/>
            <a:ext cx="2015377" cy="654025"/>
          </a:xfrm>
          <a:prstGeom prst="rect">
            <a:avLst/>
          </a:prstGeom>
          <a:noFill/>
          <a:ln w="9525">
            <a:noFill/>
            <a:miter lim="800000"/>
            <a:headEnd/>
            <a:tailEnd/>
          </a:ln>
        </p:spPr>
        <p:txBody>
          <a:bodyPr wrap="square" lIns="0" tIns="0" rIns="0" bIns="0">
            <a:spAutoFit/>
          </a:bodyPr>
          <a:lstStyle/>
          <a:p>
            <a:pPr marR="0">
              <a:spcBef>
                <a:spcPts val="600"/>
              </a:spcBef>
              <a:defRPr/>
            </a:pPr>
            <a:r>
              <a:rPr lang="en-US" sz="1000" b="1" cap="all">
                <a:solidFill>
                  <a:schemeClr val="accent2"/>
                </a:solidFill>
                <a:latin typeface="Ubuntu   "/>
              </a:rPr>
              <a:t>Strategic</a:t>
            </a:r>
          </a:p>
          <a:p>
            <a:pPr marR="0" defTabSz="1684044" hangingPunct="1">
              <a:lnSpc>
                <a:spcPct val="100000"/>
              </a:lnSpc>
              <a:spcBef>
                <a:spcPts val="300"/>
              </a:spcBef>
              <a:spcAft>
                <a:spcPts val="300"/>
              </a:spcAft>
              <a:defRPr/>
            </a:pPr>
            <a:r>
              <a:rPr lang="en-AU" sz="1000" kern="1200">
                <a:solidFill>
                  <a:prstClr val="black"/>
                </a:solidFill>
                <a:uFillTx/>
                <a:latin typeface="Ubuntu Light" panose="020B0304030602030204" pitchFamily="34" charset="0"/>
                <a:cs typeface="Arial" pitchFamily="34" charset="0"/>
              </a:rPr>
              <a:t>Overall performance of services, strategic planning, critical escalations</a:t>
            </a:r>
          </a:p>
        </p:txBody>
      </p:sp>
      <p:sp>
        <p:nvSpPr>
          <p:cNvPr id="12" name="Arrow: Up 11">
            <a:extLst>
              <a:ext uri="{FF2B5EF4-FFF2-40B4-BE49-F238E27FC236}">
                <a16:creationId xmlns:a16="http://schemas.microsoft.com/office/drawing/2014/main" id="{605587EE-40F8-C4C1-6573-59A859A2A883}"/>
              </a:ext>
            </a:extLst>
          </p:cNvPr>
          <p:cNvSpPr/>
          <p:nvPr/>
        </p:nvSpPr>
        <p:spPr>
          <a:xfrm>
            <a:off x="2639757" y="1846769"/>
            <a:ext cx="513236" cy="4617954"/>
          </a:xfrm>
          <a:prstGeom prst="upArrow">
            <a:avLst>
              <a:gd name="adj1" fmla="val 50000"/>
              <a:gd name="adj2" fmla="val 90496"/>
            </a:avLst>
          </a:prstGeom>
          <a:solidFill>
            <a:schemeClr val="accent5"/>
          </a:solidFill>
          <a:ln w="12700" cap="flat" cmpd="sng" algn="ctr">
            <a:noFill/>
            <a:prstDash val="solid"/>
            <a:miter lim="800000"/>
          </a:ln>
          <a:effectLst/>
        </p:spPr>
        <p:txBody>
          <a:bodyPr vert="vert270" rtlCol="0" anchor="ctr"/>
          <a:lstStyle/>
          <a:p>
            <a:pPr marL="0" marR="0" lvl="0" indent="0" algn="ctr" defTabSz="18288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ea typeface="Verdana" panose="020B0604030504040204" pitchFamily="34" charset="0"/>
                <a:cs typeface="Verdana" panose="020B0604030504040204" pitchFamily="34" charset="0"/>
              </a:rPr>
              <a:t>Develop Transparency and Confidence</a:t>
            </a:r>
          </a:p>
          <a:p>
            <a:pPr marL="0" marR="0" lvl="0" indent="0" algn="ctr" defTabSz="1828800" eaLnBrk="1" fontAlgn="auto" latinLnBrk="0" hangingPunct="1">
              <a:lnSpc>
                <a:spcPct val="100000"/>
              </a:lnSpc>
              <a:spcBef>
                <a:spcPts val="0"/>
              </a:spcBef>
              <a:spcAft>
                <a:spcPts val="0"/>
              </a:spcAft>
              <a:buClrTx/>
              <a:buSzTx/>
              <a:buFontTx/>
              <a:buNone/>
              <a:tabLst/>
              <a:defRPr/>
            </a:pPr>
            <a:endParaRPr kumimoji="0" lang="en-AU" sz="200" b="0" i="0" u="none" strike="noStrike" kern="1200" cap="none" spc="0" normalizeH="0" baseline="0" noProof="0">
              <a:ln>
                <a:noFill/>
              </a:ln>
              <a:solidFill>
                <a:srgbClr val="FFFFFF"/>
              </a:solidFill>
              <a:effectLst/>
              <a:uLnTx/>
              <a:uFillTx/>
            </a:endParaRPr>
          </a:p>
        </p:txBody>
      </p:sp>
      <p:sp>
        <p:nvSpPr>
          <p:cNvPr id="13" name="Right Triangle 12">
            <a:extLst>
              <a:ext uri="{FF2B5EF4-FFF2-40B4-BE49-F238E27FC236}">
                <a16:creationId xmlns:a16="http://schemas.microsoft.com/office/drawing/2014/main" id="{EF3D0A4A-02E2-2F44-64F9-414602B5BB88}"/>
              </a:ext>
            </a:extLst>
          </p:cNvPr>
          <p:cNvSpPr/>
          <p:nvPr/>
        </p:nvSpPr>
        <p:spPr bwMode="auto">
          <a:xfrm>
            <a:off x="6030917" y="1846768"/>
            <a:ext cx="2537197" cy="4617954"/>
          </a:xfrm>
          <a:prstGeom prst="rtTriangle">
            <a:avLst/>
          </a:prstGeom>
          <a:solidFill>
            <a:schemeClr val="accent2"/>
          </a:solidFill>
          <a:ln w="6350" cap="flat" cmpd="sng" algn="ctr">
            <a:solidFill>
              <a:srgbClr val="12ABDB"/>
            </a:solidFill>
            <a:prstDash val="solid"/>
            <a:miter lim="800000"/>
          </a:ln>
          <a:effectLst/>
        </p:spPr>
        <p:txBody>
          <a:bodyPr anchor="ctr">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0" marR="0" lvl="0" indent="0" algn="ctr" defTabSz="1828726" rtl="0" eaLnBrk="0" fontAlgn="base" latinLnBrk="0" hangingPunct="0">
              <a:lnSpc>
                <a:spcPct val="100000"/>
              </a:lnSpc>
              <a:spcBef>
                <a:spcPct val="0"/>
              </a:spcBef>
              <a:spcAft>
                <a:spcPct val="0"/>
              </a:spcAft>
              <a:buClrTx/>
              <a:buSzTx/>
              <a:buFontTx/>
              <a:buNone/>
              <a:tabLst/>
              <a:defRPr/>
            </a:pPr>
            <a:endParaRPr kumimoji="0" lang="en-US" sz="2200" b="0" i="0" u="none" strike="noStrike" kern="0" cap="none" spc="0" normalizeH="0" baseline="0" noProof="0">
              <a:ln>
                <a:noFill/>
              </a:ln>
              <a:solidFill>
                <a:srgbClr val="FFFFFF"/>
              </a:solidFill>
              <a:effectLst/>
              <a:uLnTx/>
              <a:uFillTx/>
              <a:latin typeface="+mn-lt"/>
              <a:ea typeface="+mn-ea"/>
              <a:cs typeface="+mn-cs"/>
            </a:endParaRPr>
          </a:p>
        </p:txBody>
      </p:sp>
      <p:sp>
        <p:nvSpPr>
          <p:cNvPr id="14" name="Rectangle 10">
            <a:extLst>
              <a:ext uri="{FF2B5EF4-FFF2-40B4-BE49-F238E27FC236}">
                <a16:creationId xmlns:a16="http://schemas.microsoft.com/office/drawing/2014/main" id="{BFE7BAFB-DC4D-053B-F066-F45352DF30BF}"/>
              </a:ext>
            </a:extLst>
          </p:cNvPr>
          <p:cNvSpPr>
            <a:spLocks noChangeArrowheads="1"/>
          </p:cNvSpPr>
          <p:nvPr/>
        </p:nvSpPr>
        <p:spPr bwMode="auto">
          <a:xfrm>
            <a:off x="3457969" y="1787677"/>
            <a:ext cx="5110145" cy="1436700"/>
          </a:xfrm>
          <a:prstGeom prst="roundRect">
            <a:avLst>
              <a:gd name="adj" fmla="val 3423"/>
            </a:avLst>
          </a:prstGeom>
          <a:solidFill>
            <a:srgbClr val="D4D4D4">
              <a:alpha val="70000"/>
            </a:srgbClr>
          </a:solidFill>
          <a:ln w="6350" cap="flat" cmpd="sng" algn="ctr">
            <a:noFill/>
            <a:prstDash val="solid"/>
            <a:miter lim="800000"/>
          </a:ln>
          <a:effectLst/>
        </p:spPr>
        <p:txBody>
          <a:bodyPr rot="0" spcFirstLastPara="0" vertOverflow="overflow" horzOverflow="overflow" vert="horz" wrap="square" lIns="174172" tIns="87086" rIns="174172" bIns="87086" numCol="1" spcCol="0" rtlCol="0" fromWordArt="0" anchor="t" anchorCtr="0" forceAA="0" compatLnSpc="1">
            <a:prstTxWarp prst="textNoShape">
              <a:avLst/>
            </a:prstTxWarp>
            <a:noAutofit/>
          </a:bodyPr>
          <a:lstStyle/>
          <a:p>
            <a:pPr marL="0" marR="0" lvl="0" indent="0" algn="ctr" defTabSz="181046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chemeClr val="accent1"/>
                </a:solidFill>
                <a:effectLst/>
                <a:uLnTx/>
                <a:uFillTx/>
                <a:ea typeface="+mn-ea"/>
                <a:cs typeface="+mn-cs"/>
              </a:rPr>
              <a:t>STRATEGIC STEERING</a:t>
            </a:r>
            <a:endParaRPr kumimoji="0" lang="en-US" sz="1600" b="0" i="0" u="none" strike="noStrike" kern="1200" cap="none" spc="0" normalizeH="0" baseline="0" noProof="0">
              <a:ln>
                <a:noFill/>
              </a:ln>
              <a:solidFill>
                <a:schemeClr val="accent1"/>
              </a:solidFill>
              <a:effectLst/>
              <a:uLnTx/>
              <a:uFillTx/>
              <a:ea typeface="+mn-ea"/>
              <a:cs typeface="+mn-cs"/>
            </a:endParaRPr>
          </a:p>
        </p:txBody>
      </p:sp>
      <p:sp>
        <p:nvSpPr>
          <p:cNvPr id="15" name="Rectangle 20">
            <a:extLst>
              <a:ext uri="{FF2B5EF4-FFF2-40B4-BE49-F238E27FC236}">
                <a16:creationId xmlns:a16="http://schemas.microsoft.com/office/drawing/2014/main" id="{D097E035-8473-3CD6-C5E6-611C25C90B50}"/>
              </a:ext>
            </a:extLst>
          </p:cNvPr>
          <p:cNvSpPr>
            <a:spLocks noChangeArrowheads="1"/>
          </p:cNvSpPr>
          <p:nvPr/>
        </p:nvSpPr>
        <p:spPr bwMode="auto">
          <a:xfrm>
            <a:off x="6150331" y="2345688"/>
            <a:ext cx="1728927" cy="829809"/>
          </a:xfrm>
          <a:prstGeom prst="rect">
            <a:avLst/>
          </a:prstGeom>
          <a:noFill/>
          <a:ln w="9525">
            <a:noFill/>
            <a:miter lim="800000"/>
            <a:headEnd/>
            <a:tailEnd/>
          </a:ln>
        </p:spPr>
        <p:txBody>
          <a:bodyPr wrap="square" lIns="80386" rIns="80386" anchor="ctr">
            <a:noAutofit/>
          </a:bodyPr>
          <a:lstStyle/>
          <a:p>
            <a:pPr marR="0" defTabSz="1828800" eaLnBrk="0" fontAlgn="base">
              <a:lnSpc>
                <a:spcPct val="100000"/>
              </a:lnSpc>
              <a:spcBef>
                <a:spcPts val="300"/>
              </a:spcBef>
              <a:spcAft>
                <a:spcPts val="300"/>
              </a:spcAft>
              <a:buClr>
                <a:srgbClr val="0070AD"/>
              </a:buClr>
              <a:buSzPct val="120000"/>
              <a:defRPr/>
            </a:pPr>
            <a:r>
              <a:rPr lang="en-US" sz="1000">
                <a:solidFill>
                  <a:prstClr val="black"/>
                </a:solidFill>
                <a:latin typeface="Ubuntu Light" panose="020B0304030602030204" pitchFamily="34" charset="0"/>
              </a:rPr>
              <a:t>Susan Beeston</a:t>
            </a:r>
          </a:p>
          <a:p>
            <a:pPr defTabSz="1828800" eaLnBrk="0" fontAlgn="base">
              <a:spcBef>
                <a:spcPts val="300"/>
              </a:spcBef>
              <a:spcAft>
                <a:spcPts val="300"/>
              </a:spcAft>
              <a:buClr>
                <a:srgbClr val="0070AD"/>
              </a:buClr>
              <a:buSzPct val="120000"/>
              <a:defRPr/>
            </a:pPr>
            <a:r>
              <a:rPr lang="en-US" sz="1000">
                <a:solidFill>
                  <a:prstClr val="black"/>
                </a:solidFill>
                <a:latin typeface="Ubuntu Light" panose="020B0304030602030204" pitchFamily="34" charset="0"/>
              </a:rPr>
              <a:t>Mike Welch</a:t>
            </a:r>
          </a:p>
        </p:txBody>
      </p:sp>
      <p:sp>
        <p:nvSpPr>
          <p:cNvPr id="16" name="Rectangle 20">
            <a:extLst>
              <a:ext uri="{FF2B5EF4-FFF2-40B4-BE49-F238E27FC236}">
                <a16:creationId xmlns:a16="http://schemas.microsoft.com/office/drawing/2014/main" id="{2FF941A9-09FF-3898-98F4-749A6E8F9069}"/>
              </a:ext>
            </a:extLst>
          </p:cNvPr>
          <p:cNvSpPr>
            <a:spLocks noChangeArrowheads="1"/>
          </p:cNvSpPr>
          <p:nvPr/>
        </p:nvSpPr>
        <p:spPr bwMode="auto">
          <a:xfrm>
            <a:off x="3996896" y="2345688"/>
            <a:ext cx="1933778" cy="829809"/>
          </a:xfrm>
          <a:prstGeom prst="rect">
            <a:avLst/>
          </a:prstGeom>
          <a:noFill/>
          <a:ln w="9525">
            <a:noFill/>
            <a:miter lim="800000"/>
            <a:headEnd/>
            <a:tailEnd/>
          </a:ln>
        </p:spPr>
        <p:txBody>
          <a:bodyPr wrap="square" lIns="80386" rIns="80386" anchor="ctr">
            <a:noAutofit/>
          </a:bodyPr>
          <a:lstStyle/>
          <a:p>
            <a:pPr marR="0" algn="r" defTabSz="1828800" eaLnBrk="0" fontAlgn="base">
              <a:lnSpc>
                <a:spcPct val="100000"/>
              </a:lnSpc>
              <a:spcBef>
                <a:spcPts val="300"/>
              </a:spcBef>
              <a:spcAft>
                <a:spcPts val="300"/>
              </a:spcAft>
              <a:buClr>
                <a:srgbClr val="0070AD"/>
              </a:buClr>
              <a:buSzPct val="120000"/>
              <a:defRPr/>
            </a:pPr>
            <a:r>
              <a:rPr lang="en-US" sz="1000" kern="1200">
                <a:solidFill>
                  <a:prstClr val="black"/>
                </a:solidFill>
                <a:uFillTx/>
                <a:latin typeface="Ubuntu Light" panose="020B0304030602030204" pitchFamily="34" charset="0"/>
              </a:rPr>
              <a:t>Tracy </a:t>
            </a:r>
            <a:r>
              <a:rPr lang="en-US" sz="1000">
                <a:solidFill>
                  <a:prstClr val="black"/>
                </a:solidFill>
                <a:latin typeface="Ubuntu Light" panose="020B0304030602030204" pitchFamily="34" charset="0"/>
              </a:rPr>
              <a:t>Davenport</a:t>
            </a:r>
            <a:endParaRPr lang="en-US" sz="1200" kern="1200">
              <a:solidFill>
                <a:prstClr val="black"/>
              </a:solidFill>
              <a:uFillTx/>
              <a:latin typeface="Ubuntu Light" panose="020B0304030602030204" pitchFamily="34" charset="0"/>
            </a:endParaRPr>
          </a:p>
        </p:txBody>
      </p:sp>
      <p:grpSp>
        <p:nvGrpSpPr>
          <p:cNvPr id="17" name="Group 16">
            <a:extLst>
              <a:ext uri="{FF2B5EF4-FFF2-40B4-BE49-F238E27FC236}">
                <a16:creationId xmlns:a16="http://schemas.microsoft.com/office/drawing/2014/main" id="{598868FB-8867-D6D6-4428-EAF887E3A144}"/>
              </a:ext>
            </a:extLst>
          </p:cNvPr>
          <p:cNvGrpSpPr>
            <a:grpSpLocks noChangeAspect="1"/>
          </p:cNvGrpSpPr>
          <p:nvPr/>
        </p:nvGrpSpPr>
        <p:grpSpPr>
          <a:xfrm>
            <a:off x="7452507" y="1923595"/>
            <a:ext cx="998840" cy="222690"/>
            <a:chOff x="728663" y="4465638"/>
            <a:chExt cx="5354637" cy="1193801"/>
          </a:xfrm>
        </p:grpSpPr>
        <p:sp>
          <p:nvSpPr>
            <p:cNvPr id="18" name="Freeform 11">
              <a:extLst>
                <a:ext uri="{FF2B5EF4-FFF2-40B4-BE49-F238E27FC236}">
                  <a16:creationId xmlns:a16="http://schemas.microsoft.com/office/drawing/2014/main" id="{029D79B1-3B4A-4609-E2B5-0369A86B6B87}"/>
                </a:ext>
              </a:extLst>
            </p:cNvPr>
            <p:cNvSpPr>
              <a:spLocks/>
            </p:cNvSpPr>
            <p:nvPr/>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182880" tIns="91440" rIns="182880" bIns="91440" numCol="1" anchor="t" anchorCtr="0" compatLnSpc="1">
              <a:prstTxWarp prst="textNoShape">
                <a:avLst/>
              </a:prstTxWarp>
            </a:bodyPr>
            <a:lstStyle/>
            <a:p>
              <a:pPr marR="0" defTabSz="1828800" hangingPunct="1">
                <a:lnSpc>
                  <a:spcPct val="100000"/>
                </a:lnSpc>
                <a:defRPr/>
              </a:pPr>
              <a:endParaRPr lang="en-GB" sz="3600" kern="1200">
                <a:solidFill>
                  <a:prstClr val="black"/>
                </a:solidFill>
                <a:uFillTx/>
              </a:endParaRPr>
            </a:p>
          </p:txBody>
        </p:sp>
        <p:sp>
          <p:nvSpPr>
            <p:cNvPr id="19" name="Freeform 12">
              <a:extLst>
                <a:ext uri="{FF2B5EF4-FFF2-40B4-BE49-F238E27FC236}">
                  <a16:creationId xmlns:a16="http://schemas.microsoft.com/office/drawing/2014/main" id="{B0477007-A91A-8AC6-BDC3-EFF1F004F91D}"/>
                </a:ext>
              </a:extLst>
            </p:cNvPr>
            <p:cNvSpPr>
              <a:spLocks noEditPoints="1"/>
            </p:cNvSpPr>
            <p:nvPr/>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182880" tIns="91440" rIns="182880" bIns="91440" numCol="1" anchor="t" anchorCtr="0" compatLnSpc="1">
              <a:prstTxWarp prst="textNoShape">
                <a:avLst/>
              </a:prstTxWarp>
            </a:bodyPr>
            <a:lstStyle/>
            <a:p>
              <a:pPr marR="0" defTabSz="1828800" hangingPunct="1">
                <a:lnSpc>
                  <a:spcPct val="100000"/>
                </a:lnSpc>
                <a:defRPr/>
              </a:pPr>
              <a:endParaRPr lang="en-GB" sz="3600" kern="1200">
                <a:solidFill>
                  <a:prstClr val="black"/>
                </a:solidFill>
                <a:uFillTx/>
              </a:endParaRPr>
            </a:p>
          </p:txBody>
        </p:sp>
        <p:sp>
          <p:nvSpPr>
            <p:cNvPr id="20" name="Freeform 13">
              <a:extLst>
                <a:ext uri="{FF2B5EF4-FFF2-40B4-BE49-F238E27FC236}">
                  <a16:creationId xmlns:a16="http://schemas.microsoft.com/office/drawing/2014/main" id="{403A860F-D151-47C9-CB23-71C509DD9FA4}"/>
                </a:ext>
              </a:extLst>
            </p:cNvPr>
            <p:cNvSpPr>
              <a:spLocks/>
            </p:cNvSpPr>
            <p:nvPr/>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182880" tIns="91440" rIns="182880" bIns="91440" numCol="1" anchor="t" anchorCtr="0" compatLnSpc="1">
              <a:prstTxWarp prst="textNoShape">
                <a:avLst/>
              </a:prstTxWarp>
            </a:bodyPr>
            <a:lstStyle/>
            <a:p>
              <a:pPr marR="0" defTabSz="1828800" hangingPunct="1">
                <a:lnSpc>
                  <a:spcPct val="100000"/>
                </a:lnSpc>
                <a:defRPr/>
              </a:pPr>
              <a:endParaRPr lang="en-GB" sz="3600" kern="1200">
                <a:solidFill>
                  <a:prstClr val="black"/>
                </a:solidFill>
                <a:uFillTx/>
              </a:endParaRPr>
            </a:p>
          </p:txBody>
        </p:sp>
        <p:sp>
          <p:nvSpPr>
            <p:cNvPr id="21" name="Freeform 14">
              <a:extLst>
                <a:ext uri="{FF2B5EF4-FFF2-40B4-BE49-F238E27FC236}">
                  <a16:creationId xmlns:a16="http://schemas.microsoft.com/office/drawing/2014/main" id="{348AA328-9EAF-705E-87B7-8851BC0FE7BB}"/>
                </a:ext>
              </a:extLst>
            </p:cNvPr>
            <p:cNvSpPr>
              <a:spLocks/>
            </p:cNvSpPr>
            <p:nvPr/>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182880" tIns="91440" rIns="182880" bIns="91440" numCol="1" anchor="t" anchorCtr="0" compatLnSpc="1">
              <a:prstTxWarp prst="textNoShape">
                <a:avLst/>
              </a:prstTxWarp>
            </a:bodyPr>
            <a:lstStyle/>
            <a:p>
              <a:pPr marR="0" defTabSz="1828800" hangingPunct="1">
                <a:lnSpc>
                  <a:spcPct val="100000"/>
                </a:lnSpc>
                <a:defRPr/>
              </a:pPr>
              <a:endParaRPr lang="en-GB" sz="3600" kern="1200">
                <a:solidFill>
                  <a:prstClr val="black"/>
                </a:solidFill>
                <a:uFillTx/>
              </a:endParaRPr>
            </a:p>
          </p:txBody>
        </p:sp>
        <p:sp>
          <p:nvSpPr>
            <p:cNvPr id="22" name="Freeform 15">
              <a:extLst>
                <a:ext uri="{FF2B5EF4-FFF2-40B4-BE49-F238E27FC236}">
                  <a16:creationId xmlns:a16="http://schemas.microsoft.com/office/drawing/2014/main" id="{0374FBA7-8E53-1F1E-CDCC-7CB4F2B15761}"/>
                </a:ext>
              </a:extLst>
            </p:cNvPr>
            <p:cNvSpPr>
              <a:spLocks/>
            </p:cNvSpPr>
            <p:nvPr/>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182880" tIns="91440" rIns="182880" bIns="91440" numCol="1" anchor="t" anchorCtr="0" compatLnSpc="1">
              <a:prstTxWarp prst="textNoShape">
                <a:avLst/>
              </a:prstTxWarp>
            </a:bodyPr>
            <a:lstStyle/>
            <a:p>
              <a:pPr marR="0" defTabSz="1828800" hangingPunct="1">
                <a:lnSpc>
                  <a:spcPct val="100000"/>
                </a:lnSpc>
                <a:defRPr/>
              </a:pPr>
              <a:endParaRPr lang="en-GB" sz="3600" kern="1200">
                <a:solidFill>
                  <a:prstClr val="black"/>
                </a:solidFill>
                <a:uFillTx/>
              </a:endParaRPr>
            </a:p>
          </p:txBody>
        </p:sp>
      </p:grpSp>
      <p:sp>
        <p:nvSpPr>
          <p:cNvPr id="23" name="Rectangle 10">
            <a:extLst>
              <a:ext uri="{FF2B5EF4-FFF2-40B4-BE49-F238E27FC236}">
                <a16:creationId xmlns:a16="http://schemas.microsoft.com/office/drawing/2014/main" id="{0B68640D-51A0-F927-14DB-DBDD6DF03E69}"/>
              </a:ext>
            </a:extLst>
          </p:cNvPr>
          <p:cNvSpPr>
            <a:spLocks noChangeArrowheads="1"/>
          </p:cNvSpPr>
          <p:nvPr/>
        </p:nvSpPr>
        <p:spPr bwMode="auto">
          <a:xfrm>
            <a:off x="3451885" y="3456189"/>
            <a:ext cx="5116229" cy="1484456"/>
          </a:xfrm>
          <a:prstGeom prst="roundRect">
            <a:avLst>
              <a:gd name="adj" fmla="val 3423"/>
            </a:avLst>
          </a:prstGeom>
          <a:solidFill>
            <a:srgbClr val="D4D4D4">
              <a:alpha val="70000"/>
            </a:srgbClr>
          </a:solidFill>
          <a:ln w="6350" cap="flat" cmpd="sng" algn="ctr">
            <a:noFill/>
            <a:prstDash val="solid"/>
            <a:miter lim="800000"/>
          </a:ln>
          <a:effectLst/>
        </p:spPr>
        <p:txBody>
          <a:bodyPr rot="0" spcFirstLastPara="0" vertOverflow="overflow" horzOverflow="overflow" vert="horz" wrap="square" lIns="174172" tIns="87086" rIns="174172" bIns="87086" numCol="1" spcCol="0" rtlCol="0" fromWordArt="0" anchor="t" anchorCtr="0" forceAA="0" compatLnSpc="1">
            <a:prstTxWarp prst="textNoShape">
              <a:avLst/>
            </a:prstTxWarp>
            <a:noAutofit/>
          </a:bodyPr>
          <a:lstStyle/>
          <a:p>
            <a:pPr marL="0" marR="0" lvl="0" indent="0" algn="ctr" defTabSz="181046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chemeClr val="accent1"/>
                </a:solidFill>
                <a:effectLst/>
                <a:uLnTx/>
                <a:uFillTx/>
                <a:ea typeface="+mn-ea"/>
                <a:cs typeface="+mn-cs"/>
              </a:rPr>
              <a:t>MANAGEMENT ALIGNMENT</a:t>
            </a:r>
            <a:endParaRPr kumimoji="0" lang="en-US" sz="1600" b="0" i="0" u="none" strike="noStrike" kern="1200" cap="none" spc="0" normalizeH="0" baseline="0" noProof="0">
              <a:ln>
                <a:noFill/>
              </a:ln>
              <a:solidFill>
                <a:schemeClr val="accent1"/>
              </a:solidFill>
              <a:effectLst/>
              <a:uLnTx/>
              <a:uFillTx/>
              <a:ea typeface="+mn-ea"/>
              <a:cs typeface="+mn-cs"/>
            </a:endParaRPr>
          </a:p>
        </p:txBody>
      </p:sp>
      <p:sp>
        <p:nvSpPr>
          <p:cNvPr id="24" name="Rectangle 20">
            <a:extLst>
              <a:ext uri="{FF2B5EF4-FFF2-40B4-BE49-F238E27FC236}">
                <a16:creationId xmlns:a16="http://schemas.microsoft.com/office/drawing/2014/main" id="{7FCB63B4-5CAD-2506-C843-7DD73AD34B4F}"/>
              </a:ext>
            </a:extLst>
          </p:cNvPr>
          <p:cNvSpPr>
            <a:spLocks noChangeArrowheads="1"/>
          </p:cNvSpPr>
          <p:nvPr/>
        </p:nvSpPr>
        <p:spPr bwMode="auto">
          <a:xfrm>
            <a:off x="6150331" y="3893605"/>
            <a:ext cx="1728927" cy="829809"/>
          </a:xfrm>
          <a:prstGeom prst="rect">
            <a:avLst/>
          </a:prstGeom>
          <a:noFill/>
          <a:ln w="9525">
            <a:noFill/>
            <a:miter lim="800000"/>
            <a:headEnd/>
            <a:tailEnd/>
          </a:ln>
        </p:spPr>
        <p:txBody>
          <a:bodyPr wrap="square" lIns="80386" rIns="80386" anchor="ctr">
            <a:noAutofit/>
          </a:bodyPr>
          <a:lstStyle/>
          <a:p>
            <a:pPr defTabSz="1828800" eaLnBrk="0" fontAlgn="base">
              <a:spcBef>
                <a:spcPts val="300"/>
              </a:spcBef>
              <a:spcAft>
                <a:spcPts val="300"/>
              </a:spcAft>
              <a:buClr>
                <a:srgbClr val="0070AD"/>
              </a:buClr>
              <a:buSzPct val="120000"/>
              <a:defRPr/>
            </a:pPr>
            <a:r>
              <a:rPr lang="en-US" sz="1000">
                <a:solidFill>
                  <a:prstClr val="black"/>
                </a:solidFill>
                <a:latin typeface="Ubuntu Light" panose="020B0304030602030204" pitchFamily="34" charset="0"/>
              </a:rPr>
              <a:t>Norman Stellino</a:t>
            </a:r>
          </a:p>
          <a:p>
            <a:pPr marR="0" defTabSz="1828800" eaLnBrk="0" fontAlgn="base">
              <a:lnSpc>
                <a:spcPct val="100000"/>
              </a:lnSpc>
              <a:spcBef>
                <a:spcPts val="300"/>
              </a:spcBef>
              <a:spcAft>
                <a:spcPts val="300"/>
              </a:spcAft>
              <a:buClr>
                <a:srgbClr val="0070AD"/>
              </a:buClr>
              <a:buSzPct val="120000"/>
              <a:defRPr/>
            </a:pPr>
            <a:r>
              <a:rPr lang="en-US" sz="1000">
                <a:solidFill>
                  <a:prstClr val="black"/>
                </a:solidFill>
                <a:latin typeface="Ubuntu Light" panose="020B0304030602030204" pitchFamily="34" charset="0"/>
              </a:rPr>
              <a:t>Dawn ten Have</a:t>
            </a:r>
          </a:p>
        </p:txBody>
      </p:sp>
      <p:sp>
        <p:nvSpPr>
          <p:cNvPr id="25" name="Rectangle 20">
            <a:extLst>
              <a:ext uri="{FF2B5EF4-FFF2-40B4-BE49-F238E27FC236}">
                <a16:creationId xmlns:a16="http://schemas.microsoft.com/office/drawing/2014/main" id="{4CFAF93B-1738-373E-4005-45E34A069523}"/>
              </a:ext>
            </a:extLst>
          </p:cNvPr>
          <p:cNvSpPr>
            <a:spLocks noChangeArrowheads="1"/>
          </p:cNvSpPr>
          <p:nvPr/>
        </p:nvSpPr>
        <p:spPr bwMode="auto">
          <a:xfrm>
            <a:off x="3996896" y="3893605"/>
            <a:ext cx="1933778" cy="829809"/>
          </a:xfrm>
          <a:prstGeom prst="rect">
            <a:avLst/>
          </a:prstGeom>
          <a:noFill/>
          <a:ln w="9525">
            <a:noFill/>
            <a:miter lim="800000"/>
            <a:headEnd/>
            <a:tailEnd/>
          </a:ln>
        </p:spPr>
        <p:txBody>
          <a:bodyPr wrap="square" lIns="80386" rIns="80386" anchor="ctr">
            <a:noAutofit/>
          </a:bodyPr>
          <a:lstStyle/>
          <a:p>
            <a:pPr marR="0" algn="r" defTabSz="1828800" eaLnBrk="0" fontAlgn="base">
              <a:lnSpc>
                <a:spcPct val="100000"/>
              </a:lnSpc>
              <a:spcBef>
                <a:spcPts val="300"/>
              </a:spcBef>
              <a:spcAft>
                <a:spcPts val="300"/>
              </a:spcAft>
              <a:buClr>
                <a:srgbClr val="0070AD"/>
              </a:buClr>
              <a:buSzPct val="120000"/>
              <a:defRPr/>
            </a:pPr>
            <a:r>
              <a:rPr lang="en-US" sz="1000" kern="1200">
                <a:solidFill>
                  <a:prstClr val="black"/>
                </a:solidFill>
                <a:uFillTx/>
                <a:latin typeface="Ubuntu Light" panose="020B0304030602030204" pitchFamily="34" charset="0"/>
              </a:rPr>
              <a:t>Tracy Davenport</a:t>
            </a:r>
          </a:p>
          <a:p>
            <a:pPr marR="0" algn="r" defTabSz="1828800" eaLnBrk="0" fontAlgn="base">
              <a:lnSpc>
                <a:spcPct val="100000"/>
              </a:lnSpc>
              <a:spcBef>
                <a:spcPts val="300"/>
              </a:spcBef>
              <a:spcAft>
                <a:spcPts val="300"/>
              </a:spcAft>
              <a:buClr>
                <a:srgbClr val="0070AD"/>
              </a:buClr>
              <a:buSzPct val="120000"/>
              <a:defRPr/>
            </a:pPr>
            <a:r>
              <a:rPr lang="en-US" sz="1000" kern="1200">
                <a:solidFill>
                  <a:prstClr val="black"/>
                </a:solidFill>
                <a:uFillTx/>
                <a:latin typeface="Ubuntu Light" panose="020B0304030602030204" pitchFamily="34" charset="0"/>
              </a:rPr>
              <a:t>Process Owners</a:t>
            </a:r>
            <a:endParaRPr lang="en-US" sz="1200" kern="1200">
              <a:solidFill>
                <a:prstClr val="black"/>
              </a:solidFill>
              <a:uFillTx/>
              <a:latin typeface="Ubuntu Light" panose="020B0304030602030204" pitchFamily="34" charset="0"/>
            </a:endParaRPr>
          </a:p>
        </p:txBody>
      </p:sp>
      <p:sp>
        <p:nvSpPr>
          <p:cNvPr id="26" name="Rectangle 10">
            <a:extLst>
              <a:ext uri="{FF2B5EF4-FFF2-40B4-BE49-F238E27FC236}">
                <a16:creationId xmlns:a16="http://schemas.microsoft.com/office/drawing/2014/main" id="{CB094C28-CF8B-1DB4-3ECB-BADD51E4E6C7}"/>
              </a:ext>
            </a:extLst>
          </p:cNvPr>
          <p:cNvSpPr>
            <a:spLocks noChangeArrowheads="1"/>
          </p:cNvSpPr>
          <p:nvPr/>
        </p:nvSpPr>
        <p:spPr bwMode="auto">
          <a:xfrm>
            <a:off x="3451885" y="5040582"/>
            <a:ext cx="5116229" cy="1441727"/>
          </a:xfrm>
          <a:prstGeom prst="roundRect">
            <a:avLst>
              <a:gd name="adj" fmla="val 3423"/>
            </a:avLst>
          </a:prstGeom>
          <a:solidFill>
            <a:srgbClr val="D4D4D4">
              <a:alpha val="70000"/>
            </a:srgbClr>
          </a:solidFill>
          <a:ln w="6350" cap="flat" cmpd="sng" algn="ctr">
            <a:noFill/>
            <a:prstDash val="solid"/>
            <a:miter lim="800000"/>
          </a:ln>
          <a:effectLst/>
        </p:spPr>
        <p:txBody>
          <a:bodyPr rot="0" spcFirstLastPara="0" vertOverflow="overflow" horzOverflow="overflow" vert="horz" wrap="square" lIns="174172" tIns="87086" rIns="174172" bIns="87086" numCol="1" spcCol="0" rtlCol="0" fromWordArt="0" anchor="t" anchorCtr="0" forceAA="0" compatLnSpc="1">
            <a:prstTxWarp prst="textNoShape">
              <a:avLst/>
            </a:prstTxWarp>
            <a:noAutofit/>
          </a:bodyPr>
          <a:lstStyle/>
          <a:p>
            <a:pPr marL="0" marR="0" lvl="0" indent="0" algn="ctr" defTabSz="181046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chemeClr val="accent1"/>
                </a:solidFill>
                <a:effectLst/>
                <a:uLnTx/>
                <a:uFillTx/>
                <a:ea typeface="+mn-ea"/>
                <a:cs typeface="+mn-cs"/>
              </a:rPr>
              <a:t>DELIVERY MANAGEMENT </a:t>
            </a:r>
            <a:endParaRPr kumimoji="0" lang="en-US" sz="1600" b="0" i="0" u="none" strike="noStrike" kern="1200" cap="none" spc="0" normalizeH="0" baseline="0" noProof="0">
              <a:ln>
                <a:noFill/>
              </a:ln>
              <a:solidFill>
                <a:schemeClr val="accent1"/>
              </a:solidFill>
              <a:effectLst/>
              <a:uLnTx/>
              <a:uFillTx/>
              <a:ea typeface="+mn-ea"/>
              <a:cs typeface="+mn-cs"/>
            </a:endParaRPr>
          </a:p>
        </p:txBody>
      </p:sp>
      <p:sp>
        <p:nvSpPr>
          <p:cNvPr id="28" name="Rectangle 20">
            <a:extLst>
              <a:ext uri="{FF2B5EF4-FFF2-40B4-BE49-F238E27FC236}">
                <a16:creationId xmlns:a16="http://schemas.microsoft.com/office/drawing/2014/main" id="{C7E328D0-A97E-0FEF-1FF5-2FC15362B4BF}"/>
              </a:ext>
            </a:extLst>
          </p:cNvPr>
          <p:cNvSpPr>
            <a:spLocks noChangeArrowheads="1"/>
          </p:cNvSpPr>
          <p:nvPr/>
        </p:nvSpPr>
        <p:spPr bwMode="auto">
          <a:xfrm>
            <a:off x="3996896" y="5527174"/>
            <a:ext cx="1933778" cy="829809"/>
          </a:xfrm>
          <a:prstGeom prst="rect">
            <a:avLst/>
          </a:prstGeom>
          <a:noFill/>
          <a:ln w="9525">
            <a:noFill/>
            <a:miter lim="800000"/>
            <a:headEnd/>
            <a:tailEnd/>
          </a:ln>
        </p:spPr>
        <p:txBody>
          <a:bodyPr wrap="square" lIns="80386" rIns="80386" anchor="ctr">
            <a:noAutofit/>
          </a:bodyPr>
          <a:lstStyle/>
          <a:p>
            <a:pPr marR="0" algn="r" defTabSz="1828800" eaLnBrk="0" fontAlgn="base">
              <a:lnSpc>
                <a:spcPct val="100000"/>
              </a:lnSpc>
              <a:spcBef>
                <a:spcPts val="300"/>
              </a:spcBef>
              <a:spcAft>
                <a:spcPts val="300"/>
              </a:spcAft>
              <a:buClr>
                <a:srgbClr val="0070AD"/>
              </a:buClr>
              <a:buSzPct val="120000"/>
              <a:defRPr/>
            </a:pPr>
            <a:r>
              <a:rPr lang="en-US" sz="1000" kern="1200">
                <a:solidFill>
                  <a:prstClr val="black"/>
                </a:solidFill>
                <a:uFillTx/>
                <a:latin typeface="Ubuntu Light" panose="020B0304030602030204" pitchFamily="34" charset="0"/>
              </a:rPr>
              <a:t>Process SMEs</a:t>
            </a:r>
          </a:p>
          <a:p>
            <a:pPr marR="0" algn="r" defTabSz="1828800" eaLnBrk="0" fontAlgn="base">
              <a:lnSpc>
                <a:spcPct val="100000"/>
              </a:lnSpc>
              <a:spcBef>
                <a:spcPts val="300"/>
              </a:spcBef>
              <a:spcAft>
                <a:spcPts val="300"/>
              </a:spcAft>
              <a:buClr>
                <a:srgbClr val="0070AD"/>
              </a:buClr>
              <a:buSzPct val="120000"/>
              <a:defRPr/>
            </a:pPr>
            <a:r>
              <a:rPr lang="en-US" sz="1000">
                <a:solidFill>
                  <a:prstClr val="black"/>
                </a:solidFill>
                <a:latin typeface="Ubuntu Light" panose="020B0304030602030204" pitchFamily="34" charset="0"/>
              </a:rPr>
              <a:t>Process Analysts</a:t>
            </a:r>
          </a:p>
          <a:p>
            <a:pPr marR="0" algn="r" defTabSz="1828800" eaLnBrk="0" fontAlgn="base">
              <a:lnSpc>
                <a:spcPct val="100000"/>
              </a:lnSpc>
              <a:spcBef>
                <a:spcPts val="300"/>
              </a:spcBef>
              <a:spcAft>
                <a:spcPts val="300"/>
              </a:spcAft>
              <a:buClr>
                <a:srgbClr val="0070AD"/>
              </a:buClr>
              <a:buSzPct val="120000"/>
              <a:defRPr/>
            </a:pPr>
            <a:r>
              <a:rPr lang="en-US" sz="1000" kern="1200">
                <a:solidFill>
                  <a:prstClr val="black"/>
                </a:solidFill>
                <a:uFillTx/>
                <a:latin typeface="Ubuntu Light" panose="020B0304030602030204" pitchFamily="34" charset="0"/>
              </a:rPr>
              <a:t>Technology &amp; Data</a:t>
            </a:r>
            <a:r>
              <a:rPr lang="en-US" sz="1000">
                <a:solidFill>
                  <a:prstClr val="black"/>
                </a:solidFill>
                <a:latin typeface="Ubuntu Light" panose="020B0304030602030204" pitchFamily="34" charset="0"/>
              </a:rPr>
              <a:t> Analysts</a:t>
            </a:r>
            <a:endParaRPr lang="en-US" sz="1200" kern="1200">
              <a:solidFill>
                <a:prstClr val="black"/>
              </a:solidFill>
              <a:uFillTx/>
              <a:latin typeface="Ubuntu Light" panose="020B0304030602030204" pitchFamily="34" charset="0"/>
            </a:endParaRPr>
          </a:p>
        </p:txBody>
      </p:sp>
      <p:sp>
        <p:nvSpPr>
          <p:cNvPr id="29" name="Rectangle 35">
            <a:extLst>
              <a:ext uri="{FF2B5EF4-FFF2-40B4-BE49-F238E27FC236}">
                <a16:creationId xmlns:a16="http://schemas.microsoft.com/office/drawing/2014/main" id="{76EC5E40-43B5-48FD-8B89-44B113DAC347}"/>
              </a:ext>
            </a:extLst>
          </p:cNvPr>
          <p:cNvSpPr>
            <a:spLocks noChangeArrowheads="1"/>
          </p:cNvSpPr>
          <p:nvPr/>
        </p:nvSpPr>
        <p:spPr bwMode="auto">
          <a:xfrm>
            <a:off x="360000" y="3483394"/>
            <a:ext cx="2015377" cy="692497"/>
          </a:xfrm>
          <a:prstGeom prst="rect">
            <a:avLst/>
          </a:prstGeom>
          <a:noFill/>
          <a:ln w="9525">
            <a:noFill/>
            <a:miter lim="800000"/>
            <a:headEnd/>
            <a:tailEnd/>
          </a:ln>
        </p:spPr>
        <p:txBody>
          <a:bodyPr wrap="square" lIns="0" tIns="0" rIns="0" bIns="0">
            <a:spAutoFit/>
          </a:bodyPr>
          <a:lstStyle/>
          <a:p>
            <a:pPr>
              <a:lnSpc>
                <a:spcPct val="100000"/>
              </a:lnSpc>
              <a:spcBef>
                <a:spcPts val="600"/>
              </a:spcBef>
              <a:spcAft>
                <a:spcPts val="300"/>
              </a:spcAft>
              <a:defRPr/>
            </a:pPr>
            <a:r>
              <a:rPr lang="en-US" sz="1000" b="1" cap="all">
                <a:solidFill>
                  <a:schemeClr val="accent2"/>
                </a:solidFill>
                <a:latin typeface="Ubuntu   "/>
              </a:rPr>
              <a:t>Management</a:t>
            </a:r>
          </a:p>
          <a:p>
            <a:pPr marR="0" defTabSz="1684044" hangingPunct="1">
              <a:lnSpc>
                <a:spcPct val="100000"/>
              </a:lnSpc>
              <a:spcBef>
                <a:spcPts val="300"/>
              </a:spcBef>
              <a:spcAft>
                <a:spcPts val="300"/>
              </a:spcAft>
              <a:defRPr/>
            </a:pPr>
            <a:r>
              <a:rPr lang="en-AU" sz="1000" kern="1200">
                <a:solidFill>
                  <a:prstClr val="black"/>
                </a:solidFill>
                <a:uFillTx/>
                <a:latin typeface="Ubuntu Light" panose="020B0304030602030204" pitchFamily="34" charset="0"/>
                <a:cs typeface="Arial" pitchFamily="34" charset="0"/>
              </a:rPr>
              <a:t>Alignment, feedback loops, delivery management, cross-function co-ordination, escalations</a:t>
            </a:r>
          </a:p>
        </p:txBody>
      </p:sp>
      <p:sp>
        <p:nvSpPr>
          <p:cNvPr id="30" name="Rectangle 35">
            <a:extLst>
              <a:ext uri="{FF2B5EF4-FFF2-40B4-BE49-F238E27FC236}">
                <a16:creationId xmlns:a16="http://schemas.microsoft.com/office/drawing/2014/main" id="{9838EA98-9E43-7354-DED9-03B20DF78D8C}"/>
              </a:ext>
            </a:extLst>
          </p:cNvPr>
          <p:cNvSpPr>
            <a:spLocks noChangeArrowheads="1"/>
          </p:cNvSpPr>
          <p:nvPr/>
        </p:nvSpPr>
        <p:spPr bwMode="auto">
          <a:xfrm>
            <a:off x="360000" y="5054322"/>
            <a:ext cx="2015377" cy="384721"/>
          </a:xfrm>
          <a:prstGeom prst="rect">
            <a:avLst/>
          </a:prstGeom>
          <a:noFill/>
          <a:ln w="9525">
            <a:noFill/>
            <a:miter lim="800000"/>
            <a:headEnd/>
            <a:tailEnd/>
          </a:ln>
        </p:spPr>
        <p:txBody>
          <a:bodyPr wrap="square" lIns="0" tIns="0" rIns="0" bIns="0">
            <a:spAutoFit/>
          </a:bodyPr>
          <a:lstStyle/>
          <a:p>
            <a:pPr marR="0">
              <a:spcBef>
                <a:spcPts val="600"/>
              </a:spcBef>
              <a:spcAft>
                <a:spcPts val="300"/>
              </a:spcAft>
              <a:defRPr/>
            </a:pPr>
            <a:r>
              <a:rPr lang="en-US" sz="1000" b="1" cap="all">
                <a:solidFill>
                  <a:schemeClr val="accent2"/>
                </a:solidFill>
                <a:latin typeface="Ubuntu   "/>
              </a:rPr>
              <a:t>Operational</a:t>
            </a:r>
          </a:p>
          <a:p>
            <a:pPr marR="0" defTabSz="1684044" hangingPunct="1">
              <a:lnSpc>
                <a:spcPct val="100000"/>
              </a:lnSpc>
              <a:spcBef>
                <a:spcPts val="300"/>
              </a:spcBef>
              <a:spcAft>
                <a:spcPts val="300"/>
              </a:spcAft>
              <a:defRPr/>
            </a:pPr>
            <a:r>
              <a:rPr lang="en-AU" sz="1000" kern="1200">
                <a:solidFill>
                  <a:prstClr val="black"/>
                </a:solidFill>
                <a:uFillTx/>
                <a:latin typeface="Ubuntu Light" panose="020B0304030602030204" pitchFamily="34" charset="0"/>
                <a:cs typeface="Arial" pitchFamily="34" charset="0"/>
              </a:rPr>
              <a:t>Execution (day-to-day work)</a:t>
            </a:r>
          </a:p>
        </p:txBody>
      </p:sp>
      <p:sp>
        <p:nvSpPr>
          <p:cNvPr id="35" name="Rectangle 20">
            <a:extLst>
              <a:ext uri="{FF2B5EF4-FFF2-40B4-BE49-F238E27FC236}">
                <a16:creationId xmlns:a16="http://schemas.microsoft.com/office/drawing/2014/main" id="{D56ED560-E3C6-2AFD-12C8-9726DCD39FCB}"/>
              </a:ext>
            </a:extLst>
          </p:cNvPr>
          <p:cNvSpPr>
            <a:spLocks noChangeArrowheads="1"/>
          </p:cNvSpPr>
          <p:nvPr/>
        </p:nvSpPr>
        <p:spPr bwMode="auto">
          <a:xfrm>
            <a:off x="6150331" y="5527174"/>
            <a:ext cx="1597389" cy="829809"/>
          </a:xfrm>
          <a:prstGeom prst="rect">
            <a:avLst/>
          </a:prstGeom>
          <a:noFill/>
          <a:ln w="9525">
            <a:noFill/>
            <a:miter lim="800000"/>
            <a:headEnd/>
            <a:tailEnd/>
          </a:ln>
        </p:spPr>
        <p:txBody>
          <a:bodyPr wrap="square" lIns="80386" rIns="80386" anchor="ctr">
            <a:noAutofit/>
          </a:bodyPr>
          <a:lstStyle/>
          <a:p>
            <a:pPr marR="0" defTabSz="1828800" eaLnBrk="0" fontAlgn="base">
              <a:lnSpc>
                <a:spcPct val="100000"/>
              </a:lnSpc>
              <a:spcBef>
                <a:spcPts val="300"/>
              </a:spcBef>
              <a:spcAft>
                <a:spcPts val="300"/>
              </a:spcAft>
              <a:buClr>
                <a:srgbClr val="0070AD"/>
              </a:buClr>
              <a:buSzPct val="120000"/>
              <a:defRPr/>
            </a:pPr>
            <a:r>
              <a:rPr lang="en-US" sz="1000" kern="1200">
                <a:solidFill>
                  <a:prstClr val="black"/>
                </a:solidFill>
                <a:uFillTx/>
                <a:latin typeface="Ubuntu Light" panose="020B0304030602030204" pitchFamily="34" charset="0"/>
              </a:rPr>
              <a:t>Process Service Team</a:t>
            </a:r>
            <a:endParaRPr lang="en-US" sz="1200" kern="1200">
              <a:solidFill>
                <a:prstClr val="black"/>
              </a:solidFill>
              <a:uFillTx/>
              <a:latin typeface="Ubuntu Light" panose="020B0304030602030204" pitchFamily="34" charset="0"/>
            </a:endParaRPr>
          </a:p>
        </p:txBody>
      </p:sp>
      <p:sp>
        <p:nvSpPr>
          <p:cNvPr id="50" name="Rectangle: Rounded Corners 49">
            <a:extLst>
              <a:ext uri="{FF2B5EF4-FFF2-40B4-BE49-F238E27FC236}">
                <a16:creationId xmlns:a16="http://schemas.microsoft.com/office/drawing/2014/main" id="{81F2017C-422B-B43E-9297-4441DC75DA66}"/>
              </a:ext>
            </a:extLst>
          </p:cNvPr>
          <p:cNvSpPr/>
          <p:nvPr/>
        </p:nvSpPr>
        <p:spPr>
          <a:xfrm>
            <a:off x="3451135" y="4845380"/>
            <a:ext cx="5116229" cy="27429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900">
                <a:solidFill>
                  <a:schemeClr val="tx1"/>
                </a:solidFill>
              </a:rPr>
              <a:t>Performance | Relationship | Demand Forecasting | Escalations | etc.</a:t>
            </a:r>
          </a:p>
        </p:txBody>
      </p:sp>
      <p:sp>
        <p:nvSpPr>
          <p:cNvPr id="51" name="Rectangle: Rounded Corners 50">
            <a:extLst>
              <a:ext uri="{FF2B5EF4-FFF2-40B4-BE49-F238E27FC236}">
                <a16:creationId xmlns:a16="http://schemas.microsoft.com/office/drawing/2014/main" id="{78E536D8-2DBC-4EE6-17C9-8CD0482FB422}"/>
              </a:ext>
            </a:extLst>
          </p:cNvPr>
          <p:cNvSpPr/>
          <p:nvPr/>
        </p:nvSpPr>
        <p:spPr>
          <a:xfrm>
            <a:off x="3451711" y="3207039"/>
            <a:ext cx="5090139" cy="274293"/>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900">
                <a:solidFill>
                  <a:schemeClr val="tx1"/>
                </a:solidFill>
              </a:rPr>
              <a:t>Overall Performance | Strategic Planning | etc.</a:t>
            </a:r>
          </a:p>
        </p:txBody>
      </p:sp>
      <p:graphicFrame>
        <p:nvGraphicFramePr>
          <p:cNvPr id="27" name="Table 26">
            <a:extLst>
              <a:ext uri="{FF2B5EF4-FFF2-40B4-BE49-F238E27FC236}">
                <a16:creationId xmlns:a16="http://schemas.microsoft.com/office/drawing/2014/main" id="{D76585E5-7DD3-33BF-68A9-43EC88C84EE6}"/>
              </a:ext>
            </a:extLst>
          </p:cNvPr>
          <p:cNvGraphicFramePr>
            <a:graphicFrameLocks noGrp="1"/>
          </p:cNvGraphicFramePr>
          <p:nvPr>
            <p:extLst>
              <p:ext uri="{D42A27DB-BD31-4B8C-83A1-F6EECF244321}">
                <p14:modId xmlns:p14="http://schemas.microsoft.com/office/powerpoint/2010/main" val="3077488183"/>
              </p:ext>
            </p:extLst>
          </p:nvPr>
        </p:nvGraphicFramePr>
        <p:xfrm>
          <a:off x="8872966" y="1757888"/>
          <a:ext cx="2244269" cy="1397100"/>
        </p:xfrm>
        <a:graphic>
          <a:graphicData uri="http://schemas.openxmlformats.org/drawingml/2006/table">
            <a:tbl>
              <a:tblPr firstRow="1" bandRow="1"/>
              <a:tblGrid>
                <a:gridCol w="2244269">
                  <a:extLst>
                    <a:ext uri="{9D8B030D-6E8A-4147-A177-3AD203B41FA5}">
                      <a16:colId xmlns:a16="http://schemas.microsoft.com/office/drawing/2014/main" val="926936166"/>
                    </a:ext>
                  </a:extLst>
                </a:gridCol>
              </a:tblGrid>
              <a:tr h="251325">
                <a:tc>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Role and cadence</a:t>
                      </a:r>
                    </a:p>
                  </a:txBody>
                  <a:tcPr marL="72000" marR="0" marT="72000" marB="72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9210283"/>
                  </a:ext>
                </a:extLst>
              </a:tr>
              <a:tr h="1066096">
                <a:tc>
                  <a:txBody>
                    <a:bodyPr/>
                    <a:lstStyle/>
                    <a:p>
                      <a:pPr marL="0" marR="0" lvl="2" indent="0" algn="l" defTabSz="914400" rtl="0" eaLnBrk="1" fontAlgn="auto" latinLnBrk="0" hangingPunct="1">
                        <a:lnSpc>
                          <a:spcPct val="100000"/>
                        </a:lnSpc>
                        <a:spcBef>
                          <a:spcPts val="600"/>
                        </a:spcBef>
                        <a:spcAft>
                          <a:spcPts val="0"/>
                        </a:spcAft>
                        <a:buClr>
                          <a:schemeClr val="accent1"/>
                        </a:buClr>
                        <a:buSzPct val="120000"/>
                        <a:buFont typeface="Arial" panose="020B0604020202020204" pitchFamily="34" charset="0"/>
                        <a:buNone/>
                        <a:tabLst/>
                        <a:defRPr/>
                      </a:pPr>
                      <a:r>
                        <a:rPr lang="en-AU" sz="1000" b="1" kern="1200" cap="all" noProof="0">
                          <a:solidFill>
                            <a:schemeClr val="accent2"/>
                          </a:solidFill>
                          <a:latin typeface="Ubuntu   "/>
                          <a:ea typeface="+mn-ea"/>
                          <a:cs typeface="+mn-cs"/>
                        </a:rPr>
                        <a:t>Commitment (quarterly)</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Forge a strong relationship</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Strategic steering and guidance </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Explore strategic opportunities</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Oversee performance and results </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Final point of problem escalation </a:t>
                      </a:r>
                      <a:endParaRPr lang="en-AU" sz="1000" kern="1200" baseline="0" noProof="0">
                        <a:solidFill>
                          <a:schemeClr val="tx1"/>
                        </a:solidFill>
                        <a:latin typeface="Ubuntu Light" panose="020B0304030602030204" pitchFamily="34" charset="0"/>
                        <a:ea typeface="+mn-ea"/>
                        <a:cs typeface="+mn-cs"/>
                      </a:endParaRPr>
                    </a:p>
                  </a:txBody>
                  <a:tcPr marL="72000" marR="0" marT="72000" marB="0">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434100"/>
                  </a:ext>
                </a:extLst>
              </a:tr>
            </a:tbl>
          </a:graphicData>
        </a:graphic>
      </p:graphicFrame>
      <p:graphicFrame>
        <p:nvGraphicFramePr>
          <p:cNvPr id="5" name="Table 4">
            <a:extLst>
              <a:ext uri="{FF2B5EF4-FFF2-40B4-BE49-F238E27FC236}">
                <a16:creationId xmlns:a16="http://schemas.microsoft.com/office/drawing/2014/main" id="{075795FC-D51B-0C6B-9840-2E7183B062F9}"/>
              </a:ext>
            </a:extLst>
          </p:cNvPr>
          <p:cNvGraphicFramePr>
            <a:graphicFrameLocks noGrp="1"/>
          </p:cNvGraphicFramePr>
          <p:nvPr>
            <p:extLst>
              <p:ext uri="{D42A27DB-BD31-4B8C-83A1-F6EECF244321}">
                <p14:modId xmlns:p14="http://schemas.microsoft.com/office/powerpoint/2010/main" val="2709567732"/>
              </p:ext>
            </p:extLst>
          </p:nvPr>
        </p:nvGraphicFramePr>
        <p:xfrm>
          <a:off x="8872965" y="3590300"/>
          <a:ext cx="2244269" cy="1283580"/>
        </p:xfrm>
        <a:graphic>
          <a:graphicData uri="http://schemas.openxmlformats.org/drawingml/2006/table">
            <a:tbl>
              <a:tblPr firstRow="1" bandRow="1"/>
              <a:tblGrid>
                <a:gridCol w="2244269">
                  <a:extLst>
                    <a:ext uri="{9D8B030D-6E8A-4147-A177-3AD203B41FA5}">
                      <a16:colId xmlns:a16="http://schemas.microsoft.com/office/drawing/2014/main" val="926936166"/>
                    </a:ext>
                  </a:extLst>
                </a:gridCol>
              </a:tblGrid>
              <a:tr h="1066096">
                <a:tc>
                  <a:txBody>
                    <a:bodyPr/>
                    <a:lstStyle/>
                    <a:p>
                      <a:pPr marL="0" marR="0" lvl="2" indent="0" algn="l" defTabSz="914400" rtl="0" eaLnBrk="1" fontAlgn="auto" latinLnBrk="0" hangingPunct="1">
                        <a:lnSpc>
                          <a:spcPct val="100000"/>
                        </a:lnSpc>
                        <a:spcBef>
                          <a:spcPts val="600"/>
                        </a:spcBef>
                        <a:spcAft>
                          <a:spcPts val="0"/>
                        </a:spcAft>
                        <a:buClr>
                          <a:schemeClr val="accent1"/>
                        </a:buClr>
                        <a:buSzPct val="120000"/>
                        <a:buFont typeface="Arial" panose="020B0604020202020204" pitchFamily="34" charset="0"/>
                        <a:buNone/>
                        <a:tabLst/>
                        <a:defRPr/>
                      </a:pPr>
                      <a:r>
                        <a:rPr lang="en-AU" sz="1050" b="1" kern="1200" cap="all" noProof="0">
                          <a:solidFill>
                            <a:schemeClr val="accent2"/>
                          </a:solidFill>
                          <a:latin typeface="Ubuntu   "/>
                          <a:ea typeface="+mn-ea"/>
                          <a:cs typeface="+mn-cs"/>
                        </a:rPr>
                        <a:t>CLARITY (monthly)</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Alignment across functions</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Performance review</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Mitigate delivery risk </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Manage performance and results </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Initial point of escalation</a:t>
                      </a:r>
                    </a:p>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endParaRPr lang="en-AU" sz="900" kern="1200" baseline="0" noProof="0">
                        <a:solidFill>
                          <a:schemeClr val="tx1"/>
                        </a:solidFill>
                        <a:latin typeface="Ubuntu Light" panose="020B0304030602030204" pitchFamily="34" charset="0"/>
                        <a:ea typeface="+mn-ea"/>
                        <a:cs typeface="+mn-cs"/>
                      </a:endParaRPr>
                    </a:p>
                  </a:txBody>
                  <a:tcPr marL="72000" marR="0" marT="72000" marB="0">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434100"/>
                  </a:ext>
                </a:extLst>
              </a:tr>
            </a:tbl>
          </a:graphicData>
        </a:graphic>
      </p:graphicFrame>
      <p:graphicFrame>
        <p:nvGraphicFramePr>
          <p:cNvPr id="10" name="Table 9">
            <a:extLst>
              <a:ext uri="{FF2B5EF4-FFF2-40B4-BE49-F238E27FC236}">
                <a16:creationId xmlns:a16="http://schemas.microsoft.com/office/drawing/2014/main" id="{7889DD34-DDDA-5841-70D6-019023A09301}"/>
              </a:ext>
            </a:extLst>
          </p:cNvPr>
          <p:cNvGraphicFramePr>
            <a:graphicFrameLocks noGrp="1"/>
          </p:cNvGraphicFramePr>
          <p:nvPr>
            <p:extLst>
              <p:ext uri="{D42A27DB-BD31-4B8C-83A1-F6EECF244321}">
                <p14:modId xmlns:p14="http://schemas.microsoft.com/office/powerpoint/2010/main" val="2009871574"/>
              </p:ext>
            </p:extLst>
          </p:nvPr>
        </p:nvGraphicFramePr>
        <p:xfrm>
          <a:off x="8872965" y="5147160"/>
          <a:ext cx="2244269" cy="1458840"/>
        </p:xfrm>
        <a:graphic>
          <a:graphicData uri="http://schemas.openxmlformats.org/drawingml/2006/table">
            <a:tbl>
              <a:tblPr firstRow="1" bandRow="1"/>
              <a:tblGrid>
                <a:gridCol w="2244269">
                  <a:extLst>
                    <a:ext uri="{9D8B030D-6E8A-4147-A177-3AD203B41FA5}">
                      <a16:colId xmlns:a16="http://schemas.microsoft.com/office/drawing/2014/main" val="926936166"/>
                    </a:ext>
                  </a:extLst>
                </a:gridCol>
              </a:tblGrid>
              <a:tr h="1317561">
                <a:tc>
                  <a:txBody>
                    <a:bodyPr/>
                    <a:lstStyle/>
                    <a:p>
                      <a:pPr marL="0" marR="0" lvl="2" indent="0" algn="l" defTabSz="914400" rtl="0" eaLnBrk="1" fontAlgn="auto" latinLnBrk="0" hangingPunct="1">
                        <a:lnSpc>
                          <a:spcPct val="100000"/>
                        </a:lnSpc>
                        <a:spcBef>
                          <a:spcPts val="600"/>
                        </a:spcBef>
                        <a:spcAft>
                          <a:spcPts val="0"/>
                        </a:spcAft>
                        <a:buClr>
                          <a:schemeClr val="accent1"/>
                        </a:buClr>
                        <a:buSzPct val="120000"/>
                        <a:buFont typeface="Arial" panose="020B0604020202020204" pitchFamily="34" charset="0"/>
                        <a:buNone/>
                        <a:tabLst/>
                        <a:defRPr/>
                      </a:pPr>
                      <a:r>
                        <a:rPr lang="en-AU" sz="1050" b="1" kern="1200" cap="all" noProof="0">
                          <a:solidFill>
                            <a:schemeClr val="accent2"/>
                          </a:solidFill>
                          <a:latin typeface="Ubuntu   "/>
                          <a:ea typeface="+mn-ea"/>
                          <a:cs typeface="+mn-cs"/>
                        </a:rPr>
                        <a:t>cooperation (daily/weekly)</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Track &amp; monitor progress</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Measure performance</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Co-ordinate and plan delivery</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Risk identification</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Stakeholder engagement</a:t>
                      </a:r>
                    </a:p>
                    <a:p>
                      <a:pPr marL="171450" marR="0" lvl="2" indent="-17145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Char char="•"/>
                        <a:tabLst/>
                        <a:defRPr/>
                      </a:pPr>
                      <a:r>
                        <a:rPr lang="en-AU" sz="900" kern="1200" baseline="0" noProof="0">
                          <a:solidFill>
                            <a:schemeClr val="tx1"/>
                          </a:solidFill>
                          <a:latin typeface="Ubuntu Light" panose="020B0304030602030204" pitchFamily="34" charset="0"/>
                          <a:ea typeface="+mn-ea"/>
                          <a:cs typeface="+mn-cs"/>
                        </a:rPr>
                        <a:t>Change control</a:t>
                      </a:r>
                    </a:p>
                    <a:p>
                      <a:pPr marL="0" marR="0" lvl="2" indent="0" algn="l" defTabSz="914400" rtl="0" eaLnBrk="1" fontAlgn="auto" latinLnBrk="0" hangingPunct="1">
                        <a:lnSpc>
                          <a:spcPct val="100000"/>
                        </a:lnSpc>
                        <a:spcBef>
                          <a:spcPts val="300"/>
                        </a:spcBef>
                        <a:spcAft>
                          <a:spcPts val="0"/>
                        </a:spcAft>
                        <a:buClr>
                          <a:schemeClr val="accent1"/>
                        </a:buClr>
                        <a:buSzPct val="120000"/>
                        <a:buFont typeface="Arial" panose="020B0604020202020204" pitchFamily="34" charset="0"/>
                        <a:buNone/>
                        <a:tabLst/>
                        <a:defRPr/>
                      </a:pPr>
                      <a:endParaRPr lang="en-AU" sz="900" kern="1200" baseline="0" noProof="0">
                        <a:solidFill>
                          <a:schemeClr val="tx1"/>
                        </a:solidFill>
                        <a:latin typeface="Ubuntu Light" panose="020B0304030602030204" pitchFamily="34" charset="0"/>
                        <a:ea typeface="+mn-ea"/>
                        <a:cs typeface="+mn-cs"/>
                      </a:endParaRPr>
                    </a:p>
                  </a:txBody>
                  <a:tcPr marL="72000" marR="0" marT="72000" marB="0">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0434100"/>
                  </a:ext>
                </a:extLst>
              </a:tr>
            </a:tbl>
          </a:graphicData>
        </a:graphic>
      </p:graphicFrame>
      <p:sp>
        <p:nvSpPr>
          <p:cNvPr id="11" name="Line 143">
            <a:extLst>
              <a:ext uri="{FF2B5EF4-FFF2-40B4-BE49-F238E27FC236}">
                <a16:creationId xmlns:a16="http://schemas.microsoft.com/office/drawing/2014/main" id="{921347FE-3384-E610-7F6E-59902330C048}"/>
              </a:ext>
            </a:extLst>
          </p:cNvPr>
          <p:cNvSpPr>
            <a:spLocks noChangeShapeType="1"/>
          </p:cNvSpPr>
          <p:nvPr/>
        </p:nvSpPr>
        <p:spPr bwMode="auto">
          <a:xfrm flipV="1">
            <a:off x="8891456" y="4960605"/>
            <a:ext cx="2304000" cy="0"/>
          </a:xfrm>
          <a:prstGeom prst="line">
            <a:avLst/>
          </a:prstGeom>
          <a:noFill/>
          <a:ln w="9525" cap="flat" cmpd="sng" algn="ctr">
            <a:solidFill>
              <a:srgbClr val="FFFFFF">
                <a:lumMod val="75000"/>
              </a:srgbClr>
            </a:solidFill>
            <a:prstDash val="dash"/>
            <a:headEnd/>
            <a:tailEnd/>
          </a:ln>
          <a:effectLst/>
        </p:spPr>
        <p:txBody>
          <a:bodyPr/>
          <a:lstStyle/>
          <a:p>
            <a:pPr marL="0" marR="0" lvl="0" indent="0" defTabSz="1684044"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9F958F">
                  <a:lumMod val="50000"/>
                </a:srgbClr>
              </a:solidFill>
              <a:effectLst/>
              <a:uLnTx/>
              <a:uFillTx/>
              <a:cs typeface="Arial" pitchFamily="34" charset="0"/>
            </a:endParaRPr>
          </a:p>
        </p:txBody>
      </p:sp>
      <p:sp>
        <p:nvSpPr>
          <p:cNvPr id="31" name="Line 143">
            <a:extLst>
              <a:ext uri="{FF2B5EF4-FFF2-40B4-BE49-F238E27FC236}">
                <a16:creationId xmlns:a16="http://schemas.microsoft.com/office/drawing/2014/main" id="{21070738-B233-426B-1BF9-5CF0B573EB78}"/>
              </a:ext>
            </a:extLst>
          </p:cNvPr>
          <p:cNvSpPr>
            <a:spLocks noChangeShapeType="1"/>
          </p:cNvSpPr>
          <p:nvPr/>
        </p:nvSpPr>
        <p:spPr bwMode="auto">
          <a:xfrm flipV="1">
            <a:off x="8872564" y="3339308"/>
            <a:ext cx="2304000" cy="0"/>
          </a:xfrm>
          <a:prstGeom prst="line">
            <a:avLst/>
          </a:prstGeom>
          <a:noFill/>
          <a:ln w="9525" cap="flat" cmpd="sng" algn="ctr">
            <a:solidFill>
              <a:srgbClr val="FFFFFF">
                <a:lumMod val="75000"/>
              </a:srgbClr>
            </a:solidFill>
            <a:prstDash val="dash"/>
            <a:headEnd/>
            <a:tailEnd/>
          </a:ln>
          <a:effectLst/>
        </p:spPr>
        <p:txBody>
          <a:bodyPr/>
          <a:lstStyle/>
          <a:p>
            <a:pPr marL="0" marR="0" lvl="0" indent="0" defTabSz="1684044"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9F958F">
                  <a:lumMod val="50000"/>
                </a:srgbClr>
              </a:solidFill>
              <a:effectLst/>
              <a:uLnTx/>
              <a:uFillTx/>
              <a:cs typeface="Arial" pitchFamily="34" charset="0"/>
            </a:endParaRPr>
          </a:p>
        </p:txBody>
      </p:sp>
      <p:sp>
        <p:nvSpPr>
          <p:cNvPr id="3" name="TextBox 2">
            <a:extLst>
              <a:ext uri="{FF2B5EF4-FFF2-40B4-BE49-F238E27FC236}">
                <a16:creationId xmlns:a16="http://schemas.microsoft.com/office/drawing/2014/main" id="{8BD1B1C6-79E5-5F5E-7A94-C25A4D0902EE}"/>
              </a:ext>
            </a:extLst>
          </p:cNvPr>
          <p:cNvSpPr txBox="1"/>
          <p:nvPr/>
        </p:nvSpPr>
        <p:spPr>
          <a:xfrm>
            <a:off x="3471133" y="1878635"/>
            <a:ext cx="876287" cy="307777"/>
          </a:xfrm>
          <a:prstGeom prst="rect">
            <a:avLst/>
          </a:prstGeom>
          <a:noFill/>
        </p:spPr>
        <p:txBody>
          <a:bodyPr wrap="square" rtlCol="0">
            <a:spAutoFit/>
          </a:bodyPr>
          <a:lstStyle/>
          <a:p>
            <a:r>
              <a:rPr lang="en-US" sz="1400" dirty="0">
                <a:solidFill>
                  <a:schemeClr val="accent1"/>
                </a:solidFill>
              </a:rPr>
              <a:t>Client</a:t>
            </a:r>
          </a:p>
        </p:txBody>
      </p:sp>
    </p:spTree>
    <p:extLst>
      <p:ext uri="{BB962C8B-B14F-4D97-AF65-F5344CB8AC3E}">
        <p14:creationId xmlns:p14="http://schemas.microsoft.com/office/powerpoint/2010/main" val="11274006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7CF3F-AD3D-501C-B88A-8E834F8C20B1}"/>
              </a:ext>
            </a:extLst>
          </p:cNvPr>
          <p:cNvSpPr>
            <a:spLocks noGrp="1"/>
          </p:cNvSpPr>
          <p:nvPr>
            <p:ph type="title"/>
          </p:nvPr>
        </p:nvSpPr>
        <p:spPr/>
        <p:txBody>
          <a:bodyPr/>
          <a:lstStyle/>
          <a:p>
            <a:r>
              <a:rPr lang="en-AU"/>
              <a:t>Operational view of measuring performance</a:t>
            </a:r>
          </a:p>
        </p:txBody>
      </p:sp>
      <p:sp>
        <p:nvSpPr>
          <p:cNvPr id="4" name="Text Placeholder 3">
            <a:extLst>
              <a:ext uri="{FF2B5EF4-FFF2-40B4-BE49-F238E27FC236}">
                <a16:creationId xmlns:a16="http://schemas.microsoft.com/office/drawing/2014/main" id="{D551A823-FEB9-C2B9-91C9-B862B6EA84EA}"/>
              </a:ext>
            </a:extLst>
          </p:cNvPr>
          <p:cNvSpPr>
            <a:spLocks noGrp="1"/>
          </p:cNvSpPr>
          <p:nvPr>
            <p:ph type="body" sz="quarter" idx="13"/>
          </p:nvPr>
        </p:nvSpPr>
        <p:spPr/>
        <p:txBody>
          <a:bodyPr/>
          <a:lstStyle/>
          <a:p>
            <a:r>
              <a:rPr lang="en-AU"/>
              <a:t>04 | A partnership built on performance, accountability and trust</a:t>
            </a:r>
          </a:p>
        </p:txBody>
      </p:sp>
      <p:graphicFrame>
        <p:nvGraphicFramePr>
          <p:cNvPr id="12" name="Table 11">
            <a:extLst>
              <a:ext uri="{FF2B5EF4-FFF2-40B4-BE49-F238E27FC236}">
                <a16:creationId xmlns:a16="http://schemas.microsoft.com/office/drawing/2014/main" id="{13107473-089C-38D2-6FE2-B0CF1B539BF5}"/>
              </a:ext>
            </a:extLst>
          </p:cNvPr>
          <p:cNvGraphicFramePr>
            <a:graphicFrameLocks noGrp="1"/>
          </p:cNvGraphicFramePr>
          <p:nvPr>
            <p:extLst>
              <p:ext uri="{D42A27DB-BD31-4B8C-83A1-F6EECF244321}">
                <p14:modId xmlns:p14="http://schemas.microsoft.com/office/powerpoint/2010/main" val="765143162"/>
              </p:ext>
            </p:extLst>
          </p:nvPr>
        </p:nvGraphicFramePr>
        <p:xfrm>
          <a:off x="2259255" y="1440000"/>
          <a:ext cx="2977400" cy="423834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2880000">
                  <a:extLst>
                    <a:ext uri="{9D8B030D-6E8A-4147-A177-3AD203B41FA5}">
                      <a16:colId xmlns:a16="http://schemas.microsoft.com/office/drawing/2014/main" val="2213972221"/>
                    </a:ext>
                  </a:extLst>
                </a:gridCol>
              </a:tblGrid>
              <a:tr h="244763">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Performance forum</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504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t>Participants</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client Leadership/Steering Committee and Capgemini Leadership/Delivery team</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Objective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This governance meetings will monitor the process improvement and provide oversight for process changes &amp; controls as well as track the operational service performance through SLA's &amp; KPI’s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Cadence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Daily | Weekly  |  Monthly  |  Quarterly</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6328265"/>
                  </a:ext>
                </a:extLst>
              </a:tr>
              <a:tr h="97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Indicative topics</a:t>
                      </a:r>
                    </a:p>
                    <a:p>
                      <a:pPr marL="144000" marR="0" lvl="1"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Actions from previous meeting</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Executive Summary (key accomplishments, challenges, upcoming milestones)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Status Update – What’s New, What Went Well, Issues &amp; Challenges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Performance Dashboard Review: Capgemini will establish “Process Assurance Framework &amp; High-level Process Standards” to review the performance metrics set for each process and discuss their progress. </a:t>
                      </a:r>
                    </a:p>
                  </a:txBody>
                  <a:tcPr marL="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13" name="Table 12">
            <a:extLst>
              <a:ext uri="{FF2B5EF4-FFF2-40B4-BE49-F238E27FC236}">
                <a16:creationId xmlns:a16="http://schemas.microsoft.com/office/drawing/2014/main" id="{214AA68E-02AB-3BF0-6272-C1273CC37AB2}"/>
              </a:ext>
            </a:extLst>
          </p:cNvPr>
          <p:cNvGraphicFramePr>
            <a:graphicFrameLocks noGrp="1"/>
          </p:cNvGraphicFramePr>
          <p:nvPr>
            <p:extLst>
              <p:ext uri="{D42A27DB-BD31-4B8C-83A1-F6EECF244321}">
                <p14:modId xmlns:p14="http://schemas.microsoft.com/office/powerpoint/2010/main" val="3654292481"/>
              </p:ext>
            </p:extLst>
          </p:nvPr>
        </p:nvGraphicFramePr>
        <p:xfrm>
          <a:off x="359999" y="1440000"/>
          <a:ext cx="1753400" cy="210000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1656000">
                  <a:extLst>
                    <a:ext uri="{9D8B030D-6E8A-4147-A177-3AD203B41FA5}">
                      <a16:colId xmlns:a16="http://schemas.microsoft.com/office/drawing/2014/main" val="2213972221"/>
                    </a:ext>
                  </a:extLst>
                </a:gridCol>
              </a:tblGrid>
              <a:tr h="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dirty="0">
                          <a:ln>
                            <a:noFill/>
                          </a:ln>
                          <a:solidFill>
                            <a:schemeClr val="accent2"/>
                          </a:solidFill>
                          <a:effectLst/>
                          <a:uLnTx/>
                          <a:uFillTx/>
                          <a:latin typeface="Ubuntu" panose="020B0504030602030204" pitchFamily="34" charset="0"/>
                          <a:ea typeface="+mn-ea"/>
                          <a:cs typeface="+mn-cs"/>
                        </a:rPr>
                        <a:t>Key indicative inputs</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Process standards, KPIs and workflow will be aligned with client leadership and business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Feedback regarding project </a:t>
                      </a:r>
                      <a:b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b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progress, and any specific concerns or requirements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540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Review of action items from previous meetings, their status, and any follow-up actions required</a:t>
                      </a:r>
                    </a:p>
                  </a:txBody>
                  <a:tcPr marL="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14" name="Table 13">
            <a:extLst>
              <a:ext uri="{FF2B5EF4-FFF2-40B4-BE49-F238E27FC236}">
                <a16:creationId xmlns:a16="http://schemas.microsoft.com/office/drawing/2014/main" id="{60C3B7FD-7F8E-7A34-178C-DB47D8BD2BF2}"/>
              </a:ext>
            </a:extLst>
          </p:cNvPr>
          <p:cNvGraphicFramePr>
            <a:graphicFrameLocks noGrp="1"/>
          </p:cNvGraphicFramePr>
          <p:nvPr>
            <p:extLst>
              <p:ext uri="{D42A27DB-BD31-4B8C-83A1-F6EECF244321}">
                <p14:modId xmlns:p14="http://schemas.microsoft.com/office/powerpoint/2010/main" val="3628268053"/>
              </p:ext>
            </p:extLst>
          </p:nvPr>
        </p:nvGraphicFramePr>
        <p:xfrm>
          <a:off x="5364927" y="1440000"/>
          <a:ext cx="1753400" cy="337542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1656000">
                  <a:extLst>
                    <a:ext uri="{9D8B030D-6E8A-4147-A177-3AD203B41FA5}">
                      <a16:colId xmlns:a16="http://schemas.microsoft.com/office/drawing/2014/main" val="2213972221"/>
                    </a:ext>
                  </a:extLst>
                </a:gridCol>
              </a:tblGrid>
              <a:tr h="0">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000" b="1" i="0" u="none" strike="noStrike" kern="1200" cap="all" spc="0" normalizeH="0" baseline="0" noProof="0">
                          <a:ln>
                            <a:noFill/>
                          </a:ln>
                          <a:solidFill>
                            <a:schemeClr val="accent2"/>
                          </a:solidFill>
                          <a:effectLst/>
                          <a:uLnTx/>
                          <a:uFillTx/>
                          <a:latin typeface="Ubuntu" panose="020B0504030602030204" pitchFamily="34" charset="0"/>
                          <a:ea typeface="+mn-ea"/>
                          <a:cs typeface="+mn-cs"/>
                        </a:rPr>
                        <a:t>Key indicative outputs</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schemeClr val="accent1"/>
                          </a:solidFill>
                          <a:effectLst/>
                          <a:uLnTx/>
                          <a:uFillTx/>
                          <a:latin typeface="Ubuntu Light" panose="020B0304030602030204" pitchFamily="34" charset="0"/>
                          <a:ea typeface="+mn-ea"/>
                          <a:cs typeface="+mn-cs"/>
                        </a:rPr>
                        <a:t>Performance Reporting consisting of</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Executive Summary</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Status Update</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Performance Dashboard</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Actions for next meeting</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288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Dashboard Metrics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Level of automation</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Cost savings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Benefits identified and realised</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Number of processes optimised</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Size of backlog</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 process in progress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RAG status </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Utilisation rate</a:t>
                      </a:r>
                    </a:p>
                  </a:txBody>
                  <a:tcPr marL="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pic>
        <p:nvPicPr>
          <p:cNvPr id="15" name="Picture 14">
            <a:extLst>
              <a:ext uri="{FF2B5EF4-FFF2-40B4-BE49-F238E27FC236}">
                <a16:creationId xmlns:a16="http://schemas.microsoft.com/office/drawing/2014/main" id="{3AB3153D-3801-08EE-CA16-7671DC42D275}"/>
              </a:ext>
            </a:extLst>
          </p:cNvPr>
          <p:cNvPicPr>
            <a:picLocks noChangeAspect="1"/>
          </p:cNvPicPr>
          <p:nvPr/>
        </p:nvPicPr>
        <p:blipFill rotWithShape="1">
          <a:blip r:embed="rId2"/>
          <a:srcRect l="16818" t="30370" r="18258" b="8418"/>
          <a:stretch/>
        </p:blipFill>
        <p:spPr>
          <a:xfrm>
            <a:off x="2145654" y="5748170"/>
            <a:ext cx="1541895" cy="817723"/>
          </a:xfrm>
          <a:prstGeom prst="rect">
            <a:avLst/>
          </a:prstGeom>
        </p:spPr>
      </p:pic>
      <p:pic>
        <p:nvPicPr>
          <p:cNvPr id="16" name="Picture 15">
            <a:extLst>
              <a:ext uri="{FF2B5EF4-FFF2-40B4-BE49-F238E27FC236}">
                <a16:creationId xmlns:a16="http://schemas.microsoft.com/office/drawing/2014/main" id="{6DFC921C-711B-AB53-CEBA-8D4734D4CB85}"/>
              </a:ext>
            </a:extLst>
          </p:cNvPr>
          <p:cNvPicPr>
            <a:picLocks noChangeAspect="1"/>
          </p:cNvPicPr>
          <p:nvPr/>
        </p:nvPicPr>
        <p:blipFill rotWithShape="1">
          <a:blip r:embed="rId3"/>
          <a:srcRect l="17197" t="24242" r="18712" b="9877"/>
          <a:stretch/>
        </p:blipFill>
        <p:spPr>
          <a:xfrm>
            <a:off x="5478348" y="5748170"/>
            <a:ext cx="1760468" cy="1017906"/>
          </a:xfrm>
          <a:prstGeom prst="rect">
            <a:avLst/>
          </a:prstGeom>
        </p:spPr>
      </p:pic>
      <p:pic>
        <p:nvPicPr>
          <p:cNvPr id="17" name="Picture 16">
            <a:extLst>
              <a:ext uri="{FF2B5EF4-FFF2-40B4-BE49-F238E27FC236}">
                <a16:creationId xmlns:a16="http://schemas.microsoft.com/office/drawing/2014/main" id="{AAAC24CA-EE61-5BA1-4A2B-B9C6A48A46B4}"/>
              </a:ext>
            </a:extLst>
          </p:cNvPr>
          <p:cNvPicPr>
            <a:picLocks noChangeAspect="1"/>
          </p:cNvPicPr>
          <p:nvPr/>
        </p:nvPicPr>
        <p:blipFill rotWithShape="1">
          <a:blip r:embed="rId4"/>
          <a:srcRect l="17090" t="33874" r="21926" b="6867"/>
          <a:stretch/>
        </p:blipFill>
        <p:spPr>
          <a:xfrm>
            <a:off x="3758079" y="5748170"/>
            <a:ext cx="1640947" cy="896916"/>
          </a:xfrm>
          <a:prstGeom prst="rect">
            <a:avLst/>
          </a:prstGeom>
        </p:spPr>
      </p:pic>
      <p:grpSp>
        <p:nvGrpSpPr>
          <p:cNvPr id="18" name="Group 17">
            <a:extLst>
              <a:ext uri="{FF2B5EF4-FFF2-40B4-BE49-F238E27FC236}">
                <a16:creationId xmlns:a16="http://schemas.microsoft.com/office/drawing/2014/main" id="{7F6DC99C-212F-5E27-E49F-A7637228DF1A}"/>
              </a:ext>
            </a:extLst>
          </p:cNvPr>
          <p:cNvGrpSpPr/>
          <p:nvPr/>
        </p:nvGrpSpPr>
        <p:grpSpPr>
          <a:xfrm>
            <a:off x="5444055" y="5357220"/>
            <a:ext cx="1753400" cy="216229"/>
            <a:chOff x="8033237" y="4753813"/>
            <a:chExt cx="2644774" cy="307733"/>
          </a:xfrm>
        </p:grpSpPr>
        <p:pic>
          <p:nvPicPr>
            <p:cNvPr id="19" name="Picture 18">
              <a:extLst>
                <a:ext uri="{FF2B5EF4-FFF2-40B4-BE49-F238E27FC236}">
                  <a16:creationId xmlns:a16="http://schemas.microsoft.com/office/drawing/2014/main" id="{480CE770-1715-8E49-3622-CAE16DC46063}"/>
                </a:ext>
              </a:extLst>
            </p:cNvPr>
            <p:cNvPicPr>
              <a:picLocks noChangeAspect="1"/>
            </p:cNvPicPr>
            <p:nvPr/>
          </p:nvPicPr>
          <p:blipFill rotWithShape="1">
            <a:blip r:embed="rId5"/>
            <a:srcRect l="17273" t="48114" r="17803" b="38451"/>
            <a:stretch/>
          </p:blipFill>
          <p:spPr>
            <a:xfrm>
              <a:off x="8034261" y="4753813"/>
              <a:ext cx="2643750" cy="307733"/>
            </a:xfrm>
            <a:prstGeom prst="rect">
              <a:avLst/>
            </a:prstGeom>
          </p:spPr>
        </p:pic>
        <p:sp>
          <p:nvSpPr>
            <p:cNvPr id="20" name="Rectangle 19">
              <a:extLst>
                <a:ext uri="{FF2B5EF4-FFF2-40B4-BE49-F238E27FC236}">
                  <a16:creationId xmlns:a16="http://schemas.microsoft.com/office/drawing/2014/main" id="{ECFE9522-401D-465D-FE48-9E1A922B0D0A}"/>
                </a:ext>
              </a:extLst>
            </p:cNvPr>
            <p:cNvSpPr/>
            <p:nvPr/>
          </p:nvSpPr>
          <p:spPr>
            <a:xfrm>
              <a:off x="8033237" y="4784435"/>
              <a:ext cx="658179" cy="1939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600" b="0" i="0" u="none" strike="noStrike" kern="1200" cap="none" spc="0" normalizeH="0" baseline="0" noProof="0" err="1">
                <a:ln>
                  <a:noFill/>
                </a:ln>
                <a:solidFill>
                  <a:srgbClr val="FFFFFF"/>
                </a:solidFill>
                <a:effectLst/>
                <a:uLnTx/>
                <a:uFillTx/>
                <a:latin typeface="Ubuntu"/>
                <a:ea typeface="+mn-ea"/>
                <a:cs typeface="+mn-cs"/>
              </a:endParaRPr>
            </a:p>
          </p:txBody>
        </p:sp>
      </p:grpSp>
      <p:pic>
        <p:nvPicPr>
          <p:cNvPr id="21" name="Picture 20">
            <a:extLst>
              <a:ext uri="{FF2B5EF4-FFF2-40B4-BE49-F238E27FC236}">
                <a16:creationId xmlns:a16="http://schemas.microsoft.com/office/drawing/2014/main" id="{E840AE13-F973-C510-996B-518E7268F40D}"/>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r="5968"/>
          <a:stretch/>
        </p:blipFill>
        <p:spPr>
          <a:xfrm>
            <a:off x="360000" y="5739148"/>
            <a:ext cx="1706332" cy="817723"/>
          </a:xfrm>
          <a:prstGeom prst="rect">
            <a:avLst/>
          </a:prstGeom>
          <a:solidFill>
            <a:schemeClr val="bg1"/>
          </a:solidFill>
          <a:ln>
            <a:noFill/>
          </a:ln>
          <a:effectLst>
            <a:outerShdw blurRad="50800" dist="38100" dir="2700000" algn="tl" rotWithShape="0">
              <a:prstClr val="black">
                <a:alpha val="40000"/>
              </a:prstClr>
            </a:outerShdw>
          </a:effectLst>
        </p:spPr>
      </p:pic>
      <p:graphicFrame>
        <p:nvGraphicFramePr>
          <p:cNvPr id="5" name="Table 4">
            <a:extLst>
              <a:ext uri="{FF2B5EF4-FFF2-40B4-BE49-F238E27FC236}">
                <a16:creationId xmlns:a16="http://schemas.microsoft.com/office/drawing/2014/main" id="{58714E7F-2DA0-488C-30EF-749092064983}"/>
              </a:ext>
            </a:extLst>
          </p:cNvPr>
          <p:cNvGraphicFramePr>
            <a:graphicFrameLocks noGrp="1"/>
          </p:cNvGraphicFramePr>
          <p:nvPr>
            <p:extLst>
              <p:ext uri="{D42A27DB-BD31-4B8C-83A1-F6EECF244321}">
                <p14:modId xmlns:p14="http://schemas.microsoft.com/office/powerpoint/2010/main" val="4162344937"/>
              </p:ext>
            </p:extLst>
          </p:nvPr>
        </p:nvGraphicFramePr>
        <p:xfrm>
          <a:off x="7318487" y="1440000"/>
          <a:ext cx="4770935" cy="5356440"/>
        </p:xfrm>
        <a:graphic>
          <a:graphicData uri="http://schemas.openxmlformats.org/drawingml/2006/table">
            <a:tbl>
              <a:tblPr firstRow="1" bandRow="1"/>
              <a:tblGrid>
                <a:gridCol w="156072">
                  <a:extLst>
                    <a:ext uri="{9D8B030D-6E8A-4147-A177-3AD203B41FA5}">
                      <a16:colId xmlns:a16="http://schemas.microsoft.com/office/drawing/2014/main" val="926936166"/>
                    </a:ext>
                  </a:extLst>
                </a:gridCol>
                <a:gridCol w="4614863">
                  <a:extLst>
                    <a:ext uri="{9D8B030D-6E8A-4147-A177-3AD203B41FA5}">
                      <a16:colId xmlns:a16="http://schemas.microsoft.com/office/drawing/2014/main" val="2213972221"/>
                    </a:ext>
                  </a:extLst>
                </a:gridCol>
              </a:tblGrid>
              <a:tr h="244763">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a:ln>
                            <a:noFill/>
                          </a:ln>
                          <a:solidFill>
                            <a:schemeClr val="accent3">
                              <a:lumMod val="75000"/>
                              <a:lumOff val="25000"/>
                            </a:schemeClr>
                          </a:solidFill>
                          <a:effectLst/>
                          <a:uLnTx/>
                          <a:uFillTx/>
                          <a:latin typeface="Ubuntu" panose="020B0504030602030204" pitchFamily="34" charset="0"/>
                          <a:ea typeface="+mn-ea"/>
                          <a:cs typeface="+mn-cs"/>
                        </a:rPr>
                        <a:t>Strategic metrics in dashboard</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401608">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panose="020B0304030602030204" pitchFamily="34" charset="0"/>
                          <a:ea typeface="+mn-ea"/>
                          <a:cs typeface="+mn-cs"/>
                        </a:rPr>
                        <a:t>Cost reduction</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Reduce lead time and improve efficiency of delivering services to customers.</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Eliminate waste in the processes and improve the overall employee performance.</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Enhanced workforce productivity will help to trim down the costs associated to business processes.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Increased transparency</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Provide a standardised view of processes throughout the organisation.</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Increased transparency of roles and responsibilities.</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Align business strategy to operation and execution to ensure processes enable the overall organisational goals.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Improved consistency &amp; sustainability</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Tasks will be executed in a consistent manner.</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Similar problems are addressed the same way with no need to reinvent the wheel.</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Business processes can be continuously reviewed and improved to adapt to the changing environment and will be able to deliver the expected results.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6328265"/>
                  </a:ext>
                </a:extLst>
              </a:tr>
              <a:tr h="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Enhanced compliance &amp; controls</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Comprehensive business process model will guarantee the organisation comply with the standards and stay up to date with policies.</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Meet regulatory compliance by ensuring processes follow guidelines and regulations.</a:t>
                      </a:r>
                    </a:p>
                    <a:p>
                      <a:pPr marL="171450" marR="0" lvl="1" indent="-17145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Offer the ability to promote security and safety measures by properly documenting procedures and facilitating compliance.</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1348507"/>
                  </a:ext>
                </a:extLst>
              </a:tr>
              <a:tr h="972000">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Business agility</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Formal documentation of business processes allows the organisation to make pauses in its processes, implement changes and re-execute processes.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Offers the organisation flexibility to redesign processes and ensure the business can achieve higher level of adaptability to unstable situations</a:t>
                      </a:r>
                    </a:p>
                  </a:txBody>
                  <a:tcPr marL="0" marR="0" marT="72000" marB="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sp>
        <p:nvSpPr>
          <p:cNvPr id="7" name="Rectangle 6">
            <a:extLst>
              <a:ext uri="{FF2B5EF4-FFF2-40B4-BE49-F238E27FC236}">
                <a16:creationId xmlns:a16="http://schemas.microsoft.com/office/drawing/2014/main" id="{68B1CD9A-64CE-F0CB-D9A3-25A29F18BFE1}"/>
              </a:ext>
            </a:extLst>
          </p:cNvPr>
          <p:cNvSpPr/>
          <p:nvPr/>
        </p:nvSpPr>
        <p:spPr>
          <a:xfrm>
            <a:off x="8713175" y="900000"/>
            <a:ext cx="2047142" cy="38645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900">
                <a:solidFill>
                  <a:schemeClr val="tx1"/>
                </a:solidFill>
              </a:rPr>
              <a:t>Key focus:</a:t>
            </a:r>
            <a:endParaRPr lang="en-AU" sz="1600">
              <a:solidFill>
                <a:schemeClr val="tx1"/>
              </a:solidFill>
            </a:endParaRPr>
          </a:p>
        </p:txBody>
      </p:sp>
      <p:pic>
        <p:nvPicPr>
          <p:cNvPr id="6" name="Picture 5">
            <a:extLst>
              <a:ext uri="{FF2B5EF4-FFF2-40B4-BE49-F238E27FC236}">
                <a16:creationId xmlns:a16="http://schemas.microsoft.com/office/drawing/2014/main" id="{DCA02DAA-4909-64E2-EE9B-0AC27699C577}"/>
              </a:ext>
            </a:extLst>
          </p:cNvPr>
          <p:cNvPicPr>
            <a:picLocks noChangeAspect="1"/>
          </p:cNvPicPr>
          <p:nvPr/>
        </p:nvPicPr>
        <p:blipFill>
          <a:blip r:embed="rId7"/>
          <a:stretch>
            <a:fillRect/>
          </a:stretch>
        </p:blipFill>
        <p:spPr>
          <a:xfrm>
            <a:off x="9486901" y="127539"/>
            <a:ext cx="1273416" cy="1158911"/>
          </a:xfrm>
          <a:prstGeom prst="rect">
            <a:avLst/>
          </a:prstGeom>
        </p:spPr>
      </p:pic>
    </p:spTree>
    <p:extLst>
      <p:ext uri="{BB962C8B-B14F-4D97-AF65-F5344CB8AC3E}">
        <p14:creationId xmlns:p14="http://schemas.microsoft.com/office/powerpoint/2010/main" val="1930257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7EDFB-788B-8152-9F31-757715AC6D98}"/>
              </a:ext>
            </a:extLst>
          </p:cNvPr>
          <p:cNvSpPr>
            <a:spLocks noGrp="1"/>
          </p:cNvSpPr>
          <p:nvPr>
            <p:ph type="ctrTitle"/>
          </p:nvPr>
        </p:nvSpPr>
        <p:spPr>
          <a:xfrm>
            <a:off x="276188" y="4114800"/>
            <a:ext cx="3964342" cy="1123723"/>
          </a:xfrm>
        </p:spPr>
        <p:txBody>
          <a:bodyPr anchor="ctr"/>
          <a:lstStyle/>
          <a:p>
            <a:pPr marL="1422000" indent="-1422000"/>
            <a:r>
              <a:rPr lang="en-AU"/>
              <a:t>05 |	Organisations that </a:t>
            </a:r>
            <a:br>
              <a:rPr lang="en-AU"/>
            </a:br>
            <a:r>
              <a:rPr lang="en-AU"/>
              <a:t>have benefited from </a:t>
            </a:r>
            <a:br>
              <a:rPr lang="en-AU"/>
            </a:br>
            <a:r>
              <a:rPr lang="en-AU"/>
              <a:t>Capgemini’s Process service capabilities</a:t>
            </a:r>
            <a:endParaRPr lang="en-GB"/>
          </a:p>
        </p:txBody>
      </p:sp>
    </p:spTree>
    <p:extLst>
      <p:ext uri="{BB962C8B-B14F-4D97-AF65-F5344CB8AC3E}">
        <p14:creationId xmlns:p14="http://schemas.microsoft.com/office/powerpoint/2010/main" val="450286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3386DFD-015B-9BA0-0CF6-D9636CCD6BC4}"/>
              </a:ext>
            </a:extLst>
          </p:cNvPr>
          <p:cNvSpPr>
            <a:spLocks noGrp="1"/>
          </p:cNvSpPr>
          <p:nvPr>
            <p:ph type="title"/>
          </p:nvPr>
        </p:nvSpPr>
        <p:spPr/>
        <p:txBody>
          <a:bodyPr/>
          <a:lstStyle/>
          <a:p>
            <a:r>
              <a:rPr lang="en-AU" dirty="0"/>
              <a:t>Showcasing the impact resulting from Capgemini’s Process service </a:t>
            </a:r>
            <a:r>
              <a:rPr lang="en-AU" sz="1000" dirty="0"/>
              <a:t>(1 of 2)</a:t>
            </a:r>
            <a:endParaRPr lang="en-GB" sz="1000" dirty="0"/>
          </a:p>
        </p:txBody>
      </p:sp>
      <p:sp>
        <p:nvSpPr>
          <p:cNvPr id="2" name="Footer Placeholder 1">
            <a:extLst>
              <a:ext uri="{FF2B5EF4-FFF2-40B4-BE49-F238E27FC236}">
                <a16:creationId xmlns:a16="http://schemas.microsoft.com/office/drawing/2014/main" id="{5E4099E6-856B-F46C-7BA1-50435139B7A4}"/>
              </a:ext>
            </a:extLst>
          </p:cNvPr>
          <p:cNvSpPr>
            <a:spLocks noGrp="1"/>
          </p:cNvSpPr>
          <p:nvPr>
            <p:ph type="ftr" sz="quarter" idx="3"/>
          </p:nvPr>
        </p:nvSpPr>
        <p:spPr/>
        <p:txBody>
          <a:bodyPr/>
          <a:lstStyle/>
          <a:p>
            <a:endParaRPr lang="en-AU"/>
          </a:p>
        </p:txBody>
      </p:sp>
      <p:sp>
        <p:nvSpPr>
          <p:cNvPr id="5" name="Text Placeholder 4">
            <a:extLst>
              <a:ext uri="{FF2B5EF4-FFF2-40B4-BE49-F238E27FC236}">
                <a16:creationId xmlns:a16="http://schemas.microsoft.com/office/drawing/2014/main" id="{443C5174-7851-2AA3-D3A5-DF9C3656E9CA}"/>
              </a:ext>
            </a:extLst>
          </p:cNvPr>
          <p:cNvSpPr>
            <a:spLocks noGrp="1"/>
          </p:cNvSpPr>
          <p:nvPr>
            <p:ph type="body" sz="quarter" idx="13"/>
          </p:nvPr>
        </p:nvSpPr>
        <p:spPr/>
        <p:txBody>
          <a:bodyPr/>
          <a:lstStyle/>
          <a:p>
            <a:r>
              <a:rPr lang="en-AU"/>
              <a:t>05 |Organisations that have benefited from Capgemini’s Process service capabilities</a:t>
            </a:r>
            <a:endParaRPr lang="en-GB"/>
          </a:p>
        </p:txBody>
      </p:sp>
      <p:graphicFrame>
        <p:nvGraphicFramePr>
          <p:cNvPr id="19" name="Table 18">
            <a:extLst>
              <a:ext uri="{FF2B5EF4-FFF2-40B4-BE49-F238E27FC236}">
                <a16:creationId xmlns:a16="http://schemas.microsoft.com/office/drawing/2014/main" id="{4F496DB5-FA00-55EF-9428-FAA95991682C}"/>
              </a:ext>
            </a:extLst>
          </p:cNvPr>
          <p:cNvGraphicFramePr>
            <a:graphicFrameLocks noGrp="1"/>
          </p:cNvGraphicFramePr>
          <p:nvPr>
            <p:extLst>
              <p:ext uri="{D42A27DB-BD31-4B8C-83A1-F6EECF244321}">
                <p14:modId xmlns:p14="http://schemas.microsoft.com/office/powerpoint/2010/main" val="850744858"/>
              </p:ext>
            </p:extLst>
          </p:nvPr>
        </p:nvGraphicFramePr>
        <p:xfrm>
          <a:off x="359999" y="1432205"/>
          <a:ext cx="3600682" cy="522000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3503282">
                  <a:extLst>
                    <a:ext uri="{9D8B030D-6E8A-4147-A177-3AD203B41FA5}">
                      <a16:colId xmlns:a16="http://schemas.microsoft.com/office/drawing/2014/main" val="2213972221"/>
                    </a:ext>
                  </a:extLst>
                </a:gridCol>
              </a:tblGrid>
              <a:tr h="588863">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Malaysian Telco </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Process Simplification</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294492">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t>Challenge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The client aimed to streamline the existing processes to achieve process excellence and cost optimisation.</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Capgemini was engaged by client in a process simplification engagement spanning across six months to provide implementable recommendations to achieve process excellence.</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2201673">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Solution</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Capgemini followed a well-structured agile delivery (with defined Sprints across the project) approach of implementing process transformation, factory deployment and process assurance:</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Process Prioritisation &amp; Assessment: Detailed process assessment of 400 processes from 8 business streams through a matured process prioritisation methodology using Capgemini’s benefits framework and Heatmap scores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Processes Optimisation: 165 L3 eTOM processes simplified with to-be processes documented as per industry best practice business process framework</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GB"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Development &amp; Implementation: Implemented </a:t>
                      </a:r>
                      <a:r>
                        <a:rPr kumimoji="0" lang="en-AU" sz="900" b="0" i="0" u="none" strike="noStrike" kern="1200" cap="none" spc="0" normalizeH="0" baseline="0">
                          <a:ln>
                            <a:noFill/>
                          </a:ln>
                          <a:solidFill>
                            <a:prstClr val="black"/>
                          </a:solidFill>
                          <a:effectLst/>
                          <a:uLnTx/>
                          <a:uFillTx/>
                          <a:latin typeface="Ubuntu Light" panose="020B0304030602030204" pitchFamily="34" charset="0"/>
                          <a:ea typeface="+mn-ea"/>
                          <a:cs typeface="+mn-cs"/>
                        </a:rPr>
                        <a:t>portal for Network BU, portal for Facilities BU, 12 BOTS (10 Processes)</a:t>
                      </a:r>
                      <a:endParaRPr kumimoji="0" lang="en-US" sz="900" b="0" i="0" u="none" strike="noStrike" kern="1200" cap="none" spc="0" normalizeH="0" baseline="0">
                        <a:ln>
                          <a:noFill/>
                        </a:ln>
                        <a:solidFill>
                          <a:prstClr val="black"/>
                        </a:solidFill>
                        <a:effectLst/>
                        <a:uLnTx/>
                        <a:uFillTx/>
                        <a:latin typeface="Ubuntu Light" panose="020B0304030602030204" pitchFamily="34" charset="0"/>
                        <a:ea typeface="+mn-ea"/>
                        <a:cs typeface="+mn-cs"/>
                      </a:endParaRP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1134972">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Outcomes delivered</a:t>
                      </a:r>
                    </a:p>
                    <a:p>
                      <a:pPr marL="144000" marR="0" lvl="1"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Automated the E2E use cases within the client Network and Enterprise Process areas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Executed a strong framework of process assurance </a:t>
                      </a:r>
                      <a:b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b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and standards that is now driven by the client transformation office</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21" name="Table 20">
            <a:extLst>
              <a:ext uri="{FF2B5EF4-FFF2-40B4-BE49-F238E27FC236}">
                <a16:creationId xmlns:a16="http://schemas.microsoft.com/office/drawing/2014/main" id="{B8160131-A057-5ACE-284B-62C7150104A2}"/>
              </a:ext>
            </a:extLst>
          </p:cNvPr>
          <p:cNvGraphicFramePr>
            <a:graphicFrameLocks noGrp="1"/>
          </p:cNvGraphicFramePr>
          <p:nvPr>
            <p:extLst>
              <p:ext uri="{D42A27DB-BD31-4B8C-83A1-F6EECF244321}">
                <p14:modId xmlns:p14="http://schemas.microsoft.com/office/powerpoint/2010/main" val="1447282776"/>
              </p:ext>
            </p:extLst>
          </p:nvPr>
        </p:nvGraphicFramePr>
        <p:xfrm>
          <a:off x="8100413" y="1432205"/>
          <a:ext cx="3600682" cy="522000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3503282">
                  <a:extLst>
                    <a:ext uri="{9D8B030D-6E8A-4147-A177-3AD203B41FA5}">
                      <a16:colId xmlns:a16="http://schemas.microsoft.com/office/drawing/2014/main" val="2213972221"/>
                    </a:ext>
                  </a:extLst>
                </a:gridCol>
              </a:tblGrid>
              <a:tr h="558149">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Belgian telco</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Process Improvement and Optimisation</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359983">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t>Challenge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The client has formed 2 separate Joint ventures (JVs) to roll out Fibre networks in specific regions and launched a campaign to acquire customers on Fibre offerings. Slow development of Fibre infrastructure acted as a blocker in out phasing copper and acquiring customers on Fibre offerings. Additionally, both JVs had different ways of working thereby needing client to adapt to inconsistencies in business processes and IT capabilities.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1964855">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Solution</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The following methods were utilised to streamline and optimise processes to enable the client to improve NPS and CES scores for the Fiber offerings and stay competitive:</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Set up of E2E fulfilment processes for the 2 JVs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Documentation of business requirements for all channels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Improvements in fulfillment processes to adapt to JV situation </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Identification of key metrics for the JV  processes and set up operational reports for metrics monitoring</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Alignment with allied teams on processes to ensure delivery of the best-in-class CX for the customers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1337013">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Outcomes delivered</a:t>
                      </a:r>
                    </a:p>
                    <a:p>
                      <a:pPr marL="144000" marR="0" lvl="1"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Increase in customer acquisition on Fibre technology</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Fully automated and integrated processes and IT capabilities for Fibre JVs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Standardised and consistent customer experience across all channels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Advancement towards efficient Fibre operations and processes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23" name="Table 22">
            <a:extLst>
              <a:ext uri="{FF2B5EF4-FFF2-40B4-BE49-F238E27FC236}">
                <a16:creationId xmlns:a16="http://schemas.microsoft.com/office/drawing/2014/main" id="{6A496BC8-7E97-2641-6D89-DA18ABEFDFD7}"/>
              </a:ext>
            </a:extLst>
          </p:cNvPr>
          <p:cNvGraphicFramePr>
            <a:graphicFrameLocks noGrp="1"/>
          </p:cNvGraphicFramePr>
          <p:nvPr>
            <p:extLst>
              <p:ext uri="{D42A27DB-BD31-4B8C-83A1-F6EECF244321}">
                <p14:modId xmlns:p14="http://schemas.microsoft.com/office/powerpoint/2010/main" val="2109239885"/>
              </p:ext>
            </p:extLst>
          </p:nvPr>
        </p:nvGraphicFramePr>
        <p:xfrm>
          <a:off x="4230206" y="1432205"/>
          <a:ext cx="3600682" cy="522000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3503282">
                  <a:extLst>
                    <a:ext uri="{9D8B030D-6E8A-4147-A177-3AD203B41FA5}">
                      <a16:colId xmlns:a16="http://schemas.microsoft.com/office/drawing/2014/main" val="2213972221"/>
                    </a:ext>
                  </a:extLst>
                </a:gridCol>
              </a:tblGrid>
              <a:tr h="619981">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UK Telco</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Process Transformation &amp; Optimisation</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431582">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t>Challenge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The client was transitioning from a light to full mobile virtual network provider leading to an expansion and management of a mobile processes workstream.</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Capgemini was engaged to support the workstream management transformation, whilst identifying opportunities for automation and optimisation.</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2165848">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Solution</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To enable a successful transformation, a series of workshops were held to:</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Comprehensively assess the set of process areas affected by the transformation</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Design the to-be processes of the expanded workstreams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Validate the IT designs of the new platforms in conjunction with the process designs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Conduct business readiness to dry-run operations of new and changed processes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Create process and RACI libraries for future reference</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1002589">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Outcomes delivered</a:t>
                      </a:r>
                    </a:p>
                    <a:p>
                      <a:pPr marL="144000" marR="0" lvl="1"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A comprehensive overview based on </a:t>
                      </a:r>
                      <a:r>
                        <a:rPr kumimoji="0" lang="en-AU" sz="900" b="0" i="0" u="none" strike="noStrike" kern="1200" cap="none" spc="0" normalizeH="0" baseline="0" noProof="0" dirty="0" err="1">
                          <a:ln>
                            <a:noFill/>
                          </a:ln>
                          <a:solidFill>
                            <a:prstClr val="black"/>
                          </a:solidFill>
                          <a:effectLst/>
                          <a:uLnTx/>
                          <a:uFillTx/>
                          <a:latin typeface="Ubuntu Light" panose="020B0304030602030204" pitchFamily="34" charset="0"/>
                          <a:ea typeface="+mn-ea"/>
                          <a:cs typeface="+mn-cs"/>
                        </a:rPr>
                        <a:t>eTOM</a:t>
                      </a: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 on the processes that were required to be setup or changed</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Documentation to the appropriate level of detail including training materials and work instructions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spTree>
    <p:extLst>
      <p:ext uri="{BB962C8B-B14F-4D97-AF65-F5344CB8AC3E}">
        <p14:creationId xmlns:p14="http://schemas.microsoft.com/office/powerpoint/2010/main" val="4201463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86BF60-40B5-C48C-E914-3FAE10A93299}"/>
              </a:ext>
            </a:extLst>
          </p:cNvPr>
          <p:cNvSpPr>
            <a:spLocks noGrp="1"/>
          </p:cNvSpPr>
          <p:nvPr>
            <p:ph type="title"/>
          </p:nvPr>
        </p:nvSpPr>
        <p:spPr/>
        <p:txBody>
          <a:bodyPr/>
          <a:lstStyle/>
          <a:p>
            <a:r>
              <a:rPr lang="en-AU" dirty="0"/>
              <a:t>Showcasing the impact resulting from Capgemini’s Process service </a:t>
            </a:r>
            <a:r>
              <a:rPr lang="en-AU" sz="1000" dirty="0"/>
              <a:t>(2 of 2)</a:t>
            </a:r>
            <a:endParaRPr lang="en-GB" sz="1000" dirty="0"/>
          </a:p>
        </p:txBody>
      </p:sp>
      <p:sp>
        <p:nvSpPr>
          <p:cNvPr id="2" name="Footer Placeholder 1">
            <a:extLst>
              <a:ext uri="{FF2B5EF4-FFF2-40B4-BE49-F238E27FC236}">
                <a16:creationId xmlns:a16="http://schemas.microsoft.com/office/drawing/2014/main" id="{5E4099E6-856B-F46C-7BA1-50435139B7A4}"/>
              </a:ext>
            </a:extLst>
          </p:cNvPr>
          <p:cNvSpPr>
            <a:spLocks noGrp="1"/>
          </p:cNvSpPr>
          <p:nvPr>
            <p:ph type="ftr" sz="quarter" idx="3"/>
          </p:nvPr>
        </p:nvSpPr>
        <p:spPr/>
        <p:txBody>
          <a:bodyPr/>
          <a:lstStyle/>
          <a:p>
            <a:endParaRPr lang="en-AU"/>
          </a:p>
        </p:txBody>
      </p:sp>
      <p:sp>
        <p:nvSpPr>
          <p:cNvPr id="5" name="Text Placeholder 4">
            <a:extLst>
              <a:ext uri="{FF2B5EF4-FFF2-40B4-BE49-F238E27FC236}">
                <a16:creationId xmlns:a16="http://schemas.microsoft.com/office/drawing/2014/main" id="{443C5174-7851-2AA3-D3A5-DF9C3656E9CA}"/>
              </a:ext>
            </a:extLst>
          </p:cNvPr>
          <p:cNvSpPr>
            <a:spLocks noGrp="1"/>
          </p:cNvSpPr>
          <p:nvPr>
            <p:ph type="body" sz="quarter" idx="13"/>
          </p:nvPr>
        </p:nvSpPr>
        <p:spPr/>
        <p:txBody>
          <a:bodyPr/>
          <a:lstStyle/>
          <a:p>
            <a:r>
              <a:rPr lang="en-AU" dirty="0"/>
              <a:t>05 |Organisations that have benefited from Capgemini’s Process service capabilities</a:t>
            </a:r>
          </a:p>
        </p:txBody>
      </p:sp>
      <p:graphicFrame>
        <p:nvGraphicFramePr>
          <p:cNvPr id="10" name="Table 9">
            <a:extLst>
              <a:ext uri="{FF2B5EF4-FFF2-40B4-BE49-F238E27FC236}">
                <a16:creationId xmlns:a16="http://schemas.microsoft.com/office/drawing/2014/main" id="{BB3CFD25-8099-E6EF-5D74-F27D9269E154}"/>
              </a:ext>
            </a:extLst>
          </p:cNvPr>
          <p:cNvGraphicFramePr>
            <a:graphicFrameLocks noGrp="1"/>
          </p:cNvGraphicFramePr>
          <p:nvPr>
            <p:extLst>
              <p:ext uri="{D42A27DB-BD31-4B8C-83A1-F6EECF244321}">
                <p14:modId xmlns:p14="http://schemas.microsoft.com/office/powerpoint/2010/main" val="134556165"/>
              </p:ext>
            </p:extLst>
          </p:nvPr>
        </p:nvGraphicFramePr>
        <p:xfrm>
          <a:off x="4249077" y="1440000"/>
          <a:ext cx="3600682" cy="522000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3503282">
                  <a:extLst>
                    <a:ext uri="{9D8B030D-6E8A-4147-A177-3AD203B41FA5}">
                      <a16:colId xmlns:a16="http://schemas.microsoft.com/office/drawing/2014/main" val="2213972221"/>
                    </a:ext>
                  </a:extLst>
                </a:gridCol>
              </a:tblGrid>
              <a:tr h="580733">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Banking giant in </a:t>
                      </a:r>
                      <a:r>
                        <a:rPr kumimoji="0" lang="en-AU" sz="1200" b="1" i="0" u="none" strike="noStrike" kern="1200" cap="all" spc="0" normalizeH="0" baseline="0" noProof="0" dirty="0" err="1">
                          <a:ln>
                            <a:noFill/>
                          </a:ln>
                          <a:solidFill>
                            <a:schemeClr val="accent3">
                              <a:lumMod val="75000"/>
                              <a:lumOff val="25000"/>
                            </a:schemeClr>
                          </a:solidFill>
                          <a:effectLst/>
                          <a:uLnTx/>
                          <a:uFillTx/>
                          <a:latin typeface="Ubuntu" panose="020B0504030602030204" pitchFamily="34" charset="0"/>
                          <a:ea typeface="+mn-ea"/>
                          <a:cs typeface="+mn-cs"/>
                        </a:rPr>
                        <a:t>anz</a:t>
                      </a:r>
                      <a:endPar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endParaRP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933113">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chemeClr val="accent1"/>
                          </a:solidFill>
                          <a:effectLst/>
                          <a:uLnTx/>
                          <a:uFillTx/>
                          <a:latin typeface="Ubuntu Light" panose="020B0304030602030204" pitchFamily="34" charset="0"/>
                          <a:ea typeface="+mn-ea"/>
                          <a:cs typeface="+mn-cs"/>
                        </a:rPr>
                        <a:t>Challenge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Credit Card Dispute Management is one of the key processes at client. Initial scoping of the process highlighted significant opportunities for improvement. </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The need to make improvements to this process was driven by issues relating to dispute classification, write off’s, customer experience, and complex manual management of work allocation across multiple geographic locations. </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The project aimed to identify strategic opportunities to enhance the Credit Card Dispute Process by improving customer experience and aligning the process to a common standard. </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1441427">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Solution</a:t>
                      </a:r>
                    </a:p>
                    <a:p>
                      <a:pPr marL="171450" marR="0" lvl="1" indent="-17145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Lean Six Sigma methodologies were used in combination with Signavio Process Mining and Intelligence, and the Solution Prioritisation Matrix</a:t>
                      </a:r>
                    </a:p>
                    <a:p>
                      <a:pPr marL="171450" marR="0" lvl="1" indent="-17145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Solutions were prioritised with eight selected for future implementation. This included automation of manual activities, streamlining process, improved procedural and process documentation and improved dashboard reporting</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1264727">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Outcomes delivered</a:t>
                      </a:r>
                    </a:p>
                    <a:p>
                      <a:pPr marL="144000" marR="0" lvl="1"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Tactical and strategic opportunities were identified to enhance processes by improving customer experience, align to common standards and identify automation opportunities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Key Learning: Good data quality and adequate documentation is critical for optimising the speed and effectiveness of process mining</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15" name="Table 14">
            <a:extLst>
              <a:ext uri="{FF2B5EF4-FFF2-40B4-BE49-F238E27FC236}">
                <a16:creationId xmlns:a16="http://schemas.microsoft.com/office/drawing/2014/main" id="{4164BC3F-432B-8405-4C55-5BF24515B0A6}"/>
              </a:ext>
            </a:extLst>
          </p:cNvPr>
          <p:cNvGraphicFramePr>
            <a:graphicFrameLocks noGrp="1"/>
          </p:cNvGraphicFramePr>
          <p:nvPr>
            <p:extLst>
              <p:ext uri="{D42A27DB-BD31-4B8C-83A1-F6EECF244321}">
                <p14:modId xmlns:p14="http://schemas.microsoft.com/office/powerpoint/2010/main" val="3987657835"/>
              </p:ext>
            </p:extLst>
          </p:nvPr>
        </p:nvGraphicFramePr>
        <p:xfrm>
          <a:off x="360000" y="1440001"/>
          <a:ext cx="3600682" cy="5219999"/>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3503282">
                  <a:extLst>
                    <a:ext uri="{9D8B030D-6E8A-4147-A177-3AD203B41FA5}">
                      <a16:colId xmlns:a16="http://schemas.microsoft.com/office/drawing/2014/main" val="2213972221"/>
                    </a:ext>
                  </a:extLst>
                </a:gridCol>
              </a:tblGrid>
              <a:tr h="613222">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Banking giant in </a:t>
                      </a:r>
                      <a:r>
                        <a:rPr kumimoji="0" lang="en-AU" sz="1200" b="1" i="0" u="none" strike="noStrike" kern="1200" cap="all" spc="0" normalizeH="0" baseline="0" noProof="0" dirty="0" err="1">
                          <a:ln>
                            <a:noFill/>
                          </a:ln>
                          <a:solidFill>
                            <a:schemeClr val="accent3">
                              <a:lumMod val="75000"/>
                              <a:lumOff val="25000"/>
                            </a:schemeClr>
                          </a:solidFill>
                          <a:effectLst/>
                          <a:uLnTx/>
                          <a:uFillTx/>
                          <a:latin typeface="Ubuntu" panose="020B0504030602030204" pitchFamily="34" charset="0"/>
                          <a:ea typeface="+mn-ea"/>
                          <a:cs typeface="+mn-cs"/>
                        </a:rPr>
                        <a:t>anz</a:t>
                      </a:r>
                      <a:endPar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endParaRP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Technology Process Improvement </a:t>
                      </a:r>
                      <a:r>
                        <a:rPr kumimoji="0" lang="en-AU" sz="1000" b="0" i="0" u="none" strike="noStrike" kern="1200" cap="none" spc="0" normalizeH="0" baseline="0" noProof="0" dirty="0" err="1">
                          <a:ln>
                            <a:noFill/>
                          </a:ln>
                          <a:solidFill>
                            <a:schemeClr val="accent1"/>
                          </a:solidFill>
                          <a:effectLst/>
                          <a:uLnTx/>
                          <a:uFillTx/>
                          <a:latin typeface="Ubuntu Light" panose="020B0304030602030204" pitchFamily="34" charset="0"/>
                          <a:ea typeface="+mn-ea"/>
                          <a:cs typeface="+mn-cs"/>
                        </a:rPr>
                        <a:t>CoE</a:t>
                      </a:r>
                      <a:endPar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endParaRP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522071">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panose="020B0304030602030204" pitchFamily="34" charset="0"/>
                          <a:ea typeface="+mn-ea"/>
                          <a:cs typeface="+mn-cs"/>
                        </a:rPr>
                        <a:t>Challenge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The client was experiencing process inefficiencies and bottlenecks for their change record form and approval workflow. This was leading to high number of incidents caused by changes, and high rejection rate for moderate-high risk changes.</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As a result, the client undertook a Technology Transformation Project focused on improving processes across the organisation through simplification and automation.</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1522071">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Solution</a:t>
                      </a:r>
                    </a:p>
                    <a:p>
                      <a:pPr marL="171450" marR="0" lvl="1" indent="-17145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Event log ServiceNow data was analysed using the Playbook approach and Signavio Process Mining to increase speed to insights, discover inefficiencies in processes and identify significant improvement opportunities</a:t>
                      </a:r>
                    </a:p>
                    <a:p>
                      <a:pPr marL="171450" marR="0" lvl="1" indent="-17145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As part of ITSM change management, a standardised and reusable framework for process improvement and mining was designed using Lean Principles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1562635">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Outcomes delivered</a:t>
                      </a:r>
                    </a:p>
                    <a:p>
                      <a:pPr marL="144000" marR="0" lvl="1"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Identified bottlenecks across approval-related processes</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Streamlined ServiceNow workflow and redesigned Change Record form, and improving overall user experience</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Improving consistency of manual compliance checks performed by the change management team </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Reduction in P1-P3 incidents, failed changes, and non-compliant change records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graphicFrame>
        <p:nvGraphicFramePr>
          <p:cNvPr id="16" name="Table 15">
            <a:extLst>
              <a:ext uri="{FF2B5EF4-FFF2-40B4-BE49-F238E27FC236}">
                <a16:creationId xmlns:a16="http://schemas.microsoft.com/office/drawing/2014/main" id="{F31990A0-1960-0D2F-A20B-1B6F03265FAD}"/>
              </a:ext>
            </a:extLst>
          </p:cNvPr>
          <p:cNvGraphicFramePr>
            <a:graphicFrameLocks noGrp="1"/>
          </p:cNvGraphicFramePr>
          <p:nvPr>
            <p:extLst>
              <p:ext uri="{D42A27DB-BD31-4B8C-83A1-F6EECF244321}">
                <p14:modId xmlns:p14="http://schemas.microsoft.com/office/powerpoint/2010/main" val="2243404682"/>
              </p:ext>
            </p:extLst>
          </p:nvPr>
        </p:nvGraphicFramePr>
        <p:xfrm>
          <a:off x="8243318" y="1440000"/>
          <a:ext cx="3600682" cy="5220000"/>
        </p:xfrm>
        <a:graphic>
          <a:graphicData uri="http://schemas.openxmlformats.org/drawingml/2006/table">
            <a:tbl>
              <a:tblPr firstRow="1" bandRow="1"/>
              <a:tblGrid>
                <a:gridCol w="97400">
                  <a:extLst>
                    <a:ext uri="{9D8B030D-6E8A-4147-A177-3AD203B41FA5}">
                      <a16:colId xmlns:a16="http://schemas.microsoft.com/office/drawing/2014/main" val="926936166"/>
                    </a:ext>
                  </a:extLst>
                </a:gridCol>
                <a:gridCol w="3503282">
                  <a:extLst>
                    <a:ext uri="{9D8B030D-6E8A-4147-A177-3AD203B41FA5}">
                      <a16:colId xmlns:a16="http://schemas.microsoft.com/office/drawing/2014/main" val="2213972221"/>
                    </a:ext>
                  </a:extLst>
                </a:gridCol>
              </a:tblGrid>
              <a:tr h="587652">
                <a:tc gridSpan="2">
                  <a:txBody>
                    <a:body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AU" sz="1200" b="1" i="0" u="none" strike="noStrike" kern="1200" cap="all" spc="0" normalizeH="0" baseline="0" noProof="0" dirty="0">
                          <a:ln>
                            <a:noFill/>
                          </a:ln>
                          <a:solidFill>
                            <a:schemeClr val="accent3">
                              <a:lumMod val="75000"/>
                              <a:lumOff val="25000"/>
                            </a:schemeClr>
                          </a:solidFill>
                          <a:effectLst/>
                          <a:uLnTx/>
                          <a:uFillTx/>
                          <a:latin typeface="Ubuntu" panose="020B0504030602030204" pitchFamily="34" charset="0"/>
                          <a:ea typeface="+mn-ea"/>
                          <a:cs typeface="+mn-cs"/>
                        </a:rPr>
                        <a:t>SWISS Financial Services Giant</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1000" b="0" i="0" u="none" strike="noStrike" kern="1200" cap="none" spc="0" normalizeH="0" baseline="0" noProof="0" dirty="0">
                          <a:ln>
                            <a:noFill/>
                          </a:ln>
                          <a:solidFill>
                            <a:schemeClr val="accent1"/>
                          </a:solidFill>
                          <a:effectLst/>
                          <a:uLnTx/>
                          <a:uFillTx/>
                          <a:latin typeface="Ubuntu Light" panose="020B0304030602030204" pitchFamily="34" charset="0"/>
                          <a:ea typeface="+mn-ea"/>
                          <a:cs typeface="+mn-cs"/>
                        </a:rPr>
                        <a:t>End-of-Month Process</a:t>
                      </a:r>
                    </a:p>
                  </a:txBody>
                  <a:tcPr marL="72000" marR="0" marT="72000" marB="7200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GB"/>
                    </a:p>
                  </a:txBody>
                  <a:tcPr/>
                </a:tc>
                <a:extLst>
                  <a:ext uri="{0D108BD9-81ED-4DB2-BD59-A6C34878D82A}">
                    <a16:rowId xmlns:a16="http://schemas.microsoft.com/office/drawing/2014/main" val="2309210283"/>
                  </a:ext>
                </a:extLst>
              </a:tr>
              <a:tr h="1520793">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chemeClr val="accent1"/>
                          </a:solidFill>
                          <a:effectLst/>
                          <a:uLnTx/>
                          <a:uFillTx/>
                          <a:latin typeface="Ubuntu Light" panose="020B0304030602030204" pitchFamily="34" charset="0"/>
                          <a:ea typeface="+mn-ea"/>
                          <a:cs typeface="+mn-cs"/>
                        </a:rPr>
                        <a:t>Challenge</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The client was facing growing challenges in their month-end financial close processes with problems spanning across people, systems, technology, data and business processes. Recent system migrations, acquisitions, and personnel changes have added complexity for the Financial Accounting &amp; Reporting, Valuations and Reinsurance teams. This was impacting the timeliness and quality of the month-end financial close, making it difficult to meeting reporting deadlines on Working Day 6.</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6834673"/>
                  </a:ext>
                </a:extLst>
              </a:tr>
              <a:tr h="2111629">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a:ln>
                            <a:noFill/>
                          </a:ln>
                          <a:solidFill>
                            <a:srgbClr val="0070AD"/>
                          </a:solidFill>
                          <a:effectLst/>
                          <a:uLnTx/>
                          <a:uFillTx/>
                          <a:latin typeface="Ubuntu Light" panose="020B0304030602030204" pitchFamily="34" charset="0"/>
                          <a:ea typeface="+mn-ea"/>
                          <a:cs typeface="+mn-cs"/>
                        </a:rPr>
                        <a:t>Solution</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Capgemini employed a range of methodologies and tools to assess the current processes. This included:</a:t>
                      </a:r>
                    </a:p>
                    <a:p>
                      <a:pPr marL="171450" marR="0" lvl="1" indent="-17145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Current state observations, interviews and process mapping​</a:t>
                      </a:r>
                    </a:p>
                    <a:p>
                      <a:pPr marL="171450" marR="0" lvl="1" indent="-17145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Root cause analysis workshops across 3 workstreams ​</a:t>
                      </a:r>
                    </a:p>
                    <a:p>
                      <a:pPr marL="171450" marR="0" lvl="1" indent="-17145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Brainstorming sessions to ideate and validate recommendations</a:t>
                      </a:r>
                    </a:p>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To address time sensitivity, weekly updates were shared to disseminate findings to facilitate rapid implementation. Recognising system and data issues as major challenges, knowledge-sharing sessions were held with SMEs on TM1, RPA and data automation solutions to enhance recommendations.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9780252"/>
                  </a:ext>
                </a:extLst>
              </a:tr>
              <a:tr h="999926">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endParaRPr kumimoji="0" lang="en-AU" sz="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endParaRPr>
                    </a:p>
                  </a:txBody>
                  <a:tcPr marL="0" marR="0" marT="0" marB="0">
                    <a:lnL w="6350" cap="flat" cmpd="sng" algn="ctr">
                      <a:solidFill>
                        <a:schemeClr val="accent2"/>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1" indent="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None/>
                        <a:tabLst/>
                        <a:defRPr/>
                      </a:pPr>
                      <a:r>
                        <a:rPr kumimoji="0" lang="en-AU" sz="900" b="0" i="0" u="none" strike="noStrike" kern="1200" cap="all" spc="0" normalizeH="0" baseline="0" noProof="0" dirty="0">
                          <a:ln>
                            <a:noFill/>
                          </a:ln>
                          <a:solidFill>
                            <a:srgbClr val="0070AD"/>
                          </a:solidFill>
                          <a:effectLst/>
                          <a:uLnTx/>
                          <a:uFillTx/>
                          <a:latin typeface="Ubuntu Light" panose="020B0304030602030204" pitchFamily="34" charset="0"/>
                          <a:ea typeface="+mn-ea"/>
                          <a:cs typeface="+mn-cs"/>
                        </a:rPr>
                        <a:t>Outcomes delivered</a:t>
                      </a:r>
                    </a:p>
                    <a:p>
                      <a:pPr marL="144000" marR="0" lvl="1" indent="-144000" algn="l" defTabSz="914400" rtl="0" eaLnBrk="1" fontAlgn="auto" latinLnBrk="0" hangingPunct="1">
                        <a:lnSpc>
                          <a:spcPct val="100000"/>
                        </a:lnSpc>
                        <a:spcBef>
                          <a:spcPts val="6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Root causes of month-end challenges were identified</a:t>
                      </a:r>
                    </a:p>
                    <a:p>
                      <a:pPr marL="144000" marR="0" lvl="1" indent="-144000" algn="l" defTabSz="914400" rtl="0" eaLnBrk="1" fontAlgn="auto" latinLnBrk="0" hangingPunct="1">
                        <a:lnSpc>
                          <a:spcPct val="100000"/>
                        </a:lnSpc>
                        <a:spcBef>
                          <a:spcPts val="300"/>
                        </a:spcBef>
                        <a:spcAft>
                          <a:spcPts val="0"/>
                        </a:spcAft>
                        <a:buClr>
                          <a:srgbClr val="0070AD"/>
                        </a:buClr>
                        <a:buSzPct val="120000"/>
                        <a:buFont typeface="Arial" panose="020B0604020202020204" pitchFamily="34" charset="0"/>
                        <a:buChar char="•"/>
                        <a:tabLst/>
                        <a:defRPr/>
                      </a:pPr>
                      <a:r>
                        <a:rPr kumimoji="0" lang="en-AU" sz="900" b="0" i="0" u="none" strike="noStrike" kern="1200" cap="none" spc="0" normalizeH="0" baseline="0" noProof="0" dirty="0">
                          <a:ln>
                            <a:noFill/>
                          </a:ln>
                          <a:solidFill>
                            <a:prstClr val="black"/>
                          </a:solidFill>
                          <a:effectLst/>
                          <a:uLnTx/>
                          <a:uFillTx/>
                          <a:latin typeface="Ubuntu Light" panose="020B0304030602030204" pitchFamily="34" charset="0"/>
                          <a:ea typeface="+mn-ea"/>
                          <a:cs typeface="+mn-cs"/>
                        </a:rPr>
                        <a:t>Prioritised recommendations using time vs benefit matrix, with Level 3 process mapping meeting regulatory requirements and improvise culture towards Finance activities</a:t>
                      </a:r>
                    </a:p>
                  </a:txBody>
                  <a:tcPr marL="0" marR="0" marT="72000" marB="108000">
                    <a:lnL w="635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0566552"/>
                  </a:ext>
                </a:extLst>
              </a:tr>
            </a:tbl>
          </a:graphicData>
        </a:graphic>
      </p:graphicFrame>
    </p:spTree>
    <p:extLst>
      <p:ext uri="{BB962C8B-B14F-4D97-AF65-F5344CB8AC3E}">
        <p14:creationId xmlns:p14="http://schemas.microsoft.com/office/powerpoint/2010/main" val="16864967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7af6dba-f870-40c6-a7fb-5991d73382cc"/>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NIDX2ZkuT_6_gXEk6x.AdA"/>
</p:tagLst>
</file>

<file path=ppt/tags/tag10.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ontent Templat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Invent_MasterTemplate_June21.potx" id="{3376EF2B-E8F2-4FAF-BA52-F4A2B2EB0DB9}" vid="{E004E8A5-EB97-4177-B7D6-B9CBD461028B}"/>
    </a:ext>
  </a:extLst>
</a:theme>
</file>

<file path=ppt/theme/theme2.xml><?xml version="1.0" encoding="utf-8"?>
<a:theme xmlns:a="http://schemas.openxmlformats.org/drawingml/2006/main" name="Cover &amp; Divider Template">
  <a:themeElements>
    <a:clrScheme name="Custom 2">
      <a:dk1>
        <a:srgbClr val="000000"/>
      </a:dk1>
      <a:lt1>
        <a:srgbClr val="FFFFFF"/>
      </a:lt1>
      <a:dk2>
        <a:srgbClr val="2B0A3C"/>
      </a:dk2>
      <a:lt2>
        <a:srgbClr val="ECECEC"/>
      </a:lt2>
      <a:accent1>
        <a:srgbClr val="0070AD"/>
      </a:accent1>
      <a:accent2>
        <a:srgbClr val="12ABDB"/>
      </a:accent2>
      <a:accent3>
        <a:srgbClr val="272836"/>
      </a:accent3>
      <a:accent4>
        <a:srgbClr val="BA2880"/>
      </a:accent4>
      <a:accent5>
        <a:srgbClr val="FFB249"/>
      </a:accent5>
      <a:accent6>
        <a:srgbClr val="2EA657"/>
      </a:accent6>
      <a:hlink>
        <a:srgbClr val="00BFBF"/>
      </a:hlink>
      <a:folHlink>
        <a:srgbClr val="FF304D"/>
      </a:folHlink>
    </a:clrScheme>
    <a:fontScheme name="Custom 2">
      <a:majorFont>
        <a:latin typeface="Ubuntu"/>
        <a:ea typeface="Helvetica"/>
        <a:cs typeface="Helvetica"/>
      </a:majorFont>
      <a:minorFont>
        <a:latin typeface="Ubuntu Light"/>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853FF"/>
        </a:solidFill>
        <a:ln w="12700" cap="flat">
          <a:noFill/>
          <a:miter lim="400000"/>
        </a:ln>
        <a:effectLst/>
        <a:sp3d/>
      </a:spPr>
      <a:bodyPr rot="0" spcFirstLastPara="1" vertOverflow="overflow" horzOverflow="overflow" vert="horz" wrap="square" lIns="90000" tIns="90000" rIns="90000" bIns="90000" numCol="1" spcCol="38100" rtlCol="0" anchor="ctr">
        <a:noAutofit/>
      </a:bodyPr>
      <a:lstStyle>
        <a:defPPr marL="0" marR="0" indent="0" algn="ctr" defTabSz="822960" rtl="0" fontAlgn="auto" latinLnBrk="0" hangingPunct="0">
          <a:lnSpc>
            <a:spcPct val="140000"/>
          </a:lnSpc>
          <a:spcBef>
            <a:spcPts val="0"/>
          </a:spcBef>
          <a:spcAft>
            <a:spcPts val="0"/>
          </a:spcAft>
          <a:buClrTx/>
          <a:buSzTx/>
          <a:buFontTx/>
          <a:buNone/>
          <a:tabLst/>
          <a:defRPr kumimoji="0" sz="2800" b="0" i="0" u="none" strike="noStrike" cap="none" spc="0" normalizeH="0" baseline="0" dirty="0" smtClean="0">
            <a:ln>
              <a:noFill/>
            </a:ln>
            <a:solidFill>
              <a:schemeClr val="bg1"/>
            </a:solidFill>
            <a:effectLst/>
            <a:uFillTx/>
            <a:latin typeface="+mn-lt"/>
            <a:ea typeface="+mn-ea"/>
            <a:cs typeface="+mn-cs"/>
            <a:sym typeface="BentonSansF Book"/>
          </a:defRPr>
        </a:defPPr>
      </a:lstStyle>
      <a:style>
        <a:lnRef idx="0">
          <a:scrgbClr r="0" g="0" b="0"/>
        </a:lnRef>
        <a:fillRef idx="0">
          <a:scrgbClr r="0" g="0" b="0"/>
        </a:fillRef>
        <a:effectRef idx="0">
          <a:scrgbClr r="0" g="0" b="0"/>
        </a:effectRef>
        <a:fontRef idx="none"/>
      </a:style>
    </a:spDef>
    <a:lnDef>
      <a:spPr>
        <a:noFill/>
        <a:ln w="25400" cap="flat" cmpd="sng" algn="ctr">
          <a:solidFill>
            <a:schemeClr val="bg2"/>
          </a:solidFill>
          <a:prstDash val="solid"/>
          <a:round/>
          <a:headEnd type="none" w="med" len="med"/>
          <a:tailEnd type="none" w="med" len="med"/>
        </a:ln>
        <a:effectLst/>
        <a:sp3d/>
      </a:spPr>
      <a:bodyPr/>
      <a:lstStyle/>
      <a:style>
        <a:lnRef idx="0">
          <a:scrgbClr r="0" g="0" b="0"/>
        </a:lnRef>
        <a:fillRef idx="0">
          <a:scrgbClr r="0" g="0" b="0"/>
        </a:fillRef>
        <a:effectRef idx="0">
          <a:scrgbClr r="0" g="0" b="0"/>
        </a:effectRef>
        <a:fontRef idx="none"/>
      </a:style>
    </a:lnDef>
    <a:txDef>
      <a:spPr>
        <a:effectLst>
          <a:outerShdw blurRad="127000" dist="50800" dir="5400000" algn="ctr" rotWithShape="0">
            <a:schemeClr val="tx1"/>
          </a:outerShdw>
        </a:effectLst>
      </a:spPr>
      <a:bodyPr vert="horz" wrap="square" lIns="0" tIns="12700" rIns="0" bIns="0" rtlCol="0" anchor="ctr">
        <a:spAutoFit/>
      </a:bodyPr>
      <a:lstStyle>
        <a:defPPr marL="12700" algn="ctr">
          <a:lnSpc>
            <a:spcPct val="100000"/>
          </a:lnSpc>
          <a:spcBef>
            <a:spcPts val="100"/>
          </a:spcBef>
          <a:defRPr kumimoji="0" sz="5400" b="0" i="0" u="none" strike="noStrike" cap="none" spc="0" normalizeH="0" baseline="0" dirty="0">
            <a:ln>
              <a:noFill/>
            </a:ln>
            <a:solidFill>
              <a:schemeClr val="bg1"/>
            </a:solidFill>
            <a:effectLst/>
            <a:uFill>
              <a:solidFill>
                <a:schemeClr val="accent1">
                  <a:lumOff val="-57413"/>
                </a:schemeClr>
              </a:solidFill>
            </a:uFill>
            <a:latin typeface="Ubuntu" panose="020B0504030602030204" pitchFamily="34" charset="0"/>
            <a:ea typeface="+mn-ea"/>
            <a:cs typeface="+mn-cs"/>
            <a:sym typeface="BentonSansF Book"/>
          </a:defRPr>
        </a:defPPr>
      </a:lstStyle>
    </a:txDef>
  </a:objectDefaults>
  <a:extraClrSchemeLst/>
</a:theme>
</file>

<file path=ppt/theme/theme3.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Template.potx" id="{CBFF93A5-2DF8-4330-839D-D3D65D7386C8}" vid="{B804656F-51A1-4CCF-9635-ED739E54375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17de28ac-b190-4cd4-a606-47e679de9d2c">
      <UserInfo>
        <DisplayName>Stellino, Norman</DisplayName>
        <AccountId>80</AccountId>
        <AccountType/>
      </UserInfo>
    </SharedWithUsers>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ate xmlns="6a00c37a-6f72-4698-9b02-81ff9fa7b20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9070E3-4659-4C18-A35A-1FA6C47A6D4D}"/>
</file>

<file path=customXml/itemProps2.xml><?xml version="1.0" encoding="utf-8"?>
<ds:datastoreItem xmlns:ds="http://schemas.openxmlformats.org/officeDocument/2006/customXml" ds:itemID="{FB2062E8-2210-48E3-B7AC-EB4FEA5F7BFC}">
  <ds:schemaRefs>
    <ds:schemaRef ds:uri="http://purl.org/dc/terms/"/>
    <ds:schemaRef ds:uri="http://schemas.openxmlformats.org/package/2006/metadata/core-properties"/>
    <ds:schemaRef ds:uri="http://www.w3.org/XML/1998/namespace"/>
    <ds:schemaRef ds:uri="http://schemas.microsoft.com/office/infopath/2007/PartnerControls"/>
    <ds:schemaRef ds:uri="http://schemas.microsoft.com/office/2006/documentManagement/types"/>
    <ds:schemaRef ds:uri="17de28ac-b190-4cd4-a606-47e679de9d2c"/>
    <ds:schemaRef ds:uri="http://purl.org/dc/dcmitype/"/>
    <ds:schemaRef ds:uri="6a00c37a-6f72-4698-9b02-81ff9fa7b20d"/>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08755DD0-F703-448A-ABE2-92BB6EB7761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23</TotalTime>
  <Words>6032</Words>
  <Application>Microsoft Office PowerPoint</Application>
  <PresentationFormat>Widescreen</PresentationFormat>
  <Paragraphs>581</Paragraphs>
  <Slides>23</Slides>
  <Notes>1</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23</vt:i4>
      </vt:variant>
    </vt:vector>
  </HeadingPairs>
  <TitlesOfParts>
    <vt:vector size="36" baseType="lpstr">
      <vt:lpstr>Arial</vt:lpstr>
      <vt:lpstr>Times New Roman</vt:lpstr>
      <vt:lpstr>Verdana</vt:lpstr>
      <vt:lpstr>Ubuntu   </vt:lpstr>
      <vt:lpstr>BentonSansF Medium</vt:lpstr>
      <vt:lpstr>Ubuntu Light</vt:lpstr>
      <vt:lpstr>Ubuntu</vt:lpstr>
      <vt:lpstr>Ubuntu Medium</vt:lpstr>
      <vt:lpstr>Wingdings</vt:lpstr>
      <vt:lpstr>Content Template</vt:lpstr>
      <vt:lpstr>Cover &amp; Divider Template</vt:lpstr>
      <vt:lpstr>Capgemini2021</vt:lpstr>
      <vt:lpstr>think-cell Slide</vt:lpstr>
      <vt:lpstr> Capgemini’s Process Service to accelerate Client’s simplification objectives</vt:lpstr>
      <vt:lpstr>Contents</vt:lpstr>
      <vt:lpstr>01 | Achieving client's  future together</vt:lpstr>
      <vt:lpstr>As the provider of Australia’s digital backbone, client's future demands simplified technology enablement. To drive process simplification like this a fresh approach is crucial </vt:lpstr>
      <vt:lpstr>We understand the importance of process simplification and how acceleration of the approach will have positive impacts on client, customers and RSPs </vt:lpstr>
      <vt:lpstr>02 | Our Process service  to enable client to focus  on its core objectives</vt:lpstr>
      <vt:lpstr>Capgemini’s approach to sustained process improvement  utilises a scalable framework using Lean principles</vt:lpstr>
      <vt:lpstr>Capgemini's Process Lifecycle Management Service</vt:lpstr>
      <vt:lpstr>Capgemini's process improvement services improve customer satisfaction, streamline operations and reduce cost, leading to higher service quality (1 of 2) </vt:lpstr>
      <vt:lpstr>PowerPoint Presentation</vt:lpstr>
      <vt:lpstr>Our Process service can accommodate various process development scenarios that are likely to occur in client (1 of 3)</vt:lpstr>
      <vt:lpstr>Our Process service can accommodate various process development scenarios that are likely to occur in client (2 of 3)</vt:lpstr>
      <vt:lpstr>Our Process service can accommodate various process development scenarios that are likely to occur in client (3 of 3)</vt:lpstr>
      <vt:lpstr>03 | The Process service methods and tools  to accelerate value realisation for client</vt:lpstr>
      <vt:lpstr>Our process service methods, tools and accelerators (1 of 3)</vt:lpstr>
      <vt:lpstr>Our process service methods, tools and accelerators (2 of 3)</vt:lpstr>
      <vt:lpstr>Our process service methods, tools and accelerators (3 of 3)</vt:lpstr>
      <vt:lpstr>04 | A partnership built  on performance, accountability and trust</vt:lpstr>
      <vt:lpstr>Client will leverage a three-tiered governance structure to ensure  all aspects of the relationship are appropriately monitored and continually enhanced to drive accountability and trust</vt:lpstr>
      <vt:lpstr>Operational view of measuring performance</vt:lpstr>
      <vt:lpstr>05 | Organisations that  have benefited from  Capgemini’s Process service capabilities</vt:lpstr>
      <vt:lpstr>Showcasing the impact resulting from Capgemini’s Process service (1 of 2)</vt:lpstr>
      <vt:lpstr>Showcasing the impact resulting from Capgemini’s Process service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Detailed Definitions for Selected Capabilities</dc:title>
  <dc:creator>Burton, Sam</dc:creator>
  <cp:lastModifiedBy>Borah, Chandamita</cp:lastModifiedBy>
  <cp:revision>1</cp:revision>
  <dcterms:created xsi:type="dcterms:W3CDTF">2021-07-16T00:10:46Z</dcterms:created>
  <dcterms:modified xsi:type="dcterms:W3CDTF">2025-05-06T06:37:52Z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_dlc_policyId">
    <vt:lpwstr>0x0101004E418CE3CDBBF54AA3CAD72A774DE112|562569885</vt:lpwstr>
  </property>
  <property fmtid="{D5CDD505-2E9C-101B-9397-08002B2CF9AE}" pid="4" name="ItemRetentionFormula">
    <vt:lpwstr/>
  </property>
  <property fmtid="{D5CDD505-2E9C-101B-9397-08002B2CF9AE}" pid="5" name="_dlc_LastRun">
    <vt:lpwstr>03/01/2022 16:01:04</vt:lpwstr>
  </property>
  <property fmtid="{D5CDD505-2E9C-101B-9397-08002B2CF9AE}" pid="6" name="_dlc_ItemStageId">
    <vt:lpwstr>1</vt:lpwstr>
  </property>
  <property fmtid="{D5CDD505-2E9C-101B-9397-08002B2CF9AE}" pid="7" name="MediaServiceImageTags">
    <vt:lpwstr/>
  </property>
</Properties>
</file>