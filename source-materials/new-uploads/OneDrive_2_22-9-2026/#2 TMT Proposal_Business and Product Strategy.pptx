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3.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4.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5.xml" ContentType="application/vnd.openxmlformats-officedocument.theme+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theme/theme6.xml" ContentType="application/vnd.openxmlformats-officedocument.theme+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1.xml" ContentType="application/vnd.openxmlformats-officedocument.presentationml.tags+xml"/>
  <Override PartName="/ppt/notesSlides/notesSlide9.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7" r:id="rId4"/>
    <p:sldMasterId id="2147484006" r:id="rId5"/>
    <p:sldMasterId id="2147484033" r:id="rId6"/>
    <p:sldMasterId id="2147484058" r:id="rId7"/>
    <p:sldMasterId id="2147484092" r:id="rId8"/>
    <p:sldMasterId id="2147484259" r:id="rId9"/>
    <p:sldMasterId id="2147484334" r:id="rId10"/>
  </p:sldMasterIdLst>
  <p:notesMasterIdLst>
    <p:notesMasterId r:id="rId34"/>
  </p:notesMasterIdLst>
  <p:handoutMasterIdLst>
    <p:handoutMasterId r:id="rId35"/>
  </p:handoutMasterIdLst>
  <p:sldIdLst>
    <p:sldId id="1042" r:id="rId11"/>
    <p:sldId id="2145706659" r:id="rId12"/>
    <p:sldId id="2147473537" r:id="rId13"/>
    <p:sldId id="2147473541" r:id="rId14"/>
    <p:sldId id="2147473540" r:id="rId15"/>
    <p:sldId id="2147376071" r:id="rId16"/>
    <p:sldId id="2147473542" r:id="rId17"/>
    <p:sldId id="2147473545" r:id="rId18"/>
    <p:sldId id="2147473544" r:id="rId19"/>
    <p:sldId id="2147470005" r:id="rId20"/>
    <p:sldId id="2147377098" r:id="rId21"/>
    <p:sldId id="2147471087" r:id="rId22"/>
    <p:sldId id="1001" r:id="rId23"/>
    <p:sldId id="1059" r:id="rId24"/>
    <p:sldId id="1368" r:id="rId25"/>
    <p:sldId id="1061" r:id="rId26"/>
    <p:sldId id="1062" r:id="rId27"/>
    <p:sldId id="436" r:id="rId28"/>
    <p:sldId id="2147376075" r:id="rId29"/>
    <p:sldId id="2147376132" r:id="rId30"/>
    <p:sldId id="406" r:id="rId31"/>
    <p:sldId id="470" r:id="rId32"/>
    <p:sldId id="2145706627" r:id="rId33"/>
  </p:sldIdLst>
  <p:sldSz cx="12192000" cy="6858000"/>
  <p:notesSz cx="6797675" cy="9926638"/>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 Jayaram Naidu, J Thevendran Naidu" initials="VJNJTN" lastIdx="2" clrIdx="0">
    <p:extLst>
      <p:ext uri="{19B8F6BF-5375-455C-9EA6-DF929625EA0E}">
        <p15:presenceInfo xmlns:p15="http://schemas.microsoft.com/office/powerpoint/2012/main" userId="S::theven.naidu@capgemini.com::bd438d58-5c68-4099-993f-35e0c6b8931d" providerId="AD"/>
      </p:ext>
    </p:extLst>
  </p:cmAuthor>
  <p:cmAuthor id="2" name="Marimuthu, Stephanie Reavathi" initials="MSR" lastIdx="4" clrIdx="1">
    <p:extLst>
      <p:ext uri="{19B8F6BF-5375-455C-9EA6-DF929625EA0E}">
        <p15:presenceInfo xmlns:p15="http://schemas.microsoft.com/office/powerpoint/2012/main" userId="S::stephanie-reavathi.marimuthu@capgemini.com::394df41b-ee38-4f7f-b41a-9b754d1941b7" providerId="AD"/>
      </p:ext>
    </p:extLst>
  </p:cmAuthor>
  <p:cmAuthor id="3" name="Runwal, Vijay" initials="RV" lastIdx="1" clrIdx="2">
    <p:extLst>
      <p:ext uri="{19B8F6BF-5375-455C-9EA6-DF929625EA0E}">
        <p15:presenceInfo xmlns:p15="http://schemas.microsoft.com/office/powerpoint/2012/main" userId="S::vijay.runwal@capgemini.com::213d6766-3613-47ba-8674-f02cd3b62a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F0FB"/>
    <a:srgbClr val="524DBC"/>
    <a:srgbClr val="0070AD"/>
    <a:srgbClr val="E7E6E6"/>
    <a:srgbClr val="12ABDB"/>
    <a:srgbClr val="D9D9D9"/>
    <a:srgbClr val="6D64CC"/>
    <a:srgbClr val="FF304C"/>
    <a:srgbClr val="C8FF16"/>
    <a:srgbClr val="2729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71A39E-D499-4BE6-8692-60DA0718E882}" v="2" dt="2025-02-26T10:33:33.0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theme" Target="theme/theme1.xml"/><Relationship Id="rId21" Type="http://schemas.openxmlformats.org/officeDocument/2006/relationships/slide" Target="slides/slide11.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commentAuthors" Target="commentAuthor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handoutMaster" Target="handoutMasters/handoutMaster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sani, Kajal" userId="724b87a8-2479-43e9-b7e1-42f88ac2ba97" providerId="ADAL" clId="{CB71A39E-D499-4BE6-8692-60DA0718E882}"/>
    <pc:docChg chg="custSel delSld modSld delMainMaster modMainMaster">
      <pc:chgData name="Dasani, Kajal" userId="724b87a8-2479-43e9-b7e1-42f88ac2ba97" providerId="ADAL" clId="{CB71A39E-D499-4BE6-8692-60DA0718E882}" dt="2025-02-26T10:46:01.667" v="259" actId="13926"/>
      <pc:docMkLst>
        <pc:docMk/>
      </pc:docMkLst>
      <pc:sldChg chg="delSp mod">
        <pc:chgData name="Dasani, Kajal" userId="724b87a8-2479-43e9-b7e1-42f88ac2ba97" providerId="ADAL" clId="{CB71A39E-D499-4BE6-8692-60DA0718E882}" dt="2025-02-25T11:43:34.731" v="238" actId="478"/>
        <pc:sldMkLst>
          <pc:docMk/>
          <pc:sldMk cId="2715071583" sldId="406"/>
        </pc:sldMkLst>
        <pc:spChg chg="del">
          <ac:chgData name="Dasani, Kajal" userId="724b87a8-2479-43e9-b7e1-42f88ac2ba97" providerId="ADAL" clId="{CB71A39E-D499-4BE6-8692-60DA0718E882}" dt="2025-02-25T11:43:34.731" v="238" actId="478"/>
          <ac:spMkLst>
            <pc:docMk/>
            <pc:sldMk cId="2715071583" sldId="406"/>
            <ac:spMk id="2" creationId="{FC4E03DA-3F5C-62B2-3D62-7DBF39CE3655}"/>
          </ac:spMkLst>
        </pc:spChg>
      </pc:sldChg>
      <pc:sldChg chg="delSp modSp mod">
        <pc:chgData name="Dasani, Kajal" userId="724b87a8-2479-43e9-b7e1-42f88ac2ba97" providerId="ADAL" clId="{CB71A39E-D499-4BE6-8692-60DA0718E882}" dt="2025-02-25T11:44:55.917" v="244" actId="313"/>
        <pc:sldMkLst>
          <pc:docMk/>
          <pc:sldMk cId="2563023637" sldId="436"/>
        </pc:sldMkLst>
        <pc:spChg chg="del">
          <ac:chgData name="Dasani, Kajal" userId="724b87a8-2479-43e9-b7e1-42f88ac2ba97" providerId="ADAL" clId="{CB71A39E-D499-4BE6-8692-60DA0718E882}" dt="2025-02-25T11:43:47.484" v="241" actId="478"/>
          <ac:spMkLst>
            <pc:docMk/>
            <pc:sldMk cId="2563023637" sldId="436"/>
            <ac:spMk id="3" creationId="{292BAB80-A31A-BA23-1500-293CB8718FC9}"/>
          </ac:spMkLst>
        </pc:spChg>
        <pc:spChg chg="mod">
          <ac:chgData name="Dasani, Kajal" userId="724b87a8-2479-43e9-b7e1-42f88ac2ba97" providerId="ADAL" clId="{CB71A39E-D499-4BE6-8692-60DA0718E882}" dt="2025-02-25T11:44:55.917" v="244" actId="313"/>
          <ac:spMkLst>
            <pc:docMk/>
            <pc:sldMk cId="2563023637" sldId="436"/>
            <ac:spMk id="14" creationId="{5E51A4AD-5C78-660F-4964-9834376BE0FF}"/>
          </ac:spMkLst>
        </pc:spChg>
      </pc:sldChg>
      <pc:sldChg chg="delSp mod">
        <pc:chgData name="Dasani, Kajal" userId="724b87a8-2479-43e9-b7e1-42f88ac2ba97" providerId="ADAL" clId="{CB71A39E-D499-4BE6-8692-60DA0718E882}" dt="2025-02-25T11:43:32.220" v="237" actId="478"/>
        <pc:sldMkLst>
          <pc:docMk/>
          <pc:sldMk cId="1286273654" sldId="470"/>
        </pc:sldMkLst>
        <pc:spChg chg="del">
          <ac:chgData name="Dasani, Kajal" userId="724b87a8-2479-43e9-b7e1-42f88ac2ba97" providerId="ADAL" clId="{CB71A39E-D499-4BE6-8692-60DA0718E882}" dt="2025-02-25T11:43:32.220" v="237" actId="478"/>
          <ac:spMkLst>
            <pc:docMk/>
            <pc:sldMk cId="1286273654" sldId="470"/>
            <ac:spMk id="2" creationId="{BEEE18E6-44DE-86B7-008A-E1B6ABAA25EC}"/>
          </ac:spMkLst>
        </pc:spChg>
      </pc:sldChg>
      <pc:sldChg chg="delSp mod">
        <pc:chgData name="Dasani, Kajal" userId="724b87a8-2479-43e9-b7e1-42f88ac2ba97" providerId="ADAL" clId="{CB71A39E-D499-4BE6-8692-60DA0718E882}" dt="2025-02-25T10:55:11.245" v="0" actId="478"/>
        <pc:sldMkLst>
          <pc:docMk/>
          <pc:sldMk cId="3867533695" sldId="1042"/>
        </pc:sldMkLst>
        <pc:picChg chg="del">
          <ac:chgData name="Dasani, Kajal" userId="724b87a8-2479-43e9-b7e1-42f88ac2ba97" providerId="ADAL" clId="{CB71A39E-D499-4BE6-8692-60DA0718E882}" dt="2025-02-25T10:55:11.245" v="0" actId="478"/>
          <ac:picMkLst>
            <pc:docMk/>
            <pc:sldMk cId="3867533695" sldId="1042"/>
            <ac:picMk id="7" creationId="{BC63E064-77C7-7453-F500-49E4F46DA68B}"/>
          </ac:picMkLst>
        </pc:picChg>
      </pc:sldChg>
      <pc:sldChg chg="modSp mod">
        <pc:chgData name="Dasani, Kajal" userId="724b87a8-2479-43e9-b7e1-42f88ac2ba97" providerId="ADAL" clId="{CB71A39E-D499-4BE6-8692-60DA0718E882}" dt="2025-02-25T10:56:33.800" v="23" actId="20577"/>
        <pc:sldMkLst>
          <pc:docMk/>
          <pc:sldMk cId="1919053175" sldId="2145706659"/>
        </pc:sldMkLst>
        <pc:graphicFrameChg chg="modGraphic">
          <ac:chgData name="Dasani, Kajal" userId="724b87a8-2479-43e9-b7e1-42f88ac2ba97" providerId="ADAL" clId="{CB71A39E-D499-4BE6-8692-60DA0718E882}" dt="2025-02-25T10:56:33.800" v="23" actId="20577"/>
          <ac:graphicFrameMkLst>
            <pc:docMk/>
            <pc:sldMk cId="1919053175" sldId="2145706659"/>
            <ac:graphicFrameMk id="21" creationId="{89C383CC-C6BB-0525-D56B-15817FD88AB0}"/>
          </ac:graphicFrameMkLst>
        </pc:graphicFrameChg>
      </pc:sldChg>
      <pc:sldChg chg="modSp del mod">
        <pc:chgData name="Dasani, Kajal" userId="724b87a8-2479-43e9-b7e1-42f88ac2ba97" providerId="ADAL" clId="{CB71A39E-D499-4BE6-8692-60DA0718E882}" dt="2025-02-25T10:59:56.999" v="30" actId="47"/>
        <pc:sldMkLst>
          <pc:docMk/>
          <pc:sldMk cId="1406490577" sldId="2147374733"/>
        </pc:sldMkLst>
        <pc:spChg chg="mod">
          <ac:chgData name="Dasani, Kajal" userId="724b87a8-2479-43e9-b7e1-42f88ac2ba97" providerId="ADAL" clId="{CB71A39E-D499-4BE6-8692-60DA0718E882}" dt="2025-02-25T10:59:23.497" v="29" actId="13926"/>
          <ac:spMkLst>
            <pc:docMk/>
            <pc:sldMk cId="1406490577" sldId="2147374733"/>
            <ac:spMk id="4" creationId="{E1C5EEC1-8678-45B6-AAE5-E8F1472B603A}"/>
          </ac:spMkLst>
        </pc:spChg>
        <pc:spChg chg="mod">
          <ac:chgData name="Dasani, Kajal" userId="724b87a8-2479-43e9-b7e1-42f88ac2ba97" providerId="ADAL" clId="{CB71A39E-D499-4BE6-8692-60DA0718E882}" dt="2025-02-25T10:59:21.374" v="28" actId="13926"/>
          <ac:spMkLst>
            <pc:docMk/>
            <pc:sldMk cId="1406490577" sldId="2147374733"/>
            <ac:spMk id="46" creationId="{9E075E88-0352-43AC-B6F8-645EDD4E5EA8}"/>
          </ac:spMkLst>
        </pc:spChg>
      </pc:sldChg>
      <pc:sldChg chg="modSp mod">
        <pc:chgData name="Dasani, Kajal" userId="724b87a8-2479-43e9-b7e1-42f88ac2ba97" providerId="ADAL" clId="{CB71A39E-D499-4BE6-8692-60DA0718E882}" dt="2025-02-25T11:39:58.700" v="185" actId="20577"/>
        <pc:sldMkLst>
          <pc:docMk/>
          <pc:sldMk cId="1224025007" sldId="2147376071"/>
        </pc:sldMkLst>
        <pc:spChg chg="mod">
          <ac:chgData name="Dasani, Kajal" userId="724b87a8-2479-43e9-b7e1-42f88ac2ba97" providerId="ADAL" clId="{CB71A39E-D499-4BE6-8692-60DA0718E882}" dt="2025-02-25T11:39:46.432" v="183" actId="20577"/>
          <ac:spMkLst>
            <pc:docMk/>
            <pc:sldMk cId="1224025007" sldId="2147376071"/>
            <ac:spMk id="2" creationId="{D7797CBA-04C2-10A0-D4B0-24A79E04D8AE}"/>
          </ac:spMkLst>
        </pc:spChg>
        <pc:spChg chg="mod">
          <ac:chgData name="Dasani, Kajal" userId="724b87a8-2479-43e9-b7e1-42f88ac2ba97" providerId="ADAL" clId="{CB71A39E-D499-4BE6-8692-60DA0718E882}" dt="2025-02-25T11:39:35.451" v="172" actId="13926"/>
          <ac:spMkLst>
            <pc:docMk/>
            <pc:sldMk cId="1224025007" sldId="2147376071"/>
            <ac:spMk id="4" creationId="{9E5CCD9E-7C64-4089-9600-3A6CBA52141D}"/>
          </ac:spMkLst>
        </pc:spChg>
        <pc:spChg chg="mod">
          <ac:chgData name="Dasani, Kajal" userId="724b87a8-2479-43e9-b7e1-42f88ac2ba97" providerId="ADAL" clId="{CB71A39E-D499-4BE6-8692-60DA0718E882}" dt="2025-02-25T11:39:58.700" v="185" actId="20577"/>
          <ac:spMkLst>
            <pc:docMk/>
            <pc:sldMk cId="1224025007" sldId="2147376071"/>
            <ac:spMk id="27" creationId="{3367436E-E043-4AEA-8051-D1EEBAF517A3}"/>
          </ac:spMkLst>
        </pc:spChg>
      </pc:sldChg>
      <pc:sldChg chg="delSp mod">
        <pc:chgData name="Dasani, Kajal" userId="724b87a8-2479-43e9-b7e1-42f88ac2ba97" providerId="ADAL" clId="{CB71A39E-D499-4BE6-8692-60DA0718E882}" dt="2025-02-25T11:43:41.195" v="240" actId="478"/>
        <pc:sldMkLst>
          <pc:docMk/>
          <pc:sldMk cId="1102404000" sldId="2147376075"/>
        </pc:sldMkLst>
        <pc:spChg chg="del">
          <ac:chgData name="Dasani, Kajal" userId="724b87a8-2479-43e9-b7e1-42f88ac2ba97" providerId="ADAL" clId="{CB71A39E-D499-4BE6-8692-60DA0718E882}" dt="2025-02-25T11:43:41.195" v="240" actId="478"/>
          <ac:spMkLst>
            <pc:docMk/>
            <pc:sldMk cId="1102404000" sldId="2147376075"/>
            <ac:spMk id="9" creationId="{FE1334C2-236F-B9F8-3090-F1C4C525230F}"/>
          </ac:spMkLst>
        </pc:spChg>
      </pc:sldChg>
      <pc:sldChg chg="delSp mod">
        <pc:chgData name="Dasani, Kajal" userId="724b87a8-2479-43e9-b7e1-42f88ac2ba97" providerId="ADAL" clId="{CB71A39E-D499-4BE6-8692-60DA0718E882}" dt="2025-02-25T11:43:37.675" v="239" actId="478"/>
        <pc:sldMkLst>
          <pc:docMk/>
          <pc:sldMk cId="1156966376" sldId="2147376132"/>
        </pc:sldMkLst>
        <pc:spChg chg="del">
          <ac:chgData name="Dasani, Kajal" userId="724b87a8-2479-43e9-b7e1-42f88ac2ba97" providerId="ADAL" clId="{CB71A39E-D499-4BE6-8692-60DA0718E882}" dt="2025-02-25T11:43:37.675" v="239" actId="478"/>
          <ac:spMkLst>
            <pc:docMk/>
            <pc:sldMk cId="1156966376" sldId="2147376132"/>
            <ac:spMk id="2" creationId="{5E6A024F-6D97-B2BF-67CA-53EC931E6831}"/>
          </ac:spMkLst>
        </pc:spChg>
      </pc:sldChg>
      <pc:sldChg chg="delSp modSp mod">
        <pc:chgData name="Dasani, Kajal" userId="724b87a8-2479-43e9-b7e1-42f88ac2ba97" providerId="ADAL" clId="{CB71A39E-D499-4BE6-8692-60DA0718E882}" dt="2025-02-25T11:44:44.086" v="243" actId="313"/>
        <pc:sldMkLst>
          <pc:docMk/>
          <pc:sldMk cId="831711603" sldId="2147377098"/>
        </pc:sldMkLst>
        <pc:spChg chg="del">
          <ac:chgData name="Dasani, Kajal" userId="724b87a8-2479-43e9-b7e1-42f88ac2ba97" providerId="ADAL" clId="{CB71A39E-D499-4BE6-8692-60DA0718E882}" dt="2025-02-25T11:44:26.703" v="242" actId="478"/>
          <ac:spMkLst>
            <pc:docMk/>
            <pc:sldMk cId="831711603" sldId="2147377098"/>
            <ac:spMk id="2" creationId="{24F08983-C311-1CF4-E512-A4D255BAE2A9}"/>
          </ac:spMkLst>
        </pc:spChg>
        <pc:spChg chg="mod">
          <ac:chgData name="Dasani, Kajal" userId="724b87a8-2479-43e9-b7e1-42f88ac2ba97" providerId="ADAL" clId="{CB71A39E-D499-4BE6-8692-60DA0718E882}" dt="2025-02-25T11:44:44.086" v="243" actId="313"/>
          <ac:spMkLst>
            <pc:docMk/>
            <pc:sldMk cId="831711603" sldId="2147377098"/>
            <ac:spMk id="108" creationId="{EC1916D7-0B7A-4793-82F7-65C50789CA20}"/>
          </ac:spMkLst>
        </pc:spChg>
      </pc:sldChg>
      <pc:sldChg chg="del">
        <pc:chgData name="Dasani, Kajal" userId="724b87a8-2479-43e9-b7e1-42f88ac2ba97" providerId="ADAL" clId="{CB71A39E-D499-4BE6-8692-60DA0718E882}" dt="2025-02-25T10:55:32.223" v="1" actId="47"/>
        <pc:sldMkLst>
          <pc:docMk/>
          <pc:sldMk cId="1089519191" sldId="2147469138"/>
        </pc:sldMkLst>
      </pc:sldChg>
      <pc:sldChg chg="modSp mod">
        <pc:chgData name="Dasani, Kajal" userId="724b87a8-2479-43e9-b7e1-42f88ac2ba97" providerId="ADAL" clId="{CB71A39E-D499-4BE6-8692-60DA0718E882}" dt="2025-02-25T11:41:49.554" v="236" actId="1076"/>
        <pc:sldMkLst>
          <pc:docMk/>
          <pc:sldMk cId="1804845312" sldId="2147470005"/>
        </pc:sldMkLst>
        <pc:spChg chg="mod">
          <ac:chgData name="Dasani, Kajal" userId="724b87a8-2479-43e9-b7e1-42f88ac2ba97" providerId="ADAL" clId="{CB71A39E-D499-4BE6-8692-60DA0718E882}" dt="2025-02-25T11:40:53.531" v="203" actId="13926"/>
          <ac:spMkLst>
            <pc:docMk/>
            <pc:sldMk cId="1804845312" sldId="2147470005"/>
            <ac:spMk id="2" creationId="{D88259C5-EAD6-4DF5-8310-7A9E95D13775}"/>
          </ac:spMkLst>
        </pc:spChg>
        <pc:spChg chg="mod">
          <ac:chgData name="Dasani, Kajal" userId="724b87a8-2479-43e9-b7e1-42f88ac2ba97" providerId="ADAL" clId="{CB71A39E-D499-4BE6-8692-60DA0718E882}" dt="2025-02-25T11:41:43.576" v="235" actId="14100"/>
          <ac:spMkLst>
            <pc:docMk/>
            <pc:sldMk cId="1804845312" sldId="2147470005"/>
            <ac:spMk id="39" creationId="{2AE3F9BB-0644-4D8E-985F-9DBFBEDF4213}"/>
          </ac:spMkLst>
        </pc:spChg>
        <pc:spChg chg="mod">
          <ac:chgData name="Dasani, Kajal" userId="724b87a8-2479-43e9-b7e1-42f88ac2ba97" providerId="ADAL" clId="{CB71A39E-D499-4BE6-8692-60DA0718E882}" dt="2025-02-25T11:41:28.384" v="232" actId="20577"/>
          <ac:spMkLst>
            <pc:docMk/>
            <pc:sldMk cId="1804845312" sldId="2147470005"/>
            <ac:spMk id="51" creationId="{52C18C5D-4A8F-4760-8B94-B1745F42F3B8}"/>
          </ac:spMkLst>
        </pc:spChg>
        <pc:picChg chg="mod">
          <ac:chgData name="Dasani, Kajal" userId="724b87a8-2479-43e9-b7e1-42f88ac2ba97" providerId="ADAL" clId="{CB71A39E-D499-4BE6-8692-60DA0718E882}" dt="2025-02-25T11:41:49.554" v="236" actId="1076"/>
          <ac:picMkLst>
            <pc:docMk/>
            <pc:sldMk cId="1804845312" sldId="2147470005"/>
            <ac:picMk id="68" creationId="{A31D6CE8-7A42-4D7F-9F85-396AE20CE29B}"/>
          </ac:picMkLst>
        </pc:picChg>
      </pc:sldChg>
      <pc:sldChg chg="modSp mod">
        <pc:chgData name="Dasani, Kajal" userId="724b87a8-2479-43e9-b7e1-42f88ac2ba97" providerId="ADAL" clId="{CB71A39E-D499-4BE6-8692-60DA0718E882}" dt="2025-02-26T10:46:01.667" v="259" actId="13926"/>
        <pc:sldMkLst>
          <pc:docMk/>
          <pc:sldMk cId="3867153853" sldId="2147473537"/>
        </pc:sldMkLst>
        <pc:spChg chg="mod">
          <ac:chgData name="Dasani, Kajal" userId="724b87a8-2479-43e9-b7e1-42f88ac2ba97" providerId="ADAL" clId="{CB71A39E-D499-4BE6-8692-60DA0718E882}" dt="2025-02-25T11:35:26.153" v="53" actId="20577"/>
          <ac:spMkLst>
            <pc:docMk/>
            <pc:sldMk cId="3867153853" sldId="2147473537"/>
            <ac:spMk id="2" creationId="{E8941EDD-0361-EADA-69DF-E43E87D57895}"/>
          </ac:spMkLst>
        </pc:spChg>
        <pc:spChg chg="mod">
          <ac:chgData name="Dasani, Kajal" userId="724b87a8-2479-43e9-b7e1-42f88ac2ba97" providerId="ADAL" clId="{CB71A39E-D499-4BE6-8692-60DA0718E882}" dt="2025-02-25T11:35:17.530" v="44" actId="20577"/>
          <ac:spMkLst>
            <pc:docMk/>
            <pc:sldMk cId="3867153853" sldId="2147473537"/>
            <ac:spMk id="9" creationId="{5151EBB3-3641-B416-2519-3A2650A00261}"/>
          </ac:spMkLst>
        </pc:spChg>
        <pc:spChg chg="mod">
          <ac:chgData name="Dasani, Kajal" userId="724b87a8-2479-43e9-b7e1-42f88ac2ba97" providerId="ADAL" clId="{CB71A39E-D499-4BE6-8692-60DA0718E882}" dt="2025-02-26T10:46:01.667" v="259" actId="13926"/>
          <ac:spMkLst>
            <pc:docMk/>
            <pc:sldMk cId="3867153853" sldId="2147473537"/>
            <ac:spMk id="34" creationId="{79ACFCB3-DAF9-B8B9-5A28-D59F06CDBBF8}"/>
          </ac:spMkLst>
        </pc:spChg>
      </pc:sldChg>
      <pc:sldChg chg="modSp mod">
        <pc:chgData name="Dasani, Kajal" userId="724b87a8-2479-43e9-b7e1-42f88ac2ba97" providerId="ADAL" clId="{CB71A39E-D499-4BE6-8692-60DA0718E882}" dt="2025-02-25T11:38:35.793" v="163" actId="20577"/>
        <pc:sldMkLst>
          <pc:docMk/>
          <pc:sldMk cId="3430586401" sldId="2147473540"/>
        </pc:sldMkLst>
        <pc:spChg chg="mod">
          <ac:chgData name="Dasani, Kajal" userId="724b87a8-2479-43e9-b7e1-42f88ac2ba97" providerId="ADAL" clId="{CB71A39E-D499-4BE6-8692-60DA0718E882}" dt="2025-02-25T11:38:35.793" v="163" actId="20577"/>
          <ac:spMkLst>
            <pc:docMk/>
            <pc:sldMk cId="3430586401" sldId="2147473540"/>
            <ac:spMk id="10" creationId="{A97A0E1E-5CF0-669E-CB11-72A46012E5B0}"/>
          </ac:spMkLst>
        </pc:spChg>
      </pc:sldChg>
      <pc:sldChg chg="modSp mod">
        <pc:chgData name="Dasani, Kajal" userId="724b87a8-2479-43e9-b7e1-42f88ac2ba97" providerId="ADAL" clId="{CB71A39E-D499-4BE6-8692-60DA0718E882}" dt="2025-02-25T11:38:14.381" v="157" actId="20577"/>
        <pc:sldMkLst>
          <pc:docMk/>
          <pc:sldMk cId="3778090857" sldId="2147473541"/>
        </pc:sldMkLst>
        <pc:spChg chg="mod">
          <ac:chgData name="Dasani, Kajal" userId="724b87a8-2479-43e9-b7e1-42f88ac2ba97" providerId="ADAL" clId="{CB71A39E-D499-4BE6-8692-60DA0718E882}" dt="2025-02-25T11:37:23.298" v="121" actId="13926"/>
          <ac:spMkLst>
            <pc:docMk/>
            <pc:sldMk cId="3778090857" sldId="2147473541"/>
            <ac:spMk id="4" creationId="{F6A28F12-CB60-CC75-61A4-4D4EAF316B5C}"/>
          </ac:spMkLst>
        </pc:spChg>
        <pc:spChg chg="mod">
          <ac:chgData name="Dasani, Kajal" userId="724b87a8-2479-43e9-b7e1-42f88ac2ba97" providerId="ADAL" clId="{CB71A39E-D499-4BE6-8692-60DA0718E882}" dt="2025-02-25T11:38:14.381" v="157" actId="20577"/>
          <ac:spMkLst>
            <pc:docMk/>
            <pc:sldMk cId="3778090857" sldId="2147473541"/>
            <ac:spMk id="12" creationId="{B14FF9FE-9E7F-EAD6-B413-0D6705B499DC}"/>
          </ac:spMkLst>
        </pc:spChg>
        <pc:spChg chg="mod">
          <ac:chgData name="Dasani, Kajal" userId="724b87a8-2479-43e9-b7e1-42f88ac2ba97" providerId="ADAL" clId="{CB71A39E-D499-4BE6-8692-60DA0718E882}" dt="2025-02-25T11:38:01.543" v="151" actId="20577"/>
          <ac:spMkLst>
            <pc:docMk/>
            <pc:sldMk cId="3778090857" sldId="2147473541"/>
            <ac:spMk id="46" creationId="{9D88A8A5-6AA9-7B9D-1EF5-9C209F6C03E1}"/>
          </ac:spMkLst>
        </pc:spChg>
        <pc:spChg chg="mod">
          <ac:chgData name="Dasani, Kajal" userId="724b87a8-2479-43e9-b7e1-42f88ac2ba97" providerId="ADAL" clId="{CB71A39E-D499-4BE6-8692-60DA0718E882}" dt="2025-02-25T11:37:30.574" v="130" actId="20577"/>
          <ac:spMkLst>
            <pc:docMk/>
            <pc:sldMk cId="3778090857" sldId="2147473541"/>
            <ac:spMk id="149" creationId="{D7476401-39C1-2168-D272-07917E6C6109}"/>
          </ac:spMkLst>
        </pc:spChg>
      </pc:sldChg>
      <pc:sldChg chg="delSp mod">
        <pc:chgData name="Dasani, Kajal" userId="724b87a8-2479-43e9-b7e1-42f88ac2ba97" providerId="ADAL" clId="{CB71A39E-D499-4BE6-8692-60DA0718E882}" dt="2025-02-25T11:40:17.912" v="186" actId="478"/>
        <pc:sldMkLst>
          <pc:docMk/>
          <pc:sldMk cId="0" sldId="2147473545"/>
        </pc:sldMkLst>
        <pc:spChg chg="del">
          <ac:chgData name="Dasani, Kajal" userId="724b87a8-2479-43e9-b7e1-42f88ac2ba97" providerId="ADAL" clId="{CB71A39E-D499-4BE6-8692-60DA0718E882}" dt="2025-02-25T11:40:17.912" v="186" actId="478"/>
          <ac:spMkLst>
            <pc:docMk/>
            <pc:sldMk cId="0" sldId="2147473545"/>
            <ac:spMk id="20" creationId="{F978F898-A9AD-625A-310C-39550F05A96F}"/>
          </ac:spMkLst>
        </pc:spChg>
      </pc:sldChg>
      <pc:sldMasterChg chg="delSp mod">
        <pc:chgData name="Dasani, Kajal" userId="724b87a8-2479-43e9-b7e1-42f88ac2ba97" providerId="ADAL" clId="{CB71A39E-D499-4BE6-8692-60DA0718E882}" dt="2025-02-25T11:34:22.438" v="35" actId="478"/>
        <pc:sldMasterMkLst>
          <pc:docMk/>
          <pc:sldMasterMk cId="1734437769" sldId="2147483977"/>
        </pc:sldMasterMkLst>
        <pc:spChg chg="del">
          <ac:chgData name="Dasani, Kajal" userId="724b87a8-2479-43e9-b7e1-42f88ac2ba97" providerId="ADAL" clId="{CB71A39E-D499-4BE6-8692-60DA0718E882}" dt="2025-02-25T11:34:22.438" v="35" actId="478"/>
          <ac:spMkLst>
            <pc:docMk/>
            <pc:sldMasterMk cId="1734437769" sldId="2147483977"/>
            <ac:spMk id="61" creationId="{9D36E5FD-F409-4495-819A-440FA57D9E19}"/>
          </ac:spMkLst>
        </pc:spChg>
      </pc:sldMasterChg>
      <pc:sldMasterChg chg="delSp mod">
        <pc:chgData name="Dasani, Kajal" userId="724b87a8-2479-43e9-b7e1-42f88ac2ba97" providerId="ADAL" clId="{CB71A39E-D499-4BE6-8692-60DA0718E882}" dt="2025-02-25T11:34:48.337" v="36" actId="478"/>
        <pc:sldMasterMkLst>
          <pc:docMk/>
          <pc:sldMasterMk cId="2533179822" sldId="2147484006"/>
        </pc:sldMasterMkLst>
        <pc:spChg chg="del">
          <ac:chgData name="Dasani, Kajal" userId="724b87a8-2479-43e9-b7e1-42f88ac2ba97" providerId="ADAL" clId="{CB71A39E-D499-4BE6-8692-60DA0718E882}" dt="2025-02-25T11:34:48.337" v="36" actId="478"/>
          <ac:spMkLst>
            <pc:docMk/>
            <pc:sldMasterMk cId="2533179822" sldId="2147484006"/>
            <ac:spMk id="61" creationId="{9D36E5FD-F409-4495-819A-440FA57D9E19}"/>
          </ac:spMkLst>
        </pc:spChg>
      </pc:sldMasterChg>
      <pc:sldMasterChg chg="del delSldLayout">
        <pc:chgData name="Dasani, Kajal" userId="724b87a8-2479-43e9-b7e1-42f88ac2ba97" providerId="ADAL" clId="{CB71A39E-D499-4BE6-8692-60DA0718E882}" dt="2025-02-25T10:55:32.223" v="1" actId="47"/>
        <pc:sldMasterMkLst>
          <pc:docMk/>
          <pc:sldMasterMk cId="2303749510" sldId="2147484287"/>
        </pc:sldMasterMkLst>
        <pc:sldLayoutChg chg="del">
          <pc:chgData name="Dasani, Kajal" userId="724b87a8-2479-43e9-b7e1-42f88ac2ba97" providerId="ADAL" clId="{CB71A39E-D499-4BE6-8692-60DA0718E882}" dt="2025-02-25T10:55:32.223" v="1" actId="47"/>
          <pc:sldLayoutMkLst>
            <pc:docMk/>
            <pc:sldMasterMk cId="2303749510" sldId="2147484287"/>
            <pc:sldLayoutMk cId="3313448404" sldId="2147484288"/>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673104852" sldId="2147484289"/>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1459386628" sldId="2147484290"/>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864149588" sldId="2147484291"/>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1491705874" sldId="2147484292"/>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156573668" sldId="2147484293"/>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2552168678" sldId="2147484294"/>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836541349" sldId="2147484295"/>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39418377" sldId="2147484296"/>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741843995" sldId="2147484297"/>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2551716434" sldId="2147484298"/>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4159289253" sldId="2147484299"/>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800658902" sldId="2147484300"/>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653184724" sldId="2147484301"/>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1511283789" sldId="2147484302"/>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1882544408" sldId="2147484303"/>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1781942678" sldId="2147484304"/>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4054731197" sldId="2147484305"/>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3152476458" sldId="2147484306"/>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225001612" sldId="2147484307"/>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3913930948" sldId="2147484308"/>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3123802712" sldId="2147484309"/>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1022566759" sldId="2147484310"/>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2358952862" sldId="2147484311"/>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1038393877" sldId="2147484312"/>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1933010412" sldId="2147484313"/>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2879313884" sldId="2147484314"/>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3522434035" sldId="2147484315"/>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2505209351" sldId="2147484316"/>
          </pc:sldLayoutMkLst>
        </pc:sldLayoutChg>
        <pc:sldLayoutChg chg="del">
          <pc:chgData name="Dasani, Kajal" userId="724b87a8-2479-43e9-b7e1-42f88ac2ba97" providerId="ADAL" clId="{CB71A39E-D499-4BE6-8692-60DA0718E882}" dt="2025-02-25T10:55:32.223" v="1" actId="47"/>
          <pc:sldLayoutMkLst>
            <pc:docMk/>
            <pc:sldMasterMk cId="2303749510" sldId="2147484287"/>
            <pc:sldLayoutMk cId="1046997661" sldId="2147484317"/>
          </pc:sldLayoutMkLst>
        </pc:sldLayoutChg>
      </pc:sldMasterChg>
      <pc:sldMasterChg chg="delSp mod">
        <pc:chgData name="Dasani, Kajal" userId="724b87a8-2479-43e9-b7e1-42f88ac2ba97" providerId="ADAL" clId="{CB71A39E-D499-4BE6-8692-60DA0718E882}" dt="2025-02-25T11:45:08.359" v="245" actId="478"/>
        <pc:sldMasterMkLst>
          <pc:docMk/>
          <pc:sldMasterMk cId="953422132" sldId="2147484334"/>
        </pc:sldMasterMkLst>
        <pc:spChg chg="del">
          <ac:chgData name="Dasani, Kajal" userId="724b87a8-2479-43e9-b7e1-42f88ac2ba97" providerId="ADAL" clId="{CB71A39E-D499-4BE6-8692-60DA0718E882}" dt="2025-02-25T11:45:08.359" v="245" actId="478"/>
          <ac:spMkLst>
            <pc:docMk/>
            <pc:sldMasterMk cId="953422132" sldId="2147484334"/>
            <ac:spMk id="98" creationId="{B1133F59-1301-4D8F-A396-71B6A669F37A}"/>
          </ac:spMkLst>
        </pc:spChg>
        <pc:picChg chg="del">
          <ac:chgData name="Dasani, Kajal" userId="724b87a8-2479-43e9-b7e1-42f88ac2ba97" providerId="ADAL" clId="{CB71A39E-D499-4BE6-8692-60DA0718E882}" dt="2025-02-25T11:07:59.977" v="34" actId="478"/>
          <ac:picMkLst>
            <pc:docMk/>
            <pc:sldMasterMk cId="953422132" sldId="2147484334"/>
            <ac:picMk id="2" creationId="{D927D63B-F193-9435-FF72-C814FBF64B89}"/>
          </ac:picMkLst>
        </pc:picChg>
      </pc:sldMasterChg>
    </pc:docChg>
  </pc:docChgLst>
  <pc:docChgLst>
    <pc:chgData name="Suman, Shambhu" userId="5f6eb015-5ea9-41fa-8e1d-022f0d69fa94" providerId="ADAL" clId="{3AE53D18-D738-4392-B8A8-9541DC7AEA9F}"/>
    <pc:docChg chg="undo redo custSel addSld delSld modSld sldOrd">
      <pc:chgData name="Suman, Shambhu" userId="5f6eb015-5ea9-41fa-8e1d-022f0d69fa94" providerId="ADAL" clId="{3AE53D18-D738-4392-B8A8-9541DC7AEA9F}" dt="2023-06-08T16:45:49.541" v="1361" actId="20577"/>
      <pc:docMkLst>
        <pc:docMk/>
      </pc:docMkLst>
      <pc:sldChg chg="ord">
        <pc:chgData name="Suman, Shambhu" userId="5f6eb015-5ea9-41fa-8e1d-022f0d69fa94" providerId="ADAL" clId="{3AE53D18-D738-4392-B8A8-9541DC7AEA9F}" dt="2023-06-08T09:15:17.888" v="3"/>
        <pc:sldMkLst>
          <pc:docMk/>
          <pc:sldMk cId="2563023637" sldId="436"/>
        </pc:sldMkLst>
      </pc:sldChg>
      <pc:sldChg chg="add">
        <pc:chgData name="Suman, Shambhu" userId="5f6eb015-5ea9-41fa-8e1d-022f0d69fa94" providerId="ADAL" clId="{3AE53D18-D738-4392-B8A8-9541DC7AEA9F}" dt="2023-06-08T09:14:46.920" v="1"/>
        <pc:sldMkLst>
          <pc:docMk/>
          <pc:sldMk cId="207965888" sldId="1001"/>
        </pc:sldMkLst>
      </pc:sldChg>
      <pc:sldChg chg="del">
        <pc:chgData name="Suman, Shambhu" userId="5f6eb015-5ea9-41fa-8e1d-022f0d69fa94" providerId="ADAL" clId="{3AE53D18-D738-4392-B8A8-9541DC7AEA9F}" dt="2023-06-08T09:14:30.180" v="0" actId="2696"/>
        <pc:sldMkLst>
          <pc:docMk/>
          <pc:sldMk cId="337468842" sldId="1001"/>
        </pc:sldMkLst>
      </pc:sldChg>
      <pc:sldChg chg="modSp mod">
        <pc:chgData name="Suman, Shambhu" userId="5f6eb015-5ea9-41fa-8e1d-022f0d69fa94" providerId="ADAL" clId="{3AE53D18-D738-4392-B8A8-9541DC7AEA9F}" dt="2023-06-08T16:45:49.541" v="1361" actId="20577"/>
        <pc:sldMkLst>
          <pc:docMk/>
          <pc:sldMk cId="3867533695" sldId="1042"/>
        </pc:sldMkLst>
      </pc:sldChg>
      <pc:sldChg chg="add">
        <pc:chgData name="Suman, Shambhu" userId="5f6eb015-5ea9-41fa-8e1d-022f0d69fa94" providerId="ADAL" clId="{3AE53D18-D738-4392-B8A8-9541DC7AEA9F}" dt="2023-06-08T09:14:46.920" v="1"/>
        <pc:sldMkLst>
          <pc:docMk/>
          <pc:sldMk cId="1659601894" sldId="1059"/>
        </pc:sldMkLst>
      </pc:sldChg>
      <pc:sldChg chg="del">
        <pc:chgData name="Suman, Shambhu" userId="5f6eb015-5ea9-41fa-8e1d-022f0d69fa94" providerId="ADAL" clId="{3AE53D18-D738-4392-B8A8-9541DC7AEA9F}" dt="2023-06-08T09:14:30.180" v="0" actId="2696"/>
        <pc:sldMkLst>
          <pc:docMk/>
          <pc:sldMk cId="3692256401" sldId="1059"/>
        </pc:sldMkLst>
      </pc:sldChg>
      <pc:sldChg chg="del">
        <pc:chgData name="Suman, Shambhu" userId="5f6eb015-5ea9-41fa-8e1d-022f0d69fa94" providerId="ADAL" clId="{3AE53D18-D738-4392-B8A8-9541DC7AEA9F}" dt="2023-06-08T09:14:30.180" v="0" actId="2696"/>
        <pc:sldMkLst>
          <pc:docMk/>
          <pc:sldMk cId="3445811528" sldId="1061"/>
        </pc:sldMkLst>
      </pc:sldChg>
      <pc:sldChg chg="add">
        <pc:chgData name="Suman, Shambhu" userId="5f6eb015-5ea9-41fa-8e1d-022f0d69fa94" providerId="ADAL" clId="{3AE53D18-D738-4392-B8A8-9541DC7AEA9F}" dt="2023-06-08T09:14:46.920" v="1"/>
        <pc:sldMkLst>
          <pc:docMk/>
          <pc:sldMk cId="3518095454" sldId="1061"/>
        </pc:sldMkLst>
      </pc:sldChg>
      <pc:sldChg chg="add ord">
        <pc:chgData name="Suman, Shambhu" userId="5f6eb015-5ea9-41fa-8e1d-022f0d69fa94" providerId="ADAL" clId="{3AE53D18-D738-4392-B8A8-9541DC7AEA9F}" dt="2023-06-08T09:15:22.347" v="5"/>
        <pc:sldMkLst>
          <pc:docMk/>
          <pc:sldMk cId="204903354" sldId="1062"/>
        </pc:sldMkLst>
      </pc:sldChg>
      <pc:sldChg chg="del">
        <pc:chgData name="Suman, Shambhu" userId="5f6eb015-5ea9-41fa-8e1d-022f0d69fa94" providerId="ADAL" clId="{3AE53D18-D738-4392-B8A8-9541DC7AEA9F}" dt="2023-06-08T09:14:30.180" v="0" actId="2696"/>
        <pc:sldMkLst>
          <pc:docMk/>
          <pc:sldMk cId="2243970684" sldId="1062"/>
        </pc:sldMkLst>
      </pc:sldChg>
      <pc:sldChg chg="add">
        <pc:chgData name="Suman, Shambhu" userId="5f6eb015-5ea9-41fa-8e1d-022f0d69fa94" providerId="ADAL" clId="{3AE53D18-D738-4392-B8A8-9541DC7AEA9F}" dt="2023-06-08T09:14:46.920" v="1"/>
        <pc:sldMkLst>
          <pc:docMk/>
          <pc:sldMk cId="918589698" sldId="1368"/>
        </pc:sldMkLst>
      </pc:sldChg>
      <pc:sldChg chg="del">
        <pc:chgData name="Suman, Shambhu" userId="5f6eb015-5ea9-41fa-8e1d-022f0d69fa94" providerId="ADAL" clId="{3AE53D18-D738-4392-B8A8-9541DC7AEA9F}" dt="2023-06-08T09:14:30.180" v="0" actId="2696"/>
        <pc:sldMkLst>
          <pc:docMk/>
          <pc:sldMk cId="944122188" sldId="1368"/>
        </pc:sldMkLst>
      </pc:sldChg>
      <pc:sldChg chg="modSp mod">
        <pc:chgData name="Suman, Shambhu" userId="5f6eb015-5ea9-41fa-8e1d-022f0d69fa94" providerId="ADAL" clId="{3AE53D18-D738-4392-B8A8-9541DC7AEA9F}" dt="2023-06-08T15:53:19.310" v="1342" actId="20577"/>
        <pc:sldMkLst>
          <pc:docMk/>
          <pc:sldMk cId="1406490577" sldId="2147374733"/>
        </pc:sldMkLst>
      </pc:sldChg>
      <pc:sldChg chg="addSp delSp modSp mod">
        <pc:chgData name="Suman, Shambhu" userId="5f6eb015-5ea9-41fa-8e1d-022f0d69fa94" providerId="ADAL" clId="{3AE53D18-D738-4392-B8A8-9541DC7AEA9F}" dt="2023-06-08T15:28:18.754" v="1179" actId="478"/>
        <pc:sldMkLst>
          <pc:docMk/>
          <pc:sldMk cId="831711603" sldId="2147377098"/>
        </pc:sldMkLst>
      </pc:sldChg>
      <pc:sldChg chg="modSp mod">
        <pc:chgData name="Suman, Shambhu" userId="5f6eb015-5ea9-41fa-8e1d-022f0d69fa94" providerId="ADAL" clId="{3AE53D18-D738-4392-B8A8-9541DC7AEA9F}" dt="2023-06-08T15:58:23.702" v="1360" actId="20577"/>
        <pc:sldMkLst>
          <pc:docMk/>
          <pc:sldMk cId="3778090857" sldId="2147473541"/>
        </pc:sldMkLst>
      </pc:sldChg>
      <pc:sldMasterChg chg="delSldLayout">
        <pc:chgData name="Suman, Shambhu" userId="5f6eb015-5ea9-41fa-8e1d-022f0d69fa94" providerId="ADAL" clId="{3AE53D18-D738-4392-B8A8-9541DC7AEA9F}" dt="2023-06-08T09:14:30.180" v="0" actId="2696"/>
        <pc:sldMasterMkLst>
          <pc:docMk/>
          <pc:sldMasterMk cId="2591753938" sldId="2147484259"/>
        </pc:sldMasterMkLst>
        <pc:sldLayoutChg chg="del">
          <pc:chgData name="Suman, Shambhu" userId="5f6eb015-5ea9-41fa-8e1d-022f0d69fa94" providerId="ADAL" clId="{3AE53D18-D738-4392-B8A8-9541DC7AEA9F}" dt="2023-06-08T09:14:30.180" v="0" actId="2696"/>
          <pc:sldLayoutMkLst>
            <pc:docMk/>
            <pc:sldMasterMk cId="2591753938" sldId="2147484259"/>
            <pc:sldLayoutMk cId="636721278" sldId="2147484265"/>
          </pc:sldLayoutMkLst>
        </pc:sldLayoutChg>
      </pc:sldMasterChg>
    </pc:docChg>
  </pc:docChgLst>
  <pc:docChgLst>
    <pc:chgData name="Shishodia, Pratyasha" userId="S::pratyasha.shishodia@capgemini.com::b61b1e62-763a-4bf1-bd25-dfc9f4ed06ed" providerId="AD" clId="Web-{96A37EA3-E313-A7A2-1E2E-D354A443EE29}"/>
    <pc:docChg chg="modSld">
      <pc:chgData name="Shishodia, Pratyasha" userId="S::pratyasha.shishodia@capgemini.com::b61b1e62-763a-4bf1-bd25-dfc9f4ed06ed" providerId="AD" clId="Web-{96A37EA3-E313-A7A2-1E2E-D354A443EE29}" dt="2023-06-08T16:04:26.676" v="1191" actId="20577"/>
      <pc:docMkLst>
        <pc:docMk/>
      </pc:docMkLst>
      <pc:sldChg chg="modSp">
        <pc:chgData name="Shishodia, Pratyasha" userId="S::pratyasha.shishodia@capgemini.com::b61b1e62-763a-4bf1-bd25-dfc9f4ed06ed" providerId="AD" clId="Web-{96A37EA3-E313-A7A2-1E2E-D354A443EE29}" dt="2023-06-08T15:59:43.117" v="1027" actId="20577"/>
        <pc:sldMkLst>
          <pc:docMk/>
          <pc:sldMk cId="1406490577" sldId="2147374733"/>
        </pc:sldMkLst>
      </pc:sldChg>
      <pc:sldChg chg="addSp modSp">
        <pc:chgData name="Shishodia, Pratyasha" userId="S::pratyasha.shishodia@capgemini.com::b61b1e62-763a-4bf1-bd25-dfc9f4ed06ed" providerId="AD" clId="Web-{96A37EA3-E313-A7A2-1E2E-D354A443EE29}" dt="2023-06-08T16:04:26.676" v="1191" actId="20577"/>
        <pc:sldMkLst>
          <pc:docMk/>
          <pc:sldMk cId="831711603" sldId="2147377098"/>
        </pc:sldMkLst>
      </pc:sldChg>
      <pc:sldChg chg="modSp">
        <pc:chgData name="Shishodia, Pratyasha" userId="S::pratyasha.shishodia@capgemini.com::b61b1e62-763a-4bf1-bd25-dfc9f4ed06ed" providerId="AD" clId="Web-{96A37EA3-E313-A7A2-1E2E-D354A443EE29}" dt="2023-06-08T16:04:17.753" v="1190" actId="20577"/>
        <pc:sldMkLst>
          <pc:docMk/>
          <pc:sldMk cId="1804845312" sldId="2147470005"/>
        </pc:sldMkLst>
      </pc:sldChg>
      <pc:sldChg chg="modSp">
        <pc:chgData name="Shishodia, Pratyasha" userId="S::pratyasha.shishodia@capgemini.com::b61b1e62-763a-4bf1-bd25-dfc9f4ed06ed" providerId="AD" clId="Web-{96A37EA3-E313-A7A2-1E2E-D354A443EE29}" dt="2023-06-08T16:02:59.281" v="1180" actId="20577"/>
        <pc:sldMkLst>
          <pc:docMk/>
          <pc:sldMk cId="3778090857" sldId="2147473541"/>
        </pc:sldMkLst>
      </pc:sldChg>
    </pc:docChg>
  </pc:docChgLst>
  <pc:docChgLst>
    <pc:chgData name="Mandke, Kaustubh" userId="4ecf97ac-a5f2-43c0-b519-1a3f42d1f443" providerId="ADAL" clId="{0E172BCD-A5EB-4C85-AFBD-651406405E36}"/>
    <pc:docChg chg="undo custSel modSld">
      <pc:chgData name="Mandke, Kaustubh" userId="4ecf97ac-a5f2-43c0-b519-1a3f42d1f443" providerId="ADAL" clId="{0E172BCD-A5EB-4C85-AFBD-651406405E36}" dt="2023-06-08T15:39:16.141" v="100" actId="14100"/>
      <pc:docMkLst>
        <pc:docMk/>
      </pc:docMkLst>
      <pc:sldChg chg="addSp modSp mod">
        <pc:chgData name="Mandke, Kaustubh" userId="4ecf97ac-a5f2-43c0-b519-1a3f42d1f443" providerId="ADAL" clId="{0E172BCD-A5EB-4C85-AFBD-651406405E36}" dt="2023-06-08T15:39:16.141" v="100" actId="14100"/>
        <pc:sldMkLst>
          <pc:docMk/>
          <pc:sldMk cId="831711603" sldId="214737709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pt-PT"/>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50444" y="0"/>
            <a:ext cx="2945659" cy="498056"/>
          </a:xfrm>
          <a:prstGeom prst="rect">
            <a:avLst/>
          </a:prstGeom>
        </p:spPr>
        <p:txBody>
          <a:bodyPr vert="horz" lIns="91440" tIns="45720" rIns="91440" bIns="45720" rtlCol="0"/>
          <a:lstStyle>
            <a:lvl1pPr algn="r">
              <a:defRPr sz="1200"/>
            </a:lvl1pPr>
          </a:lstStyle>
          <a:p>
            <a:fld id="{86C988DC-9DE3-4390-97AB-D61B85DACE57}" type="datetimeFigureOut">
              <a:rPr lang="pt-PT" smtClean="0"/>
              <a:t>26/02/2025</a:t>
            </a:fld>
            <a:endParaRPr lang="pt-PT"/>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9428585"/>
            <a:ext cx="2945659" cy="498055"/>
          </a:xfrm>
          <a:prstGeom prst="rect">
            <a:avLst/>
          </a:prstGeom>
        </p:spPr>
        <p:txBody>
          <a:bodyPr vert="horz" lIns="91440" tIns="45720" rIns="91440" bIns="45720" rtlCol="0" anchor="b"/>
          <a:lstStyle>
            <a:lvl1pPr algn="l">
              <a:defRPr sz="1200"/>
            </a:lvl1pPr>
          </a:lstStyle>
          <a:p>
            <a:endParaRPr lang="pt-PT"/>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50444" y="9428585"/>
            <a:ext cx="2945659" cy="498055"/>
          </a:xfrm>
          <a:prstGeom prst="rect">
            <a:avLst/>
          </a:prstGeom>
        </p:spPr>
        <p:txBody>
          <a:bodyPr vert="horz" lIns="91440" tIns="45720" rIns="91440" bIns="45720" rtlCol="0" anchor="b"/>
          <a:lstStyle>
            <a:lvl1pPr algn="r">
              <a:defRPr sz="1200"/>
            </a:lvl1pPr>
          </a:lstStyle>
          <a:p>
            <a:fld id="{2F190BF9-40D8-49B5-87EF-599BB2C7EE93}" type="slidenum">
              <a:rPr lang="pt-PT" smtClean="0"/>
              <a:t>‹#›</a:t>
            </a:fld>
            <a:endParaRPr lang="pt-PT"/>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pt-BR"/>
          </a:p>
        </p:txBody>
      </p:sp>
      <p:sp>
        <p:nvSpPr>
          <p:cNvPr id="3" name="Marcador de Posição da Data 2"/>
          <p:cNvSpPr>
            <a:spLocks noGrp="1"/>
          </p:cNvSpPr>
          <p:nvPr>
            <p:ph type="dt" idx="1"/>
          </p:nvPr>
        </p:nvSpPr>
        <p:spPr>
          <a:xfrm>
            <a:off x="3850444" y="0"/>
            <a:ext cx="2945659" cy="498056"/>
          </a:xfrm>
          <a:prstGeom prst="rect">
            <a:avLst/>
          </a:prstGeom>
        </p:spPr>
        <p:txBody>
          <a:bodyPr vert="horz" lIns="91440" tIns="45720" rIns="91440" bIns="45720" rtlCol="0"/>
          <a:lstStyle>
            <a:lvl1pPr algn="r">
              <a:defRPr sz="1200"/>
            </a:lvl1pPr>
          </a:lstStyle>
          <a:p>
            <a:fld id="{0835B8F7-DAC4-4931-8AED-4356A8B2FD64}" type="datetimeFigureOut">
              <a:rPr lang="pt-BR" smtClean="0"/>
              <a:t>26/02/2025</a:t>
            </a:fld>
            <a:endParaRPr lang="pt-BR"/>
          </a:p>
        </p:txBody>
      </p:sp>
      <p:sp>
        <p:nvSpPr>
          <p:cNvPr id="4" name="Marcador de Posição da Imagem do Diapositivo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pt-PT"/>
              <a:t>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6" name="Marcador de Posição do Rodapé 5"/>
          <p:cNvSpPr>
            <a:spLocks noGrp="1"/>
          </p:cNvSpPr>
          <p:nvPr>
            <p:ph type="ftr" sz="quarter" idx="4"/>
          </p:nvPr>
        </p:nvSpPr>
        <p:spPr>
          <a:xfrm>
            <a:off x="0" y="9428585"/>
            <a:ext cx="2945659" cy="498055"/>
          </a:xfrm>
          <a:prstGeom prst="rect">
            <a:avLst/>
          </a:prstGeom>
        </p:spPr>
        <p:txBody>
          <a:bodyPr vert="horz" lIns="91440" tIns="45720" rIns="91440" bIns="45720" rtlCol="0" anchor="b"/>
          <a:lstStyle>
            <a:lvl1pPr algn="l">
              <a:defRPr sz="1200"/>
            </a:lvl1pPr>
          </a:lstStyle>
          <a:p>
            <a:endParaRPr lang="pt-BR"/>
          </a:p>
        </p:txBody>
      </p:sp>
      <p:sp>
        <p:nvSpPr>
          <p:cNvPr id="7" name="Marcador de Posição do Número do Diapositivo 6"/>
          <p:cNvSpPr>
            <a:spLocks noGrp="1"/>
          </p:cNvSpPr>
          <p:nvPr>
            <p:ph type="sldNum" sz="quarter" idx="5"/>
          </p:nvPr>
        </p:nvSpPr>
        <p:spPr>
          <a:xfrm>
            <a:off x="3850444" y="9428585"/>
            <a:ext cx="2945659" cy="498055"/>
          </a:xfrm>
          <a:prstGeom prst="rect">
            <a:avLst/>
          </a:prstGeom>
        </p:spPr>
        <p:txBody>
          <a:bodyPr vert="horz" lIns="91440" tIns="45720" rIns="91440" bIns="45720" rtlCol="0" anchor="b"/>
          <a:lstStyle>
            <a:lvl1pPr algn="r">
              <a:defRPr sz="1200"/>
            </a:lvl1pPr>
          </a:lstStyle>
          <a:p>
            <a:fld id="{C0696B5C-12A0-4042-B4D0-BD3B9A4F58C6}" type="slidenum">
              <a:rPr lang="pt-BR" smtClean="0"/>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915653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D42B6E-1D12-4188-9D80-500C1871421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3430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D42B6E-1D12-4188-9D80-500C1871421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4404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t>4</a:t>
            </a:fld>
            <a:endParaRPr lang="pt-BR"/>
          </a:p>
        </p:txBody>
      </p:sp>
    </p:spTree>
    <p:extLst>
      <p:ext uri="{BB962C8B-B14F-4D97-AF65-F5344CB8AC3E}">
        <p14:creationId xmlns:p14="http://schemas.microsoft.com/office/powerpoint/2010/main" val="1844237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t>5</a:t>
            </a:fld>
            <a:endParaRPr lang="pt-BR"/>
          </a:p>
        </p:txBody>
      </p:sp>
    </p:spTree>
    <p:extLst>
      <p:ext uri="{BB962C8B-B14F-4D97-AF65-F5344CB8AC3E}">
        <p14:creationId xmlns:p14="http://schemas.microsoft.com/office/powerpoint/2010/main" val="2759147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Date Placeholder 3"/>
          <p:cNvSpPr>
            <a:spLocks noGrp="1"/>
          </p:cNvSpPr>
          <p:nvPr>
            <p:ph type="dt" idx="1"/>
          </p:nvPr>
        </p:nvSpPr>
        <p:spPr/>
        <p:txBody>
          <a:bodyPr/>
          <a:lstStyle/>
          <a:p>
            <a:fld id="{D5D790C0-25BE-4824-BCFA-06390AAB28B9}" type="datetime3">
              <a:rPr lang="en-GB" smtClean="0"/>
              <a:pPr/>
              <a:t>26 February, 2025</a:t>
            </a:fld>
            <a:endParaRPr lang="en-GB"/>
          </a:p>
        </p:txBody>
      </p:sp>
      <p:sp>
        <p:nvSpPr>
          <p:cNvPr id="5" name="Slide Number Placeholder 4"/>
          <p:cNvSpPr>
            <a:spLocks noGrp="1"/>
          </p:cNvSpPr>
          <p:nvPr>
            <p:ph type="sldNum" sz="quarter" idx="5"/>
          </p:nvPr>
        </p:nvSpPr>
        <p:spPr/>
        <p:txBody>
          <a:bodyPr/>
          <a:lstStyle/>
          <a:p>
            <a:fld id="{4204CC51-62D5-4F80-9685-0A36C295241E}" type="slidenum">
              <a:rPr lang="en-GB" smtClean="0"/>
              <a:pPr/>
              <a:t>10</a:t>
            </a:fld>
            <a:endParaRPr lang="en-GB"/>
          </a:p>
        </p:txBody>
      </p:sp>
    </p:spTree>
    <p:extLst>
      <p:ext uri="{BB962C8B-B14F-4D97-AF65-F5344CB8AC3E}">
        <p14:creationId xmlns:p14="http://schemas.microsoft.com/office/powerpoint/2010/main" val="3661062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742398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31615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www.youtube.com/capgeminimedia" TargetMode="External"/><Relationship Id="rId3" Type="http://schemas.openxmlformats.org/officeDocument/2006/relationships/tags" Target="../tags/tag7.xml"/><Relationship Id="rId7" Type="http://schemas.openxmlformats.org/officeDocument/2006/relationships/hyperlink" Target="http://www.linkedin.com/company/capgemini" TargetMode="External"/><Relationship Id="rId12" Type="http://schemas.openxmlformats.org/officeDocument/2006/relationships/image" Target="../media/image5.png"/><Relationship Id="rId17" Type="http://schemas.openxmlformats.org/officeDocument/2006/relationships/image" Target="../media/image2.png"/><Relationship Id="rId2" Type="http://schemas.openxmlformats.org/officeDocument/2006/relationships/tags" Target="../tags/tag6.xml"/><Relationship Id="rId16" Type="http://schemas.openxmlformats.org/officeDocument/2006/relationships/image" Target="../media/image7.png"/><Relationship Id="rId1" Type="http://schemas.openxmlformats.org/officeDocument/2006/relationships/tags" Target="../tags/tag5.xml"/><Relationship Id="rId6" Type="http://schemas.openxmlformats.org/officeDocument/2006/relationships/image" Target="../media/image8.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4.png"/><Relationship Id="rId4" Type="http://schemas.openxmlformats.org/officeDocument/2006/relationships/tags" Target="../tags/tag8.xml"/><Relationship Id="rId9" Type="http://schemas.openxmlformats.org/officeDocument/2006/relationships/hyperlink" Target="http://www.slideshare.net/capgemini" TargetMode="External"/><Relationship Id="rId1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20.jpeg"/><Relationship Id="rId4" Type="http://schemas.openxmlformats.org/officeDocument/2006/relationships/hyperlink" Target="https://www.capgemini.com/optimize-your-business-and-it-operations" TargetMode="Externa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3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29.png"/><Relationship Id="rId5" Type="http://schemas.openxmlformats.org/officeDocument/2006/relationships/image" Target="../media/image2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28.png"/></Relationships>
</file>

<file path=ppt/slideLayouts/_rels/slideLayout6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hyperlink" Target="http://www.youtube.com/capgeminimedia" TargetMode="External"/><Relationship Id="rId3" Type="http://schemas.openxmlformats.org/officeDocument/2006/relationships/tags" Target="../tags/tag15.xml"/><Relationship Id="rId7" Type="http://schemas.openxmlformats.org/officeDocument/2006/relationships/hyperlink" Target="http://www.linkedin.com/company/capgemini" TargetMode="External"/><Relationship Id="rId12" Type="http://schemas.openxmlformats.org/officeDocument/2006/relationships/image" Target="../media/image27.png"/><Relationship Id="rId17" Type="http://schemas.openxmlformats.org/officeDocument/2006/relationships/image" Target="../media/image21.png"/><Relationship Id="rId2" Type="http://schemas.openxmlformats.org/officeDocument/2006/relationships/tags" Target="../tags/tag14.xml"/><Relationship Id="rId16" Type="http://schemas.openxmlformats.org/officeDocument/2006/relationships/image" Target="../media/image29.png"/><Relationship Id="rId1" Type="http://schemas.openxmlformats.org/officeDocument/2006/relationships/tags" Target="../tags/tag13.xml"/><Relationship Id="rId6" Type="http://schemas.openxmlformats.org/officeDocument/2006/relationships/image" Target="../media/image31.png"/><Relationship Id="rId11" Type="http://schemas.openxmlformats.org/officeDocument/2006/relationships/hyperlink" Target="http://www.twitter.com/capgemini" TargetMode="External"/><Relationship Id="rId5" Type="http://schemas.openxmlformats.org/officeDocument/2006/relationships/slideMaster" Target="../slideMasters/slideMaster2.xml"/><Relationship Id="rId15" Type="http://schemas.openxmlformats.org/officeDocument/2006/relationships/hyperlink" Target="http://www.facebook.com/capgemini" TargetMode="External"/><Relationship Id="rId10" Type="http://schemas.openxmlformats.org/officeDocument/2006/relationships/image" Target="../media/image26.png"/><Relationship Id="rId4" Type="http://schemas.openxmlformats.org/officeDocument/2006/relationships/tags" Target="../tags/tag16.xml"/><Relationship Id="rId9" Type="http://schemas.openxmlformats.org/officeDocument/2006/relationships/hyperlink" Target="http://www.slideshare.net/capgemini" TargetMode="External"/><Relationship Id="rId14" Type="http://schemas.openxmlformats.org/officeDocument/2006/relationships/image" Target="../media/image28.png"/></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2.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95.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www.youtube.com/capgeminimedia" TargetMode="External"/><Relationship Id="rId3" Type="http://schemas.openxmlformats.org/officeDocument/2006/relationships/tags" Target="../tags/tag24.xml"/><Relationship Id="rId7" Type="http://schemas.openxmlformats.org/officeDocument/2006/relationships/hyperlink" Target="http://www.linkedin.com/company/capgemini" TargetMode="External"/><Relationship Id="rId12" Type="http://schemas.openxmlformats.org/officeDocument/2006/relationships/image" Target="../media/image5.png"/><Relationship Id="rId17" Type="http://schemas.openxmlformats.org/officeDocument/2006/relationships/image" Target="../media/image2.png"/><Relationship Id="rId2" Type="http://schemas.openxmlformats.org/officeDocument/2006/relationships/tags" Target="../tags/tag23.xml"/><Relationship Id="rId16" Type="http://schemas.openxmlformats.org/officeDocument/2006/relationships/image" Target="../media/image7.png"/><Relationship Id="rId1" Type="http://schemas.openxmlformats.org/officeDocument/2006/relationships/tags" Target="../tags/tag22.xml"/><Relationship Id="rId6" Type="http://schemas.openxmlformats.org/officeDocument/2006/relationships/image" Target="../media/image8.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4.png"/><Relationship Id="rId4" Type="http://schemas.openxmlformats.org/officeDocument/2006/relationships/tags" Target="../tags/tag25.xml"/><Relationship Id="rId9" Type="http://schemas.openxmlformats.org/officeDocument/2006/relationships/hyperlink" Target="http://www.slideshare.net/capgemini" TargetMode="External"/><Relationship Id="rId14" Type="http://schemas.openxmlformats.org/officeDocument/2006/relationships/image" Target="../media/image6.png"/></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27.xml"/><Relationship Id="rId4" Type="http://schemas.openxmlformats.org/officeDocument/2006/relationships/image" Target="../media/image1.emf"/></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28.xml"/><Relationship Id="rId4" Type="http://schemas.openxmlformats.org/officeDocument/2006/relationships/image" Target="../media/image1.emf"/></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1.emf"/></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12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www.youtube.com/capgeminimedia" TargetMode="External"/><Relationship Id="rId3" Type="http://schemas.openxmlformats.org/officeDocument/2006/relationships/tags" Target="../tags/tag32.xml"/><Relationship Id="rId7" Type="http://schemas.openxmlformats.org/officeDocument/2006/relationships/hyperlink" Target="http://www.linkedin.com/company/capgemini" TargetMode="External"/><Relationship Id="rId12" Type="http://schemas.openxmlformats.org/officeDocument/2006/relationships/image" Target="../media/image5.png"/><Relationship Id="rId17" Type="http://schemas.openxmlformats.org/officeDocument/2006/relationships/image" Target="../media/image2.png"/><Relationship Id="rId2" Type="http://schemas.openxmlformats.org/officeDocument/2006/relationships/tags" Target="../tags/tag31.xml"/><Relationship Id="rId16" Type="http://schemas.openxmlformats.org/officeDocument/2006/relationships/image" Target="../media/image7.png"/><Relationship Id="rId1" Type="http://schemas.openxmlformats.org/officeDocument/2006/relationships/tags" Target="../tags/tag30.xml"/><Relationship Id="rId6" Type="http://schemas.openxmlformats.org/officeDocument/2006/relationships/image" Target="../media/image8.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4.png"/><Relationship Id="rId4" Type="http://schemas.openxmlformats.org/officeDocument/2006/relationships/tags" Target="../tags/tag33.xml"/><Relationship Id="rId9" Type="http://schemas.openxmlformats.org/officeDocument/2006/relationships/hyperlink" Target="http://www.slideshare.net/capgemini" TargetMode="External"/><Relationship Id="rId14" Type="http://schemas.openxmlformats.org/officeDocument/2006/relationships/image" Target="../media/image6.png"/></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5.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hyperlink" Target="http://www.twitter.com/capgemini" TargetMode="External"/></Relationships>
</file>

<file path=ppt/slideLayouts/_rels/slideLayout14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5.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hyperlink" Target="http://www.twitter.com/capgemini" TargetMode="Externa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6.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hyperlink" Target="http://www.twitter.com/capgemini" TargetMode="External"/></Relationships>
</file>

<file path=ppt/slideLayouts/_rels/slideLayout17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6.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hyperlink" Target="http://www.twitter.com/capgemini" TargetMode="Externa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Master" Target="../slideMasters/slideMaster7.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3.png"/><Relationship Id="rId12" Type="http://schemas.openxmlformats.org/officeDocument/2006/relationships/hyperlink" Target="http://www.youtube.com/capgeminimedia" TargetMode="External"/><Relationship Id="rId2" Type="http://schemas.openxmlformats.org/officeDocument/2006/relationships/image" Target="../media/image34.png"/><Relationship Id="rId1" Type="http://schemas.openxmlformats.org/officeDocument/2006/relationships/slideMaster" Target="../slideMasters/slideMaster7.xml"/><Relationship Id="rId6" Type="http://schemas.openxmlformats.org/officeDocument/2006/relationships/hyperlink" Target="http://www.linkedin.com/company/capgemini" TargetMode="External"/><Relationship Id="rId11" Type="http://schemas.openxmlformats.org/officeDocument/2006/relationships/image" Target="../media/image5.png"/><Relationship Id="rId5" Type="http://schemas.openxmlformats.org/officeDocument/2006/relationships/image" Target="../media/image7.png"/><Relationship Id="rId10" Type="http://schemas.openxmlformats.org/officeDocument/2006/relationships/hyperlink" Target="http://www.twitter.com/capgemini" TargetMode="External"/><Relationship Id="rId4" Type="http://schemas.openxmlformats.org/officeDocument/2006/relationships/hyperlink" Target="http://www.facebook.com/capgemini" TargetMode="External"/><Relationship Id="rId9" Type="http://schemas.openxmlformats.org/officeDocument/2006/relationships/image" Target="../media/image4.png"/></Relationships>
</file>

<file path=ppt/slideLayouts/_rels/slideLayout20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3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7.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hyperlink" Target="http://www.twitter.com/capgemini" TargetMode="Externa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Master" Target="../slideMasters/slideMaster7.xml"/><Relationship Id="rId4" Type="http://schemas.openxmlformats.org/officeDocument/2006/relationships/image" Target="../media/image38.svg"/></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7.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7.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20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39.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7.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 Id="rId14" Type="http://schemas.openxmlformats.org/officeDocument/2006/relationships/image" Target="../media/image40.svg"/></Relationships>
</file>

<file path=ppt/slideLayouts/_rels/slideLayout20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39.png"/><Relationship Id="rId3" Type="http://schemas.openxmlformats.org/officeDocument/2006/relationships/hyperlink" Target="http://www.linkedin.com/company/capgemini" TargetMode="External"/><Relationship Id="rId7" Type="http://schemas.openxmlformats.org/officeDocument/2006/relationships/hyperlink" Target="http://www.twitter.com/capgemini" TargetMode="External"/><Relationship Id="rId12"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7.xml"/><Relationship Id="rId6" Type="http://schemas.openxmlformats.org/officeDocument/2006/relationships/image" Target="../media/image4.png"/><Relationship Id="rId11" Type="http://schemas.openxmlformats.org/officeDocument/2006/relationships/hyperlink" Target="http://www.facebook.com/capgemini" TargetMode="External"/><Relationship Id="rId5" Type="http://schemas.openxmlformats.org/officeDocument/2006/relationships/hyperlink" Target="http://www.slideshare.net/capgemini" TargetMode="Externa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hyperlink" Target="http://www.youtube.com/capgeminimedia" TargetMode="External"/><Relationship Id="rId14" Type="http://schemas.openxmlformats.org/officeDocument/2006/relationships/image" Target="../media/image40.sv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7.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7.xml"/><Relationship Id="rId5" Type="http://schemas.openxmlformats.org/officeDocument/2006/relationships/image" Target="../media/image20.jpeg"/><Relationship Id="rId4" Type="http://schemas.openxmlformats.org/officeDocument/2006/relationships/hyperlink" Target="https://www.capgemini.com/optimize-your-business-and-it-operations" TargetMode="Externa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183494532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250454710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157363"/>
            <a:ext cx="12232438" cy="6880746"/>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108242607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60435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16273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1291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22031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417703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30407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16294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698940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09125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14955538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4157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ontent RH image 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C94FEA8-066A-4CC1-BFCC-10ED1764A21E}"/>
              </a:ext>
            </a:extLst>
          </p:cNvPr>
          <p:cNvSpPr>
            <a:spLocks noGrp="1"/>
          </p:cNvSpPr>
          <p:nvPr>
            <p:ph type="pic" sz="quarter" idx="10"/>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53918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35187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6180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57007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535946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35503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022199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04263470"/>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7282517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190167913"/>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5" name="Image 4" descr="Une image contenant texte&#10;&#10;Description générée automatiquement">
            <a:extLst>
              <a:ext uri="{FF2B5EF4-FFF2-40B4-BE49-F238E27FC236}">
                <a16:creationId xmlns:a16="http://schemas.microsoft.com/office/drawing/2014/main" id="{D1A9B987-E149-4E99-9E1F-336980D5EC1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2015529912"/>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01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6300-ED23-442D-BC2F-9599A9D99008}"/>
              </a:ext>
            </a:extLst>
          </p:cNvPr>
          <p:cNvSpPr>
            <a:spLocks noGrp="1"/>
          </p:cNvSpPr>
          <p:nvPr>
            <p:ph type="title"/>
          </p:nvPr>
        </p:nvSpPr>
        <p:spPr>
          <a:xfrm>
            <a:off x="227349" y="164651"/>
            <a:ext cx="11688426" cy="775597"/>
          </a:xfrm>
        </p:spPr>
        <p:txBody>
          <a:bodyPr>
            <a:noAutofit/>
          </a:bodyPr>
          <a:lstStyle>
            <a:lvl1pPr>
              <a:defRPr sz="2800" b="1"/>
            </a:lvl1pPr>
          </a:lstStyle>
          <a:p>
            <a:r>
              <a:rPr lang="en-US"/>
              <a:t>Click to edit Master title style</a:t>
            </a:r>
            <a:endParaRPr lang="en-IN"/>
          </a:p>
        </p:txBody>
      </p:sp>
    </p:spTree>
    <p:extLst>
      <p:ext uri="{BB962C8B-B14F-4D97-AF65-F5344CB8AC3E}">
        <p14:creationId xmlns:p14="http://schemas.microsoft.com/office/powerpoint/2010/main" val="2878448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43371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C5CAC-56E4-D048-8891-7D4ACD6CB94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D8FB87B-BC78-8149-9097-FB12EA0DDE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66DA149-5DD8-6648-A9B8-D7C803E4E5AD}"/>
              </a:ext>
            </a:extLst>
          </p:cNvPr>
          <p:cNvSpPr>
            <a:spLocks noGrp="1"/>
          </p:cNvSpPr>
          <p:nvPr>
            <p:ph type="dt" sz="half" idx="10"/>
          </p:nvPr>
        </p:nvSpPr>
        <p:spPr/>
        <p:txBody>
          <a:bodyPr/>
          <a:lstStyle/>
          <a:p>
            <a:fld id="{A9BE5C48-FF05-8C43-A3BA-0982F08C34D6}" type="datetimeFigureOut">
              <a:rPr lang="en-US" smtClean="0"/>
              <a:t>2/26/2025</a:t>
            </a:fld>
            <a:endParaRPr lang="en-US"/>
          </a:p>
        </p:txBody>
      </p:sp>
      <p:sp>
        <p:nvSpPr>
          <p:cNvPr id="5" name="Footer Placeholder 4">
            <a:extLst>
              <a:ext uri="{FF2B5EF4-FFF2-40B4-BE49-F238E27FC236}">
                <a16:creationId xmlns:a16="http://schemas.microsoft.com/office/drawing/2014/main" id="{631CAF16-C406-B54D-AFBF-18FAF6E67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FE657-3F26-E34E-8269-6F39506CB29F}"/>
              </a:ext>
            </a:extLst>
          </p:cNvPr>
          <p:cNvSpPr>
            <a:spLocks noGrp="1"/>
          </p:cNvSpPr>
          <p:nvPr>
            <p:ph type="sldNum" sz="quarter" idx="12"/>
          </p:nvPr>
        </p:nvSpPr>
        <p:spPr/>
        <p:txBody>
          <a:bodyPr/>
          <a:lstStyle/>
          <a:p>
            <a:fld id="{7DF0AD96-932E-534C-992A-0ED394F5E45C}" type="slidenum">
              <a:rPr lang="en-US" smtClean="0"/>
              <a:t>‹#›</a:t>
            </a:fld>
            <a:endParaRPr lang="en-US"/>
          </a:p>
        </p:txBody>
      </p:sp>
    </p:spTree>
    <p:extLst>
      <p:ext uri="{BB962C8B-B14F-4D97-AF65-F5344CB8AC3E}">
        <p14:creationId xmlns:p14="http://schemas.microsoft.com/office/powerpoint/2010/main" val="10140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9A3D75-1B43-4391-AE05-0E7EEA0B519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5457" r="8014" b="15382"/>
          <a:stretch/>
        </p:blipFill>
        <p:spPr>
          <a:xfrm>
            <a:off x="-67748" y="0"/>
            <a:ext cx="12259747" cy="6858000"/>
          </a:xfrm>
          <a:prstGeom prst="rect">
            <a:avLst/>
          </a:prstGeom>
        </p:spPr>
      </p:pic>
      <p:sp>
        <p:nvSpPr>
          <p:cNvPr id="15" name="Rectangle 14">
            <a:extLst>
              <a:ext uri="{FF2B5EF4-FFF2-40B4-BE49-F238E27FC236}">
                <a16:creationId xmlns:a16="http://schemas.microsoft.com/office/drawing/2014/main" id="{935AA83F-B0C9-46B5-B309-C4556AD6338F}"/>
              </a:ext>
            </a:extLst>
          </p:cNvPr>
          <p:cNvSpPr/>
          <p:nvPr userDrawn="1"/>
        </p:nvSpPr>
        <p:spPr bwMode="white">
          <a:xfrm>
            <a:off x="2679031" y="-1"/>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pic>
        <p:nvPicPr>
          <p:cNvPr id="16" name="Picture 15">
            <a:extLst>
              <a:ext uri="{FF2B5EF4-FFF2-40B4-BE49-F238E27FC236}">
                <a16:creationId xmlns:a16="http://schemas.microsoft.com/office/drawing/2014/main" id="{7B43C3E9-4BAF-48F5-86F4-F36DA79A4B7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17" name="Picture 16" descr="A picture containing shape&#10;&#10;Description automatically generated">
            <a:extLst>
              <a:ext uri="{FF2B5EF4-FFF2-40B4-BE49-F238E27FC236}">
                <a16:creationId xmlns:a16="http://schemas.microsoft.com/office/drawing/2014/main" id="{58E26B09-C518-409B-BFD3-0151CF2C71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18" name="Picture 17" descr="A picture containing venn diagram&#10;&#10;Description automatically generated">
            <a:extLst>
              <a:ext uri="{FF2B5EF4-FFF2-40B4-BE49-F238E27FC236}">
                <a16:creationId xmlns:a16="http://schemas.microsoft.com/office/drawing/2014/main" id="{BE01701D-7B66-4286-A238-2F537E32CCCF}"/>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19" name="Title 1">
            <a:extLst>
              <a:ext uri="{FF2B5EF4-FFF2-40B4-BE49-F238E27FC236}">
                <a16:creationId xmlns:a16="http://schemas.microsoft.com/office/drawing/2014/main" id="{1D299AED-64E4-4744-A391-583B5AEE2725}"/>
              </a:ext>
            </a:extLst>
          </p:cNvPr>
          <p:cNvSpPr>
            <a:spLocks noGrp="1"/>
          </p:cNvSpPr>
          <p:nvPr>
            <p:ph type="title"/>
          </p:nvPr>
        </p:nvSpPr>
        <p:spPr>
          <a:xfrm>
            <a:off x="2679030" y="3200528"/>
            <a:ext cx="4562278" cy="941438"/>
          </a:xfrm>
        </p:spPr>
        <p:txBody>
          <a:bodyPr anchor="t"/>
          <a:lstStyle>
            <a:lvl1pPr algn="ctr">
              <a:defRPr kumimoji="0" lang="en-AU" sz="4000" b="1" i="0" u="none" strike="noStrike" kern="1200" cap="all" spc="0" normalizeH="0" baseline="0" noProof="0" dirty="0">
                <a:ln>
                  <a:noFill/>
                </a:ln>
                <a:solidFill>
                  <a:schemeClr val="bg1"/>
                </a:solidFill>
                <a:effectLst/>
                <a:uLnTx/>
                <a:uFillTx/>
                <a:latin typeface="Ubuntu" panose="020B0504030602030204" pitchFamily="34" charset="0"/>
                <a:ea typeface="+mn-ea"/>
                <a:cs typeface="+mn-cs"/>
              </a:defRPr>
            </a:lvl1pPr>
          </a:lstStyle>
          <a:p>
            <a:r>
              <a:rPr lang="en-US"/>
              <a:t>Click to edit Master title style</a:t>
            </a:r>
            <a:endParaRPr lang="en-AU"/>
          </a:p>
        </p:txBody>
      </p:sp>
      <p:sp>
        <p:nvSpPr>
          <p:cNvPr id="20" name="Text Placeholder 8">
            <a:extLst>
              <a:ext uri="{FF2B5EF4-FFF2-40B4-BE49-F238E27FC236}">
                <a16:creationId xmlns:a16="http://schemas.microsoft.com/office/drawing/2014/main" id="{D55237DD-E9A8-487D-88EA-0325966417C0}"/>
              </a:ext>
            </a:extLst>
          </p:cNvPr>
          <p:cNvSpPr>
            <a:spLocks noGrp="1"/>
          </p:cNvSpPr>
          <p:nvPr>
            <p:ph type="body" sz="quarter" idx="10" hasCustomPrompt="1"/>
          </p:nvPr>
        </p:nvSpPr>
        <p:spPr>
          <a:xfrm>
            <a:off x="2892110" y="1958278"/>
            <a:ext cx="4136118" cy="1236662"/>
          </a:xfrm>
          <a:prstGeom prst="rect">
            <a:avLst/>
          </a:prstGeom>
        </p:spPr>
        <p:txBody>
          <a:bodyPr anchor="b"/>
          <a:lstStyle>
            <a:lvl1pPr algn="ctr">
              <a:defRPr kumimoji="0" lang="en-AU" sz="13800" b="0" i="0" u="none" strike="noStrike" kern="1200" cap="all" spc="0" normalizeH="0" baseline="0" noProof="0" dirty="0">
                <a:ln>
                  <a:noFill/>
                </a:ln>
                <a:solidFill>
                  <a:schemeClr val="accent2"/>
                </a:solidFill>
                <a:effectLst/>
                <a:uLnTx/>
                <a:uFillTx/>
                <a:latin typeface="Ubuntu" panose="020B0504030602030204" pitchFamily="34" charset="0"/>
                <a:ea typeface="+mn-ea"/>
                <a:cs typeface="+mn-cs"/>
              </a:defRPr>
            </a:lvl1pPr>
          </a:lstStyle>
          <a:p>
            <a:pPr lvl="0"/>
            <a:r>
              <a:rPr lang="en-US"/>
              <a:t>00</a:t>
            </a:r>
            <a:endParaRPr lang="en-AU"/>
          </a:p>
        </p:txBody>
      </p:sp>
    </p:spTree>
    <p:extLst>
      <p:ext uri="{BB962C8B-B14F-4D97-AF65-F5344CB8AC3E}">
        <p14:creationId xmlns:p14="http://schemas.microsoft.com/office/powerpoint/2010/main" val="21779978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ED4B-49E2-45F8-BCD0-40E01CE3B1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C52985-646D-421B-B6D4-E5E38FF093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53674E-0846-4BC5-B829-C524CF4AD7F4}"/>
              </a:ext>
            </a:extLst>
          </p:cNvPr>
          <p:cNvSpPr>
            <a:spLocks noGrp="1"/>
          </p:cNvSpPr>
          <p:nvPr>
            <p:ph type="dt" sz="half" idx="10"/>
          </p:nvPr>
        </p:nvSpPr>
        <p:spPr/>
        <p:txBody>
          <a:bodyPr/>
          <a:lstStyle/>
          <a:p>
            <a:fld id="{053E13E1-27A1-4311-B990-D06887E5EF8E}" type="datetimeFigureOut">
              <a:rPr lang="en-US" smtClean="0"/>
              <a:t>2/26/2025</a:t>
            </a:fld>
            <a:endParaRPr lang="en-US"/>
          </a:p>
        </p:txBody>
      </p:sp>
      <p:sp>
        <p:nvSpPr>
          <p:cNvPr id="5" name="Footer Placeholder 4">
            <a:extLst>
              <a:ext uri="{FF2B5EF4-FFF2-40B4-BE49-F238E27FC236}">
                <a16:creationId xmlns:a16="http://schemas.microsoft.com/office/drawing/2014/main" id="{576BC2C6-7113-4167-B4D2-863F48A2B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51FBD-FD3B-4764-8AE9-C0F6D775135A}"/>
              </a:ext>
            </a:extLst>
          </p:cNvPr>
          <p:cNvSpPr>
            <a:spLocks noGrp="1"/>
          </p:cNvSpPr>
          <p:nvPr>
            <p:ph type="sldNum" sz="quarter" idx="12"/>
          </p:nvPr>
        </p:nvSpPr>
        <p:spPr/>
        <p:txBody>
          <a:bodyPr/>
          <a:lstStyle/>
          <a:p>
            <a:fld id="{4CBFAB4E-F999-4278-8C9C-E556A148BDB3}" type="slidenum">
              <a:rPr lang="en-US" smtClean="0"/>
              <a:t>‹#›</a:t>
            </a:fld>
            <a:endParaRPr lang="en-US"/>
          </a:p>
        </p:txBody>
      </p:sp>
    </p:spTree>
    <p:extLst>
      <p:ext uri="{BB962C8B-B14F-4D97-AF65-F5344CB8AC3E}">
        <p14:creationId xmlns:p14="http://schemas.microsoft.com/office/powerpoint/2010/main" val="39306697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meline + text (B)">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E3680-12A0-4B8C-8F6F-282143E780E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F5996065-857C-4EBE-A829-04E6A38C47DD}"/>
              </a:ext>
            </a:extLst>
          </p:cNvPr>
          <p:cNvSpPr>
            <a:spLocks noGrp="1"/>
          </p:cNvSpPr>
          <p:nvPr>
            <p:ph type="ftr" sz="quarter" idx="11"/>
          </p:nvPr>
        </p:nvSpPr>
        <p:spPr/>
        <p:txBody>
          <a:bodyPr/>
          <a:lstStyle/>
          <a:p>
            <a:r>
              <a:rPr lang="en-US"/>
              <a:t>© confidential 2023 | frog Part of Capgemini Invent</a:t>
            </a:r>
            <a:endParaRPr lang="de-DE"/>
          </a:p>
        </p:txBody>
      </p:sp>
      <p:sp>
        <p:nvSpPr>
          <p:cNvPr id="5" name="Slide Number Placeholder 4">
            <a:extLst>
              <a:ext uri="{FF2B5EF4-FFF2-40B4-BE49-F238E27FC236}">
                <a16:creationId xmlns:a16="http://schemas.microsoft.com/office/drawing/2014/main" id="{04CBCA3A-3297-4A70-8CD5-DE010EB138E7}"/>
              </a:ext>
            </a:extLst>
          </p:cNvPr>
          <p:cNvSpPr>
            <a:spLocks noGrp="1"/>
          </p:cNvSpPr>
          <p:nvPr>
            <p:ph type="sldNum" sz="quarter" idx="12"/>
          </p:nvPr>
        </p:nvSpPr>
        <p:spPr/>
        <p:txBody>
          <a:bodyPr/>
          <a:lstStyle/>
          <a:p>
            <a:fld id="{F4562D32-726A-4413-ACA3-4E6BD640C7C8}" type="slidenum">
              <a:rPr lang="de-DE" smtClean="0"/>
              <a:pPr/>
              <a:t>‹#›</a:t>
            </a:fld>
            <a:endParaRPr lang="de-DE"/>
          </a:p>
        </p:txBody>
      </p:sp>
      <p:sp>
        <p:nvSpPr>
          <p:cNvPr id="6" name="Text Placeholder 14">
            <a:extLst>
              <a:ext uri="{FF2B5EF4-FFF2-40B4-BE49-F238E27FC236}">
                <a16:creationId xmlns:a16="http://schemas.microsoft.com/office/drawing/2014/main" id="{F8B2C8CC-F071-476E-8ACB-AD525B712CB8}"/>
              </a:ext>
            </a:extLst>
          </p:cNvPr>
          <p:cNvSpPr>
            <a:spLocks noGrp="1"/>
          </p:cNvSpPr>
          <p:nvPr>
            <p:ph type="body" sz="quarter" idx="26" hasCustomPrompt="1"/>
          </p:nvPr>
        </p:nvSpPr>
        <p:spPr>
          <a:xfrm>
            <a:off x="881837" y="662082"/>
            <a:ext cx="10422751" cy="153889"/>
          </a:xfrm>
        </p:spPr>
        <p:txBody>
          <a:bodyPr>
            <a:noAutofit/>
          </a:bodyPr>
          <a:lstStyle>
            <a:lvl1pPr>
              <a:lnSpc>
                <a:spcPct val="100000"/>
              </a:lnSpc>
              <a:defRPr sz="1000" cap="all" spc="100" baseline="0">
                <a:solidFill>
                  <a:schemeClr val="bg1"/>
                </a:solidFill>
                <a:latin typeface="BentonSansF Medium" panose="02000603040000020004" pitchFamily="2" charset="0"/>
              </a:defRPr>
            </a:lvl1pPr>
          </a:lstStyle>
          <a:p>
            <a:pPr lvl="0"/>
            <a:r>
              <a:rPr lang="en-US"/>
              <a:t>Section</a:t>
            </a:r>
            <a:endParaRPr lang="de-DE"/>
          </a:p>
        </p:txBody>
      </p:sp>
      <p:sp>
        <p:nvSpPr>
          <p:cNvPr id="11" name="Text Placeholder 8">
            <a:extLst>
              <a:ext uri="{FF2B5EF4-FFF2-40B4-BE49-F238E27FC236}">
                <a16:creationId xmlns:a16="http://schemas.microsoft.com/office/drawing/2014/main" id="{FD19F8F7-550A-48B5-A27C-5EB1D1C919C1}"/>
              </a:ext>
            </a:extLst>
          </p:cNvPr>
          <p:cNvSpPr>
            <a:spLocks noGrp="1"/>
          </p:cNvSpPr>
          <p:nvPr>
            <p:ph type="body" sz="quarter" idx="42" hasCustomPrompt="1"/>
          </p:nvPr>
        </p:nvSpPr>
        <p:spPr>
          <a:xfrm>
            <a:off x="1138753"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12" name="Text Placeholder 8">
            <a:extLst>
              <a:ext uri="{FF2B5EF4-FFF2-40B4-BE49-F238E27FC236}">
                <a16:creationId xmlns:a16="http://schemas.microsoft.com/office/drawing/2014/main" id="{6776FB67-0AEF-4F4B-A214-45E4C1404FE9}"/>
              </a:ext>
            </a:extLst>
          </p:cNvPr>
          <p:cNvSpPr>
            <a:spLocks noGrp="1"/>
          </p:cNvSpPr>
          <p:nvPr>
            <p:ph type="body" sz="quarter" idx="57" hasCustomPrompt="1"/>
          </p:nvPr>
        </p:nvSpPr>
        <p:spPr>
          <a:xfrm>
            <a:off x="1138752"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16" name="Text Placeholder 8">
            <a:extLst>
              <a:ext uri="{FF2B5EF4-FFF2-40B4-BE49-F238E27FC236}">
                <a16:creationId xmlns:a16="http://schemas.microsoft.com/office/drawing/2014/main" id="{D2C24D1F-26BA-43AD-821A-9FF0EA878431}"/>
              </a:ext>
            </a:extLst>
          </p:cNvPr>
          <p:cNvSpPr>
            <a:spLocks noGrp="1"/>
          </p:cNvSpPr>
          <p:nvPr>
            <p:ph type="body" sz="quarter" idx="27" hasCustomPrompt="1"/>
          </p:nvPr>
        </p:nvSpPr>
        <p:spPr>
          <a:xfrm>
            <a:off x="1289015"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19" name="Text Placeholder 8">
            <a:extLst>
              <a:ext uri="{FF2B5EF4-FFF2-40B4-BE49-F238E27FC236}">
                <a16:creationId xmlns:a16="http://schemas.microsoft.com/office/drawing/2014/main" id="{9B95C82C-B03C-45AF-84FC-39F5BA8AA0BD}"/>
              </a:ext>
            </a:extLst>
          </p:cNvPr>
          <p:cNvSpPr>
            <a:spLocks noGrp="1"/>
          </p:cNvSpPr>
          <p:nvPr>
            <p:ph type="body" sz="quarter" idx="58" hasCustomPrompt="1"/>
          </p:nvPr>
        </p:nvSpPr>
        <p:spPr>
          <a:xfrm>
            <a:off x="3638499"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0" name="Text Placeholder 8">
            <a:extLst>
              <a:ext uri="{FF2B5EF4-FFF2-40B4-BE49-F238E27FC236}">
                <a16:creationId xmlns:a16="http://schemas.microsoft.com/office/drawing/2014/main" id="{75B82B37-85BC-4F70-894C-7EDAC6CB597F}"/>
              </a:ext>
            </a:extLst>
          </p:cNvPr>
          <p:cNvSpPr>
            <a:spLocks noGrp="1"/>
          </p:cNvSpPr>
          <p:nvPr>
            <p:ph type="body" sz="quarter" idx="59" hasCustomPrompt="1"/>
          </p:nvPr>
        </p:nvSpPr>
        <p:spPr>
          <a:xfrm>
            <a:off x="3638498"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1" name="Text Placeholder 8">
            <a:extLst>
              <a:ext uri="{FF2B5EF4-FFF2-40B4-BE49-F238E27FC236}">
                <a16:creationId xmlns:a16="http://schemas.microsoft.com/office/drawing/2014/main" id="{DCBE138F-8246-4485-8617-3F013826CCAD}"/>
              </a:ext>
            </a:extLst>
          </p:cNvPr>
          <p:cNvSpPr>
            <a:spLocks noGrp="1"/>
          </p:cNvSpPr>
          <p:nvPr>
            <p:ph type="body" sz="quarter" idx="60" hasCustomPrompt="1"/>
          </p:nvPr>
        </p:nvSpPr>
        <p:spPr>
          <a:xfrm>
            <a:off x="3788761"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2" name="Text Placeholder 8">
            <a:extLst>
              <a:ext uri="{FF2B5EF4-FFF2-40B4-BE49-F238E27FC236}">
                <a16:creationId xmlns:a16="http://schemas.microsoft.com/office/drawing/2014/main" id="{CF01358A-F109-43C5-B262-49B2CFAECC52}"/>
              </a:ext>
            </a:extLst>
          </p:cNvPr>
          <p:cNvSpPr>
            <a:spLocks noGrp="1"/>
          </p:cNvSpPr>
          <p:nvPr>
            <p:ph type="body" sz="quarter" idx="61" hasCustomPrompt="1"/>
          </p:nvPr>
        </p:nvSpPr>
        <p:spPr>
          <a:xfrm>
            <a:off x="6138245"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3" name="Text Placeholder 8">
            <a:extLst>
              <a:ext uri="{FF2B5EF4-FFF2-40B4-BE49-F238E27FC236}">
                <a16:creationId xmlns:a16="http://schemas.microsoft.com/office/drawing/2014/main" id="{307705CD-ED01-49C5-9A81-D9E5F9ADF53D}"/>
              </a:ext>
            </a:extLst>
          </p:cNvPr>
          <p:cNvSpPr>
            <a:spLocks noGrp="1"/>
          </p:cNvSpPr>
          <p:nvPr>
            <p:ph type="body" sz="quarter" idx="62" hasCustomPrompt="1"/>
          </p:nvPr>
        </p:nvSpPr>
        <p:spPr>
          <a:xfrm>
            <a:off x="6138244"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4" name="Text Placeholder 8">
            <a:extLst>
              <a:ext uri="{FF2B5EF4-FFF2-40B4-BE49-F238E27FC236}">
                <a16:creationId xmlns:a16="http://schemas.microsoft.com/office/drawing/2014/main" id="{048FD75B-366C-4758-AFD7-42ABBEC10C95}"/>
              </a:ext>
            </a:extLst>
          </p:cNvPr>
          <p:cNvSpPr>
            <a:spLocks noGrp="1"/>
          </p:cNvSpPr>
          <p:nvPr>
            <p:ph type="body" sz="quarter" idx="63" hasCustomPrompt="1"/>
          </p:nvPr>
        </p:nvSpPr>
        <p:spPr>
          <a:xfrm>
            <a:off x="6288507"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5" name="Text Placeholder 8">
            <a:extLst>
              <a:ext uri="{FF2B5EF4-FFF2-40B4-BE49-F238E27FC236}">
                <a16:creationId xmlns:a16="http://schemas.microsoft.com/office/drawing/2014/main" id="{9CB91089-DD32-43F9-BA4C-F8B3BE80D6A1}"/>
              </a:ext>
            </a:extLst>
          </p:cNvPr>
          <p:cNvSpPr>
            <a:spLocks noGrp="1"/>
          </p:cNvSpPr>
          <p:nvPr>
            <p:ph type="body" sz="quarter" idx="64" hasCustomPrompt="1"/>
          </p:nvPr>
        </p:nvSpPr>
        <p:spPr>
          <a:xfrm>
            <a:off x="8637991"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6" name="Text Placeholder 8">
            <a:extLst>
              <a:ext uri="{FF2B5EF4-FFF2-40B4-BE49-F238E27FC236}">
                <a16:creationId xmlns:a16="http://schemas.microsoft.com/office/drawing/2014/main" id="{1CB50C2A-43B5-4919-9D39-8260D1813938}"/>
              </a:ext>
            </a:extLst>
          </p:cNvPr>
          <p:cNvSpPr>
            <a:spLocks noGrp="1"/>
          </p:cNvSpPr>
          <p:nvPr>
            <p:ph type="body" sz="quarter" idx="65" hasCustomPrompt="1"/>
          </p:nvPr>
        </p:nvSpPr>
        <p:spPr>
          <a:xfrm>
            <a:off x="8637991"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7" name="Text Placeholder 8">
            <a:extLst>
              <a:ext uri="{FF2B5EF4-FFF2-40B4-BE49-F238E27FC236}">
                <a16:creationId xmlns:a16="http://schemas.microsoft.com/office/drawing/2014/main" id="{256A8A8C-5EF6-4F35-BEB9-C946B0E8483F}"/>
              </a:ext>
            </a:extLst>
          </p:cNvPr>
          <p:cNvSpPr>
            <a:spLocks noGrp="1"/>
          </p:cNvSpPr>
          <p:nvPr>
            <p:ph type="body" sz="quarter" idx="66" hasCustomPrompt="1"/>
          </p:nvPr>
        </p:nvSpPr>
        <p:spPr>
          <a:xfrm>
            <a:off x="8788253"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9" name="Shape">
            <a:extLst>
              <a:ext uri="{FF2B5EF4-FFF2-40B4-BE49-F238E27FC236}">
                <a16:creationId xmlns:a16="http://schemas.microsoft.com/office/drawing/2014/main" id="{F56F2F10-90D5-496B-A407-B9E08CED7E8A}"/>
              </a:ext>
            </a:extLst>
          </p:cNvPr>
          <p:cNvSpPr>
            <a:spLocks noGrp="1"/>
          </p:cNvSpPr>
          <p:nvPr>
            <p:ph type="body" sz="quarter" idx="24" hasCustomPrompt="1"/>
          </p:nvPr>
        </p:nvSpPr>
        <p:spPr>
          <a:xfrm>
            <a:off x="2234657"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0" name="Shape">
            <a:extLst>
              <a:ext uri="{FF2B5EF4-FFF2-40B4-BE49-F238E27FC236}">
                <a16:creationId xmlns:a16="http://schemas.microsoft.com/office/drawing/2014/main" id="{F1F04511-37F4-4DF5-AA15-F9ABE7393DF6}"/>
              </a:ext>
            </a:extLst>
          </p:cNvPr>
          <p:cNvSpPr>
            <a:spLocks noGrp="1"/>
          </p:cNvSpPr>
          <p:nvPr>
            <p:ph type="body" sz="quarter" idx="28" hasCustomPrompt="1"/>
          </p:nvPr>
        </p:nvSpPr>
        <p:spPr>
          <a:xfrm>
            <a:off x="4734404"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1" name="Shape">
            <a:extLst>
              <a:ext uri="{FF2B5EF4-FFF2-40B4-BE49-F238E27FC236}">
                <a16:creationId xmlns:a16="http://schemas.microsoft.com/office/drawing/2014/main" id="{F0901FE0-8B00-47B5-820A-4182E854E0F6}"/>
              </a:ext>
            </a:extLst>
          </p:cNvPr>
          <p:cNvSpPr>
            <a:spLocks noGrp="1"/>
          </p:cNvSpPr>
          <p:nvPr>
            <p:ph type="body" sz="quarter" idx="32" hasCustomPrompt="1"/>
          </p:nvPr>
        </p:nvSpPr>
        <p:spPr>
          <a:xfrm>
            <a:off x="7234150"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2" name="Shape">
            <a:extLst>
              <a:ext uri="{FF2B5EF4-FFF2-40B4-BE49-F238E27FC236}">
                <a16:creationId xmlns:a16="http://schemas.microsoft.com/office/drawing/2014/main" id="{38A83B6B-64E9-437C-AD64-3CA92539644F}"/>
              </a:ext>
            </a:extLst>
          </p:cNvPr>
          <p:cNvSpPr>
            <a:spLocks noGrp="1"/>
          </p:cNvSpPr>
          <p:nvPr>
            <p:ph type="body" sz="quarter" idx="36" hasCustomPrompt="1"/>
          </p:nvPr>
        </p:nvSpPr>
        <p:spPr>
          <a:xfrm>
            <a:off x="9733897"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Tree>
    <p:extLst>
      <p:ext uri="{BB962C8B-B14F-4D97-AF65-F5344CB8AC3E}">
        <p14:creationId xmlns:p14="http://schemas.microsoft.com/office/powerpoint/2010/main" val="1512796769"/>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44863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nl-NL"/>
          </a:p>
        </p:txBody>
      </p:sp>
      <p:sp>
        <p:nvSpPr>
          <p:cNvPr id="3" name="Footer Placeholder 2"/>
          <p:cNvSpPr>
            <a:spLocks noGrp="1"/>
          </p:cNvSpPr>
          <p:nvPr>
            <p:ph type="ftr" sz="quarter" idx="10"/>
          </p:nvPr>
        </p:nvSpPr>
        <p:spPr/>
        <p:txBody>
          <a:bodyPr>
            <a:noAutofit/>
          </a:bodyPr>
          <a:lstStyle/>
          <a:p>
            <a:endParaRPr lang="en-US">
              <a:solidFill>
                <a:srgbClr val="7AB850"/>
              </a:solidFill>
            </a:endParaRPr>
          </a:p>
        </p:txBody>
      </p:sp>
      <p:sp>
        <p:nvSpPr>
          <p:cNvPr id="4" name="Slide Number Placeholder 3"/>
          <p:cNvSpPr>
            <a:spLocks noGrp="1"/>
          </p:cNvSpPr>
          <p:nvPr>
            <p:ph type="sldNum" sz="quarter" idx="11"/>
          </p:nvPr>
        </p:nvSpPr>
        <p:spPr/>
        <p:txBody>
          <a:bodyPr>
            <a:noAutofit/>
          </a:bodyPr>
          <a:lstStyle/>
          <a:p>
            <a:fld id="{E4E736CC-8750-4CC9-A5F0-09920DCF8F19}" type="slidenum">
              <a:rPr lang="en-US" smtClean="0">
                <a:solidFill>
                  <a:srgbClr val="7AB850"/>
                </a:solidFill>
              </a:rPr>
              <a:pPr/>
              <a:t>‹#›</a:t>
            </a:fld>
            <a:r>
              <a:rPr lang="en-US">
                <a:solidFill>
                  <a:srgbClr val="7AB850"/>
                </a:solidFill>
              </a:rPr>
              <a:t>.</a:t>
            </a:r>
          </a:p>
        </p:txBody>
      </p:sp>
      <p:sp>
        <p:nvSpPr>
          <p:cNvPr id="5" name="Date Placeholder 4"/>
          <p:cNvSpPr>
            <a:spLocks noGrp="1"/>
          </p:cNvSpPr>
          <p:nvPr>
            <p:ph type="dt" sz="half" idx="12"/>
          </p:nvPr>
        </p:nvSpPr>
        <p:spPr/>
        <p:txBody>
          <a:bodyPr>
            <a:noAutofit/>
          </a:bodyPr>
          <a:lstStyle/>
          <a:p>
            <a:fld id="{6C8F77D3-0120-4425-98A1-47482DECE75E}" type="datetime1">
              <a:rPr lang="nl-NL" smtClean="0">
                <a:solidFill>
                  <a:srgbClr val="7AB850"/>
                </a:solidFill>
              </a:rPr>
              <a:pPr/>
              <a:t>26-2-2025</a:t>
            </a:fld>
            <a:endParaRPr lang="nl-NL">
              <a:solidFill>
                <a:srgbClr val="7AB850"/>
              </a:solidFill>
            </a:endParaRPr>
          </a:p>
        </p:txBody>
      </p:sp>
      <p:sp>
        <p:nvSpPr>
          <p:cNvPr id="9" name="Text Placeholder 7"/>
          <p:cNvSpPr>
            <a:spLocks noGrp="1"/>
          </p:cNvSpPr>
          <p:nvPr>
            <p:ph type="body" sz="quarter" idx="14" hasCustomPrompt="1"/>
          </p:nvPr>
        </p:nvSpPr>
        <p:spPr>
          <a:xfrm>
            <a:off x="246735" y="1268760"/>
            <a:ext cx="11698530" cy="360850"/>
          </a:xfrm>
          <a:gradFill flip="none" rotWithShape="1">
            <a:gsLst>
              <a:gs pos="0">
                <a:schemeClr val="bg1"/>
              </a:gs>
              <a:gs pos="99000">
                <a:schemeClr val="bg1"/>
              </a:gs>
              <a:gs pos="100000">
                <a:schemeClr val="accent1"/>
              </a:gs>
            </a:gsLst>
            <a:lin ang="5400000" scaled="1"/>
            <a:tileRect/>
          </a:gradFill>
        </p:spPr>
        <p:txBody>
          <a:bodyPr lIns="72000" tIns="72000" rIns="72000">
            <a:noAutofit/>
          </a:bodyPr>
          <a:lstStyle>
            <a:lvl1pPr marL="0" indent="0">
              <a:buNone/>
              <a:defRPr b="1" baseline="0">
                <a:solidFill>
                  <a:srgbClr val="000000"/>
                </a:solidFill>
              </a:defRPr>
            </a:lvl1pPr>
            <a:lvl2pPr>
              <a:defRPr b="1"/>
            </a:lvl2pPr>
            <a:lvl3pPr>
              <a:defRPr b="1"/>
            </a:lvl3pPr>
            <a:lvl4pPr>
              <a:defRPr b="1"/>
            </a:lvl4pPr>
            <a:lvl5pPr>
              <a:defRPr b="1"/>
            </a:lvl5pPr>
          </a:lstStyle>
          <a:p>
            <a:pPr lvl="0"/>
            <a:r>
              <a:rPr lang="en-US" err="1"/>
              <a:t>Klik</a:t>
            </a:r>
            <a:r>
              <a:rPr lang="en-US"/>
              <a:t> </a:t>
            </a:r>
            <a:r>
              <a:rPr lang="en-US" err="1"/>
              <a:t>om</a:t>
            </a:r>
            <a:r>
              <a:rPr lang="en-US"/>
              <a:t> de body </a:t>
            </a:r>
            <a:r>
              <a:rPr lang="en-US" err="1"/>
              <a:t>tekst</a:t>
            </a:r>
            <a:r>
              <a:rPr lang="en-US"/>
              <a:t> </a:t>
            </a:r>
            <a:r>
              <a:rPr lang="en-US" err="1"/>
              <a:t>titel</a:t>
            </a:r>
            <a:r>
              <a:rPr lang="en-US"/>
              <a:t> toe </a:t>
            </a:r>
            <a:r>
              <a:rPr lang="en-US" err="1"/>
              <a:t>te</a:t>
            </a:r>
            <a:r>
              <a:rPr lang="en-US"/>
              <a:t> </a:t>
            </a:r>
            <a:r>
              <a:rPr lang="en-US" err="1"/>
              <a:t>voegen</a:t>
            </a:r>
            <a:endParaRPr lang="en-US"/>
          </a:p>
        </p:txBody>
      </p:sp>
      <p:sp>
        <p:nvSpPr>
          <p:cNvPr id="10" name="Content Placeholder 7"/>
          <p:cNvSpPr>
            <a:spLocks noGrp="1"/>
          </p:cNvSpPr>
          <p:nvPr>
            <p:ph sz="quarter" idx="15"/>
          </p:nvPr>
        </p:nvSpPr>
        <p:spPr>
          <a:xfrm>
            <a:off x="246735" y="1615354"/>
            <a:ext cx="11698530" cy="426191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23918022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0"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931463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fr-FR"/>
              <a:t>Modifiez le style du titre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fr-FR"/>
              <a:t>Cliquez sur l'icône ptheir ajouter une image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3467629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Section A – Narrow">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114F2D5-2CF8-48B0-90A4-B54FDB49D9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ltGray">
          <a:xfrm>
            <a:off x="0" y="0"/>
            <a:ext cx="12192000" cy="6860032"/>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79031" y="3215"/>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299782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par>
                                <p:cTn id="27" presetID="10" presetClass="entr" presetSubtype="0" fill="hold" nodeType="withEffect">
                                  <p:stCondLst>
                                    <p:cond delay="2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150"/>
                                        <p:tgtEl>
                                          <p:spTgt spid="17"/>
                                        </p:tgtEl>
                                      </p:cBhvr>
                                    </p:animEffect>
                                  </p:childTnLst>
                                </p:cTn>
                              </p:par>
                              <p:par>
                                <p:cTn id="30" presetID="6" presetClass="emph" presetSubtype="0" fill="hold" nodeType="withEffect">
                                  <p:stCondLst>
                                    <p:cond delay="0"/>
                                  </p:stCondLst>
                                  <p:childTnLst>
                                    <p:animScale>
                                      <p:cBhvr>
                                        <p:cTn id="31" dur="150" fill="hold"/>
                                        <p:tgtEl>
                                          <p:spTgt spid="17"/>
                                        </p:tgtEl>
                                      </p:cBhvr>
                                      <p:by x="110000" y="110000"/>
                                    </p:animScale>
                                  </p:childTnLst>
                                </p:cTn>
                              </p:par>
                              <p:par>
                                <p:cTn id="32" presetID="6" presetClass="emph" presetSubtype="0" decel="100000" fill="hold" nodeType="withEffect">
                                  <p:stCondLst>
                                    <p:cond delay="200"/>
                                  </p:stCondLst>
                                  <p:childTnLst>
                                    <p:animScale>
                                      <p:cBhvr>
                                        <p:cTn id="33" dur="3450" fill="hold"/>
                                        <p:tgtEl>
                                          <p:spTgt spid="17"/>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bwMode="ltGray">
          <a:xfrm>
            <a:off x="0" y="-1"/>
            <a:ext cx="12192000" cy="6858000"/>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14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grpSp>
        <p:nvGrpSpPr>
          <p:cNvPr id="8" name="Group 37">
            <a:extLst>
              <a:ext uri="{FF2B5EF4-FFF2-40B4-BE49-F238E27FC236}">
                <a16:creationId xmlns:a16="http://schemas.microsoft.com/office/drawing/2014/main" id="{89B4162E-9D70-4209-8DF4-1DED4106593B}"/>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0DC7C616-15E8-4116-9F0B-2B12EA97341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CD5D6CE-DA21-4029-90DF-6FD0FE6AC0B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87469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14183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FBB6F5A-C089-49EB-85DA-04CA2652AF6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8027" t="2239" r="26258" b="22547"/>
          <a:stretch/>
        </p:blipFill>
        <p:spPr>
          <a:xfrm>
            <a:off x="0" y="0"/>
            <a:ext cx="4882211" cy="6858000"/>
          </a:xfrm>
          <a:prstGeom prst="rect">
            <a:avLst/>
          </a:prstGeom>
        </p:spPr>
      </p:pic>
      <p:sp>
        <p:nvSpPr>
          <p:cNvPr id="2" name="Title 1">
            <a:extLst>
              <a:ext uri="{FF2B5EF4-FFF2-40B4-BE49-F238E27FC236}">
                <a16:creationId xmlns:a16="http://schemas.microsoft.com/office/drawing/2014/main" id="{4774F36F-3194-40C1-BFCB-D2FC8CB290B2}"/>
              </a:ext>
            </a:extLst>
          </p:cNvPr>
          <p:cNvSpPr>
            <a:spLocks noGrp="1"/>
          </p:cNvSpPr>
          <p:nvPr>
            <p:ph type="title" hasCustomPrompt="1"/>
          </p:nvPr>
        </p:nvSpPr>
        <p:spPr>
          <a:xfrm>
            <a:off x="191344" y="9144"/>
            <a:ext cx="3056632" cy="827568"/>
          </a:xfrm>
          <a:prstGeom prst="rect">
            <a:avLst/>
          </a:prstGeom>
        </p:spPr>
        <p:txBody>
          <a:bodyPr/>
          <a:lstStyle>
            <a:lvl1pPr algn="l">
              <a:defRPr sz="4000">
                <a:solidFill>
                  <a:schemeClr val="bg1"/>
                </a:solidFill>
              </a:defRPr>
            </a:lvl1pPr>
          </a:lstStyle>
          <a:p>
            <a:r>
              <a:rPr lang="en-US"/>
              <a:t>Agenda</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82691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6079" t="6949" r="40419" b="6949"/>
          <a:stretch/>
        </p:blipFill>
        <p:spPr bwMode="ltGray">
          <a:xfrm>
            <a:off x="0" y="0"/>
            <a:ext cx="2783632" cy="6858001"/>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0F43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grpSp>
        <p:nvGrpSpPr>
          <p:cNvPr id="8" name="Group 37">
            <a:extLst>
              <a:ext uri="{FF2B5EF4-FFF2-40B4-BE49-F238E27FC236}">
                <a16:creationId xmlns:a16="http://schemas.microsoft.com/office/drawing/2014/main" id="{A0131EFA-E3CA-4470-968C-AA4EF9936122}"/>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FE038D48-6B7B-4F99-AD46-1A717A987A8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099682C-62AB-45A8-A317-C09E541E1A7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0575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3"/>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643160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Image and highlights (two-color)">
    <p:spTree>
      <p:nvGrpSpPr>
        <p:cNvPr id="1" name=""/>
        <p:cNvGrpSpPr/>
        <p:nvPr/>
      </p:nvGrpSpPr>
      <p:grpSpPr>
        <a:xfrm>
          <a:off x="0" y="0"/>
          <a:ext cx="0" cy="0"/>
          <a:chOff x="0" y="0"/>
          <a:chExt cx="0" cy="0"/>
        </a:xfrm>
      </p:grpSpPr>
      <p:sp>
        <p:nvSpPr>
          <p:cNvPr id="14"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cxnSp>
        <p:nvCxnSpPr>
          <p:cNvPr id="15"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7"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a:solidFill>
                  <a:schemeClr val="tx1"/>
                </a:solidFill>
                <a:cs typeface="Arial" panose="020B0604020202020204" pitchFamily="34" charset="0"/>
              </a:rPr>
              <a:t>© 2022 Capgemini. All rights reserved.</a:t>
            </a:r>
          </a:p>
        </p:txBody>
      </p:sp>
      <p:sp>
        <p:nvSpPr>
          <p:cNvPr id="18" name="Rectangle 17">
            <a:extLst>
              <a:ext uri="{FF2B5EF4-FFF2-40B4-BE49-F238E27FC236}">
                <a16:creationId xmlns:a16="http://schemas.microsoft.com/office/drawing/2014/main" id="{F945020D-3AAE-4010-B897-C42C5BCA520A}"/>
              </a:ext>
            </a:extLst>
          </p:cNvPr>
          <p:cNvSpPr/>
          <p:nvPr userDrawn="1"/>
        </p:nvSpPr>
        <p:spPr>
          <a:xfrm>
            <a:off x="12495175" y="1590917"/>
            <a:ext cx="594992" cy="6214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Capgemini Blue</a:t>
            </a:r>
          </a:p>
          <a:p>
            <a:pPr marL="194819" defTabSz="1039033"/>
            <a:r>
              <a:rPr lang="en-US" sz="700">
                <a:solidFill>
                  <a:prstClr val="white"/>
                </a:solidFill>
              </a:rPr>
              <a:t>R 0</a:t>
            </a:r>
          </a:p>
          <a:p>
            <a:pPr marL="194819" defTabSz="1039033"/>
            <a:r>
              <a:rPr lang="en-US" sz="700">
                <a:solidFill>
                  <a:prstClr val="white"/>
                </a:solidFill>
              </a:rPr>
              <a:t>G 112</a:t>
            </a:r>
          </a:p>
          <a:p>
            <a:pPr marL="194819" defTabSz="1039033"/>
            <a:r>
              <a:rPr lang="en-US" sz="700">
                <a:solidFill>
                  <a:prstClr val="white"/>
                </a:solidFill>
              </a:rPr>
              <a:t>B 173</a:t>
            </a:r>
          </a:p>
        </p:txBody>
      </p:sp>
      <p:sp>
        <p:nvSpPr>
          <p:cNvPr id="19" name="Rectangle 18">
            <a:extLst>
              <a:ext uri="{FF2B5EF4-FFF2-40B4-BE49-F238E27FC236}">
                <a16:creationId xmlns:a16="http://schemas.microsoft.com/office/drawing/2014/main" id="{AD1365F3-16E2-4E49-93A6-EBD03C718A18}"/>
              </a:ext>
            </a:extLst>
          </p:cNvPr>
          <p:cNvSpPr/>
          <p:nvPr userDrawn="1"/>
        </p:nvSpPr>
        <p:spPr>
          <a:xfrm>
            <a:off x="13090167" y="1590917"/>
            <a:ext cx="594992" cy="6214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Vibrant</a:t>
            </a:r>
            <a:br>
              <a:rPr lang="en-US" sz="700" b="1">
                <a:solidFill>
                  <a:prstClr val="white"/>
                </a:solidFill>
              </a:rPr>
            </a:br>
            <a:r>
              <a:rPr lang="en-US" sz="700" b="1">
                <a:solidFill>
                  <a:prstClr val="white"/>
                </a:solidFill>
              </a:rPr>
              <a:t>Blue</a:t>
            </a:r>
          </a:p>
          <a:p>
            <a:pPr marL="194819" defTabSz="1039033"/>
            <a:r>
              <a:rPr lang="en-US" sz="700">
                <a:solidFill>
                  <a:prstClr val="white"/>
                </a:solidFill>
              </a:rPr>
              <a:t>R 18</a:t>
            </a:r>
          </a:p>
          <a:p>
            <a:pPr marL="194819" defTabSz="1039033"/>
            <a:r>
              <a:rPr lang="en-US" sz="700">
                <a:solidFill>
                  <a:prstClr val="white"/>
                </a:solidFill>
              </a:rPr>
              <a:t>G 171</a:t>
            </a:r>
          </a:p>
          <a:p>
            <a:pPr marL="194819" defTabSz="1039033"/>
            <a:r>
              <a:rPr lang="en-US" sz="700">
                <a:solidFill>
                  <a:prstClr val="white"/>
                </a:solidFill>
              </a:rPr>
              <a:t>B 219</a:t>
            </a:r>
          </a:p>
        </p:txBody>
      </p:sp>
      <p:sp>
        <p:nvSpPr>
          <p:cNvPr id="20" name="Rectangle 19">
            <a:extLst>
              <a:ext uri="{FF2B5EF4-FFF2-40B4-BE49-F238E27FC236}">
                <a16:creationId xmlns:a16="http://schemas.microsoft.com/office/drawing/2014/main" id="{F8BA17B6-7D11-4A4E-9361-6C557E1F5673}"/>
              </a:ext>
            </a:extLst>
          </p:cNvPr>
          <p:cNvSpPr/>
          <p:nvPr userDrawn="1"/>
        </p:nvSpPr>
        <p:spPr>
          <a:xfrm>
            <a:off x="13685160" y="1590917"/>
            <a:ext cx="594992" cy="62146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Deep</a:t>
            </a:r>
            <a:br>
              <a:rPr lang="en-US" sz="700" b="1">
                <a:solidFill>
                  <a:prstClr val="white"/>
                </a:solidFill>
              </a:rPr>
            </a:br>
            <a:r>
              <a:rPr lang="en-US" sz="700" b="1">
                <a:solidFill>
                  <a:prstClr val="white"/>
                </a:solidFill>
              </a:rPr>
              <a:t>Purple</a:t>
            </a:r>
          </a:p>
          <a:p>
            <a:pPr marL="194819" defTabSz="1039033"/>
            <a:r>
              <a:rPr lang="en-US" sz="700">
                <a:solidFill>
                  <a:prstClr val="white"/>
                </a:solidFill>
              </a:rPr>
              <a:t>R 43</a:t>
            </a:r>
          </a:p>
          <a:p>
            <a:pPr marL="194819" defTabSz="1039033"/>
            <a:r>
              <a:rPr lang="en-US" sz="700">
                <a:solidFill>
                  <a:prstClr val="white"/>
                </a:solidFill>
              </a:rPr>
              <a:t>G 10</a:t>
            </a:r>
          </a:p>
          <a:p>
            <a:pPr marL="194819" defTabSz="1039033"/>
            <a:r>
              <a:rPr lang="en-US" sz="700">
                <a:solidFill>
                  <a:prstClr val="white"/>
                </a:solidFill>
              </a:rPr>
              <a:t>B 61</a:t>
            </a:r>
          </a:p>
        </p:txBody>
      </p:sp>
      <p:sp>
        <p:nvSpPr>
          <p:cNvPr id="21" name="Rectangle 20">
            <a:extLst>
              <a:ext uri="{FF2B5EF4-FFF2-40B4-BE49-F238E27FC236}">
                <a16:creationId xmlns:a16="http://schemas.microsoft.com/office/drawing/2014/main" id="{9DCA5A73-45AD-4797-B0D5-DC00A55EFF6A}"/>
              </a:ext>
            </a:extLst>
          </p:cNvPr>
          <p:cNvSpPr/>
          <p:nvPr userDrawn="1"/>
        </p:nvSpPr>
        <p:spPr>
          <a:xfrm>
            <a:off x="14280152" y="1590917"/>
            <a:ext cx="594992" cy="62146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Tech</a:t>
            </a:r>
            <a:br>
              <a:rPr lang="en-US" sz="700" b="1">
                <a:solidFill>
                  <a:prstClr val="white"/>
                </a:solidFill>
              </a:rPr>
            </a:br>
            <a:r>
              <a:rPr lang="en-US" sz="700" b="1">
                <a:solidFill>
                  <a:prstClr val="white"/>
                </a:solidFill>
              </a:rPr>
              <a:t>Red</a:t>
            </a:r>
          </a:p>
          <a:p>
            <a:pPr marL="194819" defTabSz="1039033"/>
            <a:r>
              <a:rPr lang="en-US" sz="700">
                <a:solidFill>
                  <a:prstClr val="white"/>
                </a:solidFill>
              </a:rPr>
              <a:t>R 255</a:t>
            </a:r>
          </a:p>
          <a:p>
            <a:pPr marL="194819" defTabSz="1039033"/>
            <a:r>
              <a:rPr lang="en-US" sz="700">
                <a:solidFill>
                  <a:prstClr val="white"/>
                </a:solidFill>
              </a:rPr>
              <a:t>G 48</a:t>
            </a:r>
          </a:p>
          <a:p>
            <a:pPr marL="194819" defTabSz="1039033"/>
            <a:r>
              <a:rPr lang="en-US" sz="700">
                <a:solidFill>
                  <a:prstClr val="white"/>
                </a:solidFill>
              </a:rPr>
              <a:t>B 76</a:t>
            </a:r>
          </a:p>
        </p:txBody>
      </p:sp>
      <p:sp>
        <p:nvSpPr>
          <p:cNvPr id="22" name="Rectangle 21">
            <a:extLst>
              <a:ext uri="{FF2B5EF4-FFF2-40B4-BE49-F238E27FC236}">
                <a16:creationId xmlns:a16="http://schemas.microsoft.com/office/drawing/2014/main" id="{BBE8A8F7-AF68-400A-A483-7BE773E175AF}"/>
              </a:ext>
            </a:extLst>
          </p:cNvPr>
          <p:cNvSpPr/>
          <p:nvPr userDrawn="1"/>
        </p:nvSpPr>
        <p:spPr>
          <a:xfrm>
            <a:off x="14875145" y="1590917"/>
            <a:ext cx="594992" cy="62146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Zest</a:t>
            </a:r>
            <a:br>
              <a:rPr lang="en-US" sz="700" b="1">
                <a:solidFill>
                  <a:prstClr val="white"/>
                </a:solidFill>
              </a:rPr>
            </a:br>
            <a:r>
              <a:rPr lang="en-US" sz="700" b="1">
                <a:solidFill>
                  <a:prstClr val="white"/>
                </a:solidFill>
              </a:rPr>
              <a:t>Green</a:t>
            </a:r>
          </a:p>
          <a:p>
            <a:pPr marL="194819" defTabSz="1039033"/>
            <a:r>
              <a:rPr lang="en-US" sz="700">
                <a:solidFill>
                  <a:prstClr val="white"/>
                </a:solidFill>
              </a:rPr>
              <a:t>R 149</a:t>
            </a:r>
          </a:p>
          <a:p>
            <a:pPr marL="194819" defTabSz="1039033"/>
            <a:r>
              <a:rPr lang="en-US" sz="700">
                <a:solidFill>
                  <a:prstClr val="white"/>
                </a:solidFill>
              </a:rPr>
              <a:t>G 230</a:t>
            </a:r>
          </a:p>
          <a:p>
            <a:pPr marL="194819" defTabSz="1039033"/>
            <a:r>
              <a:rPr lang="en-US" sz="700">
                <a:solidFill>
                  <a:prstClr val="white"/>
                </a:solidFill>
              </a:rPr>
              <a:t>B 22</a:t>
            </a:r>
          </a:p>
        </p:txBody>
      </p:sp>
      <p:sp>
        <p:nvSpPr>
          <p:cNvPr id="23" name="Rectangle 22">
            <a:extLst>
              <a:ext uri="{FF2B5EF4-FFF2-40B4-BE49-F238E27FC236}">
                <a16:creationId xmlns:a16="http://schemas.microsoft.com/office/drawing/2014/main" id="{4B1F2B44-4AB0-410D-9D38-82E10753545C}"/>
              </a:ext>
            </a:extLst>
          </p:cNvPr>
          <p:cNvSpPr/>
          <p:nvPr userDrawn="1"/>
        </p:nvSpPr>
        <p:spPr>
          <a:xfrm>
            <a:off x="12495175" y="2469180"/>
            <a:ext cx="594992" cy="621467"/>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66744" defTabSz="1039033">
              <a:spcAft>
                <a:spcPts val="455"/>
              </a:spcAft>
            </a:pPr>
            <a:r>
              <a:rPr lang="en-US" sz="700" b="1">
                <a:solidFill>
                  <a:prstClr val="white"/>
                </a:solidFill>
              </a:rPr>
              <a:t>Capgemini Blue</a:t>
            </a:r>
            <a:r>
              <a:rPr lang="en-US" sz="700">
                <a:solidFill>
                  <a:prstClr val="white"/>
                </a:solidFill>
              </a:rPr>
              <a:t> (-50%)</a:t>
            </a:r>
          </a:p>
          <a:p>
            <a:pPr marL="194819" defTabSz="1039033"/>
            <a:r>
              <a:rPr lang="en-US" sz="700">
                <a:solidFill>
                  <a:prstClr val="white"/>
                </a:solidFill>
              </a:rPr>
              <a:t>R 128</a:t>
            </a:r>
          </a:p>
          <a:p>
            <a:pPr marL="194819" defTabSz="1039033"/>
            <a:r>
              <a:rPr lang="en-US" sz="700">
                <a:solidFill>
                  <a:prstClr val="white"/>
                </a:solidFill>
              </a:rPr>
              <a:t>G 184</a:t>
            </a:r>
          </a:p>
          <a:p>
            <a:pPr marL="194819" defTabSz="1039033"/>
            <a:r>
              <a:rPr lang="en-US" sz="700">
                <a:solidFill>
                  <a:prstClr val="white"/>
                </a:solidFill>
              </a:rPr>
              <a:t>B 214</a:t>
            </a:r>
          </a:p>
        </p:txBody>
      </p:sp>
      <p:sp>
        <p:nvSpPr>
          <p:cNvPr id="24" name="Rectangle 23">
            <a:extLst>
              <a:ext uri="{FF2B5EF4-FFF2-40B4-BE49-F238E27FC236}">
                <a16:creationId xmlns:a16="http://schemas.microsoft.com/office/drawing/2014/main" id="{09AD80F9-D5D3-46E0-B8DD-49B9E9086662}"/>
              </a:ext>
            </a:extLst>
          </p:cNvPr>
          <p:cNvSpPr/>
          <p:nvPr userDrawn="1"/>
        </p:nvSpPr>
        <p:spPr>
          <a:xfrm>
            <a:off x="13090167" y="2469180"/>
            <a:ext cx="594992" cy="621467"/>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66744" defTabSz="1039033">
              <a:spcAft>
                <a:spcPts val="455"/>
              </a:spcAft>
            </a:pPr>
            <a:r>
              <a:rPr lang="en-US" sz="700" b="1">
                <a:solidFill>
                  <a:prstClr val="white"/>
                </a:solidFill>
              </a:rPr>
              <a:t>Vibrant</a:t>
            </a:r>
            <a:br>
              <a:rPr lang="en-US" sz="700" b="1">
                <a:solidFill>
                  <a:prstClr val="white"/>
                </a:solidFill>
              </a:rPr>
            </a:br>
            <a:r>
              <a:rPr lang="en-US" sz="700" b="1">
                <a:solidFill>
                  <a:prstClr val="white"/>
                </a:solidFill>
              </a:rPr>
              <a:t>Blue</a:t>
            </a:r>
            <a:r>
              <a:rPr lang="en-US" sz="700">
                <a:solidFill>
                  <a:prstClr val="white"/>
                </a:solidFill>
              </a:rPr>
              <a:t> (-50%)</a:t>
            </a:r>
          </a:p>
          <a:p>
            <a:pPr marL="194819" defTabSz="1039033"/>
            <a:r>
              <a:rPr lang="en-US" sz="700">
                <a:solidFill>
                  <a:prstClr val="white"/>
                </a:solidFill>
              </a:rPr>
              <a:t>R 136</a:t>
            </a:r>
          </a:p>
          <a:p>
            <a:pPr marL="194819" defTabSz="1039033"/>
            <a:r>
              <a:rPr lang="en-US" sz="700">
                <a:solidFill>
                  <a:prstClr val="white"/>
                </a:solidFill>
              </a:rPr>
              <a:t>G 213</a:t>
            </a:r>
          </a:p>
          <a:p>
            <a:pPr marL="194819" defTabSz="1039033"/>
            <a:r>
              <a:rPr lang="en-US" sz="700">
                <a:solidFill>
                  <a:prstClr val="white"/>
                </a:solidFill>
              </a:rPr>
              <a:t>B 237</a:t>
            </a:r>
          </a:p>
        </p:txBody>
      </p:sp>
      <p:sp>
        <p:nvSpPr>
          <p:cNvPr id="25" name="Rectangle 24">
            <a:extLst>
              <a:ext uri="{FF2B5EF4-FFF2-40B4-BE49-F238E27FC236}">
                <a16:creationId xmlns:a16="http://schemas.microsoft.com/office/drawing/2014/main" id="{245F13F2-C8AE-4E67-AE1E-9F7732CEA039}"/>
              </a:ext>
            </a:extLst>
          </p:cNvPr>
          <p:cNvSpPr/>
          <p:nvPr userDrawn="1"/>
        </p:nvSpPr>
        <p:spPr>
          <a:xfrm>
            <a:off x="13685160" y="2469180"/>
            <a:ext cx="594992" cy="621467"/>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Purple</a:t>
            </a:r>
          </a:p>
          <a:p>
            <a:pPr marL="194819" defTabSz="1039033"/>
            <a:r>
              <a:rPr lang="en-US" sz="700">
                <a:solidFill>
                  <a:prstClr val="white"/>
                </a:solidFill>
              </a:rPr>
              <a:t>R 109</a:t>
            </a:r>
          </a:p>
          <a:p>
            <a:pPr marL="194819" defTabSz="1039033"/>
            <a:r>
              <a:rPr lang="en-US" sz="700">
                <a:solidFill>
                  <a:prstClr val="white"/>
                </a:solidFill>
              </a:rPr>
              <a:t>G 100</a:t>
            </a:r>
          </a:p>
          <a:p>
            <a:pPr marL="194819" defTabSz="1039033"/>
            <a:r>
              <a:rPr lang="en-US" sz="700">
                <a:solidFill>
                  <a:prstClr val="white"/>
                </a:solidFill>
              </a:rPr>
              <a:t>B 204</a:t>
            </a:r>
          </a:p>
        </p:txBody>
      </p:sp>
      <p:sp>
        <p:nvSpPr>
          <p:cNvPr id="26" name="Rectangle 25">
            <a:extLst>
              <a:ext uri="{FF2B5EF4-FFF2-40B4-BE49-F238E27FC236}">
                <a16:creationId xmlns:a16="http://schemas.microsoft.com/office/drawing/2014/main" id="{E6583901-8EEF-40D3-A827-92E84F514C19}"/>
              </a:ext>
            </a:extLst>
          </p:cNvPr>
          <p:cNvSpPr/>
          <p:nvPr userDrawn="1"/>
        </p:nvSpPr>
        <p:spPr>
          <a:xfrm>
            <a:off x="14280152" y="2469180"/>
            <a:ext cx="594992" cy="621467"/>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Orange</a:t>
            </a:r>
          </a:p>
          <a:p>
            <a:pPr marL="194819" defTabSz="1039033"/>
            <a:r>
              <a:rPr lang="en-US" sz="700">
                <a:solidFill>
                  <a:prstClr val="white"/>
                </a:solidFill>
              </a:rPr>
              <a:t>R 255</a:t>
            </a:r>
          </a:p>
          <a:p>
            <a:pPr marL="194819" defTabSz="1039033"/>
            <a:r>
              <a:rPr lang="en-US" sz="700">
                <a:solidFill>
                  <a:prstClr val="white"/>
                </a:solidFill>
              </a:rPr>
              <a:t>G 99</a:t>
            </a:r>
          </a:p>
          <a:p>
            <a:pPr marL="194819" defTabSz="1039033"/>
            <a:r>
              <a:rPr lang="en-US" sz="700">
                <a:solidFill>
                  <a:prstClr val="white"/>
                </a:solidFill>
              </a:rPr>
              <a:t>B 39</a:t>
            </a:r>
          </a:p>
        </p:txBody>
      </p:sp>
      <p:sp>
        <p:nvSpPr>
          <p:cNvPr id="27" name="Rectangle 26">
            <a:extLst>
              <a:ext uri="{FF2B5EF4-FFF2-40B4-BE49-F238E27FC236}">
                <a16:creationId xmlns:a16="http://schemas.microsoft.com/office/drawing/2014/main" id="{38E2F03B-6956-4203-B0F6-DB07B058EFF5}"/>
              </a:ext>
            </a:extLst>
          </p:cNvPr>
          <p:cNvSpPr/>
          <p:nvPr userDrawn="1"/>
        </p:nvSpPr>
        <p:spPr>
          <a:xfrm>
            <a:off x="14875145" y="2469180"/>
            <a:ext cx="594992" cy="621467"/>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Green</a:t>
            </a:r>
          </a:p>
          <a:p>
            <a:pPr marL="194819" defTabSz="1039033"/>
            <a:r>
              <a:rPr lang="en-US" sz="700">
                <a:solidFill>
                  <a:prstClr val="white"/>
                </a:solidFill>
              </a:rPr>
              <a:t>R 200</a:t>
            </a:r>
          </a:p>
          <a:p>
            <a:pPr marL="194819" defTabSz="1039033"/>
            <a:r>
              <a:rPr lang="en-US" sz="700">
                <a:solidFill>
                  <a:prstClr val="white"/>
                </a:solidFill>
              </a:rPr>
              <a:t>G 255</a:t>
            </a:r>
          </a:p>
          <a:p>
            <a:pPr marL="194819" defTabSz="1039033"/>
            <a:r>
              <a:rPr lang="en-US" sz="700">
                <a:solidFill>
                  <a:prstClr val="white"/>
                </a:solidFill>
              </a:rPr>
              <a:t>B 22</a:t>
            </a:r>
          </a:p>
        </p:txBody>
      </p:sp>
      <p:sp>
        <p:nvSpPr>
          <p:cNvPr id="28" name="Rectangle 27">
            <a:extLst>
              <a:ext uri="{FF2B5EF4-FFF2-40B4-BE49-F238E27FC236}">
                <a16:creationId xmlns:a16="http://schemas.microsoft.com/office/drawing/2014/main" id="{C9DAC3EC-C6D3-4BD3-A96E-D2B63F6BB91D}"/>
              </a:ext>
            </a:extLst>
          </p:cNvPr>
          <p:cNvSpPr/>
          <p:nvPr userDrawn="1"/>
        </p:nvSpPr>
        <p:spPr>
          <a:xfrm>
            <a:off x="13685160" y="3090647"/>
            <a:ext cx="594992" cy="621467"/>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Purple</a:t>
            </a:r>
          </a:p>
          <a:p>
            <a:pPr marL="194819" defTabSz="1039033"/>
            <a:r>
              <a:rPr lang="en-US" sz="700">
                <a:solidFill>
                  <a:prstClr val="white"/>
                </a:solidFill>
              </a:rPr>
              <a:t>R 126</a:t>
            </a:r>
          </a:p>
          <a:p>
            <a:pPr marL="194819" defTabSz="1039033"/>
            <a:r>
              <a:rPr lang="en-US" sz="700">
                <a:solidFill>
                  <a:prstClr val="white"/>
                </a:solidFill>
              </a:rPr>
              <a:t>G 57</a:t>
            </a:r>
          </a:p>
          <a:p>
            <a:pPr marL="194819" defTabSz="1039033"/>
            <a:r>
              <a:rPr lang="en-US" sz="700">
                <a:solidFill>
                  <a:prstClr val="white"/>
                </a:solidFill>
              </a:rPr>
              <a:t>B 186</a:t>
            </a:r>
          </a:p>
        </p:txBody>
      </p:sp>
      <p:sp>
        <p:nvSpPr>
          <p:cNvPr id="29" name="Rectangle 28">
            <a:extLst>
              <a:ext uri="{FF2B5EF4-FFF2-40B4-BE49-F238E27FC236}">
                <a16:creationId xmlns:a16="http://schemas.microsoft.com/office/drawing/2014/main" id="{92C03B7B-B001-4A30-AB96-16D576D48C34}"/>
              </a:ext>
            </a:extLst>
          </p:cNvPr>
          <p:cNvSpPr/>
          <p:nvPr userDrawn="1"/>
        </p:nvSpPr>
        <p:spPr>
          <a:xfrm>
            <a:off x="14875145" y="3090647"/>
            <a:ext cx="594992" cy="621467"/>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Green</a:t>
            </a:r>
          </a:p>
          <a:p>
            <a:pPr marL="194819" defTabSz="1039033"/>
            <a:r>
              <a:rPr lang="en-US" sz="700">
                <a:solidFill>
                  <a:prstClr val="white"/>
                </a:solidFill>
              </a:rPr>
              <a:t>R 0</a:t>
            </a:r>
          </a:p>
          <a:p>
            <a:pPr marL="194819" defTabSz="1039033"/>
            <a:r>
              <a:rPr lang="en-US" sz="700">
                <a:solidFill>
                  <a:prstClr val="white"/>
                </a:solidFill>
              </a:rPr>
              <a:t>G 195</a:t>
            </a:r>
          </a:p>
          <a:p>
            <a:pPr marL="194819" defTabSz="1039033"/>
            <a:r>
              <a:rPr lang="en-US" sz="700">
                <a:solidFill>
                  <a:prstClr val="white"/>
                </a:solidFill>
              </a:rPr>
              <a:t>B 123</a:t>
            </a:r>
          </a:p>
        </p:txBody>
      </p:sp>
      <p:sp>
        <p:nvSpPr>
          <p:cNvPr id="30" name="Rectangle 29">
            <a:extLst>
              <a:ext uri="{FF2B5EF4-FFF2-40B4-BE49-F238E27FC236}">
                <a16:creationId xmlns:a16="http://schemas.microsoft.com/office/drawing/2014/main" id="{39D10CCE-8A76-40F2-A4EA-762B95735E25}"/>
              </a:ext>
            </a:extLst>
          </p:cNvPr>
          <p:cNvSpPr/>
          <p:nvPr userDrawn="1"/>
        </p:nvSpPr>
        <p:spPr>
          <a:xfrm>
            <a:off x="14875145" y="4950064"/>
            <a:ext cx="594992" cy="621467"/>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Dark</a:t>
            </a:r>
            <a:br>
              <a:rPr lang="en-US" sz="700" b="1">
                <a:solidFill>
                  <a:prstClr val="white"/>
                </a:solidFill>
              </a:rPr>
            </a:br>
            <a:r>
              <a:rPr lang="en-US" sz="700" b="1">
                <a:solidFill>
                  <a:prstClr val="white"/>
                </a:solidFill>
              </a:rPr>
              <a:t>Green</a:t>
            </a:r>
          </a:p>
          <a:p>
            <a:pPr marL="194819" defTabSz="1039033"/>
            <a:r>
              <a:rPr lang="en-US" sz="700">
                <a:solidFill>
                  <a:prstClr val="white"/>
                </a:solidFill>
              </a:rPr>
              <a:t>R 21</a:t>
            </a:r>
          </a:p>
          <a:p>
            <a:pPr marL="194819" defTabSz="1039033"/>
            <a:r>
              <a:rPr lang="en-US" sz="700">
                <a:solidFill>
                  <a:prstClr val="white"/>
                </a:solidFill>
              </a:rPr>
              <a:t>G 99</a:t>
            </a:r>
          </a:p>
          <a:p>
            <a:pPr marL="194819" defTabSz="1039033"/>
            <a:r>
              <a:rPr lang="en-US" sz="700">
                <a:solidFill>
                  <a:prstClr val="white"/>
                </a:solidFill>
              </a:rPr>
              <a:t>B 107</a:t>
            </a:r>
          </a:p>
        </p:txBody>
      </p:sp>
      <p:sp>
        <p:nvSpPr>
          <p:cNvPr id="31" name="Rectangle 30">
            <a:extLst>
              <a:ext uri="{FF2B5EF4-FFF2-40B4-BE49-F238E27FC236}">
                <a16:creationId xmlns:a16="http://schemas.microsoft.com/office/drawing/2014/main" id="{48274926-0D0C-4FA4-8CDD-D92C8D32F3F0}"/>
              </a:ext>
            </a:extLst>
          </p:cNvPr>
          <p:cNvSpPr/>
          <p:nvPr userDrawn="1"/>
        </p:nvSpPr>
        <p:spPr>
          <a:xfrm>
            <a:off x="14875145" y="4331089"/>
            <a:ext cx="594992" cy="621467"/>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Aqua</a:t>
            </a:r>
          </a:p>
          <a:p>
            <a:pPr marL="194819" defTabSz="1039033"/>
            <a:r>
              <a:rPr lang="en-US" sz="700">
                <a:solidFill>
                  <a:prstClr val="white"/>
                </a:solidFill>
              </a:rPr>
              <a:t>R 15</a:t>
            </a:r>
          </a:p>
          <a:p>
            <a:pPr marL="194819" defTabSz="1039033"/>
            <a:r>
              <a:rPr lang="en-US" sz="700">
                <a:solidFill>
                  <a:prstClr val="white"/>
                </a:solidFill>
              </a:rPr>
              <a:t>G 153</a:t>
            </a:r>
          </a:p>
          <a:p>
            <a:pPr marL="194819" defTabSz="1039033"/>
            <a:r>
              <a:rPr lang="en-US" sz="700">
                <a:solidFill>
                  <a:prstClr val="white"/>
                </a:solidFill>
              </a:rPr>
              <a:t>B 156</a:t>
            </a:r>
          </a:p>
        </p:txBody>
      </p:sp>
      <p:sp>
        <p:nvSpPr>
          <p:cNvPr id="32" name="Rectangle 31">
            <a:extLst>
              <a:ext uri="{FF2B5EF4-FFF2-40B4-BE49-F238E27FC236}">
                <a16:creationId xmlns:a16="http://schemas.microsoft.com/office/drawing/2014/main" id="{AE6CA330-5E9C-45B3-BCE2-FB9403F9AE7A}"/>
              </a:ext>
            </a:extLst>
          </p:cNvPr>
          <p:cNvSpPr/>
          <p:nvPr userDrawn="1"/>
        </p:nvSpPr>
        <p:spPr>
          <a:xfrm>
            <a:off x="14875145" y="3712114"/>
            <a:ext cx="594992" cy="621467"/>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Aqua</a:t>
            </a:r>
          </a:p>
          <a:p>
            <a:pPr marL="194819" defTabSz="1039033"/>
            <a:r>
              <a:rPr lang="en-US" sz="700">
                <a:solidFill>
                  <a:prstClr val="white"/>
                </a:solidFill>
              </a:rPr>
              <a:t>R 1</a:t>
            </a:r>
          </a:p>
          <a:p>
            <a:pPr marL="194819" defTabSz="1039033"/>
            <a:r>
              <a:rPr lang="en-US" sz="700">
                <a:solidFill>
                  <a:prstClr val="white"/>
                </a:solidFill>
              </a:rPr>
              <a:t>G 209</a:t>
            </a:r>
          </a:p>
          <a:p>
            <a:pPr marL="194819" defTabSz="1039033"/>
            <a:r>
              <a:rPr lang="en-US" sz="700">
                <a:solidFill>
                  <a:prstClr val="white"/>
                </a:solidFill>
              </a:rPr>
              <a:t>B 208</a:t>
            </a:r>
          </a:p>
        </p:txBody>
      </p:sp>
      <p:sp>
        <p:nvSpPr>
          <p:cNvPr id="33" name="Rectangle 32">
            <a:extLst>
              <a:ext uri="{FF2B5EF4-FFF2-40B4-BE49-F238E27FC236}">
                <a16:creationId xmlns:a16="http://schemas.microsoft.com/office/drawing/2014/main" id="{3B1BE53C-E349-4DFE-8AF7-D96DD04C2A83}"/>
              </a:ext>
            </a:extLst>
          </p:cNvPr>
          <p:cNvSpPr/>
          <p:nvPr userDrawn="1"/>
        </p:nvSpPr>
        <p:spPr>
          <a:xfrm>
            <a:off x="14280152" y="3090647"/>
            <a:ext cx="594992" cy="621467"/>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Peach</a:t>
            </a:r>
          </a:p>
          <a:p>
            <a:pPr marL="194819" defTabSz="1039033"/>
            <a:r>
              <a:rPr lang="en-US" sz="700">
                <a:solidFill>
                  <a:prstClr val="white"/>
                </a:solidFill>
              </a:rPr>
              <a:t>R 255</a:t>
            </a:r>
          </a:p>
          <a:p>
            <a:pPr marL="194819" defTabSz="1039033"/>
            <a:r>
              <a:rPr lang="en-US" sz="700">
                <a:solidFill>
                  <a:prstClr val="white"/>
                </a:solidFill>
              </a:rPr>
              <a:t>G 126</a:t>
            </a:r>
          </a:p>
          <a:p>
            <a:pPr marL="194819" defTabSz="1039033"/>
            <a:r>
              <a:rPr lang="en-US" sz="700">
                <a:solidFill>
                  <a:prstClr val="white"/>
                </a:solidFill>
              </a:rPr>
              <a:t>B 131</a:t>
            </a:r>
          </a:p>
        </p:txBody>
      </p:sp>
      <p:sp>
        <p:nvSpPr>
          <p:cNvPr id="34" name="Rectangle 33">
            <a:extLst>
              <a:ext uri="{FF2B5EF4-FFF2-40B4-BE49-F238E27FC236}">
                <a16:creationId xmlns:a16="http://schemas.microsoft.com/office/drawing/2014/main" id="{24D48B8E-067A-4CE4-9C96-336873084270}"/>
              </a:ext>
            </a:extLst>
          </p:cNvPr>
          <p:cNvSpPr/>
          <p:nvPr userDrawn="1"/>
        </p:nvSpPr>
        <p:spPr>
          <a:xfrm>
            <a:off x="14280152" y="3712114"/>
            <a:ext cx="594992" cy="621467"/>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Light</a:t>
            </a:r>
            <a:br>
              <a:rPr lang="en-US" sz="700" b="1">
                <a:solidFill>
                  <a:prstClr val="white"/>
                </a:solidFill>
              </a:rPr>
            </a:br>
            <a:r>
              <a:rPr lang="en-US" sz="700" b="1">
                <a:solidFill>
                  <a:prstClr val="white"/>
                </a:solidFill>
              </a:rPr>
              <a:t>Claret</a:t>
            </a:r>
          </a:p>
          <a:p>
            <a:pPr marL="194819" defTabSz="1039033"/>
            <a:r>
              <a:rPr lang="en-US" sz="700">
                <a:solidFill>
                  <a:prstClr val="white"/>
                </a:solidFill>
              </a:rPr>
              <a:t>R 203</a:t>
            </a:r>
          </a:p>
          <a:p>
            <a:pPr marL="194819" defTabSz="1039033"/>
            <a:r>
              <a:rPr lang="en-US" sz="700">
                <a:solidFill>
                  <a:prstClr val="white"/>
                </a:solidFill>
              </a:rPr>
              <a:t>G 41</a:t>
            </a:r>
          </a:p>
          <a:p>
            <a:pPr marL="194819" defTabSz="1039033"/>
            <a:r>
              <a:rPr lang="en-US" sz="700">
                <a:solidFill>
                  <a:prstClr val="white"/>
                </a:solidFill>
              </a:rPr>
              <a:t>B 128</a:t>
            </a:r>
          </a:p>
        </p:txBody>
      </p:sp>
      <p:sp>
        <p:nvSpPr>
          <p:cNvPr id="35" name="Rectangle 34">
            <a:extLst>
              <a:ext uri="{FF2B5EF4-FFF2-40B4-BE49-F238E27FC236}">
                <a16:creationId xmlns:a16="http://schemas.microsoft.com/office/drawing/2014/main" id="{3174EE55-C322-4EEE-95BA-C7C6E328D42D}"/>
              </a:ext>
            </a:extLst>
          </p:cNvPr>
          <p:cNvSpPr/>
          <p:nvPr userDrawn="1"/>
        </p:nvSpPr>
        <p:spPr>
          <a:xfrm>
            <a:off x="14280152" y="4331089"/>
            <a:ext cx="594992" cy="621467"/>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Claret</a:t>
            </a:r>
          </a:p>
          <a:p>
            <a:pPr marL="194819" defTabSz="1039033"/>
            <a:r>
              <a:rPr lang="en-US" sz="700">
                <a:solidFill>
                  <a:prstClr val="white"/>
                </a:solidFill>
              </a:rPr>
              <a:t>R 134</a:t>
            </a:r>
          </a:p>
          <a:p>
            <a:pPr marL="194819" defTabSz="1039033"/>
            <a:r>
              <a:rPr lang="en-US" sz="700">
                <a:solidFill>
                  <a:prstClr val="white"/>
                </a:solidFill>
              </a:rPr>
              <a:t>G 8</a:t>
            </a:r>
          </a:p>
          <a:p>
            <a:pPr marL="194819" defTabSz="1039033"/>
            <a:r>
              <a:rPr lang="en-US" sz="700">
                <a:solidFill>
                  <a:prstClr val="white"/>
                </a:solidFill>
              </a:rPr>
              <a:t>B 100</a:t>
            </a:r>
          </a:p>
        </p:txBody>
      </p:sp>
      <p:sp>
        <p:nvSpPr>
          <p:cNvPr id="36" name="Rectangle 35">
            <a:extLst>
              <a:ext uri="{FF2B5EF4-FFF2-40B4-BE49-F238E27FC236}">
                <a16:creationId xmlns:a16="http://schemas.microsoft.com/office/drawing/2014/main" id="{A65A0951-7E92-40BC-A05E-EB7ABB2E0AC7}"/>
              </a:ext>
            </a:extLst>
          </p:cNvPr>
          <p:cNvSpPr/>
          <p:nvPr userDrawn="1"/>
        </p:nvSpPr>
        <p:spPr>
          <a:xfrm>
            <a:off x="12495175" y="1398619"/>
            <a:ext cx="626775"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Primary</a:t>
            </a:r>
          </a:p>
        </p:txBody>
      </p:sp>
      <p:sp>
        <p:nvSpPr>
          <p:cNvPr id="37" name="Rectangle 36">
            <a:extLst>
              <a:ext uri="{FF2B5EF4-FFF2-40B4-BE49-F238E27FC236}">
                <a16:creationId xmlns:a16="http://schemas.microsoft.com/office/drawing/2014/main" id="{BF737B18-1DC0-40D4-AFB7-4EE29FC1D279}"/>
              </a:ext>
            </a:extLst>
          </p:cNvPr>
          <p:cNvSpPr/>
          <p:nvPr userDrawn="1"/>
        </p:nvSpPr>
        <p:spPr>
          <a:xfrm>
            <a:off x="12495175" y="2278253"/>
            <a:ext cx="929742"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Infographic</a:t>
            </a:r>
          </a:p>
        </p:txBody>
      </p:sp>
      <p:sp>
        <p:nvSpPr>
          <p:cNvPr id="38" name="Rectangle 37">
            <a:extLst>
              <a:ext uri="{FF2B5EF4-FFF2-40B4-BE49-F238E27FC236}">
                <a16:creationId xmlns:a16="http://schemas.microsoft.com/office/drawing/2014/main" id="{4BC8C5CE-DA8A-46C0-898D-0AC222163B70}"/>
              </a:ext>
            </a:extLst>
          </p:cNvPr>
          <p:cNvSpPr/>
          <p:nvPr userDrawn="1"/>
        </p:nvSpPr>
        <p:spPr>
          <a:xfrm>
            <a:off x="13685161" y="1398619"/>
            <a:ext cx="830356"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Secondary</a:t>
            </a:r>
          </a:p>
        </p:txBody>
      </p:sp>
      <p:sp>
        <p:nvSpPr>
          <p:cNvPr id="39" name="Rectangle 38">
            <a:extLst>
              <a:ext uri="{FF2B5EF4-FFF2-40B4-BE49-F238E27FC236}">
                <a16:creationId xmlns:a16="http://schemas.microsoft.com/office/drawing/2014/main" id="{4CB5BDD1-71EF-4374-8023-3EE6DFC50C9E}"/>
              </a:ext>
            </a:extLst>
          </p:cNvPr>
          <p:cNvSpPr/>
          <p:nvPr userDrawn="1"/>
        </p:nvSpPr>
        <p:spPr>
          <a:xfrm>
            <a:off x="13685160" y="3712114"/>
            <a:ext cx="594992" cy="621467"/>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Dark</a:t>
            </a:r>
            <a:br>
              <a:rPr lang="en-US" sz="700" b="1">
                <a:solidFill>
                  <a:prstClr val="white"/>
                </a:solidFill>
              </a:rPr>
            </a:br>
            <a:r>
              <a:rPr lang="en-US" sz="700" b="1">
                <a:solidFill>
                  <a:prstClr val="white"/>
                </a:solidFill>
              </a:rPr>
              <a:t>Purple</a:t>
            </a:r>
          </a:p>
          <a:p>
            <a:pPr marL="194819" defTabSz="1039033"/>
            <a:r>
              <a:rPr lang="en-US" sz="700">
                <a:solidFill>
                  <a:prstClr val="white"/>
                </a:solidFill>
              </a:rPr>
              <a:t>R 71</a:t>
            </a:r>
          </a:p>
          <a:p>
            <a:pPr marL="194819" defTabSz="1039033"/>
            <a:r>
              <a:rPr lang="en-US" sz="700">
                <a:solidFill>
                  <a:prstClr val="white"/>
                </a:solidFill>
              </a:rPr>
              <a:t>G 1</a:t>
            </a:r>
          </a:p>
          <a:p>
            <a:pPr marL="194819" defTabSz="1039033"/>
            <a:r>
              <a:rPr lang="en-US" sz="700">
                <a:solidFill>
                  <a:prstClr val="white"/>
                </a:solidFill>
              </a:rPr>
              <a:t>B 167</a:t>
            </a:r>
          </a:p>
        </p:txBody>
      </p:sp>
    </p:spTree>
    <p:extLst>
      <p:ext uri="{BB962C8B-B14F-4D97-AF65-F5344CB8AC3E}">
        <p14:creationId xmlns:p14="http://schemas.microsoft.com/office/powerpoint/2010/main" val="1712774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Blank w. footer (W)">
    <p:spTree>
      <p:nvGrpSpPr>
        <p:cNvPr id="1" name=""/>
        <p:cNvGrpSpPr/>
        <p:nvPr/>
      </p:nvGrpSpPr>
      <p:grpSpPr>
        <a:xfrm>
          <a:off x="0" y="0"/>
          <a:ext cx="0" cy="0"/>
          <a:chOff x="0" y="0"/>
          <a:chExt cx="0" cy="0"/>
        </a:xfrm>
      </p:grpSpPr>
      <p:pic>
        <p:nvPicPr>
          <p:cNvPr id="366" name="friedolin_WB.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42461" y="6414645"/>
            <a:ext cx="443356" cy="443356"/>
          </a:xfrm>
          <a:prstGeom prst="rect">
            <a:avLst/>
          </a:prstGeom>
          <a:ln w="12700">
            <a:miter lim="400000"/>
          </a:ln>
        </p:spPr>
      </p:pic>
      <p:sp>
        <p:nvSpPr>
          <p:cNvPr id="8" name="Footer Placeholder 7">
            <a:extLst>
              <a:ext uri="{FF2B5EF4-FFF2-40B4-BE49-F238E27FC236}">
                <a16:creationId xmlns:a16="http://schemas.microsoft.com/office/drawing/2014/main" id="{D448586A-5246-4357-9A4B-748CF4A7677F}"/>
              </a:ext>
            </a:extLst>
          </p:cNvPr>
          <p:cNvSpPr>
            <a:spLocks noGrp="1"/>
          </p:cNvSpPr>
          <p:nvPr>
            <p:ph type="ftr" sz="quarter" idx="23"/>
          </p:nvPr>
        </p:nvSpPr>
        <p:spPr/>
        <p:txBody>
          <a:bodyPr/>
          <a:lstStyle/>
          <a:p>
            <a:r>
              <a:rPr lang="en-US"/>
              <a:t>© confidential 2022 | frog Part of Capgemini Invent</a:t>
            </a:r>
            <a:endParaRPr lang="de-DE"/>
          </a:p>
        </p:txBody>
      </p:sp>
      <p:sp>
        <p:nvSpPr>
          <p:cNvPr id="9" name="Slide Number Placeholder 8">
            <a:extLst>
              <a:ext uri="{FF2B5EF4-FFF2-40B4-BE49-F238E27FC236}">
                <a16:creationId xmlns:a16="http://schemas.microsoft.com/office/drawing/2014/main" id="{B38062F3-7AB5-480E-B267-9560C0CEB5E3}"/>
              </a:ext>
            </a:extLst>
          </p:cNvPr>
          <p:cNvSpPr>
            <a:spLocks noGrp="1"/>
          </p:cNvSpPr>
          <p:nvPr>
            <p:ph type="sldNum" sz="quarter" idx="24"/>
          </p:nvPr>
        </p:nvSpPr>
        <p:spPr/>
        <p:txBody>
          <a:bodyPr/>
          <a:lstStyle/>
          <a:p>
            <a:fld id="{F4562D32-726A-4413-ACA3-4E6BD640C7C8}" type="slidenum">
              <a:rPr lang="de-DE" smtClean="0"/>
              <a:pPr/>
              <a:t>‹#›</a:t>
            </a:fld>
            <a:endParaRPr lang="de-DE"/>
          </a:p>
        </p:txBody>
      </p:sp>
      <p:sp>
        <p:nvSpPr>
          <p:cNvPr id="15" name="Text Placeholder 14">
            <a:extLst>
              <a:ext uri="{FF2B5EF4-FFF2-40B4-BE49-F238E27FC236}">
                <a16:creationId xmlns:a16="http://schemas.microsoft.com/office/drawing/2014/main" id="{EA9E3273-76BA-4361-BA60-5DD3D4DF0523}"/>
              </a:ext>
            </a:extLst>
          </p:cNvPr>
          <p:cNvSpPr>
            <a:spLocks noGrp="1"/>
          </p:cNvSpPr>
          <p:nvPr>
            <p:ph type="body" sz="quarter" idx="26" hasCustomPrompt="1"/>
          </p:nvPr>
        </p:nvSpPr>
        <p:spPr>
          <a:xfrm>
            <a:off x="881837" y="662082"/>
            <a:ext cx="10422751" cy="153889"/>
          </a:xfrm>
        </p:spPr>
        <p:txBody>
          <a:bodyPr>
            <a:noAutofit/>
          </a:bodyPr>
          <a:lstStyle>
            <a:lvl1pPr>
              <a:lnSpc>
                <a:spcPct val="100000"/>
              </a:lnSpc>
              <a:defRPr sz="1000" cap="all" spc="100" baseline="0">
                <a:latin typeface="BentonSansF Medium" panose="02000603040000020004" pitchFamily="2" charset="0"/>
              </a:defRPr>
            </a:lvl1pPr>
          </a:lstStyle>
          <a:p>
            <a:pPr lvl="0"/>
            <a:r>
              <a:rPr lang="en-US"/>
              <a:t>Section</a:t>
            </a:r>
            <a:endParaRPr lang="de-DE"/>
          </a:p>
        </p:txBody>
      </p:sp>
    </p:spTree>
    <p:extLst>
      <p:ext uri="{BB962C8B-B14F-4D97-AF65-F5344CB8AC3E}">
        <p14:creationId xmlns:p14="http://schemas.microsoft.com/office/powerpoint/2010/main" val="119133969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Dark blue-Grey">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E4B8C7C-B6BA-F04B-8E1D-8FAE4BF1C647}"/>
              </a:ext>
            </a:extLst>
          </p:cNvPr>
          <p:cNvSpPr/>
          <p:nvPr userDrawn="1"/>
        </p:nvSpPr>
        <p:spPr>
          <a:xfrm>
            <a:off x="0" y="6553200"/>
            <a:ext cx="12192000" cy="304800"/>
          </a:xfrm>
          <a:prstGeom prst="rect">
            <a:avLst/>
          </a:prstGeom>
          <a:gradFill flip="none" rotWithShape="1">
            <a:gsLst>
              <a:gs pos="0">
                <a:srgbClr val="C00000"/>
              </a:gs>
              <a:gs pos="76000">
                <a:srgbClr val="12ABDB"/>
              </a:gs>
              <a:gs pos="35000">
                <a:srgbClr val="FF4001"/>
              </a:gs>
            </a:gsLst>
            <a:lin ang="0" scaled="1"/>
            <a:tileRect/>
          </a:gradFill>
          <a:ln w="25400" cap="flat" cmpd="sng" algn="ctr">
            <a:noFill/>
            <a:prstDash val="solid"/>
          </a:ln>
          <a:effectLst/>
        </p:spPr>
        <p:txBody>
          <a:bodyPr tIns="90000" bIns="90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a:ea typeface="+mn-ea"/>
              <a:cs typeface="+mn-cs"/>
            </a:endParaRPr>
          </a:p>
        </p:txBody>
      </p:sp>
      <p:sp>
        <p:nvSpPr>
          <p:cNvPr id="3"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263525" y="279698"/>
            <a:ext cx="10305982" cy="548640"/>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pt-PT" sz="2400" kern="120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lvl="0">
              <a:lnSpc>
                <a:spcPts val="3000"/>
              </a:lnSpc>
            </a:pPr>
            <a:r>
              <a:rPr lang="en-US"/>
              <a:t>Click to add title</a:t>
            </a:r>
            <a:endParaRPr lang="pt-PT"/>
          </a:p>
        </p:txBody>
      </p:sp>
      <p:grpSp>
        <p:nvGrpSpPr>
          <p:cNvPr id="25" name="Group 24"/>
          <p:cNvGrpSpPr/>
          <p:nvPr userDrawn="1"/>
        </p:nvGrpSpPr>
        <p:grpSpPr>
          <a:xfrm>
            <a:off x="10705583" y="274916"/>
            <a:ext cx="593602" cy="495550"/>
            <a:chOff x="10977979" y="173945"/>
            <a:chExt cx="550567" cy="459624"/>
          </a:xfrm>
        </p:grpSpPr>
        <p:pic>
          <p:nvPicPr>
            <p:cNvPr id="27" name="Graphic 4">
              <a:extLst>
                <a:ext uri="{FF2B5EF4-FFF2-40B4-BE49-F238E27FC236}">
                  <a16:creationId xmlns:a16="http://schemas.microsoft.com/office/drawing/2014/main" id="{84732735-EEC3-407D-88F5-F9BA1CEDF92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1836" t="-4713" b="16530"/>
            <a:stretch/>
          </p:blipFill>
          <p:spPr>
            <a:xfrm>
              <a:off x="10977979" y="173945"/>
              <a:ext cx="424356" cy="459624"/>
            </a:xfrm>
            <a:prstGeom prst="rect">
              <a:avLst/>
            </a:prstGeom>
          </p:spPr>
        </p:pic>
        <p:cxnSp>
          <p:nvCxnSpPr>
            <p:cNvPr id="28" name="Straight Connector 27">
              <a:extLst>
                <a:ext uri="{FF2B5EF4-FFF2-40B4-BE49-F238E27FC236}">
                  <a16:creationId xmlns:a16="http://schemas.microsoft.com/office/drawing/2014/main" id="{396F0F4A-D6E6-4578-B4D2-DF80218FFC94}"/>
                </a:ext>
              </a:extLst>
            </p:cNvPr>
            <p:cNvCxnSpPr/>
            <p:nvPr userDrawn="1"/>
          </p:nvCxnSpPr>
          <p:spPr>
            <a:xfrm>
              <a:off x="11528546" y="237616"/>
              <a:ext cx="0" cy="33228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cxnSp>
        <p:nvCxnSpPr>
          <p:cNvPr id="18" name="Conector reto 49">
            <a:extLst>
              <a:ext uri="{FF2B5EF4-FFF2-40B4-BE49-F238E27FC236}">
                <a16:creationId xmlns:a16="http://schemas.microsoft.com/office/drawing/2014/main" id="{74A32230-2EC3-4DB7-BB7E-D5FAB875FB2A}"/>
              </a:ext>
            </a:extLst>
          </p:cNvPr>
          <p:cNvCxnSpPr>
            <a:cxnSpLocks/>
          </p:cNvCxnSpPr>
          <p:nvPr userDrawn="1"/>
        </p:nvCxnSpPr>
        <p:spPr>
          <a:xfrm flipV="1">
            <a:off x="2309226" y="6592145"/>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9" name="Retângulo 43">
            <a:extLst>
              <a:ext uri="{FF2B5EF4-FFF2-40B4-BE49-F238E27FC236}">
                <a16:creationId xmlns:a16="http://schemas.microsoft.com/office/drawing/2014/main" id="{F8AABBFE-CF23-41A8-9C83-9A08610877CF}"/>
              </a:ext>
            </a:extLst>
          </p:cNvPr>
          <p:cNvSpPr/>
          <p:nvPr userDrawn="1"/>
        </p:nvSpPr>
        <p:spPr>
          <a:xfrm>
            <a:off x="2496064" y="6604144"/>
            <a:ext cx="2039020" cy="123111"/>
          </a:xfrm>
          <a:prstGeom prst="rect">
            <a:avLst/>
          </a:prstGeom>
        </p:spPr>
        <p:txBody>
          <a:bodyPr wrap="none" lIns="0" tIns="0" rIns="0" bIns="0" anchor="t" anchorCtr="0">
            <a:spAutoFit/>
          </a:bodyPr>
          <a:lstStyle/>
          <a:p>
            <a:pPr algn="l">
              <a:lnSpc>
                <a:spcPct val="100000"/>
              </a:lnSpc>
            </a:pPr>
            <a:r>
              <a:rPr lang="en-US" sz="800">
                <a:solidFill>
                  <a:schemeClr val="bg1"/>
                </a:solidFill>
                <a:cs typeface="Arial" panose="020B0604020202020204" pitchFamily="34" charset="0"/>
              </a:rPr>
              <a:t>© 2021 Capgemini. All rights reserved.</a:t>
            </a:r>
          </a:p>
        </p:txBody>
      </p:sp>
      <p:sp>
        <p:nvSpPr>
          <p:cNvPr id="12" name="Rectangle 27">
            <a:hlinkClick r:id="rId4"/>
            <a:extLst>
              <a:ext uri="{FF2B5EF4-FFF2-40B4-BE49-F238E27FC236}">
                <a16:creationId xmlns:a16="http://schemas.microsoft.com/office/drawing/2014/main" id="{84EAD16D-8DDF-8A4D-9D38-939DCB44D561}"/>
              </a:ext>
            </a:extLst>
          </p:cNvPr>
          <p:cNvSpPr/>
          <p:nvPr userDrawn="1"/>
        </p:nvSpPr>
        <p:spPr>
          <a:xfrm>
            <a:off x="423516" y="6608377"/>
            <a:ext cx="1885710" cy="123111"/>
          </a:xfrm>
          <a:prstGeom prst="rect">
            <a:avLst/>
          </a:prstGeom>
        </p:spPr>
        <p:txBody>
          <a:bodyPr wrap="square" lIns="0" tIns="0" rIns="0" bIns="0" anchor="t" anchorCtr="0">
            <a:spAutoFit/>
          </a:bodyPr>
          <a:lstStyle/>
          <a:p>
            <a:pPr lvl="0" algn="l" defTabSz="914400">
              <a:lnSpc>
                <a:spcPct val="100000"/>
              </a:lnSpc>
              <a:defRPr/>
            </a:pPr>
            <a:r>
              <a:rPr lang="en-US" sz="800" kern="0">
                <a:solidFill>
                  <a:schemeClr val="bg1"/>
                </a:solidFill>
                <a:latin typeface="+mj-lt"/>
                <a:cs typeface="Arial" panose="020B0604020202020204" pitchFamily="34" charset="0"/>
              </a:rPr>
              <a:t>PMO and Process </a:t>
            </a:r>
          </a:p>
        </p:txBody>
      </p:sp>
      <p:pic>
        <p:nvPicPr>
          <p:cNvPr id="14" name="Picture 2" descr="Cable &amp;amp; Wireless Seychelles completes broadband upgrade">
            <a:extLst>
              <a:ext uri="{FF2B5EF4-FFF2-40B4-BE49-F238E27FC236}">
                <a16:creationId xmlns:a16="http://schemas.microsoft.com/office/drawing/2014/main" id="{DA54FA57-F376-4E3E-8906-3CA272517D71}"/>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t="12738" r="79440" b="11184"/>
          <a:stretch/>
        </p:blipFill>
        <p:spPr bwMode="auto">
          <a:xfrm>
            <a:off x="11540612" y="253716"/>
            <a:ext cx="485776" cy="537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68958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910039331"/>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807946748"/>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148708618"/>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3 Full Picture">
    <p:bg>
      <p:bgPr>
        <a:solidFill>
          <a:schemeClr val="accent4"/>
        </a:solidFill>
        <a:effectLst/>
      </p:bgPr>
    </p:bg>
    <p:spTree>
      <p:nvGrpSpPr>
        <p:cNvPr id="1" name=""/>
        <p:cNvGrpSpPr/>
        <p:nvPr/>
      </p:nvGrpSpPr>
      <p:grpSpPr>
        <a:xfrm>
          <a:off x="0" y="0"/>
          <a:ext cx="0" cy="0"/>
          <a:chOff x="0" y="0"/>
          <a:chExt cx="0" cy="0"/>
        </a:xfrm>
      </p:grpSpPr>
      <p:pic>
        <p:nvPicPr>
          <p:cNvPr id="5" name="Picture 4" descr="A picture containing person, outdoor&#10;&#10;Description automatically generated">
            <a:extLst>
              <a:ext uri="{FF2B5EF4-FFF2-40B4-BE49-F238E27FC236}">
                <a16:creationId xmlns:a16="http://schemas.microsoft.com/office/drawing/2014/main" id="{9B468CBC-103F-4AB1-8F35-158A6F6E932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3027" r="3044"/>
          <a:stretch/>
        </p:blipFill>
        <p:spPr>
          <a:xfrm>
            <a:off x="-1" y="0"/>
            <a:ext cx="12192001" cy="6858000"/>
          </a:xfrm>
          <a:prstGeom prst="rect">
            <a:avLst/>
          </a:prstGeom>
        </p:spPr>
      </p:pic>
      <p:sp>
        <p:nvSpPr>
          <p:cNvPr id="9" name="Subtitle 11">
            <a:extLst>
              <a:ext uri="{FF2B5EF4-FFF2-40B4-BE49-F238E27FC236}">
                <a16:creationId xmlns:a16="http://schemas.microsoft.com/office/drawing/2014/main" id="{DD18EAF7-6BA4-4C1D-B44D-44B311FA29F7}"/>
              </a:ext>
            </a:extLst>
          </p:cNvPr>
          <p:cNvSpPr>
            <a:spLocks noGrp="1"/>
          </p:cNvSpPr>
          <p:nvPr>
            <p:ph type="subTitle" idx="1"/>
          </p:nvPr>
        </p:nvSpPr>
        <p:spPr>
          <a:xfrm>
            <a:off x="404813" y="4500818"/>
            <a:ext cx="5979219" cy="235769"/>
          </a:xfrm>
        </p:spPr>
        <p:txBody>
          <a:bodyPr/>
          <a:lstStyle>
            <a:lvl1pPr algn="r">
              <a:defRPr/>
            </a:lvl1pPr>
          </a:lstStyle>
          <a:p>
            <a:r>
              <a:rPr lang="en-US"/>
              <a:t>Click to edit Master subtitle style</a:t>
            </a:r>
            <a:endParaRPr lang="en-GB"/>
          </a:p>
        </p:txBody>
      </p:sp>
      <p:sp>
        <p:nvSpPr>
          <p:cNvPr id="10" name="Title 10">
            <a:extLst>
              <a:ext uri="{FF2B5EF4-FFF2-40B4-BE49-F238E27FC236}">
                <a16:creationId xmlns:a16="http://schemas.microsoft.com/office/drawing/2014/main" id="{DA33CED3-F9A3-4923-9267-EB595099CA09}"/>
              </a:ext>
            </a:extLst>
          </p:cNvPr>
          <p:cNvSpPr>
            <a:spLocks noGrp="1"/>
          </p:cNvSpPr>
          <p:nvPr>
            <p:ph type="ctrTitle" hasCustomPrompt="1"/>
          </p:nvPr>
        </p:nvSpPr>
        <p:spPr>
          <a:xfrm>
            <a:off x="404813" y="2204864"/>
            <a:ext cx="11386134" cy="2243691"/>
          </a:xfrm>
        </p:spPr>
        <p:txBody>
          <a:bodyPr/>
          <a:lstStyle>
            <a:lvl1pPr marL="738188" indent="-738188">
              <a:defRPr sz="5800">
                <a:latin typeface="Ubuntu" panose="020B0504030602030204" pitchFamily="34" charset="0"/>
              </a:defRPr>
            </a:lvl1pPr>
          </a:lstStyle>
          <a:p>
            <a:r>
              <a:rPr lang="en-GB"/>
              <a:t>Title of the</a:t>
            </a:r>
            <a:br>
              <a:rPr lang="en-GB"/>
            </a:br>
            <a:r>
              <a:rPr lang="en-GB"/>
              <a:t>presentation</a:t>
            </a:r>
          </a:p>
        </p:txBody>
      </p:sp>
      <p:pic>
        <p:nvPicPr>
          <p:cNvPr id="32" name="Image 6" descr="Une image contenant texte&#10;&#10;Description générée automatiquement">
            <a:extLst>
              <a:ext uri="{FF2B5EF4-FFF2-40B4-BE49-F238E27FC236}">
                <a16:creationId xmlns:a16="http://schemas.microsoft.com/office/drawing/2014/main" id="{5B69BAD3-FCEF-430B-BCFF-B796BEA14F0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518157568"/>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_Title Slide 3 Full Picture">
    <p:bg>
      <p:bgPr>
        <a:solidFill>
          <a:schemeClr val="accent4"/>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79EB532-C396-48BC-B132-9C21C8DC025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r="440" b="498"/>
          <a:stretch/>
        </p:blipFill>
        <p:spPr>
          <a:xfrm>
            <a:off x="0" y="0"/>
            <a:ext cx="12188952" cy="6858000"/>
          </a:xfrm>
          <a:prstGeom prst="rect">
            <a:avLst/>
          </a:prstGeom>
        </p:spPr>
      </p:pic>
      <p:sp>
        <p:nvSpPr>
          <p:cNvPr id="9" name="Subtitle 11">
            <a:extLst>
              <a:ext uri="{FF2B5EF4-FFF2-40B4-BE49-F238E27FC236}">
                <a16:creationId xmlns:a16="http://schemas.microsoft.com/office/drawing/2014/main" id="{DD18EAF7-6BA4-4C1D-B44D-44B311FA29F7}"/>
              </a:ext>
            </a:extLst>
          </p:cNvPr>
          <p:cNvSpPr>
            <a:spLocks noGrp="1"/>
          </p:cNvSpPr>
          <p:nvPr>
            <p:ph type="subTitle" idx="1"/>
          </p:nvPr>
        </p:nvSpPr>
        <p:spPr>
          <a:xfrm>
            <a:off x="404813" y="4921423"/>
            <a:ext cx="11386134" cy="307777"/>
          </a:xfrm>
        </p:spPr>
        <p:txBody>
          <a:bodyPr/>
          <a:lstStyle/>
          <a:p>
            <a:r>
              <a:rPr lang="en-US"/>
              <a:t>Click to edit Master subtitle style</a:t>
            </a:r>
            <a:endParaRPr lang="en-GB"/>
          </a:p>
        </p:txBody>
      </p:sp>
      <p:sp>
        <p:nvSpPr>
          <p:cNvPr id="10" name="Title 10">
            <a:extLst>
              <a:ext uri="{FF2B5EF4-FFF2-40B4-BE49-F238E27FC236}">
                <a16:creationId xmlns:a16="http://schemas.microsoft.com/office/drawing/2014/main" id="{DA33CED3-F9A3-4923-9267-EB595099CA09}"/>
              </a:ext>
            </a:extLst>
          </p:cNvPr>
          <p:cNvSpPr>
            <a:spLocks noGrp="1"/>
          </p:cNvSpPr>
          <p:nvPr>
            <p:ph type="ctrTitle" hasCustomPrompt="1"/>
          </p:nvPr>
        </p:nvSpPr>
        <p:spPr>
          <a:xfrm>
            <a:off x="404813" y="2126871"/>
            <a:ext cx="11386134" cy="2742289"/>
          </a:xfrm>
        </p:spPr>
        <p:txBody>
          <a:bodyPr>
            <a:noAutofit/>
          </a:bodyPr>
          <a:lstStyle>
            <a:lvl1pPr>
              <a:defRPr sz="6600">
                <a:latin typeface="Ubuntu" panose="020B0504030602030204" pitchFamily="34" charset="0"/>
              </a:defRPr>
            </a:lvl1pPr>
          </a:lstStyle>
          <a:p>
            <a:r>
              <a:rPr lang="en-GB"/>
              <a:t>Title </a:t>
            </a:r>
            <a:br>
              <a:rPr lang="en-GB"/>
            </a:br>
            <a:r>
              <a:rPr lang="en-GB"/>
              <a:t>of the</a:t>
            </a:r>
            <a:br>
              <a:rPr lang="en-GB"/>
            </a:br>
            <a:r>
              <a:rPr lang="en-GB"/>
              <a:t>presentation</a:t>
            </a:r>
          </a:p>
        </p:txBody>
      </p:sp>
      <p:pic>
        <p:nvPicPr>
          <p:cNvPr id="33" name="Image 6" descr="Une image contenant texte&#10;&#10;Description générée automatiquement">
            <a:extLst>
              <a:ext uri="{FF2B5EF4-FFF2-40B4-BE49-F238E27FC236}">
                <a16:creationId xmlns:a16="http://schemas.microsoft.com/office/drawing/2014/main" id="{F3A23AB0-D8EF-4130-A209-A73BD5917AB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143402917"/>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958086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821029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119506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881712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4978215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776218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06847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6326686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568928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1275132163"/>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70678271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12683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79200688"/>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49862207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381029092"/>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48637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11091600" cy="1104900"/>
          </a:xfrm>
          <a:prstGeom prst="rect">
            <a:avLst/>
          </a:prstGeom>
        </p:spPr>
        <p:txBody>
          <a:bodyPr vert="horz" lIns="0" tIns="180000" rIns="0" bIns="0" rtlCol="0" anchor="t">
            <a:noAutofit/>
          </a:bodyPr>
          <a:lstStyle>
            <a:lvl1pPr>
              <a:defRPr lang="en-GB" dirty="0"/>
            </a:lvl1pPr>
          </a:lstStyle>
          <a:p>
            <a:pPr lvl="0"/>
            <a:r>
              <a:rPr lang="en-US"/>
              <a:t>Click to edit Master title style</a:t>
            </a:r>
            <a:endParaRPr lang="en-GB"/>
          </a:p>
        </p:txBody>
      </p:sp>
      <p:sp>
        <p:nvSpPr>
          <p:cNvPr id="7" name="Date Placeholder 34">
            <a:extLst>
              <a:ext uri="{FF2B5EF4-FFF2-40B4-BE49-F238E27FC236}">
                <a16:creationId xmlns:a16="http://schemas.microsoft.com/office/drawing/2014/main" id="{CAF7B47A-155D-44CB-9236-7D885F1373E6}"/>
              </a:ext>
            </a:extLst>
          </p:cNvPr>
          <p:cNvSpPr>
            <a:spLocks noGrp="1"/>
          </p:cNvSpPr>
          <p:nvPr>
            <p:ph type="dt" sz="half" idx="2"/>
          </p:nvPr>
        </p:nvSpPr>
        <p:spPr>
          <a:xfrm>
            <a:off x="9192344" y="6650661"/>
            <a:ext cx="2119242" cy="123111"/>
          </a:xfrm>
          <a:prstGeom prst="rect">
            <a:avLst/>
          </a:prstGeom>
        </p:spPr>
        <p:txBody>
          <a:bodyPr wrap="none" lIns="0" tIns="0" rIns="0" bIns="0" anchor="ctr" anchorCtr="0">
            <a:noAutofit/>
          </a:bodyPr>
          <a:lstStyle>
            <a:lvl1pPr>
              <a:defRPr lang="de-DE" sz="800" smtClean="0">
                <a:solidFill>
                  <a:schemeClr val="bg1">
                    <a:lumMod val="65000"/>
                  </a:schemeClr>
                </a:solidFill>
                <a:latin typeface="Calibri" panose="020F0502020204030204" pitchFamily="34" charset="0"/>
              </a:defRPr>
            </a:lvl1pPr>
          </a:lstStyle>
          <a:p>
            <a:pPr algn="r">
              <a:spcBef>
                <a:spcPts val="1000"/>
              </a:spcBef>
              <a:buFont typeface="Arial" panose="020B0604020202020204" pitchFamily="34" charset="0"/>
              <a:buNone/>
            </a:pPr>
            <a:endParaRPr lang="en-IN"/>
          </a:p>
        </p:txBody>
      </p:sp>
      <p:sp>
        <p:nvSpPr>
          <p:cNvPr id="8" name="Slide Number Placeholder 37">
            <a:extLst>
              <a:ext uri="{FF2B5EF4-FFF2-40B4-BE49-F238E27FC236}">
                <a16:creationId xmlns:a16="http://schemas.microsoft.com/office/drawing/2014/main" id="{E0E22C4D-AF1B-4D3A-BC9F-34B5DF0B4E7F}"/>
              </a:ext>
            </a:extLst>
          </p:cNvPr>
          <p:cNvSpPr>
            <a:spLocks noGrp="1"/>
          </p:cNvSpPr>
          <p:nvPr>
            <p:ph type="sldNum" sz="quarter" idx="4"/>
          </p:nvPr>
        </p:nvSpPr>
        <p:spPr>
          <a:xfrm>
            <a:off x="11407951" y="6650661"/>
            <a:ext cx="232665" cy="123111"/>
          </a:xfrm>
          <a:prstGeom prst="rect">
            <a:avLst/>
          </a:prstGeom>
        </p:spPr>
        <p:txBody>
          <a:bodyPr wrap="square" lIns="0" tIns="0" rIns="0" bIns="0" anchor="ctr" anchorCtr="0">
            <a:spAutoFit/>
          </a:bodyPr>
          <a:lstStyle>
            <a:lvl1pPr>
              <a:defRPr lang="de-DE" sz="800" smtClean="0">
                <a:solidFill>
                  <a:schemeClr val="bg1">
                    <a:lumMod val="65000"/>
                  </a:schemeClr>
                </a:solidFill>
                <a:latin typeface="Calibri" panose="020F0502020204030204" pitchFamily="34" charset="0"/>
                <a:cs typeface="Arial" panose="020B0604020202020204" pitchFamily="34" charset="0"/>
              </a:defRPr>
            </a:lvl1p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555336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Only Title_dark">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53809905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038341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C5CAC-56E4-D048-8891-7D4ACD6CB94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D8FB87B-BC78-8149-9097-FB12EA0DDE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66DA149-5DD8-6648-A9B8-D7C803E4E5AD}"/>
              </a:ext>
            </a:extLst>
          </p:cNvPr>
          <p:cNvSpPr>
            <a:spLocks noGrp="1"/>
          </p:cNvSpPr>
          <p:nvPr>
            <p:ph type="dt" sz="half" idx="10"/>
          </p:nvPr>
        </p:nvSpPr>
        <p:spPr/>
        <p:txBody>
          <a:bodyPr/>
          <a:lstStyle/>
          <a:p>
            <a:fld id="{A9BE5C48-FF05-8C43-A3BA-0982F08C34D6}" type="datetimeFigureOut">
              <a:rPr lang="en-US" smtClean="0"/>
              <a:t>2/26/2025</a:t>
            </a:fld>
            <a:endParaRPr lang="en-US"/>
          </a:p>
        </p:txBody>
      </p:sp>
      <p:sp>
        <p:nvSpPr>
          <p:cNvPr id="5" name="Footer Placeholder 4">
            <a:extLst>
              <a:ext uri="{FF2B5EF4-FFF2-40B4-BE49-F238E27FC236}">
                <a16:creationId xmlns:a16="http://schemas.microsoft.com/office/drawing/2014/main" id="{631CAF16-C406-B54D-AFBF-18FAF6E67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FE657-3F26-E34E-8269-6F39506CB29F}"/>
              </a:ext>
            </a:extLst>
          </p:cNvPr>
          <p:cNvSpPr>
            <a:spLocks noGrp="1"/>
          </p:cNvSpPr>
          <p:nvPr>
            <p:ph type="sldNum" sz="quarter" idx="12"/>
          </p:nvPr>
        </p:nvSpPr>
        <p:spPr/>
        <p:txBody>
          <a:bodyPr/>
          <a:lstStyle/>
          <a:p>
            <a:fld id="{7DF0AD96-932E-534C-992A-0ED394F5E45C}" type="slidenum">
              <a:rPr lang="en-US" smtClean="0"/>
              <a:t>‹#›</a:t>
            </a:fld>
            <a:endParaRPr lang="en-US"/>
          </a:p>
        </p:txBody>
      </p:sp>
    </p:spTree>
    <p:extLst>
      <p:ext uri="{BB962C8B-B14F-4D97-AF65-F5344CB8AC3E}">
        <p14:creationId xmlns:p14="http://schemas.microsoft.com/office/powerpoint/2010/main" val="8967104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9A3D75-1B43-4391-AE05-0E7EEA0B519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5457" r="8014" b="15382"/>
          <a:stretch/>
        </p:blipFill>
        <p:spPr>
          <a:xfrm>
            <a:off x="-67748" y="0"/>
            <a:ext cx="12259747" cy="6858000"/>
          </a:xfrm>
          <a:prstGeom prst="rect">
            <a:avLst/>
          </a:prstGeom>
        </p:spPr>
      </p:pic>
      <p:sp>
        <p:nvSpPr>
          <p:cNvPr id="15" name="Rectangle 14">
            <a:extLst>
              <a:ext uri="{FF2B5EF4-FFF2-40B4-BE49-F238E27FC236}">
                <a16:creationId xmlns:a16="http://schemas.microsoft.com/office/drawing/2014/main" id="{935AA83F-B0C9-46B5-B309-C4556AD6338F}"/>
              </a:ext>
            </a:extLst>
          </p:cNvPr>
          <p:cNvSpPr/>
          <p:nvPr userDrawn="1"/>
        </p:nvSpPr>
        <p:spPr bwMode="white">
          <a:xfrm>
            <a:off x="2679031" y="-1"/>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pic>
        <p:nvPicPr>
          <p:cNvPr id="16" name="Picture 15">
            <a:extLst>
              <a:ext uri="{FF2B5EF4-FFF2-40B4-BE49-F238E27FC236}">
                <a16:creationId xmlns:a16="http://schemas.microsoft.com/office/drawing/2014/main" id="{7B43C3E9-4BAF-48F5-86F4-F36DA79A4B7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17" name="Picture 16" descr="A picture containing shape&#10;&#10;Description automatically generated">
            <a:extLst>
              <a:ext uri="{FF2B5EF4-FFF2-40B4-BE49-F238E27FC236}">
                <a16:creationId xmlns:a16="http://schemas.microsoft.com/office/drawing/2014/main" id="{58E26B09-C518-409B-BFD3-0151CF2C71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18" name="Picture 17" descr="A picture containing venn diagram&#10;&#10;Description automatically generated">
            <a:extLst>
              <a:ext uri="{FF2B5EF4-FFF2-40B4-BE49-F238E27FC236}">
                <a16:creationId xmlns:a16="http://schemas.microsoft.com/office/drawing/2014/main" id="{BE01701D-7B66-4286-A238-2F537E32CCCF}"/>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19" name="Title 1">
            <a:extLst>
              <a:ext uri="{FF2B5EF4-FFF2-40B4-BE49-F238E27FC236}">
                <a16:creationId xmlns:a16="http://schemas.microsoft.com/office/drawing/2014/main" id="{1D299AED-64E4-4744-A391-583B5AEE2725}"/>
              </a:ext>
            </a:extLst>
          </p:cNvPr>
          <p:cNvSpPr>
            <a:spLocks noGrp="1"/>
          </p:cNvSpPr>
          <p:nvPr>
            <p:ph type="title"/>
          </p:nvPr>
        </p:nvSpPr>
        <p:spPr>
          <a:xfrm>
            <a:off x="2679030" y="3200528"/>
            <a:ext cx="4562278" cy="941438"/>
          </a:xfrm>
        </p:spPr>
        <p:txBody>
          <a:bodyPr anchor="t"/>
          <a:lstStyle>
            <a:lvl1pPr algn="ctr">
              <a:defRPr kumimoji="0" lang="en-AU" sz="4000" b="1" i="0" u="none" strike="noStrike" kern="1200" cap="all" spc="0" normalizeH="0" baseline="0" noProof="0" dirty="0">
                <a:ln>
                  <a:noFill/>
                </a:ln>
                <a:solidFill>
                  <a:schemeClr val="bg1"/>
                </a:solidFill>
                <a:effectLst/>
                <a:uLnTx/>
                <a:uFillTx/>
                <a:latin typeface="Ubuntu" panose="020B0504030602030204" pitchFamily="34" charset="0"/>
                <a:ea typeface="+mn-ea"/>
                <a:cs typeface="+mn-cs"/>
              </a:defRPr>
            </a:lvl1pPr>
          </a:lstStyle>
          <a:p>
            <a:r>
              <a:rPr lang="en-US"/>
              <a:t>Click to edit Master title style</a:t>
            </a:r>
            <a:endParaRPr lang="en-AU"/>
          </a:p>
        </p:txBody>
      </p:sp>
      <p:sp>
        <p:nvSpPr>
          <p:cNvPr id="20" name="Text Placeholder 8">
            <a:extLst>
              <a:ext uri="{FF2B5EF4-FFF2-40B4-BE49-F238E27FC236}">
                <a16:creationId xmlns:a16="http://schemas.microsoft.com/office/drawing/2014/main" id="{D55237DD-E9A8-487D-88EA-0325966417C0}"/>
              </a:ext>
            </a:extLst>
          </p:cNvPr>
          <p:cNvSpPr>
            <a:spLocks noGrp="1"/>
          </p:cNvSpPr>
          <p:nvPr>
            <p:ph type="body" sz="quarter" idx="10" hasCustomPrompt="1"/>
          </p:nvPr>
        </p:nvSpPr>
        <p:spPr>
          <a:xfrm>
            <a:off x="2892110" y="1958278"/>
            <a:ext cx="4136118" cy="1236662"/>
          </a:xfrm>
          <a:prstGeom prst="rect">
            <a:avLst/>
          </a:prstGeom>
        </p:spPr>
        <p:txBody>
          <a:bodyPr anchor="b"/>
          <a:lstStyle>
            <a:lvl1pPr algn="ctr">
              <a:defRPr kumimoji="0" lang="en-AU" sz="13800" b="0" i="0" u="none" strike="noStrike" kern="1200" cap="all" spc="0" normalizeH="0" baseline="0" noProof="0" dirty="0">
                <a:ln>
                  <a:noFill/>
                </a:ln>
                <a:solidFill>
                  <a:schemeClr val="accent2"/>
                </a:solidFill>
                <a:effectLst/>
                <a:uLnTx/>
                <a:uFillTx/>
                <a:latin typeface="Ubuntu" panose="020B0504030602030204" pitchFamily="34" charset="0"/>
                <a:ea typeface="+mn-ea"/>
                <a:cs typeface="+mn-cs"/>
              </a:defRPr>
            </a:lvl1pPr>
          </a:lstStyle>
          <a:p>
            <a:pPr lvl="0"/>
            <a:r>
              <a:rPr lang="en-US"/>
              <a:t>00</a:t>
            </a:r>
            <a:endParaRPr lang="en-AU"/>
          </a:p>
        </p:txBody>
      </p:sp>
    </p:spTree>
    <p:extLst>
      <p:ext uri="{BB962C8B-B14F-4D97-AF65-F5344CB8AC3E}">
        <p14:creationId xmlns:p14="http://schemas.microsoft.com/office/powerpoint/2010/main" val="69335240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ED4B-49E2-45F8-BCD0-40E01CE3B1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C52985-646D-421B-B6D4-E5E38FF093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53674E-0846-4BC5-B829-C524CF4AD7F4}"/>
              </a:ext>
            </a:extLst>
          </p:cNvPr>
          <p:cNvSpPr>
            <a:spLocks noGrp="1"/>
          </p:cNvSpPr>
          <p:nvPr>
            <p:ph type="dt" sz="half" idx="10"/>
          </p:nvPr>
        </p:nvSpPr>
        <p:spPr/>
        <p:txBody>
          <a:bodyPr/>
          <a:lstStyle/>
          <a:p>
            <a:fld id="{053E13E1-27A1-4311-B990-D06887E5EF8E}" type="datetimeFigureOut">
              <a:rPr lang="en-US" smtClean="0"/>
              <a:t>2/26/2025</a:t>
            </a:fld>
            <a:endParaRPr lang="en-US"/>
          </a:p>
        </p:txBody>
      </p:sp>
      <p:sp>
        <p:nvSpPr>
          <p:cNvPr id="5" name="Footer Placeholder 4">
            <a:extLst>
              <a:ext uri="{FF2B5EF4-FFF2-40B4-BE49-F238E27FC236}">
                <a16:creationId xmlns:a16="http://schemas.microsoft.com/office/drawing/2014/main" id="{576BC2C6-7113-4167-B4D2-863F48A2B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51FBD-FD3B-4764-8AE9-C0F6D775135A}"/>
              </a:ext>
            </a:extLst>
          </p:cNvPr>
          <p:cNvSpPr>
            <a:spLocks noGrp="1"/>
          </p:cNvSpPr>
          <p:nvPr>
            <p:ph type="sldNum" sz="quarter" idx="12"/>
          </p:nvPr>
        </p:nvSpPr>
        <p:spPr/>
        <p:txBody>
          <a:bodyPr/>
          <a:lstStyle/>
          <a:p>
            <a:fld id="{4CBFAB4E-F999-4278-8C9C-E556A148BDB3}" type="slidenum">
              <a:rPr lang="en-US" smtClean="0"/>
              <a:t>‹#›</a:t>
            </a:fld>
            <a:endParaRPr lang="en-US"/>
          </a:p>
        </p:txBody>
      </p:sp>
    </p:spTree>
    <p:extLst>
      <p:ext uri="{BB962C8B-B14F-4D97-AF65-F5344CB8AC3E}">
        <p14:creationId xmlns:p14="http://schemas.microsoft.com/office/powerpoint/2010/main" val="311290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7259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nl-NL"/>
          </a:p>
        </p:txBody>
      </p:sp>
      <p:sp>
        <p:nvSpPr>
          <p:cNvPr id="3" name="Footer Placeholder 2"/>
          <p:cNvSpPr>
            <a:spLocks noGrp="1"/>
          </p:cNvSpPr>
          <p:nvPr>
            <p:ph type="ftr" sz="quarter" idx="10"/>
          </p:nvPr>
        </p:nvSpPr>
        <p:spPr/>
        <p:txBody>
          <a:bodyPr>
            <a:noAutofit/>
          </a:bodyPr>
          <a:lstStyle/>
          <a:p>
            <a:endParaRPr lang="en-US">
              <a:solidFill>
                <a:srgbClr val="7AB850"/>
              </a:solidFill>
            </a:endParaRPr>
          </a:p>
        </p:txBody>
      </p:sp>
      <p:sp>
        <p:nvSpPr>
          <p:cNvPr id="4" name="Slide Number Placeholder 3"/>
          <p:cNvSpPr>
            <a:spLocks noGrp="1"/>
          </p:cNvSpPr>
          <p:nvPr>
            <p:ph type="sldNum" sz="quarter" idx="11"/>
          </p:nvPr>
        </p:nvSpPr>
        <p:spPr/>
        <p:txBody>
          <a:bodyPr>
            <a:noAutofit/>
          </a:bodyPr>
          <a:lstStyle/>
          <a:p>
            <a:fld id="{E4E736CC-8750-4CC9-A5F0-09920DCF8F19}" type="slidenum">
              <a:rPr lang="en-US" smtClean="0">
                <a:solidFill>
                  <a:srgbClr val="7AB850"/>
                </a:solidFill>
              </a:rPr>
              <a:pPr/>
              <a:t>‹#›</a:t>
            </a:fld>
            <a:r>
              <a:rPr lang="en-US">
                <a:solidFill>
                  <a:srgbClr val="7AB850"/>
                </a:solidFill>
              </a:rPr>
              <a:t>.</a:t>
            </a:r>
          </a:p>
        </p:txBody>
      </p:sp>
      <p:sp>
        <p:nvSpPr>
          <p:cNvPr id="5" name="Date Placeholder 4"/>
          <p:cNvSpPr>
            <a:spLocks noGrp="1"/>
          </p:cNvSpPr>
          <p:nvPr>
            <p:ph type="dt" sz="half" idx="12"/>
          </p:nvPr>
        </p:nvSpPr>
        <p:spPr/>
        <p:txBody>
          <a:bodyPr>
            <a:noAutofit/>
          </a:bodyPr>
          <a:lstStyle/>
          <a:p>
            <a:fld id="{6C8F77D3-0120-4425-98A1-47482DECE75E}" type="datetime1">
              <a:rPr lang="nl-NL" smtClean="0">
                <a:solidFill>
                  <a:srgbClr val="7AB850"/>
                </a:solidFill>
              </a:rPr>
              <a:pPr/>
              <a:t>26-2-2025</a:t>
            </a:fld>
            <a:endParaRPr lang="nl-NL">
              <a:solidFill>
                <a:srgbClr val="7AB850"/>
              </a:solidFill>
            </a:endParaRPr>
          </a:p>
        </p:txBody>
      </p:sp>
      <p:sp>
        <p:nvSpPr>
          <p:cNvPr id="9" name="Text Placeholder 7"/>
          <p:cNvSpPr>
            <a:spLocks noGrp="1"/>
          </p:cNvSpPr>
          <p:nvPr>
            <p:ph type="body" sz="quarter" idx="14" hasCustomPrompt="1"/>
          </p:nvPr>
        </p:nvSpPr>
        <p:spPr>
          <a:xfrm>
            <a:off x="246735" y="1268760"/>
            <a:ext cx="11698530" cy="360850"/>
          </a:xfrm>
          <a:gradFill flip="none" rotWithShape="1">
            <a:gsLst>
              <a:gs pos="0">
                <a:schemeClr val="bg1"/>
              </a:gs>
              <a:gs pos="99000">
                <a:schemeClr val="bg1"/>
              </a:gs>
              <a:gs pos="100000">
                <a:schemeClr val="accent1"/>
              </a:gs>
            </a:gsLst>
            <a:lin ang="5400000" scaled="1"/>
            <a:tileRect/>
          </a:gradFill>
        </p:spPr>
        <p:txBody>
          <a:bodyPr lIns="72000" tIns="72000" rIns="72000">
            <a:noAutofit/>
          </a:bodyPr>
          <a:lstStyle>
            <a:lvl1pPr marL="0" indent="0">
              <a:buNone/>
              <a:defRPr b="1" baseline="0">
                <a:solidFill>
                  <a:srgbClr val="000000"/>
                </a:solidFill>
              </a:defRPr>
            </a:lvl1pPr>
            <a:lvl2pPr>
              <a:defRPr b="1"/>
            </a:lvl2pPr>
            <a:lvl3pPr>
              <a:defRPr b="1"/>
            </a:lvl3pPr>
            <a:lvl4pPr>
              <a:defRPr b="1"/>
            </a:lvl4pPr>
            <a:lvl5pPr>
              <a:defRPr b="1"/>
            </a:lvl5pPr>
          </a:lstStyle>
          <a:p>
            <a:pPr lvl="0"/>
            <a:r>
              <a:rPr lang="en-US" err="1"/>
              <a:t>Klik</a:t>
            </a:r>
            <a:r>
              <a:rPr lang="en-US"/>
              <a:t> </a:t>
            </a:r>
            <a:r>
              <a:rPr lang="en-US" err="1"/>
              <a:t>om</a:t>
            </a:r>
            <a:r>
              <a:rPr lang="en-US"/>
              <a:t> de body </a:t>
            </a:r>
            <a:r>
              <a:rPr lang="en-US" err="1"/>
              <a:t>tekst</a:t>
            </a:r>
            <a:r>
              <a:rPr lang="en-US"/>
              <a:t> </a:t>
            </a:r>
            <a:r>
              <a:rPr lang="en-US" err="1"/>
              <a:t>titel</a:t>
            </a:r>
            <a:r>
              <a:rPr lang="en-US"/>
              <a:t> toe </a:t>
            </a:r>
            <a:r>
              <a:rPr lang="en-US" err="1"/>
              <a:t>te</a:t>
            </a:r>
            <a:r>
              <a:rPr lang="en-US"/>
              <a:t> </a:t>
            </a:r>
            <a:r>
              <a:rPr lang="en-US" err="1"/>
              <a:t>voegen</a:t>
            </a:r>
            <a:endParaRPr lang="en-US"/>
          </a:p>
        </p:txBody>
      </p:sp>
      <p:sp>
        <p:nvSpPr>
          <p:cNvPr id="10" name="Content Placeholder 7"/>
          <p:cNvSpPr>
            <a:spLocks noGrp="1"/>
          </p:cNvSpPr>
          <p:nvPr>
            <p:ph sz="quarter" idx="15"/>
          </p:nvPr>
        </p:nvSpPr>
        <p:spPr>
          <a:xfrm>
            <a:off x="246735" y="1615354"/>
            <a:ext cx="11698530" cy="426191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341560253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2438401" y="198411"/>
            <a:ext cx="7315200" cy="332399"/>
          </a:xfrm>
          <a:noFill/>
          <a:ln w="9525">
            <a:noFill/>
            <a:miter lim="800000"/>
            <a:headEnd/>
            <a:tailEnd/>
          </a:ln>
        </p:spPr>
        <p:txBody>
          <a:bodyPr vert="horz" wrap="square" lIns="0" tIns="0" rIns="0" bIns="0" numCol="1" anchor="t" anchorCtr="0" compatLnSpc="1">
            <a:prstTxWarp prst="textNoShape">
              <a:avLst/>
            </a:prstTxWarp>
            <a:spAutoFit/>
          </a:bodyPr>
          <a:lstStyle>
            <a:lvl1pPr>
              <a:defRPr lang="en-US" sz="2400" dirty="0"/>
            </a:lvl1pPr>
          </a:lstStyle>
          <a:p>
            <a:pPr lvl="0" eaLnBrk="1" hangingPunct="1"/>
            <a:r>
              <a:rPr lang="en-US"/>
              <a:t>Click to edit Master title style</a:t>
            </a:r>
          </a:p>
        </p:txBody>
      </p:sp>
      <p:sp>
        <p:nvSpPr>
          <p:cNvPr id="3" name="Text Placeholder 4"/>
          <p:cNvSpPr>
            <a:spLocks noGrp="1"/>
          </p:cNvSpPr>
          <p:nvPr>
            <p:ph type="body" sz="quarter" idx="10"/>
          </p:nvPr>
        </p:nvSpPr>
        <p:spPr bwMode="gray">
          <a:xfrm>
            <a:off x="641349" y="1971767"/>
            <a:ext cx="10966451" cy="1846660"/>
          </a:xfrm>
        </p:spPr>
        <p:txBody>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16" indent="-380333">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10" indent="-363442">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64" indent="-304263">
              <a:spcBef>
                <a:spcPts val="0"/>
              </a:spcBef>
              <a:spcAft>
                <a:spcPts val="0"/>
              </a:spcAft>
              <a:buSzPct val="70000"/>
              <a:defRPr sz="2400" baseline="0">
                <a:latin typeface="Arial" pitchFamily="34" charset="0"/>
                <a:cs typeface="Arial" pitchFamily="34" charset="0"/>
              </a:defRPr>
            </a:lvl8pPr>
            <a:lvl9pPr marL="2427798" indent="-297922">
              <a:spcBef>
                <a:spcPts val="0"/>
              </a:spcBef>
              <a:spcAft>
                <a:spcPts val="0"/>
              </a:spcAft>
              <a:buSzPct val="70000"/>
              <a:buFont typeface="Arial" pitchFamily="34" charset="0"/>
              <a:buChar char="–"/>
              <a:defRPr sz="24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41"/>
          <p:cNvSpPr>
            <a:spLocks noGrp="1"/>
          </p:cNvSpPr>
          <p:nvPr>
            <p:ph type="body" sz="quarter" idx="13"/>
          </p:nvPr>
        </p:nvSpPr>
        <p:spPr bwMode="gray">
          <a:xfrm>
            <a:off x="2438401" y="642780"/>
            <a:ext cx="7315200" cy="246221"/>
          </a:xfrm>
        </p:spPr>
        <p:txBody>
          <a:bodyPr/>
          <a:lstStyle>
            <a:lvl1pPr marL="0" indent="0" algn="ctr">
              <a:buNone/>
              <a:defRPr sz="1600" b="1" baseline="0">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9027934"/>
      </p:ext>
    </p:extLst>
  </p:cSld>
  <p:clrMapOvr>
    <a:masterClrMapping/>
  </p:clrMapOvr>
  <p:transition>
    <p:fade thruBlk="1"/>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1540965826"/>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119099538"/>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22746"/>
            <a:ext cx="12232438" cy="6880746"/>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803502333"/>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895643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801061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7709947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9756305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5030169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0013636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93517716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31123577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97667025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035180586"/>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55692180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Content RH image 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C94FEA8-066A-4CC1-BFCC-10ED1764A21E}"/>
              </a:ext>
            </a:extLst>
          </p:cNvPr>
          <p:cNvSpPr>
            <a:spLocks noGrp="1"/>
          </p:cNvSpPr>
          <p:nvPr>
            <p:ph type="pic" sz="quarter" idx="10"/>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249444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549926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436380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58604239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83157694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970937728"/>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96654942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438276481"/>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5" name="Image 4" descr="Une image contenant texte&#10;&#10;Description générée automatiquement">
            <a:extLst>
              <a:ext uri="{FF2B5EF4-FFF2-40B4-BE49-F238E27FC236}">
                <a16:creationId xmlns:a16="http://schemas.microsoft.com/office/drawing/2014/main" id="{D1A9B987-E149-4E99-9E1F-336980D5EC1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2080425635"/>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1" y="719137"/>
            <a:ext cx="10966450" cy="501356"/>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620" b="1" kern="1200" dirty="0">
                <a:solidFill>
                  <a:schemeClr val="tx2"/>
                </a:solidFill>
                <a:latin typeface="BenchNine" panose="02000503000000000000" pitchFamily="2" charset="0"/>
                <a:ea typeface="+mj-ea"/>
                <a:cs typeface="Arial" pitchFamily="34" charset="0"/>
              </a:defRPr>
            </a:lvl1pPr>
          </a:lstStyle>
          <a:p>
            <a:pPr lvl="0" algn="l" defTabSz="1034397" rtl="0" eaLnBrk="1" fontAlgn="base" latinLnBrk="0" hangingPunct="1">
              <a:spcBef>
                <a:spcPct val="0"/>
              </a:spcBef>
              <a:spcAft>
                <a:spcPct val="0"/>
              </a:spcAft>
              <a:buNone/>
            </a:pPr>
            <a:r>
              <a:rPr lang="en-US"/>
              <a:t>Click to edit Master title style</a:t>
            </a:r>
          </a:p>
        </p:txBody>
      </p:sp>
      <p:sp>
        <p:nvSpPr>
          <p:cNvPr id="3" name="Text Placeholder 4"/>
          <p:cNvSpPr>
            <a:spLocks noGrp="1"/>
          </p:cNvSpPr>
          <p:nvPr>
            <p:ph type="body" sz="quarter" idx="10" hasCustomPrompt="1"/>
          </p:nvPr>
        </p:nvSpPr>
        <p:spPr bwMode="gray">
          <a:xfrm>
            <a:off x="641350" y="1971675"/>
            <a:ext cx="10966451" cy="1502976"/>
          </a:xfrm>
        </p:spPr>
        <p:txBody>
          <a:bodyPr wrap="square">
            <a:spAutoFit/>
          </a:bodyPr>
          <a:lstStyle>
            <a:lvl1pPr algn="l" rtl="0" eaLnBrk="1" latinLnBrk="0" hangingPunct="1">
              <a:spcBef>
                <a:spcPts val="0"/>
              </a:spcBef>
              <a:spcAft>
                <a:spcPts val="0"/>
              </a:spcAft>
              <a:buClr>
                <a:schemeClr val="bg2"/>
              </a:buClr>
              <a:buSzPct val="120000"/>
              <a:defRPr lang="en-US" sz="2037" b="0" kern="1200" baseline="0" dirty="0" smtClean="0">
                <a:solidFill>
                  <a:schemeClr val="tx1"/>
                </a:solidFill>
                <a:latin typeface="BenchNine" panose="02000503000000000000" pitchFamily="2" charset="0"/>
                <a:ea typeface="+mn-ea"/>
                <a:cs typeface="Arial" pitchFamily="34" charset="0"/>
              </a:defRPr>
            </a:lvl1pPr>
            <a:lvl2pPr algn="l" rtl="0" eaLnBrk="1" latinLnBrk="0" hangingPunct="1">
              <a:spcBef>
                <a:spcPts val="0"/>
              </a:spcBef>
              <a:spcAft>
                <a:spcPts val="0"/>
              </a:spcAft>
              <a:buClr>
                <a:schemeClr val="bg2"/>
              </a:buClr>
              <a:defRPr lang="en-US" sz="2037"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37" b="0" kern="1200" baseline="0" dirty="0" smtClean="0">
                <a:solidFill>
                  <a:schemeClr val="tx1"/>
                </a:solidFill>
                <a:latin typeface="BenchNine" panose="02000503000000000000" pitchFamily="2" charset="0"/>
                <a:ea typeface="+mn-ea"/>
                <a:cs typeface="Arial" pitchFamily="34" charset="0"/>
              </a:defRPr>
            </a:lvl3pPr>
            <a:lvl4pPr algn="l" rtl="0" eaLnBrk="1" latinLnBrk="0" hangingPunct="1">
              <a:spcBef>
                <a:spcPts val="0"/>
              </a:spcBef>
              <a:spcAft>
                <a:spcPts val="0"/>
              </a:spcAft>
              <a:buClr>
                <a:schemeClr val="bg2"/>
              </a:buClr>
              <a:defRPr lang="en-US" sz="2037" b="0" kern="1200" baseline="0" dirty="0" smtClean="0">
                <a:solidFill>
                  <a:schemeClr val="tx1"/>
                </a:solidFill>
                <a:latin typeface="BenchNine" panose="02000503000000000000" pitchFamily="2" charset="0"/>
                <a:ea typeface="+mn-ea"/>
                <a:cs typeface="Arial" pitchFamily="34" charset="0"/>
              </a:defRPr>
            </a:lvl4pPr>
            <a:lvl5pPr algn="l" rtl="0" eaLnBrk="1" latinLnBrk="0" hangingPunct="1">
              <a:spcBef>
                <a:spcPts val="0"/>
              </a:spcBef>
              <a:spcAft>
                <a:spcPts val="0"/>
              </a:spcAft>
              <a:buClr>
                <a:schemeClr val="bg2"/>
              </a:buClr>
              <a:defRPr lang="en-US" sz="2037" b="0" kern="1200" baseline="0" dirty="0" smtClean="0">
                <a:solidFill>
                  <a:schemeClr val="tx1"/>
                </a:solidFill>
                <a:latin typeface="BenchNine" panose="02000503000000000000" pitchFamily="2" charset="0"/>
                <a:ea typeface="+mn-ea"/>
                <a:cs typeface="Arial" pitchFamily="34" charset="0"/>
              </a:defRPr>
            </a:lvl5pPr>
            <a:lvl6pPr marL="1623427" indent="-323248">
              <a:spcBef>
                <a:spcPts val="0"/>
              </a:spcBef>
              <a:spcAft>
                <a:spcPts val="0"/>
              </a:spcAft>
              <a:buClr>
                <a:schemeClr val="tx2"/>
              </a:buClr>
              <a:buSzPct val="70000"/>
              <a:buFont typeface="Wingdings" pitchFamily="2" charset="2"/>
              <a:buChar char="§"/>
              <a:defRPr lang="en-US" sz="2037" kern="1200" dirty="0" smtClean="0">
                <a:solidFill>
                  <a:schemeClr val="tx1"/>
                </a:solidFill>
                <a:latin typeface="BenchNine" panose="02000503000000000000" pitchFamily="2" charset="0"/>
                <a:ea typeface="+mn-ea"/>
                <a:cs typeface="Arial" pitchFamily="34" charset="0"/>
              </a:defRPr>
            </a:lvl6pPr>
            <a:lvl7pPr marL="1939493" indent="-308882">
              <a:spcBef>
                <a:spcPts val="0"/>
              </a:spcBef>
              <a:spcAft>
                <a:spcPts val="0"/>
              </a:spcAft>
              <a:buClr>
                <a:schemeClr val="tx2"/>
              </a:buClr>
              <a:buSzPct val="70000"/>
              <a:buFont typeface="Arial" pitchFamily="34" charset="0"/>
              <a:buChar char="–"/>
              <a:defRPr sz="2037" baseline="0">
                <a:solidFill>
                  <a:schemeClr val="tx1"/>
                </a:solidFill>
                <a:latin typeface="+mn-lt"/>
                <a:cs typeface="Arial" pitchFamily="34" charset="0"/>
              </a:defRPr>
            </a:lvl7pPr>
            <a:lvl8pPr marL="1810194" indent="-258598">
              <a:spcBef>
                <a:spcPts val="0"/>
              </a:spcBef>
              <a:spcAft>
                <a:spcPts val="0"/>
              </a:spcAft>
              <a:buSzPct val="70000"/>
              <a:defRPr sz="2037" baseline="0">
                <a:latin typeface="Arial" pitchFamily="34" charset="0"/>
                <a:cs typeface="Arial" pitchFamily="34" charset="0"/>
              </a:defRPr>
            </a:lvl8pPr>
            <a:lvl9pPr marL="2063406" indent="-253213">
              <a:spcBef>
                <a:spcPts val="0"/>
              </a:spcBef>
              <a:spcAft>
                <a:spcPts val="0"/>
              </a:spcAft>
              <a:buSzPct val="70000"/>
              <a:buFont typeface="Arial" pitchFamily="34" charset="0"/>
              <a:buChar char="–"/>
              <a:defRPr sz="2037">
                <a:latin typeface="Arial" pitchFamily="34" charset="0"/>
                <a:cs typeface="Arial" pitchFamily="34" charset="0"/>
              </a:defRPr>
            </a:lvl9pPr>
          </a:lstStyle>
          <a:p>
            <a:pPr marL="328637" lvl="0" indent="-328637" algn="l" defTabSz="1034397" rtl="0" eaLnBrk="1" fontAlgn="base" latinLnBrk="0" hangingPunct="1">
              <a:spcBef>
                <a:spcPts val="0"/>
              </a:spcBef>
              <a:spcAft>
                <a:spcPct val="0"/>
              </a:spcAft>
              <a:buClr>
                <a:schemeClr val="bg2"/>
              </a:buClr>
              <a:buSzPct val="120000"/>
              <a:buFont typeface="Wingdings" pitchFamily="2" charset="2"/>
              <a:buChar char="§"/>
            </a:pPr>
            <a:r>
              <a:rPr lang="en-US"/>
              <a:t>Click to edit master text styles</a:t>
            </a:r>
          </a:p>
          <a:p>
            <a:pPr marL="646498" lvl="2" indent="-316065" algn="l" defTabSz="1034397" rtl="0" eaLnBrk="1" fontAlgn="base" latinLnBrk="0" hangingPunct="1">
              <a:spcBef>
                <a:spcPts val="0"/>
              </a:spcBef>
              <a:spcAft>
                <a:spcPts val="0"/>
              </a:spcAft>
              <a:buClr>
                <a:schemeClr val="bg2"/>
              </a:buClr>
              <a:buSzPct val="90000"/>
              <a:buFont typeface="Arial" pitchFamily="34" charset="0"/>
              <a:buChar char="–"/>
            </a:pPr>
            <a:r>
              <a:rPr lang="en-US"/>
              <a:t>Second level</a:t>
            </a:r>
          </a:p>
          <a:p>
            <a:pPr marL="962563" lvl="3" indent="-316065" algn="l" defTabSz="1034397" rtl="0" eaLnBrk="1" fontAlgn="base" latinLnBrk="0" hangingPunct="1">
              <a:spcBef>
                <a:spcPts val="0"/>
              </a:spcBef>
              <a:spcAft>
                <a:spcPts val="0"/>
              </a:spcAft>
              <a:buClr>
                <a:schemeClr val="bg2"/>
              </a:buClr>
              <a:buSzPct val="80000"/>
              <a:buFont typeface="Wingdings" pitchFamily="2" charset="2"/>
              <a:buChar char="§"/>
            </a:pPr>
            <a:r>
              <a:rPr lang="en-US"/>
              <a:t>Third level</a:t>
            </a:r>
          </a:p>
          <a:p>
            <a:pPr marL="1285812" lvl="4" indent="-323248" algn="l" defTabSz="1055946" rtl="0" eaLnBrk="1" fontAlgn="base" latinLnBrk="0" hangingPunct="1">
              <a:spcBef>
                <a:spcPts val="0"/>
              </a:spcBef>
              <a:spcAft>
                <a:spcPts val="0"/>
              </a:spcAft>
              <a:buClr>
                <a:schemeClr val="bg2"/>
              </a:buClr>
              <a:buSzPct val="70000"/>
              <a:buFont typeface="Arial" pitchFamily="34" charset="0"/>
              <a:buChar char="–"/>
            </a:pPr>
            <a:r>
              <a:rPr lang="en-US"/>
              <a:t>Fourth level</a:t>
            </a:r>
          </a:p>
          <a:p>
            <a:pPr marL="1623427" lvl="5" indent="-323248" algn="l" defTabSz="1034397" rtl="0" eaLnBrk="1" latinLnBrk="0" hangingPunct="1">
              <a:spcBef>
                <a:spcPts val="0"/>
              </a:spcBef>
              <a:spcAft>
                <a:spcPts val="0"/>
              </a:spcAft>
              <a:buClr>
                <a:schemeClr val="bg2"/>
              </a:buClr>
              <a:buSzPct val="60000"/>
              <a:buFont typeface="Wingdings" pitchFamily="2" charset="2"/>
              <a:buChar char="§"/>
            </a:pPr>
            <a:r>
              <a:rPr lang="en-US"/>
              <a:t>Fifth level</a:t>
            </a:r>
          </a:p>
        </p:txBody>
      </p:sp>
      <p:sp>
        <p:nvSpPr>
          <p:cNvPr id="4" name="Text Placeholder 41"/>
          <p:cNvSpPr>
            <a:spLocks noGrp="1"/>
          </p:cNvSpPr>
          <p:nvPr userDrawn="1">
            <p:ph type="body" sz="quarter" idx="13"/>
          </p:nvPr>
        </p:nvSpPr>
        <p:spPr bwMode="gray">
          <a:xfrm>
            <a:off x="641350" y="1270454"/>
            <a:ext cx="10966451" cy="313410"/>
          </a:xfrm>
        </p:spPr>
        <p:txBody>
          <a:bodyPr/>
          <a:lstStyle>
            <a:lvl1pPr marL="0" indent="0">
              <a:buNone/>
              <a:defRPr b="1">
                <a:solidFill>
                  <a:schemeClr val="bg2"/>
                </a:solidFill>
                <a:latin typeface="BenchNine" panose="02000503000000000000" pitchFamily="2"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17237921"/>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529284870"/>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2108400164"/>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22746"/>
            <a:ext cx="12232438" cy="6880746"/>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294835011"/>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7960923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95235756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4546822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49903951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03984167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21920190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6223910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33255684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6453846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30067263"/>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4217596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Content RH image 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C94FEA8-066A-4CC1-BFCC-10ED1764A21E}"/>
              </a:ext>
            </a:extLst>
          </p:cNvPr>
          <p:cNvSpPr>
            <a:spLocks noGrp="1"/>
          </p:cNvSpPr>
          <p:nvPr>
            <p:ph type="pic" sz="quarter" idx="10"/>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356937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10872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994857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5116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0461016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08552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13533734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26644135"/>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93359561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788593271"/>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userDrawn="1">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5" name="Image 4" descr="Une image contenant texte&#10;&#10;Description générée automatiquement">
            <a:extLst>
              <a:ext uri="{FF2B5EF4-FFF2-40B4-BE49-F238E27FC236}">
                <a16:creationId xmlns:a16="http://schemas.microsoft.com/office/drawing/2014/main" id="{D1A9B987-E149-4E99-9E1F-336980D5EC1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3711587996"/>
      </p:ext>
    </p:extLst>
  </p:cSld>
  <p:clrMapOvr>
    <a:masterClrMapping/>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tângulo 43">
            <a:extLst>
              <a:ext uri="{FF2B5EF4-FFF2-40B4-BE49-F238E27FC236}">
                <a16:creationId xmlns:a16="http://schemas.microsoft.com/office/drawing/2014/main" id="{834ADCB4-BFB1-450D-8F6D-64217F4CD92C}"/>
              </a:ext>
            </a:extLst>
          </p:cNvPr>
          <p:cNvSpPr/>
          <p:nvPr userDrawn="1"/>
        </p:nvSpPr>
        <p:spPr>
          <a:xfrm>
            <a:off x="9682880" y="6546331"/>
            <a:ext cx="2223686" cy="219456"/>
          </a:xfrm>
          <a:prstGeom prst="rect">
            <a:avLst/>
          </a:prstGeom>
        </p:spPr>
        <p:txBody>
          <a:bodyPr wrap="none" lIns="0" tIns="0" rIns="0" bIns="0" anchor="ctr">
            <a:noAutofit/>
          </a:bodyPr>
          <a:lstStyle/>
          <a:p>
            <a:pPr algn="l"/>
            <a:r>
              <a:rPr lang="en-US" sz="800">
                <a:solidFill>
                  <a:schemeClr val="bg2">
                    <a:lumMod val="50000"/>
                  </a:schemeClr>
                </a:solidFill>
                <a:cs typeface="Arial" panose="020B0604020202020204" pitchFamily="34" charset="0"/>
              </a:rPr>
              <a:t>© 2021 Capgemini. All rights reserved.</a:t>
            </a:r>
          </a:p>
        </p:txBody>
      </p:sp>
      <p:sp>
        <p:nvSpPr>
          <p:cNvPr id="6" name="Title 1">
            <a:extLst>
              <a:ext uri="{FF2B5EF4-FFF2-40B4-BE49-F238E27FC236}">
                <a16:creationId xmlns:a16="http://schemas.microsoft.com/office/drawing/2014/main" id="{2CE06614-9610-4557-913C-4C1FA2389688}"/>
              </a:ext>
            </a:extLst>
          </p:cNvPr>
          <p:cNvSpPr>
            <a:spLocks noGrp="1"/>
          </p:cNvSpPr>
          <p:nvPr>
            <p:ph type="title"/>
          </p:nvPr>
        </p:nvSpPr>
        <p:spPr>
          <a:xfrm>
            <a:off x="407988" y="404813"/>
            <a:ext cx="11016604" cy="863600"/>
          </a:xfrm>
        </p:spPr>
        <p:txBody>
          <a:bodyPr/>
          <a:lstStyle/>
          <a:p>
            <a:endParaRPr lang="en-US"/>
          </a:p>
        </p:txBody>
      </p:sp>
    </p:spTree>
    <p:extLst>
      <p:ext uri="{BB962C8B-B14F-4D97-AF65-F5344CB8AC3E}">
        <p14:creationId xmlns:p14="http://schemas.microsoft.com/office/powerpoint/2010/main" val="75748854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cSld name="REFERENCES">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5"/>
            <a:ext cx="11700000" cy="44662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7964819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0" y="200177"/>
            <a:ext cx="12192000" cy="775778"/>
          </a:xfrm>
          <a:prstGeom prst="rect">
            <a:avLst/>
          </a:prstGeom>
        </p:spPr>
        <p:txBody>
          <a:bodyPr vert="horz" lIns="91440" tIns="45720" rIns="91440" bIns="45720" rtlCol="0" anchor="ctr">
            <a:normAutofit/>
          </a:bodyPr>
          <a:lstStyle>
            <a:lvl1pPr algn="ctr">
              <a:defRPr sz="4800" b="1">
                <a:solidFill>
                  <a:schemeClr val="tx1">
                    <a:lumMod val="65000"/>
                    <a:lumOff val="35000"/>
                  </a:schemeClr>
                </a:solidFill>
              </a:defRPr>
            </a:lvl1pPr>
          </a:lstStyle>
          <a:p>
            <a:r>
              <a:rPr lang="en-US"/>
              <a:t>Click to edit Master title style</a:t>
            </a:r>
          </a:p>
        </p:txBody>
      </p:sp>
      <p:sp>
        <p:nvSpPr>
          <p:cNvPr id="8" name="Rectangle 6">
            <a:extLst>
              <a:ext uri="{FF2B5EF4-FFF2-40B4-BE49-F238E27FC236}">
                <a16:creationId xmlns:a16="http://schemas.microsoft.com/office/drawing/2014/main" id="{55674156-3125-48CE-B7AD-16F5FF6CA05A}"/>
              </a:ext>
            </a:extLst>
          </p:cNvPr>
          <p:cNvSpPr/>
          <p:nvPr userDrawn="1"/>
        </p:nvSpPr>
        <p:spPr>
          <a:xfrm>
            <a:off x="0" y="6597352"/>
            <a:ext cx="12192000" cy="26064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0" name="텍스트 개체 틀 2">
            <a:extLst>
              <a:ext uri="{FF2B5EF4-FFF2-40B4-BE49-F238E27FC236}">
                <a16:creationId xmlns:a16="http://schemas.microsoft.com/office/drawing/2014/main" id="{BEA53C6E-B822-48C1-AE43-123E9E431F64}"/>
              </a:ext>
            </a:extLst>
          </p:cNvPr>
          <p:cNvSpPr>
            <a:spLocks noGrp="1"/>
          </p:cNvSpPr>
          <p:nvPr>
            <p:ph type="body" sz="quarter" idx="41" hasCustomPrompt="1"/>
          </p:nvPr>
        </p:nvSpPr>
        <p:spPr>
          <a:xfrm>
            <a:off x="0" y="1005381"/>
            <a:ext cx="12192000" cy="419379"/>
          </a:xfrm>
          <a:prstGeom prst="rect">
            <a:avLst/>
          </a:prstGeom>
        </p:spPr>
        <p:txBody>
          <a:bodyPr anchor="ctr"/>
          <a:lstStyle>
            <a:lvl1pPr marL="0" marR="0" indent="0" algn="ctr" defTabSz="914400" rtl="0" eaLnBrk="1" fontAlgn="auto" latinLnBrk="1" hangingPunct="1">
              <a:lnSpc>
                <a:spcPct val="90000"/>
              </a:lnSpc>
              <a:spcBef>
                <a:spcPts val="1000"/>
              </a:spcBef>
              <a:spcAft>
                <a:spcPts val="0"/>
              </a:spcAft>
              <a:buClrTx/>
              <a:buSzTx/>
              <a:buFontTx/>
              <a:buNone/>
              <a:tabLst/>
              <a:defRPr sz="2400" b="0">
                <a:solidFill>
                  <a:schemeClr val="tx1">
                    <a:lumMod val="65000"/>
                    <a:lumOff val="35000"/>
                  </a:schemeClr>
                </a:solidFill>
              </a:defRPr>
            </a:lvl1pPr>
          </a:lstStyle>
          <a:p>
            <a:pPr marL="0" marR="0" lvl="0" indent="0" algn="ctr" defTabSz="914400" rtl="0" eaLnBrk="1" fontAlgn="auto" latinLnBrk="1" hangingPunct="1">
              <a:lnSpc>
                <a:spcPct val="90000"/>
              </a:lnSpc>
              <a:spcBef>
                <a:spcPts val="1000"/>
              </a:spcBef>
              <a:spcAft>
                <a:spcPts val="0"/>
              </a:spcAft>
              <a:buClrTx/>
              <a:buSzTx/>
              <a:buFontTx/>
              <a:buNone/>
              <a:tabLst/>
              <a:defRPr/>
            </a:pPr>
            <a:r>
              <a:rPr lang="en-US" altLang="ko-KR"/>
              <a:t>Subtitle in this line</a:t>
            </a:r>
            <a:endParaRPr lang="ko-KR" altLang="en-US"/>
          </a:p>
        </p:txBody>
      </p:sp>
    </p:spTree>
    <p:extLst>
      <p:ext uri="{BB962C8B-B14F-4D97-AF65-F5344CB8AC3E}">
        <p14:creationId xmlns:p14="http://schemas.microsoft.com/office/powerpoint/2010/main" val="373943712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4" name="Graphic 4">
            <a:extLst>
              <a:ext uri="{FF2B5EF4-FFF2-40B4-BE49-F238E27FC236}">
                <a16:creationId xmlns:a16="http://schemas.microsoft.com/office/drawing/2014/main" id="{C4101636-B2CF-6946-1326-CA9288B3A92D}"/>
              </a:ext>
            </a:extLst>
          </p:cNvPr>
          <p:cNvGrpSpPr>
            <a:grpSpLocks/>
          </p:cNvGrpSpPr>
          <p:nvPr userDrawn="1"/>
        </p:nvGrpSpPr>
        <p:grpSpPr>
          <a:xfrm>
            <a:off x="8572847" y="612775"/>
            <a:ext cx="3259236" cy="500422"/>
            <a:chOff x="3176111" y="1257136"/>
            <a:chExt cx="5719756" cy="878207"/>
          </a:xfrm>
        </p:grpSpPr>
        <p:sp>
          <p:nvSpPr>
            <p:cNvPr id="5" name="Freeform: Shape 4">
              <a:extLst>
                <a:ext uri="{FF2B5EF4-FFF2-40B4-BE49-F238E27FC236}">
                  <a16:creationId xmlns:a16="http://schemas.microsoft.com/office/drawing/2014/main" id="{10DD0360-2376-EC5A-105F-4CB28EECD391}"/>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 name="Freeform: Shape 5">
              <a:extLst>
                <a:ext uri="{FF2B5EF4-FFF2-40B4-BE49-F238E27FC236}">
                  <a16:creationId xmlns:a16="http://schemas.microsoft.com/office/drawing/2014/main" id="{0491FD4B-E5F8-B993-9C27-FDA862C08E8C}"/>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EC962D59-1DC1-69BC-F2C1-5F92CB4E204F}"/>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CD0FB4AC-4D35-D4FE-4708-7702E3443F3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896ACB96-D101-CDC6-CEA7-95F916463CAE}"/>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ADFC3337-4E35-4482-9434-EA97D37A2DD8}"/>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F0059903-9358-A124-07C8-B2365F8D285C}"/>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331707A7-BC7B-DC90-7770-8421A6894E94}"/>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21694641-9F73-C0F6-A87B-C7D854FBC3E1}"/>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0">
              <a:extLst>
                <a:ext uri="{FF2B5EF4-FFF2-40B4-BE49-F238E27FC236}">
                  <a16:creationId xmlns:a16="http://schemas.microsoft.com/office/drawing/2014/main" id="{ADDCD726-8FBD-C5AE-838A-D516C9852F58}"/>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1">
              <a:extLst>
                <a:ext uri="{FF2B5EF4-FFF2-40B4-BE49-F238E27FC236}">
                  <a16:creationId xmlns:a16="http://schemas.microsoft.com/office/drawing/2014/main" id="{6C10F954-3971-D03F-4ECC-6CDF9A693AB2}"/>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2">
              <a:extLst>
                <a:ext uri="{FF2B5EF4-FFF2-40B4-BE49-F238E27FC236}">
                  <a16:creationId xmlns:a16="http://schemas.microsoft.com/office/drawing/2014/main" id="{45678E7B-1791-AC38-4230-18269B771B05}"/>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85989228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4" name="Graphic 4">
            <a:extLst>
              <a:ext uri="{FF2B5EF4-FFF2-40B4-BE49-F238E27FC236}">
                <a16:creationId xmlns:a16="http://schemas.microsoft.com/office/drawing/2014/main" id="{DCF7D512-6EFB-0B94-2306-1D0163538606}"/>
              </a:ext>
            </a:extLst>
          </p:cNvPr>
          <p:cNvGrpSpPr>
            <a:grpSpLocks/>
          </p:cNvGrpSpPr>
          <p:nvPr userDrawn="1"/>
        </p:nvGrpSpPr>
        <p:grpSpPr>
          <a:xfrm>
            <a:off x="436679" y="612775"/>
            <a:ext cx="3259236" cy="500422"/>
            <a:chOff x="3176111" y="1257136"/>
            <a:chExt cx="5719756" cy="878207"/>
          </a:xfrm>
        </p:grpSpPr>
        <p:sp>
          <p:nvSpPr>
            <p:cNvPr id="5" name="Freeform: Shape 4">
              <a:extLst>
                <a:ext uri="{FF2B5EF4-FFF2-40B4-BE49-F238E27FC236}">
                  <a16:creationId xmlns:a16="http://schemas.microsoft.com/office/drawing/2014/main" id="{7C4AD07E-FFA2-49DC-F364-8821B023A16C}"/>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 name="Freeform: Shape 6">
              <a:extLst>
                <a:ext uri="{FF2B5EF4-FFF2-40B4-BE49-F238E27FC236}">
                  <a16:creationId xmlns:a16="http://schemas.microsoft.com/office/drawing/2014/main" id="{6DD429AB-749E-34B4-477B-669B0B78673F}"/>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0F96DC87-EC13-A5BE-F0A3-41C56737B476}"/>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796643AC-881E-CA6D-CEC7-DF43D8317C6C}"/>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A8C46166-C29E-6D17-CD08-C1427E45140F}"/>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E3D2A8A4-C533-8723-C724-0B4839A0E7B4}"/>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22550A19-7681-C14A-28AA-E77C0E5BF621}"/>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9164F689-0E09-6DE7-10B9-AA7E4EAF8DA5}"/>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9C6DEDC7-50F6-B242-A50D-114AE7B26530}"/>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0">
              <a:extLst>
                <a:ext uri="{FF2B5EF4-FFF2-40B4-BE49-F238E27FC236}">
                  <a16:creationId xmlns:a16="http://schemas.microsoft.com/office/drawing/2014/main" id="{12010012-556E-BF42-46A6-A5CBF00850F4}"/>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1">
              <a:extLst>
                <a:ext uri="{FF2B5EF4-FFF2-40B4-BE49-F238E27FC236}">
                  <a16:creationId xmlns:a16="http://schemas.microsoft.com/office/drawing/2014/main" id="{92DEB219-4D73-4DB3-5775-D354CB64FE32}"/>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2">
              <a:extLst>
                <a:ext uri="{FF2B5EF4-FFF2-40B4-BE49-F238E27FC236}">
                  <a16:creationId xmlns:a16="http://schemas.microsoft.com/office/drawing/2014/main" id="{6AABFD61-ADA4-036A-0986-68BA1BEAEDDD}"/>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9353985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1_Title Slide 3 Full Picture">
    <p:bg>
      <p:bgPr>
        <a:solidFill>
          <a:schemeClr val="accent4"/>
        </a:solidFill>
        <a:effectLst/>
      </p:bgPr>
    </p:bg>
    <p:spTree>
      <p:nvGrpSpPr>
        <p:cNvPr id="1" name=""/>
        <p:cNvGrpSpPr/>
        <p:nvPr/>
      </p:nvGrpSpPr>
      <p:grpSpPr>
        <a:xfrm>
          <a:off x="0" y="0"/>
          <a:ext cx="0" cy="0"/>
          <a:chOff x="0" y="0"/>
          <a:chExt cx="0" cy="0"/>
        </a:xfrm>
      </p:grpSpPr>
      <p:sp>
        <p:nvSpPr>
          <p:cNvPr id="7" name="Picture Placeholder 24">
            <a:extLst>
              <a:ext uri="{FF2B5EF4-FFF2-40B4-BE49-F238E27FC236}">
                <a16:creationId xmlns:a16="http://schemas.microsoft.com/office/drawing/2014/main" id="{AA5F3EBC-E5BB-4F23-8682-D1866F0D4F8F}"/>
              </a:ext>
            </a:extLst>
          </p:cNvPr>
          <p:cNvSpPr>
            <a:spLocks noGrp="1"/>
          </p:cNvSpPr>
          <p:nvPr>
            <p:ph type="pic" sz="quarter" idx="10" hasCustomPrompt="1"/>
          </p:nvPr>
        </p:nvSpPr>
        <p:spPr>
          <a:xfrm>
            <a:off x="0" y="0"/>
            <a:ext cx="12192000" cy="6858000"/>
          </a:xfrm>
          <a:custGeom>
            <a:avLst/>
            <a:gdLst>
              <a:gd name="connsiteX0" fmla="*/ 9343829 w 12192000"/>
              <a:gd name="connsiteY0" fmla="*/ 959868 h 6858000"/>
              <a:gd name="connsiteX1" fmla="*/ 9294981 w 12192000"/>
              <a:gd name="connsiteY1" fmla="*/ 1078731 h 6858000"/>
              <a:gd name="connsiteX2" fmla="*/ 9271643 w 12192000"/>
              <a:gd name="connsiteY2" fmla="*/ 1047794 h 6858000"/>
              <a:gd name="connsiteX3" fmla="*/ 9343829 w 12192000"/>
              <a:gd name="connsiteY3" fmla="*/ 959868 h 6858000"/>
              <a:gd name="connsiteX4" fmla="*/ 11404665 w 12192000"/>
              <a:gd name="connsiteY4" fmla="*/ 772073 h 6858000"/>
              <a:gd name="connsiteX5" fmla="*/ 11422576 w 12192000"/>
              <a:gd name="connsiteY5" fmla="*/ 775872 h 6858000"/>
              <a:gd name="connsiteX6" fmla="*/ 11435602 w 12192000"/>
              <a:gd name="connsiteY6" fmla="*/ 786185 h 6858000"/>
              <a:gd name="connsiteX7" fmla="*/ 11443743 w 12192000"/>
              <a:gd name="connsiteY7" fmla="*/ 801382 h 6858000"/>
              <a:gd name="connsiteX8" fmla="*/ 11446457 w 12192000"/>
              <a:gd name="connsiteY8" fmla="*/ 819836 h 6858000"/>
              <a:gd name="connsiteX9" fmla="*/ 11359074 w 12192000"/>
              <a:gd name="connsiteY9" fmla="*/ 819836 h 6858000"/>
              <a:gd name="connsiteX10" fmla="*/ 11363416 w 12192000"/>
              <a:gd name="connsiteY10" fmla="*/ 802467 h 6858000"/>
              <a:gd name="connsiteX11" fmla="*/ 11372100 w 12192000"/>
              <a:gd name="connsiteY11" fmla="*/ 787270 h 6858000"/>
              <a:gd name="connsiteX12" fmla="*/ 11385668 w 12192000"/>
              <a:gd name="connsiteY12" fmla="*/ 776415 h 6858000"/>
              <a:gd name="connsiteX13" fmla="*/ 11404665 w 12192000"/>
              <a:gd name="connsiteY13" fmla="*/ 772073 h 6858000"/>
              <a:gd name="connsiteX14" fmla="*/ 9493087 w 12192000"/>
              <a:gd name="connsiteY14" fmla="*/ 766103 h 6858000"/>
              <a:gd name="connsiteX15" fmla="*/ 9514797 w 12192000"/>
              <a:gd name="connsiteY15" fmla="*/ 799212 h 6858000"/>
              <a:gd name="connsiteX16" fmla="*/ 9467034 w 12192000"/>
              <a:gd name="connsiteY16" fmla="*/ 869227 h 6858000"/>
              <a:gd name="connsiteX17" fmla="*/ 9493087 w 12192000"/>
              <a:gd name="connsiteY17" fmla="*/ 766103 h 6858000"/>
              <a:gd name="connsiteX18" fmla="*/ 11119177 w 12192000"/>
              <a:gd name="connsiteY18" fmla="*/ 740594 h 6858000"/>
              <a:gd name="connsiteX19" fmla="*/ 11189735 w 12192000"/>
              <a:gd name="connsiteY19" fmla="*/ 924046 h 6858000"/>
              <a:gd name="connsiteX20" fmla="*/ 11213074 w 12192000"/>
              <a:gd name="connsiteY20" fmla="*/ 944670 h 6858000"/>
              <a:gd name="connsiteX21" fmla="*/ 11236955 w 12192000"/>
              <a:gd name="connsiteY21" fmla="*/ 944670 h 6858000"/>
              <a:gd name="connsiteX22" fmla="*/ 11314569 w 12192000"/>
              <a:gd name="connsiteY22" fmla="*/ 740594 h 6858000"/>
              <a:gd name="connsiteX23" fmla="*/ 11278747 w 12192000"/>
              <a:gd name="connsiteY23" fmla="*/ 740594 h 6858000"/>
              <a:gd name="connsiteX24" fmla="*/ 11257580 w 12192000"/>
              <a:gd name="connsiteY24" fmla="*/ 761219 h 6858000"/>
              <a:gd name="connsiteX25" fmla="*/ 11217416 w 12192000"/>
              <a:gd name="connsiteY25" fmla="*/ 876825 h 6858000"/>
              <a:gd name="connsiteX26" fmla="*/ 11175624 w 12192000"/>
              <a:gd name="connsiteY26" fmla="*/ 763390 h 6858000"/>
              <a:gd name="connsiteX27" fmla="*/ 11153913 w 12192000"/>
              <a:gd name="connsiteY27" fmla="*/ 740594 h 6858000"/>
              <a:gd name="connsiteX28" fmla="*/ 11130575 w 12192000"/>
              <a:gd name="connsiteY28" fmla="*/ 740594 h 6858000"/>
              <a:gd name="connsiteX29" fmla="*/ 10865711 w 12192000"/>
              <a:gd name="connsiteY29" fmla="*/ 740051 h 6858000"/>
              <a:gd name="connsiteX30" fmla="*/ 10865711 w 12192000"/>
              <a:gd name="connsiteY30" fmla="*/ 910476 h 6858000"/>
              <a:gd name="connsiteX31" fmla="*/ 10899904 w 12192000"/>
              <a:gd name="connsiteY31" fmla="*/ 944670 h 6858000"/>
              <a:gd name="connsiteX32" fmla="*/ 10912930 w 12192000"/>
              <a:gd name="connsiteY32" fmla="*/ 944670 h 6858000"/>
              <a:gd name="connsiteX33" fmla="*/ 10912930 w 12192000"/>
              <a:gd name="connsiteY33" fmla="*/ 771531 h 6858000"/>
              <a:gd name="connsiteX34" fmla="*/ 10881993 w 12192000"/>
              <a:gd name="connsiteY34" fmla="*/ 740051 h 6858000"/>
              <a:gd name="connsiteX35" fmla="*/ 11599515 w 12192000"/>
              <a:gd name="connsiteY35" fmla="*/ 735166 h 6858000"/>
              <a:gd name="connsiteX36" fmla="*/ 11550667 w 12192000"/>
              <a:gd name="connsiteY36" fmla="*/ 738965 h 6858000"/>
              <a:gd name="connsiteX37" fmla="*/ 11514845 w 12192000"/>
              <a:gd name="connsiteY37" fmla="*/ 746563 h 6858000"/>
              <a:gd name="connsiteX38" fmla="*/ 11514845 w 12192000"/>
              <a:gd name="connsiteY38" fmla="*/ 918617 h 6858000"/>
              <a:gd name="connsiteX39" fmla="*/ 11514845 w 12192000"/>
              <a:gd name="connsiteY39" fmla="*/ 924045 h 6858000"/>
              <a:gd name="connsiteX40" fmla="*/ 11536012 w 12192000"/>
              <a:gd name="connsiteY40" fmla="*/ 945212 h 6858000"/>
              <a:gd name="connsiteX41" fmla="*/ 11536555 w 12192000"/>
              <a:gd name="connsiteY41" fmla="*/ 945212 h 6858000"/>
              <a:gd name="connsiteX42" fmla="*/ 11562607 w 12192000"/>
              <a:gd name="connsiteY42" fmla="*/ 945212 h 6858000"/>
              <a:gd name="connsiteX43" fmla="*/ 11562607 w 12192000"/>
              <a:gd name="connsiteY43" fmla="*/ 779129 h 6858000"/>
              <a:gd name="connsiteX44" fmla="*/ 11577261 w 12192000"/>
              <a:gd name="connsiteY44" fmla="*/ 776958 h 6858000"/>
              <a:gd name="connsiteX45" fmla="*/ 11596258 w 12192000"/>
              <a:gd name="connsiteY45" fmla="*/ 775872 h 6858000"/>
              <a:gd name="connsiteX46" fmla="*/ 11616883 w 12192000"/>
              <a:gd name="connsiteY46" fmla="*/ 779129 h 6858000"/>
              <a:gd name="connsiteX47" fmla="*/ 11630451 w 12192000"/>
              <a:gd name="connsiteY47" fmla="*/ 789441 h 6858000"/>
              <a:gd name="connsiteX48" fmla="*/ 11637507 w 12192000"/>
              <a:gd name="connsiteY48" fmla="*/ 808437 h 6858000"/>
              <a:gd name="connsiteX49" fmla="*/ 11639678 w 12192000"/>
              <a:gd name="connsiteY49" fmla="*/ 836661 h 6858000"/>
              <a:gd name="connsiteX50" fmla="*/ 11639678 w 12192000"/>
              <a:gd name="connsiteY50" fmla="*/ 918074 h 6858000"/>
              <a:gd name="connsiteX51" fmla="*/ 11639678 w 12192000"/>
              <a:gd name="connsiteY51" fmla="*/ 923502 h 6858000"/>
              <a:gd name="connsiteX52" fmla="*/ 11660845 w 12192000"/>
              <a:gd name="connsiteY52" fmla="*/ 944669 h 6858000"/>
              <a:gd name="connsiteX53" fmla="*/ 11687441 w 12192000"/>
              <a:gd name="connsiteY53" fmla="*/ 944669 h 6858000"/>
              <a:gd name="connsiteX54" fmla="*/ 11687441 w 12192000"/>
              <a:gd name="connsiteY54" fmla="*/ 829605 h 6858000"/>
              <a:gd name="connsiteX55" fmla="*/ 11682013 w 12192000"/>
              <a:gd name="connsiteY55" fmla="*/ 791069 h 6858000"/>
              <a:gd name="connsiteX56" fmla="*/ 11667902 w 12192000"/>
              <a:gd name="connsiteY56" fmla="*/ 761218 h 6858000"/>
              <a:gd name="connsiteX57" fmla="*/ 11641306 w 12192000"/>
              <a:gd name="connsiteY57" fmla="*/ 742221 h 6858000"/>
              <a:gd name="connsiteX58" fmla="*/ 11599515 w 12192000"/>
              <a:gd name="connsiteY58" fmla="*/ 735166 h 6858000"/>
              <a:gd name="connsiteX59" fmla="*/ 11026367 w 12192000"/>
              <a:gd name="connsiteY59" fmla="*/ 735166 h 6858000"/>
              <a:gd name="connsiteX60" fmla="*/ 10977519 w 12192000"/>
              <a:gd name="connsiteY60" fmla="*/ 738965 h 6858000"/>
              <a:gd name="connsiteX61" fmla="*/ 10941697 w 12192000"/>
              <a:gd name="connsiteY61" fmla="*/ 746563 h 6858000"/>
              <a:gd name="connsiteX62" fmla="*/ 10941697 w 12192000"/>
              <a:gd name="connsiteY62" fmla="*/ 918617 h 6858000"/>
              <a:gd name="connsiteX63" fmla="*/ 10941697 w 12192000"/>
              <a:gd name="connsiteY63" fmla="*/ 924045 h 6858000"/>
              <a:gd name="connsiteX64" fmla="*/ 10962864 w 12192000"/>
              <a:gd name="connsiteY64" fmla="*/ 945212 h 6858000"/>
              <a:gd name="connsiteX65" fmla="*/ 10963407 w 12192000"/>
              <a:gd name="connsiteY65" fmla="*/ 945212 h 6858000"/>
              <a:gd name="connsiteX66" fmla="*/ 10989459 w 12192000"/>
              <a:gd name="connsiteY66" fmla="*/ 945212 h 6858000"/>
              <a:gd name="connsiteX67" fmla="*/ 10989459 w 12192000"/>
              <a:gd name="connsiteY67" fmla="*/ 779129 h 6858000"/>
              <a:gd name="connsiteX68" fmla="*/ 11004114 w 12192000"/>
              <a:gd name="connsiteY68" fmla="*/ 776958 h 6858000"/>
              <a:gd name="connsiteX69" fmla="*/ 11023110 w 12192000"/>
              <a:gd name="connsiteY69" fmla="*/ 775872 h 6858000"/>
              <a:gd name="connsiteX70" fmla="*/ 11043735 w 12192000"/>
              <a:gd name="connsiteY70" fmla="*/ 779129 h 6858000"/>
              <a:gd name="connsiteX71" fmla="*/ 11057303 w 12192000"/>
              <a:gd name="connsiteY71" fmla="*/ 789441 h 6858000"/>
              <a:gd name="connsiteX72" fmla="*/ 11064359 w 12192000"/>
              <a:gd name="connsiteY72" fmla="*/ 808437 h 6858000"/>
              <a:gd name="connsiteX73" fmla="*/ 11066530 w 12192000"/>
              <a:gd name="connsiteY73" fmla="*/ 836661 h 6858000"/>
              <a:gd name="connsiteX74" fmla="*/ 11066530 w 12192000"/>
              <a:gd name="connsiteY74" fmla="*/ 918074 h 6858000"/>
              <a:gd name="connsiteX75" fmla="*/ 11066530 w 12192000"/>
              <a:gd name="connsiteY75" fmla="*/ 923502 h 6858000"/>
              <a:gd name="connsiteX76" fmla="*/ 11087697 w 12192000"/>
              <a:gd name="connsiteY76" fmla="*/ 944669 h 6858000"/>
              <a:gd name="connsiteX77" fmla="*/ 11114293 w 12192000"/>
              <a:gd name="connsiteY77" fmla="*/ 944669 h 6858000"/>
              <a:gd name="connsiteX78" fmla="*/ 11114293 w 12192000"/>
              <a:gd name="connsiteY78" fmla="*/ 829605 h 6858000"/>
              <a:gd name="connsiteX79" fmla="*/ 11108865 w 12192000"/>
              <a:gd name="connsiteY79" fmla="*/ 791069 h 6858000"/>
              <a:gd name="connsiteX80" fmla="*/ 11094754 w 12192000"/>
              <a:gd name="connsiteY80" fmla="*/ 761218 h 6858000"/>
              <a:gd name="connsiteX81" fmla="*/ 11068158 w 12192000"/>
              <a:gd name="connsiteY81" fmla="*/ 742221 h 6858000"/>
              <a:gd name="connsiteX82" fmla="*/ 11026367 w 12192000"/>
              <a:gd name="connsiteY82" fmla="*/ 735166 h 6858000"/>
              <a:gd name="connsiteX83" fmla="*/ 11405208 w 12192000"/>
              <a:gd name="connsiteY83" fmla="*/ 732995 h 6858000"/>
              <a:gd name="connsiteX84" fmla="*/ 11369929 w 12192000"/>
              <a:gd name="connsiteY84" fmla="*/ 740050 h 6858000"/>
              <a:gd name="connsiteX85" fmla="*/ 11339535 w 12192000"/>
              <a:gd name="connsiteY85" fmla="*/ 760133 h 6858000"/>
              <a:gd name="connsiteX86" fmla="*/ 11318367 w 12192000"/>
              <a:gd name="connsiteY86" fmla="*/ 793783 h 6858000"/>
              <a:gd name="connsiteX87" fmla="*/ 11310226 w 12192000"/>
              <a:gd name="connsiteY87" fmla="*/ 841003 h 6858000"/>
              <a:gd name="connsiteX88" fmla="*/ 11316739 w 12192000"/>
              <a:gd name="connsiteY88" fmla="*/ 882252 h 6858000"/>
              <a:gd name="connsiteX89" fmla="*/ 11335735 w 12192000"/>
              <a:gd name="connsiteY89" fmla="*/ 915903 h 6858000"/>
              <a:gd name="connsiteX90" fmla="*/ 11368300 w 12192000"/>
              <a:gd name="connsiteY90" fmla="*/ 938156 h 6858000"/>
              <a:gd name="connsiteX91" fmla="*/ 11414977 w 12192000"/>
              <a:gd name="connsiteY91" fmla="*/ 946297 h 6858000"/>
              <a:gd name="connsiteX92" fmla="*/ 11435602 w 12192000"/>
              <a:gd name="connsiteY92" fmla="*/ 945212 h 6858000"/>
              <a:gd name="connsiteX93" fmla="*/ 11454598 w 12192000"/>
              <a:gd name="connsiteY93" fmla="*/ 942498 h 6858000"/>
              <a:gd name="connsiteX94" fmla="*/ 11470338 w 12192000"/>
              <a:gd name="connsiteY94" fmla="*/ 938699 h 6858000"/>
              <a:gd name="connsiteX95" fmla="*/ 11481193 w 12192000"/>
              <a:gd name="connsiteY95" fmla="*/ 934357 h 6858000"/>
              <a:gd name="connsiteX96" fmla="*/ 11477937 w 12192000"/>
              <a:gd name="connsiteY96" fmla="*/ 913190 h 6858000"/>
              <a:gd name="connsiteX97" fmla="*/ 11459483 w 12192000"/>
              <a:gd name="connsiteY97" fmla="*/ 900706 h 6858000"/>
              <a:gd name="connsiteX98" fmla="*/ 11452970 w 12192000"/>
              <a:gd name="connsiteY98" fmla="*/ 902334 h 6858000"/>
              <a:gd name="connsiteX99" fmla="*/ 11421490 w 12192000"/>
              <a:gd name="connsiteY99" fmla="*/ 905591 h 6858000"/>
              <a:gd name="connsiteX100" fmla="*/ 11376984 w 12192000"/>
              <a:gd name="connsiteY100" fmla="*/ 892022 h 6858000"/>
              <a:gd name="connsiteX101" fmla="*/ 11359617 w 12192000"/>
              <a:gd name="connsiteY101" fmla="*/ 854029 h 6858000"/>
              <a:gd name="connsiteX102" fmla="*/ 11493677 w 12192000"/>
              <a:gd name="connsiteY102" fmla="*/ 854029 h 6858000"/>
              <a:gd name="connsiteX103" fmla="*/ 11494219 w 12192000"/>
              <a:gd name="connsiteY103" fmla="*/ 845345 h 6858000"/>
              <a:gd name="connsiteX104" fmla="*/ 11494219 w 12192000"/>
              <a:gd name="connsiteY104" fmla="*/ 836661 h 6858000"/>
              <a:gd name="connsiteX105" fmla="*/ 11470881 w 12192000"/>
              <a:gd name="connsiteY105" fmla="*/ 759047 h 6858000"/>
              <a:gd name="connsiteX106" fmla="*/ 11405208 w 12192000"/>
              <a:gd name="connsiteY106" fmla="*/ 732995 h 6858000"/>
              <a:gd name="connsiteX107" fmla="*/ 11753113 w 12192000"/>
              <a:gd name="connsiteY107" fmla="*/ 676006 h 6858000"/>
              <a:gd name="connsiteX108" fmla="*/ 11726518 w 12192000"/>
              <a:gd name="connsiteY108" fmla="*/ 680348 h 6858000"/>
              <a:gd name="connsiteX109" fmla="*/ 11705894 w 12192000"/>
              <a:gd name="connsiteY109" fmla="*/ 704229 h 6858000"/>
              <a:gd name="connsiteX110" fmla="*/ 11705894 w 12192000"/>
              <a:gd name="connsiteY110" fmla="*/ 860543 h 6858000"/>
              <a:gd name="connsiteX111" fmla="*/ 11709150 w 12192000"/>
              <a:gd name="connsiteY111" fmla="*/ 896907 h 6858000"/>
              <a:gd name="connsiteX112" fmla="*/ 11721091 w 12192000"/>
              <a:gd name="connsiteY112" fmla="*/ 924045 h 6858000"/>
              <a:gd name="connsiteX113" fmla="*/ 11744429 w 12192000"/>
              <a:gd name="connsiteY113" fmla="*/ 940870 h 6858000"/>
              <a:gd name="connsiteX114" fmla="*/ 11780793 w 12192000"/>
              <a:gd name="connsiteY114" fmla="*/ 946840 h 6858000"/>
              <a:gd name="connsiteX115" fmla="*/ 11812273 w 12192000"/>
              <a:gd name="connsiteY115" fmla="*/ 943041 h 6858000"/>
              <a:gd name="connsiteX116" fmla="*/ 11818786 w 12192000"/>
              <a:gd name="connsiteY116" fmla="*/ 941413 h 6858000"/>
              <a:gd name="connsiteX117" fmla="*/ 11830726 w 12192000"/>
              <a:gd name="connsiteY117" fmla="*/ 921874 h 6858000"/>
              <a:gd name="connsiteX118" fmla="*/ 11825841 w 12192000"/>
              <a:gd name="connsiteY118" fmla="*/ 898535 h 6858000"/>
              <a:gd name="connsiteX119" fmla="*/ 11810102 w 12192000"/>
              <a:gd name="connsiteY119" fmla="*/ 903420 h 6858000"/>
              <a:gd name="connsiteX120" fmla="*/ 11787306 w 12192000"/>
              <a:gd name="connsiteY120" fmla="*/ 906134 h 6858000"/>
              <a:gd name="connsiteX121" fmla="*/ 11760711 w 12192000"/>
              <a:gd name="connsiteY121" fmla="*/ 895821 h 6858000"/>
              <a:gd name="connsiteX122" fmla="*/ 11753113 w 12192000"/>
              <a:gd name="connsiteY122" fmla="*/ 860543 h 6858000"/>
              <a:gd name="connsiteX123" fmla="*/ 11753113 w 12192000"/>
              <a:gd name="connsiteY123" fmla="*/ 777501 h 6858000"/>
              <a:gd name="connsiteX124" fmla="*/ 11804674 w 12192000"/>
              <a:gd name="connsiteY124" fmla="*/ 777501 h 6858000"/>
              <a:gd name="connsiteX125" fmla="*/ 11825841 w 12192000"/>
              <a:gd name="connsiteY125" fmla="*/ 756334 h 6858000"/>
              <a:gd name="connsiteX126" fmla="*/ 11825841 w 12192000"/>
              <a:gd name="connsiteY126" fmla="*/ 739508 h 6858000"/>
              <a:gd name="connsiteX127" fmla="*/ 11753113 w 12192000"/>
              <a:gd name="connsiteY127" fmla="*/ 739508 h 6858000"/>
              <a:gd name="connsiteX128" fmla="*/ 10315900 w 12192000"/>
              <a:gd name="connsiteY128" fmla="*/ 658094 h 6858000"/>
              <a:gd name="connsiteX129" fmla="*/ 10292562 w 12192000"/>
              <a:gd name="connsiteY129" fmla="*/ 684147 h 6858000"/>
              <a:gd name="connsiteX130" fmla="*/ 10315900 w 12192000"/>
              <a:gd name="connsiteY130" fmla="*/ 708028 h 6858000"/>
              <a:gd name="connsiteX131" fmla="*/ 10339238 w 12192000"/>
              <a:gd name="connsiteY131" fmla="*/ 681976 h 6858000"/>
              <a:gd name="connsiteX132" fmla="*/ 10315900 w 12192000"/>
              <a:gd name="connsiteY132" fmla="*/ 658094 h 6858000"/>
              <a:gd name="connsiteX133" fmla="*/ 10889050 w 12192000"/>
              <a:gd name="connsiteY133" fmla="*/ 651039 h 6858000"/>
              <a:gd name="connsiteX134" fmla="*/ 10868425 w 12192000"/>
              <a:gd name="connsiteY134" fmla="*/ 658637 h 6858000"/>
              <a:gd name="connsiteX135" fmla="*/ 10859741 w 12192000"/>
              <a:gd name="connsiteY135" fmla="*/ 680348 h 6858000"/>
              <a:gd name="connsiteX136" fmla="*/ 10868425 w 12192000"/>
              <a:gd name="connsiteY136" fmla="*/ 701515 h 6858000"/>
              <a:gd name="connsiteX137" fmla="*/ 10889050 w 12192000"/>
              <a:gd name="connsiteY137" fmla="*/ 709114 h 6858000"/>
              <a:gd name="connsiteX138" fmla="*/ 10909132 w 12192000"/>
              <a:gd name="connsiteY138" fmla="*/ 701515 h 6858000"/>
              <a:gd name="connsiteX139" fmla="*/ 10917816 w 12192000"/>
              <a:gd name="connsiteY139" fmla="*/ 680348 h 6858000"/>
              <a:gd name="connsiteX140" fmla="*/ 10909132 w 12192000"/>
              <a:gd name="connsiteY140" fmla="*/ 658637 h 6858000"/>
              <a:gd name="connsiteX141" fmla="*/ 10889050 w 12192000"/>
              <a:gd name="connsiteY141" fmla="*/ 651039 h 6858000"/>
              <a:gd name="connsiteX142" fmla="*/ 9964195 w 12192000"/>
              <a:gd name="connsiteY142" fmla="*/ 647783 h 6858000"/>
              <a:gd name="connsiteX143" fmla="*/ 9938686 w 12192000"/>
              <a:gd name="connsiteY143" fmla="*/ 674921 h 6858000"/>
              <a:gd name="connsiteX144" fmla="*/ 9964195 w 12192000"/>
              <a:gd name="connsiteY144" fmla="*/ 700431 h 6858000"/>
              <a:gd name="connsiteX145" fmla="*/ 9988077 w 12192000"/>
              <a:gd name="connsiteY145" fmla="*/ 673293 h 6858000"/>
              <a:gd name="connsiteX146" fmla="*/ 9964195 w 12192000"/>
              <a:gd name="connsiteY146" fmla="*/ 647783 h 6858000"/>
              <a:gd name="connsiteX147" fmla="*/ 8724004 w 12192000"/>
              <a:gd name="connsiteY147" fmla="*/ 623359 h 6858000"/>
              <a:gd name="connsiteX148" fmla="*/ 8576918 w 12192000"/>
              <a:gd name="connsiteY148" fmla="*/ 804096 h 6858000"/>
              <a:gd name="connsiteX149" fmla="*/ 8698495 w 12192000"/>
              <a:gd name="connsiteY149" fmla="*/ 962039 h 6858000"/>
              <a:gd name="connsiteX150" fmla="*/ 8815187 w 12192000"/>
              <a:gd name="connsiteY150" fmla="*/ 888766 h 6858000"/>
              <a:gd name="connsiteX151" fmla="*/ 8872176 w 12192000"/>
              <a:gd name="connsiteY151" fmla="*/ 947927 h 6858000"/>
              <a:gd name="connsiteX152" fmla="*/ 8941105 w 12192000"/>
              <a:gd name="connsiteY152" fmla="*/ 895822 h 6858000"/>
              <a:gd name="connsiteX153" fmla="*/ 8991582 w 12192000"/>
              <a:gd name="connsiteY153" fmla="*/ 947927 h 6858000"/>
              <a:gd name="connsiteX154" fmla="*/ 9036088 w 12192000"/>
              <a:gd name="connsiteY154" fmla="*/ 922960 h 6858000"/>
              <a:gd name="connsiteX155" fmla="*/ 9088192 w 12192000"/>
              <a:gd name="connsiteY155" fmla="*/ 1080902 h 6858000"/>
              <a:gd name="connsiteX156" fmla="*/ 9075708 w 12192000"/>
              <a:gd name="connsiteY156" fmla="*/ 948469 h 6858000"/>
              <a:gd name="connsiteX157" fmla="*/ 9125099 w 12192000"/>
              <a:gd name="connsiteY157" fmla="*/ 771531 h 6858000"/>
              <a:gd name="connsiteX158" fmla="*/ 9151694 w 12192000"/>
              <a:gd name="connsiteY158" fmla="*/ 824179 h 6858000"/>
              <a:gd name="connsiteX159" fmla="*/ 9146810 w 12192000"/>
              <a:gd name="connsiteY159" fmla="*/ 870313 h 6858000"/>
              <a:gd name="connsiteX160" fmla="*/ 9086021 w 12192000"/>
              <a:gd name="connsiteY160" fmla="*/ 930016 h 6858000"/>
              <a:gd name="connsiteX161" fmla="*/ 9109359 w 12192000"/>
              <a:gd name="connsiteY161" fmla="*/ 948469 h 6858000"/>
              <a:gd name="connsiteX162" fmla="*/ 9183717 w 12192000"/>
              <a:gd name="connsiteY162" fmla="*/ 875198 h 6858000"/>
              <a:gd name="connsiteX163" fmla="*/ 9228223 w 12192000"/>
              <a:gd name="connsiteY163" fmla="*/ 841547 h 6858000"/>
              <a:gd name="connsiteX164" fmla="*/ 9227680 w 12192000"/>
              <a:gd name="connsiteY164" fmla="*/ 856201 h 6858000"/>
              <a:gd name="connsiteX165" fmla="*/ 9281955 w 12192000"/>
              <a:gd name="connsiteY165" fmla="*/ 932730 h 6858000"/>
              <a:gd name="connsiteX166" fmla="*/ 9341658 w 12192000"/>
              <a:gd name="connsiteY166" fmla="*/ 886595 h 6858000"/>
              <a:gd name="connsiteX167" fmla="*/ 9343286 w 12192000"/>
              <a:gd name="connsiteY167" fmla="*/ 931101 h 6858000"/>
              <a:gd name="connsiteX168" fmla="*/ 9231479 w 12192000"/>
              <a:gd name="connsiteY168" fmla="*/ 1049422 h 6858000"/>
              <a:gd name="connsiteX169" fmla="*/ 9290639 w 12192000"/>
              <a:gd name="connsiteY169" fmla="*/ 1111839 h 6858000"/>
              <a:gd name="connsiteX170" fmla="*/ 9381822 w 12192000"/>
              <a:gd name="connsiteY170" fmla="*/ 943585 h 6858000"/>
              <a:gd name="connsiteX171" fmla="*/ 9444239 w 12192000"/>
              <a:gd name="connsiteY171" fmla="*/ 914819 h 6858000"/>
              <a:gd name="connsiteX172" fmla="*/ 9507741 w 12192000"/>
              <a:gd name="connsiteY172" fmla="*/ 947927 h 6858000"/>
              <a:gd name="connsiteX173" fmla="*/ 9605980 w 12192000"/>
              <a:gd name="connsiteY173" fmla="*/ 881168 h 6858000"/>
              <a:gd name="connsiteX174" fmla="*/ 9637459 w 12192000"/>
              <a:gd name="connsiteY174" fmla="*/ 947927 h 6858000"/>
              <a:gd name="connsiteX175" fmla="*/ 9701504 w 12192000"/>
              <a:gd name="connsiteY175" fmla="*/ 775331 h 6858000"/>
              <a:gd name="connsiteX176" fmla="*/ 9754694 w 12192000"/>
              <a:gd name="connsiteY176" fmla="*/ 962039 h 6858000"/>
              <a:gd name="connsiteX177" fmla="*/ 9825795 w 12192000"/>
              <a:gd name="connsiteY177" fmla="*/ 797583 h 6858000"/>
              <a:gd name="connsiteX178" fmla="*/ 9887669 w 12192000"/>
              <a:gd name="connsiteY178" fmla="*/ 947927 h 6858000"/>
              <a:gd name="connsiteX179" fmla="*/ 9947372 w 12192000"/>
              <a:gd name="connsiteY179" fmla="*/ 863257 h 6858000"/>
              <a:gd name="connsiteX180" fmla="*/ 10009788 w 12192000"/>
              <a:gd name="connsiteY180" fmla="*/ 947927 h 6858000"/>
              <a:gd name="connsiteX181" fmla="*/ 10065149 w 12192000"/>
              <a:gd name="connsiteY181" fmla="*/ 896365 h 6858000"/>
              <a:gd name="connsiteX182" fmla="*/ 10094458 w 12192000"/>
              <a:gd name="connsiteY182" fmla="*/ 947927 h 6858000"/>
              <a:gd name="connsiteX183" fmla="*/ 10170444 w 12192000"/>
              <a:gd name="connsiteY183" fmla="*/ 775873 h 6858000"/>
              <a:gd name="connsiteX184" fmla="*/ 10252399 w 12192000"/>
              <a:gd name="connsiteY184" fmla="*/ 947927 h 6858000"/>
              <a:gd name="connsiteX185" fmla="*/ 10305590 w 12192000"/>
              <a:gd name="connsiteY185" fmla="*/ 889852 h 6858000"/>
              <a:gd name="connsiteX186" fmla="*/ 10351724 w 12192000"/>
              <a:gd name="connsiteY186" fmla="*/ 947927 h 6858000"/>
              <a:gd name="connsiteX187" fmla="*/ 10378861 w 12192000"/>
              <a:gd name="connsiteY187" fmla="*/ 932730 h 6858000"/>
              <a:gd name="connsiteX188" fmla="*/ 10334898 w 12192000"/>
              <a:gd name="connsiteY188" fmla="*/ 782929 h 6858000"/>
              <a:gd name="connsiteX189" fmla="*/ 10316445 w 12192000"/>
              <a:gd name="connsiteY189" fmla="*/ 740051 h 6858000"/>
              <a:gd name="connsiteX190" fmla="*/ 10297991 w 12192000"/>
              <a:gd name="connsiteY190" fmla="*/ 743851 h 6858000"/>
              <a:gd name="connsiteX191" fmla="*/ 10259998 w 12192000"/>
              <a:gd name="connsiteY191" fmla="*/ 908305 h 6858000"/>
              <a:gd name="connsiteX192" fmla="*/ 10177499 w 12192000"/>
              <a:gd name="connsiteY192" fmla="*/ 721055 h 6858000"/>
              <a:gd name="connsiteX193" fmla="*/ 10099886 w 12192000"/>
              <a:gd name="connsiteY193" fmla="*/ 870313 h 6858000"/>
              <a:gd name="connsiteX194" fmla="*/ 10094458 w 12192000"/>
              <a:gd name="connsiteY194" fmla="*/ 801383 h 6858000"/>
              <a:gd name="connsiteX195" fmla="*/ 10098257 w 12192000"/>
              <a:gd name="connsiteY195" fmla="*/ 764475 h 6858000"/>
              <a:gd name="connsiteX196" fmla="*/ 10060807 w 12192000"/>
              <a:gd name="connsiteY196" fmla="*/ 738423 h 6858000"/>
              <a:gd name="connsiteX197" fmla="*/ 10016302 w 12192000"/>
              <a:gd name="connsiteY197" fmla="*/ 909934 h 6858000"/>
              <a:gd name="connsiteX198" fmla="*/ 9980480 w 12192000"/>
              <a:gd name="connsiteY198" fmla="*/ 786186 h 6858000"/>
              <a:gd name="connsiteX199" fmla="*/ 9943572 w 12192000"/>
              <a:gd name="connsiteY199" fmla="*/ 737880 h 6858000"/>
              <a:gd name="connsiteX200" fmla="*/ 9897981 w 12192000"/>
              <a:gd name="connsiteY200" fmla="*/ 901250 h 6858000"/>
              <a:gd name="connsiteX201" fmla="*/ 9830137 w 12192000"/>
              <a:gd name="connsiteY201" fmla="*/ 740051 h 6858000"/>
              <a:gd name="connsiteX202" fmla="*/ 9762293 w 12192000"/>
              <a:gd name="connsiteY202" fmla="*/ 892566 h 6858000"/>
              <a:gd name="connsiteX203" fmla="*/ 9703132 w 12192000"/>
              <a:gd name="connsiteY203" fmla="*/ 721055 h 6858000"/>
              <a:gd name="connsiteX204" fmla="*/ 9642887 w 12192000"/>
              <a:gd name="connsiteY204" fmla="*/ 842632 h 6858000"/>
              <a:gd name="connsiteX205" fmla="*/ 9636916 w 12192000"/>
              <a:gd name="connsiteY205" fmla="*/ 841547 h 6858000"/>
              <a:gd name="connsiteX206" fmla="*/ 9636374 w 12192000"/>
              <a:gd name="connsiteY206" fmla="*/ 805725 h 6858000"/>
              <a:gd name="connsiteX207" fmla="*/ 9602723 w 12192000"/>
              <a:gd name="connsiteY207" fmla="*/ 734624 h 6858000"/>
              <a:gd name="connsiteX208" fmla="*/ 9515882 w 12192000"/>
              <a:gd name="connsiteY208" fmla="*/ 911562 h 6858000"/>
              <a:gd name="connsiteX209" fmla="*/ 9480061 w 12192000"/>
              <a:gd name="connsiteY209" fmla="*/ 894737 h 6858000"/>
              <a:gd name="connsiteX210" fmla="*/ 9552790 w 12192000"/>
              <a:gd name="connsiteY210" fmla="*/ 793784 h 6858000"/>
              <a:gd name="connsiteX211" fmla="*/ 9495800 w 12192000"/>
              <a:gd name="connsiteY211" fmla="*/ 734624 h 6858000"/>
              <a:gd name="connsiteX212" fmla="*/ 9418187 w 12192000"/>
              <a:gd name="connsiteY212" fmla="*/ 829606 h 6858000"/>
              <a:gd name="connsiteX213" fmla="*/ 9429584 w 12192000"/>
              <a:gd name="connsiteY213" fmla="*/ 889309 h 6858000"/>
              <a:gd name="connsiteX214" fmla="*/ 9381279 w 12192000"/>
              <a:gd name="connsiteY214" fmla="*/ 911562 h 6858000"/>
              <a:gd name="connsiteX215" fmla="*/ 9370967 w 12192000"/>
              <a:gd name="connsiteY215" fmla="*/ 775873 h 6858000"/>
              <a:gd name="connsiteX216" fmla="*/ 9334602 w 12192000"/>
              <a:gd name="connsiteY216" fmla="*/ 805182 h 6858000"/>
              <a:gd name="connsiteX217" fmla="*/ 9292268 w 12192000"/>
              <a:gd name="connsiteY217" fmla="*/ 892566 h 6858000"/>
              <a:gd name="connsiteX218" fmla="*/ 9270014 w 12192000"/>
              <a:gd name="connsiteY218" fmla="*/ 859457 h 6858000"/>
              <a:gd name="connsiteX219" fmla="*/ 9372052 w 12192000"/>
              <a:gd name="connsiteY219" fmla="*/ 761761 h 6858000"/>
              <a:gd name="connsiteX220" fmla="*/ 9338401 w 12192000"/>
              <a:gd name="connsiteY220" fmla="*/ 729196 h 6858000"/>
              <a:gd name="connsiteX221" fmla="*/ 9246133 w 12192000"/>
              <a:gd name="connsiteY221" fmla="*/ 785100 h 6858000"/>
              <a:gd name="connsiteX222" fmla="*/ 9191858 w 12192000"/>
              <a:gd name="connsiteY222" fmla="*/ 838833 h 6858000"/>
              <a:gd name="connsiteX223" fmla="*/ 9192943 w 12192000"/>
              <a:gd name="connsiteY223" fmla="*/ 823636 h 6858000"/>
              <a:gd name="connsiteX224" fmla="*/ 9128356 w 12192000"/>
              <a:gd name="connsiteY224" fmla="*/ 735709 h 6858000"/>
              <a:gd name="connsiteX225" fmla="*/ 9076252 w 12192000"/>
              <a:gd name="connsiteY225" fmla="*/ 775331 h 6858000"/>
              <a:gd name="connsiteX226" fmla="*/ 9055084 w 12192000"/>
              <a:gd name="connsiteY226" fmla="*/ 741137 h 6858000"/>
              <a:gd name="connsiteX227" fmla="*/ 9031746 w 12192000"/>
              <a:gd name="connsiteY227" fmla="*/ 747107 h 6858000"/>
              <a:gd name="connsiteX228" fmla="*/ 9037173 w 12192000"/>
              <a:gd name="connsiteY228" fmla="*/ 810067 h 6858000"/>
              <a:gd name="connsiteX229" fmla="*/ 8995924 w 12192000"/>
              <a:gd name="connsiteY229" fmla="*/ 915904 h 6858000"/>
              <a:gd name="connsiteX230" fmla="*/ 8967158 w 12192000"/>
              <a:gd name="connsiteY230" fmla="*/ 795412 h 6858000"/>
              <a:gd name="connsiteX231" fmla="*/ 8955760 w 12192000"/>
              <a:gd name="connsiteY231" fmla="*/ 793241 h 6858000"/>
              <a:gd name="connsiteX232" fmla="*/ 8926994 w 12192000"/>
              <a:gd name="connsiteY232" fmla="*/ 846974 h 6858000"/>
              <a:gd name="connsiteX233" fmla="*/ 8880317 w 12192000"/>
              <a:gd name="connsiteY233" fmla="*/ 911562 h 6858000"/>
              <a:gd name="connsiteX234" fmla="*/ 8855350 w 12192000"/>
              <a:gd name="connsiteY234" fmla="*/ 871941 h 6858000"/>
              <a:gd name="connsiteX235" fmla="*/ 8963359 w 12192000"/>
              <a:gd name="connsiteY235" fmla="*/ 778044 h 6858000"/>
              <a:gd name="connsiteX236" fmla="*/ 8930250 w 12192000"/>
              <a:gd name="connsiteY236" fmla="*/ 741680 h 6858000"/>
              <a:gd name="connsiteX237" fmla="*/ 8822243 w 12192000"/>
              <a:gd name="connsiteY237" fmla="*/ 822008 h 6858000"/>
              <a:gd name="connsiteX238" fmla="*/ 8708264 w 12192000"/>
              <a:gd name="connsiteY238" fmla="*/ 920789 h 6858000"/>
              <a:gd name="connsiteX239" fmla="*/ 8628479 w 12192000"/>
              <a:gd name="connsiteY239" fmla="*/ 798126 h 6858000"/>
              <a:gd name="connsiteX240" fmla="*/ 8721833 w 12192000"/>
              <a:gd name="connsiteY240" fmla="*/ 658638 h 6858000"/>
              <a:gd name="connsiteX241" fmla="*/ 8760369 w 12192000"/>
              <a:gd name="connsiteY241" fmla="*/ 722683 h 6858000"/>
              <a:gd name="connsiteX242" fmla="*/ 8806502 w 12192000"/>
              <a:gd name="connsiteY242" fmla="*/ 688490 h 6858000"/>
              <a:gd name="connsiteX243" fmla="*/ 8724004 w 12192000"/>
              <a:gd name="connsiteY243" fmla="*/ 623359 h 6858000"/>
              <a:gd name="connsiteX244" fmla="*/ 10614417 w 12192000"/>
              <a:gd name="connsiteY244" fmla="*/ 616845 h 6858000"/>
              <a:gd name="connsiteX245" fmla="*/ 10406543 w 12192000"/>
              <a:gd name="connsiteY245" fmla="*/ 831233 h 6858000"/>
              <a:gd name="connsiteX246" fmla="*/ 10478186 w 12192000"/>
              <a:gd name="connsiteY246" fmla="*/ 937071 h 6858000"/>
              <a:gd name="connsiteX247" fmla="*/ 10552001 w 12192000"/>
              <a:gd name="connsiteY247" fmla="*/ 938699 h 6858000"/>
              <a:gd name="connsiteX248" fmla="*/ 10582056 w 12192000"/>
              <a:gd name="connsiteY248" fmla="*/ 923637 h 6858000"/>
              <a:gd name="connsiteX249" fmla="*/ 10605742 w 12192000"/>
              <a:gd name="connsiteY249" fmla="*/ 902222 h 6858000"/>
              <a:gd name="connsiteX250" fmla="*/ 10584429 w 12192000"/>
              <a:gd name="connsiteY250" fmla="*/ 941210 h 6858000"/>
              <a:gd name="connsiteX251" fmla="*/ 10538973 w 12192000"/>
              <a:gd name="connsiteY251" fmla="*/ 962039 h 6858000"/>
              <a:gd name="connsiteX252" fmla="*/ 10589992 w 12192000"/>
              <a:gd name="connsiteY252" fmla="*/ 976150 h 6858000"/>
              <a:gd name="connsiteX253" fmla="*/ 10709398 w 12192000"/>
              <a:gd name="connsiteY253" fmla="*/ 937072 h 6858000"/>
              <a:gd name="connsiteX254" fmla="*/ 10649152 w 12192000"/>
              <a:gd name="connsiteY254" fmla="*/ 883339 h 6858000"/>
              <a:gd name="connsiteX255" fmla="*/ 10708312 w 12192000"/>
              <a:gd name="connsiteY255" fmla="*/ 912648 h 6858000"/>
              <a:gd name="connsiteX256" fmla="*/ 10795153 w 12192000"/>
              <a:gd name="connsiteY256" fmla="*/ 826350 h 6858000"/>
              <a:gd name="connsiteX257" fmla="*/ 10795631 w 12192000"/>
              <a:gd name="connsiteY257" fmla="*/ 825891 h 6858000"/>
              <a:gd name="connsiteX258" fmla="*/ 10795697 w 12192000"/>
              <a:gd name="connsiteY258" fmla="*/ 826349 h 6858000"/>
              <a:gd name="connsiteX259" fmla="*/ 10801382 w 12192000"/>
              <a:gd name="connsiteY259" fmla="*/ 820371 h 6858000"/>
              <a:gd name="connsiteX260" fmla="*/ 10795631 w 12192000"/>
              <a:gd name="connsiteY260" fmla="*/ 825891 h 6858000"/>
              <a:gd name="connsiteX261" fmla="*/ 10795154 w 12192000"/>
              <a:gd name="connsiteY261" fmla="*/ 822549 h 6858000"/>
              <a:gd name="connsiteX262" fmla="*/ 10727853 w 12192000"/>
              <a:gd name="connsiteY262" fmla="*/ 685232 h 6858000"/>
              <a:gd name="connsiteX263" fmla="*/ 10623644 w 12192000"/>
              <a:gd name="connsiteY263" fmla="*/ 620644 h 6858000"/>
              <a:gd name="connsiteX264" fmla="*/ 10614417 w 12192000"/>
              <a:gd name="connsiteY264" fmla="*/ 616845 h 6858000"/>
              <a:gd name="connsiteX265" fmla="*/ 0 w 12192000"/>
              <a:gd name="connsiteY265" fmla="*/ 0 h 6858000"/>
              <a:gd name="connsiteX266" fmla="*/ 12192000 w 12192000"/>
              <a:gd name="connsiteY266" fmla="*/ 0 h 6858000"/>
              <a:gd name="connsiteX267" fmla="*/ 12192000 w 12192000"/>
              <a:gd name="connsiteY267" fmla="*/ 6858000 h 6858000"/>
              <a:gd name="connsiteX268" fmla="*/ 0 w 12192000"/>
              <a:gd name="connsiteY26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12192000" h="6858000">
                <a:moveTo>
                  <a:pt x="9343829" y="959868"/>
                </a:moveTo>
                <a:cubicBezTo>
                  <a:pt x="9341658" y="1057021"/>
                  <a:pt x="9319405" y="1078731"/>
                  <a:pt x="9294981" y="1078731"/>
                </a:cubicBezTo>
                <a:cubicBezTo>
                  <a:pt x="9279784" y="1078731"/>
                  <a:pt x="9271643" y="1064077"/>
                  <a:pt x="9271643" y="1047794"/>
                </a:cubicBezTo>
                <a:cubicBezTo>
                  <a:pt x="9271643" y="1003831"/>
                  <a:pt x="9304208" y="979949"/>
                  <a:pt x="9343829" y="959868"/>
                </a:cubicBezTo>
                <a:close/>
                <a:moveTo>
                  <a:pt x="11404665" y="772073"/>
                </a:moveTo>
                <a:cubicBezTo>
                  <a:pt x="11411721" y="772073"/>
                  <a:pt x="11417691" y="773159"/>
                  <a:pt x="11422576" y="775872"/>
                </a:cubicBezTo>
                <a:cubicBezTo>
                  <a:pt x="11428003" y="778586"/>
                  <a:pt x="11432345" y="781843"/>
                  <a:pt x="11435602" y="786185"/>
                </a:cubicBezTo>
                <a:cubicBezTo>
                  <a:pt x="11439401" y="790527"/>
                  <a:pt x="11442115" y="795411"/>
                  <a:pt x="11443743" y="801382"/>
                </a:cubicBezTo>
                <a:cubicBezTo>
                  <a:pt x="11445371" y="807352"/>
                  <a:pt x="11446457" y="813323"/>
                  <a:pt x="11446457" y="819836"/>
                </a:cubicBezTo>
                <a:lnTo>
                  <a:pt x="11359074" y="819836"/>
                </a:lnTo>
                <a:cubicBezTo>
                  <a:pt x="11360159" y="813865"/>
                  <a:pt x="11361245" y="808438"/>
                  <a:pt x="11363416" y="802467"/>
                </a:cubicBezTo>
                <a:cubicBezTo>
                  <a:pt x="11365587" y="796497"/>
                  <a:pt x="11368843" y="791612"/>
                  <a:pt x="11372100" y="787270"/>
                </a:cubicBezTo>
                <a:cubicBezTo>
                  <a:pt x="11375356" y="782928"/>
                  <a:pt x="11380241" y="779129"/>
                  <a:pt x="11385668" y="776415"/>
                </a:cubicBezTo>
                <a:cubicBezTo>
                  <a:pt x="11391096" y="773701"/>
                  <a:pt x="11397610" y="772073"/>
                  <a:pt x="11404665" y="772073"/>
                </a:cubicBezTo>
                <a:close/>
                <a:moveTo>
                  <a:pt x="9493087" y="766103"/>
                </a:moveTo>
                <a:cubicBezTo>
                  <a:pt x="9507741" y="766103"/>
                  <a:pt x="9516425" y="779673"/>
                  <a:pt x="9514797" y="799212"/>
                </a:cubicBezTo>
                <a:cubicBezTo>
                  <a:pt x="9513168" y="822008"/>
                  <a:pt x="9496343" y="848602"/>
                  <a:pt x="9467034" y="869227"/>
                </a:cubicBezTo>
                <a:cubicBezTo>
                  <a:pt x="9452380" y="825807"/>
                  <a:pt x="9463778" y="766103"/>
                  <a:pt x="9493087" y="766103"/>
                </a:cubicBezTo>
                <a:close/>
                <a:moveTo>
                  <a:pt x="11119177" y="740594"/>
                </a:moveTo>
                <a:lnTo>
                  <a:pt x="11189735" y="924046"/>
                </a:lnTo>
                <a:cubicBezTo>
                  <a:pt x="11196248" y="937614"/>
                  <a:pt x="11200590" y="944670"/>
                  <a:pt x="11213074" y="944670"/>
                </a:cubicBezTo>
                <a:lnTo>
                  <a:pt x="11236955" y="944670"/>
                </a:lnTo>
                <a:lnTo>
                  <a:pt x="11314569" y="740594"/>
                </a:lnTo>
                <a:lnTo>
                  <a:pt x="11278747" y="740594"/>
                </a:lnTo>
                <a:cubicBezTo>
                  <a:pt x="11266264" y="740594"/>
                  <a:pt x="11263007" y="747107"/>
                  <a:pt x="11257580" y="761219"/>
                </a:cubicBezTo>
                <a:lnTo>
                  <a:pt x="11217416" y="876825"/>
                </a:lnTo>
                <a:lnTo>
                  <a:pt x="11175624" y="763390"/>
                </a:lnTo>
                <a:cubicBezTo>
                  <a:pt x="11170738" y="748735"/>
                  <a:pt x="11166396" y="740594"/>
                  <a:pt x="11153913" y="740594"/>
                </a:cubicBezTo>
                <a:lnTo>
                  <a:pt x="11130575" y="740594"/>
                </a:lnTo>
                <a:close/>
                <a:moveTo>
                  <a:pt x="10865711" y="740051"/>
                </a:moveTo>
                <a:lnTo>
                  <a:pt x="10865711" y="910476"/>
                </a:lnTo>
                <a:cubicBezTo>
                  <a:pt x="10865711" y="929473"/>
                  <a:pt x="10880908" y="944670"/>
                  <a:pt x="10899904" y="944670"/>
                </a:cubicBezTo>
                <a:lnTo>
                  <a:pt x="10912930" y="944670"/>
                </a:lnTo>
                <a:lnTo>
                  <a:pt x="10912930" y="771531"/>
                </a:lnTo>
                <a:cubicBezTo>
                  <a:pt x="10912930" y="754163"/>
                  <a:pt x="10899361" y="740051"/>
                  <a:pt x="10881993" y="740051"/>
                </a:cubicBezTo>
                <a:close/>
                <a:moveTo>
                  <a:pt x="11599515" y="735166"/>
                </a:moveTo>
                <a:cubicBezTo>
                  <a:pt x="11581603" y="735166"/>
                  <a:pt x="11565321" y="736251"/>
                  <a:pt x="11550667" y="738965"/>
                </a:cubicBezTo>
                <a:cubicBezTo>
                  <a:pt x="11536012" y="741136"/>
                  <a:pt x="11524071" y="743850"/>
                  <a:pt x="11514845" y="746563"/>
                </a:cubicBezTo>
                <a:lnTo>
                  <a:pt x="11514845" y="918617"/>
                </a:lnTo>
                <a:lnTo>
                  <a:pt x="11514845" y="924045"/>
                </a:lnTo>
                <a:cubicBezTo>
                  <a:pt x="11514845" y="935442"/>
                  <a:pt x="11524071" y="945212"/>
                  <a:pt x="11536012" y="945212"/>
                </a:cubicBezTo>
                <a:lnTo>
                  <a:pt x="11536555" y="945212"/>
                </a:lnTo>
                <a:lnTo>
                  <a:pt x="11562607" y="945212"/>
                </a:lnTo>
                <a:lnTo>
                  <a:pt x="11562607" y="779129"/>
                </a:lnTo>
                <a:cubicBezTo>
                  <a:pt x="11565864" y="778586"/>
                  <a:pt x="11570748" y="778043"/>
                  <a:pt x="11577261" y="776958"/>
                </a:cubicBezTo>
                <a:cubicBezTo>
                  <a:pt x="11583774" y="776415"/>
                  <a:pt x="11590287" y="775872"/>
                  <a:pt x="11596258" y="775872"/>
                </a:cubicBezTo>
                <a:cubicBezTo>
                  <a:pt x="11604399" y="775872"/>
                  <a:pt x="11611455" y="776958"/>
                  <a:pt x="11616883" y="779129"/>
                </a:cubicBezTo>
                <a:cubicBezTo>
                  <a:pt x="11622310" y="781300"/>
                  <a:pt x="11627195" y="785099"/>
                  <a:pt x="11630451" y="789441"/>
                </a:cubicBezTo>
                <a:cubicBezTo>
                  <a:pt x="11633708" y="794326"/>
                  <a:pt x="11635879" y="800296"/>
                  <a:pt x="11637507" y="808437"/>
                </a:cubicBezTo>
                <a:cubicBezTo>
                  <a:pt x="11639135" y="816036"/>
                  <a:pt x="11639678" y="825263"/>
                  <a:pt x="11639678" y="836661"/>
                </a:cubicBezTo>
                <a:lnTo>
                  <a:pt x="11639678" y="918074"/>
                </a:lnTo>
                <a:lnTo>
                  <a:pt x="11639678" y="923502"/>
                </a:lnTo>
                <a:cubicBezTo>
                  <a:pt x="11639678" y="934900"/>
                  <a:pt x="11648905" y="944669"/>
                  <a:pt x="11660845" y="944669"/>
                </a:cubicBezTo>
                <a:lnTo>
                  <a:pt x="11687441" y="944669"/>
                </a:lnTo>
                <a:lnTo>
                  <a:pt x="11687441" y="829605"/>
                </a:lnTo>
                <a:cubicBezTo>
                  <a:pt x="11685812" y="815494"/>
                  <a:pt x="11684727" y="803010"/>
                  <a:pt x="11682013" y="791069"/>
                </a:cubicBezTo>
                <a:cubicBezTo>
                  <a:pt x="11679299" y="779672"/>
                  <a:pt x="11674415" y="769359"/>
                  <a:pt x="11667902" y="761218"/>
                </a:cubicBezTo>
                <a:cubicBezTo>
                  <a:pt x="11661389" y="753076"/>
                  <a:pt x="11652161" y="746563"/>
                  <a:pt x="11641306" y="742221"/>
                </a:cubicBezTo>
                <a:cubicBezTo>
                  <a:pt x="11629909" y="737879"/>
                  <a:pt x="11616340" y="735166"/>
                  <a:pt x="11599515" y="735166"/>
                </a:cubicBezTo>
                <a:close/>
                <a:moveTo>
                  <a:pt x="11026367" y="735166"/>
                </a:moveTo>
                <a:cubicBezTo>
                  <a:pt x="11008455" y="735166"/>
                  <a:pt x="10992173" y="736251"/>
                  <a:pt x="10977519" y="738965"/>
                </a:cubicBezTo>
                <a:cubicBezTo>
                  <a:pt x="10962864" y="741136"/>
                  <a:pt x="10950923" y="743850"/>
                  <a:pt x="10941697" y="746563"/>
                </a:cubicBezTo>
                <a:lnTo>
                  <a:pt x="10941697" y="918617"/>
                </a:lnTo>
                <a:lnTo>
                  <a:pt x="10941697" y="924045"/>
                </a:lnTo>
                <a:cubicBezTo>
                  <a:pt x="10941697" y="935442"/>
                  <a:pt x="10950923" y="945212"/>
                  <a:pt x="10962864" y="945212"/>
                </a:cubicBezTo>
                <a:lnTo>
                  <a:pt x="10963407" y="945212"/>
                </a:lnTo>
                <a:lnTo>
                  <a:pt x="10989459" y="945212"/>
                </a:lnTo>
                <a:lnTo>
                  <a:pt x="10989459" y="779129"/>
                </a:lnTo>
                <a:cubicBezTo>
                  <a:pt x="10992716" y="778586"/>
                  <a:pt x="10997600" y="778043"/>
                  <a:pt x="11004114" y="776958"/>
                </a:cubicBezTo>
                <a:cubicBezTo>
                  <a:pt x="11010626" y="776415"/>
                  <a:pt x="11017139" y="775872"/>
                  <a:pt x="11023110" y="775872"/>
                </a:cubicBezTo>
                <a:cubicBezTo>
                  <a:pt x="11031252" y="775872"/>
                  <a:pt x="11038307" y="776958"/>
                  <a:pt x="11043735" y="779129"/>
                </a:cubicBezTo>
                <a:cubicBezTo>
                  <a:pt x="11049162" y="781300"/>
                  <a:pt x="11054047" y="785099"/>
                  <a:pt x="11057303" y="789441"/>
                </a:cubicBezTo>
                <a:cubicBezTo>
                  <a:pt x="11060560" y="794326"/>
                  <a:pt x="11062731" y="800296"/>
                  <a:pt x="11064359" y="808437"/>
                </a:cubicBezTo>
                <a:cubicBezTo>
                  <a:pt x="11065987" y="816036"/>
                  <a:pt x="11066530" y="825263"/>
                  <a:pt x="11066530" y="836661"/>
                </a:cubicBezTo>
                <a:lnTo>
                  <a:pt x="11066530" y="918074"/>
                </a:lnTo>
                <a:lnTo>
                  <a:pt x="11066530" y="923502"/>
                </a:lnTo>
                <a:cubicBezTo>
                  <a:pt x="11066530" y="934900"/>
                  <a:pt x="11075757" y="944669"/>
                  <a:pt x="11087697" y="944669"/>
                </a:cubicBezTo>
                <a:lnTo>
                  <a:pt x="11114293" y="944669"/>
                </a:lnTo>
                <a:lnTo>
                  <a:pt x="11114293" y="829605"/>
                </a:lnTo>
                <a:cubicBezTo>
                  <a:pt x="11113207" y="815494"/>
                  <a:pt x="11111579" y="803010"/>
                  <a:pt x="11108865" y="791069"/>
                </a:cubicBezTo>
                <a:cubicBezTo>
                  <a:pt x="11106151" y="779672"/>
                  <a:pt x="11101267" y="769359"/>
                  <a:pt x="11094754" y="761218"/>
                </a:cubicBezTo>
                <a:cubicBezTo>
                  <a:pt x="11088241" y="753076"/>
                  <a:pt x="11079013" y="746563"/>
                  <a:pt x="11068158" y="742221"/>
                </a:cubicBezTo>
                <a:cubicBezTo>
                  <a:pt x="11056761" y="737879"/>
                  <a:pt x="11043192" y="735166"/>
                  <a:pt x="11026367" y="735166"/>
                </a:cubicBezTo>
                <a:close/>
                <a:moveTo>
                  <a:pt x="11405208" y="732995"/>
                </a:moveTo>
                <a:cubicBezTo>
                  <a:pt x="11393267" y="732995"/>
                  <a:pt x="11381327" y="735708"/>
                  <a:pt x="11369929" y="740050"/>
                </a:cubicBezTo>
                <a:cubicBezTo>
                  <a:pt x="11358531" y="744392"/>
                  <a:pt x="11348219" y="750905"/>
                  <a:pt x="11339535" y="760133"/>
                </a:cubicBezTo>
                <a:cubicBezTo>
                  <a:pt x="11330850" y="768817"/>
                  <a:pt x="11323794" y="780214"/>
                  <a:pt x="11318367" y="793783"/>
                </a:cubicBezTo>
                <a:cubicBezTo>
                  <a:pt x="11312939" y="807352"/>
                  <a:pt x="11310226" y="823092"/>
                  <a:pt x="11310226" y="841003"/>
                </a:cubicBezTo>
                <a:cubicBezTo>
                  <a:pt x="11310226" y="856200"/>
                  <a:pt x="11312397" y="870312"/>
                  <a:pt x="11316739" y="882252"/>
                </a:cubicBezTo>
                <a:cubicBezTo>
                  <a:pt x="11321081" y="895278"/>
                  <a:pt x="11327051" y="906676"/>
                  <a:pt x="11335735" y="915903"/>
                </a:cubicBezTo>
                <a:cubicBezTo>
                  <a:pt x="11344419" y="925673"/>
                  <a:pt x="11355274" y="932729"/>
                  <a:pt x="11368300" y="938156"/>
                </a:cubicBezTo>
                <a:cubicBezTo>
                  <a:pt x="11381327" y="943584"/>
                  <a:pt x="11397066" y="946297"/>
                  <a:pt x="11414977" y="946297"/>
                </a:cubicBezTo>
                <a:cubicBezTo>
                  <a:pt x="11422033" y="946297"/>
                  <a:pt x="11428546" y="945755"/>
                  <a:pt x="11435602" y="945212"/>
                </a:cubicBezTo>
                <a:cubicBezTo>
                  <a:pt x="11442658" y="944669"/>
                  <a:pt x="11448628" y="943584"/>
                  <a:pt x="11454598" y="942498"/>
                </a:cubicBezTo>
                <a:cubicBezTo>
                  <a:pt x="11460568" y="941413"/>
                  <a:pt x="11465996" y="940327"/>
                  <a:pt x="11470338" y="938699"/>
                </a:cubicBezTo>
                <a:cubicBezTo>
                  <a:pt x="11475223" y="937071"/>
                  <a:pt x="11478480" y="935442"/>
                  <a:pt x="11481193" y="934357"/>
                </a:cubicBezTo>
                <a:lnTo>
                  <a:pt x="11477937" y="913190"/>
                </a:lnTo>
                <a:cubicBezTo>
                  <a:pt x="11476309" y="904505"/>
                  <a:pt x="11468168" y="898535"/>
                  <a:pt x="11459483" y="900706"/>
                </a:cubicBezTo>
                <a:cubicBezTo>
                  <a:pt x="11457855" y="901249"/>
                  <a:pt x="11455141" y="901791"/>
                  <a:pt x="11452970" y="902334"/>
                </a:cubicBezTo>
                <a:cubicBezTo>
                  <a:pt x="11443200" y="904505"/>
                  <a:pt x="11432888" y="905591"/>
                  <a:pt x="11421490" y="905591"/>
                </a:cubicBezTo>
                <a:cubicBezTo>
                  <a:pt x="11401951" y="905591"/>
                  <a:pt x="11387297" y="900706"/>
                  <a:pt x="11376984" y="892022"/>
                </a:cubicBezTo>
                <a:cubicBezTo>
                  <a:pt x="11366672" y="882795"/>
                  <a:pt x="11360702" y="870312"/>
                  <a:pt x="11359617" y="854029"/>
                </a:cubicBezTo>
                <a:lnTo>
                  <a:pt x="11493677" y="854029"/>
                </a:lnTo>
                <a:cubicBezTo>
                  <a:pt x="11493677" y="851315"/>
                  <a:pt x="11494219" y="848601"/>
                  <a:pt x="11494219" y="845345"/>
                </a:cubicBezTo>
                <a:lnTo>
                  <a:pt x="11494219" y="836661"/>
                </a:lnTo>
                <a:cubicBezTo>
                  <a:pt x="11494219" y="802467"/>
                  <a:pt x="11486621" y="776415"/>
                  <a:pt x="11470881" y="759047"/>
                </a:cubicBezTo>
                <a:cubicBezTo>
                  <a:pt x="11455141" y="741679"/>
                  <a:pt x="11433431" y="732995"/>
                  <a:pt x="11405208" y="732995"/>
                </a:cubicBezTo>
                <a:close/>
                <a:moveTo>
                  <a:pt x="11753113" y="676006"/>
                </a:moveTo>
                <a:lnTo>
                  <a:pt x="11726518" y="680348"/>
                </a:lnTo>
                <a:cubicBezTo>
                  <a:pt x="11714578" y="682519"/>
                  <a:pt x="11705894" y="692831"/>
                  <a:pt x="11705894" y="704229"/>
                </a:cubicBezTo>
                <a:lnTo>
                  <a:pt x="11705894" y="860543"/>
                </a:lnTo>
                <a:cubicBezTo>
                  <a:pt x="11705894" y="874111"/>
                  <a:pt x="11706979" y="886595"/>
                  <a:pt x="11709150" y="896907"/>
                </a:cubicBezTo>
                <a:cubicBezTo>
                  <a:pt x="11711321" y="907762"/>
                  <a:pt x="11715120" y="916446"/>
                  <a:pt x="11721091" y="924045"/>
                </a:cubicBezTo>
                <a:cubicBezTo>
                  <a:pt x="11727061" y="931101"/>
                  <a:pt x="11734659" y="937071"/>
                  <a:pt x="11744429" y="940870"/>
                </a:cubicBezTo>
                <a:cubicBezTo>
                  <a:pt x="11754198" y="944669"/>
                  <a:pt x="11766139" y="946840"/>
                  <a:pt x="11780793" y="946840"/>
                </a:cubicBezTo>
                <a:cubicBezTo>
                  <a:pt x="11792734" y="946840"/>
                  <a:pt x="11803589" y="945755"/>
                  <a:pt x="11812273" y="943041"/>
                </a:cubicBezTo>
                <a:lnTo>
                  <a:pt x="11818786" y="941413"/>
                </a:lnTo>
                <a:cubicBezTo>
                  <a:pt x="11827469" y="939242"/>
                  <a:pt x="11832354" y="930558"/>
                  <a:pt x="11830726" y="921874"/>
                </a:cubicBezTo>
                <a:lnTo>
                  <a:pt x="11825841" y="898535"/>
                </a:lnTo>
                <a:cubicBezTo>
                  <a:pt x="11822042" y="900163"/>
                  <a:pt x="11816614" y="901792"/>
                  <a:pt x="11810102" y="903420"/>
                </a:cubicBezTo>
                <a:cubicBezTo>
                  <a:pt x="11803589" y="905048"/>
                  <a:pt x="11795990" y="906134"/>
                  <a:pt x="11787306" y="906134"/>
                </a:cubicBezTo>
                <a:cubicBezTo>
                  <a:pt x="11774823" y="906134"/>
                  <a:pt x="11766139" y="902877"/>
                  <a:pt x="11760711" y="895821"/>
                </a:cubicBezTo>
                <a:cubicBezTo>
                  <a:pt x="11755827" y="888766"/>
                  <a:pt x="11753113" y="876825"/>
                  <a:pt x="11753113" y="860543"/>
                </a:cubicBezTo>
                <a:lnTo>
                  <a:pt x="11753113" y="777501"/>
                </a:lnTo>
                <a:lnTo>
                  <a:pt x="11804674" y="777501"/>
                </a:lnTo>
                <a:cubicBezTo>
                  <a:pt x="11816614" y="777501"/>
                  <a:pt x="11825841" y="767731"/>
                  <a:pt x="11825841" y="756334"/>
                </a:cubicBezTo>
                <a:lnTo>
                  <a:pt x="11825841" y="739508"/>
                </a:lnTo>
                <a:lnTo>
                  <a:pt x="11753113" y="739508"/>
                </a:lnTo>
                <a:close/>
                <a:moveTo>
                  <a:pt x="10315900" y="658094"/>
                </a:moveTo>
                <a:cubicBezTo>
                  <a:pt x="10302874" y="658637"/>
                  <a:pt x="10292562" y="670035"/>
                  <a:pt x="10292562" y="684147"/>
                </a:cubicBezTo>
                <a:cubicBezTo>
                  <a:pt x="10293104" y="697716"/>
                  <a:pt x="10303417" y="708571"/>
                  <a:pt x="10315900" y="708028"/>
                </a:cubicBezTo>
                <a:cubicBezTo>
                  <a:pt x="10328926" y="707486"/>
                  <a:pt x="10339238" y="696087"/>
                  <a:pt x="10339238" y="681976"/>
                </a:cubicBezTo>
                <a:cubicBezTo>
                  <a:pt x="10339238" y="668406"/>
                  <a:pt x="10328926" y="657551"/>
                  <a:pt x="10315900" y="658094"/>
                </a:cubicBezTo>
                <a:close/>
                <a:moveTo>
                  <a:pt x="10889050" y="651039"/>
                </a:moveTo>
                <a:cubicBezTo>
                  <a:pt x="10880908" y="651039"/>
                  <a:pt x="10874395" y="653210"/>
                  <a:pt x="10868425" y="658637"/>
                </a:cubicBezTo>
                <a:cubicBezTo>
                  <a:pt x="10862454" y="664065"/>
                  <a:pt x="10859741" y="671121"/>
                  <a:pt x="10859741" y="680348"/>
                </a:cubicBezTo>
                <a:cubicBezTo>
                  <a:pt x="10859741" y="689032"/>
                  <a:pt x="10862454" y="696088"/>
                  <a:pt x="10868425" y="701515"/>
                </a:cubicBezTo>
                <a:cubicBezTo>
                  <a:pt x="10873853" y="706400"/>
                  <a:pt x="10880908" y="709114"/>
                  <a:pt x="10889050" y="709114"/>
                </a:cubicBezTo>
                <a:cubicBezTo>
                  <a:pt x="10896648" y="709114"/>
                  <a:pt x="10903161" y="706943"/>
                  <a:pt x="10909132" y="701515"/>
                </a:cubicBezTo>
                <a:cubicBezTo>
                  <a:pt x="10915102" y="696088"/>
                  <a:pt x="10917816" y="689032"/>
                  <a:pt x="10917816" y="680348"/>
                </a:cubicBezTo>
                <a:cubicBezTo>
                  <a:pt x="10917816" y="671664"/>
                  <a:pt x="10915102" y="664065"/>
                  <a:pt x="10909132" y="658637"/>
                </a:cubicBezTo>
                <a:cubicBezTo>
                  <a:pt x="10903704" y="653752"/>
                  <a:pt x="10896648" y="651039"/>
                  <a:pt x="10889050" y="651039"/>
                </a:cubicBezTo>
                <a:close/>
                <a:moveTo>
                  <a:pt x="9964195" y="647783"/>
                </a:moveTo>
                <a:cubicBezTo>
                  <a:pt x="9950084" y="648326"/>
                  <a:pt x="9938686" y="660267"/>
                  <a:pt x="9938686" y="674921"/>
                </a:cubicBezTo>
                <a:cubicBezTo>
                  <a:pt x="9938143" y="689575"/>
                  <a:pt x="9950084" y="700973"/>
                  <a:pt x="9964195" y="700431"/>
                </a:cubicBezTo>
                <a:cubicBezTo>
                  <a:pt x="9978307" y="699888"/>
                  <a:pt x="9988077" y="687947"/>
                  <a:pt x="9988077" y="673293"/>
                </a:cubicBezTo>
                <a:cubicBezTo>
                  <a:pt x="9988077" y="658638"/>
                  <a:pt x="9978307" y="647241"/>
                  <a:pt x="9964195" y="647783"/>
                </a:cubicBezTo>
                <a:close/>
                <a:moveTo>
                  <a:pt x="8724004" y="623359"/>
                </a:moveTo>
                <a:cubicBezTo>
                  <a:pt x="8645847" y="623359"/>
                  <a:pt x="8576918" y="701516"/>
                  <a:pt x="8576918" y="804096"/>
                </a:cubicBezTo>
                <a:cubicBezTo>
                  <a:pt x="8576918" y="903421"/>
                  <a:pt x="8627394" y="962039"/>
                  <a:pt x="8698495" y="962039"/>
                </a:cubicBezTo>
                <a:cubicBezTo>
                  <a:pt x="8743543" y="962039"/>
                  <a:pt x="8785878" y="936529"/>
                  <a:pt x="8815187" y="888766"/>
                </a:cubicBezTo>
                <a:cubicBezTo>
                  <a:pt x="8822785" y="930016"/>
                  <a:pt x="8851008" y="947927"/>
                  <a:pt x="8872176" y="947927"/>
                </a:cubicBezTo>
                <a:cubicBezTo>
                  <a:pt x="8906369" y="947927"/>
                  <a:pt x="8928622" y="925674"/>
                  <a:pt x="8941105" y="895822"/>
                </a:cubicBezTo>
                <a:cubicBezTo>
                  <a:pt x="8948704" y="925674"/>
                  <a:pt x="8964987" y="947927"/>
                  <a:pt x="8991582" y="947927"/>
                </a:cubicBezTo>
                <a:cubicBezTo>
                  <a:pt x="9010578" y="947927"/>
                  <a:pt x="9025233" y="938157"/>
                  <a:pt x="9036088" y="922960"/>
                </a:cubicBezTo>
                <a:cubicBezTo>
                  <a:pt x="9031746" y="1027712"/>
                  <a:pt x="9026318" y="1093928"/>
                  <a:pt x="9088192" y="1080902"/>
                </a:cubicBezTo>
                <a:cubicBezTo>
                  <a:pt x="9078423" y="1051051"/>
                  <a:pt x="9075708" y="997317"/>
                  <a:pt x="9075708" y="948469"/>
                </a:cubicBezTo>
                <a:cubicBezTo>
                  <a:pt x="9075708" y="815494"/>
                  <a:pt x="9097419" y="771531"/>
                  <a:pt x="9125099" y="771531"/>
                </a:cubicBezTo>
                <a:cubicBezTo>
                  <a:pt x="9145181" y="771531"/>
                  <a:pt x="9151694" y="797041"/>
                  <a:pt x="9151694" y="824179"/>
                </a:cubicBezTo>
                <a:cubicBezTo>
                  <a:pt x="9151694" y="838833"/>
                  <a:pt x="9150066" y="855115"/>
                  <a:pt x="9146810" y="870313"/>
                </a:cubicBezTo>
                <a:cubicBezTo>
                  <a:pt x="9113159" y="891480"/>
                  <a:pt x="9086021" y="908305"/>
                  <a:pt x="9086021" y="930016"/>
                </a:cubicBezTo>
                <a:cubicBezTo>
                  <a:pt x="9086021" y="946841"/>
                  <a:pt x="9098504" y="948469"/>
                  <a:pt x="9109359" y="948469"/>
                </a:cubicBezTo>
                <a:cubicBezTo>
                  <a:pt x="9135411" y="948469"/>
                  <a:pt x="9166349" y="922960"/>
                  <a:pt x="9183717" y="875198"/>
                </a:cubicBezTo>
                <a:cubicBezTo>
                  <a:pt x="9198914" y="865971"/>
                  <a:pt x="9214111" y="855658"/>
                  <a:pt x="9228223" y="841547"/>
                </a:cubicBezTo>
                <a:cubicBezTo>
                  <a:pt x="9227680" y="846431"/>
                  <a:pt x="9227680" y="851316"/>
                  <a:pt x="9227680" y="856201"/>
                </a:cubicBezTo>
                <a:cubicBezTo>
                  <a:pt x="9227680" y="903963"/>
                  <a:pt x="9248304" y="932730"/>
                  <a:pt x="9281955" y="932730"/>
                </a:cubicBezTo>
                <a:cubicBezTo>
                  <a:pt x="9308007" y="932730"/>
                  <a:pt x="9327546" y="914276"/>
                  <a:pt x="9341658" y="886595"/>
                </a:cubicBezTo>
                <a:cubicBezTo>
                  <a:pt x="9342744" y="902335"/>
                  <a:pt x="9343286" y="917533"/>
                  <a:pt x="9343286" y="931101"/>
                </a:cubicBezTo>
                <a:cubicBezTo>
                  <a:pt x="9290097" y="955526"/>
                  <a:pt x="9231479" y="980492"/>
                  <a:pt x="9231479" y="1049422"/>
                </a:cubicBezTo>
                <a:cubicBezTo>
                  <a:pt x="9231479" y="1085244"/>
                  <a:pt x="9257531" y="1111839"/>
                  <a:pt x="9290639" y="1111839"/>
                </a:cubicBezTo>
                <a:cubicBezTo>
                  <a:pt x="9364454" y="1111839"/>
                  <a:pt x="9381279" y="1034225"/>
                  <a:pt x="9381822" y="943585"/>
                </a:cubicBezTo>
                <a:cubicBezTo>
                  <a:pt x="9405703" y="933272"/>
                  <a:pt x="9423614" y="925131"/>
                  <a:pt x="9444239" y="914819"/>
                </a:cubicBezTo>
                <a:cubicBezTo>
                  <a:pt x="9462149" y="937072"/>
                  <a:pt x="9486031" y="947927"/>
                  <a:pt x="9507741" y="947927"/>
                </a:cubicBezTo>
                <a:cubicBezTo>
                  <a:pt x="9549533" y="947927"/>
                  <a:pt x="9580470" y="925674"/>
                  <a:pt x="9605980" y="881168"/>
                </a:cubicBezTo>
                <a:cubicBezTo>
                  <a:pt x="9610322" y="915362"/>
                  <a:pt x="9619006" y="947927"/>
                  <a:pt x="9637459" y="947927"/>
                </a:cubicBezTo>
                <a:cubicBezTo>
                  <a:pt x="9670567" y="947927"/>
                  <a:pt x="9677080" y="775331"/>
                  <a:pt x="9701504" y="775331"/>
                </a:cubicBezTo>
                <a:cubicBezTo>
                  <a:pt x="9720500" y="775331"/>
                  <a:pt x="9704761" y="962039"/>
                  <a:pt x="9754694" y="962039"/>
                </a:cubicBezTo>
                <a:cubicBezTo>
                  <a:pt x="9797029" y="962039"/>
                  <a:pt x="9805170" y="797583"/>
                  <a:pt x="9825795" y="797583"/>
                </a:cubicBezTo>
                <a:cubicBezTo>
                  <a:pt x="9840449" y="797583"/>
                  <a:pt x="9841535" y="947927"/>
                  <a:pt x="9887669" y="947927"/>
                </a:cubicBezTo>
                <a:cubicBezTo>
                  <a:pt x="9910464" y="947927"/>
                  <a:pt x="9934888" y="920789"/>
                  <a:pt x="9947372" y="863257"/>
                </a:cubicBezTo>
                <a:cubicBezTo>
                  <a:pt x="9953342" y="901250"/>
                  <a:pt x="9972338" y="947927"/>
                  <a:pt x="10009788" y="947927"/>
                </a:cubicBezTo>
                <a:cubicBezTo>
                  <a:pt x="10031499" y="947927"/>
                  <a:pt x="10050495" y="925674"/>
                  <a:pt x="10065149" y="896365"/>
                </a:cubicBezTo>
                <a:cubicBezTo>
                  <a:pt x="10068948" y="926759"/>
                  <a:pt x="10077633" y="947927"/>
                  <a:pt x="10094458" y="947927"/>
                </a:cubicBezTo>
                <a:cubicBezTo>
                  <a:pt x="10137878" y="947927"/>
                  <a:pt x="10136250" y="775873"/>
                  <a:pt x="10170444" y="775873"/>
                </a:cubicBezTo>
                <a:cubicBezTo>
                  <a:pt x="10197039" y="775873"/>
                  <a:pt x="10188897" y="947927"/>
                  <a:pt x="10252399" y="947927"/>
                </a:cubicBezTo>
                <a:cubicBezTo>
                  <a:pt x="10282794" y="947927"/>
                  <a:pt x="10296905" y="922417"/>
                  <a:pt x="10305590" y="889852"/>
                </a:cubicBezTo>
                <a:cubicBezTo>
                  <a:pt x="10317530" y="937614"/>
                  <a:pt x="10335983" y="947927"/>
                  <a:pt x="10351724" y="947927"/>
                </a:cubicBezTo>
                <a:cubicBezTo>
                  <a:pt x="10361493" y="947927"/>
                  <a:pt x="10369092" y="944670"/>
                  <a:pt x="10378861" y="932730"/>
                </a:cubicBezTo>
                <a:cubicBezTo>
                  <a:pt x="10331099" y="911020"/>
                  <a:pt x="10334898" y="833405"/>
                  <a:pt x="10334898" y="782929"/>
                </a:cubicBezTo>
                <a:cubicBezTo>
                  <a:pt x="10334898" y="756877"/>
                  <a:pt x="10333270" y="740051"/>
                  <a:pt x="10316445" y="740051"/>
                </a:cubicBezTo>
                <a:cubicBezTo>
                  <a:pt x="10308846" y="740051"/>
                  <a:pt x="10305047" y="741680"/>
                  <a:pt x="10297991" y="743851"/>
                </a:cubicBezTo>
                <a:cubicBezTo>
                  <a:pt x="10303961" y="831234"/>
                  <a:pt x="10284422" y="908305"/>
                  <a:pt x="10259998" y="908305"/>
                </a:cubicBezTo>
                <a:cubicBezTo>
                  <a:pt x="10228518" y="908305"/>
                  <a:pt x="10244258" y="721055"/>
                  <a:pt x="10177499" y="721055"/>
                </a:cubicBezTo>
                <a:cubicBezTo>
                  <a:pt x="10115626" y="721055"/>
                  <a:pt x="10106941" y="870313"/>
                  <a:pt x="10099886" y="870313"/>
                </a:cubicBezTo>
                <a:cubicBezTo>
                  <a:pt x="10095001" y="870313"/>
                  <a:pt x="10094458" y="831234"/>
                  <a:pt x="10094458" y="801383"/>
                </a:cubicBezTo>
                <a:cubicBezTo>
                  <a:pt x="10097172" y="787271"/>
                  <a:pt x="10098257" y="774245"/>
                  <a:pt x="10098257" y="764475"/>
                </a:cubicBezTo>
                <a:cubicBezTo>
                  <a:pt x="10098257" y="750364"/>
                  <a:pt x="10092830" y="726482"/>
                  <a:pt x="10060807" y="738423"/>
                </a:cubicBezTo>
                <a:cubicBezTo>
                  <a:pt x="10061893" y="845346"/>
                  <a:pt x="10040725" y="909934"/>
                  <a:pt x="10016302" y="909934"/>
                </a:cubicBezTo>
                <a:cubicBezTo>
                  <a:pt x="9981022" y="909934"/>
                  <a:pt x="9980480" y="813323"/>
                  <a:pt x="9980480" y="786186"/>
                </a:cubicBezTo>
                <a:cubicBezTo>
                  <a:pt x="9980480" y="760133"/>
                  <a:pt x="9982108" y="725397"/>
                  <a:pt x="9943572" y="737880"/>
                </a:cubicBezTo>
                <a:cubicBezTo>
                  <a:pt x="9937602" y="831234"/>
                  <a:pt x="9913178" y="901250"/>
                  <a:pt x="9897981" y="901250"/>
                </a:cubicBezTo>
                <a:cubicBezTo>
                  <a:pt x="9875186" y="901250"/>
                  <a:pt x="9879528" y="740051"/>
                  <a:pt x="9830137" y="740051"/>
                </a:cubicBezTo>
                <a:cubicBezTo>
                  <a:pt x="9785631" y="740051"/>
                  <a:pt x="9771519" y="892566"/>
                  <a:pt x="9762293" y="892566"/>
                </a:cubicBezTo>
                <a:cubicBezTo>
                  <a:pt x="9745467" y="892566"/>
                  <a:pt x="9767720" y="721055"/>
                  <a:pt x="9703132" y="721055"/>
                </a:cubicBezTo>
                <a:cubicBezTo>
                  <a:pt x="9669481" y="721055"/>
                  <a:pt x="9655913" y="778587"/>
                  <a:pt x="9642887" y="842632"/>
                </a:cubicBezTo>
                <a:cubicBezTo>
                  <a:pt x="9640173" y="855115"/>
                  <a:pt x="9637459" y="855658"/>
                  <a:pt x="9636916" y="841547"/>
                </a:cubicBezTo>
                <a:cubicBezTo>
                  <a:pt x="9636374" y="830149"/>
                  <a:pt x="9636374" y="817122"/>
                  <a:pt x="9636374" y="805725"/>
                </a:cubicBezTo>
                <a:cubicBezTo>
                  <a:pt x="9652656" y="741137"/>
                  <a:pt x="9632574" y="717255"/>
                  <a:pt x="9602723" y="734624"/>
                </a:cubicBezTo>
                <a:cubicBezTo>
                  <a:pt x="9612493" y="853487"/>
                  <a:pt x="9557674" y="911562"/>
                  <a:pt x="9515882" y="911562"/>
                </a:cubicBezTo>
                <a:cubicBezTo>
                  <a:pt x="9500685" y="911562"/>
                  <a:pt x="9488745" y="905049"/>
                  <a:pt x="9480061" y="894737"/>
                </a:cubicBezTo>
                <a:cubicBezTo>
                  <a:pt x="9530536" y="863799"/>
                  <a:pt x="9552790" y="828521"/>
                  <a:pt x="9552790" y="793784"/>
                </a:cubicBezTo>
                <a:cubicBezTo>
                  <a:pt x="9552790" y="756334"/>
                  <a:pt x="9531079" y="734624"/>
                  <a:pt x="9495800" y="734624"/>
                </a:cubicBezTo>
                <a:cubicBezTo>
                  <a:pt x="9445867" y="734624"/>
                  <a:pt x="9418187" y="786186"/>
                  <a:pt x="9418187" y="829606"/>
                </a:cubicBezTo>
                <a:cubicBezTo>
                  <a:pt x="9418187" y="852944"/>
                  <a:pt x="9422529" y="873027"/>
                  <a:pt x="9429584" y="889309"/>
                </a:cubicBezTo>
                <a:lnTo>
                  <a:pt x="9381279" y="911562"/>
                </a:lnTo>
                <a:cubicBezTo>
                  <a:pt x="9380194" y="866514"/>
                  <a:pt x="9374766" y="819293"/>
                  <a:pt x="9370967" y="775873"/>
                </a:cubicBezTo>
                <a:cubicBezTo>
                  <a:pt x="9344372" y="768817"/>
                  <a:pt x="9336774" y="781301"/>
                  <a:pt x="9334602" y="805182"/>
                </a:cubicBezTo>
                <a:cubicBezTo>
                  <a:pt x="9329717" y="858915"/>
                  <a:pt x="9310178" y="892566"/>
                  <a:pt x="9292268" y="892566"/>
                </a:cubicBezTo>
                <a:cubicBezTo>
                  <a:pt x="9279242" y="892566"/>
                  <a:pt x="9271100" y="876283"/>
                  <a:pt x="9270014" y="859457"/>
                </a:cubicBezTo>
                <a:cubicBezTo>
                  <a:pt x="9265130" y="773160"/>
                  <a:pt x="9335145" y="749278"/>
                  <a:pt x="9372052" y="761761"/>
                </a:cubicBezTo>
                <a:cubicBezTo>
                  <a:pt x="9379651" y="742765"/>
                  <a:pt x="9371510" y="729196"/>
                  <a:pt x="9338401" y="729196"/>
                </a:cubicBezTo>
                <a:cubicBezTo>
                  <a:pt x="9298238" y="729196"/>
                  <a:pt x="9268386" y="753620"/>
                  <a:pt x="9246133" y="785100"/>
                </a:cubicBezTo>
                <a:cubicBezTo>
                  <a:pt x="9231479" y="805725"/>
                  <a:pt x="9214654" y="820922"/>
                  <a:pt x="9191858" y="838833"/>
                </a:cubicBezTo>
                <a:cubicBezTo>
                  <a:pt x="9192401" y="833405"/>
                  <a:pt x="9192943" y="828521"/>
                  <a:pt x="9192943" y="823636"/>
                </a:cubicBezTo>
                <a:cubicBezTo>
                  <a:pt x="9192943" y="762847"/>
                  <a:pt x="9159836" y="735709"/>
                  <a:pt x="9128356" y="735709"/>
                </a:cubicBezTo>
                <a:cubicBezTo>
                  <a:pt x="9102304" y="735709"/>
                  <a:pt x="9086021" y="751449"/>
                  <a:pt x="9076252" y="775331"/>
                </a:cubicBezTo>
                <a:cubicBezTo>
                  <a:pt x="9074080" y="751449"/>
                  <a:pt x="9069195" y="741137"/>
                  <a:pt x="9055084" y="741137"/>
                </a:cubicBezTo>
                <a:cubicBezTo>
                  <a:pt x="9049114" y="741137"/>
                  <a:pt x="9040972" y="742765"/>
                  <a:pt x="9031746" y="747107"/>
                </a:cubicBezTo>
                <a:cubicBezTo>
                  <a:pt x="9036088" y="760676"/>
                  <a:pt x="9037173" y="790528"/>
                  <a:pt x="9037173" y="810067"/>
                </a:cubicBezTo>
                <a:cubicBezTo>
                  <a:pt x="9037173" y="883339"/>
                  <a:pt x="9016006" y="915904"/>
                  <a:pt x="8995924" y="915904"/>
                </a:cubicBezTo>
                <a:cubicBezTo>
                  <a:pt x="8972585" y="915904"/>
                  <a:pt x="8969329" y="829063"/>
                  <a:pt x="8967158" y="795412"/>
                </a:cubicBezTo>
                <a:cubicBezTo>
                  <a:pt x="8964444" y="794327"/>
                  <a:pt x="8961188" y="793241"/>
                  <a:pt x="8955760" y="793241"/>
                </a:cubicBezTo>
                <a:cubicBezTo>
                  <a:pt x="8935135" y="793241"/>
                  <a:pt x="8932421" y="821465"/>
                  <a:pt x="8926994" y="846974"/>
                </a:cubicBezTo>
                <a:cubicBezTo>
                  <a:pt x="8921024" y="875740"/>
                  <a:pt x="8904741" y="911562"/>
                  <a:pt x="8880317" y="911562"/>
                </a:cubicBezTo>
                <a:cubicBezTo>
                  <a:pt x="8865663" y="911562"/>
                  <a:pt x="8856436" y="897450"/>
                  <a:pt x="8855350" y="871941"/>
                </a:cubicBezTo>
                <a:cubicBezTo>
                  <a:pt x="8853179" y="820379"/>
                  <a:pt x="8896057" y="759048"/>
                  <a:pt x="8963359" y="778044"/>
                </a:cubicBezTo>
                <a:cubicBezTo>
                  <a:pt x="8972043" y="757419"/>
                  <a:pt x="8958474" y="741680"/>
                  <a:pt x="8930250" y="741680"/>
                </a:cubicBezTo>
                <a:cubicBezTo>
                  <a:pt x="8880860" y="741680"/>
                  <a:pt x="8840153" y="778587"/>
                  <a:pt x="8822243" y="822008"/>
                </a:cubicBezTo>
                <a:cubicBezTo>
                  <a:pt x="8804331" y="862172"/>
                  <a:pt x="8772852" y="920789"/>
                  <a:pt x="8708264" y="920789"/>
                </a:cubicBezTo>
                <a:cubicBezTo>
                  <a:pt x="8662673" y="920789"/>
                  <a:pt x="8628479" y="881168"/>
                  <a:pt x="8628479" y="798126"/>
                </a:cubicBezTo>
                <a:cubicBezTo>
                  <a:pt x="8628479" y="726482"/>
                  <a:pt x="8673528" y="658638"/>
                  <a:pt x="8721833" y="658638"/>
                </a:cubicBezTo>
                <a:cubicBezTo>
                  <a:pt x="8755484" y="658638"/>
                  <a:pt x="8763082" y="691746"/>
                  <a:pt x="8760369" y="722683"/>
                </a:cubicBezTo>
                <a:cubicBezTo>
                  <a:pt x="8777737" y="736795"/>
                  <a:pt x="8806502" y="723768"/>
                  <a:pt x="8806502" y="688490"/>
                </a:cubicBezTo>
                <a:cubicBezTo>
                  <a:pt x="8806502" y="664608"/>
                  <a:pt x="8786963" y="623359"/>
                  <a:pt x="8724004" y="623359"/>
                </a:cubicBezTo>
                <a:close/>
                <a:moveTo>
                  <a:pt x="10614417" y="616845"/>
                </a:moveTo>
                <a:cubicBezTo>
                  <a:pt x="10567740" y="672748"/>
                  <a:pt x="10406543" y="714541"/>
                  <a:pt x="10406543" y="831233"/>
                </a:cubicBezTo>
                <a:cubicBezTo>
                  <a:pt x="10406543" y="876825"/>
                  <a:pt x="10435308" y="919703"/>
                  <a:pt x="10478186" y="937071"/>
                </a:cubicBezTo>
                <a:cubicBezTo>
                  <a:pt x="10502610" y="946297"/>
                  <a:pt x="10527577" y="946840"/>
                  <a:pt x="10552001" y="938699"/>
                </a:cubicBezTo>
                <a:cubicBezTo>
                  <a:pt x="10562856" y="935171"/>
                  <a:pt x="10572897" y="930015"/>
                  <a:pt x="10582056" y="923637"/>
                </a:cubicBezTo>
                <a:lnTo>
                  <a:pt x="10605742" y="902222"/>
                </a:lnTo>
                <a:lnTo>
                  <a:pt x="10584429" y="941210"/>
                </a:lnTo>
                <a:cubicBezTo>
                  <a:pt x="10572488" y="952133"/>
                  <a:pt x="10556613" y="959868"/>
                  <a:pt x="10538973" y="962039"/>
                </a:cubicBezTo>
                <a:cubicBezTo>
                  <a:pt x="10547657" y="971265"/>
                  <a:pt x="10566653" y="976150"/>
                  <a:pt x="10589992" y="976150"/>
                </a:cubicBezTo>
                <a:cubicBezTo>
                  <a:pt x="10631783" y="976150"/>
                  <a:pt x="10682802" y="963667"/>
                  <a:pt x="10709398" y="937072"/>
                </a:cubicBezTo>
                <a:cubicBezTo>
                  <a:pt x="10674118" y="937614"/>
                  <a:pt x="10651323" y="914819"/>
                  <a:pt x="10649152" y="883339"/>
                </a:cubicBezTo>
                <a:cubicBezTo>
                  <a:pt x="10665977" y="904506"/>
                  <a:pt x="10685516" y="912648"/>
                  <a:pt x="10708312" y="912648"/>
                </a:cubicBezTo>
                <a:cubicBezTo>
                  <a:pt x="10757160" y="912648"/>
                  <a:pt x="10794610" y="873027"/>
                  <a:pt x="10795153" y="826350"/>
                </a:cubicBezTo>
                <a:lnTo>
                  <a:pt x="10795631" y="825891"/>
                </a:lnTo>
                <a:lnTo>
                  <a:pt x="10795697" y="826349"/>
                </a:lnTo>
                <a:cubicBezTo>
                  <a:pt x="10795697" y="826824"/>
                  <a:pt x="10803583" y="818497"/>
                  <a:pt x="10801382" y="820371"/>
                </a:cubicBezTo>
                <a:lnTo>
                  <a:pt x="10795631" y="825891"/>
                </a:lnTo>
                <a:lnTo>
                  <a:pt x="10795154" y="822549"/>
                </a:lnTo>
                <a:cubicBezTo>
                  <a:pt x="10794069" y="767731"/>
                  <a:pt x="10768017" y="722139"/>
                  <a:pt x="10727853" y="685232"/>
                </a:cubicBezTo>
                <a:cubicBezTo>
                  <a:pt x="10697459" y="657551"/>
                  <a:pt x="10661094" y="636384"/>
                  <a:pt x="10623644" y="620644"/>
                </a:cubicBezTo>
                <a:cubicBezTo>
                  <a:pt x="10620388" y="619558"/>
                  <a:pt x="10617674" y="617930"/>
                  <a:pt x="10614417" y="616845"/>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en-GB"/>
              <a:t>Insert picture and send to back</a:t>
            </a:r>
          </a:p>
        </p:txBody>
      </p:sp>
      <p:grpSp>
        <p:nvGrpSpPr>
          <p:cNvPr id="8" name="Graphic 4">
            <a:extLst>
              <a:ext uri="{FF2B5EF4-FFF2-40B4-BE49-F238E27FC236}">
                <a16:creationId xmlns:a16="http://schemas.microsoft.com/office/drawing/2014/main" id="{F2421B0D-7DA0-4C20-BC04-17F98DDB63A1}"/>
              </a:ext>
            </a:extLst>
          </p:cNvPr>
          <p:cNvGrpSpPr>
            <a:grpSpLocks/>
          </p:cNvGrpSpPr>
          <p:nvPr userDrawn="1"/>
        </p:nvGrpSpPr>
        <p:grpSpPr>
          <a:xfrm>
            <a:off x="8572847" y="612775"/>
            <a:ext cx="3259236" cy="500422"/>
            <a:chOff x="3176111" y="1257136"/>
            <a:chExt cx="5719756" cy="878207"/>
          </a:xfrm>
        </p:grpSpPr>
        <p:sp>
          <p:nvSpPr>
            <p:cNvPr id="9" name="Freeform: Shape 8">
              <a:extLst>
                <a:ext uri="{FF2B5EF4-FFF2-40B4-BE49-F238E27FC236}">
                  <a16:creationId xmlns:a16="http://schemas.microsoft.com/office/drawing/2014/main" id="{8D8EBEFA-E06E-4EC8-A9B9-C9E05B783822}"/>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66AC15CA-B199-4413-AD1D-A9CEAC1A825C}"/>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4A346735-E840-4FB8-91E5-ACA52CB9C7B8}"/>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BCBDE308-6982-44E1-B34A-9B31CD2975C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FF8D56A8-1E51-452E-A555-C9C7C8657AFC}"/>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D2545693-9ABC-4F06-9CDB-6BD38D8CC5B6}"/>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9D0481BF-5550-4640-BAE2-A91DDF443683}"/>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349699CF-730D-4B5D-8C50-589A0319107D}"/>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392347B8-A400-4B32-92D3-025CBBDE5495}"/>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F97E31E8-5C82-4E69-9FDF-6FBD6C01325D}"/>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01FEC8C4-0567-467B-820C-86F3731EA2BB}"/>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C11165E0-121A-4075-AE2F-935DE1269228}"/>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26912179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9112887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en-US"/>
              <a:t>Click to edit Master title style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en-US"/>
              <a:t>Click icon to add picture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2428221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507457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917771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34069639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137288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40599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119113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1378557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97797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42202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74032111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77610017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3410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Tree>
    <p:extLst>
      <p:ext uri="{BB962C8B-B14F-4D97-AF65-F5344CB8AC3E}">
        <p14:creationId xmlns:p14="http://schemas.microsoft.com/office/powerpoint/2010/main" val="339053029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3467189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50" t="23693" r="10370" b="21576"/>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15" name="Graphic 4">
            <a:extLst>
              <a:ext uri="{FF2B5EF4-FFF2-40B4-BE49-F238E27FC236}">
                <a16:creationId xmlns:a16="http://schemas.microsoft.com/office/drawing/2014/main" id="{86BB5381-EEEB-0D46-834B-8E4EFBDC5CEA}"/>
              </a:ext>
            </a:extLst>
          </p:cNvPr>
          <p:cNvGrpSpPr>
            <a:grpSpLocks/>
          </p:cNvGrpSpPr>
          <p:nvPr userDrawn="1"/>
        </p:nvGrpSpPr>
        <p:grpSpPr>
          <a:xfrm>
            <a:off x="452366" y="898467"/>
            <a:ext cx="3259236" cy="500422"/>
            <a:chOff x="3176111" y="1257136"/>
            <a:chExt cx="5719756" cy="878207"/>
          </a:xfrm>
        </p:grpSpPr>
        <p:sp>
          <p:nvSpPr>
            <p:cNvPr id="16" name="Freeform: Shape 15">
              <a:extLst>
                <a:ext uri="{FF2B5EF4-FFF2-40B4-BE49-F238E27FC236}">
                  <a16:creationId xmlns:a16="http://schemas.microsoft.com/office/drawing/2014/main" id="{BCFC7419-0476-943C-6E9E-763784380484}"/>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0" name="Freeform: Shape 29">
              <a:extLst>
                <a:ext uri="{FF2B5EF4-FFF2-40B4-BE49-F238E27FC236}">
                  <a16:creationId xmlns:a16="http://schemas.microsoft.com/office/drawing/2014/main" id="{8655474B-8D19-5F21-5B0A-74A06FA872E2}"/>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1" name="Freeform: Shape 30">
              <a:extLst>
                <a:ext uri="{FF2B5EF4-FFF2-40B4-BE49-F238E27FC236}">
                  <a16:creationId xmlns:a16="http://schemas.microsoft.com/office/drawing/2014/main" id="{5680B80E-A657-8938-D8A8-8A819E08679D}"/>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2" name="Freeform: Shape 31">
              <a:extLst>
                <a:ext uri="{FF2B5EF4-FFF2-40B4-BE49-F238E27FC236}">
                  <a16:creationId xmlns:a16="http://schemas.microsoft.com/office/drawing/2014/main" id="{989F6C2E-4EE6-D522-5FC4-BCD19F9A8C71}"/>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3" name="Freeform: Shape 32">
              <a:extLst>
                <a:ext uri="{FF2B5EF4-FFF2-40B4-BE49-F238E27FC236}">
                  <a16:creationId xmlns:a16="http://schemas.microsoft.com/office/drawing/2014/main" id="{18B58427-6FE3-AD39-68F6-D9A53320928D}"/>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4" name="Freeform: Shape 33">
              <a:extLst>
                <a:ext uri="{FF2B5EF4-FFF2-40B4-BE49-F238E27FC236}">
                  <a16:creationId xmlns:a16="http://schemas.microsoft.com/office/drawing/2014/main" id="{EE3F48FC-83D1-EE1A-0A82-78C43448BFC6}"/>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5" name="Freeform: Shape 34">
              <a:extLst>
                <a:ext uri="{FF2B5EF4-FFF2-40B4-BE49-F238E27FC236}">
                  <a16:creationId xmlns:a16="http://schemas.microsoft.com/office/drawing/2014/main" id="{FF4D9733-1F7B-40A1-0BF4-3CD793B1B479}"/>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6" name="Freeform: Shape 35">
              <a:extLst>
                <a:ext uri="{FF2B5EF4-FFF2-40B4-BE49-F238E27FC236}">
                  <a16:creationId xmlns:a16="http://schemas.microsoft.com/office/drawing/2014/main" id="{131A483C-7A61-FF86-05DC-DC619A8A0600}"/>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37" name="Freeform: Shape 36">
              <a:extLst>
                <a:ext uri="{FF2B5EF4-FFF2-40B4-BE49-F238E27FC236}">
                  <a16:creationId xmlns:a16="http://schemas.microsoft.com/office/drawing/2014/main" id="{8C915E1F-2BE1-D4B0-54A4-0A5B1392B307}"/>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8" name="Freeform: Shape 37">
              <a:extLst>
                <a:ext uri="{FF2B5EF4-FFF2-40B4-BE49-F238E27FC236}">
                  <a16:creationId xmlns:a16="http://schemas.microsoft.com/office/drawing/2014/main" id="{B9FAB180-A4D4-DC5F-8F48-094BF791E2F8}"/>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9" name="Freeform: Shape 38">
              <a:extLst>
                <a:ext uri="{FF2B5EF4-FFF2-40B4-BE49-F238E27FC236}">
                  <a16:creationId xmlns:a16="http://schemas.microsoft.com/office/drawing/2014/main" id="{3E84A8BA-258C-E5EC-0AC4-33B9016A9A9A}"/>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40" name="Freeform: Shape 39">
              <a:extLst>
                <a:ext uri="{FF2B5EF4-FFF2-40B4-BE49-F238E27FC236}">
                  <a16:creationId xmlns:a16="http://schemas.microsoft.com/office/drawing/2014/main" id="{82D70645-C7D5-2AAB-8A83-670C3A5F0F1C}"/>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42499786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2" name="Graphic 4">
            <a:extLst>
              <a:ext uri="{FF2B5EF4-FFF2-40B4-BE49-F238E27FC236}">
                <a16:creationId xmlns:a16="http://schemas.microsoft.com/office/drawing/2014/main" id="{46CC81B3-893F-B2CE-69BB-B4C2AB53FD4C}"/>
              </a:ext>
            </a:extLst>
          </p:cNvPr>
          <p:cNvGrpSpPr>
            <a:grpSpLocks/>
          </p:cNvGrpSpPr>
          <p:nvPr userDrawn="1"/>
        </p:nvGrpSpPr>
        <p:grpSpPr>
          <a:xfrm>
            <a:off x="8148018" y="5739658"/>
            <a:ext cx="3259236" cy="500422"/>
            <a:chOff x="3176111" y="1257136"/>
            <a:chExt cx="5719756" cy="878207"/>
          </a:xfrm>
        </p:grpSpPr>
        <p:sp>
          <p:nvSpPr>
            <p:cNvPr id="3" name="Freeform: Shape 2">
              <a:extLst>
                <a:ext uri="{FF2B5EF4-FFF2-40B4-BE49-F238E27FC236}">
                  <a16:creationId xmlns:a16="http://schemas.microsoft.com/office/drawing/2014/main" id="{1DEE37FA-A45B-3A04-F177-B6910E74AC09}"/>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4" name="Freeform: Shape 3">
              <a:extLst>
                <a:ext uri="{FF2B5EF4-FFF2-40B4-BE49-F238E27FC236}">
                  <a16:creationId xmlns:a16="http://schemas.microsoft.com/office/drawing/2014/main" id="{CA90785B-5FAD-CA34-D256-1175A97FAA4B}"/>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5" name="Freeform: Shape 4">
              <a:extLst>
                <a:ext uri="{FF2B5EF4-FFF2-40B4-BE49-F238E27FC236}">
                  <a16:creationId xmlns:a16="http://schemas.microsoft.com/office/drawing/2014/main" id="{1A502996-6B58-D708-4573-8CACB070305A}"/>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 name="Freeform: Shape 5">
              <a:extLst>
                <a:ext uri="{FF2B5EF4-FFF2-40B4-BE49-F238E27FC236}">
                  <a16:creationId xmlns:a16="http://schemas.microsoft.com/office/drawing/2014/main" id="{DD2D4B3A-2F77-1339-A778-67E5368BB25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 name="Freeform: Shape 6">
              <a:extLst>
                <a:ext uri="{FF2B5EF4-FFF2-40B4-BE49-F238E27FC236}">
                  <a16:creationId xmlns:a16="http://schemas.microsoft.com/office/drawing/2014/main" id="{3B0D8A6D-8AAF-9F59-28B4-46C3EC02A4E5}"/>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8" name="Freeform: Shape 7">
              <a:extLst>
                <a:ext uri="{FF2B5EF4-FFF2-40B4-BE49-F238E27FC236}">
                  <a16:creationId xmlns:a16="http://schemas.microsoft.com/office/drawing/2014/main" id="{16DF2ADB-9226-FFEC-84ED-6E64BE5D04ED}"/>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416A0D9A-3976-95A6-70E1-E10DFEB15ADA}"/>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3319409D-F29C-51D5-10E5-8DBDD9821DE0}"/>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3" name="Freeform: Shape 22">
              <a:extLst>
                <a:ext uri="{FF2B5EF4-FFF2-40B4-BE49-F238E27FC236}">
                  <a16:creationId xmlns:a16="http://schemas.microsoft.com/office/drawing/2014/main" id="{7243228F-26D4-898A-61A5-7428218C6E1C}"/>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4" name="Freeform: Shape 23">
              <a:extLst>
                <a:ext uri="{FF2B5EF4-FFF2-40B4-BE49-F238E27FC236}">
                  <a16:creationId xmlns:a16="http://schemas.microsoft.com/office/drawing/2014/main" id="{CDE717D7-7575-6026-0107-2B880EEB48DD}"/>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5" name="Freeform: Shape 24">
              <a:extLst>
                <a:ext uri="{FF2B5EF4-FFF2-40B4-BE49-F238E27FC236}">
                  <a16:creationId xmlns:a16="http://schemas.microsoft.com/office/drawing/2014/main" id="{F2CD6584-7FC2-A915-7560-A099BAD9D249}"/>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6" name="Freeform: Shape 25">
              <a:extLst>
                <a:ext uri="{FF2B5EF4-FFF2-40B4-BE49-F238E27FC236}">
                  <a16:creationId xmlns:a16="http://schemas.microsoft.com/office/drawing/2014/main" id="{B2ED94F5-C705-B6C8-FCAD-A1424EBE36D1}"/>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9775050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0" y="0"/>
            <a:ext cx="10275830" cy="6858000"/>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14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grpSp>
        <p:nvGrpSpPr>
          <p:cNvPr id="8" name="Group 37">
            <a:extLst>
              <a:ext uri="{FF2B5EF4-FFF2-40B4-BE49-F238E27FC236}">
                <a16:creationId xmlns:a16="http://schemas.microsoft.com/office/drawing/2014/main" id="{89B4162E-9D70-4209-8DF4-1DED4106593B}"/>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0DC7C616-15E8-4116-9F0B-2B12EA97341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CD5D6CE-DA21-4029-90DF-6FD0FE6AC0B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131181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_Blank-Whit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B198D73-BB10-4ED2-852C-0D9505687687}"/>
              </a:ext>
            </a:extLst>
          </p:cNvPr>
          <p:cNvCxnSpPr/>
          <p:nvPr userDrawn="1"/>
        </p:nvCxnSpPr>
        <p:spPr>
          <a:xfrm flipV="1">
            <a:off x="1880393" y="6594496"/>
            <a:ext cx="9650631" cy="0"/>
          </a:xfrm>
          <a:prstGeom prst="line">
            <a:avLst/>
          </a:prstGeom>
          <a:ln w="9525" cmpd="sng">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300D7307-19CF-48E2-B4AF-26364968D042}"/>
              </a:ext>
            </a:extLst>
          </p:cNvPr>
          <p:cNvSpPr txBox="1">
            <a:spLocks/>
          </p:cNvSpPr>
          <p:nvPr userDrawn="1"/>
        </p:nvSpPr>
        <p:spPr>
          <a:xfrm>
            <a:off x="8358809" y="6412041"/>
            <a:ext cx="2953079" cy="323053"/>
          </a:xfrm>
          <a:prstGeom prst="rect">
            <a:avLst/>
          </a:prstGeom>
          <a:solidFill>
            <a:schemeClr val="bg1"/>
          </a:solidFill>
        </p:spPr>
        <p:txBody>
          <a:bodyPr vert="horz" wrap="none" lIns="0" tIns="0" rIns="0" bIns="0" rtlCol="0" anchor="ctr"/>
          <a:lstStyle>
            <a:defPPr>
              <a:defRPr lang="en-US"/>
            </a:defPPr>
            <a:lvl1pPr>
              <a:defRPr sz="600">
                <a:solidFill>
                  <a:schemeClr val="tx2"/>
                </a:solidFill>
              </a:defRPr>
            </a:lvl1pPr>
          </a:lstStyle>
          <a:p>
            <a:pPr algn="ctr" defTabSz="914394"/>
            <a:r>
              <a:rPr lang="en-US" sz="800">
                <a:solidFill>
                  <a:srgbClr val="9FA1A1"/>
                </a:solidFill>
              </a:rPr>
              <a:t>CONFIDENTIAL – Capgemini © 2019 All rights reserved.</a:t>
            </a:r>
          </a:p>
        </p:txBody>
      </p:sp>
      <p:sp>
        <p:nvSpPr>
          <p:cNvPr id="11" name="Retângulo 43">
            <a:extLst>
              <a:ext uri="{FF2B5EF4-FFF2-40B4-BE49-F238E27FC236}">
                <a16:creationId xmlns:a16="http://schemas.microsoft.com/office/drawing/2014/main" id="{AB89901A-E190-4312-8C53-E07044D9B6DA}"/>
              </a:ext>
            </a:extLst>
          </p:cNvPr>
          <p:cNvSpPr/>
          <p:nvPr userDrawn="1"/>
        </p:nvSpPr>
        <p:spPr>
          <a:xfrm>
            <a:off x="11581873" y="6438188"/>
            <a:ext cx="404278" cy="246221"/>
          </a:xfrm>
          <a:prstGeom prst="rect">
            <a:avLst/>
          </a:prstGeom>
        </p:spPr>
        <p:txBody>
          <a:bodyPr wrap="none">
            <a:spAutoFit/>
          </a:bodyPr>
          <a:lstStyle/>
          <a:p>
            <a:pPr algn="r"/>
            <a:fld id="{0502E5A9-B53C-401E-A0E0-4A359BB0A9E5}" type="slidenum">
              <a:rPr lang="en-US" sz="1000" smtClean="0">
                <a:solidFill>
                  <a:prstClr val="black">
                    <a:lumMod val="50000"/>
                    <a:lumOff val="50000"/>
                  </a:prstClr>
                </a:solidFill>
                <a:cs typeface="Arial" panose="020B0604020202020204" pitchFamily="34" charset="0"/>
              </a:rPr>
              <a:t>‹#›</a:t>
            </a:fld>
            <a:endParaRPr lang="en-US" sz="1000">
              <a:solidFill>
                <a:prstClr val="black">
                  <a:lumMod val="50000"/>
                  <a:lumOff val="50000"/>
                </a:prstClr>
              </a:solidFill>
              <a:cs typeface="Arial" panose="020B0604020202020204" pitchFamily="34" charset="0"/>
            </a:endParaRPr>
          </a:p>
        </p:txBody>
      </p:sp>
      <p:sp>
        <p:nvSpPr>
          <p:cNvPr id="5" name="Freeform 14">
            <a:extLst>
              <a:ext uri="{FF2B5EF4-FFF2-40B4-BE49-F238E27FC236}">
                <a16:creationId xmlns:a16="http://schemas.microsoft.com/office/drawing/2014/main" id="{37D4795F-E535-492F-B020-E25287CC2037}"/>
              </a:ext>
            </a:extLst>
          </p:cNvPr>
          <p:cNvSpPr>
            <a:spLocks/>
          </p:cNvSpPr>
          <p:nvPr userDrawn="1"/>
        </p:nvSpPr>
        <p:spPr bwMode="auto">
          <a:xfrm>
            <a:off x="0" y="423863"/>
            <a:ext cx="352425" cy="927100"/>
          </a:xfrm>
          <a:custGeom>
            <a:avLst/>
            <a:gdLst>
              <a:gd name="T0" fmla="*/ 99592 w 2594"/>
              <a:gd name="T1" fmla="*/ 741521 h 3777"/>
              <a:gd name="T2" fmla="*/ 332518 w 2594"/>
              <a:gd name="T3" fmla="*/ 544731 h 3777"/>
              <a:gd name="T4" fmla="*/ 344218 w 2594"/>
              <a:gd name="T5" fmla="*/ 518475 h 3777"/>
              <a:gd name="T6" fmla="*/ 347892 w 2594"/>
              <a:gd name="T7" fmla="*/ 504735 h 3777"/>
              <a:gd name="T8" fmla="*/ 352926 w 2594"/>
              <a:gd name="T9" fmla="*/ 463512 h 3777"/>
              <a:gd name="T10" fmla="*/ 347892 w 2594"/>
              <a:gd name="T11" fmla="*/ 422043 h 3777"/>
              <a:gd name="T12" fmla="*/ 344218 w 2594"/>
              <a:gd name="T13" fmla="*/ 408303 h 3777"/>
              <a:gd name="T14" fmla="*/ 332518 w 2594"/>
              <a:gd name="T15" fmla="*/ 382293 h 3777"/>
              <a:gd name="T16" fmla="*/ 99592 w 2594"/>
              <a:gd name="T17" fmla="*/ 185257 h 3777"/>
              <a:gd name="T18" fmla="*/ 0 w 2594"/>
              <a:gd name="T19" fmla="*/ 0 h 3777"/>
              <a:gd name="T20" fmla="*/ 0 w 2594"/>
              <a:gd name="T21" fmla="*/ 926778 h 3777"/>
              <a:gd name="T22" fmla="*/ 99592 w 2594"/>
              <a:gd name="T23" fmla="*/ 741521 h 37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94" h="3777">
                <a:moveTo>
                  <a:pt x="732" y="3022"/>
                </a:moveTo>
                <a:cubicBezTo>
                  <a:pt x="1165" y="2834"/>
                  <a:pt x="2083" y="2600"/>
                  <a:pt x="2444" y="2220"/>
                </a:cubicBezTo>
                <a:cubicBezTo>
                  <a:pt x="2479" y="2189"/>
                  <a:pt x="2508" y="2154"/>
                  <a:pt x="2530" y="2113"/>
                </a:cubicBezTo>
                <a:cubicBezTo>
                  <a:pt x="2540" y="2094"/>
                  <a:pt x="2549" y="2076"/>
                  <a:pt x="2557" y="2057"/>
                </a:cubicBezTo>
                <a:cubicBezTo>
                  <a:pt x="2581" y="2004"/>
                  <a:pt x="2594" y="1948"/>
                  <a:pt x="2594" y="1889"/>
                </a:cubicBezTo>
                <a:cubicBezTo>
                  <a:pt x="2594" y="1830"/>
                  <a:pt x="2581" y="1774"/>
                  <a:pt x="2557" y="1720"/>
                </a:cubicBezTo>
                <a:cubicBezTo>
                  <a:pt x="2549" y="1702"/>
                  <a:pt x="2540" y="1683"/>
                  <a:pt x="2530" y="1664"/>
                </a:cubicBezTo>
                <a:cubicBezTo>
                  <a:pt x="2508" y="1624"/>
                  <a:pt x="2479" y="1589"/>
                  <a:pt x="2444" y="1558"/>
                </a:cubicBezTo>
                <a:cubicBezTo>
                  <a:pt x="2083" y="1178"/>
                  <a:pt x="1165" y="943"/>
                  <a:pt x="732" y="755"/>
                </a:cubicBezTo>
                <a:cubicBezTo>
                  <a:pt x="284" y="560"/>
                  <a:pt x="78" y="186"/>
                  <a:pt x="0" y="0"/>
                </a:cubicBezTo>
                <a:cubicBezTo>
                  <a:pt x="0" y="3777"/>
                  <a:pt x="0" y="3777"/>
                  <a:pt x="0" y="3777"/>
                </a:cubicBezTo>
                <a:cubicBezTo>
                  <a:pt x="78" y="3591"/>
                  <a:pt x="284" y="3218"/>
                  <a:pt x="732" y="3022"/>
                </a:cubicBezTo>
                <a:close/>
              </a:path>
            </a:pathLst>
          </a:custGeom>
          <a:solidFill>
            <a:srgbClr val="12ABDD"/>
          </a:solidFill>
          <a:ln>
            <a:noFill/>
          </a:ln>
        </p:spPr>
        <p:txBody>
          <a:bodyPr/>
          <a:lstStyle/>
          <a:p>
            <a:endParaRPr lang="en-US"/>
          </a:p>
        </p:txBody>
      </p:sp>
      <p:pic>
        <p:nvPicPr>
          <p:cNvPr id="7" name="Graphic 6">
            <a:extLst>
              <a:ext uri="{FF2B5EF4-FFF2-40B4-BE49-F238E27FC236}">
                <a16:creationId xmlns:a16="http://schemas.microsoft.com/office/drawing/2014/main" id="{CA7ED841-176D-43B6-8F61-3419ED569822}"/>
              </a:ext>
            </a:extLst>
          </p:cNvPr>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p:blipFill>
        <p:spPr>
          <a:xfrm>
            <a:off x="11547793" y="188640"/>
            <a:ext cx="424356" cy="459624"/>
          </a:xfrm>
          <a:prstGeom prst="rect">
            <a:avLst/>
          </a:prstGeom>
        </p:spPr>
      </p:pic>
      <p:sp>
        <p:nvSpPr>
          <p:cNvPr id="8" name="Freeform 10">
            <a:extLst>
              <a:ext uri="{FF2B5EF4-FFF2-40B4-BE49-F238E27FC236}">
                <a16:creationId xmlns:a16="http://schemas.microsoft.com/office/drawing/2014/main" id="{2B12623C-D7D2-40F3-9674-06A7BE197A52}"/>
              </a:ext>
            </a:extLst>
          </p:cNvPr>
          <p:cNvSpPr>
            <a:spLocks/>
          </p:cNvSpPr>
          <p:nvPr userDrawn="1"/>
        </p:nvSpPr>
        <p:spPr bwMode="auto">
          <a:xfrm rot="3095526">
            <a:off x="-1085056" y="4102894"/>
            <a:ext cx="4205287" cy="5026025"/>
          </a:xfrm>
          <a:custGeom>
            <a:avLst/>
            <a:gdLst>
              <a:gd name="T0" fmla="*/ 1761 w 2697"/>
              <a:gd name="T1" fmla="*/ 3081 h 3230"/>
              <a:gd name="T2" fmla="*/ 1936 w 2697"/>
              <a:gd name="T3" fmla="*/ 2801 h 3230"/>
              <a:gd name="T4" fmla="*/ 1932 w 2697"/>
              <a:gd name="T5" fmla="*/ 2462 h 3230"/>
              <a:gd name="T6" fmla="*/ 1876 w 2697"/>
              <a:gd name="T7" fmla="*/ 1540 h 3230"/>
              <a:gd name="T8" fmla="*/ 1942 w 2697"/>
              <a:gd name="T9" fmla="*/ 1308 h 3230"/>
              <a:gd name="T10" fmla="*/ 2119 w 2697"/>
              <a:gd name="T11" fmla="*/ 1134 h 3230"/>
              <a:gd name="T12" fmla="*/ 2689 w 2697"/>
              <a:gd name="T13" fmla="*/ 561 h 3230"/>
              <a:gd name="T14" fmla="*/ 2239 w 2697"/>
              <a:gd name="T15" fmla="*/ 71 h 3230"/>
              <a:gd name="T16" fmla="*/ 1542 w 2697"/>
              <a:gd name="T17" fmla="*/ 60 h 3230"/>
              <a:gd name="T18" fmla="*/ 1011 w 2697"/>
              <a:gd name="T19" fmla="*/ 170 h 3230"/>
              <a:gd name="T20" fmla="*/ 162 w 2697"/>
              <a:gd name="T21" fmla="*/ 656 h 3230"/>
              <a:gd name="T22" fmla="*/ 23 w 2697"/>
              <a:gd name="T23" fmla="*/ 1293 h 3230"/>
              <a:gd name="T24" fmla="*/ 223 w 2697"/>
              <a:gd name="T25" fmla="*/ 1923 h 3230"/>
              <a:gd name="T26" fmla="*/ 1045 w 2697"/>
              <a:gd name="T27" fmla="*/ 3024 h 3230"/>
              <a:gd name="T28" fmla="*/ 1761 w 2697"/>
              <a:gd name="T29" fmla="*/ 308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97" h="3230">
                <a:moveTo>
                  <a:pt x="1761" y="3081"/>
                </a:moveTo>
                <a:cubicBezTo>
                  <a:pt x="1858" y="3022"/>
                  <a:pt x="1915" y="2913"/>
                  <a:pt x="1936" y="2801"/>
                </a:cubicBezTo>
                <a:cubicBezTo>
                  <a:pt x="1957" y="2690"/>
                  <a:pt x="1946" y="2575"/>
                  <a:pt x="1932" y="2462"/>
                </a:cubicBezTo>
                <a:cubicBezTo>
                  <a:pt x="1895" y="2156"/>
                  <a:pt x="1843" y="1847"/>
                  <a:pt x="1876" y="1540"/>
                </a:cubicBezTo>
                <a:cubicBezTo>
                  <a:pt x="1884" y="1459"/>
                  <a:pt x="1900" y="1377"/>
                  <a:pt x="1942" y="1308"/>
                </a:cubicBezTo>
                <a:cubicBezTo>
                  <a:pt x="1985" y="1236"/>
                  <a:pt x="2053" y="1184"/>
                  <a:pt x="2119" y="1134"/>
                </a:cubicBezTo>
                <a:cubicBezTo>
                  <a:pt x="2278" y="1014"/>
                  <a:pt x="2675" y="929"/>
                  <a:pt x="2689" y="561"/>
                </a:cubicBezTo>
                <a:cubicBezTo>
                  <a:pt x="2697" y="326"/>
                  <a:pt x="2463" y="141"/>
                  <a:pt x="2239" y="71"/>
                </a:cubicBezTo>
                <a:cubicBezTo>
                  <a:pt x="2016" y="0"/>
                  <a:pt x="1773" y="22"/>
                  <a:pt x="1542" y="60"/>
                </a:cubicBezTo>
                <a:cubicBezTo>
                  <a:pt x="1363" y="88"/>
                  <a:pt x="1186" y="125"/>
                  <a:pt x="1011" y="170"/>
                </a:cubicBezTo>
                <a:cubicBezTo>
                  <a:pt x="687" y="252"/>
                  <a:pt x="347" y="378"/>
                  <a:pt x="162" y="656"/>
                </a:cubicBezTo>
                <a:cubicBezTo>
                  <a:pt x="39" y="840"/>
                  <a:pt x="0" y="1072"/>
                  <a:pt x="23" y="1293"/>
                </a:cubicBezTo>
                <a:cubicBezTo>
                  <a:pt x="46" y="1513"/>
                  <a:pt x="126" y="1724"/>
                  <a:pt x="223" y="1923"/>
                </a:cubicBezTo>
                <a:cubicBezTo>
                  <a:pt x="424" y="2337"/>
                  <a:pt x="630" y="2824"/>
                  <a:pt x="1045" y="3024"/>
                </a:cubicBezTo>
                <a:cubicBezTo>
                  <a:pt x="1472" y="3230"/>
                  <a:pt x="1681" y="3130"/>
                  <a:pt x="1761" y="3081"/>
                </a:cubicBezTo>
                <a:close/>
              </a:path>
            </a:pathLst>
          </a:custGeom>
          <a:solidFill>
            <a:srgbClr val="7F7F7F">
              <a:alpha val="5000"/>
            </a:srgbClr>
          </a:solidFill>
          <a:ln>
            <a:noFill/>
          </a:ln>
        </p:spPr>
        <p:txBody>
          <a:bodyPr/>
          <a:lstStyle/>
          <a:p>
            <a:pPr eaLnBrk="1" fontAlgn="auto" hangingPunct="1">
              <a:spcBef>
                <a:spcPts val="0"/>
              </a:spcBef>
              <a:spcAft>
                <a:spcPts val="0"/>
              </a:spcAft>
              <a:defRPr/>
            </a:pPr>
            <a:endParaRPr lang="en-US">
              <a:latin typeface="+mn-lt"/>
            </a:endParaRPr>
          </a:p>
        </p:txBody>
      </p:sp>
      <p:sp>
        <p:nvSpPr>
          <p:cNvPr id="9" name="Freeform 10">
            <a:extLst>
              <a:ext uri="{FF2B5EF4-FFF2-40B4-BE49-F238E27FC236}">
                <a16:creationId xmlns:a16="http://schemas.microsoft.com/office/drawing/2014/main" id="{E646A2E3-875C-42C8-A243-B54E6453FF59}"/>
              </a:ext>
            </a:extLst>
          </p:cNvPr>
          <p:cNvSpPr>
            <a:spLocks/>
          </p:cNvSpPr>
          <p:nvPr userDrawn="1"/>
        </p:nvSpPr>
        <p:spPr bwMode="auto">
          <a:xfrm rot="18253983">
            <a:off x="7772400" y="-1763712"/>
            <a:ext cx="5211763" cy="6230937"/>
          </a:xfrm>
          <a:custGeom>
            <a:avLst/>
            <a:gdLst>
              <a:gd name="T0" fmla="*/ 3403712 w 2697"/>
              <a:gd name="T1" fmla="*/ 5942591 h 3230"/>
              <a:gd name="T2" fmla="*/ 3741957 w 2697"/>
              <a:gd name="T3" fmla="*/ 5402531 h 3230"/>
              <a:gd name="T4" fmla="*/ 3734226 w 2697"/>
              <a:gd name="T5" fmla="*/ 4748672 h 3230"/>
              <a:gd name="T6" fmla="*/ 3625987 w 2697"/>
              <a:gd name="T7" fmla="*/ 2970331 h 3230"/>
              <a:gd name="T8" fmla="*/ 3753554 w 2697"/>
              <a:gd name="T9" fmla="*/ 2522853 h 3230"/>
              <a:gd name="T10" fmla="*/ 4095665 w 2697"/>
              <a:gd name="T11" fmla="*/ 2187244 h 3230"/>
              <a:gd name="T12" fmla="*/ 5197377 w 2697"/>
              <a:gd name="T13" fmla="*/ 1082049 h 3230"/>
              <a:gd name="T14" fmla="*/ 4327604 w 2697"/>
              <a:gd name="T15" fmla="*/ 136944 h 3230"/>
              <a:gd name="T16" fmla="*/ 2980422 w 2697"/>
              <a:gd name="T17" fmla="*/ 115727 h 3230"/>
              <a:gd name="T18" fmla="*/ 1954090 w 2697"/>
              <a:gd name="T19" fmla="*/ 327894 h 3230"/>
              <a:gd name="T20" fmla="*/ 313118 w 2697"/>
              <a:gd name="T21" fmla="*/ 1265284 h 3230"/>
              <a:gd name="T22" fmla="*/ 44455 w 2697"/>
              <a:gd name="T23" fmla="*/ 2493921 h 3230"/>
              <a:gd name="T24" fmla="*/ 431021 w 2697"/>
              <a:gd name="T25" fmla="*/ 3709056 h 3230"/>
              <a:gd name="T26" fmla="*/ 2019806 w 2697"/>
              <a:gd name="T27" fmla="*/ 5832650 h 3230"/>
              <a:gd name="T28" fmla="*/ 3403712 w 2697"/>
              <a:gd name="T29" fmla="*/ 5942591 h 32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697" h="3230">
                <a:moveTo>
                  <a:pt x="1761" y="3081"/>
                </a:moveTo>
                <a:cubicBezTo>
                  <a:pt x="1858" y="3022"/>
                  <a:pt x="1915" y="2913"/>
                  <a:pt x="1936" y="2801"/>
                </a:cubicBezTo>
                <a:cubicBezTo>
                  <a:pt x="1957" y="2690"/>
                  <a:pt x="1946" y="2575"/>
                  <a:pt x="1932" y="2462"/>
                </a:cubicBezTo>
                <a:cubicBezTo>
                  <a:pt x="1895" y="2156"/>
                  <a:pt x="1843" y="1847"/>
                  <a:pt x="1876" y="1540"/>
                </a:cubicBezTo>
                <a:cubicBezTo>
                  <a:pt x="1884" y="1459"/>
                  <a:pt x="1900" y="1377"/>
                  <a:pt x="1942" y="1308"/>
                </a:cubicBezTo>
                <a:cubicBezTo>
                  <a:pt x="1985" y="1236"/>
                  <a:pt x="2053" y="1184"/>
                  <a:pt x="2119" y="1134"/>
                </a:cubicBezTo>
                <a:cubicBezTo>
                  <a:pt x="2278" y="1014"/>
                  <a:pt x="2675" y="929"/>
                  <a:pt x="2689" y="561"/>
                </a:cubicBezTo>
                <a:cubicBezTo>
                  <a:pt x="2697" y="326"/>
                  <a:pt x="2463" y="141"/>
                  <a:pt x="2239" y="71"/>
                </a:cubicBezTo>
                <a:cubicBezTo>
                  <a:pt x="2016" y="0"/>
                  <a:pt x="1773" y="22"/>
                  <a:pt x="1542" y="60"/>
                </a:cubicBezTo>
                <a:cubicBezTo>
                  <a:pt x="1363" y="88"/>
                  <a:pt x="1186" y="125"/>
                  <a:pt x="1011" y="170"/>
                </a:cubicBezTo>
                <a:cubicBezTo>
                  <a:pt x="687" y="252"/>
                  <a:pt x="347" y="378"/>
                  <a:pt x="162" y="656"/>
                </a:cubicBezTo>
                <a:cubicBezTo>
                  <a:pt x="39" y="840"/>
                  <a:pt x="0" y="1072"/>
                  <a:pt x="23" y="1293"/>
                </a:cubicBezTo>
                <a:cubicBezTo>
                  <a:pt x="46" y="1513"/>
                  <a:pt x="126" y="1724"/>
                  <a:pt x="223" y="1923"/>
                </a:cubicBezTo>
                <a:cubicBezTo>
                  <a:pt x="424" y="2337"/>
                  <a:pt x="630" y="2824"/>
                  <a:pt x="1045" y="3024"/>
                </a:cubicBezTo>
                <a:cubicBezTo>
                  <a:pt x="1472" y="3230"/>
                  <a:pt x="1681" y="3130"/>
                  <a:pt x="1761" y="3081"/>
                </a:cubicBezTo>
                <a:close/>
              </a:path>
            </a:pathLst>
          </a:custGeom>
          <a:solidFill>
            <a:srgbClr val="0071AC">
              <a:alpha val="5000"/>
            </a:srgbClr>
          </a:solidFill>
          <a:ln>
            <a:noFill/>
          </a:ln>
        </p:spPr>
        <p:txBody>
          <a:bodyPr/>
          <a:lstStyle/>
          <a:p>
            <a:endParaRPr lang="en-US"/>
          </a:p>
        </p:txBody>
      </p:sp>
    </p:spTree>
    <p:extLst>
      <p:ext uri="{BB962C8B-B14F-4D97-AF65-F5344CB8AC3E}">
        <p14:creationId xmlns:p14="http://schemas.microsoft.com/office/powerpoint/2010/main" val="398260808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465021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E20165-32F2-4B46-9703-25E3621C47D4}" type="datetimeFigureOut">
              <a:rPr lang="en-US" smtClean="0"/>
              <a:t>2/26/2025</a:t>
            </a:fld>
            <a:endParaRPr lang="en-US"/>
          </a:p>
        </p:txBody>
      </p:sp>
      <p:sp>
        <p:nvSpPr>
          <p:cNvPr id="5" name="Footer Placeholder 4"/>
          <p:cNvSpPr>
            <a:spLocks noGrp="1"/>
          </p:cNvSpPr>
          <p:nvPr>
            <p:ph type="ftr" sz="quarter" idx="11"/>
          </p:nvPr>
        </p:nvSpPr>
        <p:spPr/>
        <p:txBody>
          <a:bodyPr/>
          <a:lstStyle>
            <a:lvl1pPr>
              <a:defRPr sz="1400"/>
            </a:lvl1pPr>
          </a:lstStyle>
          <a:p>
            <a:r>
              <a:rPr lang="en-US"/>
              <a:t>WWW.COMPANY.COM</a:t>
            </a:r>
          </a:p>
        </p:txBody>
      </p:sp>
      <p:sp>
        <p:nvSpPr>
          <p:cNvPr id="6" name="Slide Number Placeholder 5"/>
          <p:cNvSpPr>
            <a:spLocks noGrp="1"/>
          </p:cNvSpPr>
          <p:nvPr>
            <p:ph type="sldNum" sz="quarter" idx="12"/>
          </p:nvPr>
        </p:nvSpPr>
        <p:spPr/>
        <p:txBody>
          <a:bodyPr/>
          <a:lstStyle>
            <a:lvl1pPr>
              <a:defRPr sz="1600"/>
            </a:lvl1pPr>
          </a:lstStyle>
          <a:p>
            <a:fld id="{98DA82FD-1DCE-4830-8866-ADB8E322F638}" type="slidenum">
              <a:rPr lang="en-US" smtClean="0"/>
              <a:pPr/>
              <a:t>‹#›</a:t>
            </a:fld>
            <a:endParaRPr lang="en-US"/>
          </a:p>
        </p:txBody>
      </p:sp>
    </p:spTree>
    <p:extLst>
      <p:ext uri="{BB962C8B-B14F-4D97-AF65-F5344CB8AC3E}">
        <p14:creationId xmlns:p14="http://schemas.microsoft.com/office/powerpoint/2010/main" val="423567841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x">
  <p:cSld name="1_Section break">
    <p:spTree>
      <p:nvGrpSpPr>
        <p:cNvPr id="1" name=""/>
        <p:cNvGrpSpPr/>
        <p:nvPr/>
      </p:nvGrpSpPr>
      <p:grpSpPr>
        <a:xfrm>
          <a:off x="0" y="0"/>
          <a:ext cx="0" cy="0"/>
          <a:chOff x="0" y="0"/>
          <a:chExt cx="0" cy="0"/>
        </a:xfrm>
      </p:grpSpPr>
      <p:sp>
        <p:nvSpPr>
          <p:cNvPr id="251" name="image8.png"/>
          <p:cNvSpPr>
            <a:spLocks noGrp="1"/>
          </p:cNvSpPr>
          <p:nvPr>
            <p:ph type="pic" idx="21"/>
          </p:nvPr>
        </p:nvSpPr>
        <p:spPr>
          <a:xfrm>
            <a:off x="0" y="0"/>
            <a:ext cx="12192000" cy="6858000"/>
          </a:xfrm>
          <a:prstGeom prst="rect">
            <a:avLst/>
          </a:prstGeom>
        </p:spPr>
        <p:txBody>
          <a:bodyPr lIns="91439" tIns="45719" rIns="91439" bIns="45719">
            <a:noAutofit/>
          </a:bodyPr>
          <a:lstStyle/>
          <a:p>
            <a:endParaRPr/>
          </a:p>
        </p:txBody>
      </p:sp>
      <p:sp>
        <p:nvSpPr>
          <p:cNvPr id="252" name="Section break"/>
          <p:cNvSpPr>
            <a:spLocks noGrp="1"/>
          </p:cNvSpPr>
          <p:nvPr>
            <p:ph type="body" sz="quarter" idx="22"/>
          </p:nvPr>
        </p:nvSpPr>
        <p:spPr>
          <a:xfrm>
            <a:off x="883768" y="3781273"/>
            <a:ext cx="9865977" cy="923330"/>
          </a:xfrm>
          <a:prstGeom prst="rect">
            <a:avLst/>
          </a:prstGeom>
        </p:spPr>
        <p:txBody>
          <a:bodyPr lIns="0" tIns="0" rIns="0" bIns="0">
            <a:spAutoFit/>
          </a:bodyPr>
          <a:lstStyle>
            <a:lvl1pPr marL="0" indent="0" defTabSz="411480">
              <a:lnSpc>
                <a:spcPct val="80000"/>
              </a:lnSpc>
              <a:spcBef>
                <a:spcPts val="0"/>
              </a:spcBef>
              <a:buSzTx/>
              <a:buNone/>
              <a:defRPr sz="7500" b="1">
                <a:solidFill>
                  <a:srgbClr val="FFFFFF"/>
                </a:solidFill>
                <a:latin typeface="Helvetica"/>
                <a:ea typeface="Helvetica"/>
                <a:cs typeface="Helvetica"/>
                <a:sym typeface="Helvetica"/>
              </a:defRPr>
            </a:lvl1pPr>
          </a:lstStyle>
          <a:p>
            <a:pPr>
              <a:defRPr>
                <a:solidFill>
                  <a:srgbClr val="424242"/>
                </a:solidFill>
              </a:defRPr>
            </a:pPr>
            <a:r>
              <a:rPr>
                <a:solidFill>
                  <a:srgbClr val="FFFFFF"/>
                </a:solidFill>
              </a:rPr>
              <a:t>Section break</a:t>
            </a:r>
          </a:p>
        </p:txBody>
      </p:sp>
      <p:sp>
        <p:nvSpPr>
          <p:cNvPr id="253" name="Line"/>
          <p:cNvSpPr/>
          <p:nvPr/>
        </p:nvSpPr>
        <p:spPr>
          <a:xfrm>
            <a:off x="883768" y="5619585"/>
            <a:ext cx="662025" cy="1"/>
          </a:xfrm>
          <a:prstGeom prst="line">
            <a:avLst/>
          </a:prstGeom>
          <a:ln w="76200">
            <a:solidFill>
              <a:srgbClr val="FFFFFF"/>
            </a:solidFill>
            <a:miter lim="400000"/>
          </a:ln>
        </p:spPr>
        <p:txBody>
          <a:bodyPr lIns="22859" tIns="22859" rIns="22859" bIns="22859"/>
          <a:lstStyle/>
          <a:p>
            <a:pPr algn="l" defTabSz="412750">
              <a:spcBef>
                <a:spcPts val="1000"/>
              </a:spcBef>
              <a:defRPr sz="3000" cap="all" spc="300">
                <a:solidFill>
                  <a:srgbClr val="000000"/>
                </a:solidFill>
                <a:latin typeface="Helvetica"/>
                <a:ea typeface="Helvetica"/>
                <a:cs typeface="Helvetica"/>
                <a:sym typeface="Helvetica"/>
              </a:defRPr>
            </a:pPr>
            <a:endParaRPr sz="1500"/>
          </a:p>
        </p:txBody>
      </p:sp>
      <p:sp>
        <p:nvSpPr>
          <p:cNvPr id="254" name="SECTION"/>
          <p:cNvSpPr>
            <a:spLocks noGrp="1"/>
          </p:cNvSpPr>
          <p:nvPr>
            <p:ph type="body" sz="quarter" idx="23"/>
          </p:nvPr>
        </p:nvSpPr>
        <p:spPr>
          <a:xfrm>
            <a:off x="883768" y="662082"/>
            <a:ext cx="3250388" cy="152401"/>
          </a:xfrm>
          <a:prstGeom prst="rect">
            <a:avLst/>
          </a:prstGeom>
        </p:spPr>
        <p:txBody>
          <a:bodyPr lIns="0" tIns="0" rIns="0" bIns="0">
            <a:spAutoFit/>
          </a:bodyPr>
          <a:lstStyle>
            <a:lvl1pPr marL="0" indent="0" defTabSz="411480">
              <a:lnSpc>
                <a:spcPct val="100000"/>
              </a:lnSpc>
              <a:spcBef>
                <a:spcPts val="0"/>
              </a:spcBef>
              <a:buSzTx/>
              <a:buNone/>
              <a:defRPr sz="1000" cap="all" spc="100">
                <a:solidFill>
                  <a:srgbClr val="FFFFFF"/>
                </a:solidFill>
                <a:latin typeface="Helvetica"/>
                <a:ea typeface="Helvetica"/>
                <a:cs typeface="Helvetica"/>
                <a:sym typeface="Helvetica"/>
              </a:defRPr>
            </a:lvl1pPr>
          </a:lstStyle>
          <a:p>
            <a:pPr>
              <a:defRPr>
                <a:solidFill>
                  <a:srgbClr val="000000"/>
                </a:solidFill>
              </a:defRPr>
            </a:pPr>
            <a:r>
              <a:rPr>
                <a:solidFill>
                  <a:srgbClr val="FFFFFF"/>
                </a:solidFill>
              </a:rPr>
              <a:t>SECTION</a:t>
            </a:r>
          </a:p>
        </p:txBody>
      </p:sp>
      <p:grpSp>
        <p:nvGrpSpPr>
          <p:cNvPr id="257" name="Group"/>
          <p:cNvGrpSpPr/>
          <p:nvPr/>
        </p:nvGrpSpPr>
        <p:grpSpPr>
          <a:xfrm>
            <a:off x="438590" y="6414569"/>
            <a:ext cx="451099" cy="452670"/>
            <a:chOff x="0" y="0"/>
            <a:chExt cx="902196" cy="905338"/>
          </a:xfrm>
        </p:grpSpPr>
        <p:sp>
          <p:nvSpPr>
            <p:cNvPr id="255" name="Square"/>
            <p:cNvSpPr/>
            <p:nvPr/>
          </p:nvSpPr>
          <p:spPr>
            <a:xfrm>
              <a:off x="0" y="0"/>
              <a:ext cx="902197" cy="905339"/>
            </a:xfrm>
            <a:prstGeom prst="rect">
              <a:avLst/>
            </a:prstGeom>
            <a:solidFill>
              <a:srgbClr val="000000"/>
            </a:solidFill>
            <a:ln w="12700" cap="flat">
              <a:noFill/>
              <a:miter lim="400000"/>
            </a:ln>
            <a:effectLst/>
          </p:spPr>
          <p:txBody>
            <a:bodyPr wrap="square" lIns="71437" tIns="71437" rIns="71437" bIns="71437" numCol="1" anchor="ctr">
              <a:noAutofit/>
            </a:bodyPr>
            <a:lstStyle/>
            <a:p>
              <a:pPr algn="l" defTabSz="410766">
                <a:lnSpc>
                  <a:spcPct val="140000"/>
                </a:lnSpc>
                <a:defRPr sz="3200">
                  <a:solidFill>
                    <a:srgbClr val="E4E5E7"/>
                  </a:solidFill>
                  <a:latin typeface="Helvetica Light"/>
                  <a:ea typeface="Helvetica Light"/>
                  <a:cs typeface="Helvetica Light"/>
                  <a:sym typeface="Helvetica Light"/>
                </a:defRPr>
              </a:pPr>
              <a:endParaRPr sz="1600"/>
            </a:p>
          </p:txBody>
        </p:sp>
        <p:pic>
          <p:nvPicPr>
            <p:cNvPr id="256" name="droppedImage.pdf" descr="droppedImage.pdf"/>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3432" y="292195"/>
              <a:ext cx="591514" cy="370625"/>
            </a:xfrm>
            <a:prstGeom prst="rect">
              <a:avLst/>
            </a:prstGeom>
            <a:ln w="12700" cap="flat">
              <a:noFill/>
              <a:miter lim="400000"/>
            </a:ln>
            <a:effectLst/>
          </p:spPr>
        </p:pic>
      </p:grpSp>
      <p:sp>
        <p:nvSpPr>
          <p:cNvPr id="258" name="Slide Number"/>
          <p:cNvSpPr txBox="1">
            <a:spLocks noGrp="1"/>
          </p:cNvSpPr>
          <p:nvPr>
            <p:ph type="sldNum" sz="quarter" idx="2"/>
          </p:nvPr>
        </p:nvSpPr>
        <p:spPr>
          <a:xfrm>
            <a:off x="8599398" y="6289041"/>
            <a:ext cx="136827" cy="134620"/>
          </a:xfrm>
          <a:prstGeom prst="rect">
            <a:avLst/>
          </a:prstGeom>
        </p:spPr>
        <p:txBody>
          <a:bodyPr lIns="45718" tIns="45718" rIns="45718" bIns="45718" anchor="ctr"/>
          <a:lstStyle>
            <a:lvl1pPr algn="r" defTabSz="914216">
              <a:defRPr sz="600">
                <a:solidFill>
                  <a:srgbClr val="7F7F7F"/>
                </a:solidFill>
                <a:latin typeface="Helvetica"/>
                <a:ea typeface="Helvetica"/>
                <a:cs typeface="Helvetica"/>
                <a:sym typeface="Helvetica"/>
              </a:defRPr>
            </a:lvl1pPr>
          </a:lstStyle>
          <a:p>
            <a:fld id="{86CB4B4D-7CA3-9044-876B-883B54F8677D}" type="slidenum">
              <a:t>‹#›</a:t>
            </a:fld>
            <a:endParaRPr/>
          </a:p>
        </p:txBody>
      </p:sp>
    </p:spTree>
    <p:extLst>
      <p:ext uri="{BB962C8B-B14F-4D97-AF65-F5344CB8AC3E}">
        <p14:creationId xmlns:p14="http://schemas.microsoft.com/office/powerpoint/2010/main" val="4119770708"/>
      </p:ext>
    </p:extLst>
  </p:cSld>
  <p:clrMapOvr>
    <a:masterClrMapping/>
  </p:clrMapOvr>
  <p:transition spd="med"/>
</p:sldLayout>
</file>

<file path=ppt/slideLayouts/slideLayout15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Vodafone Rg" pitchFamily="34" charset="0"/>
              </a:defRPr>
            </a:lvl1pPr>
          </a:lstStyle>
          <a:p>
            <a:r>
              <a:rPr lang="en-US"/>
              <a:t>Click to edit Master title style</a:t>
            </a:r>
            <a:endParaRPr lang="en-GB"/>
          </a:p>
        </p:txBody>
      </p:sp>
      <p:sp>
        <p:nvSpPr>
          <p:cNvPr id="6" name="Slide Number Placeholder 5"/>
          <p:cNvSpPr>
            <a:spLocks noGrp="1"/>
          </p:cNvSpPr>
          <p:nvPr>
            <p:ph type="sldNum" sz="quarter" idx="10"/>
          </p:nvPr>
        </p:nvSpPr>
        <p:spPr/>
        <p:txBody>
          <a:bodyPr/>
          <a:lstStyle/>
          <a:p>
            <a:fld id="{72A83A2B-3358-44F8-83A0-4598795D8FB5}" type="slidenum">
              <a:rPr lang="en-GB" smtClean="0"/>
              <a:pPr/>
              <a:t>‹#›</a:t>
            </a:fld>
            <a:endParaRPr lang="en-GB"/>
          </a:p>
        </p:txBody>
      </p:sp>
    </p:spTree>
    <p:extLst>
      <p:ext uri="{BB962C8B-B14F-4D97-AF65-F5344CB8AC3E}">
        <p14:creationId xmlns:p14="http://schemas.microsoft.com/office/powerpoint/2010/main" val="75101871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BFA09D86-DB9E-4FE2-BFBA-466E1EA8439B}"/>
              </a:ext>
            </a:extLst>
          </p:cNvPr>
          <p:cNvGrpSpPr>
            <a:grpSpLocks noChangeAspect="1"/>
          </p:cNvGrpSpPr>
          <p:nvPr userDrawn="1"/>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1C67CADD-5129-49B0-B42F-A2BC496C3BC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7D68C21D-F9BF-4896-A411-709539F49CAB}"/>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42B95A5D-A70C-4FB9-A603-AB615598B22E}"/>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B953BA2B-D253-4C8D-8A10-508707484AA1}"/>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C0D176FC-B7CF-4E0C-95C6-7F48757E5373}"/>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9530649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6" name="Group 5">
            <a:extLst>
              <a:ext uri="{FF2B5EF4-FFF2-40B4-BE49-F238E27FC236}">
                <a16:creationId xmlns:a16="http://schemas.microsoft.com/office/drawing/2014/main" id="{D6E1FFD5-C787-45A8-B519-A45A733253B8}"/>
              </a:ext>
            </a:extLst>
          </p:cNvPr>
          <p:cNvGrpSpPr>
            <a:grpSpLocks noChangeAspect="1"/>
          </p:cNvGrpSpPr>
          <p:nvPr userDrawn="1"/>
        </p:nvGrpSpPr>
        <p:grpSpPr>
          <a:xfrm>
            <a:off x="476900" y="611982"/>
            <a:ext cx="2267015" cy="509586"/>
            <a:chOff x="9550400" y="612775"/>
            <a:chExt cx="2231297" cy="501650"/>
          </a:xfrm>
        </p:grpSpPr>
        <p:sp>
          <p:nvSpPr>
            <p:cNvPr id="8" name="Freeform: Shape 7">
              <a:extLst>
                <a:ext uri="{FF2B5EF4-FFF2-40B4-BE49-F238E27FC236}">
                  <a16:creationId xmlns:a16="http://schemas.microsoft.com/office/drawing/2014/main" id="{1C0E9726-868E-4047-9BAB-13130637A97A}"/>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509DFC82-3A2B-4C76-8A2D-A956618A6467}"/>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C114C793-E586-453F-9505-2F25158C7049}"/>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DDFFF31-0D96-455D-8D4B-AC24EBC9624B}"/>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6C4F739B-0593-4B72-8505-0710AA706789}"/>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27437765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8BE84EF3-D086-4872-B447-29CA255B0223}"/>
              </a:ext>
            </a:extLst>
          </p:cNvPr>
          <p:cNvGrpSpPr>
            <a:grpSpLocks noChangeAspect="1"/>
          </p:cNvGrpSpPr>
          <p:nvPr userDrawn="1"/>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0246E8D9-37F5-42CB-BC0C-F3B7051C922C}"/>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F6EA2E0C-1F08-4C5C-BD23-AEAC2902BE3F}"/>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8BD59524-FC2F-4010-84DA-993F7FDF8E39}"/>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1C87D9DE-F14A-4987-BCDE-FFB5E928DDE8}"/>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FE592DFD-D940-4FE8-AF9E-A589F49579FF}"/>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03208208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7504070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en-US"/>
              <a:t>Click to edit Master title style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en-US"/>
              <a:t>Click icon to add picture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29692651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0" y="0"/>
            <a:ext cx="10275830" cy="6858000"/>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14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grpSp>
        <p:nvGrpSpPr>
          <p:cNvPr id="8" name="Group 37">
            <a:extLst>
              <a:ext uri="{FF2B5EF4-FFF2-40B4-BE49-F238E27FC236}">
                <a16:creationId xmlns:a16="http://schemas.microsoft.com/office/drawing/2014/main" id="{89B4162E-9D70-4209-8DF4-1DED4106593B}"/>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0DC7C616-15E8-4116-9F0B-2B12EA97341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CD5D6CE-DA21-4029-90DF-6FD0FE6AC0B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056394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94901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250535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145707533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302561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33880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90306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05071241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628534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437878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157646865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cSld name="Content RH image 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5C94FEA8-066A-4CC1-BFCC-10ED1764A21E}"/>
              </a:ext>
              <a:ext uri="{C183D7F6-B498-43B3-948B-1728B52AA6E4}">
                <adec:decorative xmlns:adec="http://schemas.microsoft.com/office/drawing/2017/decorative" val="1"/>
              </a:ext>
            </a:extLst>
          </p:cNvPr>
          <p:cNvSpPr>
            <a:spLocks noGrp="1"/>
          </p:cNvSpPr>
          <p:nvPr>
            <p:ph type="pic" sz="quarter" idx="10" hasCustomPrompt="1"/>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spTree>
    <p:extLst>
      <p:ext uri="{BB962C8B-B14F-4D97-AF65-F5344CB8AC3E}">
        <p14:creationId xmlns:p14="http://schemas.microsoft.com/office/powerpoint/2010/main" val="200812556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5586E72C-F96D-4BE1-996B-39A71EA977D3}"/>
              </a:ext>
              <a:ext uri="{C183D7F6-B498-43B3-948B-1728B52AA6E4}">
                <adec:decorative xmlns:adec="http://schemas.microsoft.com/office/drawing/2017/decorative" val="1"/>
              </a:ext>
            </a:extLst>
          </p:cNvPr>
          <p:cNvSpPr>
            <a:spLocks noGrp="1"/>
          </p:cNvSpPr>
          <p:nvPr>
            <p:ph type="pic" sz="quarter" idx="10" hasCustomPrompt="1"/>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spTree>
    <p:extLst>
      <p:ext uri="{BB962C8B-B14F-4D97-AF65-F5344CB8AC3E}">
        <p14:creationId xmlns:p14="http://schemas.microsoft.com/office/powerpoint/2010/main" val="252148674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5833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19654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718466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Tree>
    <p:extLst>
      <p:ext uri="{BB962C8B-B14F-4D97-AF65-F5344CB8AC3E}">
        <p14:creationId xmlns:p14="http://schemas.microsoft.com/office/powerpoint/2010/main" val="123935470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40831403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grpSp>
        <p:nvGrpSpPr>
          <p:cNvPr id="6" name="Group 5">
            <a:extLst>
              <a:ext uri="{FF2B5EF4-FFF2-40B4-BE49-F238E27FC236}">
                <a16:creationId xmlns:a16="http://schemas.microsoft.com/office/drawing/2014/main" id="{CEF21914-3D11-4F97-AB23-E4A0515A49A0}"/>
              </a:ext>
            </a:extLst>
          </p:cNvPr>
          <p:cNvGrpSpPr>
            <a:grpSpLocks noChangeAspect="1"/>
          </p:cNvGrpSpPr>
          <p:nvPr userDrawn="1"/>
        </p:nvGrpSpPr>
        <p:grpSpPr>
          <a:xfrm>
            <a:off x="516023" y="622911"/>
            <a:ext cx="2231297" cy="501650"/>
            <a:chOff x="9550400" y="612775"/>
            <a:chExt cx="2231297" cy="501650"/>
          </a:xfrm>
        </p:grpSpPr>
        <p:sp>
          <p:nvSpPr>
            <p:cNvPr id="8" name="Freeform: Shape 7">
              <a:extLst>
                <a:ext uri="{FF2B5EF4-FFF2-40B4-BE49-F238E27FC236}">
                  <a16:creationId xmlns:a16="http://schemas.microsoft.com/office/drawing/2014/main" id="{BD7F7E63-9E42-46A8-9A71-6E559010779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C46BCBD7-702F-44AE-BE0E-E0926D208DD5}"/>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2BB6B048-A045-4E03-84D4-F3FFE848BAA2}"/>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C628683A-69BF-41FF-8017-F68ED60EA274}"/>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F985E296-1D4D-4033-818A-BCA033CC945B}"/>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54223659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50" t="23693" r="10370" b="21576"/>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22" name="Group 21">
            <a:extLst>
              <a:ext uri="{FF2B5EF4-FFF2-40B4-BE49-F238E27FC236}">
                <a16:creationId xmlns:a16="http://schemas.microsoft.com/office/drawing/2014/main" id="{C6F47D28-10A2-4B42-807F-338834C78503}"/>
              </a:ext>
            </a:extLst>
          </p:cNvPr>
          <p:cNvGrpSpPr>
            <a:grpSpLocks noChangeAspect="1"/>
          </p:cNvGrpSpPr>
          <p:nvPr userDrawn="1"/>
        </p:nvGrpSpPr>
        <p:grpSpPr>
          <a:xfrm>
            <a:off x="411020" y="984393"/>
            <a:ext cx="2231297" cy="501650"/>
            <a:chOff x="9550400" y="612775"/>
            <a:chExt cx="2231297" cy="501650"/>
          </a:xfrm>
        </p:grpSpPr>
        <p:sp>
          <p:nvSpPr>
            <p:cNvPr id="24" name="Freeform: Shape 23">
              <a:extLst>
                <a:ext uri="{FF2B5EF4-FFF2-40B4-BE49-F238E27FC236}">
                  <a16:creationId xmlns:a16="http://schemas.microsoft.com/office/drawing/2014/main" id="{A5107D01-0BA0-4B87-9537-95A64DA90258}"/>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5" name="Freeform: Shape 24">
              <a:extLst>
                <a:ext uri="{FF2B5EF4-FFF2-40B4-BE49-F238E27FC236}">
                  <a16:creationId xmlns:a16="http://schemas.microsoft.com/office/drawing/2014/main" id="{21959F94-C962-4DDF-9A2A-A5BB37E50EC5}"/>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6" name="Freeform: Shape 25">
              <a:extLst>
                <a:ext uri="{FF2B5EF4-FFF2-40B4-BE49-F238E27FC236}">
                  <a16:creationId xmlns:a16="http://schemas.microsoft.com/office/drawing/2014/main" id="{E21F5C50-2688-4B19-AECF-E792EB19D60B}"/>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7" name="Freeform: Shape 26">
              <a:extLst>
                <a:ext uri="{FF2B5EF4-FFF2-40B4-BE49-F238E27FC236}">
                  <a16:creationId xmlns:a16="http://schemas.microsoft.com/office/drawing/2014/main" id="{03E0E593-E3BD-4CF0-9539-6F4DAFC34A23}"/>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9" name="Freeform: Shape 28">
              <a:extLst>
                <a:ext uri="{FF2B5EF4-FFF2-40B4-BE49-F238E27FC236}">
                  <a16:creationId xmlns:a16="http://schemas.microsoft.com/office/drawing/2014/main" id="{864A858C-D1AB-464D-BB1B-0EA6D10A999C}"/>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80652708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10" name="Group 9">
            <a:extLst>
              <a:ext uri="{FF2B5EF4-FFF2-40B4-BE49-F238E27FC236}">
                <a16:creationId xmlns:a16="http://schemas.microsoft.com/office/drawing/2014/main" id="{0FD671EE-BA25-417F-9699-60EA1FCB92AA}"/>
              </a:ext>
            </a:extLst>
          </p:cNvPr>
          <p:cNvGrpSpPr>
            <a:grpSpLocks noChangeAspect="1"/>
          </p:cNvGrpSpPr>
          <p:nvPr userDrawn="1"/>
        </p:nvGrpSpPr>
        <p:grpSpPr>
          <a:xfrm>
            <a:off x="9161718" y="5747778"/>
            <a:ext cx="2231297" cy="501650"/>
            <a:chOff x="9550400" y="612775"/>
            <a:chExt cx="2231297" cy="501650"/>
          </a:xfrm>
        </p:grpSpPr>
        <p:sp>
          <p:nvSpPr>
            <p:cNvPr id="11" name="Freeform: Shape 10">
              <a:extLst>
                <a:ext uri="{FF2B5EF4-FFF2-40B4-BE49-F238E27FC236}">
                  <a16:creationId xmlns:a16="http://schemas.microsoft.com/office/drawing/2014/main" id="{6EB49955-6DC0-43F3-BA3D-B1BAD29F77C4}"/>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B8805EBC-1D11-4BDD-A9FB-1FFEB452AC7C}"/>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27A3B7AA-BDD7-444E-A49A-71AFFCE4CD0D}"/>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9A2DF473-CF54-4CD0-8833-9D093AAE926D}"/>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30E5BC06-233E-4261-B627-F0B2FF3F1D0B}"/>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01662220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6" name="Image 5" descr="Capgemini">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pic>
        <p:nvPicPr>
          <p:cNvPr id="1026" name="Picture 2" descr="Home - Allo Technology">
            <a:extLst>
              <a:ext uri="{FF2B5EF4-FFF2-40B4-BE49-F238E27FC236}">
                <a16:creationId xmlns:a16="http://schemas.microsoft.com/office/drawing/2014/main" id="{327B0232-6FBD-A766-D180-1415DE2E931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04813" y="463458"/>
            <a:ext cx="1071447" cy="1038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0803760"/>
      </p:ext>
    </p:extLst>
  </p:cSld>
  <p:clrMapOvr>
    <a:masterClrMapping/>
  </p:clrMapOvr>
  <p:extLst>
    <p:ext uri="{DCECCB84-F9BA-43D5-87BE-67443E8EF086}">
      <p15:sldGuideLst xmlns:p15="http://schemas.microsoft.com/office/powerpoint/2012/main"/>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Image 6" descr="Capgemini">
            <a:extLst>
              <a:ext uri="{FF2B5EF4-FFF2-40B4-BE49-F238E27FC236}">
                <a16:creationId xmlns:a16="http://schemas.microsoft.com/office/drawing/2014/main" id="{873884F3-4760-488E-A25C-0D285C88AE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302646911"/>
      </p:ext>
    </p:extLst>
  </p:cSld>
  <p:clrMapOvr>
    <a:masterClrMapping/>
  </p:clrMapOvr>
  <p:extLst>
    <p:ext uri="{DCECCB84-F9BA-43D5-87BE-67443E8EF086}">
      <p15:sldGuideLst xmlns:p15="http://schemas.microsoft.com/office/powerpoint/2012/main"/>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6" name="Image 5" descr="Capgemini">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760593423"/>
      </p:ext>
    </p:extLst>
  </p:cSld>
  <p:clrMapOvr>
    <a:masterClrMapping/>
  </p:clrMapOvr>
  <p:extLst>
    <p:ext uri="{DCECCB84-F9BA-43D5-87BE-67443E8EF086}">
      <p15:sldGuideLst xmlns:p15="http://schemas.microsoft.com/office/powerpoint/2012/main"/>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0"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38615120"/>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fr-FR"/>
              <a:t>Modifiez le style du titre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fr-FR"/>
              <a:t>Cliquez sur l'icône ptheir ajouter une image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1049059538"/>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userDrawn="1">
  <p:cSld name="Section A – Narrow">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114F2D5-2CF8-48B0-90A4-B54FDB49D9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ltGray">
          <a:xfrm>
            <a:off x="0" y="0"/>
            <a:ext cx="12192000" cy="6860032"/>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79031" y="3215"/>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5071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par>
                                <p:cTn id="27" presetID="10" presetClass="entr" presetSubtype="0" fill="hold" nodeType="withEffect">
                                  <p:stCondLst>
                                    <p:cond delay="2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150"/>
                                        <p:tgtEl>
                                          <p:spTgt spid="17"/>
                                        </p:tgtEl>
                                      </p:cBhvr>
                                    </p:animEffect>
                                  </p:childTnLst>
                                </p:cTn>
                              </p:par>
                              <p:par>
                                <p:cTn id="30" presetID="6" presetClass="emph" presetSubtype="0" fill="hold" nodeType="withEffect">
                                  <p:stCondLst>
                                    <p:cond delay="0"/>
                                  </p:stCondLst>
                                  <p:childTnLst>
                                    <p:animScale>
                                      <p:cBhvr>
                                        <p:cTn id="31" dur="150" fill="hold"/>
                                        <p:tgtEl>
                                          <p:spTgt spid="17"/>
                                        </p:tgtEl>
                                      </p:cBhvr>
                                      <p:by x="110000" y="110000"/>
                                    </p:animScale>
                                  </p:childTnLst>
                                </p:cTn>
                              </p:par>
                              <p:par>
                                <p:cTn id="32" presetID="6" presetClass="emph" presetSubtype="0" decel="100000" fill="hold" nodeType="withEffect">
                                  <p:stCondLst>
                                    <p:cond delay="200"/>
                                  </p:stCondLst>
                                  <p:childTnLst>
                                    <p:animScale>
                                      <p:cBhvr>
                                        <p:cTn id="33" dur="3450" fill="hold"/>
                                        <p:tgtEl>
                                          <p:spTgt spid="17"/>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bwMode="ltGray">
          <a:xfrm>
            <a:off x="0" y="-1"/>
            <a:ext cx="12192000" cy="6858000"/>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14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grpSp>
        <p:nvGrpSpPr>
          <p:cNvPr id="8" name="Group 37">
            <a:extLst>
              <a:ext uri="{FF2B5EF4-FFF2-40B4-BE49-F238E27FC236}">
                <a16:creationId xmlns:a16="http://schemas.microsoft.com/office/drawing/2014/main" id="{89B4162E-9D70-4209-8DF4-1DED4106593B}"/>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0DC7C616-15E8-4116-9F0B-2B12EA97341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CD5D6CE-DA21-4029-90DF-6FD0FE6AC0B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25178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Lst>
  </p:timing>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211882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5096791"/>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31116337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655460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0122814"/>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1523015"/>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62722980"/>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3350820"/>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3140664"/>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152754715"/>
      </p:ext>
    </p:extLst>
  </p:cSld>
  <p:clrMapOvr>
    <a:masterClrMapping/>
  </p:clrMapOvr>
  <p:extLst>
    <p:ext uri="{DCECCB84-F9BA-43D5-87BE-67443E8EF086}">
      <p15:sldGuideLst xmlns:p15="http://schemas.microsoft.com/office/powerpoint/2012/main"/>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cSld name="Content RH image 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5C94FEA8-066A-4CC1-BFCC-10ED1764A21E}"/>
              </a:ext>
              <a:ext uri="{C183D7F6-B498-43B3-948B-1728B52AA6E4}">
                <adec:decorative xmlns:adec="http://schemas.microsoft.com/office/drawing/2017/decorative" val="1"/>
              </a:ext>
            </a:extLst>
          </p:cNvPr>
          <p:cNvSpPr>
            <a:spLocks noGrp="1"/>
          </p:cNvSpPr>
          <p:nvPr>
            <p:ph type="pic" sz="quarter" idx="10" hasCustomPrompt="1"/>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spTree>
    <p:extLst>
      <p:ext uri="{BB962C8B-B14F-4D97-AF65-F5344CB8AC3E}">
        <p14:creationId xmlns:p14="http://schemas.microsoft.com/office/powerpoint/2010/main" val="2883149385"/>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3308708"/>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Tree>
    <p:extLst>
      <p:ext uri="{BB962C8B-B14F-4D97-AF65-F5344CB8AC3E}">
        <p14:creationId xmlns:p14="http://schemas.microsoft.com/office/powerpoint/2010/main" val="2945068841"/>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2503859945"/>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pic>
        <p:nvPicPr>
          <p:cNvPr id="5" name="Image 4" descr="Capgemini">
            <a:extLst>
              <a:ext uri="{FF2B5EF4-FFF2-40B4-BE49-F238E27FC236}">
                <a16:creationId xmlns:a16="http://schemas.microsoft.com/office/drawing/2014/main" id="{D1A9B987-E149-4E99-9E1F-336980D5EC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2162724214"/>
      </p:ext>
    </p:extLst>
  </p:cSld>
  <p:clrMapOvr>
    <a:masterClrMapping/>
  </p:clrMapOvr>
  <p:extLst>
    <p:ext uri="{DCECCB84-F9BA-43D5-87BE-67443E8EF086}">
      <p15:sldGuideLst xmlns:p15="http://schemas.microsoft.com/office/powerpoint/2012/main"/>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3" name="Image 12" descr="Capgemini">
            <a:extLst>
              <a:ext uri="{FF2B5EF4-FFF2-40B4-BE49-F238E27FC236}">
                <a16:creationId xmlns:a16="http://schemas.microsoft.com/office/drawing/2014/main" id="{A0C8CF1B-496A-4A5B-A698-8344534684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6350" t="23693" r="10370" b="21576"/>
          <a:stretch/>
        </p:blipFill>
        <p:spPr>
          <a:xfrm rot="1808368" flipV="1">
            <a:off x="4403152" y="337083"/>
            <a:ext cx="8831279" cy="4103533"/>
          </a:xfrm>
          <a:prstGeom prst="rect">
            <a:avLst/>
          </a:prstGeom>
        </p:spPr>
      </p:pic>
      <p:pic>
        <p:nvPicPr>
          <p:cNvPr id="21" name="Picture 7" descr="facebook">
            <a:hlinkClick r:id="rId4"/>
          </p:cNvPr>
          <p:cNvPicPr>
            <a:picLocks noChangeAspect="1" noChangeArrowheads="1"/>
          </p:cNvPicPr>
          <p:nvPr/>
        </p:nvPicPr>
        <p:blipFill>
          <a:blip r:embed="rId5" cstate="print"/>
          <a:srcRect/>
          <a:stretch>
            <a:fillRect/>
          </a:stretch>
        </p:blipFill>
        <p:spPr bwMode="auto">
          <a:xfrm>
            <a:off x="426720" y="4968013"/>
            <a:ext cx="333195" cy="333195"/>
          </a:xfrm>
          <a:prstGeom prst="rect">
            <a:avLst/>
          </a:prstGeom>
          <a:noFill/>
        </p:spPr>
      </p:pic>
      <p:pic>
        <p:nvPicPr>
          <p:cNvPr id="17" name="Picture 2" descr="LinkedIn">
            <a:hlinkClick r:id="rId6"/>
          </p:cNvPr>
          <p:cNvPicPr>
            <a:picLocks noChangeAspect="1" noChangeArrowheads="1"/>
          </p:cNvPicPr>
          <p:nvPr/>
        </p:nvPicPr>
        <p:blipFill>
          <a:blip r:embed="rId7" cstate="print"/>
          <a:srcRect/>
          <a:stretch>
            <a:fillRect/>
          </a:stretch>
        </p:blipFill>
        <p:spPr bwMode="auto">
          <a:xfrm>
            <a:off x="810097" y="4968013"/>
            <a:ext cx="333195" cy="333195"/>
          </a:xfrm>
          <a:prstGeom prst="rect">
            <a:avLst/>
          </a:prstGeom>
          <a:noFill/>
        </p:spPr>
      </p:pic>
      <p:pic>
        <p:nvPicPr>
          <p:cNvPr id="18" name="Picture 4" descr="SlideShare">
            <a:hlinkClick r:id="rId8"/>
          </p:cNvPr>
          <p:cNvPicPr>
            <a:picLocks noChangeAspect="1" noChangeArrowheads="1"/>
          </p:cNvPicPr>
          <p:nvPr/>
        </p:nvPicPr>
        <p:blipFill>
          <a:blip r:embed="rId9" cstate="print"/>
          <a:srcRect/>
          <a:stretch>
            <a:fillRect/>
          </a:stretch>
        </p:blipFill>
        <p:spPr bwMode="auto">
          <a:xfrm>
            <a:off x="1193474" y="4968013"/>
            <a:ext cx="333195" cy="333195"/>
          </a:xfrm>
          <a:prstGeom prst="rect">
            <a:avLst/>
          </a:prstGeom>
          <a:noFill/>
        </p:spPr>
      </p:pic>
      <p:pic>
        <p:nvPicPr>
          <p:cNvPr id="19" name="Picture 5" descr="Twitter">
            <a:hlinkClick r:id="rId10"/>
          </p:cNvPr>
          <p:cNvPicPr>
            <a:picLocks noChangeAspect="1" noChangeArrowheads="1"/>
          </p:cNvPicPr>
          <p:nvPr/>
        </p:nvPicPr>
        <p:blipFill>
          <a:blip r:embed="rId11" cstate="print"/>
          <a:srcRect/>
          <a:stretch>
            <a:fillRect/>
          </a:stretch>
        </p:blipFill>
        <p:spPr bwMode="auto">
          <a:xfrm>
            <a:off x="1576851" y="4968013"/>
            <a:ext cx="333195" cy="333195"/>
          </a:xfrm>
          <a:prstGeom prst="rect">
            <a:avLst/>
          </a:prstGeom>
          <a:noFill/>
        </p:spPr>
      </p:pic>
      <p:pic>
        <p:nvPicPr>
          <p:cNvPr id="20" name="Picture 6" descr="YouTube">
            <a:hlinkClick r:id="rId12"/>
          </p:cNvPr>
          <p:cNvPicPr>
            <a:picLocks noChangeAspect="1" noChangeArrowheads="1"/>
          </p:cNvPicPr>
          <p:nvPr userDrawn="1"/>
        </p:nvPicPr>
        <p:blipFill>
          <a:blip r:embed="rId13"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spTree>
    <p:extLst>
      <p:ext uri="{BB962C8B-B14F-4D97-AF65-F5344CB8AC3E}">
        <p14:creationId xmlns:p14="http://schemas.microsoft.com/office/powerpoint/2010/main" val="1185490532"/>
      </p:ext>
    </p:extLst>
  </p:cSld>
  <p:clrMapOvr>
    <a:masterClrMapping/>
  </p:clrMapOvr>
  <p:extLst>
    <p:ext uri="{DCECCB84-F9BA-43D5-87BE-67443E8EF086}">
      <p15:sldGuideLst xmlns:p15="http://schemas.microsoft.com/office/powerpoint/2012/main"/>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4" name="Image 23" descr="Capgemini">
            <a:extLst>
              <a:ext uri="{FF2B5EF4-FFF2-40B4-BE49-F238E27FC236}">
                <a16:creationId xmlns:a16="http://schemas.microsoft.com/office/drawing/2014/main" id="{67291309-8FC0-47AE-9F48-E59E45B7FC6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2123128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cSld name="1_Diapositive de titre">
    <p:bg>
      <p:bgPr>
        <a:solidFill>
          <a:schemeClr val="tx1"/>
        </a:solidFill>
        <a:effectLst/>
      </p:bgPr>
    </p:bg>
    <p:spTree>
      <p:nvGrpSpPr>
        <p:cNvPr id="1" name=""/>
        <p:cNvGrpSpPr/>
        <p:nvPr/>
      </p:nvGrpSpPr>
      <p:grpSpPr>
        <a:xfrm>
          <a:off x="0" y="0"/>
          <a:ext cx="0" cy="0"/>
          <a:chOff x="0" y="0"/>
          <a:chExt cx="0" cy="0"/>
        </a:xfrm>
      </p:grpSpPr>
      <p:pic>
        <p:nvPicPr>
          <p:cNvPr id="7" name="Picture Placeholder 4">
            <a:extLst>
              <a:ext uri="{FF2B5EF4-FFF2-40B4-BE49-F238E27FC236}">
                <a16:creationId xmlns:a16="http://schemas.microsoft.com/office/drawing/2014/main" id="{349DB72F-553D-4D29-B2DD-B7E31325C5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11" r="9658" b="211"/>
          <a:stretch/>
        </p:blipFill>
        <p:spPr>
          <a:xfrm>
            <a:off x="2855640" y="0"/>
            <a:ext cx="9336360" cy="6858000"/>
          </a:xfrm>
          <a:prstGeom prst="rect">
            <a:avLst/>
          </a:prstGeom>
        </p:spPr>
      </p:pic>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27878" y="1969095"/>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693514" y="5065439"/>
            <a:ext cx="8282188"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695401" y="2611159"/>
            <a:ext cx="6984776" cy="2492990"/>
          </a:xfrm>
        </p:spPr>
        <p:txBody>
          <a:bodyPr wrap="square" lIns="36000" rIns="36000" bIns="0" anchor="b" anchorCtr="0">
            <a:spAutoFit/>
          </a:bodyPr>
          <a:lstStyle>
            <a:lvl1pPr algn="l">
              <a:lnSpc>
                <a:spcPct val="100000"/>
              </a:lnSpc>
              <a:defRPr sz="5400" b="1" baseline="0">
                <a:solidFill>
                  <a:schemeClr val="bg1"/>
                </a:solidFill>
                <a:latin typeface="+mn-lt"/>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B5786856-BAC8-4A02-BF57-BD299BE6C58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1384" y="620688"/>
            <a:ext cx="4191000" cy="962025"/>
          </a:xfrm>
          <a:prstGeom prst="rect">
            <a:avLst/>
          </a:prstGeom>
        </p:spPr>
      </p:pic>
    </p:spTree>
    <p:extLst>
      <p:ext uri="{BB962C8B-B14F-4D97-AF65-F5344CB8AC3E}">
        <p14:creationId xmlns:p14="http://schemas.microsoft.com/office/powerpoint/2010/main" val="19007117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FBB6F5A-C089-49EB-85DA-04CA2652AF6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8027" t="2239" r="26258" b="22547"/>
          <a:stretch/>
        </p:blipFill>
        <p:spPr>
          <a:xfrm>
            <a:off x="0" y="0"/>
            <a:ext cx="4882211" cy="6858000"/>
          </a:xfrm>
          <a:prstGeom prst="rect">
            <a:avLst/>
          </a:prstGeom>
        </p:spPr>
      </p:pic>
      <p:sp>
        <p:nvSpPr>
          <p:cNvPr id="2" name="Title 1">
            <a:extLst>
              <a:ext uri="{FF2B5EF4-FFF2-40B4-BE49-F238E27FC236}">
                <a16:creationId xmlns:a16="http://schemas.microsoft.com/office/drawing/2014/main" id="{4774F36F-3194-40C1-BFCB-D2FC8CB290B2}"/>
              </a:ext>
            </a:extLst>
          </p:cNvPr>
          <p:cNvSpPr>
            <a:spLocks noGrp="1"/>
          </p:cNvSpPr>
          <p:nvPr>
            <p:ph type="title" hasCustomPrompt="1"/>
          </p:nvPr>
        </p:nvSpPr>
        <p:spPr>
          <a:xfrm>
            <a:off x="191344" y="9144"/>
            <a:ext cx="3056632" cy="827568"/>
          </a:xfrm>
          <a:prstGeom prst="rect">
            <a:avLst/>
          </a:prstGeom>
        </p:spPr>
        <p:txBody>
          <a:bodyPr/>
          <a:lstStyle>
            <a:lvl1pPr algn="l">
              <a:defRPr sz="4000">
                <a:solidFill>
                  <a:schemeClr val="bg1"/>
                </a:solidFill>
              </a:defRPr>
            </a:lvl1pPr>
          </a:lstStyle>
          <a:p>
            <a:r>
              <a:rPr lang="en-US"/>
              <a:t>Agenda</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358499493"/>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5229200"/>
            <a:ext cx="6699299"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933246"/>
            <a:ext cx="6699299" cy="2243691"/>
          </a:xfrm>
        </p:spPr>
        <p:txBody>
          <a:bodyPr wrap="square" lIns="36000" rIns="36000" bIns="0" anchor="b" anchorCtr="0">
            <a:spAutoFit/>
          </a:bodyPr>
          <a:lstStyle>
            <a:lvl1pPr algn="l">
              <a:lnSpc>
                <a:spcPct val="90000"/>
              </a:lnSpc>
              <a:defRPr sz="5400" b="1" baseline="0">
                <a:solidFill>
                  <a:schemeClr val="bg1"/>
                </a:solidFill>
                <a:latin typeface="+mn-lt"/>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84BC735E-A9A3-4A52-8056-D6C0AF2637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1384" y="642523"/>
            <a:ext cx="4200525" cy="962025"/>
          </a:xfrm>
          <a:prstGeom prst="rect">
            <a:avLst/>
          </a:prstGeom>
        </p:spPr>
      </p:pic>
    </p:spTree>
    <p:extLst>
      <p:ext uri="{BB962C8B-B14F-4D97-AF65-F5344CB8AC3E}">
        <p14:creationId xmlns:p14="http://schemas.microsoft.com/office/powerpoint/2010/main" val="3786432262"/>
      </p:ext>
    </p:extLst>
  </p:cSld>
  <p:clrMapOvr>
    <a:masterClrMapping/>
  </p:clrMapOvr>
  <p:extLst>
    <p:ext uri="{DCECCB84-F9BA-43D5-87BE-67443E8EF086}">
      <p15:sldGuideLst xmlns:p15="http://schemas.microsoft.com/office/powerpoint/2012/main"/>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1_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6079" t="6949" r="40419" b="6949"/>
          <a:stretch/>
        </p:blipFill>
        <p:spPr bwMode="ltGray">
          <a:xfrm>
            <a:off x="0" y="0"/>
            <a:ext cx="2783632" cy="6858001"/>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0F43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grpSp>
        <p:nvGrpSpPr>
          <p:cNvPr id="8" name="Group 37">
            <a:extLst>
              <a:ext uri="{FF2B5EF4-FFF2-40B4-BE49-F238E27FC236}">
                <a16:creationId xmlns:a16="http://schemas.microsoft.com/office/drawing/2014/main" id="{A0131EFA-E3CA-4470-968C-AA4EF9936122}"/>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FE038D48-6B7B-4F99-AD46-1A717A987A8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099682C-62AB-45A8-A317-C09E541E1A7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863609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Lst>
  </p:timing>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p:nvPicPr>
        <p:blipFill rotWithShape="1">
          <a:blip r:embed="rId12">
            <a:extLst>
              <a:ext uri="{28A0092B-C50C-407E-A947-70E740481C1C}">
                <a14:useLocalDpi xmlns:a14="http://schemas.microsoft.com/office/drawing/2010/main" val="0"/>
              </a:ext>
            </a:extLst>
          </a:blip>
          <a:srcRect l="6804" t="21979" r="11456" b="23098"/>
          <a:stretch/>
        </p:blipFill>
        <p:spPr>
          <a:xfrm rot="1808368" flipV="1">
            <a:off x="4394821" y="417955"/>
            <a:ext cx="8667942" cy="4117924"/>
          </a:xfrm>
          <a:prstGeom prst="rect">
            <a:avLst/>
          </a:prstGeom>
        </p:spPr>
      </p:pic>
      <p:pic>
        <p:nvPicPr>
          <p:cNvPr id="22" name="Graphic 21">
            <a:extLst>
              <a:ext uri="{FF2B5EF4-FFF2-40B4-BE49-F238E27FC236}">
                <a16:creationId xmlns:a16="http://schemas.microsoft.com/office/drawing/2014/main" id="{87C241BA-1CF8-46FC-BDFB-FE16C11962BA}"/>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551384" y="642523"/>
            <a:ext cx="4200525" cy="962025"/>
          </a:xfrm>
          <a:prstGeom prst="rect">
            <a:avLst/>
          </a:prstGeom>
        </p:spPr>
      </p:pic>
    </p:spTree>
    <p:extLst>
      <p:ext uri="{BB962C8B-B14F-4D97-AF65-F5344CB8AC3E}">
        <p14:creationId xmlns:p14="http://schemas.microsoft.com/office/powerpoint/2010/main" val="1812337887"/>
      </p:ext>
    </p:extLst>
  </p:cSld>
  <p:clrMapOvr>
    <a:masterClrMapping/>
  </p:clrMapOvr>
  <p:extLst>
    <p:ext uri="{DCECCB84-F9BA-43D5-87BE-67443E8EF086}">
      <p15:sldGuideLst xmlns:p15="http://schemas.microsoft.com/office/powerpoint/2012/main"/>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type="blank" preserve="1">
  <p:cSld name="3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3"/>
            <a:extLst>
              <a:ext uri="{FF2B5EF4-FFF2-40B4-BE49-F238E27FC236}">
                <a16:creationId xmlns:a16="http://schemas.microsoft.com/office/drawing/2014/main" id="{F6DF1D6E-8462-43E1-AFC5-8A5C855024F4}"/>
              </a:ext>
            </a:extLst>
          </p:cNvPr>
          <p:cNvPicPr>
            <a:picLocks noChangeAspect="1" noChangeArrowheads="1"/>
          </p:cNvPicPr>
          <p:nvPr/>
        </p:nvPicPr>
        <p:blipFill>
          <a:blip r:embed="rId4"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5"/>
            <a:extLst>
              <a:ext uri="{FF2B5EF4-FFF2-40B4-BE49-F238E27FC236}">
                <a16:creationId xmlns:a16="http://schemas.microsoft.com/office/drawing/2014/main" id="{DA74C6D2-FFE3-4CE8-B52D-0A33097AEEAF}"/>
              </a:ext>
            </a:extLst>
          </p:cNvPr>
          <p:cNvPicPr>
            <a:picLocks noChangeAspect="1" noChangeArrowheads="1"/>
          </p:cNvPicPr>
          <p:nvPr/>
        </p:nvPicPr>
        <p:blipFill>
          <a:blip r:embed="rId6"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7"/>
            <a:extLst>
              <a:ext uri="{FF2B5EF4-FFF2-40B4-BE49-F238E27FC236}">
                <a16:creationId xmlns:a16="http://schemas.microsoft.com/office/drawing/2014/main" id="{14E10122-92A2-4535-9737-8C1BE0EE0AEC}"/>
              </a:ext>
            </a:extLst>
          </p:cNvPr>
          <p:cNvPicPr>
            <a:picLocks noChangeAspect="1" noChangeArrowheads="1"/>
          </p:cNvPicPr>
          <p:nvPr/>
        </p:nvPicPr>
        <p:blipFill>
          <a:blip r:embed="rId8"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9"/>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0"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1"/>
            <a:extLst>
              <a:ext uri="{FF2B5EF4-FFF2-40B4-BE49-F238E27FC236}">
                <a16:creationId xmlns:a16="http://schemas.microsoft.com/office/drawing/2014/main" id="{BCC76D32-C587-45AA-A26C-ED5B038C867B}"/>
              </a:ext>
            </a:extLst>
          </p:cNvPr>
          <p:cNvPicPr>
            <a:picLocks noChangeAspect="1" noChangeArrowheads="1"/>
          </p:cNvPicPr>
          <p:nvPr/>
        </p:nvPicPr>
        <p:blipFill>
          <a:blip r:embed="rId12" cstate="print"/>
          <a:srcRect/>
          <a:stretch>
            <a:fillRect/>
          </a:stretch>
        </p:blipFill>
        <p:spPr bwMode="auto">
          <a:xfrm>
            <a:off x="426720" y="5328053"/>
            <a:ext cx="333195" cy="333195"/>
          </a:xfrm>
          <a:prstGeom prst="rect">
            <a:avLst/>
          </a:prstGeom>
          <a:noFill/>
        </p:spPr>
      </p:pic>
      <p:pic>
        <p:nvPicPr>
          <p:cNvPr id="25" name="Graphic 24">
            <a:extLst>
              <a:ext uri="{FF2B5EF4-FFF2-40B4-BE49-F238E27FC236}">
                <a16:creationId xmlns:a16="http://schemas.microsoft.com/office/drawing/2014/main" id="{A93746CB-8F5F-4B1D-978B-056949B18A09}"/>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7368083" y="5376781"/>
            <a:ext cx="4200525" cy="962025"/>
          </a:xfrm>
          <a:prstGeom prst="rect">
            <a:avLst/>
          </a:prstGeom>
        </p:spPr>
      </p:pic>
    </p:spTree>
    <p:extLst>
      <p:ext uri="{BB962C8B-B14F-4D97-AF65-F5344CB8AC3E}">
        <p14:creationId xmlns:p14="http://schemas.microsoft.com/office/powerpoint/2010/main" val="1769957655"/>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C5CAC-56E4-D048-8891-7D4ACD6CB94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D8FB87B-BC78-8149-9097-FB12EA0DDE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66DA149-5DD8-6648-A9B8-D7C803E4E5AD}"/>
              </a:ext>
            </a:extLst>
          </p:cNvPr>
          <p:cNvSpPr>
            <a:spLocks noGrp="1"/>
          </p:cNvSpPr>
          <p:nvPr>
            <p:ph type="dt" sz="half" idx="10"/>
          </p:nvPr>
        </p:nvSpPr>
        <p:spPr/>
        <p:txBody>
          <a:bodyPr/>
          <a:lstStyle/>
          <a:p>
            <a:fld id="{A9BE5C48-FF05-8C43-A3BA-0982F08C34D6}" type="datetimeFigureOut">
              <a:rPr lang="en-US" smtClean="0"/>
              <a:t>2/26/2025</a:t>
            </a:fld>
            <a:endParaRPr lang="en-US"/>
          </a:p>
        </p:txBody>
      </p:sp>
      <p:sp>
        <p:nvSpPr>
          <p:cNvPr id="5" name="Footer Placeholder 4">
            <a:extLst>
              <a:ext uri="{FF2B5EF4-FFF2-40B4-BE49-F238E27FC236}">
                <a16:creationId xmlns:a16="http://schemas.microsoft.com/office/drawing/2014/main" id="{631CAF16-C406-B54D-AFBF-18FAF6E67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FE657-3F26-E34E-8269-6F39506CB29F}"/>
              </a:ext>
            </a:extLst>
          </p:cNvPr>
          <p:cNvSpPr>
            <a:spLocks noGrp="1"/>
          </p:cNvSpPr>
          <p:nvPr>
            <p:ph type="sldNum" sz="quarter" idx="12"/>
          </p:nvPr>
        </p:nvSpPr>
        <p:spPr/>
        <p:txBody>
          <a:bodyPr/>
          <a:lstStyle/>
          <a:p>
            <a:fld id="{7DF0AD96-932E-534C-992A-0ED394F5E45C}" type="slidenum">
              <a:rPr lang="en-US" smtClean="0"/>
              <a:t>‹#›</a:t>
            </a:fld>
            <a:endParaRPr lang="en-US"/>
          </a:p>
        </p:txBody>
      </p:sp>
    </p:spTree>
    <p:extLst>
      <p:ext uri="{BB962C8B-B14F-4D97-AF65-F5344CB8AC3E}">
        <p14:creationId xmlns:p14="http://schemas.microsoft.com/office/powerpoint/2010/main" val="3049434870"/>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a:t>Click to edit Master title style</a:t>
            </a:r>
            <a:endParaRPr lang="en-US"/>
          </a:p>
        </p:txBody>
      </p:sp>
      <p:sp>
        <p:nvSpPr>
          <p:cNvPr id="3" name="Date Placeholder 2"/>
          <p:cNvSpPr>
            <a:spLocks noGrp="1"/>
          </p:cNvSpPr>
          <p:nvPr>
            <p:ph type="dt" sz="half" idx="10"/>
          </p:nvPr>
        </p:nvSpPr>
        <p:spPr/>
        <p:txBody>
          <a:bodyPr rtlCol="0"/>
          <a:lstStyle/>
          <a:p>
            <a:pPr rtl="0"/>
            <a:r>
              <a:rPr lang="en-US"/>
              <a:t>10/16/2019</a:t>
            </a:r>
          </a:p>
        </p:txBody>
      </p:sp>
      <p:sp>
        <p:nvSpPr>
          <p:cNvPr id="4" name="Footer Placeholder 3"/>
          <p:cNvSpPr>
            <a:spLocks noGrp="1"/>
          </p:cNvSpPr>
          <p:nvPr>
            <p:ph type="ftr" sz="quarter" idx="11"/>
          </p:nvPr>
        </p:nvSpPr>
        <p:spPr/>
        <p:txBody>
          <a:bodyPr rtlCol="0"/>
          <a:lstStyle/>
          <a:p>
            <a:pPr rtl="0"/>
            <a:endParaRPr lang="en-US"/>
          </a:p>
        </p:txBody>
      </p:sp>
      <p:sp>
        <p:nvSpPr>
          <p:cNvPr id="5" name="Slide Number Placeholder 4"/>
          <p:cNvSpPr>
            <a:spLocks noGrp="1"/>
          </p:cNvSpPr>
          <p:nvPr>
            <p:ph type="sldNum" sz="quarter" idx="12"/>
          </p:nvPr>
        </p:nvSpPr>
        <p:spPr/>
        <p:txBody>
          <a:bodyPr rtlCol="0"/>
          <a:lstStyle/>
          <a:p>
            <a:pPr rtl="0"/>
            <a:fld id="{A428E537-E56B-49CA-B596-52598082FBE8}" type="slidenum">
              <a:rPr lang="en-US" smtClean="0"/>
              <a:t>‹#›</a:t>
            </a:fld>
            <a:endParaRPr lang="en-US"/>
          </a:p>
        </p:txBody>
      </p:sp>
    </p:spTree>
    <p:extLst>
      <p:ext uri="{BB962C8B-B14F-4D97-AF65-F5344CB8AC3E}">
        <p14:creationId xmlns:p14="http://schemas.microsoft.com/office/powerpoint/2010/main" val="4044820717"/>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3"/>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3077866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userDrawn="1">
  <p:cSld name="Image and highlights (two-color)">
    <p:spTree>
      <p:nvGrpSpPr>
        <p:cNvPr id="1" name=""/>
        <p:cNvGrpSpPr/>
        <p:nvPr/>
      </p:nvGrpSpPr>
      <p:grpSpPr>
        <a:xfrm>
          <a:off x="0" y="0"/>
          <a:ext cx="0" cy="0"/>
          <a:chOff x="0" y="0"/>
          <a:chExt cx="0" cy="0"/>
        </a:xfrm>
      </p:grpSpPr>
      <p:sp>
        <p:nvSpPr>
          <p:cNvPr id="14"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cxnSp>
        <p:nvCxnSpPr>
          <p:cNvPr id="15"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7"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a:solidFill>
                  <a:schemeClr val="tx1"/>
                </a:solidFill>
                <a:cs typeface="Arial" panose="020B0604020202020204" pitchFamily="34" charset="0"/>
              </a:rPr>
              <a:t>© 2022 Capgemini. All rights reserved.</a:t>
            </a:r>
          </a:p>
        </p:txBody>
      </p:sp>
      <p:sp>
        <p:nvSpPr>
          <p:cNvPr id="18" name="Rectangle 17">
            <a:extLst>
              <a:ext uri="{FF2B5EF4-FFF2-40B4-BE49-F238E27FC236}">
                <a16:creationId xmlns:a16="http://schemas.microsoft.com/office/drawing/2014/main" id="{F945020D-3AAE-4010-B897-C42C5BCA520A}"/>
              </a:ext>
            </a:extLst>
          </p:cNvPr>
          <p:cNvSpPr/>
          <p:nvPr userDrawn="1"/>
        </p:nvSpPr>
        <p:spPr>
          <a:xfrm>
            <a:off x="12495175" y="1590917"/>
            <a:ext cx="594992" cy="6214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Capgemini Blue</a:t>
            </a:r>
          </a:p>
          <a:p>
            <a:pPr marL="194819" defTabSz="1039033"/>
            <a:r>
              <a:rPr lang="en-US" sz="700">
                <a:solidFill>
                  <a:prstClr val="white"/>
                </a:solidFill>
              </a:rPr>
              <a:t>R 0</a:t>
            </a:r>
          </a:p>
          <a:p>
            <a:pPr marL="194819" defTabSz="1039033"/>
            <a:r>
              <a:rPr lang="en-US" sz="700">
                <a:solidFill>
                  <a:prstClr val="white"/>
                </a:solidFill>
              </a:rPr>
              <a:t>G 112</a:t>
            </a:r>
          </a:p>
          <a:p>
            <a:pPr marL="194819" defTabSz="1039033"/>
            <a:r>
              <a:rPr lang="en-US" sz="700">
                <a:solidFill>
                  <a:prstClr val="white"/>
                </a:solidFill>
              </a:rPr>
              <a:t>B 173</a:t>
            </a:r>
          </a:p>
        </p:txBody>
      </p:sp>
      <p:sp>
        <p:nvSpPr>
          <p:cNvPr id="19" name="Rectangle 18">
            <a:extLst>
              <a:ext uri="{FF2B5EF4-FFF2-40B4-BE49-F238E27FC236}">
                <a16:creationId xmlns:a16="http://schemas.microsoft.com/office/drawing/2014/main" id="{AD1365F3-16E2-4E49-93A6-EBD03C718A18}"/>
              </a:ext>
            </a:extLst>
          </p:cNvPr>
          <p:cNvSpPr/>
          <p:nvPr userDrawn="1"/>
        </p:nvSpPr>
        <p:spPr>
          <a:xfrm>
            <a:off x="13090167" y="1590917"/>
            <a:ext cx="594992" cy="6214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Vibrant</a:t>
            </a:r>
            <a:br>
              <a:rPr lang="en-US" sz="700" b="1">
                <a:solidFill>
                  <a:prstClr val="white"/>
                </a:solidFill>
              </a:rPr>
            </a:br>
            <a:r>
              <a:rPr lang="en-US" sz="700" b="1">
                <a:solidFill>
                  <a:prstClr val="white"/>
                </a:solidFill>
              </a:rPr>
              <a:t>Blue</a:t>
            </a:r>
          </a:p>
          <a:p>
            <a:pPr marL="194819" defTabSz="1039033"/>
            <a:r>
              <a:rPr lang="en-US" sz="700">
                <a:solidFill>
                  <a:prstClr val="white"/>
                </a:solidFill>
              </a:rPr>
              <a:t>R 18</a:t>
            </a:r>
          </a:p>
          <a:p>
            <a:pPr marL="194819" defTabSz="1039033"/>
            <a:r>
              <a:rPr lang="en-US" sz="700">
                <a:solidFill>
                  <a:prstClr val="white"/>
                </a:solidFill>
              </a:rPr>
              <a:t>G 171</a:t>
            </a:r>
          </a:p>
          <a:p>
            <a:pPr marL="194819" defTabSz="1039033"/>
            <a:r>
              <a:rPr lang="en-US" sz="700">
                <a:solidFill>
                  <a:prstClr val="white"/>
                </a:solidFill>
              </a:rPr>
              <a:t>B 219</a:t>
            </a:r>
          </a:p>
        </p:txBody>
      </p:sp>
      <p:sp>
        <p:nvSpPr>
          <p:cNvPr id="20" name="Rectangle 19">
            <a:extLst>
              <a:ext uri="{FF2B5EF4-FFF2-40B4-BE49-F238E27FC236}">
                <a16:creationId xmlns:a16="http://schemas.microsoft.com/office/drawing/2014/main" id="{F8BA17B6-7D11-4A4E-9361-6C557E1F5673}"/>
              </a:ext>
            </a:extLst>
          </p:cNvPr>
          <p:cNvSpPr/>
          <p:nvPr userDrawn="1"/>
        </p:nvSpPr>
        <p:spPr>
          <a:xfrm>
            <a:off x="13685160" y="1590917"/>
            <a:ext cx="594992" cy="62146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Deep</a:t>
            </a:r>
            <a:br>
              <a:rPr lang="en-US" sz="700" b="1">
                <a:solidFill>
                  <a:prstClr val="white"/>
                </a:solidFill>
              </a:rPr>
            </a:br>
            <a:r>
              <a:rPr lang="en-US" sz="700" b="1">
                <a:solidFill>
                  <a:prstClr val="white"/>
                </a:solidFill>
              </a:rPr>
              <a:t>Purple</a:t>
            </a:r>
          </a:p>
          <a:p>
            <a:pPr marL="194819" defTabSz="1039033"/>
            <a:r>
              <a:rPr lang="en-US" sz="700">
                <a:solidFill>
                  <a:prstClr val="white"/>
                </a:solidFill>
              </a:rPr>
              <a:t>R 43</a:t>
            </a:r>
          </a:p>
          <a:p>
            <a:pPr marL="194819" defTabSz="1039033"/>
            <a:r>
              <a:rPr lang="en-US" sz="700">
                <a:solidFill>
                  <a:prstClr val="white"/>
                </a:solidFill>
              </a:rPr>
              <a:t>G 10</a:t>
            </a:r>
          </a:p>
          <a:p>
            <a:pPr marL="194819" defTabSz="1039033"/>
            <a:r>
              <a:rPr lang="en-US" sz="700">
                <a:solidFill>
                  <a:prstClr val="white"/>
                </a:solidFill>
              </a:rPr>
              <a:t>B 61</a:t>
            </a:r>
          </a:p>
        </p:txBody>
      </p:sp>
      <p:sp>
        <p:nvSpPr>
          <p:cNvPr id="21" name="Rectangle 20">
            <a:extLst>
              <a:ext uri="{FF2B5EF4-FFF2-40B4-BE49-F238E27FC236}">
                <a16:creationId xmlns:a16="http://schemas.microsoft.com/office/drawing/2014/main" id="{9DCA5A73-45AD-4797-B0D5-DC00A55EFF6A}"/>
              </a:ext>
            </a:extLst>
          </p:cNvPr>
          <p:cNvSpPr/>
          <p:nvPr userDrawn="1"/>
        </p:nvSpPr>
        <p:spPr>
          <a:xfrm>
            <a:off x="14280152" y="1590917"/>
            <a:ext cx="594992" cy="62146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Tech</a:t>
            </a:r>
            <a:br>
              <a:rPr lang="en-US" sz="700" b="1">
                <a:solidFill>
                  <a:prstClr val="white"/>
                </a:solidFill>
              </a:rPr>
            </a:br>
            <a:r>
              <a:rPr lang="en-US" sz="700" b="1">
                <a:solidFill>
                  <a:prstClr val="white"/>
                </a:solidFill>
              </a:rPr>
              <a:t>Red</a:t>
            </a:r>
          </a:p>
          <a:p>
            <a:pPr marL="194819" defTabSz="1039033"/>
            <a:r>
              <a:rPr lang="en-US" sz="700">
                <a:solidFill>
                  <a:prstClr val="white"/>
                </a:solidFill>
              </a:rPr>
              <a:t>R 255</a:t>
            </a:r>
          </a:p>
          <a:p>
            <a:pPr marL="194819" defTabSz="1039033"/>
            <a:r>
              <a:rPr lang="en-US" sz="700">
                <a:solidFill>
                  <a:prstClr val="white"/>
                </a:solidFill>
              </a:rPr>
              <a:t>G 48</a:t>
            </a:r>
          </a:p>
          <a:p>
            <a:pPr marL="194819" defTabSz="1039033"/>
            <a:r>
              <a:rPr lang="en-US" sz="700">
                <a:solidFill>
                  <a:prstClr val="white"/>
                </a:solidFill>
              </a:rPr>
              <a:t>B 76</a:t>
            </a:r>
          </a:p>
        </p:txBody>
      </p:sp>
      <p:sp>
        <p:nvSpPr>
          <p:cNvPr id="22" name="Rectangle 21">
            <a:extLst>
              <a:ext uri="{FF2B5EF4-FFF2-40B4-BE49-F238E27FC236}">
                <a16:creationId xmlns:a16="http://schemas.microsoft.com/office/drawing/2014/main" id="{BBE8A8F7-AF68-400A-A483-7BE773E175AF}"/>
              </a:ext>
            </a:extLst>
          </p:cNvPr>
          <p:cNvSpPr/>
          <p:nvPr userDrawn="1"/>
        </p:nvSpPr>
        <p:spPr>
          <a:xfrm>
            <a:off x="14875145" y="1590917"/>
            <a:ext cx="594992" cy="62146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Zest</a:t>
            </a:r>
            <a:br>
              <a:rPr lang="en-US" sz="700" b="1">
                <a:solidFill>
                  <a:prstClr val="white"/>
                </a:solidFill>
              </a:rPr>
            </a:br>
            <a:r>
              <a:rPr lang="en-US" sz="700" b="1">
                <a:solidFill>
                  <a:prstClr val="white"/>
                </a:solidFill>
              </a:rPr>
              <a:t>Green</a:t>
            </a:r>
          </a:p>
          <a:p>
            <a:pPr marL="194819" defTabSz="1039033"/>
            <a:r>
              <a:rPr lang="en-US" sz="700">
                <a:solidFill>
                  <a:prstClr val="white"/>
                </a:solidFill>
              </a:rPr>
              <a:t>R 149</a:t>
            </a:r>
          </a:p>
          <a:p>
            <a:pPr marL="194819" defTabSz="1039033"/>
            <a:r>
              <a:rPr lang="en-US" sz="700">
                <a:solidFill>
                  <a:prstClr val="white"/>
                </a:solidFill>
              </a:rPr>
              <a:t>G 230</a:t>
            </a:r>
          </a:p>
          <a:p>
            <a:pPr marL="194819" defTabSz="1039033"/>
            <a:r>
              <a:rPr lang="en-US" sz="700">
                <a:solidFill>
                  <a:prstClr val="white"/>
                </a:solidFill>
              </a:rPr>
              <a:t>B 22</a:t>
            </a:r>
          </a:p>
        </p:txBody>
      </p:sp>
      <p:sp>
        <p:nvSpPr>
          <p:cNvPr id="23" name="Rectangle 22">
            <a:extLst>
              <a:ext uri="{FF2B5EF4-FFF2-40B4-BE49-F238E27FC236}">
                <a16:creationId xmlns:a16="http://schemas.microsoft.com/office/drawing/2014/main" id="{4B1F2B44-4AB0-410D-9D38-82E10753545C}"/>
              </a:ext>
            </a:extLst>
          </p:cNvPr>
          <p:cNvSpPr/>
          <p:nvPr userDrawn="1"/>
        </p:nvSpPr>
        <p:spPr>
          <a:xfrm>
            <a:off x="12495175" y="2469180"/>
            <a:ext cx="594992" cy="621467"/>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66744" defTabSz="1039033">
              <a:spcAft>
                <a:spcPts val="455"/>
              </a:spcAft>
            </a:pPr>
            <a:r>
              <a:rPr lang="en-US" sz="700" b="1">
                <a:solidFill>
                  <a:prstClr val="white"/>
                </a:solidFill>
              </a:rPr>
              <a:t>Capgemini Blue</a:t>
            </a:r>
            <a:r>
              <a:rPr lang="en-US" sz="700">
                <a:solidFill>
                  <a:prstClr val="white"/>
                </a:solidFill>
              </a:rPr>
              <a:t> (-50%)</a:t>
            </a:r>
          </a:p>
          <a:p>
            <a:pPr marL="194819" defTabSz="1039033"/>
            <a:r>
              <a:rPr lang="en-US" sz="700">
                <a:solidFill>
                  <a:prstClr val="white"/>
                </a:solidFill>
              </a:rPr>
              <a:t>R 128</a:t>
            </a:r>
          </a:p>
          <a:p>
            <a:pPr marL="194819" defTabSz="1039033"/>
            <a:r>
              <a:rPr lang="en-US" sz="700">
                <a:solidFill>
                  <a:prstClr val="white"/>
                </a:solidFill>
              </a:rPr>
              <a:t>G 184</a:t>
            </a:r>
          </a:p>
          <a:p>
            <a:pPr marL="194819" defTabSz="1039033"/>
            <a:r>
              <a:rPr lang="en-US" sz="700">
                <a:solidFill>
                  <a:prstClr val="white"/>
                </a:solidFill>
              </a:rPr>
              <a:t>B 214</a:t>
            </a:r>
          </a:p>
        </p:txBody>
      </p:sp>
      <p:sp>
        <p:nvSpPr>
          <p:cNvPr id="24" name="Rectangle 23">
            <a:extLst>
              <a:ext uri="{FF2B5EF4-FFF2-40B4-BE49-F238E27FC236}">
                <a16:creationId xmlns:a16="http://schemas.microsoft.com/office/drawing/2014/main" id="{09AD80F9-D5D3-46E0-B8DD-49B9E9086662}"/>
              </a:ext>
            </a:extLst>
          </p:cNvPr>
          <p:cNvSpPr/>
          <p:nvPr userDrawn="1"/>
        </p:nvSpPr>
        <p:spPr>
          <a:xfrm>
            <a:off x="13090167" y="2469180"/>
            <a:ext cx="594992" cy="621467"/>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66744" defTabSz="1039033">
              <a:spcAft>
                <a:spcPts val="455"/>
              </a:spcAft>
            </a:pPr>
            <a:r>
              <a:rPr lang="en-US" sz="700" b="1">
                <a:solidFill>
                  <a:prstClr val="white"/>
                </a:solidFill>
              </a:rPr>
              <a:t>Vibrant</a:t>
            </a:r>
            <a:br>
              <a:rPr lang="en-US" sz="700" b="1">
                <a:solidFill>
                  <a:prstClr val="white"/>
                </a:solidFill>
              </a:rPr>
            </a:br>
            <a:r>
              <a:rPr lang="en-US" sz="700" b="1">
                <a:solidFill>
                  <a:prstClr val="white"/>
                </a:solidFill>
              </a:rPr>
              <a:t>Blue</a:t>
            </a:r>
            <a:r>
              <a:rPr lang="en-US" sz="700">
                <a:solidFill>
                  <a:prstClr val="white"/>
                </a:solidFill>
              </a:rPr>
              <a:t> (-50%)</a:t>
            </a:r>
          </a:p>
          <a:p>
            <a:pPr marL="194819" defTabSz="1039033"/>
            <a:r>
              <a:rPr lang="en-US" sz="700">
                <a:solidFill>
                  <a:prstClr val="white"/>
                </a:solidFill>
              </a:rPr>
              <a:t>R 136</a:t>
            </a:r>
          </a:p>
          <a:p>
            <a:pPr marL="194819" defTabSz="1039033"/>
            <a:r>
              <a:rPr lang="en-US" sz="700">
                <a:solidFill>
                  <a:prstClr val="white"/>
                </a:solidFill>
              </a:rPr>
              <a:t>G 213</a:t>
            </a:r>
          </a:p>
          <a:p>
            <a:pPr marL="194819" defTabSz="1039033"/>
            <a:r>
              <a:rPr lang="en-US" sz="700">
                <a:solidFill>
                  <a:prstClr val="white"/>
                </a:solidFill>
              </a:rPr>
              <a:t>B 237</a:t>
            </a:r>
          </a:p>
        </p:txBody>
      </p:sp>
      <p:sp>
        <p:nvSpPr>
          <p:cNvPr id="25" name="Rectangle 24">
            <a:extLst>
              <a:ext uri="{FF2B5EF4-FFF2-40B4-BE49-F238E27FC236}">
                <a16:creationId xmlns:a16="http://schemas.microsoft.com/office/drawing/2014/main" id="{245F13F2-C8AE-4E67-AE1E-9F7732CEA039}"/>
              </a:ext>
            </a:extLst>
          </p:cNvPr>
          <p:cNvSpPr/>
          <p:nvPr userDrawn="1"/>
        </p:nvSpPr>
        <p:spPr>
          <a:xfrm>
            <a:off x="13685160" y="2469180"/>
            <a:ext cx="594992" cy="621467"/>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Purple</a:t>
            </a:r>
          </a:p>
          <a:p>
            <a:pPr marL="194819" defTabSz="1039033"/>
            <a:r>
              <a:rPr lang="en-US" sz="700">
                <a:solidFill>
                  <a:prstClr val="white"/>
                </a:solidFill>
              </a:rPr>
              <a:t>R 109</a:t>
            </a:r>
          </a:p>
          <a:p>
            <a:pPr marL="194819" defTabSz="1039033"/>
            <a:r>
              <a:rPr lang="en-US" sz="700">
                <a:solidFill>
                  <a:prstClr val="white"/>
                </a:solidFill>
              </a:rPr>
              <a:t>G 100</a:t>
            </a:r>
          </a:p>
          <a:p>
            <a:pPr marL="194819" defTabSz="1039033"/>
            <a:r>
              <a:rPr lang="en-US" sz="700">
                <a:solidFill>
                  <a:prstClr val="white"/>
                </a:solidFill>
              </a:rPr>
              <a:t>B 204</a:t>
            </a:r>
          </a:p>
        </p:txBody>
      </p:sp>
      <p:sp>
        <p:nvSpPr>
          <p:cNvPr id="26" name="Rectangle 25">
            <a:extLst>
              <a:ext uri="{FF2B5EF4-FFF2-40B4-BE49-F238E27FC236}">
                <a16:creationId xmlns:a16="http://schemas.microsoft.com/office/drawing/2014/main" id="{E6583901-8EEF-40D3-A827-92E84F514C19}"/>
              </a:ext>
            </a:extLst>
          </p:cNvPr>
          <p:cNvSpPr/>
          <p:nvPr userDrawn="1"/>
        </p:nvSpPr>
        <p:spPr>
          <a:xfrm>
            <a:off x="14280152" y="2469180"/>
            <a:ext cx="594992" cy="621467"/>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Orange</a:t>
            </a:r>
          </a:p>
          <a:p>
            <a:pPr marL="194819" defTabSz="1039033"/>
            <a:r>
              <a:rPr lang="en-US" sz="700">
                <a:solidFill>
                  <a:prstClr val="white"/>
                </a:solidFill>
              </a:rPr>
              <a:t>R 255</a:t>
            </a:r>
          </a:p>
          <a:p>
            <a:pPr marL="194819" defTabSz="1039033"/>
            <a:r>
              <a:rPr lang="en-US" sz="700">
                <a:solidFill>
                  <a:prstClr val="white"/>
                </a:solidFill>
              </a:rPr>
              <a:t>G 99</a:t>
            </a:r>
          </a:p>
          <a:p>
            <a:pPr marL="194819" defTabSz="1039033"/>
            <a:r>
              <a:rPr lang="en-US" sz="700">
                <a:solidFill>
                  <a:prstClr val="white"/>
                </a:solidFill>
              </a:rPr>
              <a:t>B 39</a:t>
            </a:r>
          </a:p>
        </p:txBody>
      </p:sp>
      <p:sp>
        <p:nvSpPr>
          <p:cNvPr id="27" name="Rectangle 26">
            <a:extLst>
              <a:ext uri="{FF2B5EF4-FFF2-40B4-BE49-F238E27FC236}">
                <a16:creationId xmlns:a16="http://schemas.microsoft.com/office/drawing/2014/main" id="{38E2F03B-6956-4203-B0F6-DB07B058EFF5}"/>
              </a:ext>
            </a:extLst>
          </p:cNvPr>
          <p:cNvSpPr/>
          <p:nvPr userDrawn="1"/>
        </p:nvSpPr>
        <p:spPr>
          <a:xfrm>
            <a:off x="14875145" y="2469180"/>
            <a:ext cx="594992" cy="621467"/>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Green</a:t>
            </a:r>
          </a:p>
          <a:p>
            <a:pPr marL="194819" defTabSz="1039033"/>
            <a:r>
              <a:rPr lang="en-US" sz="700">
                <a:solidFill>
                  <a:prstClr val="white"/>
                </a:solidFill>
              </a:rPr>
              <a:t>R 200</a:t>
            </a:r>
          </a:p>
          <a:p>
            <a:pPr marL="194819" defTabSz="1039033"/>
            <a:r>
              <a:rPr lang="en-US" sz="700">
                <a:solidFill>
                  <a:prstClr val="white"/>
                </a:solidFill>
              </a:rPr>
              <a:t>G 255</a:t>
            </a:r>
          </a:p>
          <a:p>
            <a:pPr marL="194819" defTabSz="1039033"/>
            <a:r>
              <a:rPr lang="en-US" sz="700">
                <a:solidFill>
                  <a:prstClr val="white"/>
                </a:solidFill>
              </a:rPr>
              <a:t>B 22</a:t>
            </a:r>
          </a:p>
        </p:txBody>
      </p:sp>
      <p:sp>
        <p:nvSpPr>
          <p:cNvPr id="28" name="Rectangle 27">
            <a:extLst>
              <a:ext uri="{FF2B5EF4-FFF2-40B4-BE49-F238E27FC236}">
                <a16:creationId xmlns:a16="http://schemas.microsoft.com/office/drawing/2014/main" id="{C9DAC3EC-C6D3-4BD3-A96E-D2B63F6BB91D}"/>
              </a:ext>
            </a:extLst>
          </p:cNvPr>
          <p:cNvSpPr/>
          <p:nvPr userDrawn="1"/>
        </p:nvSpPr>
        <p:spPr>
          <a:xfrm>
            <a:off x="13685160" y="3090647"/>
            <a:ext cx="594992" cy="621467"/>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Purple</a:t>
            </a:r>
          </a:p>
          <a:p>
            <a:pPr marL="194819" defTabSz="1039033"/>
            <a:r>
              <a:rPr lang="en-US" sz="700">
                <a:solidFill>
                  <a:prstClr val="white"/>
                </a:solidFill>
              </a:rPr>
              <a:t>R 126</a:t>
            </a:r>
          </a:p>
          <a:p>
            <a:pPr marL="194819" defTabSz="1039033"/>
            <a:r>
              <a:rPr lang="en-US" sz="700">
                <a:solidFill>
                  <a:prstClr val="white"/>
                </a:solidFill>
              </a:rPr>
              <a:t>G 57</a:t>
            </a:r>
          </a:p>
          <a:p>
            <a:pPr marL="194819" defTabSz="1039033"/>
            <a:r>
              <a:rPr lang="en-US" sz="700">
                <a:solidFill>
                  <a:prstClr val="white"/>
                </a:solidFill>
              </a:rPr>
              <a:t>B 186</a:t>
            </a:r>
          </a:p>
        </p:txBody>
      </p:sp>
      <p:sp>
        <p:nvSpPr>
          <p:cNvPr id="29" name="Rectangle 28">
            <a:extLst>
              <a:ext uri="{FF2B5EF4-FFF2-40B4-BE49-F238E27FC236}">
                <a16:creationId xmlns:a16="http://schemas.microsoft.com/office/drawing/2014/main" id="{92C03B7B-B001-4A30-AB96-16D576D48C34}"/>
              </a:ext>
            </a:extLst>
          </p:cNvPr>
          <p:cNvSpPr/>
          <p:nvPr userDrawn="1"/>
        </p:nvSpPr>
        <p:spPr>
          <a:xfrm>
            <a:off x="14875145" y="3090647"/>
            <a:ext cx="594992" cy="621467"/>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Green</a:t>
            </a:r>
          </a:p>
          <a:p>
            <a:pPr marL="194819" defTabSz="1039033"/>
            <a:r>
              <a:rPr lang="en-US" sz="700">
                <a:solidFill>
                  <a:prstClr val="white"/>
                </a:solidFill>
              </a:rPr>
              <a:t>R 0</a:t>
            </a:r>
          </a:p>
          <a:p>
            <a:pPr marL="194819" defTabSz="1039033"/>
            <a:r>
              <a:rPr lang="en-US" sz="700">
                <a:solidFill>
                  <a:prstClr val="white"/>
                </a:solidFill>
              </a:rPr>
              <a:t>G 195</a:t>
            </a:r>
          </a:p>
          <a:p>
            <a:pPr marL="194819" defTabSz="1039033"/>
            <a:r>
              <a:rPr lang="en-US" sz="700">
                <a:solidFill>
                  <a:prstClr val="white"/>
                </a:solidFill>
              </a:rPr>
              <a:t>B 123</a:t>
            </a:r>
          </a:p>
        </p:txBody>
      </p:sp>
      <p:sp>
        <p:nvSpPr>
          <p:cNvPr id="30" name="Rectangle 29">
            <a:extLst>
              <a:ext uri="{FF2B5EF4-FFF2-40B4-BE49-F238E27FC236}">
                <a16:creationId xmlns:a16="http://schemas.microsoft.com/office/drawing/2014/main" id="{39D10CCE-8A76-40F2-A4EA-762B95735E25}"/>
              </a:ext>
            </a:extLst>
          </p:cNvPr>
          <p:cNvSpPr/>
          <p:nvPr userDrawn="1"/>
        </p:nvSpPr>
        <p:spPr>
          <a:xfrm>
            <a:off x="14875145" y="4950064"/>
            <a:ext cx="594992" cy="621467"/>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Dark</a:t>
            </a:r>
            <a:br>
              <a:rPr lang="en-US" sz="700" b="1">
                <a:solidFill>
                  <a:prstClr val="white"/>
                </a:solidFill>
              </a:rPr>
            </a:br>
            <a:r>
              <a:rPr lang="en-US" sz="700" b="1">
                <a:solidFill>
                  <a:prstClr val="white"/>
                </a:solidFill>
              </a:rPr>
              <a:t>Green</a:t>
            </a:r>
          </a:p>
          <a:p>
            <a:pPr marL="194819" defTabSz="1039033"/>
            <a:r>
              <a:rPr lang="en-US" sz="700">
                <a:solidFill>
                  <a:prstClr val="white"/>
                </a:solidFill>
              </a:rPr>
              <a:t>R 21</a:t>
            </a:r>
          </a:p>
          <a:p>
            <a:pPr marL="194819" defTabSz="1039033"/>
            <a:r>
              <a:rPr lang="en-US" sz="700">
                <a:solidFill>
                  <a:prstClr val="white"/>
                </a:solidFill>
              </a:rPr>
              <a:t>G 99</a:t>
            </a:r>
          </a:p>
          <a:p>
            <a:pPr marL="194819" defTabSz="1039033"/>
            <a:r>
              <a:rPr lang="en-US" sz="700">
                <a:solidFill>
                  <a:prstClr val="white"/>
                </a:solidFill>
              </a:rPr>
              <a:t>B 107</a:t>
            </a:r>
          </a:p>
        </p:txBody>
      </p:sp>
      <p:sp>
        <p:nvSpPr>
          <p:cNvPr id="31" name="Rectangle 30">
            <a:extLst>
              <a:ext uri="{FF2B5EF4-FFF2-40B4-BE49-F238E27FC236}">
                <a16:creationId xmlns:a16="http://schemas.microsoft.com/office/drawing/2014/main" id="{48274926-0D0C-4FA4-8CDD-D92C8D32F3F0}"/>
              </a:ext>
            </a:extLst>
          </p:cNvPr>
          <p:cNvSpPr/>
          <p:nvPr userDrawn="1"/>
        </p:nvSpPr>
        <p:spPr>
          <a:xfrm>
            <a:off x="14875145" y="4331089"/>
            <a:ext cx="594992" cy="621467"/>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Aqua</a:t>
            </a:r>
          </a:p>
          <a:p>
            <a:pPr marL="194819" defTabSz="1039033"/>
            <a:r>
              <a:rPr lang="en-US" sz="700">
                <a:solidFill>
                  <a:prstClr val="white"/>
                </a:solidFill>
              </a:rPr>
              <a:t>R 15</a:t>
            </a:r>
          </a:p>
          <a:p>
            <a:pPr marL="194819" defTabSz="1039033"/>
            <a:r>
              <a:rPr lang="en-US" sz="700">
                <a:solidFill>
                  <a:prstClr val="white"/>
                </a:solidFill>
              </a:rPr>
              <a:t>G 153</a:t>
            </a:r>
          </a:p>
          <a:p>
            <a:pPr marL="194819" defTabSz="1039033"/>
            <a:r>
              <a:rPr lang="en-US" sz="700">
                <a:solidFill>
                  <a:prstClr val="white"/>
                </a:solidFill>
              </a:rPr>
              <a:t>B 156</a:t>
            </a:r>
          </a:p>
        </p:txBody>
      </p:sp>
      <p:sp>
        <p:nvSpPr>
          <p:cNvPr id="32" name="Rectangle 31">
            <a:extLst>
              <a:ext uri="{FF2B5EF4-FFF2-40B4-BE49-F238E27FC236}">
                <a16:creationId xmlns:a16="http://schemas.microsoft.com/office/drawing/2014/main" id="{AE6CA330-5E9C-45B3-BCE2-FB9403F9AE7A}"/>
              </a:ext>
            </a:extLst>
          </p:cNvPr>
          <p:cNvSpPr/>
          <p:nvPr userDrawn="1"/>
        </p:nvSpPr>
        <p:spPr>
          <a:xfrm>
            <a:off x="14875145" y="3712114"/>
            <a:ext cx="594992" cy="621467"/>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Aqua</a:t>
            </a:r>
          </a:p>
          <a:p>
            <a:pPr marL="194819" defTabSz="1039033"/>
            <a:r>
              <a:rPr lang="en-US" sz="700">
                <a:solidFill>
                  <a:prstClr val="white"/>
                </a:solidFill>
              </a:rPr>
              <a:t>R 1</a:t>
            </a:r>
          </a:p>
          <a:p>
            <a:pPr marL="194819" defTabSz="1039033"/>
            <a:r>
              <a:rPr lang="en-US" sz="700">
                <a:solidFill>
                  <a:prstClr val="white"/>
                </a:solidFill>
              </a:rPr>
              <a:t>G 209</a:t>
            </a:r>
          </a:p>
          <a:p>
            <a:pPr marL="194819" defTabSz="1039033"/>
            <a:r>
              <a:rPr lang="en-US" sz="700">
                <a:solidFill>
                  <a:prstClr val="white"/>
                </a:solidFill>
              </a:rPr>
              <a:t>B 208</a:t>
            </a:r>
          </a:p>
        </p:txBody>
      </p:sp>
      <p:sp>
        <p:nvSpPr>
          <p:cNvPr id="33" name="Rectangle 32">
            <a:extLst>
              <a:ext uri="{FF2B5EF4-FFF2-40B4-BE49-F238E27FC236}">
                <a16:creationId xmlns:a16="http://schemas.microsoft.com/office/drawing/2014/main" id="{3B1BE53C-E349-4DFE-8AF7-D96DD04C2A83}"/>
              </a:ext>
            </a:extLst>
          </p:cNvPr>
          <p:cNvSpPr/>
          <p:nvPr userDrawn="1"/>
        </p:nvSpPr>
        <p:spPr>
          <a:xfrm>
            <a:off x="14280152" y="3090647"/>
            <a:ext cx="594992" cy="621467"/>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Peach</a:t>
            </a:r>
          </a:p>
          <a:p>
            <a:pPr marL="194819" defTabSz="1039033"/>
            <a:r>
              <a:rPr lang="en-US" sz="700">
                <a:solidFill>
                  <a:prstClr val="white"/>
                </a:solidFill>
              </a:rPr>
              <a:t>R 255</a:t>
            </a:r>
          </a:p>
          <a:p>
            <a:pPr marL="194819" defTabSz="1039033"/>
            <a:r>
              <a:rPr lang="en-US" sz="700">
                <a:solidFill>
                  <a:prstClr val="white"/>
                </a:solidFill>
              </a:rPr>
              <a:t>G 126</a:t>
            </a:r>
          </a:p>
          <a:p>
            <a:pPr marL="194819" defTabSz="1039033"/>
            <a:r>
              <a:rPr lang="en-US" sz="700">
                <a:solidFill>
                  <a:prstClr val="white"/>
                </a:solidFill>
              </a:rPr>
              <a:t>B 131</a:t>
            </a:r>
          </a:p>
        </p:txBody>
      </p:sp>
      <p:sp>
        <p:nvSpPr>
          <p:cNvPr id="34" name="Rectangle 33">
            <a:extLst>
              <a:ext uri="{FF2B5EF4-FFF2-40B4-BE49-F238E27FC236}">
                <a16:creationId xmlns:a16="http://schemas.microsoft.com/office/drawing/2014/main" id="{24D48B8E-067A-4CE4-9C96-336873084270}"/>
              </a:ext>
            </a:extLst>
          </p:cNvPr>
          <p:cNvSpPr/>
          <p:nvPr userDrawn="1"/>
        </p:nvSpPr>
        <p:spPr>
          <a:xfrm>
            <a:off x="14280152" y="3712114"/>
            <a:ext cx="594992" cy="621467"/>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Light</a:t>
            </a:r>
            <a:br>
              <a:rPr lang="en-US" sz="700" b="1">
                <a:solidFill>
                  <a:prstClr val="white"/>
                </a:solidFill>
              </a:rPr>
            </a:br>
            <a:r>
              <a:rPr lang="en-US" sz="700" b="1">
                <a:solidFill>
                  <a:prstClr val="white"/>
                </a:solidFill>
              </a:rPr>
              <a:t>Claret</a:t>
            </a:r>
          </a:p>
          <a:p>
            <a:pPr marL="194819" defTabSz="1039033"/>
            <a:r>
              <a:rPr lang="en-US" sz="700">
                <a:solidFill>
                  <a:prstClr val="white"/>
                </a:solidFill>
              </a:rPr>
              <a:t>R 203</a:t>
            </a:r>
          </a:p>
          <a:p>
            <a:pPr marL="194819" defTabSz="1039033"/>
            <a:r>
              <a:rPr lang="en-US" sz="700">
                <a:solidFill>
                  <a:prstClr val="white"/>
                </a:solidFill>
              </a:rPr>
              <a:t>G 41</a:t>
            </a:r>
          </a:p>
          <a:p>
            <a:pPr marL="194819" defTabSz="1039033"/>
            <a:r>
              <a:rPr lang="en-US" sz="700">
                <a:solidFill>
                  <a:prstClr val="white"/>
                </a:solidFill>
              </a:rPr>
              <a:t>B 128</a:t>
            </a:r>
          </a:p>
        </p:txBody>
      </p:sp>
      <p:sp>
        <p:nvSpPr>
          <p:cNvPr id="35" name="Rectangle 34">
            <a:extLst>
              <a:ext uri="{FF2B5EF4-FFF2-40B4-BE49-F238E27FC236}">
                <a16:creationId xmlns:a16="http://schemas.microsoft.com/office/drawing/2014/main" id="{3174EE55-C322-4EEE-95BA-C7C6E328D42D}"/>
              </a:ext>
            </a:extLst>
          </p:cNvPr>
          <p:cNvSpPr/>
          <p:nvPr userDrawn="1"/>
        </p:nvSpPr>
        <p:spPr>
          <a:xfrm>
            <a:off x="14280152" y="4331089"/>
            <a:ext cx="594992" cy="621467"/>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Claret</a:t>
            </a:r>
          </a:p>
          <a:p>
            <a:pPr marL="194819" defTabSz="1039033"/>
            <a:r>
              <a:rPr lang="en-US" sz="700">
                <a:solidFill>
                  <a:prstClr val="white"/>
                </a:solidFill>
              </a:rPr>
              <a:t>R 134</a:t>
            </a:r>
          </a:p>
          <a:p>
            <a:pPr marL="194819" defTabSz="1039033"/>
            <a:r>
              <a:rPr lang="en-US" sz="700">
                <a:solidFill>
                  <a:prstClr val="white"/>
                </a:solidFill>
              </a:rPr>
              <a:t>G 8</a:t>
            </a:r>
          </a:p>
          <a:p>
            <a:pPr marL="194819" defTabSz="1039033"/>
            <a:r>
              <a:rPr lang="en-US" sz="700">
                <a:solidFill>
                  <a:prstClr val="white"/>
                </a:solidFill>
              </a:rPr>
              <a:t>B 100</a:t>
            </a:r>
          </a:p>
        </p:txBody>
      </p:sp>
      <p:sp>
        <p:nvSpPr>
          <p:cNvPr id="36" name="Rectangle 35">
            <a:extLst>
              <a:ext uri="{FF2B5EF4-FFF2-40B4-BE49-F238E27FC236}">
                <a16:creationId xmlns:a16="http://schemas.microsoft.com/office/drawing/2014/main" id="{A65A0951-7E92-40BC-A05E-EB7ABB2E0AC7}"/>
              </a:ext>
            </a:extLst>
          </p:cNvPr>
          <p:cNvSpPr/>
          <p:nvPr userDrawn="1"/>
        </p:nvSpPr>
        <p:spPr>
          <a:xfrm>
            <a:off x="12495175" y="1398619"/>
            <a:ext cx="626775"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Primary</a:t>
            </a:r>
          </a:p>
        </p:txBody>
      </p:sp>
      <p:sp>
        <p:nvSpPr>
          <p:cNvPr id="37" name="Rectangle 36">
            <a:extLst>
              <a:ext uri="{FF2B5EF4-FFF2-40B4-BE49-F238E27FC236}">
                <a16:creationId xmlns:a16="http://schemas.microsoft.com/office/drawing/2014/main" id="{BF737B18-1DC0-40D4-AFB7-4EE29FC1D279}"/>
              </a:ext>
            </a:extLst>
          </p:cNvPr>
          <p:cNvSpPr/>
          <p:nvPr userDrawn="1"/>
        </p:nvSpPr>
        <p:spPr>
          <a:xfrm>
            <a:off x="12495175" y="2278253"/>
            <a:ext cx="929742"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Infographic</a:t>
            </a:r>
          </a:p>
        </p:txBody>
      </p:sp>
      <p:sp>
        <p:nvSpPr>
          <p:cNvPr id="38" name="Rectangle 37">
            <a:extLst>
              <a:ext uri="{FF2B5EF4-FFF2-40B4-BE49-F238E27FC236}">
                <a16:creationId xmlns:a16="http://schemas.microsoft.com/office/drawing/2014/main" id="{4BC8C5CE-DA8A-46C0-898D-0AC222163B70}"/>
              </a:ext>
            </a:extLst>
          </p:cNvPr>
          <p:cNvSpPr/>
          <p:nvPr userDrawn="1"/>
        </p:nvSpPr>
        <p:spPr>
          <a:xfrm>
            <a:off x="13685161" y="1398619"/>
            <a:ext cx="830356"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Secondary</a:t>
            </a:r>
          </a:p>
        </p:txBody>
      </p:sp>
      <p:sp>
        <p:nvSpPr>
          <p:cNvPr id="39" name="Rectangle 38">
            <a:extLst>
              <a:ext uri="{FF2B5EF4-FFF2-40B4-BE49-F238E27FC236}">
                <a16:creationId xmlns:a16="http://schemas.microsoft.com/office/drawing/2014/main" id="{4CB5BDD1-71EF-4374-8023-3EE6DFC50C9E}"/>
              </a:ext>
            </a:extLst>
          </p:cNvPr>
          <p:cNvSpPr/>
          <p:nvPr userDrawn="1"/>
        </p:nvSpPr>
        <p:spPr>
          <a:xfrm>
            <a:off x="13685160" y="3712114"/>
            <a:ext cx="594992" cy="621467"/>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Dark</a:t>
            </a:r>
            <a:br>
              <a:rPr lang="en-US" sz="700" b="1">
                <a:solidFill>
                  <a:prstClr val="white"/>
                </a:solidFill>
              </a:rPr>
            </a:br>
            <a:r>
              <a:rPr lang="en-US" sz="700" b="1">
                <a:solidFill>
                  <a:prstClr val="white"/>
                </a:solidFill>
              </a:rPr>
              <a:t>Purple</a:t>
            </a:r>
          </a:p>
          <a:p>
            <a:pPr marL="194819" defTabSz="1039033"/>
            <a:r>
              <a:rPr lang="en-US" sz="700">
                <a:solidFill>
                  <a:prstClr val="white"/>
                </a:solidFill>
              </a:rPr>
              <a:t>R 71</a:t>
            </a:r>
          </a:p>
          <a:p>
            <a:pPr marL="194819" defTabSz="1039033"/>
            <a:r>
              <a:rPr lang="en-US" sz="700">
                <a:solidFill>
                  <a:prstClr val="white"/>
                </a:solidFill>
              </a:rPr>
              <a:t>G 1</a:t>
            </a:r>
          </a:p>
          <a:p>
            <a:pPr marL="194819" defTabSz="1039033"/>
            <a:r>
              <a:rPr lang="en-US" sz="700">
                <a:solidFill>
                  <a:prstClr val="white"/>
                </a:solidFill>
              </a:rPr>
              <a:t>B 167</a:t>
            </a:r>
          </a:p>
        </p:txBody>
      </p:sp>
    </p:spTree>
    <p:extLst>
      <p:ext uri="{BB962C8B-B14F-4D97-AF65-F5344CB8AC3E}">
        <p14:creationId xmlns:p14="http://schemas.microsoft.com/office/powerpoint/2010/main" val="3729501594"/>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ED4B-49E2-45F8-BCD0-40E01CE3B1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C52985-646D-421B-B6D4-E5E38FF093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53674E-0846-4BC5-B829-C524CF4AD7F4}"/>
              </a:ext>
            </a:extLst>
          </p:cNvPr>
          <p:cNvSpPr>
            <a:spLocks noGrp="1"/>
          </p:cNvSpPr>
          <p:nvPr>
            <p:ph type="dt" sz="half" idx="10"/>
          </p:nvPr>
        </p:nvSpPr>
        <p:spPr/>
        <p:txBody>
          <a:bodyPr/>
          <a:lstStyle/>
          <a:p>
            <a:fld id="{053E13E1-27A1-4311-B990-D06887E5EF8E}" type="datetimeFigureOut">
              <a:rPr lang="en-US" smtClean="0"/>
              <a:t>2/26/2025</a:t>
            </a:fld>
            <a:endParaRPr lang="en-US"/>
          </a:p>
        </p:txBody>
      </p:sp>
      <p:sp>
        <p:nvSpPr>
          <p:cNvPr id="5" name="Footer Placeholder 4">
            <a:extLst>
              <a:ext uri="{FF2B5EF4-FFF2-40B4-BE49-F238E27FC236}">
                <a16:creationId xmlns:a16="http://schemas.microsoft.com/office/drawing/2014/main" id="{576BC2C6-7113-4167-B4D2-863F48A2B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51FBD-FD3B-4764-8AE9-C0F6D775135A}"/>
              </a:ext>
            </a:extLst>
          </p:cNvPr>
          <p:cNvSpPr>
            <a:spLocks noGrp="1"/>
          </p:cNvSpPr>
          <p:nvPr>
            <p:ph type="sldNum" sz="quarter" idx="12"/>
          </p:nvPr>
        </p:nvSpPr>
        <p:spPr/>
        <p:txBody>
          <a:bodyPr/>
          <a:lstStyle/>
          <a:p>
            <a:fld id="{4CBFAB4E-F999-4278-8C9C-E556A148BDB3}" type="slidenum">
              <a:rPr lang="en-US" smtClean="0"/>
              <a:t>‹#›</a:t>
            </a:fld>
            <a:endParaRPr lang="en-US"/>
          </a:p>
        </p:txBody>
      </p:sp>
    </p:spTree>
    <p:extLst>
      <p:ext uri="{BB962C8B-B14F-4D97-AF65-F5344CB8AC3E}">
        <p14:creationId xmlns:p14="http://schemas.microsoft.com/office/powerpoint/2010/main" val="3517045858"/>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9A3D75-1B43-4391-AE05-0E7EEA0B519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5457" r="8014" b="15382"/>
          <a:stretch/>
        </p:blipFill>
        <p:spPr>
          <a:xfrm>
            <a:off x="-67748" y="0"/>
            <a:ext cx="12259747" cy="6858000"/>
          </a:xfrm>
          <a:prstGeom prst="rect">
            <a:avLst/>
          </a:prstGeom>
        </p:spPr>
      </p:pic>
      <p:sp>
        <p:nvSpPr>
          <p:cNvPr id="15" name="Rectangle 14">
            <a:extLst>
              <a:ext uri="{FF2B5EF4-FFF2-40B4-BE49-F238E27FC236}">
                <a16:creationId xmlns:a16="http://schemas.microsoft.com/office/drawing/2014/main" id="{935AA83F-B0C9-46B5-B309-C4556AD6338F}"/>
              </a:ext>
            </a:extLst>
          </p:cNvPr>
          <p:cNvSpPr/>
          <p:nvPr userDrawn="1"/>
        </p:nvSpPr>
        <p:spPr bwMode="white">
          <a:xfrm>
            <a:off x="2679031" y="-1"/>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pic>
        <p:nvPicPr>
          <p:cNvPr id="16" name="Picture 15">
            <a:extLst>
              <a:ext uri="{FF2B5EF4-FFF2-40B4-BE49-F238E27FC236}">
                <a16:creationId xmlns:a16="http://schemas.microsoft.com/office/drawing/2014/main" id="{7B43C3E9-4BAF-48F5-86F4-F36DA79A4B7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17" name="Picture 16" descr="A picture containing shape&#10;&#10;Description automatically generated">
            <a:extLst>
              <a:ext uri="{FF2B5EF4-FFF2-40B4-BE49-F238E27FC236}">
                <a16:creationId xmlns:a16="http://schemas.microsoft.com/office/drawing/2014/main" id="{58E26B09-C518-409B-BFD3-0151CF2C71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18" name="Picture 17" descr="A picture containing venn diagram&#10;&#10;Description automatically generated">
            <a:extLst>
              <a:ext uri="{FF2B5EF4-FFF2-40B4-BE49-F238E27FC236}">
                <a16:creationId xmlns:a16="http://schemas.microsoft.com/office/drawing/2014/main" id="{BE01701D-7B66-4286-A238-2F537E32CCCF}"/>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19" name="Title 1">
            <a:extLst>
              <a:ext uri="{FF2B5EF4-FFF2-40B4-BE49-F238E27FC236}">
                <a16:creationId xmlns:a16="http://schemas.microsoft.com/office/drawing/2014/main" id="{1D299AED-64E4-4744-A391-583B5AEE2725}"/>
              </a:ext>
            </a:extLst>
          </p:cNvPr>
          <p:cNvSpPr>
            <a:spLocks noGrp="1"/>
          </p:cNvSpPr>
          <p:nvPr>
            <p:ph type="title"/>
          </p:nvPr>
        </p:nvSpPr>
        <p:spPr>
          <a:xfrm>
            <a:off x="2679030" y="3200528"/>
            <a:ext cx="4562278" cy="941438"/>
          </a:xfrm>
        </p:spPr>
        <p:txBody>
          <a:bodyPr anchor="t"/>
          <a:lstStyle>
            <a:lvl1pPr algn="ctr">
              <a:defRPr kumimoji="0" lang="en-AU" sz="4000" b="1" i="0" u="none" strike="noStrike" kern="1200" cap="all" spc="0" normalizeH="0" baseline="0" noProof="0" dirty="0">
                <a:ln>
                  <a:noFill/>
                </a:ln>
                <a:solidFill>
                  <a:schemeClr val="bg1"/>
                </a:solidFill>
                <a:effectLst/>
                <a:uLnTx/>
                <a:uFillTx/>
                <a:latin typeface="Ubuntu" panose="020B0504030602030204" pitchFamily="34" charset="0"/>
                <a:ea typeface="+mn-ea"/>
                <a:cs typeface="+mn-cs"/>
              </a:defRPr>
            </a:lvl1pPr>
          </a:lstStyle>
          <a:p>
            <a:r>
              <a:rPr lang="en-US"/>
              <a:t>Click to edit Master title style</a:t>
            </a:r>
            <a:endParaRPr lang="en-AU"/>
          </a:p>
        </p:txBody>
      </p:sp>
      <p:sp>
        <p:nvSpPr>
          <p:cNvPr id="20" name="Text Placeholder 8">
            <a:extLst>
              <a:ext uri="{FF2B5EF4-FFF2-40B4-BE49-F238E27FC236}">
                <a16:creationId xmlns:a16="http://schemas.microsoft.com/office/drawing/2014/main" id="{D55237DD-E9A8-487D-88EA-0325966417C0}"/>
              </a:ext>
            </a:extLst>
          </p:cNvPr>
          <p:cNvSpPr>
            <a:spLocks noGrp="1"/>
          </p:cNvSpPr>
          <p:nvPr>
            <p:ph type="body" sz="quarter" idx="10" hasCustomPrompt="1"/>
          </p:nvPr>
        </p:nvSpPr>
        <p:spPr>
          <a:xfrm>
            <a:off x="2892110" y="1958278"/>
            <a:ext cx="4136118" cy="1236662"/>
          </a:xfrm>
          <a:prstGeom prst="rect">
            <a:avLst/>
          </a:prstGeom>
        </p:spPr>
        <p:txBody>
          <a:bodyPr anchor="b"/>
          <a:lstStyle>
            <a:lvl1pPr algn="ctr">
              <a:defRPr kumimoji="0" lang="en-AU" sz="13800" b="0" i="0" u="none" strike="noStrike" kern="1200" cap="all" spc="0" normalizeH="0" baseline="0" noProof="0" dirty="0">
                <a:ln>
                  <a:noFill/>
                </a:ln>
                <a:solidFill>
                  <a:schemeClr val="accent2"/>
                </a:solidFill>
                <a:effectLst/>
                <a:uLnTx/>
                <a:uFillTx/>
                <a:latin typeface="Ubuntu" panose="020B0504030602030204" pitchFamily="34" charset="0"/>
                <a:ea typeface="+mn-ea"/>
                <a:cs typeface="+mn-cs"/>
              </a:defRPr>
            </a:lvl1pPr>
          </a:lstStyle>
          <a:p>
            <a:pPr lvl="0"/>
            <a:r>
              <a:rPr lang="en-US"/>
              <a:t>00</a:t>
            </a:r>
            <a:endParaRPr lang="en-AU"/>
          </a:p>
        </p:txBody>
      </p:sp>
    </p:spTree>
    <p:extLst>
      <p:ext uri="{BB962C8B-B14F-4D97-AF65-F5344CB8AC3E}">
        <p14:creationId xmlns:p14="http://schemas.microsoft.com/office/powerpoint/2010/main" val="2810480851"/>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userDrawn="1">
  <p:cSld name="Timeline + text (B)">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E3680-12A0-4B8C-8F6F-282143E780E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F5996065-857C-4EBE-A829-04E6A38C47DD}"/>
              </a:ext>
            </a:extLst>
          </p:cNvPr>
          <p:cNvSpPr>
            <a:spLocks noGrp="1"/>
          </p:cNvSpPr>
          <p:nvPr>
            <p:ph type="ftr" sz="quarter" idx="11"/>
          </p:nvPr>
        </p:nvSpPr>
        <p:spPr/>
        <p:txBody>
          <a:bodyPr/>
          <a:lstStyle/>
          <a:p>
            <a:r>
              <a:rPr lang="en-US"/>
              <a:t>© confidential 2023 | frog Part of Capgemini Invent</a:t>
            </a:r>
            <a:endParaRPr lang="de-DE"/>
          </a:p>
        </p:txBody>
      </p:sp>
      <p:sp>
        <p:nvSpPr>
          <p:cNvPr id="5" name="Slide Number Placeholder 4">
            <a:extLst>
              <a:ext uri="{FF2B5EF4-FFF2-40B4-BE49-F238E27FC236}">
                <a16:creationId xmlns:a16="http://schemas.microsoft.com/office/drawing/2014/main" id="{04CBCA3A-3297-4A70-8CD5-DE010EB138E7}"/>
              </a:ext>
            </a:extLst>
          </p:cNvPr>
          <p:cNvSpPr>
            <a:spLocks noGrp="1"/>
          </p:cNvSpPr>
          <p:nvPr>
            <p:ph type="sldNum" sz="quarter" idx="12"/>
          </p:nvPr>
        </p:nvSpPr>
        <p:spPr/>
        <p:txBody>
          <a:bodyPr/>
          <a:lstStyle/>
          <a:p>
            <a:fld id="{F4562D32-726A-4413-ACA3-4E6BD640C7C8}" type="slidenum">
              <a:rPr lang="de-DE" smtClean="0"/>
              <a:pPr/>
              <a:t>‹#›</a:t>
            </a:fld>
            <a:endParaRPr lang="de-DE"/>
          </a:p>
        </p:txBody>
      </p:sp>
      <p:sp>
        <p:nvSpPr>
          <p:cNvPr id="6" name="Text Placeholder 14">
            <a:extLst>
              <a:ext uri="{FF2B5EF4-FFF2-40B4-BE49-F238E27FC236}">
                <a16:creationId xmlns:a16="http://schemas.microsoft.com/office/drawing/2014/main" id="{F8B2C8CC-F071-476E-8ACB-AD525B712CB8}"/>
              </a:ext>
            </a:extLst>
          </p:cNvPr>
          <p:cNvSpPr>
            <a:spLocks noGrp="1"/>
          </p:cNvSpPr>
          <p:nvPr>
            <p:ph type="body" sz="quarter" idx="26" hasCustomPrompt="1"/>
          </p:nvPr>
        </p:nvSpPr>
        <p:spPr>
          <a:xfrm>
            <a:off x="881837" y="662082"/>
            <a:ext cx="10422751" cy="153889"/>
          </a:xfrm>
        </p:spPr>
        <p:txBody>
          <a:bodyPr>
            <a:noAutofit/>
          </a:bodyPr>
          <a:lstStyle>
            <a:lvl1pPr>
              <a:lnSpc>
                <a:spcPct val="100000"/>
              </a:lnSpc>
              <a:defRPr sz="1000" cap="all" spc="100" baseline="0">
                <a:solidFill>
                  <a:schemeClr val="bg1"/>
                </a:solidFill>
                <a:latin typeface="BentonSansF Medium" panose="02000603040000020004" pitchFamily="2" charset="0"/>
              </a:defRPr>
            </a:lvl1pPr>
          </a:lstStyle>
          <a:p>
            <a:pPr lvl="0"/>
            <a:r>
              <a:rPr lang="en-US"/>
              <a:t>Section</a:t>
            </a:r>
            <a:endParaRPr lang="de-DE"/>
          </a:p>
        </p:txBody>
      </p:sp>
      <p:sp>
        <p:nvSpPr>
          <p:cNvPr id="11" name="Text Placeholder 8">
            <a:extLst>
              <a:ext uri="{FF2B5EF4-FFF2-40B4-BE49-F238E27FC236}">
                <a16:creationId xmlns:a16="http://schemas.microsoft.com/office/drawing/2014/main" id="{FD19F8F7-550A-48B5-A27C-5EB1D1C919C1}"/>
              </a:ext>
            </a:extLst>
          </p:cNvPr>
          <p:cNvSpPr>
            <a:spLocks noGrp="1"/>
          </p:cNvSpPr>
          <p:nvPr>
            <p:ph type="body" sz="quarter" idx="42" hasCustomPrompt="1"/>
          </p:nvPr>
        </p:nvSpPr>
        <p:spPr>
          <a:xfrm>
            <a:off x="1138753"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12" name="Text Placeholder 8">
            <a:extLst>
              <a:ext uri="{FF2B5EF4-FFF2-40B4-BE49-F238E27FC236}">
                <a16:creationId xmlns:a16="http://schemas.microsoft.com/office/drawing/2014/main" id="{6776FB67-0AEF-4F4B-A214-45E4C1404FE9}"/>
              </a:ext>
            </a:extLst>
          </p:cNvPr>
          <p:cNvSpPr>
            <a:spLocks noGrp="1"/>
          </p:cNvSpPr>
          <p:nvPr>
            <p:ph type="body" sz="quarter" idx="57" hasCustomPrompt="1"/>
          </p:nvPr>
        </p:nvSpPr>
        <p:spPr>
          <a:xfrm>
            <a:off x="1138752"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16" name="Text Placeholder 8">
            <a:extLst>
              <a:ext uri="{FF2B5EF4-FFF2-40B4-BE49-F238E27FC236}">
                <a16:creationId xmlns:a16="http://schemas.microsoft.com/office/drawing/2014/main" id="{D2C24D1F-26BA-43AD-821A-9FF0EA878431}"/>
              </a:ext>
            </a:extLst>
          </p:cNvPr>
          <p:cNvSpPr>
            <a:spLocks noGrp="1"/>
          </p:cNvSpPr>
          <p:nvPr>
            <p:ph type="body" sz="quarter" idx="27" hasCustomPrompt="1"/>
          </p:nvPr>
        </p:nvSpPr>
        <p:spPr>
          <a:xfrm>
            <a:off x="1289015"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19" name="Text Placeholder 8">
            <a:extLst>
              <a:ext uri="{FF2B5EF4-FFF2-40B4-BE49-F238E27FC236}">
                <a16:creationId xmlns:a16="http://schemas.microsoft.com/office/drawing/2014/main" id="{9B95C82C-B03C-45AF-84FC-39F5BA8AA0BD}"/>
              </a:ext>
            </a:extLst>
          </p:cNvPr>
          <p:cNvSpPr>
            <a:spLocks noGrp="1"/>
          </p:cNvSpPr>
          <p:nvPr>
            <p:ph type="body" sz="quarter" idx="58" hasCustomPrompt="1"/>
          </p:nvPr>
        </p:nvSpPr>
        <p:spPr>
          <a:xfrm>
            <a:off x="3638499"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0" name="Text Placeholder 8">
            <a:extLst>
              <a:ext uri="{FF2B5EF4-FFF2-40B4-BE49-F238E27FC236}">
                <a16:creationId xmlns:a16="http://schemas.microsoft.com/office/drawing/2014/main" id="{75B82B37-85BC-4F70-894C-7EDAC6CB597F}"/>
              </a:ext>
            </a:extLst>
          </p:cNvPr>
          <p:cNvSpPr>
            <a:spLocks noGrp="1"/>
          </p:cNvSpPr>
          <p:nvPr>
            <p:ph type="body" sz="quarter" idx="59" hasCustomPrompt="1"/>
          </p:nvPr>
        </p:nvSpPr>
        <p:spPr>
          <a:xfrm>
            <a:off x="3638498"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1" name="Text Placeholder 8">
            <a:extLst>
              <a:ext uri="{FF2B5EF4-FFF2-40B4-BE49-F238E27FC236}">
                <a16:creationId xmlns:a16="http://schemas.microsoft.com/office/drawing/2014/main" id="{DCBE138F-8246-4485-8617-3F013826CCAD}"/>
              </a:ext>
            </a:extLst>
          </p:cNvPr>
          <p:cNvSpPr>
            <a:spLocks noGrp="1"/>
          </p:cNvSpPr>
          <p:nvPr>
            <p:ph type="body" sz="quarter" idx="60" hasCustomPrompt="1"/>
          </p:nvPr>
        </p:nvSpPr>
        <p:spPr>
          <a:xfrm>
            <a:off x="3788761"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2" name="Text Placeholder 8">
            <a:extLst>
              <a:ext uri="{FF2B5EF4-FFF2-40B4-BE49-F238E27FC236}">
                <a16:creationId xmlns:a16="http://schemas.microsoft.com/office/drawing/2014/main" id="{CF01358A-F109-43C5-B262-49B2CFAECC52}"/>
              </a:ext>
            </a:extLst>
          </p:cNvPr>
          <p:cNvSpPr>
            <a:spLocks noGrp="1"/>
          </p:cNvSpPr>
          <p:nvPr>
            <p:ph type="body" sz="quarter" idx="61" hasCustomPrompt="1"/>
          </p:nvPr>
        </p:nvSpPr>
        <p:spPr>
          <a:xfrm>
            <a:off x="6138245"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3" name="Text Placeholder 8">
            <a:extLst>
              <a:ext uri="{FF2B5EF4-FFF2-40B4-BE49-F238E27FC236}">
                <a16:creationId xmlns:a16="http://schemas.microsoft.com/office/drawing/2014/main" id="{307705CD-ED01-49C5-9A81-D9E5F9ADF53D}"/>
              </a:ext>
            </a:extLst>
          </p:cNvPr>
          <p:cNvSpPr>
            <a:spLocks noGrp="1"/>
          </p:cNvSpPr>
          <p:nvPr>
            <p:ph type="body" sz="quarter" idx="62" hasCustomPrompt="1"/>
          </p:nvPr>
        </p:nvSpPr>
        <p:spPr>
          <a:xfrm>
            <a:off x="6138244"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4" name="Text Placeholder 8">
            <a:extLst>
              <a:ext uri="{FF2B5EF4-FFF2-40B4-BE49-F238E27FC236}">
                <a16:creationId xmlns:a16="http://schemas.microsoft.com/office/drawing/2014/main" id="{048FD75B-366C-4758-AFD7-42ABBEC10C95}"/>
              </a:ext>
            </a:extLst>
          </p:cNvPr>
          <p:cNvSpPr>
            <a:spLocks noGrp="1"/>
          </p:cNvSpPr>
          <p:nvPr>
            <p:ph type="body" sz="quarter" idx="63" hasCustomPrompt="1"/>
          </p:nvPr>
        </p:nvSpPr>
        <p:spPr>
          <a:xfrm>
            <a:off x="6288507"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5" name="Text Placeholder 8">
            <a:extLst>
              <a:ext uri="{FF2B5EF4-FFF2-40B4-BE49-F238E27FC236}">
                <a16:creationId xmlns:a16="http://schemas.microsoft.com/office/drawing/2014/main" id="{9CB91089-DD32-43F9-BA4C-F8B3BE80D6A1}"/>
              </a:ext>
            </a:extLst>
          </p:cNvPr>
          <p:cNvSpPr>
            <a:spLocks noGrp="1"/>
          </p:cNvSpPr>
          <p:nvPr>
            <p:ph type="body" sz="quarter" idx="64" hasCustomPrompt="1"/>
          </p:nvPr>
        </p:nvSpPr>
        <p:spPr>
          <a:xfrm>
            <a:off x="8637991"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6" name="Text Placeholder 8">
            <a:extLst>
              <a:ext uri="{FF2B5EF4-FFF2-40B4-BE49-F238E27FC236}">
                <a16:creationId xmlns:a16="http://schemas.microsoft.com/office/drawing/2014/main" id="{1CB50C2A-43B5-4919-9D39-8260D1813938}"/>
              </a:ext>
            </a:extLst>
          </p:cNvPr>
          <p:cNvSpPr>
            <a:spLocks noGrp="1"/>
          </p:cNvSpPr>
          <p:nvPr>
            <p:ph type="body" sz="quarter" idx="65" hasCustomPrompt="1"/>
          </p:nvPr>
        </p:nvSpPr>
        <p:spPr>
          <a:xfrm>
            <a:off x="8637991"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7" name="Text Placeholder 8">
            <a:extLst>
              <a:ext uri="{FF2B5EF4-FFF2-40B4-BE49-F238E27FC236}">
                <a16:creationId xmlns:a16="http://schemas.microsoft.com/office/drawing/2014/main" id="{256A8A8C-5EF6-4F35-BEB9-C946B0E8483F}"/>
              </a:ext>
            </a:extLst>
          </p:cNvPr>
          <p:cNvSpPr>
            <a:spLocks noGrp="1"/>
          </p:cNvSpPr>
          <p:nvPr>
            <p:ph type="body" sz="quarter" idx="66" hasCustomPrompt="1"/>
          </p:nvPr>
        </p:nvSpPr>
        <p:spPr>
          <a:xfrm>
            <a:off x="8788253"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9" name="Shape">
            <a:extLst>
              <a:ext uri="{FF2B5EF4-FFF2-40B4-BE49-F238E27FC236}">
                <a16:creationId xmlns:a16="http://schemas.microsoft.com/office/drawing/2014/main" id="{F56F2F10-90D5-496B-A407-B9E08CED7E8A}"/>
              </a:ext>
            </a:extLst>
          </p:cNvPr>
          <p:cNvSpPr>
            <a:spLocks noGrp="1"/>
          </p:cNvSpPr>
          <p:nvPr>
            <p:ph type="body" sz="quarter" idx="24" hasCustomPrompt="1"/>
          </p:nvPr>
        </p:nvSpPr>
        <p:spPr>
          <a:xfrm>
            <a:off x="2234657"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0" name="Shape">
            <a:extLst>
              <a:ext uri="{FF2B5EF4-FFF2-40B4-BE49-F238E27FC236}">
                <a16:creationId xmlns:a16="http://schemas.microsoft.com/office/drawing/2014/main" id="{F1F04511-37F4-4DF5-AA15-F9ABE7393DF6}"/>
              </a:ext>
            </a:extLst>
          </p:cNvPr>
          <p:cNvSpPr>
            <a:spLocks noGrp="1"/>
          </p:cNvSpPr>
          <p:nvPr>
            <p:ph type="body" sz="quarter" idx="28" hasCustomPrompt="1"/>
          </p:nvPr>
        </p:nvSpPr>
        <p:spPr>
          <a:xfrm>
            <a:off x="4734404"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1" name="Shape">
            <a:extLst>
              <a:ext uri="{FF2B5EF4-FFF2-40B4-BE49-F238E27FC236}">
                <a16:creationId xmlns:a16="http://schemas.microsoft.com/office/drawing/2014/main" id="{F0901FE0-8B00-47B5-820A-4182E854E0F6}"/>
              </a:ext>
            </a:extLst>
          </p:cNvPr>
          <p:cNvSpPr>
            <a:spLocks noGrp="1"/>
          </p:cNvSpPr>
          <p:nvPr>
            <p:ph type="body" sz="quarter" idx="32" hasCustomPrompt="1"/>
          </p:nvPr>
        </p:nvSpPr>
        <p:spPr>
          <a:xfrm>
            <a:off x="7234150"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2" name="Shape">
            <a:extLst>
              <a:ext uri="{FF2B5EF4-FFF2-40B4-BE49-F238E27FC236}">
                <a16:creationId xmlns:a16="http://schemas.microsoft.com/office/drawing/2014/main" id="{38A83B6B-64E9-437C-AD64-3CA92539644F}"/>
              </a:ext>
            </a:extLst>
          </p:cNvPr>
          <p:cNvSpPr>
            <a:spLocks noGrp="1"/>
          </p:cNvSpPr>
          <p:nvPr>
            <p:ph type="body" sz="quarter" idx="36" hasCustomPrompt="1"/>
          </p:nvPr>
        </p:nvSpPr>
        <p:spPr>
          <a:xfrm>
            <a:off x="9733897"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Tree>
    <p:extLst>
      <p:ext uri="{BB962C8B-B14F-4D97-AF65-F5344CB8AC3E}">
        <p14:creationId xmlns:p14="http://schemas.microsoft.com/office/powerpoint/2010/main" val="3193008766"/>
      </p:ext>
    </p:extLst>
  </p:cSld>
  <p:clrMapOvr>
    <a:masterClrMapping/>
  </p:clrMapOvr>
  <p:transition spd="med"/>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userDrawn="1">
  <p:cSld name="Blank w. footer (W)">
    <p:spTree>
      <p:nvGrpSpPr>
        <p:cNvPr id="1" name=""/>
        <p:cNvGrpSpPr/>
        <p:nvPr/>
      </p:nvGrpSpPr>
      <p:grpSpPr>
        <a:xfrm>
          <a:off x="0" y="0"/>
          <a:ext cx="0" cy="0"/>
          <a:chOff x="0" y="0"/>
          <a:chExt cx="0" cy="0"/>
        </a:xfrm>
      </p:grpSpPr>
      <p:pic>
        <p:nvPicPr>
          <p:cNvPr id="366" name="friedolin_WB.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42461" y="6414645"/>
            <a:ext cx="443356" cy="443356"/>
          </a:xfrm>
          <a:prstGeom prst="rect">
            <a:avLst/>
          </a:prstGeom>
          <a:ln w="12700">
            <a:miter lim="400000"/>
          </a:ln>
        </p:spPr>
      </p:pic>
      <p:sp>
        <p:nvSpPr>
          <p:cNvPr id="8" name="Footer Placeholder 7">
            <a:extLst>
              <a:ext uri="{FF2B5EF4-FFF2-40B4-BE49-F238E27FC236}">
                <a16:creationId xmlns:a16="http://schemas.microsoft.com/office/drawing/2014/main" id="{D448586A-5246-4357-9A4B-748CF4A7677F}"/>
              </a:ext>
            </a:extLst>
          </p:cNvPr>
          <p:cNvSpPr>
            <a:spLocks noGrp="1"/>
          </p:cNvSpPr>
          <p:nvPr>
            <p:ph type="ftr" sz="quarter" idx="23"/>
          </p:nvPr>
        </p:nvSpPr>
        <p:spPr/>
        <p:txBody>
          <a:bodyPr/>
          <a:lstStyle/>
          <a:p>
            <a:r>
              <a:rPr lang="en-US"/>
              <a:t>© confidential 2022 | frog Part of Capgemini Invent</a:t>
            </a:r>
            <a:endParaRPr lang="de-DE"/>
          </a:p>
        </p:txBody>
      </p:sp>
      <p:sp>
        <p:nvSpPr>
          <p:cNvPr id="9" name="Slide Number Placeholder 8">
            <a:extLst>
              <a:ext uri="{FF2B5EF4-FFF2-40B4-BE49-F238E27FC236}">
                <a16:creationId xmlns:a16="http://schemas.microsoft.com/office/drawing/2014/main" id="{B38062F3-7AB5-480E-B267-9560C0CEB5E3}"/>
              </a:ext>
            </a:extLst>
          </p:cNvPr>
          <p:cNvSpPr>
            <a:spLocks noGrp="1"/>
          </p:cNvSpPr>
          <p:nvPr>
            <p:ph type="sldNum" sz="quarter" idx="24"/>
          </p:nvPr>
        </p:nvSpPr>
        <p:spPr/>
        <p:txBody>
          <a:bodyPr/>
          <a:lstStyle/>
          <a:p>
            <a:fld id="{F4562D32-726A-4413-ACA3-4E6BD640C7C8}" type="slidenum">
              <a:rPr lang="de-DE" smtClean="0"/>
              <a:pPr/>
              <a:t>‹#›</a:t>
            </a:fld>
            <a:endParaRPr lang="de-DE"/>
          </a:p>
        </p:txBody>
      </p:sp>
      <p:sp>
        <p:nvSpPr>
          <p:cNvPr id="15" name="Text Placeholder 14">
            <a:extLst>
              <a:ext uri="{FF2B5EF4-FFF2-40B4-BE49-F238E27FC236}">
                <a16:creationId xmlns:a16="http://schemas.microsoft.com/office/drawing/2014/main" id="{EA9E3273-76BA-4361-BA60-5DD3D4DF0523}"/>
              </a:ext>
            </a:extLst>
          </p:cNvPr>
          <p:cNvSpPr>
            <a:spLocks noGrp="1"/>
          </p:cNvSpPr>
          <p:nvPr>
            <p:ph type="body" sz="quarter" idx="26" hasCustomPrompt="1"/>
          </p:nvPr>
        </p:nvSpPr>
        <p:spPr>
          <a:xfrm>
            <a:off x="881837" y="662082"/>
            <a:ext cx="10422751" cy="153889"/>
          </a:xfrm>
        </p:spPr>
        <p:txBody>
          <a:bodyPr>
            <a:noAutofit/>
          </a:bodyPr>
          <a:lstStyle>
            <a:lvl1pPr>
              <a:lnSpc>
                <a:spcPct val="100000"/>
              </a:lnSpc>
              <a:defRPr sz="1000" cap="all" spc="100" baseline="0">
                <a:latin typeface="BentonSansF Medium" panose="02000603040000020004" pitchFamily="2" charset="0"/>
              </a:defRPr>
            </a:lvl1pPr>
          </a:lstStyle>
          <a:p>
            <a:pPr lvl="0"/>
            <a:r>
              <a:rPr lang="en-US"/>
              <a:t>Section</a:t>
            </a:r>
            <a:endParaRPr lang="de-DE"/>
          </a:p>
        </p:txBody>
      </p:sp>
    </p:spTree>
    <p:extLst>
      <p:ext uri="{BB962C8B-B14F-4D97-AF65-F5344CB8AC3E}">
        <p14:creationId xmlns:p14="http://schemas.microsoft.com/office/powerpoint/2010/main" val="91512757"/>
      </p:ext>
    </p:extLst>
  </p:cSld>
  <p:clrMapOvr>
    <a:masterClrMapping/>
  </p:clrMapOvr>
  <p:transition spd="med"/>
</p:sldLayout>
</file>

<file path=ppt/slideLayouts/slideLayout218.xml><?xml version="1.0" encoding="utf-8"?>
<p:sldLayout xmlns:a="http://schemas.openxmlformats.org/drawingml/2006/main" xmlns:r="http://schemas.openxmlformats.org/officeDocument/2006/relationships" xmlns:p="http://schemas.openxmlformats.org/presentationml/2006/main" userDrawn="1">
  <p:cSld name="Dark blue-Grey">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E4B8C7C-B6BA-F04B-8E1D-8FAE4BF1C647}"/>
              </a:ext>
            </a:extLst>
          </p:cNvPr>
          <p:cNvSpPr/>
          <p:nvPr userDrawn="1"/>
        </p:nvSpPr>
        <p:spPr>
          <a:xfrm>
            <a:off x="0" y="6553200"/>
            <a:ext cx="12192000" cy="304800"/>
          </a:xfrm>
          <a:prstGeom prst="rect">
            <a:avLst/>
          </a:prstGeom>
          <a:gradFill flip="none" rotWithShape="1">
            <a:gsLst>
              <a:gs pos="0">
                <a:srgbClr val="C00000"/>
              </a:gs>
              <a:gs pos="76000">
                <a:srgbClr val="12ABDB"/>
              </a:gs>
              <a:gs pos="35000">
                <a:srgbClr val="FF4001"/>
              </a:gs>
            </a:gsLst>
            <a:lin ang="0" scaled="1"/>
            <a:tileRect/>
          </a:gradFill>
          <a:ln w="25400" cap="flat" cmpd="sng" algn="ctr">
            <a:noFill/>
            <a:prstDash val="solid"/>
          </a:ln>
          <a:effectLst/>
        </p:spPr>
        <p:txBody>
          <a:bodyPr tIns="90000" bIns="90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a:ea typeface="+mn-ea"/>
              <a:cs typeface="+mn-cs"/>
            </a:endParaRPr>
          </a:p>
        </p:txBody>
      </p:sp>
      <p:sp>
        <p:nvSpPr>
          <p:cNvPr id="3"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263525" y="279698"/>
            <a:ext cx="10305982" cy="548640"/>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pt-PT" sz="2400" kern="120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lvl="0">
              <a:lnSpc>
                <a:spcPts val="3000"/>
              </a:lnSpc>
            </a:pPr>
            <a:r>
              <a:rPr lang="en-US"/>
              <a:t>Click to add title</a:t>
            </a:r>
            <a:endParaRPr lang="pt-PT"/>
          </a:p>
        </p:txBody>
      </p:sp>
      <p:grpSp>
        <p:nvGrpSpPr>
          <p:cNvPr id="25" name="Group 24"/>
          <p:cNvGrpSpPr/>
          <p:nvPr userDrawn="1"/>
        </p:nvGrpSpPr>
        <p:grpSpPr>
          <a:xfrm>
            <a:off x="10705583" y="274916"/>
            <a:ext cx="593602" cy="495550"/>
            <a:chOff x="10977979" y="173945"/>
            <a:chExt cx="550567" cy="459624"/>
          </a:xfrm>
        </p:grpSpPr>
        <p:pic>
          <p:nvPicPr>
            <p:cNvPr id="27" name="Graphic 4">
              <a:extLst>
                <a:ext uri="{FF2B5EF4-FFF2-40B4-BE49-F238E27FC236}">
                  <a16:creationId xmlns:a16="http://schemas.microsoft.com/office/drawing/2014/main" id="{84732735-EEC3-407D-88F5-F9BA1CEDF92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1836" t="-4713" b="16530"/>
            <a:stretch/>
          </p:blipFill>
          <p:spPr>
            <a:xfrm>
              <a:off x="10977979" y="173945"/>
              <a:ext cx="424356" cy="459624"/>
            </a:xfrm>
            <a:prstGeom prst="rect">
              <a:avLst/>
            </a:prstGeom>
          </p:spPr>
        </p:pic>
        <p:cxnSp>
          <p:nvCxnSpPr>
            <p:cNvPr id="28" name="Straight Connector 27">
              <a:extLst>
                <a:ext uri="{FF2B5EF4-FFF2-40B4-BE49-F238E27FC236}">
                  <a16:creationId xmlns:a16="http://schemas.microsoft.com/office/drawing/2014/main" id="{396F0F4A-D6E6-4578-B4D2-DF80218FFC94}"/>
                </a:ext>
              </a:extLst>
            </p:cNvPr>
            <p:cNvCxnSpPr/>
            <p:nvPr userDrawn="1"/>
          </p:nvCxnSpPr>
          <p:spPr>
            <a:xfrm>
              <a:off x="11528546" y="237616"/>
              <a:ext cx="0" cy="33228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cxnSp>
        <p:nvCxnSpPr>
          <p:cNvPr id="18" name="Conector reto 49">
            <a:extLst>
              <a:ext uri="{FF2B5EF4-FFF2-40B4-BE49-F238E27FC236}">
                <a16:creationId xmlns:a16="http://schemas.microsoft.com/office/drawing/2014/main" id="{74A32230-2EC3-4DB7-BB7E-D5FAB875FB2A}"/>
              </a:ext>
            </a:extLst>
          </p:cNvPr>
          <p:cNvCxnSpPr>
            <a:cxnSpLocks/>
          </p:cNvCxnSpPr>
          <p:nvPr userDrawn="1"/>
        </p:nvCxnSpPr>
        <p:spPr>
          <a:xfrm flipV="1">
            <a:off x="2309226" y="6592145"/>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9" name="Retângulo 43">
            <a:extLst>
              <a:ext uri="{FF2B5EF4-FFF2-40B4-BE49-F238E27FC236}">
                <a16:creationId xmlns:a16="http://schemas.microsoft.com/office/drawing/2014/main" id="{F8AABBFE-CF23-41A8-9C83-9A08610877CF}"/>
              </a:ext>
            </a:extLst>
          </p:cNvPr>
          <p:cNvSpPr/>
          <p:nvPr userDrawn="1"/>
        </p:nvSpPr>
        <p:spPr>
          <a:xfrm>
            <a:off x="2496064" y="6604144"/>
            <a:ext cx="2039020" cy="123111"/>
          </a:xfrm>
          <a:prstGeom prst="rect">
            <a:avLst/>
          </a:prstGeom>
        </p:spPr>
        <p:txBody>
          <a:bodyPr wrap="none" lIns="0" tIns="0" rIns="0" bIns="0" anchor="t" anchorCtr="0">
            <a:spAutoFit/>
          </a:bodyPr>
          <a:lstStyle/>
          <a:p>
            <a:pPr algn="l">
              <a:lnSpc>
                <a:spcPct val="100000"/>
              </a:lnSpc>
            </a:pPr>
            <a:r>
              <a:rPr lang="en-US" sz="800">
                <a:solidFill>
                  <a:schemeClr val="bg1"/>
                </a:solidFill>
                <a:cs typeface="Arial" panose="020B0604020202020204" pitchFamily="34" charset="0"/>
              </a:rPr>
              <a:t>© 2021 Capgemini. All rights reserved.</a:t>
            </a:r>
          </a:p>
        </p:txBody>
      </p:sp>
      <p:sp>
        <p:nvSpPr>
          <p:cNvPr id="12" name="Rectangle 27">
            <a:hlinkClick r:id="rId4"/>
            <a:extLst>
              <a:ext uri="{FF2B5EF4-FFF2-40B4-BE49-F238E27FC236}">
                <a16:creationId xmlns:a16="http://schemas.microsoft.com/office/drawing/2014/main" id="{84EAD16D-8DDF-8A4D-9D38-939DCB44D561}"/>
              </a:ext>
            </a:extLst>
          </p:cNvPr>
          <p:cNvSpPr/>
          <p:nvPr userDrawn="1"/>
        </p:nvSpPr>
        <p:spPr>
          <a:xfrm>
            <a:off x="423516" y="6608377"/>
            <a:ext cx="1885710" cy="123111"/>
          </a:xfrm>
          <a:prstGeom prst="rect">
            <a:avLst/>
          </a:prstGeom>
        </p:spPr>
        <p:txBody>
          <a:bodyPr wrap="square" lIns="0" tIns="0" rIns="0" bIns="0" anchor="t" anchorCtr="0">
            <a:spAutoFit/>
          </a:bodyPr>
          <a:lstStyle/>
          <a:p>
            <a:pPr lvl="0" algn="l" defTabSz="914400">
              <a:lnSpc>
                <a:spcPct val="100000"/>
              </a:lnSpc>
              <a:defRPr/>
            </a:pPr>
            <a:r>
              <a:rPr lang="en-US" sz="800" kern="0">
                <a:solidFill>
                  <a:schemeClr val="bg1"/>
                </a:solidFill>
                <a:latin typeface="+mj-lt"/>
                <a:cs typeface="Arial" panose="020B0604020202020204" pitchFamily="34" charset="0"/>
              </a:rPr>
              <a:t>PMO and Process </a:t>
            </a:r>
          </a:p>
        </p:txBody>
      </p:sp>
      <p:pic>
        <p:nvPicPr>
          <p:cNvPr id="14" name="Picture 2" descr="Cable &amp;amp; Wireless Seychelles completes broadband upgrade">
            <a:extLst>
              <a:ext uri="{FF2B5EF4-FFF2-40B4-BE49-F238E27FC236}">
                <a16:creationId xmlns:a16="http://schemas.microsoft.com/office/drawing/2014/main" id="{DA54FA57-F376-4E3E-8906-3CA272517D71}"/>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t="12738" r="79440" b="11184"/>
          <a:stretch/>
        </p:blipFill>
        <p:spPr bwMode="auto">
          <a:xfrm>
            <a:off x="11540612" y="253716"/>
            <a:ext cx="485776" cy="537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7474656"/>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nl-NL"/>
          </a:p>
        </p:txBody>
      </p:sp>
      <p:sp>
        <p:nvSpPr>
          <p:cNvPr id="3" name="Footer Placeholder 2"/>
          <p:cNvSpPr>
            <a:spLocks noGrp="1"/>
          </p:cNvSpPr>
          <p:nvPr>
            <p:ph type="ftr" sz="quarter" idx="10"/>
          </p:nvPr>
        </p:nvSpPr>
        <p:spPr/>
        <p:txBody>
          <a:bodyPr>
            <a:noAutofit/>
          </a:bodyPr>
          <a:lstStyle/>
          <a:p>
            <a:endParaRPr lang="en-US">
              <a:solidFill>
                <a:srgbClr val="7AB850"/>
              </a:solidFill>
            </a:endParaRPr>
          </a:p>
        </p:txBody>
      </p:sp>
      <p:sp>
        <p:nvSpPr>
          <p:cNvPr id="4" name="Slide Number Placeholder 3"/>
          <p:cNvSpPr>
            <a:spLocks noGrp="1"/>
          </p:cNvSpPr>
          <p:nvPr>
            <p:ph type="sldNum" sz="quarter" idx="11"/>
          </p:nvPr>
        </p:nvSpPr>
        <p:spPr/>
        <p:txBody>
          <a:bodyPr>
            <a:noAutofit/>
          </a:bodyPr>
          <a:lstStyle/>
          <a:p>
            <a:fld id="{E4E736CC-8750-4CC9-A5F0-09920DCF8F19}" type="slidenum">
              <a:rPr lang="en-US" smtClean="0">
                <a:solidFill>
                  <a:srgbClr val="7AB850"/>
                </a:solidFill>
              </a:rPr>
              <a:pPr/>
              <a:t>‹#›</a:t>
            </a:fld>
            <a:r>
              <a:rPr lang="en-US">
                <a:solidFill>
                  <a:srgbClr val="7AB850"/>
                </a:solidFill>
              </a:rPr>
              <a:t>.</a:t>
            </a:r>
          </a:p>
        </p:txBody>
      </p:sp>
      <p:sp>
        <p:nvSpPr>
          <p:cNvPr id="5" name="Date Placeholder 4"/>
          <p:cNvSpPr>
            <a:spLocks noGrp="1"/>
          </p:cNvSpPr>
          <p:nvPr>
            <p:ph type="dt" sz="half" idx="12"/>
          </p:nvPr>
        </p:nvSpPr>
        <p:spPr/>
        <p:txBody>
          <a:bodyPr>
            <a:noAutofit/>
          </a:bodyPr>
          <a:lstStyle/>
          <a:p>
            <a:fld id="{6C8F77D3-0120-4425-98A1-47482DECE75E}" type="datetime1">
              <a:rPr lang="nl-NL" smtClean="0">
                <a:solidFill>
                  <a:srgbClr val="7AB850"/>
                </a:solidFill>
              </a:rPr>
              <a:pPr/>
              <a:t>26-2-2025</a:t>
            </a:fld>
            <a:endParaRPr lang="nl-NL">
              <a:solidFill>
                <a:srgbClr val="7AB850"/>
              </a:solidFill>
            </a:endParaRPr>
          </a:p>
        </p:txBody>
      </p:sp>
      <p:sp>
        <p:nvSpPr>
          <p:cNvPr id="9" name="Text Placeholder 7"/>
          <p:cNvSpPr>
            <a:spLocks noGrp="1"/>
          </p:cNvSpPr>
          <p:nvPr>
            <p:ph type="body" sz="quarter" idx="14" hasCustomPrompt="1"/>
          </p:nvPr>
        </p:nvSpPr>
        <p:spPr>
          <a:xfrm>
            <a:off x="246735" y="1268760"/>
            <a:ext cx="11698530" cy="360850"/>
          </a:xfrm>
          <a:gradFill flip="none" rotWithShape="1">
            <a:gsLst>
              <a:gs pos="0">
                <a:schemeClr val="bg1"/>
              </a:gs>
              <a:gs pos="99000">
                <a:schemeClr val="bg1"/>
              </a:gs>
              <a:gs pos="100000">
                <a:schemeClr val="accent1"/>
              </a:gs>
            </a:gsLst>
            <a:lin ang="5400000" scaled="1"/>
            <a:tileRect/>
          </a:gradFill>
        </p:spPr>
        <p:txBody>
          <a:bodyPr lIns="72000" tIns="72000" rIns="72000">
            <a:noAutofit/>
          </a:bodyPr>
          <a:lstStyle>
            <a:lvl1pPr marL="0" indent="0">
              <a:buNone/>
              <a:defRPr b="1" baseline="0">
                <a:solidFill>
                  <a:srgbClr val="000000"/>
                </a:solidFill>
              </a:defRPr>
            </a:lvl1pPr>
            <a:lvl2pPr>
              <a:defRPr b="1"/>
            </a:lvl2pPr>
            <a:lvl3pPr>
              <a:defRPr b="1"/>
            </a:lvl3pPr>
            <a:lvl4pPr>
              <a:defRPr b="1"/>
            </a:lvl4pPr>
            <a:lvl5pPr>
              <a:defRPr b="1"/>
            </a:lvl5pPr>
          </a:lstStyle>
          <a:p>
            <a:pPr lvl="0"/>
            <a:r>
              <a:rPr lang="en-US" err="1"/>
              <a:t>Klik</a:t>
            </a:r>
            <a:r>
              <a:rPr lang="en-US"/>
              <a:t> </a:t>
            </a:r>
            <a:r>
              <a:rPr lang="en-US" err="1"/>
              <a:t>om</a:t>
            </a:r>
            <a:r>
              <a:rPr lang="en-US"/>
              <a:t> de body </a:t>
            </a:r>
            <a:r>
              <a:rPr lang="en-US" err="1"/>
              <a:t>tekst</a:t>
            </a:r>
            <a:r>
              <a:rPr lang="en-US"/>
              <a:t> </a:t>
            </a:r>
            <a:r>
              <a:rPr lang="en-US" err="1"/>
              <a:t>titel</a:t>
            </a:r>
            <a:r>
              <a:rPr lang="en-US"/>
              <a:t> toe </a:t>
            </a:r>
            <a:r>
              <a:rPr lang="en-US" err="1"/>
              <a:t>te</a:t>
            </a:r>
            <a:r>
              <a:rPr lang="en-US"/>
              <a:t> </a:t>
            </a:r>
            <a:r>
              <a:rPr lang="en-US" err="1"/>
              <a:t>voegen</a:t>
            </a:r>
            <a:endParaRPr lang="en-US"/>
          </a:p>
        </p:txBody>
      </p:sp>
      <p:sp>
        <p:nvSpPr>
          <p:cNvPr id="10" name="Content Placeholder 7"/>
          <p:cNvSpPr>
            <a:spLocks noGrp="1"/>
          </p:cNvSpPr>
          <p:nvPr>
            <p:ph sz="quarter" idx="15"/>
          </p:nvPr>
        </p:nvSpPr>
        <p:spPr>
          <a:xfrm>
            <a:off x="246735" y="1615354"/>
            <a:ext cx="11698530" cy="426191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3916000592"/>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9411979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emf"/><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34" Type="http://schemas.openxmlformats.org/officeDocument/2006/relationships/image" Target="../media/image1.emf"/><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oleObject" Target="../embeddings/oleObject1.bin"/><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tags" Target="../tags/tag9.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theme" Target="../theme/theme2.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8"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18" Type="http://schemas.openxmlformats.org/officeDocument/2006/relationships/slideLayout" Target="../slideLayouts/slideLayout92.xml"/><Relationship Id="rId26" Type="http://schemas.openxmlformats.org/officeDocument/2006/relationships/tags" Target="../tags/tag18.xml"/><Relationship Id="rId3" Type="http://schemas.openxmlformats.org/officeDocument/2006/relationships/slideLayout" Target="../slideLayouts/slideLayout77.xml"/><Relationship Id="rId21" Type="http://schemas.openxmlformats.org/officeDocument/2006/relationships/slideLayout" Target="../slideLayouts/slideLayout95.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5" Type="http://schemas.openxmlformats.org/officeDocument/2006/relationships/theme" Target="../theme/theme3.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24" Type="http://schemas.openxmlformats.org/officeDocument/2006/relationships/slideLayout" Target="../slideLayouts/slideLayout98.xml"/><Relationship Id="rId5" Type="http://schemas.openxmlformats.org/officeDocument/2006/relationships/slideLayout" Target="../slideLayouts/slideLayout79.xml"/><Relationship Id="rId15" Type="http://schemas.openxmlformats.org/officeDocument/2006/relationships/slideLayout" Target="../slideLayouts/slideLayout89.xml"/><Relationship Id="rId23" Type="http://schemas.openxmlformats.org/officeDocument/2006/relationships/slideLayout" Target="../slideLayouts/slideLayout97.xml"/><Relationship Id="rId28" Type="http://schemas.openxmlformats.org/officeDocument/2006/relationships/image" Target="../media/image1.emf"/><Relationship Id="rId10" Type="http://schemas.openxmlformats.org/officeDocument/2006/relationships/slideLayout" Target="../slideLayouts/slideLayout84.xml"/><Relationship Id="rId19" Type="http://schemas.openxmlformats.org/officeDocument/2006/relationships/slideLayout" Target="../slideLayouts/slideLayout93.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 Id="rId27"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slideLayout" Target="../slideLayouts/slideLayout111.xml"/><Relationship Id="rId18" Type="http://schemas.openxmlformats.org/officeDocument/2006/relationships/slideLayout" Target="../slideLayouts/slideLayout116.xml"/><Relationship Id="rId26" Type="http://schemas.openxmlformats.org/officeDocument/2006/relationships/slideLayout" Target="../slideLayouts/slideLayout124.xml"/><Relationship Id="rId3" Type="http://schemas.openxmlformats.org/officeDocument/2006/relationships/slideLayout" Target="../slideLayouts/slideLayout101.xml"/><Relationship Id="rId21" Type="http://schemas.openxmlformats.org/officeDocument/2006/relationships/slideLayout" Target="../slideLayouts/slideLayout119.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17" Type="http://schemas.openxmlformats.org/officeDocument/2006/relationships/slideLayout" Target="../slideLayouts/slideLayout115.xml"/><Relationship Id="rId25" Type="http://schemas.openxmlformats.org/officeDocument/2006/relationships/slideLayout" Target="../slideLayouts/slideLayout123.xml"/><Relationship Id="rId2" Type="http://schemas.openxmlformats.org/officeDocument/2006/relationships/slideLayout" Target="../slideLayouts/slideLayout100.xml"/><Relationship Id="rId16" Type="http://schemas.openxmlformats.org/officeDocument/2006/relationships/slideLayout" Target="../slideLayouts/slideLayout114.xml"/><Relationship Id="rId20" Type="http://schemas.openxmlformats.org/officeDocument/2006/relationships/slideLayout" Target="../slideLayouts/slideLayout118.xml"/><Relationship Id="rId29" Type="http://schemas.openxmlformats.org/officeDocument/2006/relationships/theme" Target="../theme/theme4.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24" Type="http://schemas.openxmlformats.org/officeDocument/2006/relationships/slideLayout" Target="../slideLayouts/slideLayout122.xml"/><Relationship Id="rId32" Type="http://schemas.openxmlformats.org/officeDocument/2006/relationships/image" Target="../media/image1.emf"/><Relationship Id="rId5" Type="http://schemas.openxmlformats.org/officeDocument/2006/relationships/slideLayout" Target="../slideLayouts/slideLayout103.xml"/><Relationship Id="rId15" Type="http://schemas.openxmlformats.org/officeDocument/2006/relationships/slideLayout" Target="../slideLayouts/slideLayout113.xml"/><Relationship Id="rId23" Type="http://schemas.openxmlformats.org/officeDocument/2006/relationships/slideLayout" Target="../slideLayouts/slideLayout121.xml"/><Relationship Id="rId28" Type="http://schemas.openxmlformats.org/officeDocument/2006/relationships/slideLayout" Target="../slideLayouts/slideLayout126.xml"/><Relationship Id="rId10" Type="http://schemas.openxmlformats.org/officeDocument/2006/relationships/slideLayout" Target="../slideLayouts/slideLayout108.xml"/><Relationship Id="rId19" Type="http://schemas.openxmlformats.org/officeDocument/2006/relationships/slideLayout" Target="../slideLayouts/slideLayout117.xml"/><Relationship Id="rId31" Type="http://schemas.openxmlformats.org/officeDocument/2006/relationships/oleObject" Target="../embeddings/oleObject1.bin"/><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slideLayout" Target="../slideLayouts/slideLayout112.xml"/><Relationship Id="rId22" Type="http://schemas.openxmlformats.org/officeDocument/2006/relationships/slideLayout" Target="../slideLayouts/slideLayout120.xml"/><Relationship Id="rId27" Type="http://schemas.openxmlformats.org/officeDocument/2006/relationships/slideLayout" Target="../slideLayouts/slideLayout125.xml"/><Relationship Id="rId30" Type="http://schemas.openxmlformats.org/officeDocument/2006/relationships/tags" Target="../tags/tag2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slideLayout" Target="../slideLayouts/slideLayout139.xml"/><Relationship Id="rId18" Type="http://schemas.openxmlformats.org/officeDocument/2006/relationships/slideLayout" Target="../slideLayouts/slideLayout144.xml"/><Relationship Id="rId26" Type="http://schemas.openxmlformats.org/officeDocument/2006/relationships/slideLayout" Target="../slideLayouts/slideLayout152.xml"/><Relationship Id="rId3" Type="http://schemas.openxmlformats.org/officeDocument/2006/relationships/slideLayout" Target="../slideLayouts/slideLayout129.xml"/><Relationship Id="rId21" Type="http://schemas.openxmlformats.org/officeDocument/2006/relationships/slideLayout" Target="../slideLayouts/slideLayout147.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17" Type="http://schemas.openxmlformats.org/officeDocument/2006/relationships/slideLayout" Target="../slideLayouts/slideLayout143.xml"/><Relationship Id="rId25" Type="http://schemas.openxmlformats.org/officeDocument/2006/relationships/slideLayout" Target="../slideLayouts/slideLayout151.xml"/><Relationship Id="rId2" Type="http://schemas.openxmlformats.org/officeDocument/2006/relationships/slideLayout" Target="../slideLayouts/slideLayout128.xml"/><Relationship Id="rId16" Type="http://schemas.openxmlformats.org/officeDocument/2006/relationships/slideLayout" Target="../slideLayouts/slideLayout142.xml"/><Relationship Id="rId20" Type="http://schemas.openxmlformats.org/officeDocument/2006/relationships/slideLayout" Target="../slideLayouts/slideLayout146.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24" Type="http://schemas.openxmlformats.org/officeDocument/2006/relationships/slideLayout" Target="../slideLayouts/slideLayout150.xml"/><Relationship Id="rId5" Type="http://schemas.openxmlformats.org/officeDocument/2006/relationships/slideLayout" Target="../slideLayouts/slideLayout131.xml"/><Relationship Id="rId15" Type="http://schemas.openxmlformats.org/officeDocument/2006/relationships/slideLayout" Target="../slideLayouts/slideLayout141.xml"/><Relationship Id="rId23" Type="http://schemas.openxmlformats.org/officeDocument/2006/relationships/slideLayout" Target="../slideLayouts/slideLayout149.xml"/><Relationship Id="rId28" Type="http://schemas.openxmlformats.org/officeDocument/2006/relationships/theme" Target="../theme/theme5.xml"/><Relationship Id="rId10" Type="http://schemas.openxmlformats.org/officeDocument/2006/relationships/slideLayout" Target="../slideLayouts/slideLayout136.xml"/><Relationship Id="rId19" Type="http://schemas.openxmlformats.org/officeDocument/2006/relationships/slideLayout" Target="../slideLayouts/slideLayout145.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 Id="rId22" Type="http://schemas.openxmlformats.org/officeDocument/2006/relationships/slideLayout" Target="../slideLayouts/slideLayout148.xml"/><Relationship Id="rId27" Type="http://schemas.openxmlformats.org/officeDocument/2006/relationships/slideLayout" Target="../slideLayouts/slideLayout1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61.xml"/><Relationship Id="rId13" Type="http://schemas.openxmlformats.org/officeDocument/2006/relationships/slideLayout" Target="../slideLayouts/slideLayout166.xml"/><Relationship Id="rId18" Type="http://schemas.openxmlformats.org/officeDocument/2006/relationships/slideLayout" Target="../slideLayouts/slideLayout171.xml"/><Relationship Id="rId26" Type="http://schemas.openxmlformats.org/officeDocument/2006/relationships/slideLayout" Target="../slideLayouts/slideLayout179.xml"/><Relationship Id="rId3" Type="http://schemas.openxmlformats.org/officeDocument/2006/relationships/slideLayout" Target="../slideLayouts/slideLayout156.xml"/><Relationship Id="rId21" Type="http://schemas.openxmlformats.org/officeDocument/2006/relationships/slideLayout" Target="../slideLayouts/slideLayout174.xml"/><Relationship Id="rId7" Type="http://schemas.openxmlformats.org/officeDocument/2006/relationships/slideLayout" Target="../slideLayouts/slideLayout160.xml"/><Relationship Id="rId12" Type="http://schemas.openxmlformats.org/officeDocument/2006/relationships/slideLayout" Target="../slideLayouts/slideLayout165.xml"/><Relationship Id="rId17" Type="http://schemas.openxmlformats.org/officeDocument/2006/relationships/slideLayout" Target="../slideLayouts/slideLayout170.xml"/><Relationship Id="rId25" Type="http://schemas.openxmlformats.org/officeDocument/2006/relationships/slideLayout" Target="../slideLayouts/slideLayout178.xml"/><Relationship Id="rId2" Type="http://schemas.openxmlformats.org/officeDocument/2006/relationships/slideLayout" Target="../slideLayouts/slideLayout155.xml"/><Relationship Id="rId16" Type="http://schemas.openxmlformats.org/officeDocument/2006/relationships/slideLayout" Target="../slideLayouts/slideLayout169.xml"/><Relationship Id="rId20" Type="http://schemas.openxmlformats.org/officeDocument/2006/relationships/slideLayout" Target="../slideLayouts/slideLayout173.xml"/><Relationship Id="rId1" Type="http://schemas.openxmlformats.org/officeDocument/2006/relationships/slideLayout" Target="../slideLayouts/slideLayout154.xml"/><Relationship Id="rId6" Type="http://schemas.openxmlformats.org/officeDocument/2006/relationships/slideLayout" Target="../slideLayouts/slideLayout159.xml"/><Relationship Id="rId11" Type="http://schemas.openxmlformats.org/officeDocument/2006/relationships/slideLayout" Target="../slideLayouts/slideLayout164.xml"/><Relationship Id="rId24" Type="http://schemas.openxmlformats.org/officeDocument/2006/relationships/slideLayout" Target="../slideLayouts/slideLayout177.xml"/><Relationship Id="rId5" Type="http://schemas.openxmlformats.org/officeDocument/2006/relationships/slideLayout" Target="../slideLayouts/slideLayout158.xml"/><Relationship Id="rId15" Type="http://schemas.openxmlformats.org/officeDocument/2006/relationships/slideLayout" Target="../slideLayouts/slideLayout168.xml"/><Relationship Id="rId23" Type="http://schemas.openxmlformats.org/officeDocument/2006/relationships/slideLayout" Target="../slideLayouts/slideLayout176.xml"/><Relationship Id="rId10" Type="http://schemas.openxmlformats.org/officeDocument/2006/relationships/slideLayout" Target="../slideLayouts/slideLayout163.xml"/><Relationship Id="rId19" Type="http://schemas.openxmlformats.org/officeDocument/2006/relationships/slideLayout" Target="../slideLayouts/slideLayout172.xml"/><Relationship Id="rId4" Type="http://schemas.openxmlformats.org/officeDocument/2006/relationships/slideLayout" Target="../slideLayouts/slideLayout157.xml"/><Relationship Id="rId9" Type="http://schemas.openxmlformats.org/officeDocument/2006/relationships/slideLayout" Target="../slideLayouts/slideLayout162.xml"/><Relationship Id="rId14" Type="http://schemas.openxmlformats.org/officeDocument/2006/relationships/slideLayout" Target="../slideLayouts/slideLayout167.xml"/><Relationship Id="rId22" Type="http://schemas.openxmlformats.org/officeDocument/2006/relationships/slideLayout" Target="../slideLayouts/slideLayout175.xml"/><Relationship Id="rId27"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92.xml"/><Relationship Id="rId18" Type="http://schemas.openxmlformats.org/officeDocument/2006/relationships/slideLayout" Target="../slideLayouts/slideLayout197.xml"/><Relationship Id="rId26" Type="http://schemas.openxmlformats.org/officeDocument/2006/relationships/slideLayout" Target="../slideLayouts/slideLayout205.xml"/><Relationship Id="rId39" Type="http://schemas.openxmlformats.org/officeDocument/2006/relationships/slideLayout" Target="../slideLayouts/slideLayout218.xml"/><Relationship Id="rId21" Type="http://schemas.openxmlformats.org/officeDocument/2006/relationships/slideLayout" Target="../slideLayouts/slideLayout200.xml"/><Relationship Id="rId34" Type="http://schemas.openxmlformats.org/officeDocument/2006/relationships/slideLayout" Target="../slideLayouts/slideLayout213.xml"/><Relationship Id="rId42" Type="http://schemas.openxmlformats.org/officeDocument/2006/relationships/theme" Target="../theme/theme7.xml"/><Relationship Id="rId7" Type="http://schemas.openxmlformats.org/officeDocument/2006/relationships/slideLayout" Target="../slideLayouts/slideLayout186.xml"/><Relationship Id="rId2" Type="http://schemas.openxmlformats.org/officeDocument/2006/relationships/slideLayout" Target="../slideLayouts/slideLayout181.xml"/><Relationship Id="rId16" Type="http://schemas.openxmlformats.org/officeDocument/2006/relationships/slideLayout" Target="../slideLayouts/slideLayout195.xml"/><Relationship Id="rId20" Type="http://schemas.openxmlformats.org/officeDocument/2006/relationships/slideLayout" Target="../slideLayouts/slideLayout199.xml"/><Relationship Id="rId29" Type="http://schemas.openxmlformats.org/officeDocument/2006/relationships/slideLayout" Target="../slideLayouts/slideLayout208.xml"/><Relationship Id="rId41" Type="http://schemas.openxmlformats.org/officeDocument/2006/relationships/slideLayout" Target="../slideLayouts/slideLayout220.xml"/><Relationship Id="rId1" Type="http://schemas.openxmlformats.org/officeDocument/2006/relationships/slideLayout" Target="../slideLayouts/slideLayout180.xml"/><Relationship Id="rId6" Type="http://schemas.openxmlformats.org/officeDocument/2006/relationships/slideLayout" Target="../slideLayouts/slideLayout185.xml"/><Relationship Id="rId11" Type="http://schemas.openxmlformats.org/officeDocument/2006/relationships/slideLayout" Target="../slideLayouts/slideLayout190.xml"/><Relationship Id="rId24" Type="http://schemas.openxmlformats.org/officeDocument/2006/relationships/slideLayout" Target="../slideLayouts/slideLayout203.xml"/><Relationship Id="rId32" Type="http://schemas.openxmlformats.org/officeDocument/2006/relationships/slideLayout" Target="../slideLayouts/slideLayout211.xml"/><Relationship Id="rId37" Type="http://schemas.openxmlformats.org/officeDocument/2006/relationships/slideLayout" Target="../slideLayouts/slideLayout216.xml"/><Relationship Id="rId40" Type="http://schemas.openxmlformats.org/officeDocument/2006/relationships/slideLayout" Target="../slideLayouts/slideLayout219.xml"/><Relationship Id="rId5" Type="http://schemas.openxmlformats.org/officeDocument/2006/relationships/slideLayout" Target="../slideLayouts/slideLayout184.xml"/><Relationship Id="rId15" Type="http://schemas.openxmlformats.org/officeDocument/2006/relationships/slideLayout" Target="../slideLayouts/slideLayout194.xml"/><Relationship Id="rId23" Type="http://schemas.openxmlformats.org/officeDocument/2006/relationships/slideLayout" Target="../slideLayouts/slideLayout202.xml"/><Relationship Id="rId28" Type="http://schemas.openxmlformats.org/officeDocument/2006/relationships/slideLayout" Target="../slideLayouts/slideLayout207.xml"/><Relationship Id="rId36" Type="http://schemas.openxmlformats.org/officeDocument/2006/relationships/slideLayout" Target="../slideLayouts/slideLayout215.xml"/><Relationship Id="rId10" Type="http://schemas.openxmlformats.org/officeDocument/2006/relationships/slideLayout" Target="../slideLayouts/slideLayout189.xml"/><Relationship Id="rId19" Type="http://schemas.openxmlformats.org/officeDocument/2006/relationships/slideLayout" Target="../slideLayouts/slideLayout198.xml"/><Relationship Id="rId31" Type="http://schemas.openxmlformats.org/officeDocument/2006/relationships/slideLayout" Target="../slideLayouts/slideLayout210.xml"/><Relationship Id="rId4" Type="http://schemas.openxmlformats.org/officeDocument/2006/relationships/slideLayout" Target="../slideLayouts/slideLayout183.xml"/><Relationship Id="rId9" Type="http://schemas.openxmlformats.org/officeDocument/2006/relationships/slideLayout" Target="../slideLayouts/slideLayout188.xml"/><Relationship Id="rId14" Type="http://schemas.openxmlformats.org/officeDocument/2006/relationships/slideLayout" Target="../slideLayouts/slideLayout193.xml"/><Relationship Id="rId22" Type="http://schemas.openxmlformats.org/officeDocument/2006/relationships/slideLayout" Target="../slideLayouts/slideLayout201.xml"/><Relationship Id="rId27" Type="http://schemas.openxmlformats.org/officeDocument/2006/relationships/slideLayout" Target="../slideLayouts/slideLayout206.xml"/><Relationship Id="rId30" Type="http://schemas.openxmlformats.org/officeDocument/2006/relationships/slideLayout" Target="../slideLayouts/slideLayout209.xml"/><Relationship Id="rId35" Type="http://schemas.openxmlformats.org/officeDocument/2006/relationships/slideLayout" Target="../slideLayouts/slideLayout214.xml"/><Relationship Id="rId8" Type="http://schemas.openxmlformats.org/officeDocument/2006/relationships/slideLayout" Target="../slideLayouts/slideLayout187.xml"/><Relationship Id="rId3" Type="http://schemas.openxmlformats.org/officeDocument/2006/relationships/slideLayout" Target="../slideLayouts/slideLayout182.xml"/><Relationship Id="rId12" Type="http://schemas.openxmlformats.org/officeDocument/2006/relationships/slideLayout" Target="../slideLayouts/slideLayout191.xml"/><Relationship Id="rId17" Type="http://schemas.openxmlformats.org/officeDocument/2006/relationships/slideLayout" Target="../slideLayouts/slideLayout196.xml"/><Relationship Id="rId25" Type="http://schemas.openxmlformats.org/officeDocument/2006/relationships/slideLayout" Target="../slideLayouts/slideLayout204.xml"/><Relationship Id="rId33" Type="http://schemas.openxmlformats.org/officeDocument/2006/relationships/slideLayout" Target="../slideLayouts/slideLayout212.xml"/><Relationship Id="rId38" Type="http://schemas.openxmlformats.org/officeDocument/2006/relationships/slideLayout" Target="../slideLayouts/slideLayout2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6"/>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7" imgW="270" imgH="270" progId="TCLayout.ActiveDocument.1">
                  <p:embed/>
                </p:oleObj>
              </mc:Choice>
              <mc:Fallback>
                <p:oleObj name="think-cell Slide" r:id="rId47" imgW="270" imgH="270" progId="TCLayout.ActiveDocument.1">
                  <p:embed/>
                  <p:pic>
                    <p:nvPicPr>
                      <p:cNvPr id="21" name="Object 20" hidden="1"/>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1734437769"/>
      </p:ext>
    </p:extLst>
  </p:cSld>
  <p:clrMap bg1="lt1" tx1="dk1" bg2="lt2" tx2="dk2" accent1="accent1" accent2="accent2" accent3="accent3" accent4="accent4" accent5="accent5" accent6="accent6" hlink="hlink" folHlink="folHlink"/>
  <p:sldLayoutIdLst>
    <p:sldLayoutId id="2147483978" r:id="rId1"/>
    <p:sldLayoutId id="2147483979" r:id="rId2"/>
    <p:sldLayoutId id="2147483980" r:id="rId3"/>
    <p:sldLayoutId id="2147483981" r:id="rId4"/>
    <p:sldLayoutId id="2147483982" r:id="rId5"/>
    <p:sldLayoutId id="2147483983" r:id="rId6"/>
    <p:sldLayoutId id="2147483984" r:id="rId7"/>
    <p:sldLayoutId id="2147483985" r:id="rId8"/>
    <p:sldLayoutId id="2147483986" r:id="rId9"/>
    <p:sldLayoutId id="2147483987" r:id="rId10"/>
    <p:sldLayoutId id="2147483988" r:id="rId11"/>
    <p:sldLayoutId id="2147483989" r:id="rId12"/>
    <p:sldLayoutId id="2147483990" r:id="rId13"/>
    <p:sldLayoutId id="2147483991" r:id="rId14"/>
    <p:sldLayoutId id="2147483992" r:id="rId15"/>
    <p:sldLayoutId id="2147483993" r:id="rId16"/>
    <p:sldLayoutId id="2147483994" r:id="rId17"/>
    <p:sldLayoutId id="2147483995" r:id="rId18"/>
    <p:sldLayoutId id="2147483996" r:id="rId19"/>
    <p:sldLayoutId id="2147483997" r:id="rId20"/>
    <p:sldLayoutId id="2147483998" r:id="rId21"/>
    <p:sldLayoutId id="2147483999" r:id="rId22"/>
    <p:sldLayoutId id="2147484000" r:id="rId23"/>
    <p:sldLayoutId id="2147484001" r:id="rId24"/>
    <p:sldLayoutId id="2147484002" r:id="rId25"/>
    <p:sldLayoutId id="2147484004" r:id="rId26"/>
    <p:sldLayoutId id="2147484318" r:id="rId27"/>
    <p:sldLayoutId id="2147484319" r:id="rId28"/>
    <p:sldLayoutId id="2147484320" r:id="rId29"/>
    <p:sldLayoutId id="2147484321" r:id="rId30"/>
    <p:sldLayoutId id="2147484322" r:id="rId31"/>
    <p:sldLayoutId id="2147484323" r:id="rId32"/>
    <p:sldLayoutId id="2147484324" r:id="rId33"/>
    <p:sldLayoutId id="2147483857" r:id="rId34"/>
    <p:sldLayoutId id="2147483858" r:id="rId35"/>
    <p:sldLayoutId id="2147483859" r:id="rId36"/>
    <p:sldLayoutId id="2147483860" r:id="rId37"/>
    <p:sldLayoutId id="2147483866" r:id="rId38"/>
    <p:sldLayoutId id="2147483880" r:id="rId39"/>
    <p:sldLayoutId id="2147483882" r:id="rId40"/>
    <p:sldLayoutId id="2147483889" r:id="rId41"/>
    <p:sldLayoutId id="2147483891" r:id="rId42"/>
    <p:sldLayoutId id="2147484253" r:id="rId43"/>
    <p:sldLayoutId id="2147484256" r:id="rId4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2"/>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3" imgW="270" imgH="270" progId="TCLayout.ActiveDocument.1">
                  <p:embed/>
                </p:oleObj>
              </mc:Choice>
              <mc:Fallback>
                <p:oleObj name="think-cell Slide" r:id="rId33" imgW="270" imgH="270" progId="TCLayout.ActiveDocument.1">
                  <p:embed/>
                  <p:pic>
                    <p:nvPicPr>
                      <p:cNvPr id="21" name="Object 20" hidden="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71518"/>
            <a:ext cx="1434688" cy="107722"/>
          </a:xfrm>
          <a:prstGeom prst="rect">
            <a:avLst/>
          </a:prstGeom>
        </p:spPr>
        <p:txBody>
          <a:bodyPr wrap="non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91753" y="6566999"/>
            <a:ext cx="229263" cy="123111"/>
          </a:xfrm>
          <a:prstGeom prst="rect">
            <a:avLst/>
          </a:prstGeom>
        </p:spPr>
        <p:txBody>
          <a:bodyPr wrap="square" lIns="0" tIns="0" rIns="0" bIns="0" anchor="ctr" anchorCtr="0">
            <a:spAutoFit/>
          </a:bodyPr>
          <a:lstStyle/>
          <a:p>
            <a:pPr algn="l"/>
            <a:fld id="{0502E5A9-B53C-401E-A0E0-4A359BB0A9E5}" type="slidenum">
              <a:rPr lang="en-US" sz="800" smtClean="0">
                <a:solidFill>
                  <a:srgbClr val="A6A6A6"/>
                </a:solidFill>
                <a:latin typeface="Ubuntu" panose="020B0504030602030204" pitchFamily="34" charset="0"/>
                <a:cs typeface="Arial" panose="020B0604020202020204" pitchFamily="34" charset="0"/>
              </a:rPr>
              <a:pPr algn="l"/>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9229693" y="6571518"/>
            <a:ext cx="2529539" cy="107722"/>
          </a:xfrm>
          <a:prstGeom prst="rect">
            <a:avLst/>
          </a:prstGeom>
        </p:spPr>
        <p:txBody>
          <a:bodyPr wrap="none" lIns="0" tIns="0" rIns="0" bIns="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2533179822"/>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4" r:id="rId7"/>
    <p:sldLayoutId id="2147484015" r:id="rId8"/>
    <p:sldLayoutId id="2147484016" r:id="rId9"/>
    <p:sldLayoutId id="2147484017" r:id="rId10"/>
    <p:sldLayoutId id="2147484018" r:id="rId11"/>
    <p:sldLayoutId id="2147484019" r:id="rId12"/>
    <p:sldLayoutId id="2147484020" r:id="rId13"/>
    <p:sldLayoutId id="2147484021" r:id="rId14"/>
    <p:sldLayoutId id="2147484022" r:id="rId15"/>
    <p:sldLayoutId id="2147484023" r:id="rId16"/>
    <p:sldLayoutId id="2147484024" r:id="rId17"/>
    <p:sldLayoutId id="2147484025" r:id="rId18"/>
    <p:sldLayoutId id="2147484026" r:id="rId19"/>
    <p:sldLayoutId id="2147484027" r:id="rId20"/>
    <p:sldLayoutId id="2147484028" r:id="rId21"/>
    <p:sldLayoutId id="2147484029" r:id="rId22"/>
    <p:sldLayoutId id="2147484030" r:id="rId23"/>
    <p:sldLayoutId id="2147484325" r:id="rId24"/>
    <p:sldLayoutId id="2147484326" r:id="rId25"/>
    <p:sldLayoutId id="2147484327" r:id="rId26"/>
    <p:sldLayoutId id="2147484328" r:id="rId27"/>
    <p:sldLayoutId id="2147484330" r:id="rId28"/>
    <p:sldLayoutId id="2147484331" r:id="rId29"/>
    <p:sldLayoutId id="2147484333" r:id="rId30"/>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961000922"/>
      </p:ext>
    </p:extLst>
  </p:cSld>
  <p:clrMap bg1="lt1" tx1="dk1" bg2="lt2" tx2="dk2" accent1="accent1" accent2="accent2" accent3="accent3" accent4="accent4" accent5="accent5" accent6="accent6" hlink="hlink" folHlink="folHlink"/>
  <p:sldLayoutIdLst>
    <p:sldLayoutId id="2147484034" r:id="rId1"/>
    <p:sldLayoutId id="2147484035" r:id="rId2"/>
    <p:sldLayoutId id="2147484036" r:id="rId3"/>
    <p:sldLayoutId id="2147484037" r:id="rId4"/>
    <p:sldLayoutId id="2147484038" r:id="rId5"/>
    <p:sldLayoutId id="2147484039" r:id="rId6"/>
    <p:sldLayoutId id="2147484040" r:id="rId7"/>
    <p:sldLayoutId id="2147484041" r:id="rId8"/>
    <p:sldLayoutId id="2147484042" r:id="rId9"/>
    <p:sldLayoutId id="2147484043" r:id="rId10"/>
    <p:sldLayoutId id="2147484044" r:id="rId11"/>
    <p:sldLayoutId id="2147484045" r:id="rId12"/>
    <p:sldLayoutId id="2147484046" r:id="rId13"/>
    <p:sldLayoutId id="2147484047" r:id="rId14"/>
    <p:sldLayoutId id="2147484048" r:id="rId15"/>
    <p:sldLayoutId id="2147484049" r:id="rId16"/>
    <p:sldLayoutId id="2147484050" r:id="rId17"/>
    <p:sldLayoutId id="2147484051" r:id="rId18"/>
    <p:sldLayoutId id="2147484053" r:id="rId19"/>
    <p:sldLayoutId id="2147484054" r:id="rId20"/>
    <p:sldLayoutId id="2147484055" r:id="rId21"/>
    <p:sldLayoutId id="2147484056" r:id="rId22"/>
    <p:sldLayoutId id="2147484057" r:id="rId23"/>
    <p:sldLayoutId id="2147484088"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0"/>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21" name="Object 20" hidden="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892573472"/>
      </p:ext>
    </p:extLst>
  </p:cSld>
  <p:clrMap bg1="lt1" tx1="dk1" bg2="lt2" tx2="dk2" accent1="accent1" accent2="accent2" accent3="accent3" accent4="accent4" accent5="accent5" accent6="accent6" hlink="hlink" folHlink="folHlink"/>
  <p:sldLayoutIdLst>
    <p:sldLayoutId id="2147484059" r:id="rId1"/>
    <p:sldLayoutId id="2147484060" r:id="rId2"/>
    <p:sldLayoutId id="2147484061" r:id="rId3"/>
    <p:sldLayoutId id="2147484062" r:id="rId4"/>
    <p:sldLayoutId id="2147484063" r:id="rId5"/>
    <p:sldLayoutId id="2147484064" r:id="rId6"/>
    <p:sldLayoutId id="2147484065" r:id="rId7"/>
    <p:sldLayoutId id="2147484066" r:id="rId8"/>
    <p:sldLayoutId id="2147484067" r:id="rId9"/>
    <p:sldLayoutId id="2147484068" r:id="rId10"/>
    <p:sldLayoutId id="2147484069" r:id="rId11"/>
    <p:sldLayoutId id="2147484070" r:id="rId12"/>
    <p:sldLayoutId id="2147484071" r:id="rId13"/>
    <p:sldLayoutId id="2147484072" r:id="rId14"/>
    <p:sldLayoutId id="2147484073" r:id="rId15"/>
    <p:sldLayoutId id="2147484074" r:id="rId16"/>
    <p:sldLayoutId id="2147484075" r:id="rId17"/>
    <p:sldLayoutId id="2147484076" r:id="rId18"/>
    <p:sldLayoutId id="2147484077" r:id="rId19"/>
    <p:sldLayoutId id="2147484078" r:id="rId20"/>
    <p:sldLayoutId id="2147484079" r:id="rId21"/>
    <p:sldLayoutId id="2147484080" r:id="rId22"/>
    <p:sldLayoutId id="2147484081" r:id="rId23"/>
    <p:sldLayoutId id="2147484082" r:id="rId24"/>
    <p:sldLayoutId id="2147484083" r:id="rId25"/>
    <p:sldLayoutId id="2147484084" r:id="rId26"/>
    <p:sldLayoutId id="2147484086" r:id="rId27"/>
    <p:sldLayoutId id="2147484087"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714865219"/>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 id="2147484104" r:id="rId12"/>
    <p:sldLayoutId id="2147484105" r:id="rId13"/>
    <p:sldLayoutId id="2147484106" r:id="rId14"/>
    <p:sldLayoutId id="2147484107" r:id="rId15"/>
    <p:sldLayoutId id="2147484108" r:id="rId16"/>
    <p:sldLayoutId id="2147484109" r:id="rId17"/>
    <p:sldLayoutId id="2147484110" r:id="rId18"/>
    <p:sldLayoutId id="2147484111" r:id="rId19"/>
    <p:sldLayoutId id="2147484112" r:id="rId20"/>
    <p:sldLayoutId id="2147484113" r:id="rId21"/>
    <p:sldLayoutId id="2147484114" r:id="rId22"/>
    <p:sldLayoutId id="2147484115" r:id="rId23"/>
    <p:sldLayoutId id="2147484116" r:id="rId24"/>
    <p:sldLayoutId id="2147484117" r:id="rId25"/>
    <p:sldLayoutId id="2147484118" r:id="rId26"/>
    <p:sldLayoutId id="2147484119" r:id="rId27"/>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8" name="Rectangle 27">
            <a:extLst>
              <a:ext uri="{FF2B5EF4-FFF2-40B4-BE49-F238E27FC236}">
                <a16:creationId xmlns:a16="http://schemas.microsoft.com/office/drawing/2014/main" id="{B1133F59-1301-4D8F-A396-71B6A669F37A}"/>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2591753938"/>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6" r:id="rId6"/>
    <p:sldLayoutId id="2147484267" r:id="rId7"/>
    <p:sldLayoutId id="2147484268" r:id="rId8"/>
    <p:sldLayoutId id="2147484269" r:id="rId9"/>
    <p:sldLayoutId id="2147484270" r:id="rId10"/>
    <p:sldLayoutId id="2147484271" r:id="rId11"/>
    <p:sldLayoutId id="2147484272" r:id="rId12"/>
    <p:sldLayoutId id="2147484273" r:id="rId13"/>
    <p:sldLayoutId id="2147484274" r:id="rId14"/>
    <p:sldLayoutId id="2147484275" r:id="rId15"/>
    <p:sldLayoutId id="2147484276" r:id="rId16"/>
    <p:sldLayoutId id="2147484277" r:id="rId17"/>
    <p:sldLayoutId id="2147484278" r:id="rId18"/>
    <p:sldLayoutId id="2147484279" r:id="rId19"/>
    <p:sldLayoutId id="2147484280" r:id="rId20"/>
    <p:sldLayoutId id="2147484281" r:id="rId21"/>
    <p:sldLayoutId id="2147484282" r:id="rId22"/>
    <p:sldLayoutId id="2147484283" r:id="rId23"/>
    <p:sldLayoutId id="2147484284" r:id="rId24"/>
    <p:sldLayoutId id="2147484285" r:id="rId25"/>
    <p:sldLayoutId id="2147484286" r:id="rId26"/>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953422132"/>
      </p:ext>
    </p:extLst>
  </p:cSld>
  <p:clrMap bg1="lt1" tx1="dk1" bg2="lt2" tx2="dk2" accent1="accent1" accent2="accent2" accent3="accent3" accent4="accent4" accent5="accent5" accent6="accent6" hlink="hlink" folHlink="folHlink"/>
  <p:sldLayoutIdLst>
    <p:sldLayoutId id="2147484335" r:id="rId1"/>
    <p:sldLayoutId id="2147484336" r:id="rId2"/>
    <p:sldLayoutId id="2147484337" r:id="rId3"/>
    <p:sldLayoutId id="2147484338" r:id="rId4"/>
    <p:sldLayoutId id="2147484339" r:id="rId5"/>
    <p:sldLayoutId id="2147484340" r:id="rId6"/>
    <p:sldLayoutId id="2147484341" r:id="rId7"/>
    <p:sldLayoutId id="2147484342" r:id="rId8"/>
    <p:sldLayoutId id="2147484343" r:id="rId9"/>
    <p:sldLayoutId id="2147484344" r:id="rId10"/>
    <p:sldLayoutId id="2147484345" r:id="rId11"/>
    <p:sldLayoutId id="2147484346" r:id="rId12"/>
    <p:sldLayoutId id="2147484347" r:id="rId13"/>
    <p:sldLayoutId id="2147484348" r:id="rId14"/>
    <p:sldLayoutId id="2147484349" r:id="rId15"/>
    <p:sldLayoutId id="2147484350" r:id="rId16"/>
    <p:sldLayoutId id="2147484351" r:id="rId17"/>
    <p:sldLayoutId id="2147484352" r:id="rId18"/>
    <p:sldLayoutId id="2147484353" r:id="rId19"/>
    <p:sldLayoutId id="2147484354" r:id="rId20"/>
    <p:sldLayoutId id="2147484355" r:id="rId21"/>
    <p:sldLayoutId id="2147484356" r:id="rId22"/>
    <p:sldLayoutId id="2147484357" r:id="rId23"/>
    <p:sldLayoutId id="2147484358" r:id="rId24"/>
    <p:sldLayoutId id="2147484359" r:id="rId25"/>
    <p:sldLayoutId id="2147484360" r:id="rId26"/>
    <p:sldLayoutId id="2147484361" r:id="rId27"/>
    <p:sldLayoutId id="2147484362" r:id="rId28"/>
    <p:sldLayoutId id="2147484363" r:id="rId29"/>
    <p:sldLayoutId id="2147484364" r:id="rId30"/>
    <p:sldLayoutId id="2147484365" r:id="rId31"/>
    <p:sldLayoutId id="2147484366" r:id="rId32"/>
    <p:sldLayoutId id="2147484367" r:id="rId33"/>
    <p:sldLayoutId id="2147484368" r:id="rId34"/>
    <p:sldLayoutId id="2147484369" r:id="rId35"/>
    <p:sldLayoutId id="2147484370" r:id="rId36"/>
    <p:sldLayoutId id="2147484371" r:id="rId37"/>
    <p:sldLayoutId id="2147484372" r:id="rId38"/>
    <p:sldLayoutId id="2147484373" r:id="rId39"/>
    <p:sldLayoutId id="2147484374" r:id="rId40"/>
    <p:sldLayoutId id="2147484375" r:id="rId4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4.xml"/></Relationships>
</file>

<file path=ppt/slides/_rels/slide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xml"/><Relationship Id="rId1" Type="http://schemas.openxmlformats.org/officeDocument/2006/relationships/slideLayout" Target="../slideLayouts/slideLayout14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42.png"/><Relationship Id="rId7" Type="http://schemas.openxmlformats.org/officeDocument/2006/relationships/slide" Target="slide7.xml"/><Relationship Id="rId2" Type="http://schemas.openxmlformats.org/officeDocument/2006/relationships/notesSlide" Target="../notesSlides/notesSlide4.xml"/><Relationship Id="rId1" Type="http://schemas.openxmlformats.org/officeDocument/2006/relationships/slideLayout" Target="../slideLayouts/slideLayout69.xml"/><Relationship Id="rId6" Type="http://schemas.openxmlformats.org/officeDocument/2006/relationships/image" Target="../media/image45.svg"/><Relationship Id="rId11" Type="http://schemas.openxmlformats.org/officeDocument/2006/relationships/slide" Target="slide22.xml"/><Relationship Id="rId5" Type="http://schemas.openxmlformats.org/officeDocument/2006/relationships/image" Target="../media/image44.png"/><Relationship Id="rId10" Type="http://schemas.openxmlformats.org/officeDocument/2006/relationships/slide" Target="slide19.xml"/><Relationship Id="rId4" Type="http://schemas.openxmlformats.org/officeDocument/2006/relationships/image" Target="../media/image43.svg"/><Relationship Id="rId9" Type="http://schemas.openxmlformats.org/officeDocument/2006/relationships/slide" Target="slide18.xml"/></Relationships>
</file>

<file path=ppt/slides/_rels/slide5.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5.xml"/><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tags" Target="../tags/tag36.xml"/><Relationship Id="rId7" Type="http://schemas.openxmlformats.org/officeDocument/2006/relationships/tags" Target="../tags/tag40.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10" Type="http://schemas.openxmlformats.org/officeDocument/2006/relationships/image" Target="../media/image46.emf"/><Relationship Id="rId4" Type="http://schemas.openxmlformats.org/officeDocument/2006/relationships/tags" Target="../tags/tag37.xml"/><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47.png"/><Relationship Id="rId7"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71.xml"/><Relationship Id="rId6" Type="http://schemas.microsoft.com/office/2007/relationships/hdphoto" Target="../media/hdphoto2.wdp"/><Relationship Id="rId5" Type="http://schemas.openxmlformats.org/officeDocument/2006/relationships/image" Target="../media/image48.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0.xml.rels><?xml version="1.0" encoding="UTF-8" standalone="yes"?>
<Relationships xmlns="http://schemas.openxmlformats.org/package/2006/relationships"><Relationship Id="rId8" Type="http://schemas.openxmlformats.org/officeDocument/2006/relationships/image" Target="../media/image55.svg"/><Relationship Id="rId13" Type="http://schemas.openxmlformats.org/officeDocument/2006/relationships/image" Target="../media/image60.png"/><Relationship Id="rId18" Type="http://schemas.openxmlformats.org/officeDocument/2006/relationships/image" Target="../media/image65.svg"/><Relationship Id="rId3" Type="http://schemas.openxmlformats.org/officeDocument/2006/relationships/image" Target="../media/image50.png"/><Relationship Id="rId21" Type="http://schemas.openxmlformats.org/officeDocument/2006/relationships/image" Target="../media/image68.png"/><Relationship Id="rId7" Type="http://schemas.openxmlformats.org/officeDocument/2006/relationships/image" Target="../media/image54.png"/><Relationship Id="rId12" Type="http://schemas.openxmlformats.org/officeDocument/2006/relationships/image" Target="../media/image59.svg"/><Relationship Id="rId17" Type="http://schemas.openxmlformats.org/officeDocument/2006/relationships/image" Target="../media/image64.png"/><Relationship Id="rId2" Type="http://schemas.openxmlformats.org/officeDocument/2006/relationships/notesSlide" Target="../notesSlides/notesSlide7.xml"/><Relationship Id="rId16" Type="http://schemas.openxmlformats.org/officeDocument/2006/relationships/image" Target="../media/image63.svg"/><Relationship Id="rId20" Type="http://schemas.openxmlformats.org/officeDocument/2006/relationships/image" Target="../media/image67.svg"/><Relationship Id="rId1" Type="http://schemas.openxmlformats.org/officeDocument/2006/relationships/slideLayout" Target="../slideLayouts/slideLayout72.xml"/><Relationship Id="rId6" Type="http://schemas.openxmlformats.org/officeDocument/2006/relationships/image" Target="../media/image53.svg"/><Relationship Id="rId11" Type="http://schemas.openxmlformats.org/officeDocument/2006/relationships/image" Target="../media/image58.png"/><Relationship Id="rId24" Type="http://schemas.openxmlformats.org/officeDocument/2006/relationships/image" Target="../media/image71.svg"/><Relationship Id="rId5" Type="http://schemas.openxmlformats.org/officeDocument/2006/relationships/image" Target="../media/image52.png"/><Relationship Id="rId15" Type="http://schemas.openxmlformats.org/officeDocument/2006/relationships/image" Target="../media/image62.png"/><Relationship Id="rId23" Type="http://schemas.openxmlformats.org/officeDocument/2006/relationships/image" Target="../media/image70.png"/><Relationship Id="rId10" Type="http://schemas.openxmlformats.org/officeDocument/2006/relationships/image" Target="../media/image57.svg"/><Relationship Id="rId19" Type="http://schemas.openxmlformats.org/officeDocument/2006/relationships/image" Target="../media/image66.png"/><Relationship Id="rId4" Type="http://schemas.openxmlformats.org/officeDocument/2006/relationships/image" Target="../media/image51.svg"/><Relationship Id="rId9" Type="http://schemas.openxmlformats.org/officeDocument/2006/relationships/image" Target="../media/image56.png"/><Relationship Id="rId14" Type="http://schemas.openxmlformats.org/officeDocument/2006/relationships/image" Target="../media/image61.svg"/><Relationship Id="rId22" Type="http://schemas.openxmlformats.org/officeDocument/2006/relationships/image" Target="../media/image69.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5.xml"/></Relationships>
</file>

<file path=ppt/slides/_rels/slide1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20.xml"/><Relationship Id="rId5" Type="http://schemas.openxmlformats.org/officeDocument/2006/relationships/image" Target="../media/image75.png"/><Relationship Id="rId4" Type="http://schemas.openxmlformats.org/officeDocument/2006/relationships/image" Target="../media/image74.png"/></Relationships>
</file>

<file path=ppt/slides/_rels/slide1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20.xml"/><Relationship Id="rId5" Type="http://schemas.openxmlformats.org/officeDocument/2006/relationships/image" Target="../media/image75.png"/><Relationship Id="rId4" Type="http://schemas.openxmlformats.org/officeDocument/2006/relationships/image" Target="../media/image74.png"/></Relationships>
</file>

<file path=ppt/slides/_rels/slide1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20.xml"/><Relationship Id="rId5" Type="http://schemas.openxmlformats.org/officeDocument/2006/relationships/image" Target="../media/image75.png"/><Relationship Id="rId4" Type="http://schemas.openxmlformats.org/officeDocument/2006/relationships/image" Target="../media/image74.png"/></Relationships>
</file>

<file path=ppt/slides/_rels/slide1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20.xml"/><Relationship Id="rId5" Type="http://schemas.openxmlformats.org/officeDocument/2006/relationships/image" Target="../media/image75.png"/><Relationship Id="rId4" Type="http://schemas.openxmlformats.org/officeDocument/2006/relationships/image" Target="../media/image7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2.xml"/><Relationship Id="rId1" Type="http://schemas.openxmlformats.org/officeDocument/2006/relationships/tags" Target="../tags/tag41.xml"/><Relationship Id="rId5" Type="http://schemas.openxmlformats.org/officeDocument/2006/relationships/image" Target="../media/image76.emf"/><Relationship Id="rId4"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78.emf"/><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77.emf"/><Relationship Id="rId5" Type="http://schemas.openxmlformats.org/officeDocument/2006/relationships/oleObject" Target="../embeddings/oleObject6.bin"/><Relationship Id="rId4"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3.xml"/><Relationship Id="rId4" Type="http://schemas.openxmlformats.org/officeDocument/2006/relationships/image" Target="../media/image81.png"/></Relationships>
</file>

<file path=ppt/slides/_rels/slide22.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png"/><Relationship Id="rId3" Type="http://schemas.openxmlformats.org/officeDocument/2006/relationships/image" Target="../media/image83.png"/><Relationship Id="rId7" Type="http://schemas.openxmlformats.org/officeDocument/2006/relationships/image" Target="../media/image87.wmf"/><Relationship Id="rId12" Type="http://schemas.openxmlformats.org/officeDocument/2006/relationships/image" Target="../media/image92.png"/><Relationship Id="rId17" Type="http://schemas.openxmlformats.org/officeDocument/2006/relationships/image" Target="../media/image97.png"/><Relationship Id="rId2" Type="http://schemas.openxmlformats.org/officeDocument/2006/relationships/image" Target="../media/image82.png"/><Relationship Id="rId16" Type="http://schemas.openxmlformats.org/officeDocument/2006/relationships/image" Target="../media/image96.png"/><Relationship Id="rId1" Type="http://schemas.openxmlformats.org/officeDocument/2006/relationships/slideLayout" Target="../slideLayouts/slideLayout74.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5" Type="http://schemas.openxmlformats.org/officeDocument/2006/relationships/image" Target="../media/image95.png"/><Relationship Id="rId10" Type="http://schemas.openxmlformats.org/officeDocument/2006/relationships/image" Target="../media/image90.png"/><Relationship Id="rId4" Type="http://schemas.openxmlformats.org/officeDocument/2006/relationships/image" Target="../media/image84.jpeg"/><Relationship Id="rId9" Type="http://schemas.openxmlformats.org/officeDocument/2006/relationships/image" Target="../media/image89.png"/><Relationship Id="rId14" Type="http://schemas.openxmlformats.org/officeDocument/2006/relationships/image" Target="../media/image9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A4DC6AA2-7DDE-A4C0-A4FB-3DF37CC98DE7}"/>
              </a:ext>
            </a:extLst>
          </p:cNvPr>
          <p:cNvSpPr txBox="1">
            <a:spLocks/>
          </p:cNvSpPr>
          <p:nvPr/>
        </p:nvSpPr>
        <p:spPr>
          <a:xfrm>
            <a:off x="379968" y="1826620"/>
            <a:ext cx="11023539" cy="1015663"/>
          </a:xfrm>
          <a:prstGeom prst="rect">
            <a:avLst/>
          </a:prstGeom>
        </p:spPr>
        <p:txBody>
          <a:bodyPr vert="horz" wrap="square" lIns="36000" tIns="0" rIns="36000" bIns="0" rtlCol="0" anchor="b" anchorCtr="0">
            <a:sp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6600" b="1" i="0" u="none" strike="noStrike" kern="1200" cap="all" spc="0" normalizeH="0" baseline="0" noProof="0">
                <a:ln>
                  <a:noFill/>
                </a:ln>
                <a:solidFill>
                  <a:schemeClr val="bg1"/>
                </a:solidFill>
                <a:effectLst/>
                <a:uLnTx/>
                <a:uFillTx/>
                <a:latin typeface="+mn-lt"/>
                <a:ea typeface="+mj-ea"/>
                <a:cs typeface="+mj-cs"/>
              </a:defRPr>
            </a:lvl1pPr>
          </a:lstStyle>
          <a:p>
            <a:r>
              <a:rPr lang="en-US" sz="4000">
                <a:solidFill>
                  <a:srgbClr val="12ABDB"/>
                </a:solidFill>
              </a:rPr>
              <a:t>BUSINESS &amp; PRODUCT STRATEGY</a:t>
            </a:r>
            <a:r>
              <a:rPr lang="en-US"/>
              <a:t>   </a:t>
            </a:r>
          </a:p>
        </p:txBody>
      </p:sp>
      <p:sp>
        <p:nvSpPr>
          <p:cNvPr id="2" name="Subtitle 1">
            <a:extLst>
              <a:ext uri="{FF2B5EF4-FFF2-40B4-BE49-F238E27FC236}">
                <a16:creationId xmlns:a16="http://schemas.microsoft.com/office/drawing/2014/main" id="{D65D8CDD-4C58-4EBA-861D-05FBDBE63743}"/>
              </a:ext>
            </a:extLst>
          </p:cNvPr>
          <p:cNvSpPr>
            <a:spLocks noGrp="1"/>
          </p:cNvSpPr>
          <p:nvPr>
            <p:ph type="subTitle" idx="1"/>
          </p:nvPr>
        </p:nvSpPr>
        <p:spPr>
          <a:xfrm>
            <a:off x="497154" y="3633724"/>
            <a:ext cx="6267251" cy="307777"/>
          </a:xfrm>
        </p:spPr>
        <p:txBody>
          <a:bodyPr/>
          <a:lstStyle/>
          <a:p>
            <a:r>
              <a:rPr lang="en-GB">
                <a:solidFill>
                  <a:srgbClr val="12ABDB"/>
                </a:solidFill>
              </a:rPr>
              <a:t>8</a:t>
            </a:r>
            <a:r>
              <a:rPr lang="en-GB" baseline="30000">
                <a:solidFill>
                  <a:srgbClr val="12ABDB"/>
                </a:solidFill>
              </a:rPr>
              <a:t>th</a:t>
            </a:r>
            <a:r>
              <a:rPr lang="en-GB">
                <a:solidFill>
                  <a:srgbClr val="12ABDB"/>
                </a:solidFill>
              </a:rPr>
              <a:t> June 2023</a:t>
            </a:r>
          </a:p>
        </p:txBody>
      </p:sp>
    </p:spTree>
    <p:extLst>
      <p:ext uri="{BB962C8B-B14F-4D97-AF65-F5344CB8AC3E}">
        <p14:creationId xmlns:p14="http://schemas.microsoft.com/office/powerpoint/2010/main" val="38675336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1EDD-0361-EADA-69DF-E43E87D57895}"/>
              </a:ext>
            </a:extLst>
          </p:cNvPr>
          <p:cNvSpPr>
            <a:spLocks noGrp="1"/>
          </p:cNvSpPr>
          <p:nvPr>
            <p:ph type="title" idx="4294967295"/>
          </p:nvPr>
        </p:nvSpPr>
        <p:spPr>
          <a:xfrm>
            <a:off x="221675" y="388938"/>
            <a:ext cx="10947400" cy="715962"/>
          </a:xfrm>
        </p:spPr>
        <p:txBody>
          <a:bodyPr/>
          <a:lstStyle/>
          <a:p>
            <a:r>
              <a:rPr lang="en-US">
                <a:solidFill>
                  <a:schemeClr val="accent2"/>
                </a:solidFill>
              </a:rPr>
              <a:t>agenda</a:t>
            </a:r>
            <a:br>
              <a:rPr lang="en-US"/>
            </a:br>
            <a:endParaRPr lang="en-US"/>
          </a:p>
        </p:txBody>
      </p:sp>
      <p:graphicFrame>
        <p:nvGraphicFramePr>
          <p:cNvPr id="21" name="Table 21">
            <a:extLst>
              <a:ext uri="{FF2B5EF4-FFF2-40B4-BE49-F238E27FC236}">
                <a16:creationId xmlns:a16="http://schemas.microsoft.com/office/drawing/2014/main" id="{89C383CC-C6BB-0525-D56B-15817FD88AB0}"/>
              </a:ext>
            </a:extLst>
          </p:cNvPr>
          <p:cNvGraphicFramePr>
            <a:graphicFrameLocks noGrp="1"/>
          </p:cNvGraphicFramePr>
          <p:nvPr>
            <p:extLst>
              <p:ext uri="{D42A27DB-BD31-4B8C-83A1-F6EECF244321}">
                <p14:modId xmlns:p14="http://schemas.microsoft.com/office/powerpoint/2010/main" val="1303115330"/>
              </p:ext>
            </p:extLst>
          </p:nvPr>
        </p:nvGraphicFramePr>
        <p:xfrm>
          <a:off x="404813" y="1547919"/>
          <a:ext cx="10310303" cy="3762162"/>
        </p:xfrm>
        <a:graphic>
          <a:graphicData uri="http://schemas.openxmlformats.org/drawingml/2006/table">
            <a:tbl>
              <a:tblPr firstRow="1" bandRow="1">
                <a:tableStyleId>{5C22544A-7EE6-4342-B048-85BDC9FD1C3A}</a:tableStyleId>
              </a:tblPr>
              <a:tblGrid>
                <a:gridCol w="1392252">
                  <a:extLst>
                    <a:ext uri="{9D8B030D-6E8A-4147-A177-3AD203B41FA5}">
                      <a16:colId xmlns:a16="http://schemas.microsoft.com/office/drawing/2014/main" val="4080171706"/>
                    </a:ext>
                  </a:extLst>
                </a:gridCol>
                <a:gridCol w="8918051">
                  <a:extLst>
                    <a:ext uri="{9D8B030D-6E8A-4147-A177-3AD203B41FA5}">
                      <a16:colId xmlns:a16="http://schemas.microsoft.com/office/drawing/2014/main" val="239117844"/>
                    </a:ext>
                  </a:extLst>
                </a:gridCol>
              </a:tblGrid>
              <a:tr h="627027">
                <a:tc>
                  <a:txBody>
                    <a:bodyPr/>
                    <a:lstStyle/>
                    <a:p>
                      <a:pPr algn="ctr"/>
                      <a:r>
                        <a:rPr lang="en-IN" sz="2000" b="1">
                          <a:solidFill>
                            <a:schemeClr val="bg1"/>
                          </a:solidFill>
                        </a:rPr>
                        <a:t>1</a:t>
                      </a: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IN" sz="2000" b="1">
                          <a:solidFill>
                            <a:schemeClr val="bg1"/>
                          </a:solidFill>
                        </a:rPr>
                        <a:t>Our Understanding  of Client's Business Ecosystems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2889541"/>
                  </a:ext>
                </a:extLst>
              </a:tr>
              <a:tr h="627027">
                <a:tc>
                  <a:txBody>
                    <a:bodyPr/>
                    <a:lstStyle/>
                    <a:p>
                      <a:pPr algn="ctr"/>
                      <a:r>
                        <a:rPr lang="en-IN" sz="2000" b="1">
                          <a:solidFill>
                            <a:schemeClr val="bg1"/>
                          </a:solidFill>
                        </a:rPr>
                        <a:t>2</a:t>
                      </a: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IN" sz="2000" b="1">
                          <a:solidFill>
                            <a:schemeClr val="bg1"/>
                          </a:solidFill>
                        </a:rPr>
                        <a:t>Our Approach to Address Client’s Key Challenges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2912793"/>
                  </a:ext>
                </a:extLst>
              </a:tr>
              <a:tr h="627027">
                <a:tc>
                  <a:txBody>
                    <a:bodyPr/>
                    <a:lstStyle/>
                    <a:p>
                      <a:pPr algn="ctr"/>
                      <a:r>
                        <a:rPr lang="en-IN" sz="2000" b="1">
                          <a:solidFill>
                            <a:schemeClr val="bg1"/>
                          </a:solidFill>
                        </a:rPr>
                        <a:t>3</a:t>
                      </a: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1" kern="1200" noProof="0">
                          <a:solidFill>
                            <a:schemeClr val="bg1"/>
                          </a:solidFill>
                          <a:latin typeface="+mn-lt"/>
                          <a:ea typeface="+mn-ea"/>
                          <a:cs typeface="+mn-cs"/>
                        </a:rPr>
                        <a:t>Proposed Engagement Timeline</a:t>
                      </a:r>
                      <a:endParaRPr lang="en-IN" sz="2000" b="1">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2148038"/>
                  </a:ext>
                </a:extLst>
              </a:tr>
              <a:tr h="627027">
                <a:tc>
                  <a:txBody>
                    <a:bodyPr/>
                    <a:lstStyle/>
                    <a:p>
                      <a:pPr algn="ctr"/>
                      <a:r>
                        <a:rPr lang="en-IN" sz="2000" b="1">
                          <a:solidFill>
                            <a:schemeClr val="bg1"/>
                          </a:solidFill>
                        </a:rPr>
                        <a:t>4</a:t>
                      </a: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IN" sz="2000" b="1">
                          <a:solidFill>
                            <a:schemeClr val="bg1"/>
                          </a:solidFill>
                        </a:rPr>
                        <a:t>Proposed Key Stakeholders from Client &amp; Capgemini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692189"/>
                  </a:ext>
                </a:extLst>
              </a:tr>
              <a:tr h="627027">
                <a:tc>
                  <a:txBody>
                    <a:bodyPr/>
                    <a:lstStyle/>
                    <a:p>
                      <a:pPr algn="ctr"/>
                      <a:r>
                        <a:rPr lang="en-IN" sz="2000" b="1">
                          <a:solidFill>
                            <a:schemeClr val="bg1"/>
                          </a:solidFill>
                        </a:rPr>
                        <a:t>5</a:t>
                      </a: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IN" sz="2000" b="1">
                          <a:solidFill>
                            <a:schemeClr val="bg1"/>
                          </a:solidFill>
                        </a:rPr>
                        <a:t>Success Stories &amp; Use Cases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1174612"/>
                  </a:ext>
                </a:extLst>
              </a:tr>
              <a:tr h="627027">
                <a:tc>
                  <a:txBody>
                    <a:bodyPr/>
                    <a:lstStyle/>
                    <a:p>
                      <a:pPr algn="ctr"/>
                      <a:endParaRPr lang="en-IN" sz="2000" b="1">
                        <a:solidFill>
                          <a:schemeClr val="bg1"/>
                        </a:solidFill>
                      </a:endParaRP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2000" b="1">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9084761"/>
                  </a:ext>
                </a:extLst>
              </a:tr>
            </a:tbl>
          </a:graphicData>
        </a:graphic>
      </p:graphicFrame>
    </p:spTree>
    <p:extLst>
      <p:ext uri="{BB962C8B-B14F-4D97-AF65-F5344CB8AC3E}">
        <p14:creationId xmlns:p14="http://schemas.microsoft.com/office/powerpoint/2010/main" val="19190531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31235F3-7AA2-ED39-464B-1D61AC2D3B9D}"/>
              </a:ext>
            </a:extLst>
          </p:cNvPr>
          <p:cNvSpPr/>
          <p:nvPr/>
        </p:nvSpPr>
        <p:spPr>
          <a:xfrm>
            <a:off x="404811" y="3687100"/>
            <a:ext cx="3960000" cy="11734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6" name="Rectangle 15">
            <a:extLst>
              <a:ext uri="{FF2B5EF4-FFF2-40B4-BE49-F238E27FC236}">
                <a16:creationId xmlns:a16="http://schemas.microsoft.com/office/drawing/2014/main" id="{FE7F41A4-A9C3-4726-41BE-E1C6FA0020BB}"/>
              </a:ext>
            </a:extLst>
          </p:cNvPr>
          <p:cNvSpPr/>
          <p:nvPr/>
        </p:nvSpPr>
        <p:spPr>
          <a:xfrm>
            <a:off x="404811" y="2035037"/>
            <a:ext cx="3960000" cy="10788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2" name="Title 1">
            <a:extLst>
              <a:ext uri="{FF2B5EF4-FFF2-40B4-BE49-F238E27FC236}">
                <a16:creationId xmlns:a16="http://schemas.microsoft.com/office/drawing/2014/main" id="{E8941EDD-0361-EADA-69DF-E43E87D57895}"/>
              </a:ext>
            </a:extLst>
          </p:cNvPr>
          <p:cNvSpPr>
            <a:spLocks noGrp="1"/>
          </p:cNvSpPr>
          <p:nvPr>
            <p:ph type="title"/>
          </p:nvPr>
        </p:nvSpPr>
        <p:spPr>
          <a:xfrm>
            <a:off x="404813" y="204211"/>
            <a:ext cx="10947772" cy="715961"/>
          </a:xfrm>
        </p:spPr>
        <p:txBody>
          <a:bodyPr/>
          <a:lstStyle/>
          <a:p>
            <a:r>
              <a:rPr lang="en-US"/>
              <a:t>Our Understanding of </a:t>
            </a:r>
            <a:r>
              <a:rPr lang="en-US" i="1" cap="none"/>
              <a:t>Client’s</a:t>
            </a:r>
            <a:r>
              <a:rPr lang="en-US"/>
              <a:t> BUSINESS ecosystem</a:t>
            </a:r>
          </a:p>
        </p:txBody>
      </p:sp>
      <p:sp>
        <p:nvSpPr>
          <p:cNvPr id="7" name="Text Placeholder 6">
            <a:extLst>
              <a:ext uri="{FF2B5EF4-FFF2-40B4-BE49-F238E27FC236}">
                <a16:creationId xmlns:a16="http://schemas.microsoft.com/office/drawing/2014/main" id="{5299AA55-D115-F29D-78A2-4C6B89FFFEFD}"/>
              </a:ext>
            </a:extLst>
          </p:cNvPr>
          <p:cNvSpPr>
            <a:spLocks noGrp="1"/>
          </p:cNvSpPr>
          <p:nvPr>
            <p:ph type="body" sz="quarter" idx="12"/>
          </p:nvPr>
        </p:nvSpPr>
        <p:spPr>
          <a:xfrm>
            <a:off x="4483096" y="1206300"/>
            <a:ext cx="3376928" cy="380612"/>
          </a:xfrm>
          <a:solidFill>
            <a:schemeClr val="accent2">
              <a:lumMod val="75000"/>
            </a:schemeClr>
          </a:solidFill>
        </p:spPr>
        <p:txBody>
          <a:bodyPr vert="horz" lIns="0" tIns="0" rIns="0" bIns="0" rtlCol="0" anchor="ctr" anchorCtr="0">
            <a:noAutofit/>
          </a:bodyPr>
          <a:lstStyle/>
          <a:p>
            <a:r>
              <a:rPr lang="en-US" sz="2000" b="1">
                <a:solidFill>
                  <a:schemeClr val="bg1"/>
                </a:solidFill>
              </a:rPr>
              <a:t>Business Objectives</a:t>
            </a:r>
          </a:p>
        </p:txBody>
      </p:sp>
      <p:sp>
        <p:nvSpPr>
          <p:cNvPr id="5" name="Text Placeholder 4">
            <a:extLst>
              <a:ext uri="{FF2B5EF4-FFF2-40B4-BE49-F238E27FC236}">
                <a16:creationId xmlns:a16="http://schemas.microsoft.com/office/drawing/2014/main" id="{1FD9D0DC-C41A-B5E3-105D-F1C9A5621F5B}"/>
              </a:ext>
            </a:extLst>
          </p:cNvPr>
          <p:cNvSpPr>
            <a:spLocks noGrp="1"/>
          </p:cNvSpPr>
          <p:nvPr>
            <p:ph type="body" sz="quarter" idx="10"/>
          </p:nvPr>
        </p:nvSpPr>
        <p:spPr>
          <a:xfrm>
            <a:off x="404811" y="1206300"/>
            <a:ext cx="3960000" cy="380612"/>
          </a:xfrm>
          <a:solidFill>
            <a:schemeClr val="accent2">
              <a:lumMod val="75000"/>
            </a:schemeClr>
          </a:solidFill>
        </p:spPr>
        <p:txBody>
          <a:bodyPr/>
          <a:lstStyle/>
          <a:p>
            <a:r>
              <a:rPr lang="en-US" sz="2000" b="1">
                <a:solidFill>
                  <a:schemeClr val="bg1"/>
                </a:solidFill>
              </a:rPr>
              <a:t>Services &amp; Offerings</a:t>
            </a:r>
          </a:p>
        </p:txBody>
      </p:sp>
      <p:sp>
        <p:nvSpPr>
          <p:cNvPr id="4" name="Rectangle 3">
            <a:extLst>
              <a:ext uri="{FF2B5EF4-FFF2-40B4-BE49-F238E27FC236}">
                <a16:creationId xmlns:a16="http://schemas.microsoft.com/office/drawing/2014/main" id="{4C6B9C5A-57C6-E321-9C13-88AD47EC3392}"/>
              </a:ext>
            </a:extLst>
          </p:cNvPr>
          <p:cNvSpPr/>
          <p:nvPr/>
        </p:nvSpPr>
        <p:spPr>
          <a:xfrm>
            <a:off x="404811" y="1671230"/>
            <a:ext cx="3960000" cy="3030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latin typeface="+mj-lt"/>
              </a:rPr>
              <a:t>Wholesale &amp; Enterprise</a:t>
            </a:r>
          </a:p>
        </p:txBody>
      </p:sp>
      <p:sp>
        <p:nvSpPr>
          <p:cNvPr id="9" name="TextBox 8">
            <a:extLst>
              <a:ext uri="{FF2B5EF4-FFF2-40B4-BE49-F238E27FC236}">
                <a16:creationId xmlns:a16="http://schemas.microsoft.com/office/drawing/2014/main" id="{5151EBB3-3641-B416-2519-3A2650A00261}"/>
              </a:ext>
            </a:extLst>
          </p:cNvPr>
          <p:cNvSpPr txBox="1"/>
          <p:nvPr/>
        </p:nvSpPr>
        <p:spPr>
          <a:xfrm>
            <a:off x="518055" y="2055054"/>
            <a:ext cx="3690089" cy="830997"/>
          </a:xfrm>
          <a:prstGeom prst="rect">
            <a:avLst/>
          </a:prstGeom>
          <a:noFill/>
        </p:spPr>
        <p:txBody>
          <a:bodyPr wrap="square">
            <a:spAutoFit/>
          </a:bodyPr>
          <a:lstStyle/>
          <a:p>
            <a:pPr marL="176213" marR="0" lvl="0" indent="-176213"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lang="en-US" sz="1200"/>
              <a:t>Client Carrier Circuit</a:t>
            </a:r>
          </a:p>
          <a:p>
            <a:pPr marL="176213" marR="0" lvl="0" indent="-176213"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lang="en-US" sz="1200"/>
              <a:t>Broadband Infra</a:t>
            </a:r>
          </a:p>
          <a:p>
            <a:pPr marL="176213" marR="0" lvl="0" indent="-176213"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lang="en-US" sz="1200"/>
              <a:t>Telco Tower </a:t>
            </a:r>
            <a:r>
              <a:rPr lang="en-US" sz="1200" err="1"/>
              <a:t>Fiberization</a:t>
            </a:r>
            <a:endParaRPr lang="en-US" sz="1200"/>
          </a:p>
          <a:p>
            <a:pPr marL="176213" marR="0" lvl="0" indent="-176213"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lang="en-US" sz="1200"/>
              <a:t>IP Transit</a:t>
            </a:r>
          </a:p>
        </p:txBody>
      </p:sp>
      <p:sp>
        <p:nvSpPr>
          <p:cNvPr id="12" name="Rectangle 11">
            <a:extLst>
              <a:ext uri="{FF2B5EF4-FFF2-40B4-BE49-F238E27FC236}">
                <a16:creationId xmlns:a16="http://schemas.microsoft.com/office/drawing/2014/main" id="{1DB064CF-1877-EA3A-8661-2DC0BCA00393}"/>
              </a:ext>
            </a:extLst>
          </p:cNvPr>
          <p:cNvSpPr/>
          <p:nvPr/>
        </p:nvSpPr>
        <p:spPr>
          <a:xfrm>
            <a:off x="424757" y="3318914"/>
            <a:ext cx="3940054" cy="3103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latin typeface="+mj-lt"/>
              </a:rPr>
              <a:t>SME &amp; Consumer</a:t>
            </a:r>
          </a:p>
        </p:txBody>
      </p:sp>
      <p:sp>
        <p:nvSpPr>
          <p:cNvPr id="15" name="TextBox 14">
            <a:extLst>
              <a:ext uri="{FF2B5EF4-FFF2-40B4-BE49-F238E27FC236}">
                <a16:creationId xmlns:a16="http://schemas.microsoft.com/office/drawing/2014/main" id="{682B6FE2-82B2-AF8E-5BA6-CA0731375530}"/>
              </a:ext>
            </a:extLst>
          </p:cNvPr>
          <p:cNvSpPr txBox="1"/>
          <p:nvPr/>
        </p:nvSpPr>
        <p:spPr>
          <a:xfrm>
            <a:off x="473469" y="3760180"/>
            <a:ext cx="3852000" cy="969496"/>
          </a:xfrm>
          <a:prstGeom prst="rect">
            <a:avLst/>
          </a:prstGeom>
          <a:noFill/>
        </p:spPr>
        <p:txBody>
          <a:bodyPr wrap="square">
            <a:spAutoFit/>
          </a:bodyPr>
          <a:lstStyle/>
          <a:p>
            <a:pPr marL="176213" indent="-176213">
              <a:buClr>
                <a:schemeClr val="tx1"/>
              </a:buClr>
              <a:buFont typeface="Arial" panose="020B0604020202020204" pitchFamily="34" charset="0"/>
              <a:buChar char="•"/>
              <a:defRPr/>
            </a:pPr>
            <a:r>
              <a:rPr lang="en-US" sz="1200"/>
              <a:t>Residential Connectivity</a:t>
            </a:r>
          </a:p>
          <a:p>
            <a:pPr marL="176213" indent="-176213">
              <a:buClr>
                <a:schemeClr val="tx1"/>
              </a:buClr>
              <a:buFont typeface="Arial" panose="020B0604020202020204" pitchFamily="34" charset="0"/>
              <a:buChar char="•"/>
              <a:defRPr/>
            </a:pPr>
            <a:r>
              <a:rPr lang="en-US" sz="1200"/>
              <a:t>Business Connectivity</a:t>
            </a:r>
          </a:p>
          <a:p>
            <a:pPr marL="176213" indent="-176213">
              <a:buClr>
                <a:schemeClr val="tx1"/>
              </a:buClr>
              <a:buFont typeface="Arial" panose="020B0604020202020204" pitchFamily="34" charset="0"/>
              <a:buChar char="•"/>
              <a:defRPr/>
            </a:pPr>
            <a:r>
              <a:rPr lang="en-US" sz="1200"/>
              <a:t>Enterprise Connectivity</a:t>
            </a:r>
          </a:p>
          <a:p>
            <a:pPr marL="800100" marR="0" lvl="1" indent="-3429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lang="en-US" sz="1050"/>
              <a:t>Private Leased Line</a:t>
            </a:r>
          </a:p>
          <a:p>
            <a:pPr marL="800100" marR="0" lvl="1" indent="-3429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lang="en-US" sz="1050"/>
              <a:t>Dedicated Internet Access</a:t>
            </a:r>
          </a:p>
        </p:txBody>
      </p:sp>
      <p:sp>
        <p:nvSpPr>
          <p:cNvPr id="19" name="Rectangle 18">
            <a:extLst>
              <a:ext uri="{FF2B5EF4-FFF2-40B4-BE49-F238E27FC236}">
                <a16:creationId xmlns:a16="http://schemas.microsoft.com/office/drawing/2014/main" id="{BCD8E7E8-9A55-CEAE-FD54-86D3A8AD0346}"/>
              </a:ext>
            </a:extLst>
          </p:cNvPr>
          <p:cNvSpPr/>
          <p:nvPr/>
        </p:nvSpPr>
        <p:spPr>
          <a:xfrm>
            <a:off x="404811" y="4996366"/>
            <a:ext cx="3960000" cy="3030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latin typeface="+mj-lt"/>
              </a:rPr>
              <a:t>Managed Services</a:t>
            </a:r>
          </a:p>
        </p:txBody>
      </p:sp>
      <p:sp>
        <p:nvSpPr>
          <p:cNvPr id="20" name="Rectangle 19">
            <a:extLst>
              <a:ext uri="{FF2B5EF4-FFF2-40B4-BE49-F238E27FC236}">
                <a16:creationId xmlns:a16="http://schemas.microsoft.com/office/drawing/2014/main" id="{AC39439A-69D8-C615-96C1-BFF4DA7845B9}"/>
              </a:ext>
            </a:extLst>
          </p:cNvPr>
          <p:cNvSpPr/>
          <p:nvPr/>
        </p:nvSpPr>
        <p:spPr>
          <a:xfrm>
            <a:off x="404811" y="5630961"/>
            <a:ext cx="3960000" cy="3030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latin typeface="+mj-lt"/>
              </a:rPr>
              <a:t>Smart Solutions</a:t>
            </a:r>
          </a:p>
        </p:txBody>
      </p:sp>
      <p:sp>
        <p:nvSpPr>
          <p:cNvPr id="21" name="Rectangle 20">
            <a:extLst>
              <a:ext uri="{FF2B5EF4-FFF2-40B4-BE49-F238E27FC236}">
                <a16:creationId xmlns:a16="http://schemas.microsoft.com/office/drawing/2014/main" id="{FD05EABA-7D50-72CE-6233-3F8516FEB25A}"/>
              </a:ext>
            </a:extLst>
          </p:cNvPr>
          <p:cNvSpPr/>
          <p:nvPr/>
        </p:nvSpPr>
        <p:spPr>
          <a:xfrm>
            <a:off x="4483096" y="1671230"/>
            <a:ext cx="1648212" cy="1512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Build A Sustainable Business Model In B2B Space</a:t>
            </a:r>
          </a:p>
        </p:txBody>
      </p:sp>
      <p:sp>
        <p:nvSpPr>
          <p:cNvPr id="22" name="Rectangle 21">
            <a:extLst>
              <a:ext uri="{FF2B5EF4-FFF2-40B4-BE49-F238E27FC236}">
                <a16:creationId xmlns:a16="http://schemas.microsoft.com/office/drawing/2014/main" id="{C4FA7854-8080-34B0-57CB-EC7C417B29D7}"/>
              </a:ext>
            </a:extLst>
          </p:cNvPr>
          <p:cNvSpPr/>
          <p:nvPr/>
        </p:nvSpPr>
        <p:spPr>
          <a:xfrm>
            <a:off x="6211812" y="1671230"/>
            <a:ext cx="1648212" cy="151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Grow Through Innovation Of New Solutions And Service Offerings</a:t>
            </a:r>
          </a:p>
        </p:txBody>
      </p:sp>
      <p:sp>
        <p:nvSpPr>
          <p:cNvPr id="23" name="Rectangle 22">
            <a:extLst>
              <a:ext uri="{FF2B5EF4-FFF2-40B4-BE49-F238E27FC236}">
                <a16:creationId xmlns:a16="http://schemas.microsoft.com/office/drawing/2014/main" id="{EB5D9E23-8554-2DB4-B879-E93F17392D1E}"/>
              </a:ext>
            </a:extLst>
          </p:cNvPr>
          <p:cNvSpPr/>
          <p:nvPr/>
        </p:nvSpPr>
        <p:spPr>
          <a:xfrm>
            <a:off x="4483096" y="3247794"/>
            <a:ext cx="1648212" cy="151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Leverage Utility Infrastructure &amp; Assets For Connectivity &amp; ICT Business</a:t>
            </a:r>
          </a:p>
        </p:txBody>
      </p:sp>
      <p:sp>
        <p:nvSpPr>
          <p:cNvPr id="24" name="Rectangle 23">
            <a:extLst>
              <a:ext uri="{FF2B5EF4-FFF2-40B4-BE49-F238E27FC236}">
                <a16:creationId xmlns:a16="http://schemas.microsoft.com/office/drawing/2014/main" id="{951D9AC7-BD90-9891-BA29-9ABE40F311D8}"/>
              </a:ext>
            </a:extLst>
          </p:cNvPr>
          <p:cNvSpPr/>
          <p:nvPr/>
        </p:nvSpPr>
        <p:spPr>
          <a:xfrm>
            <a:off x="6211812" y="3247794"/>
            <a:ext cx="1648212" cy="1512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Strengthen Digital Presence</a:t>
            </a:r>
          </a:p>
        </p:txBody>
      </p:sp>
      <p:sp>
        <p:nvSpPr>
          <p:cNvPr id="25" name="Rectangle 24">
            <a:extLst>
              <a:ext uri="{FF2B5EF4-FFF2-40B4-BE49-F238E27FC236}">
                <a16:creationId xmlns:a16="http://schemas.microsoft.com/office/drawing/2014/main" id="{7BAA73D3-2D88-06EF-F1CB-6CED0A597973}"/>
              </a:ext>
            </a:extLst>
          </p:cNvPr>
          <p:cNvSpPr/>
          <p:nvPr/>
        </p:nvSpPr>
        <p:spPr>
          <a:xfrm>
            <a:off x="4483096" y="4824358"/>
            <a:ext cx="1648212" cy="1512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Increase Top Line Through New Sales Avenues</a:t>
            </a:r>
          </a:p>
        </p:txBody>
      </p:sp>
      <p:sp>
        <p:nvSpPr>
          <p:cNvPr id="26" name="Rectangle 25">
            <a:extLst>
              <a:ext uri="{FF2B5EF4-FFF2-40B4-BE49-F238E27FC236}">
                <a16:creationId xmlns:a16="http://schemas.microsoft.com/office/drawing/2014/main" id="{7CD8F59C-145F-DEA6-030D-3B87E583C4DC}"/>
              </a:ext>
            </a:extLst>
          </p:cNvPr>
          <p:cNvSpPr/>
          <p:nvPr/>
        </p:nvSpPr>
        <p:spPr>
          <a:xfrm>
            <a:off x="6200267" y="4858993"/>
            <a:ext cx="1648212" cy="14889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300">
                <a:solidFill>
                  <a:schemeClr val="tx1"/>
                </a:solidFill>
              </a:rPr>
              <a:t>Leverage Partnership And Collaboration With Eco-partners </a:t>
            </a:r>
          </a:p>
        </p:txBody>
      </p:sp>
      <p:sp>
        <p:nvSpPr>
          <p:cNvPr id="33" name="Text Placeholder 10">
            <a:extLst>
              <a:ext uri="{FF2B5EF4-FFF2-40B4-BE49-F238E27FC236}">
                <a16:creationId xmlns:a16="http://schemas.microsoft.com/office/drawing/2014/main" id="{A3C9A90C-5BF5-5C65-6683-3ED2B4F070D5}"/>
              </a:ext>
            </a:extLst>
          </p:cNvPr>
          <p:cNvSpPr txBox="1">
            <a:spLocks/>
          </p:cNvSpPr>
          <p:nvPr/>
        </p:nvSpPr>
        <p:spPr>
          <a:xfrm>
            <a:off x="7940528" y="1206300"/>
            <a:ext cx="3824492" cy="380612"/>
          </a:xfrm>
          <a:prstGeom prst="rect">
            <a:avLst/>
          </a:prstGeom>
          <a:solidFill>
            <a:schemeClr val="accent2">
              <a:lumMod val="75000"/>
            </a:schemeClr>
          </a:solidFill>
        </p:spPr>
        <p:txBody>
          <a:bodyPr vert="horz" lIns="0" tIns="0" rIns="0" bIns="0" rtlCol="0" anchor="ctr" anchorCtr="0">
            <a:noAutofit/>
          </a:bodyPr>
          <a:lstStyle>
            <a:lvl1pPr marL="0" indent="0" algn="ctr" defTabSz="914400" rtl="0" eaLnBrk="1" latinLnBrk="0" hangingPunct="1">
              <a:lnSpc>
                <a:spcPct val="100000"/>
              </a:lnSpc>
              <a:spcBef>
                <a:spcPts val="0"/>
              </a:spcBef>
              <a:spcAft>
                <a:spcPts val="600"/>
              </a:spcAft>
              <a:buFont typeface="Arial" panose="020B0604020202020204" pitchFamily="34" charset="0"/>
              <a:buNone/>
              <a:defRPr lang="en-US" sz="1600" b="0" kern="1200" baseline="0" dirty="0">
                <a:solidFill>
                  <a:schemeClr val="accent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2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2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2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2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a:solidFill>
                  <a:schemeClr val="bg1"/>
                </a:solidFill>
              </a:rPr>
              <a:t>Key Challenges</a:t>
            </a:r>
          </a:p>
        </p:txBody>
      </p:sp>
      <p:sp>
        <p:nvSpPr>
          <p:cNvPr id="34" name="Text Placeholder 9">
            <a:extLst>
              <a:ext uri="{FF2B5EF4-FFF2-40B4-BE49-F238E27FC236}">
                <a16:creationId xmlns:a16="http://schemas.microsoft.com/office/drawing/2014/main" id="{79ACFCB3-DAF9-B8B9-5A28-D59F06CDBBF8}"/>
              </a:ext>
            </a:extLst>
          </p:cNvPr>
          <p:cNvSpPr txBox="1">
            <a:spLocks/>
          </p:cNvSpPr>
          <p:nvPr/>
        </p:nvSpPr>
        <p:spPr>
          <a:xfrm>
            <a:off x="7940528" y="1671230"/>
            <a:ext cx="3824492" cy="4678770"/>
          </a:xfrm>
          <a:prstGeom prst="rect">
            <a:avLst/>
          </a:prstGeom>
          <a:solidFill>
            <a:schemeClr val="bg1">
              <a:lumMod val="95000"/>
            </a:schemeClr>
          </a:solidFill>
          <a:ln>
            <a:solidFill>
              <a:schemeClr val="bg1"/>
            </a:solidFill>
          </a:ln>
        </p:spPr>
        <p:txBody>
          <a:bodyPr vert="horz" lIns="0" tIns="36000" rIns="3600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lvl="1" indent="-173038">
              <a:lnSpc>
                <a:spcPts val="1415"/>
              </a:lnSpc>
              <a:spcAft>
                <a:spcPts val="1200"/>
              </a:spcAft>
            </a:pPr>
            <a:r>
              <a:rPr lang="en-IN" sz="1100" dirty="0"/>
              <a:t>How can </a:t>
            </a:r>
            <a:r>
              <a:rPr lang="en-IN" sz="1100" i="1" dirty="0"/>
              <a:t>client </a:t>
            </a:r>
            <a:r>
              <a:rPr lang="en-IN" sz="1100" dirty="0"/>
              <a:t> build  and execute a comprehensive and sustainable business plan to accelerate its growth and market share in Malaysia?</a:t>
            </a:r>
          </a:p>
          <a:p>
            <a:pPr marL="355600" lvl="1" indent="-173038">
              <a:lnSpc>
                <a:spcPts val="1415"/>
              </a:lnSpc>
              <a:spcAft>
                <a:spcPts val="1200"/>
              </a:spcAft>
            </a:pPr>
            <a:r>
              <a:rPr lang="en-IN" sz="1100" dirty="0"/>
              <a:t>How can </a:t>
            </a:r>
            <a:r>
              <a:rPr lang="en-IN" sz="1100" i="1" dirty="0"/>
              <a:t>client</a:t>
            </a:r>
            <a:r>
              <a:rPr lang="en-IN" sz="1100" dirty="0"/>
              <a:t> position and differentiate itself in the B2B market to be able to provide its core services and other niche offerings by utilizing client’s existing assets and competencies?</a:t>
            </a:r>
          </a:p>
          <a:p>
            <a:pPr marL="355600" lvl="1" indent="-173038">
              <a:lnSpc>
                <a:spcPts val="1415"/>
              </a:lnSpc>
              <a:spcAft>
                <a:spcPts val="1200"/>
              </a:spcAft>
            </a:pPr>
            <a:r>
              <a:rPr lang="en-IN" sz="1100" dirty="0"/>
              <a:t>How can </a:t>
            </a:r>
            <a:r>
              <a:rPr lang="en-IN" sz="1100" i="1" dirty="0"/>
              <a:t>client</a:t>
            </a:r>
            <a:r>
              <a:rPr lang="en-IN" sz="1100" dirty="0"/>
              <a:t> look at both organic and inorganic growths as part of its overall growth strategy moving forward? </a:t>
            </a:r>
          </a:p>
          <a:p>
            <a:pPr marL="355600" lvl="1" indent="-173038" fontAlgn="ctr">
              <a:lnSpc>
                <a:spcPts val="1415"/>
              </a:lnSpc>
              <a:spcAft>
                <a:spcPts val="1200"/>
              </a:spcAft>
            </a:pPr>
            <a:r>
              <a:rPr lang="en-IN" sz="1100" dirty="0"/>
              <a:t>What are the various value-added services which can be offered along with their connectivity services to be able to gain more market share ?</a:t>
            </a:r>
          </a:p>
          <a:p>
            <a:pPr marL="355600" lvl="1" indent="-173038" fontAlgn="ctr">
              <a:lnSpc>
                <a:spcPts val="1415"/>
              </a:lnSpc>
              <a:spcAft>
                <a:spcPts val="1200"/>
              </a:spcAft>
            </a:pPr>
            <a:r>
              <a:rPr lang="en-IN" sz="1100" dirty="0"/>
              <a:t>Client being a utility leader in Malaysia, how can it help </a:t>
            </a:r>
            <a:r>
              <a:rPr lang="en-IN" sz="1100" i="1" dirty="0"/>
              <a:t>client</a:t>
            </a:r>
            <a:r>
              <a:rPr lang="en-IN" sz="1100" dirty="0"/>
              <a:t> with existing infrastructure to be able to uplift their DC services / or other ICT offerings ? </a:t>
            </a:r>
          </a:p>
          <a:p>
            <a:pPr marL="355600" lvl="1" indent="-173038" fontAlgn="ctr">
              <a:lnSpc>
                <a:spcPts val="1415"/>
              </a:lnSpc>
              <a:spcAft>
                <a:spcPts val="1200"/>
              </a:spcAft>
              <a:buClr>
                <a:srgbClr val="0070AD"/>
              </a:buClr>
            </a:pPr>
            <a:r>
              <a:rPr lang="en-IN" sz="1100" dirty="0"/>
              <a:t>Can </a:t>
            </a:r>
            <a:r>
              <a:rPr lang="en-IN" sz="1100" i="1" dirty="0"/>
              <a:t>client</a:t>
            </a:r>
            <a:r>
              <a:rPr lang="en-IN" sz="1100" dirty="0"/>
              <a:t> build strategic partnerships  with other players to be a participant in end-to-end offerings?</a:t>
            </a:r>
          </a:p>
          <a:p>
            <a:pPr marL="355600" lvl="1" indent="-173038">
              <a:lnSpc>
                <a:spcPts val="1415"/>
              </a:lnSpc>
              <a:spcAft>
                <a:spcPts val="1200"/>
              </a:spcAft>
              <a:buClr>
                <a:srgbClr val="0070AD"/>
              </a:buClr>
            </a:pPr>
            <a:r>
              <a:rPr lang="en-IN" sz="1100" dirty="0"/>
              <a:t>How can </a:t>
            </a:r>
            <a:r>
              <a:rPr lang="en-IN" sz="1100" i="1" dirty="0"/>
              <a:t>client </a:t>
            </a:r>
            <a:r>
              <a:rPr lang="en-IN" sz="1100" dirty="0"/>
              <a:t> leverage on the Use Cases and Client References as benchmarks in its business plans?</a:t>
            </a:r>
          </a:p>
        </p:txBody>
      </p:sp>
    </p:spTree>
    <p:extLst>
      <p:ext uri="{BB962C8B-B14F-4D97-AF65-F5344CB8AC3E}">
        <p14:creationId xmlns:p14="http://schemas.microsoft.com/office/powerpoint/2010/main" val="38671538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397EC6E4-DAD0-BE90-25D8-4963A2B5AD98}"/>
              </a:ext>
            </a:extLst>
          </p:cNvPr>
          <p:cNvSpPr/>
          <p:nvPr/>
        </p:nvSpPr>
        <p:spPr>
          <a:xfrm>
            <a:off x="2422383" y="934153"/>
            <a:ext cx="6785138" cy="382238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9" name="Rectangle 18">
            <a:extLst>
              <a:ext uri="{FF2B5EF4-FFF2-40B4-BE49-F238E27FC236}">
                <a16:creationId xmlns:a16="http://schemas.microsoft.com/office/drawing/2014/main" id="{3E91F1F0-AC21-2930-8F5E-57E8D5419CA4}"/>
              </a:ext>
            </a:extLst>
          </p:cNvPr>
          <p:cNvSpPr/>
          <p:nvPr/>
        </p:nvSpPr>
        <p:spPr>
          <a:xfrm>
            <a:off x="220146" y="934153"/>
            <a:ext cx="1796269" cy="382238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5" name="Rectangle 14">
            <a:extLst>
              <a:ext uri="{FF2B5EF4-FFF2-40B4-BE49-F238E27FC236}">
                <a16:creationId xmlns:a16="http://schemas.microsoft.com/office/drawing/2014/main" id="{2753EAD8-CC9C-3489-31D9-753F804C67DC}"/>
              </a:ext>
            </a:extLst>
          </p:cNvPr>
          <p:cNvSpPr/>
          <p:nvPr/>
        </p:nvSpPr>
        <p:spPr>
          <a:xfrm>
            <a:off x="4894137" y="4957664"/>
            <a:ext cx="4313388" cy="1225202"/>
          </a:xfrm>
          <a:prstGeom prst="rect">
            <a:avLst/>
          </a:prstGeom>
          <a:solidFill>
            <a:schemeClr val="bg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0" name="TextBox 9">
            <a:extLst>
              <a:ext uri="{FF2B5EF4-FFF2-40B4-BE49-F238E27FC236}">
                <a16:creationId xmlns:a16="http://schemas.microsoft.com/office/drawing/2014/main" id="{B73BE826-0A2D-D3ED-3716-9FFB96B94A08}"/>
              </a:ext>
            </a:extLst>
          </p:cNvPr>
          <p:cNvSpPr txBox="1"/>
          <p:nvPr/>
        </p:nvSpPr>
        <p:spPr>
          <a:xfrm>
            <a:off x="693417" y="2917197"/>
            <a:ext cx="1208168" cy="720000"/>
          </a:xfrm>
          <a:prstGeom prst="rect">
            <a:avLst/>
          </a:prstGeom>
          <a:solidFill>
            <a:schemeClr val="accent2"/>
          </a:solidFill>
          <a:ln>
            <a:solidFill>
              <a:schemeClr val="bg1"/>
            </a:solidFill>
          </a:ln>
        </p:spPr>
        <p:txBody>
          <a:bodyPr wrap="square" rtlCol="0" anchor="ctr">
            <a:noAutofit/>
          </a:bodyPr>
          <a:lstStyle/>
          <a:p>
            <a:pPr algn="ctr"/>
            <a:r>
              <a:rPr lang="en-IN" sz="1200" b="1">
                <a:solidFill>
                  <a:schemeClr val="bg1"/>
                </a:solidFill>
              </a:rPr>
              <a:t>Products &amp; Services</a:t>
            </a:r>
          </a:p>
        </p:txBody>
      </p:sp>
      <p:sp>
        <p:nvSpPr>
          <p:cNvPr id="11" name="TextBox 10">
            <a:extLst>
              <a:ext uri="{FF2B5EF4-FFF2-40B4-BE49-F238E27FC236}">
                <a16:creationId xmlns:a16="http://schemas.microsoft.com/office/drawing/2014/main" id="{2C536EDB-D346-A964-4E86-882FE4AD96D5}"/>
              </a:ext>
            </a:extLst>
          </p:cNvPr>
          <p:cNvSpPr txBox="1"/>
          <p:nvPr/>
        </p:nvSpPr>
        <p:spPr>
          <a:xfrm>
            <a:off x="707315" y="3770379"/>
            <a:ext cx="1180372" cy="720000"/>
          </a:xfrm>
          <a:prstGeom prst="rect">
            <a:avLst/>
          </a:prstGeom>
          <a:solidFill>
            <a:schemeClr val="accent2"/>
          </a:solidFill>
          <a:ln>
            <a:solidFill>
              <a:schemeClr val="bg1"/>
            </a:solidFill>
          </a:ln>
        </p:spPr>
        <p:txBody>
          <a:bodyPr wrap="square" rtlCol="0" anchor="ctr">
            <a:noAutofit/>
          </a:bodyPr>
          <a:lstStyle/>
          <a:p>
            <a:pPr algn="ctr"/>
            <a:r>
              <a:rPr lang="en-IN" sz="1200" b="1">
                <a:solidFill>
                  <a:schemeClr val="bg1"/>
                </a:solidFill>
              </a:rPr>
              <a:t>Operating Model</a:t>
            </a:r>
          </a:p>
        </p:txBody>
      </p:sp>
      <p:sp>
        <p:nvSpPr>
          <p:cNvPr id="12" name="Rectangle 11">
            <a:extLst>
              <a:ext uri="{FF2B5EF4-FFF2-40B4-BE49-F238E27FC236}">
                <a16:creationId xmlns:a16="http://schemas.microsoft.com/office/drawing/2014/main" id="{B14FF9FE-9E7F-EAD6-B413-0D6705B499DC}"/>
              </a:ext>
            </a:extLst>
          </p:cNvPr>
          <p:cNvSpPr/>
          <p:nvPr/>
        </p:nvSpPr>
        <p:spPr>
          <a:xfrm>
            <a:off x="2543364" y="1025543"/>
            <a:ext cx="1894113" cy="3551406"/>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200" b="1">
                <a:solidFill>
                  <a:schemeClr val="tx1"/>
                </a:solidFill>
              </a:rPr>
              <a:t>Discovery &amp; Scoping</a:t>
            </a:r>
          </a:p>
          <a:p>
            <a:pPr marL="171450" indent="-171450">
              <a:buFont typeface="Arial" panose="020B0604020202020204" pitchFamily="34" charset="0"/>
              <a:buChar char="•"/>
            </a:pPr>
            <a:endParaRPr lang="en-IN" sz="900">
              <a:solidFill>
                <a:schemeClr val="tx1"/>
              </a:solidFill>
            </a:endParaRPr>
          </a:p>
          <a:p>
            <a:pPr marL="171450" indent="-171450">
              <a:buFont typeface="Arial" panose="020B0604020202020204" pitchFamily="34" charset="0"/>
              <a:buChar char="•"/>
            </a:pPr>
            <a:r>
              <a:rPr lang="en-IN" sz="1050">
                <a:solidFill>
                  <a:schemeClr val="tx1"/>
                </a:solidFill>
              </a:rPr>
              <a:t>Interviews with </a:t>
            </a:r>
            <a:r>
              <a:rPr lang="en-IN" sz="1050" i="1">
                <a:solidFill>
                  <a:schemeClr val="tx1"/>
                </a:solidFill>
              </a:rPr>
              <a:t>client</a:t>
            </a:r>
            <a:r>
              <a:rPr lang="en-IN" sz="1050">
                <a:solidFill>
                  <a:schemeClr val="tx1"/>
                </a:solidFill>
              </a:rPr>
              <a:t> stakeholders to agree the scope of engagement</a:t>
            </a:r>
          </a:p>
          <a:p>
            <a:pPr marL="171450" indent="-171450">
              <a:buFont typeface="Arial" panose="020B0604020202020204" pitchFamily="34" charset="0"/>
              <a:buChar char="•"/>
            </a:pPr>
            <a:r>
              <a:rPr lang="en-IN" sz="1050">
                <a:solidFill>
                  <a:schemeClr val="tx1"/>
                </a:solidFill>
              </a:rPr>
              <a:t>Agree on workshop methodology</a:t>
            </a:r>
          </a:p>
          <a:p>
            <a:pPr marL="171450" indent="-171450">
              <a:buFont typeface="Arial" panose="020B0604020202020204" pitchFamily="34" charset="0"/>
              <a:buChar char="•"/>
            </a:pPr>
            <a:r>
              <a:rPr lang="en-IN" sz="1050">
                <a:solidFill>
                  <a:schemeClr val="tx1"/>
                </a:solidFill>
              </a:rPr>
              <a:t>Project communication &amp; mobilization of project team</a:t>
            </a:r>
          </a:p>
          <a:p>
            <a:pPr marL="171450" indent="-171450">
              <a:buFont typeface="Arial" panose="020B0604020202020204" pitchFamily="34" charset="0"/>
              <a:buChar char="•"/>
            </a:pPr>
            <a:r>
              <a:rPr lang="en-IN" sz="1050">
                <a:solidFill>
                  <a:schemeClr val="tx1"/>
                </a:solidFill>
              </a:rPr>
              <a:t>Project Charter</a:t>
            </a:r>
          </a:p>
          <a:p>
            <a:pPr marL="171450" indent="-171450">
              <a:buFont typeface="Arial" panose="020B0604020202020204" pitchFamily="34" charset="0"/>
              <a:buChar char="•"/>
            </a:pPr>
            <a:r>
              <a:rPr lang="en-IN" sz="1050">
                <a:solidFill>
                  <a:schemeClr val="tx1"/>
                </a:solidFill>
              </a:rPr>
              <a:t>In-Scope Stakeholder Map</a:t>
            </a:r>
          </a:p>
          <a:p>
            <a:pPr marL="171450" indent="-171450">
              <a:buFont typeface="Arial" panose="020B0604020202020204" pitchFamily="34" charset="0"/>
              <a:buChar char="•"/>
            </a:pPr>
            <a:r>
              <a:rPr lang="en-IN" sz="1050">
                <a:solidFill>
                  <a:schemeClr val="tx1"/>
                </a:solidFill>
              </a:rPr>
              <a:t>Engagement Plan</a:t>
            </a:r>
          </a:p>
          <a:p>
            <a:pPr marL="171450" indent="-171450">
              <a:buFont typeface="Arial" panose="020B0604020202020204" pitchFamily="34" charset="0"/>
              <a:buChar char="•"/>
            </a:pPr>
            <a:r>
              <a:rPr lang="en-IN" sz="1050">
                <a:solidFill>
                  <a:schemeClr val="tx1"/>
                </a:solidFill>
              </a:rPr>
              <a:t>Workshop planning &amp; execution</a:t>
            </a:r>
          </a:p>
          <a:p>
            <a:pPr marL="171450" indent="-171450">
              <a:buFont typeface="Arial" panose="020B0604020202020204" pitchFamily="34" charset="0"/>
              <a:buChar char="•"/>
            </a:pPr>
            <a:r>
              <a:rPr lang="en-IN" sz="1050">
                <a:solidFill>
                  <a:schemeClr val="tx1"/>
                </a:solidFill>
              </a:rPr>
              <a:t>Communication Plan</a:t>
            </a:r>
          </a:p>
          <a:p>
            <a:pPr marL="171450" indent="-171450">
              <a:buFont typeface="Arial" panose="020B0604020202020204" pitchFamily="34" charset="0"/>
              <a:buChar char="•"/>
            </a:pPr>
            <a:r>
              <a:rPr lang="en-IN" sz="1050">
                <a:solidFill>
                  <a:schemeClr val="tx1"/>
                </a:solidFill>
              </a:rPr>
              <a:t>Governance plan</a:t>
            </a:r>
          </a:p>
          <a:p>
            <a:pPr marL="171450" indent="-171450">
              <a:buFont typeface="Arial" panose="020B0604020202020204" pitchFamily="34" charset="0"/>
              <a:buChar char="•"/>
            </a:pPr>
            <a:r>
              <a:rPr lang="en-IN" sz="1050">
                <a:solidFill>
                  <a:schemeClr val="tx1"/>
                </a:solidFill>
              </a:rPr>
              <a:t>KPI definition</a:t>
            </a:r>
          </a:p>
          <a:p>
            <a:pPr marL="171450" indent="-171450">
              <a:buFont typeface="Arial" panose="020B0604020202020204" pitchFamily="34" charset="0"/>
              <a:buChar char="•"/>
            </a:pPr>
            <a:endParaRPr lang="en-IN" sz="1200">
              <a:solidFill>
                <a:schemeClr val="tx1"/>
              </a:solidFill>
            </a:endParaRPr>
          </a:p>
          <a:p>
            <a:pPr algn="ctr"/>
            <a:endParaRPr lang="en-IN" sz="1200">
              <a:solidFill>
                <a:schemeClr val="tx1"/>
              </a:solidFill>
            </a:endParaRPr>
          </a:p>
        </p:txBody>
      </p:sp>
      <p:sp>
        <p:nvSpPr>
          <p:cNvPr id="37" name="Rectangle 36">
            <a:extLst>
              <a:ext uri="{FF2B5EF4-FFF2-40B4-BE49-F238E27FC236}">
                <a16:creationId xmlns:a16="http://schemas.microsoft.com/office/drawing/2014/main" id="{886654A2-6DF8-C888-F238-8CE2D97DA295}"/>
              </a:ext>
            </a:extLst>
          </p:cNvPr>
          <p:cNvSpPr/>
          <p:nvPr/>
        </p:nvSpPr>
        <p:spPr>
          <a:xfrm>
            <a:off x="9812264" y="1071540"/>
            <a:ext cx="2000643" cy="74431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200" b="1">
              <a:solidFill>
                <a:schemeClr val="tx1"/>
              </a:solidFill>
            </a:endParaRPr>
          </a:p>
          <a:p>
            <a:r>
              <a:rPr lang="en-IN" sz="1200" b="1">
                <a:solidFill>
                  <a:schemeClr val="tx1"/>
                </a:solidFill>
              </a:rPr>
              <a:t>Revamped Business Model</a:t>
            </a:r>
          </a:p>
          <a:p>
            <a:pPr marL="171450" indent="-171450">
              <a:buFont typeface="Arial" panose="020B0604020202020204" pitchFamily="34" charset="0"/>
              <a:buChar char="•"/>
            </a:pPr>
            <a:r>
              <a:rPr lang="en-IN" sz="1200">
                <a:solidFill>
                  <a:schemeClr val="tx1"/>
                </a:solidFill>
              </a:rPr>
              <a:t>New partnerships</a:t>
            </a:r>
          </a:p>
          <a:p>
            <a:pPr marL="171450" indent="-171450">
              <a:buFont typeface="Arial" panose="020B0604020202020204" pitchFamily="34" charset="0"/>
              <a:buChar char="•"/>
            </a:pPr>
            <a:r>
              <a:rPr lang="en-IN" sz="1200">
                <a:solidFill>
                  <a:schemeClr val="tx1"/>
                </a:solidFill>
              </a:rPr>
              <a:t>New sales avenues</a:t>
            </a:r>
          </a:p>
          <a:p>
            <a:pPr marL="171450" indent="-171450">
              <a:buFontTx/>
              <a:buChar char="-"/>
            </a:pPr>
            <a:endParaRPr lang="en-IN" sz="1200">
              <a:solidFill>
                <a:schemeClr val="tx1"/>
              </a:solidFill>
            </a:endParaRPr>
          </a:p>
        </p:txBody>
      </p:sp>
      <p:sp>
        <p:nvSpPr>
          <p:cNvPr id="38" name="Rectangle 37">
            <a:extLst>
              <a:ext uri="{FF2B5EF4-FFF2-40B4-BE49-F238E27FC236}">
                <a16:creationId xmlns:a16="http://schemas.microsoft.com/office/drawing/2014/main" id="{E9C565EB-BDD8-72C7-B133-3CC4A34C6C56}"/>
              </a:ext>
            </a:extLst>
          </p:cNvPr>
          <p:cNvSpPr/>
          <p:nvPr/>
        </p:nvSpPr>
        <p:spPr>
          <a:xfrm>
            <a:off x="9812264" y="1933442"/>
            <a:ext cx="2000643" cy="77984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200" b="1">
                <a:solidFill>
                  <a:schemeClr val="tx1"/>
                </a:solidFill>
              </a:rPr>
              <a:t>Optimized Product portfolio</a:t>
            </a:r>
          </a:p>
          <a:p>
            <a:pPr marL="171450" indent="-171450">
              <a:buFont typeface="Arial" panose="020B0604020202020204" pitchFamily="34" charset="0"/>
              <a:buChar char="•"/>
            </a:pPr>
            <a:r>
              <a:rPr lang="en-IN" sz="1200">
                <a:solidFill>
                  <a:schemeClr val="tx1"/>
                </a:solidFill>
              </a:rPr>
              <a:t>Products and Packages </a:t>
            </a:r>
          </a:p>
          <a:p>
            <a:pPr marL="171450" indent="-171450">
              <a:buFont typeface="Arial" panose="020B0604020202020204" pitchFamily="34" charset="0"/>
              <a:buChar char="•"/>
            </a:pPr>
            <a:r>
              <a:rPr lang="en-IN" sz="1200">
                <a:solidFill>
                  <a:schemeClr val="tx1"/>
                </a:solidFill>
              </a:rPr>
              <a:t>Pricing Model</a:t>
            </a:r>
          </a:p>
        </p:txBody>
      </p:sp>
      <p:sp>
        <p:nvSpPr>
          <p:cNvPr id="39" name="Rectangle 38">
            <a:extLst>
              <a:ext uri="{FF2B5EF4-FFF2-40B4-BE49-F238E27FC236}">
                <a16:creationId xmlns:a16="http://schemas.microsoft.com/office/drawing/2014/main" id="{6B5C1C5C-C6A8-DAB6-607A-0268E5A83E94}"/>
              </a:ext>
            </a:extLst>
          </p:cNvPr>
          <p:cNvSpPr/>
          <p:nvPr/>
        </p:nvSpPr>
        <p:spPr>
          <a:xfrm>
            <a:off x="9816731" y="2830875"/>
            <a:ext cx="2000643" cy="75444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200" b="1">
                <a:solidFill>
                  <a:schemeClr val="tx1"/>
                </a:solidFill>
              </a:rPr>
              <a:t>New GTM Strategy</a:t>
            </a:r>
          </a:p>
          <a:p>
            <a:pPr marL="171450" indent="-171450">
              <a:buFont typeface="Arial" panose="020B0604020202020204" pitchFamily="34" charset="0"/>
              <a:buChar char="•"/>
            </a:pPr>
            <a:r>
              <a:rPr lang="en-IN" sz="1200">
                <a:solidFill>
                  <a:schemeClr val="tx1"/>
                </a:solidFill>
              </a:rPr>
              <a:t>Segmentation</a:t>
            </a:r>
          </a:p>
          <a:p>
            <a:pPr marL="171450" indent="-171450">
              <a:buFont typeface="Arial" panose="020B0604020202020204" pitchFamily="34" charset="0"/>
              <a:buChar char="•"/>
            </a:pPr>
            <a:r>
              <a:rPr lang="en-IN" sz="1200">
                <a:solidFill>
                  <a:schemeClr val="tx1"/>
                </a:solidFill>
              </a:rPr>
              <a:t>Target Market</a:t>
            </a:r>
            <a:endParaRPr lang="en-IN">
              <a:solidFill>
                <a:schemeClr val="tx1"/>
              </a:solidFill>
            </a:endParaRPr>
          </a:p>
          <a:p>
            <a:pPr marL="171450" indent="-171450">
              <a:buFont typeface="Arial" panose="020B0604020202020204" pitchFamily="34" charset="0"/>
              <a:buChar char="•"/>
            </a:pPr>
            <a:r>
              <a:rPr lang="en-IN" sz="1200">
                <a:solidFill>
                  <a:schemeClr val="tx1"/>
                </a:solidFill>
              </a:rPr>
              <a:t>Brand Positioning</a:t>
            </a:r>
          </a:p>
        </p:txBody>
      </p:sp>
      <p:sp>
        <p:nvSpPr>
          <p:cNvPr id="46" name="Rectangle 45">
            <a:extLst>
              <a:ext uri="{FF2B5EF4-FFF2-40B4-BE49-F238E27FC236}">
                <a16:creationId xmlns:a16="http://schemas.microsoft.com/office/drawing/2014/main" id="{9D88A8A5-6AA9-7B9D-1EF5-9C209F6C03E1}"/>
              </a:ext>
            </a:extLst>
          </p:cNvPr>
          <p:cNvSpPr/>
          <p:nvPr/>
        </p:nvSpPr>
        <p:spPr>
          <a:xfrm>
            <a:off x="2660756" y="4957664"/>
            <a:ext cx="1674529" cy="1225202"/>
          </a:xfrm>
          <a:prstGeom prst="rect">
            <a:avLst/>
          </a:prstGeom>
          <a:solidFill>
            <a:schemeClr val="bg1">
              <a:lumMod val="95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b="1">
              <a:solidFill>
                <a:schemeClr val="tx1"/>
              </a:solidFill>
            </a:endParaRPr>
          </a:p>
          <a:p>
            <a:r>
              <a:rPr lang="en-IN" sz="1400" b="1">
                <a:solidFill>
                  <a:schemeClr val="tx1"/>
                </a:solidFill>
              </a:rPr>
              <a:t>Inputs:</a:t>
            </a:r>
          </a:p>
          <a:p>
            <a:pPr marL="171450" indent="-171450">
              <a:buFont typeface="Arial" panose="020B0604020202020204" pitchFamily="34" charset="0"/>
              <a:buChar char="•"/>
            </a:pPr>
            <a:r>
              <a:rPr lang="en-IN" sz="1200" i="1">
                <a:solidFill>
                  <a:schemeClr val="tx1"/>
                </a:solidFill>
              </a:rPr>
              <a:t>Client’s</a:t>
            </a:r>
            <a:r>
              <a:rPr lang="en-IN" sz="1200">
                <a:solidFill>
                  <a:schemeClr val="tx1"/>
                </a:solidFill>
              </a:rPr>
              <a:t> Business Strategy</a:t>
            </a:r>
          </a:p>
          <a:p>
            <a:pPr marL="171450" indent="-171450">
              <a:buFont typeface="Arial" panose="020B0604020202020204" pitchFamily="34" charset="0"/>
              <a:buChar char="•"/>
            </a:pPr>
            <a:r>
              <a:rPr lang="en-IN" sz="1200">
                <a:solidFill>
                  <a:schemeClr val="tx1"/>
                </a:solidFill>
              </a:rPr>
              <a:t>Client’s  Infrastructure &amp; Assets</a:t>
            </a:r>
          </a:p>
          <a:p>
            <a:pPr algn="ctr"/>
            <a:endParaRPr lang="en-IN" sz="1200">
              <a:solidFill>
                <a:schemeClr val="tx1"/>
              </a:solidFill>
            </a:endParaRPr>
          </a:p>
        </p:txBody>
      </p:sp>
      <p:sp>
        <p:nvSpPr>
          <p:cNvPr id="97" name="Rectangle 96">
            <a:extLst>
              <a:ext uri="{FF2B5EF4-FFF2-40B4-BE49-F238E27FC236}">
                <a16:creationId xmlns:a16="http://schemas.microsoft.com/office/drawing/2014/main" id="{64627003-0F64-F0A9-000B-9E9BF0C1635C}"/>
              </a:ext>
            </a:extLst>
          </p:cNvPr>
          <p:cNvSpPr/>
          <p:nvPr/>
        </p:nvSpPr>
        <p:spPr>
          <a:xfrm>
            <a:off x="6855130" y="5254029"/>
            <a:ext cx="404049" cy="792000"/>
          </a:xfrm>
          <a:prstGeom prst="rect">
            <a:avLst/>
          </a:prstGeom>
          <a:solidFill>
            <a:srgbClr val="E9F5D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900">
                <a:solidFill>
                  <a:schemeClr val="tx1"/>
                </a:solidFill>
                <a:latin typeface="+mj-lt"/>
              </a:rPr>
              <a:t>Eliminate</a:t>
            </a:r>
          </a:p>
        </p:txBody>
      </p:sp>
      <p:sp>
        <p:nvSpPr>
          <p:cNvPr id="98" name="Rectangle 97">
            <a:extLst>
              <a:ext uri="{FF2B5EF4-FFF2-40B4-BE49-F238E27FC236}">
                <a16:creationId xmlns:a16="http://schemas.microsoft.com/office/drawing/2014/main" id="{D6ECC6BE-FD37-DA0B-6455-84AF2E5F4351}"/>
              </a:ext>
            </a:extLst>
          </p:cNvPr>
          <p:cNvSpPr/>
          <p:nvPr/>
        </p:nvSpPr>
        <p:spPr>
          <a:xfrm>
            <a:off x="7296599" y="5254029"/>
            <a:ext cx="459925" cy="792000"/>
          </a:xfrm>
          <a:prstGeom prst="rect">
            <a:avLst/>
          </a:prstGeom>
          <a:solidFill>
            <a:srgbClr val="E9F5D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900">
                <a:solidFill>
                  <a:schemeClr val="tx1"/>
                </a:solidFill>
                <a:latin typeface="+mj-lt"/>
              </a:rPr>
              <a:t>Standardize</a:t>
            </a:r>
          </a:p>
        </p:txBody>
      </p:sp>
      <p:sp>
        <p:nvSpPr>
          <p:cNvPr id="99" name="Rectangle 98">
            <a:extLst>
              <a:ext uri="{FF2B5EF4-FFF2-40B4-BE49-F238E27FC236}">
                <a16:creationId xmlns:a16="http://schemas.microsoft.com/office/drawing/2014/main" id="{A9A4919D-5D7C-8285-C7AA-A80FCF12B070}"/>
              </a:ext>
            </a:extLst>
          </p:cNvPr>
          <p:cNvSpPr/>
          <p:nvPr/>
        </p:nvSpPr>
        <p:spPr>
          <a:xfrm>
            <a:off x="7793944" y="5254029"/>
            <a:ext cx="404049" cy="792000"/>
          </a:xfrm>
          <a:prstGeom prst="rect">
            <a:avLst/>
          </a:prstGeom>
          <a:solidFill>
            <a:srgbClr val="E9F5D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900">
                <a:solidFill>
                  <a:schemeClr val="tx1"/>
                </a:solidFill>
                <a:latin typeface="+mj-lt"/>
              </a:rPr>
              <a:t>Optimize</a:t>
            </a:r>
          </a:p>
        </p:txBody>
      </p:sp>
      <p:sp>
        <p:nvSpPr>
          <p:cNvPr id="100" name="Rectangle 99">
            <a:extLst>
              <a:ext uri="{FF2B5EF4-FFF2-40B4-BE49-F238E27FC236}">
                <a16:creationId xmlns:a16="http://schemas.microsoft.com/office/drawing/2014/main" id="{4A47D2D7-CC56-71AF-2707-6F3F3AC0AD13}"/>
              </a:ext>
            </a:extLst>
          </p:cNvPr>
          <p:cNvSpPr/>
          <p:nvPr/>
        </p:nvSpPr>
        <p:spPr>
          <a:xfrm>
            <a:off x="8235413" y="5254029"/>
            <a:ext cx="404049" cy="792000"/>
          </a:xfrm>
          <a:prstGeom prst="rect">
            <a:avLst/>
          </a:prstGeom>
          <a:solidFill>
            <a:srgbClr val="E9F5D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900">
                <a:solidFill>
                  <a:schemeClr val="tx1"/>
                </a:solidFill>
                <a:latin typeface="+mj-lt"/>
              </a:rPr>
              <a:t>Automate</a:t>
            </a:r>
          </a:p>
        </p:txBody>
      </p:sp>
      <p:sp>
        <p:nvSpPr>
          <p:cNvPr id="101" name="Rectangle 100">
            <a:extLst>
              <a:ext uri="{FF2B5EF4-FFF2-40B4-BE49-F238E27FC236}">
                <a16:creationId xmlns:a16="http://schemas.microsoft.com/office/drawing/2014/main" id="{72FBC337-A210-3566-A88A-72E8BF37B98D}"/>
              </a:ext>
            </a:extLst>
          </p:cNvPr>
          <p:cNvSpPr/>
          <p:nvPr/>
        </p:nvSpPr>
        <p:spPr>
          <a:xfrm>
            <a:off x="8676880" y="5254029"/>
            <a:ext cx="404049" cy="792000"/>
          </a:xfrm>
          <a:prstGeom prst="rect">
            <a:avLst/>
          </a:prstGeom>
          <a:solidFill>
            <a:srgbClr val="E9F5D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900">
                <a:solidFill>
                  <a:schemeClr val="tx1"/>
                </a:solidFill>
                <a:latin typeface="+mj-lt"/>
              </a:rPr>
              <a:t>Robotize</a:t>
            </a:r>
          </a:p>
        </p:txBody>
      </p:sp>
      <p:sp>
        <p:nvSpPr>
          <p:cNvPr id="102" name="Rectangle 101">
            <a:extLst>
              <a:ext uri="{FF2B5EF4-FFF2-40B4-BE49-F238E27FC236}">
                <a16:creationId xmlns:a16="http://schemas.microsoft.com/office/drawing/2014/main" id="{65A84C0A-414E-C639-2EC6-084CC0561D64}"/>
              </a:ext>
            </a:extLst>
          </p:cNvPr>
          <p:cNvSpPr/>
          <p:nvPr/>
        </p:nvSpPr>
        <p:spPr>
          <a:xfrm>
            <a:off x="6834810" y="5066991"/>
            <a:ext cx="2277545" cy="15415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a:solidFill>
                  <a:schemeClr val="tx1"/>
                </a:solidFill>
                <a:latin typeface="+mj-lt"/>
              </a:rPr>
              <a:t>Capgemini’s ESOAR</a:t>
            </a:r>
          </a:p>
        </p:txBody>
      </p:sp>
      <p:sp>
        <p:nvSpPr>
          <p:cNvPr id="112" name="Rectangle 111">
            <a:extLst>
              <a:ext uri="{FF2B5EF4-FFF2-40B4-BE49-F238E27FC236}">
                <a16:creationId xmlns:a16="http://schemas.microsoft.com/office/drawing/2014/main" id="{F9511FAE-282F-0A8B-B58E-792A4C7B9FD6}"/>
              </a:ext>
            </a:extLst>
          </p:cNvPr>
          <p:cNvSpPr/>
          <p:nvPr/>
        </p:nvSpPr>
        <p:spPr>
          <a:xfrm>
            <a:off x="6834811" y="5037991"/>
            <a:ext cx="2277544" cy="102812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31" name="Rectangle 130">
            <a:extLst>
              <a:ext uri="{FF2B5EF4-FFF2-40B4-BE49-F238E27FC236}">
                <a16:creationId xmlns:a16="http://schemas.microsoft.com/office/drawing/2014/main" id="{0FABCAE9-FFCB-55E9-C882-7F91AF33548A}"/>
              </a:ext>
            </a:extLst>
          </p:cNvPr>
          <p:cNvSpPr/>
          <p:nvPr/>
        </p:nvSpPr>
        <p:spPr>
          <a:xfrm>
            <a:off x="6834811" y="5037991"/>
            <a:ext cx="2277544" cy="10314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45" name="TextBox 144">
            <a:extLst>
              <a:ext uri="{FF2B5EF4-FFF2-40B4-BE49-F238E27FC236}">
                <a16:creationId xmlns:a16="http://schemas.microsoft.com/office/drawing/2014/main" id="{422204BF-7FD3-F689-5128-0665004EDF68}"/>
              </a:ext>
            </a:extLst>
          </p:cNvPr>
          <p:cNvSpPr txBox="1"/>
          <p:nvPr/>
        </p:nvSpPr>
        <p:spPr>
          <a:xfrm>
            <a:off x="9807797" y="3702903"/>
            <a:ext cx="2005110" cy="1015663"/>
          </a:xfrm>
          <a:prstGeom prst="rect">
            <a:avLst/>
          </a:prstGeom>
          <a:solidFill>
            <a:schemeClr val="accent1">
              <a:lumMod val="20000"/>
              <a:lumOff val="80000"/>
            </a:schemeClr>
          </a:solidFill>
          <a:ln>
            <a:noFill/>
          </a:ln>
        </p:spPr>
        <p:txBody>
          <a:bodyPr wrap="square" lIns="91440" tIns="45720" rIns="91440" bIns="45720" anchor="t">
            <a:spAutoFit/>
          </a:bodyPr>
          <a:lstStyle/>
          <a:p>
            <a:r>
              <a:rPr lang="en-IN" sz="1200" b="1"/>
              <a:t>Revamped Operating Model</a:t>
            </a:r>
          </a:p>
          <a:p>
            <a:pPr marL="171450" indent="-171450">
              <a:buFont typeface="Arial" panose="020B0604020202020204" pitchFamily="34" charset="0"/>
              <a:buChar char="•"/>
            </a:pPr>
            <a:r>
              <a:rPr lang="en-IN" sz="1150"/>
              <a:t>People &amp; Process map</a:t>
            </a:r>
          </a:p>
          <a:p>
            <a:pPr marL="171450" indent="-171450">
              <a:buFont typeface="Arial" panose="020B0604020202020204" pitchFamily="34" charset="0"/>
              <a:buChar char="•"/>
            </a:pPr>
            <a:r>
              <a:rPr lang="en-IN" sz="1150"/>
              <a:t>KRAs/ RACIs</a:t>
            </a:r>
          </a:p>
          <a:p>
            <a:pPr marL="171450" indent="-171450">
              <a:buFont typeface="Arial" panose="020B0604020202020204" pitchFamily="34" charset="0"/>
              <a:buChar char="•"/>
            </a:pPr>
            <a:r>
              <a:rPr lang="en-IN" sz="1150"/>
              <a:t>Technology features</a:t>
            </a:r>
            <a:endParaRPr lang="en-IN" sz="1150">
              <a:solidFill>
                <a:schemeClr val="tx1"/>
              </a:solidFill>
            </a:endParaRPr>
          </a:p>
        </p:txBody>
      </p:sp>
      <p:sp>
        <p:nvSpPr>
          <p:cNvPr id="146" name="TextBox 145">
            <a:extLst>
              <a:ext uri="{FF2B5EF4-FFF2-40B4-BE49-F238E27FC236}">
                <a16:creationId xmlns:a16="http://schemas.microsoft.com/office/drawing/2014/main" id="{2EDFA58B-D22C-E009-0D3E-70C75390D484}"/>
              </a:ext>
            </a:extLst>
          </p:cNvPr>
          <p:cNvSpPr txBox="1"/>
          <p:nvPr/>
        </p:nvSpPr>
        <p:spPr>
          <a:xfrm>
            <a:off x="693417" y="1210831"/>
            <a:ext cx="1208168" cy="720000"/>
          </a:xfrm>
          <a:prstGeom prst="rect">
            <a:avLst/>
          </a:prstGeom>
          <a:solidFill>
            <a:schemeClr val="accent2"/>
          </a:solidFill>
          <a:ln>
            <a:solidFill>
              <a:schemeClr val="bg1"/>
            </a:solidFill>
          </a:ln>
        </p:spPr>
        <p:txBody>
          <a:bodyPr wrap="square" rtlCol="0" anchor="ctr">
            <a:noAutofit/>
          </a:bodyPr>
          <a:lstStyle/>
          <a:p>
            <a:pPr algn="ctr"/>
            <a:r>
              <a:rPr lang="en-IN" sz="1200" b="1">
                <a:solidFill>
                  <a:schemeClr val="bg1"/>
                </a:solidFill>
              </a:rPr>
              <a:t>Market Segment &amp; GTM</a:t>
            </a:r>
          </a:p>
        </p:txBody>
      </p:sp>
      <p:sp>
        <p:nvSpPr>
          <p:cNvPr id="147" name="TextBox 146">
            <a:extLst>
              <a:ext uri="{FF2B5EF4-FFF2-40B4-BE49-F238E27FC236}">
                <a16:creationId xmlns:a16="http://schemas.microsoft.com/office/drawing/2014/main" id="{B28005F8-8E39-51D3-CE66-D99801B1B581}"/>
              </a:ext>
            </a:extLst>
          </p:cNvPr>
          <p:cNvSpPr txBox="1"/>
          <p:nvPr/>
        </p:nvSpPr>
        <p:spPr>
          <a:xfrm>
            <a:off x="701100" y="2064014"/>
            <a:ext cx="1192803" cy="720000"/>
          </a:xfrm>
          <a:prstGeom prst="rect">
            <a:avLst/>
          </a:prstGeom>
          <a:solidFill>
            <a:schemeClr val="accent2"/>
          </a:solidFill>
          <a:ln>
            <a:solidFill>
              <a:schemeClr val="bg1"/>
            </a:solidFill>
          </a:ln>
        </p:spPr>
        <p:txBody>
          <a:bodyPr wrap="square" rtlCol="0" anchor="ctr">
            <a:noAutofit/>
          </a:bodyPr>
          <a:lstStyle/>
          <a:p>
            <a:pPr algn="ctr"/>
            <a:r>
              <a:rPr lang="en-IN" sz="1200" b="1">
                <a:solidFill>
                  <a:schemeClr val="bg1"/>
                </a:solidFill>
              </a:rPr>
              <a:t>Business Model</a:t>
            </a:r>
          </a:p>
        </p:txBody>
      </p:sp>
      <p:sp>
        <p:nvSpPr>
          <p:cNvPr id="149" name="Title 1">
            <a:extLst>
              <a:ext uri="{FF2B5EF4-FFF2-40B4-BE49-F238E27FC236}">
                <a16:creationId xmlns:a16="http://schemas.microsoft.com/office/drawing/2014/main" id="{D7476401-39C1-2168-D272-07917E6C6109}"/>
              </a:ext>
            </a:extLst>
          </p:cNvPr>
          <p:cNvSpPr txBox="1">
            <a:spLocks/>
          </p:cNvSpPr>
          <p:nvPr/>
        </p:nvSpPr>
        <p:spPr>
          <a:xfrm>
            <a:off x="404813" y="-118764"/>
            <a:ext cx="10947772" cy="715961"/>
          </a:xfrm>
          <a:prstGeom prst="rect">
            <a:avLst/>
          </a:prstGeom>
        </p:spPr>
        <p:txBody>
          <a:bodyPr vert="horz" lIns="0" tIns="0" rIns="0" bIns="0" rtlCol="0" anchor="b">
            <a:no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US" sz="6000" b="0" i="0" u="none" strike="noStrike" kern="1200" cap="all" spc="0" normalizeH="0" baseline="0" noProof="0">
                <a:ln>
                  <a:noFill/>
                </a:ln>
                <a:solidFill>
                  <a:schemeClr val="accent4"/>
                </a:solidFill>
                <a:effectLst/>
                <a:uLnTx/>
                <a:uFillTx/>
                <a:latin typeface="+mj-lt"/>
                <a:ea typeface="+mj-ea"/>
                <a:cs typeface="+mj-cs"/>
              </a:defRPr>
            </a:lvl1pPr>
          </a:lstStyle>
          <a:p>
            <a:pPr algn="l"/>
            <a:r>
              <a:rPr lang="en-IN" sz="2600"/>
              <a:t>OUR APPROACH TO ADDRESS </a:t>
            </a:r>
            <a:r>
              <a:rPr lang="en-IN" sz="2600" i="1" cap="none"/>
              <a:t>client’s</a:t>
            </a:r>
            <a:r>
              <a:rPr lang="en-IN" sz="2600"/>
              <a:t> KEY CHALLENGES</a:t>
            </a:r>
          </a:p>
        </p:txBody>
      </p:sp>
      <p:grpSp>
        <p:nvGrpSpPr>
          <p:cNvPr id="14" name="Group 13">
            <a:extLst>
              <a:ext uri="{FF2B5EF4-FFF2-40B4-BE49-F238E27FC236}">
                <a16:creationId xmlns:a16="http://schemas.microsoft.com/office/drawing/2014/main" id="{41723256-4CAC-9B71-C5A0-98C572D3B5B6}"/>
              </a:ext>
            </a:extLst>
          </p:cNvPr>
          <p:cNvGrpSpPr/>
          <p:nvPr/>
        </p:nvGrpSpPr>
        <p:grpSpPr>
          <a:xfrm>
            <a:off x="4972486" y="5027992"/>
            <a:ext cx="1808156" cy="1048998"/>
            <a:chOff x="4007236" y="4960077"/>
            <a:chExt cx="1708564" cy="1048998"/>
          </a:xfrm>
        </p:grpSpPr>
        <p:grpSp>
          <p:nvGrpSpPr>
            <p:cNvPr id="95" name="Group 94">
              <a:extLst>
                <a:ext uri="{FF2B5EF4-FFF2-40B4-BE49-F238E27FC236}">
                  <a16:creationId xmlns:a16="http://schemas.microsoft.com/office/drawing/2014/main" id="{916A968D-EB19-B2F2-2219-1831E5BB3613}"/>
                </a:ext>
              </a:extLst>
            </p:cNvPr>
            <p:cNvGrpSpPr/>
            <p:nvPr/>
          </p:nvGrpSpPr>
          <p:grpSpPr>
            <a:xfrm>
              <a:off x="4033645" y="4999548"/>
              <a:ext cx="1682155" cy="1009527"/>
              <a:chOff x="6824223" y="4915308"/>
              <a:chExt cx="1904543" cy="1226033"/>
            </a:xfrm>
          </p:grpSpPr>
          <p:grpSp>
            <p:nvGrpSpPr>
              <p:cNvPr id="86" name="Group 85">
                <a:extLst>
                  <a:ext uri="{FF2B5EF4-FFF2-40B4-BE49-F238E27FC236}">
                    <a16:creationId xmlns:a16="http://schemas.microsoft.com/office/drawing/2014/main" id="{0EC5EBE6-62F3-F5F2-2F86-D5964F1D5354}"/>
                  </a:ext>
                </a:extLst>
              </p:cNvPr>
              <p:cNvGrpSpPr/>
              <p:nvPr/>
            </p:nvGrpSpPr>
            <p:grpSpPr>
              <a:xfrm>
                <a:off x="7470048" y="4915492"/>
                <a:ext cx="1242531" cy="638405"/>
                <a:chOff x="729571" y="504"/>
                <a:chExt cx="1308650" cy="591881"/>
              </a:xfrm>
            </p:grpSpPr>
            <p:sp>
              <p:nvSpPr>
                <p:cNvPr id="88" name="Rectangle 87">
                  <a:extLst>
                    <a:ext uri="{FF2B5EF4-FFF2-40B4-BE49-F238E27FC236}">
                      <a16:creationId xmlns:a16="http://schemas.microsoft.com/office/drawing/2014/main" id="{53AF74AB-C78F-2CBD-5A75-B5BD7EF7F229}"/>
                    </a:ext>
                  </a:extLst>
                </p:cNvPr>
                <p:cNvSpPr/>
                <p:nvPr/>
              </p:nvSpPr>
              <p:spPr>
                <a:xfrm>
                  <a:off x="729571" y="504"/>
                  <a:ext cx="1308650" cy="591881"/>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89" name="TextBox 88">
                  <a:extLst>
                    <a:ext uri="{FF2B5EF4-FFF2-40B4-BE49-F238E27FC236}">
                      <a16:creationId xmlns:a16="http://schemas.microsoft.com/office/drawing/2014/main" id="{BBB21807-C32F-3EAC-A4E2-D5011C509E35}"/>
                    </a:ext>
                  </a:extLst>
                </p:cNvPr>
                <p:cNvSpPr txBox="1"/>
                <p:nvPr/>
              </p:nvSpPr>
              <p:spPr>
                <a:xfrm>
                  <a:off x="729571" y="504"/>
                  <a:ext cx="1308650" cy="591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a:t>Industry Best Practises</a:t>
                  </a:r>
                </a:p>
              </p:txBody>
            </p:sp>
          </p:grpSp>
          <p:sp>
            <p:nvSpPr>
              <p:cNvPr id="87" name="Rectangle 86" descr="Handshake outline">
                <a:extLst>
                  <a:ext uri="{FF2B5EF4-FFF2-40B4-BE49-F238E27FC236}">
                    <a16:creationId xmlns:a16="http://schemas.microsoft.com/office/drawing/2014/main" id="{7CF89D25-FCE5-F359-7A40-83D1C20EDCB0}"/>
                  </a:ext>
                </a:extLst>
              </p:cNvPr>
              <p:cNvSpPr/>
              <p:nvPr/>
            </p:nvSpPr>
            <p:spPr>
              <a:xfrm>
                <a:off x="6824223" y="4915308"/>
                <a:ext cx="556357" cy="638405"/>
              </a:xfrm>
              <a:prstGeom prst="rect">
                <a:avLst/>
              </a:prstGeom>
              <a: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l="-1000" r="-1000"/>
                </a:stretch>
              </a:bli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grpSp>
            <p:nvGrpSpPr>
              <p:cNvPr id="90" name="Group 89">
                <a:extLst>
                  <a:ext uri="{FF2B5EF4-FFF2-40B4-BE49-F238E27FC236}">
                    <a16:creationId xmlns:a16="http://schemas.microsoft.com/office/drawing/2014/main" id="{714D31AA-92D4-72E4-637E-338D86E5292B}"/>
                  </a:ext>
                </a:extLst>
              </p:cNvPr>
              <p:cNvGrpSpPr/>
              <p:nvPr/>
            </p:nvGrpSpPr>
            <p:grpSpPr>
              <a:xfrm>
                <a:off x="6839313" y="5547554"/>
                <a:ext cx="1168821" cy="593787"/>
                <a:chOff x="102965" y="703775"/>
                <a:chExt cx="1231018" cy="550515"/>
              </a:xfrm>
            </p:grpSpPr>
            <p:sp>
              <p:nvSpPr>
                <p:cNvPr id="92" name="Rectangle 91">
                  <a:extLst>
                    <a:ext uri="{FF2B5EF4-FFF2-40B4-BE49-F238E27FC236}">
                      <a16:creationId xmlns:a16="http://schemas.microsoft.com/office/drawing/2014/main" id="{AB782045-197E-CD61-6827-99FFFB2735DC}"/>
                    </a:ext>
                  </a:extLst>
                </p:cNvPr>
                <p:cNvSpPr/>
                <p:nvPr/>
              </p:nvSpPr>
              <p:spPr>
                <a:xfrm>
                  <a:off x="102965" y="703775"/>
                  <a:ext cx="1231018" cy="550514"/>
                </a:xfrm>
                <a:prstGeom prst="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93" name="TextBox 92">
                  <a:extLst>
                    <a:ext uri="{FF2B5EF4-FFF2-40B4-BE49-F238E27FC236}">
                      <a16:creationId xmlns:a16="http://schemas.microsoft.com/office/drawing/2014/main" id="{FCB67EEF-D224-4B26-C8E6-A31E806BABC5}"/>
                    </a:ext>
                  </a:extLst>
                </p:cNvPr>
                <p:cNvSpPr txBox="1"/>
                <p:nvPr/>
              </p:nvSpPr>
              <p:spPr>
                <a:xfrm>
                  <a:off x="102965" y="703776"/>
                  <a:ext cx="1231018" cy="5505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a:t>TMForum </a:t>
                  </a:r>
                  <a:r>
                    <a:rPr lang="en-IN" sz="1100"/>
                    <a:t>Framework</a:t>
                  </a:r>
                  <a:endParaRPr lang="en-IN" sz="1100" kern="1200"/>
                </a:p>
              </p:txBody>
            </p:sp>
          </p:grpSp>
          <p:sp>
            <p:nvSpPr>
              <p:cNvPr id="91" name="Rectangle 90" descr="Network outline">
                <a:extLst>
                  <a:ext uri="{FF2B5EF4-FFF2-40B4-BE49-F238E27FC236}">
                    <a16:creationId xmlns:a16="http://schemas.microsoft.com/office/drawing/2014/main" id="{A824D603-90C2-F6CA-6315-FA5DA8CB1A6F}"/>
                  </a:ext>
                </a:extLst>
              </p:cNvPr>
              <p:cNvSpPr/>
              <p:nvPr/>
            </p:nvSpPr>
            <p:spPr>
              <a:xfrm>
                <a:off x="8205413" y="5547554"/>
                <a:ext cx="523353" cy="593786"/>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l="-1000" r="-1000"/>
                </a:stretch>
              </a:blip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grpSp>
        <p:sp>
          <p:nvSpPr>
            <p:cNvPr id="162" name="Rectangle 161">
              <a:extLst>
                <a:ext uri="{FF2B5EF4-FFF2-40B4-BE49-F238E27FC236}">
                  <a16:creationId xmlns:a16="http://schemas.microsoft.com/office/drawing/2014/main" id="{8D412AED-7165-1E95-41B6-4790254A00F2}"/>
                </a:ext>
              </a:extLst>
            </p:cNvPr>
            <p:cNvSpPr/>
            <p:nvPr/>
          </p:nvSpPr>
          <p:spPr>
            <a:xfrm>
              <a:off x="4007236" y="4960077"/>
              <a:ext cx="1694271" cy="104567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grpSp>
      <p:sp>
        <p:nvSpPr>
          <p:cNvPr id="2" name="Rectangle 1">
            <a:extLst>
              <a:ext uri="{FF2B5EF4-FFF2-40B4-BE49-F238E27FC236}">
                <a16:creationId xmlns:a16="http://schemas.microsoft.com/office/drawing/2014/main" id="{4143CBAD-9537-71C8-8226-0C71E633A4EB}"/>
              </a:ext>
            </a:extLst>
          </p:cNvPr>
          <p:cNvSpPr/>
          <p:nvPr/>
        </p:nvSpPr>
        <p:spPr>
          <a:xfrm>
            <a:off x="7250168" y="1024371"/>
            <a:ext cx="1733327" cy="3549273"/>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200" b="1">
                <a:solidFill>
                  <a:schemeClr val="tx1"/>
                </a:solidFill>
              </a:rPr>
              <a:t>Recommendations</a:t>
            </a:r>
          </a:p>
          <a:p>
            <a:pPr algn="ctr"/>
            <a:endParaRPr lang="en-IN" sz="1200" b="1">
              <a:solidFill>
                <a:schemeClr val="tx1"/>
              </a:solidFill>
            </a:endParaRPr>
          </a:p>
          <a:p>
            <a:pPr marL="171450" indent="-171450">
              <a:buFont typeface="Arial" panose="020B0604020202020204" pitchFamily="34" charset="0"/>
              <a:buChar char="•"/>
            </a:pPr>
            <a:r>
              <a:rPr lang="en-IN" sz="1050">
                <a:solidFill>
                  <a:schemeClr val="tx1"/>
                </a:solidFill>
              </a:rPr>
              <a:t>Business Model Recommendations </a:t>
            </a:r>
          </a:p>
          <a:p>
            <a:pPr marL="171450" indent="-171450">
              <a:buFont typeface="Arial" panose="020B0604020202020204" pitchFamily="34" charset="0"/>
              <a:buChar char="•"/>
            </a:pPr>
            <a:endParaRPr lang="en-IN" sz="1050">
              <a:solidFill>
                <a:schemeClr val="tx1"/>
              </a:solidFill>
            </a:endParaRPr>
          </a:p>
          <a:p>
            <a:pPr marL="171450" indent="-171450">
              <a:buFont typeface="Arial" panose="020B0604020202020204" pitchFamily="34" charset="0"/>
              <a:buChar char="•"/>
            </a:pPr>
            <a:r>
              <a:rPr lang="en-IN" sz="1050">
                <a:solidFill>
                  <a:schemeClr val="tx1"/>
                </a:solidFill>
              </a:rPr>
              <a:t>To-Be Product &amp; Service Model</a:t>
            </a:r>
          </a:p>
          <a:p>
            <a:pPr marL="171450" indent="-171450">
              <a:buFont typeface="Arial" panose="020B0604020202020204" pitchFamily="34" charset="0"/>
              <a:buChar char="•"/>
            </a:pPr>
            <a:endParaRPr lang="en-IN" sz="1050">
              <a:solidFill>
                <a:schemeClr val="tx1"/>
              </a:solidFill>
            </a:endParaRPr>
          </a:p>
          <a:p>
            <a:pPr marL="171450" indent="-171450">
              <a:buFont typeface="Arial" panose="020B0604020202020204" pitchFamily="34" charset="0"/>
              <a:buChar char="•"/>
            </a:pPr>
            <a:r>
              <a:rPr lang="en-IN" sz="1050">
                <a:solidFill>
                  <a:schemeClr val="tx1"/>
                </a:solidFill>
              </a:rPr>
              <a:t>Differentiated value proposition for GTM</a:t>
            </a:r>
          </a:p>
          <a:p>
            <a:pPr marL="171450" indent="-171450">
              <a:buFont typeface="Arial" panose="020B0604020202020204" pitchFamily="34" charset="0"/>
              <a:buChar char="•"/>
            </a:pPr>
            <a:endParaRPr lang="en-IN" sz="1050">
              <a:solidFill>
                <a:schemeClr val="tx1"/>
              </a:solidFill>
            </a:endParaRPr>
          </a:p>
          <a:p>
            <a:pPr marL="171450" indent="-171450">
              <a:buFont typeface="Arial" panose="020B0604020202020204" pitchFamily="34" charset="0"/>
              <a:buChar char="•"/>
            </a:pPr>
            <a:r>
              <a:rPr lang="en-IN" sz="1050">
                <a:solidFill>
                  <a:schemeClr val="tx1"/>
                </a:solidFill>
              </a:rPr>
              <a:t>Operating model rationalization</a:t>
            </a:r>
          </a:p>
          <a:p>
            <a:pPr marL="171450" indent="-171450">
              <a:buFont typeface="Arial" panose="020B0604020202020204" pitchFamily="34" charset="0"/>
              <a:buChar char="•"/>
            </a:pPr>
            <a:endParaRPr lang="en-IN" sz="1050">
              <a:solidFill>
                <a:schemeClr val="tx1"/>
              </a:solidFill>
            </a:endParaRPr>
          </a:p>
          <a:p>
            <a:pPr marL="171450" indent="-171450">
              <a:buFont typeface="Arial" panose="020B0604020202020204" pitchFamily="34" charset="0"/>
              <a:buChar char="•"/>
            </a:pPr>
            <a:endParaRPr lang="en-IN" sz="1050">
              <a:solidFill>
                <a:schemeClr val="tx1"/>
              </a:solidFill>
            </a:endParaRPr>
          </a:p>
          <a:p>
            <a:pPr algn="ctr"/>
            <a:endParaRPr lang="en-IN" sz="1200" b="1">
              <a:solidFill>
                <a:schemeClr val="tx1"/>
              </a:solidFill>
            </a:endParaRPr>
          </a:p>
        </p:txBody>
      </p:sp>
      <p:sp>
        <p:nvSpPr>
          <p:cNvPr id="4" name="Rectangle 3">
            <a:extLst>
              <a:ext uri="{FF2B5EF4-FFF2-40B4-BE49-F238E27FC236}">
                <a16:creationId xmlns:a16="http://schemas.microsoft.com/office/drawing/2014/main" id="{F6A28F12-CB60-CC75-61A4-4D4EAF316B5C}"/>
              </a:ext>
            </a:extLst>
          </p:cNvPr>
          <p:cNvSpPr/>
          <p:nvPr/>
        </p:nvSpPr>
        <p:spPr>
          <a:xfrm>
            <a:off x="4919381" y="1024371"/>
            <a:ext cx="1796268" cy="3538820"/>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IN" sz="1200" b="1">
                <a:solidFill>
                  <a:schemeClr val="tx1"/>
                </a:solidFill>
              </a:rPr>
              <a:t>Assessment</a:t>
            </a:r>
          </a:p>
          <a:p>
            <a:pPr algn="ctr"/>
            <a:endParaRPr lang="en-IN" sz="1200" b="1">
              <a:solidFill>
                <a:schemeClr val="tx1"/>
              </a:solidFill>
            </a:endParaRPr>
          </a:p>
          <a:p>
            <a:pPr marL="171450" indent="-171450">
              <a:lnSpc>
                <a:spcPct val="150000"/>
              </a:lnSpc>
              <a:buFont typeface="Arial" panose="020B0604020202020204" pitchFamily="34" charset="0"/>
              <a:buChar char="•"/>
            </a:pPr>
            <a:r>
              <a:rPr lang="en-IN" sz="1050">
                <a:solidFill>
                  <a:schemeClr val="tx1"/>
                </a:solidFill>
              </a:rPr>
              <a:t>Validate existing GTM strategy</a:t>
            </a:r>
          </a:p>
          <a:p>
            <a:pPr marL="171450" indent="-171450">
              <a:lnSpc>
                <a:spcPct val="150000"/>
              </a:lnSpc>
              <a:buFont typeface="Arial" panose="020B0604020202020204" pitchFamily="34" charset="0"/>
              <a:buChar char="•"/>
            </a:pPr>
            <a:r>
              <a:rPr lang="en-IN" sz="1050">
                <a:solidFill>
                  <a:schemeClr val="tx1"/>
                </a:solidFill>
              </a:rPr>
              <a:t>Analyse business model and assess LOBs</a:t>
            </a:r>
          </a:p>
          <a:p>
            <a:pPr marL="171450" indent="-171450">
              <a:lnSpc>
                <a:spcPct val="150000"/>
              </a:lnSpc>
              <a:buFont typeface="Arial" panose="020B0604020202020204" pitchFamily="34" charset="0"/>
              <a:buChar char="•"/>
            </a:pPr>
            <a:r>
              <a:rPr lang="en-IN" sz="1050">
                <a:solidFill>
                  <a:schemeClr val="tx1"/>
                </a:solidFill>
              </a:rPr>
              <a:t>Validate product and services construct within </a:t>
            </a:r>
            <a:r>
              <a:rPr lang="en-IN" sz="1050" i="1">
                <a:solidFill>
                  <a:schemeClr val="tx1"/>
                </a:solidFill>
              </a:rPr>
              <a:t>client</a:t>
            </a:r>
          </a:p>
          <a:p>
            <a:pPr marL="171450" indent="-171450">
              <a:lnSpc>
                <a:spcPct val="150000"/>
              </a:lnSpc>
              <a:buFont typeface="Arial" panose="020B0604020202020204" pitchFamily="34" charset="0"/>
              <a:buChar char="•"/>
            </a:pPr>
            <a:r>
              <a:rPr lang="en-IN" sz="1050">
                <a:solidFill>
                  <a:schemeClr val="tx1"/>
                </a:solidFill>
              </a:rPr>
              <a:t>Understand current operating model ( with KRAs ) in-terms of people, processes and technology areas and </a:t>
            </a:r>
          </a:p>
          <a:p>
            <a:pPr algn="ctr"/>
            <a:endParaRPr lang="en-IN" sz="1200" b="1">
              <a:solidFill>
                <a:schemeClr val="tx1"/>
              </a:solidFill>
            </a:endParaRPr>
          </a:p>
        </p:txBody>
      </p:sp>
      <p:sp>
        <p:nvSpPr>
          <p:cNvPr id="5" name="Arrow: Right 4">
            <a:extLst>
              <a:ext uri="{FF2B5EF4-FFF2-40B4-BE49-F238E27FC236}">
                <a16:creationId xmlns:a16="http://schemas.microsoft.com/office/drawing/2014/main" id="{EC522FDB-D1EB-77A3-0E44-9CD825259947}"/>
              </a:ext>
            </a:extLst>
          </p:cNvPr>
          <p:cNvSpPr/>
          <p:nvPr/>
        </p:nvSpPr>
        <p:spPr>
          <a:xfrm>
            <a:off x="4493132" y="2557772"/>
            <a:ext cx="390014" cy="638763"/>
          </a:xfrm>
          <a:prstGeom prst="rightArrow">
            <a:avLst/>
          </a:prstGeom>
          <a:solidFill>
            <a:schemeClr val="bg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solidFill>
                <a:schemeClr val="tx1"/>
              </a:solidFill>
            </a:endParaRPr>
          </a:p>
        </p:txBody>
      </p:sp>
      <p:sp>
        <p:nvSpPr>
          <p:cNvPr id="16" name="TextBox 15">
            <a:extLst>
              <a:ext uri="{FF2B5EF4-FFF2-40B4-BE49-F238E27FC236}">
                <a16:creationId xmlns:a16="http://schemas.microsoft.com/office/drawing/2014/main" id="{592A30FF-C4EB-F647-657E-4B6F572F2752}"/>
              </a:ext>
            </a:extLst>
          </p:cNvPr>
          <p:cNvSpPr txBox="1"/>
          <p:nvPr/>
        </p:nvSpPr>
        <p:spPr>
          <a:xfrm rot="16200000">
            <a:off x="-1281707" y="2528824"/>
            <a:ext cx="3373039" cy="369332"/>
          </a:xfrm>
          <a:prstGeom prst="rect">
            <a:avLst/>
          </a:prstGeom>
          <a:noFill/>
        </p:spPr>
        <p:txBody>
          <a:bodyPr wrap="none" rtlCol="0">
            <a:spAutoFit/>
          </a:bodyPr>
          <a:lstStyle/>
          <a:p>
            <a:r>
              <a:rPr lang="en-IN"/>
              <a:t>Dimensions for consideration</a:t>
            </a:r>
          </a:p>
        </p:txBody>
      </p:sp>
      <p:sp>
        <p:nvSpPr>
          <p:cNvPr id="20" name="Isosceles Triangle 19">
            <a:extLst>
              <a:ext uri="{FF2B5EF4-FFF2-40B4-BE49-F238E27FC236}">
                <a16:creationId xmlns:a16="http://schemas.microsoft.com/office/drawing/2014/main" id="{A2FCC2B6-3CB7-38EE-5C78-2ADD1DE25E19}"/>
              </a:ext>
            </a:extLst>
          </p:cNvPr>
          <p:cNvSpPr/>
          <p:nvPr/>
        </p:nvSpPr>
        <p:spPr>
          <a:xfrm rot="5400000">
            <a:off x="1161355" y="2746817"/>
            <a:ext cx="2194123" cy="260673"/>
          </a:xfrm>
          <a:prstGeom prs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22" name="Straight Arrow Connector 21">
            <a:extLst>
              <a:ext uri="{FF2B5EF4-FFF2-40B4-BE49-F238E27FC236}">
                <a16:creationId xmlns:a16="http://schemas.microsoft.com/office/drawing/2014/main" id="{DBD51116-0FD8-3AC0-33D8-C6390F2AF15B}"/>
              </a:ext>
            </a:extLst>
          </p:cNvPr>
          <p:cNvCxnSpPr/>
          <p:nvPr/>
        </p:nvCxnSpPr>
        <p:spPr>
          <a:xfrm flipV="1">
            <a:off x="3006196" y="4576949"/>
            <a:ext cx="0" cy="31862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F336D89-2C08-9FEA-A754-48DF902364CA}"/>
              </a:ext>
            </a:extLst>
          </p:cNvPr>
          <p:cNvCxnSpPr/>
          <p:nvPr/>
        </p:nvCxnSpPr>
        <p:spPr>
          <a:xfrm flipV="1">
            <a:off x="4103476" y="4576949"/>
            <a:ext cx="0" cy="31862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Arrow: Right 23">
            <a:extLst>
              <a:ext uri="{FF2B5EF4-FFF2-40B4-BE49-F238E27FC236}">
                <a16:creationId xmlns:a16="http://schemas.microsoft.com/office/drawing/2014/main" id="{82EE472F-97C0-8E2F-533F-46FB5FF3284B}"/>
              </a:ext>
            </a:extLst>
          </p:cNvPr>
          <p:cNvSpPr/>
          <p:nvPr/>
        </p:nvSpPr>
        <p:spPr>
          <a:xfrm>
            <a:off x="6817799" y="2557772"/>
            <a:ext cx="390014" cy="638763"/>
          </a:xfrm>
          <a:prstGeom prst="rightArrow">
            <a:avLst/>
          </a:prstGeom>
          <a:solidFill>
            <a:schemeClr val="bg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solidFill>
                <a:schemeClr val="tx1"/>
              </a:solidFill>
            </a:endParaRPr>
          </a:p>
        </p:txBody>
      </p:sp>
      <p:cxnSp>
        <p:nvCxnSpPr>
          <p:cNvPr id="25" name="Straight Arrow Connector 24">
            <a:extLst>
              <a:ext uri="{FF2B5EF4-FFF2-40B4-BE49-F238E27FC236}">
                <a16:creationId xmlns:a16="http://schemas.microsoft.com/office/drawing/2014/main" id="{67479252-C891-2328-831F-EC31D03002BA}"/>
              </a:ext>
            </a:extLst>
          </p:cNvPr>
          <p:cNvCxnSpPr/>
          <p:nvPr/>
        </p:nvCxnSpPr>
        <p:spPr>
          <a:xfrm flipV="1">
            <a:off x="5854044" y="4587156"/>
            <a:ext cx="0" cy="31862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5A628D8-1138-E17B-DC57-629AC70CA510}"/>
              </a:ext>
            </a:extLst>
          </p:cNvPr>
          <p:cNvCxnSpPr/>
          <p:nvPr/>
        </p:nvCxnSpPr>
        <p:spPr>
          <a:xfrm flipV="1">
            <a:off x="7727878" y="4576949"/>
            <a:ext cx="0" cy="31862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52FB8D2-F01A-4F9E-7228-B77537C9C2E6}"/>
              </a:ext>
            </a:extLst>
          </p:cNvPr>
          <p:cNvCxnSpPr/>
          <p:nvPr/>
        </p:nvCxnSpPr>
        <p:spPr>
          <a:xfrm flipV="1">
            <a:off x="8610073" y="4587203"/>
            <a:ext cx="0" cy="31862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Isosceles Triangle 29">
            <a:extLst>
              <a:ext uri="{FF2B5EF4-FFF2-40B4-BE49-F238E27FC236}">
                <a16:creationId xmlns:a16="http://schemas.microsoft.com/office/drawing/2014/main" id="{48E3E8CE-201A-8A79-F9FC-2117B1956954}"/>
              </a:ext>
            </a:extLst>
          </p:cNvPr>
          <p:cNvSpPr/>
          <p:nvPr/>
        </p:nvSpPr>
        <p:spPr>
          <a:xfrm rot="5400000">
            <a:off x="8361777" y="2746816"/>
            <a:ext cx="2194123" cy="260673"/>
          </a:xfrm>
          <a:prstGeom prs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32" name="Rectangle 31">
            <a:extLst>
              <a:ext uri="{FF2B5EF4-FFF2-40B4-BE49-F238E27FC236}">
                <a16:creationId xmlns:a16="http://schemas.microsoft.com/office/drawing/2014/main" id="{B92F0DAA-8A8E-BAD4-F0F6-C0809AB47FEC}"/>
              </a:ext>
            </a:extLst>
          </p:cNvPr>
          <p:cNvSpPr/>
          <p:nvPr/>
        </p:nvSpPr>
        <p:spPr>
          <a:xfrm>
            <a:off x="9597594" y="934153"/>
            <a:ext cx="2432891" cy="382238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36" name="TextBox 35">
            <a:extLst>
              <a:ext uri="{FF2B5EF4-FFF2-40B4-BE49-F238E27FC236}">
                <a16:creationId xmlns:a16="http://schemas.microsoft.com/office/drawing/2014/main" id="{BA7791C8-8F68-CBD4-6A80-0D8DDCF454C8}"/>
              </a:ext>
            </a:extLst>
          </p:cNvPr>
          <p:cNvSpPr txBox="1"/>
          <p:nvPr/>
        </p:nvSpPr>
        <p:spPr>
          <a:xfrm>
            <a:off x="9570367" y="4963989"/>
            <a:ext cx="2474143" cy="1477328"/>
          </a:xfrm>
          <a:prstGeom prst="rect">
            <a:avLst/>
          </a:prstGeom>
          <a:noFill/>
          <a:ln>
            <a:solidFill>
              <a:schemeClr val="accent1"/>
            </a:solidFill>
          </a:ln>
        </p:spPr>
        <p:txBody>
          <a:bodyPr wrap="square" rtlCol="0">
            <a:spAutoFit/>
          </a:bodyPr>
          <a:lstStyle/>
          <a:p>
            <a:r>
              <a:rPr lang="en-IN" sz="1000" b="1"/>
              <a:t>Methodology for </a:t>
            </a:r>
          </a:p>
          <a:p>
            <a:endParaRPr lang="en-IN" sz="1000">
              <a:solidFill>
                <a:schemeClr val="accent5"/>
              </a:solidFill>
              <a:hlinkClick r:id="rId7" action="ppaction://hlinksldjump">
                <a:extLst>
                  <a:ext uri="{A12FA001-AC4F-418D-AE19-62706E023703}">
                    <ahyp:hlinkClr xmlns:ahyp="http://schemas.microsoft.com/office/drawing/2018/hyperlinkcolor" val="tx"/>
                  </a:ext>
                </a:extLst>
              </a:hlinkClick>
            </a:endParaRPr>
          </a:p>
          <a:p>
            <a:r>
              <a:rPr lang="en-IN" sz="1000">
                <a:solidFill>
                  <a:schemeClr val="accent5"/>
                </a:solidFill>
                <a:hlinkClick r:id="rId7" action="ppaction://hlinksldjump">
                  <a:extLst>
                    <a:ext uri="{A12FA001-AC4F-418D-AE19-62706E023703}">
                      <ahyp:hlinkClr xmlns:ahyp="http://schemas.microsoft.com/office/drawing/2018/hyperlinkcolor" val="tx"/>
                    </a:ext>
                  </a:extLst>
                </a:hlinkClick>
              </a:rPr>
              <a:t>Business Model Assessment</a:t>
            </a:r>
            <a:endParaRPr lang="en-IN" sz="1000">
              <a:solidFill>
                <a:schemeClr val="accent5"/>
              </a:solidFill>
            </a:endParaRPr>
          </a:p>
          <a:p>
            <a:endParaRPr lang="en-IN" sz="1000">
              <a:solidFill>
                <a:schemeClr val="accent5"/>
              </a:solidFill>
            </a:endParaRPr>
          </a:p>
          <a:p>
            <a:r>
              <a:rPr lang="en-IN" sz="1000">
                <a:hlinkClick r:id="rId8" action="ppaction://hlinksldjump"/>
              </a:rPr>
              <a:t>Operating Model Transformation, </a:t>
            </a:r>
            <a:endParaRPr lang="en-IN" sz="1000"/>
          </a:p>
          <a:p>
            <a:endParaRPr lang="en-IN" sz="1000">
              <a:hlinkClick r:id="rId9" action="ppaction://hlinksldjump"/>
            </a:endParaRPr>
          </a:p>
          <a:p>
            <a:r>
              <a:rPr lang="en-IN" sz="1000">
                <a:hlinkClick r:id="rId9" action="ppaction://hlinksldjump"/>
              </a:rPr>
              <a:t>Market Segmentation &amp; GTM, </a:t>
            </a:r>
            <a:endParaRPr lang="en-IN" sz="1000"/>
          </a:p>
          <a:p>
            <a:endParaRPr lang="en-IN" sz="1000">
              <a:hlinkClick r:id="rId10" action="ppaction://hlinksldjump"/>
            </a:endParaRPr>
          </a:p>
          <a:p>
            <a:r>
              <a:rPr lang="en-IN" sz="1000">
                <a:hlinkClick r:id="rId10" action="ppaction://hlinksldjump"/>
              </a:rPr>
              <a:t>Product Optimization</a:t>
            </a:r>
            <a:endParaRPr lang="en-IN" sz="1000"/>
          </a:p>
        </p:txBody>
      </p:sp>
      <p:sp>
        <p:nvSpPr>
          <p:cNvPr id="6" name="TextBox 5">
            <a:extLst>
              <a:ext uri="{FF2B5EF4-FFF2-40B4-BE49-F238E27FC236}">
                <a16:creationId xmlns:a16="http://schemas.microsoft.com/office/drawing/2014/main" id="{F5E86D23-2573-6615-75EA-BE7FEA26E9B2}"/>
              </a:ext>
            </a:extLst>
          </p:cNvPr>
          <p:cNvSpPr txBox="1"/>
          <p:nvPr/>
        </p:nvSpPr>
        <p:spPr>
          <a:xfrm>
            <a:off x="4883146" y="6222337"/>
            <a:ext cx="4324375" cy="369332"/>
          </a:xfrm>
          <a:prstGeom prst="rect">
            <a:avLst/>
          </a:prstGeom>
          <a:noFill/>
        </p:spPr>
        <p:txBody>
          <a:bodyPr wrap="square">
            <a:spAutoFit/>
          </a:bodyPr>
          <a:lstStyle/>
          <a:p>
            <a:r>
              <a:rPr lang="en-IN" sz="900" b="1"/>
              <a:t>Accelerator </a:t>
            </a:r>
          </a:p>
          <a:p>
            <a:r>
              <a:rPr lang="en-IN" sz="900" b="1">
                <a:solidFill>
                  <a:schemeClr val="accent5"/>
                </a:solidFill>
                <a:hlinkClick r:id="rId11" action="ppaction://hlinksldjump">
                  <a:extLst>
                    <a:ext uri="{A12FA001-AC4F-418D-AE19-62706E023703}">
                      <ahyp:hlinkClr xmlns:ahyp="http://schemas.microsoft.com/office/drawing/2018/hyperlinkcolor" val="tx"/>
                    </a:ext>
                  </a:extLst>
                </a:hlinkClick>
              </a:rPr>
              <a:t>Toolkit for Proposed Approach</a:t>
            </a:r>
            <a:endParaRPr lang="en-IN" sz="900" b="1">
              <a:solidFill>
                <a:schemeClr val="accent5"/>
              </a:solidFill>
            </a:endParaRPr>
          </a:p>
        </p:txBody>
      </p:sp>
    </p:spTree>
    <p:extLst>
      <p:ext uri="{BB962C8B-B14F-4D97-AF65-F5344CB8AC3E}">
        <p14:creationId xmlns:p14="http://schemas.microsoft.com/office/powerpoint/2010/main" val="3778090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26718D14-744F-1402-79C8-7C47FEA01254}"/>
              </a:ext>
            </a:extLst>
          </p:cNvPr>
          <p:cNvGraphicFramePr>
            <a:graphicFrameLocks noGrp="1"/>
          </p:cNvGraphicFramePr>
          <p:nvPr>
            <p:extLst>
              <p:ext uri="{D42A27DB-BD31-4B8C-83A1-F6EECF244321}">
                <p14:modId xmlns:p14="http://schemas.microsoft.com/office/powerpoint/2010/main" val="3083639000"/>
              </p:ext>
            </p:extLst>
          </p:nvPr>
        </p:nvGraphicFramePr>
        <p:xfrm>
          <a:off x="404813" y="1114521"/>
          <a:ext cx="11379198" cy="5039183"/>
        </p:xfrm>
        <a:graphic>
          <a:graphicData uri="http://schemas.openxmlformats.org/drawingml/2006/table">
            <a:tbl>
              <a:tblPr/>
              <a:tblGrid>
                <a:gridCol w="1530210">
                  <a:extLst>
                    <a:ext uri="{9D8B030D-6E8A-4147-A177-3AD203B41FA5}">
                      <a16:colId xmlns:a16="http://schemas.microsoft.com/office/drawing/2014/main" val="2497439381"/>
                    </a:ext>
                  </a:extLst>
                </a:gridCol>
                <a:gridCol w="820749">
                  <a:extLst>
                    <a:ext uri="{9D8B030D-6E8A-4147-A177-3AD203B41FA5}">
                      <a16:colId xmlns:a16="http://schemas.microsoft.com/office/drawing/2014/main" val="2503939349"/>
                    </a:ext>
                  </a:extLst>
                </a:gridCol>
                <a:gridCol w="820749">
                  <a:extLst>
                    <a:ext uri="{9D8B030D-6E8A-4147-A177-3AD203B41FA5}">
                      <a16:colId xmlns:a16="http://schemas.microsoft.com/office/drawing/2014/main" val="3668548903"/>
                    </a:ext>
                  </a:extLst>
                </a:gridCol>
                <a:gridCol w="820749">
                  <a:extLst>
                    <a:ext uri="{9D8B030D-6E8A-4147-A177-3AD203B41FA5}">
                      <a16:colId xmlns:a16="http://schemas.microsoft.com/office/drawing/2014/main" val="498053295"/>
                    </a:ext>
                  </a:extLst>
                </a:gridCol>
                <a:gridCol w="820749">
                  <a:extLst>
                    <a:ext uri="{9D8B030D-6E8A-4147-A177-3AD203B41FA5}">
                      <a16:colId xmlns:a16="http://schemas.microsoft.com/office/drawing/2014/main" val="1130412579"/>
                    </a:ext>
                  </a:extLst>
                </a:gridCol>
                <a:gridCol w="820749">
                  <a:extLst>
                    <a:ext uri="{9D8B030D-6E8A-4147-A177-3AD203B41FA5}">
                      <a16:colId xmlns:a16="http://schemas.microsoft.com/office/drawing/2014/main" val="1786569309"/>
                    </a:ext>
                  </a:extLst>
                </a:gridCol>
                <a:gridCol w="820749">
                  <a:extLst>
                    <a:ext uri="{9D8B030D-6E8A-4147-A177-3AD203B41FA5}">
                      <a16:colId xmlns:a16="http://schemas.microsoft.com/office/drawing/2014/main" val="2375111555"/>
                    </a:ext>
                  </a:extLst>
                </a:gridCol>
                <a:gridCol w="820749">
                  <a:extLst>
                    <a:ext uri="{9D8B030D-6E8A-4147-A177-3AD203B41FA5}">
                      <a16:colId xmlns:a16="http://schemas.microsoft.com/office/drawing/2014/main" val="1144589208"/>
                    </a:ext>
                  </a:extLst>
                </a:gridCol>
                <a:gridCol w="820749">
                  <a:extLst>
                    <a:ext uri="{9D8B030D-6E8A-4147-A177-3AD203B41FA5}">
                      <a16:colId xmlns:a16="http://schemas.microsoft.com/office/drawing/2014/main" val="2113370663"/>
                    </a:ext>
                  </a:extLst>
                </a:gridCol>
                <a:gridCol w="820749">
                  <a:extLst>
                    <a:ext uri="{9D8B030D-6E8A-4147-A177-3AD203B41FA5}">
                      <a16:colId xmlns:a16="http://schemas.microsoft.com/office/drawing/2014/main" val="1759495857"/>
                    </a:ext>
                  </a:extLst>
                </a:gridCol>
                <a:gridCol w="820749">
                  <a:extLst>
                    <a:ext uri="{9D8B030D-6E8A-4147-A177-3AD203B41FA5}">
                      <a16:colId xmlns:a16="http://schemas.microsoft.com/office/drawing/2014/main" val="589300121"/>
                    </a:ext>
                  </a:extLst>
                </a:gridCol>
                <a:gridCol w="820749">
                  <a:extLst>
                    <a:ext uri="{9D8B030D-6E8A-4147-A177-3AD203B41FA5}">
                      <a16:colId xmlns:a16="http://schemas.microsoft.com/office/drawing/2014/main" val="2665723822"/>
                    </a:ext>
                  </a:extLst>
                </a:gridCol>
                <a:gridCol w="820749">
                  <a:extLst>
                    <a:ext uri="{9D8B030D-6E8A-4147-A177-3AD203B41FA5}">
                      <a16:colId xmlns:a16="http://schemas.microsoft.com/office/drawing/2014/main" val="2999287762"/>
                    </a:ext>
                  </a:extLst>
                </a:gridCol>
              </a:tblGrid>
              <a:tr h="277649">
                <a:tc>
                  <a:txBody>
                    <a:bodyPr/>
                    <a:lstStyle/>
                    <a:p>
                      <a:pPr algn="l" fontAlgn="ctr"/>
                      <a:r>
                        <a:rPr lang="en-IN" sz="1200" b="1" i="0" u="none" strike="noStrike">
                          <a:solidFill>
                            <a:schemeClr val="bg1"/>
                          </a:solidFill>
                          <a:effectLst/>
                          <a:latin typeface="+mj-lt"/>
                        </a:rPr>
                        <a:t>Phases</a:t>
                      </a:r>
                    </a:p>
                  </a:txBody>
                  <a:tcPr marL="7620" marR="7620" marT="7620" marB="0" anchor="ctr">
                    <a:lnL w="6350" cap="flat" cmpd="sng" algn="ctr">
                      <a:solidFill>
                        <a:srgbClr val="BFBFBF"/>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accent2"/>
                    </a:solidFill>
                  </a:tcPr>
                </a:tc>
                <a:tc>
                  <a:txBody>
                    <a:bodyPr/>
                    <a:lstStyle/>
                    <a:p>
                      <a:pPr algn="ctr" fontAlgn="ctr"/>
                      <a:r>
                        <a:rPr lang="en-IN" sz="1200" b="1" i="0" u="none" strike="noStrike">
                          <a:solidFill>
                            <a:schemeClr val="bg1"/>
                          </a:solidFill>
                          <a:effectLst/>
                          <a:latin typeface="+mj-lt"/>
                        </a:rPr>
                        <a:t>Week1</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p>
                      <a:pPr algn="ctr" fontAlgn="ctr"/>
                      <a:r>
                        <a:rPr lang="en-IN" sz="1200" b="1" i="0" u="none" strike="noStrike">
                          <a:solidFill>
                            <a:schemeClr val="bg1"/>
                          </a:solidFill>
                          <a:effectLst/>
                          <a:latin typeface="+mj-lt"/>
                        </a:rPr>
                        <a:t>Week2</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p>
                      <a:pPr algn="ctr" fontAlgn="ctr"/>
                      <a:r>
                        <a:rPr lang="en-IN" sz="1200" b="1" i="0" u="none" strike="noStrike">
                          <a:solidFill>
                            <a:schemeClr val="bg1"/>
                          </a:solidFill>
                          <a:effectLst/>
                          <a:latin typeface="+mj-lt"/>
                        </a:rPr>
                        <a:t>Week3</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p>
                      <a:pPr algn="ctr" fontAlgn="ctr"/>
                      <a:r>
                        <a:rPr lang="en-IN" sz="1200" b="1" i="0" u="none" strike="noStrike">
                          <a:solidFill>
                            <a:schemeClr val="bg1"/>
                          </a:solidFill>
                          <a:effectLst/>
                          <a:latin typeface="+mj-lt"/>
                        </a:rPr>
                        <a:t>Week4</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p>
                      <a:pPr algn="ctr" fontAlgn="ctr"/>
                      <a:r>
                        <a:rPr lang="en-IN" sz="1200" b="1" i="0" u="none" strike="noStrike">
                          <a:solidFill>
                            <a:schemeClr val="bg1"/>
                          </a:solidFill>
                          <a:effectLst/>
                          <a:latin typeface="+mj-lt"/>
                        </a:rPr>
                        <a:t>Week5</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p>
                      <a:pPr algn="ctr" fontAlgn="ctr"/>
                      <a:r>
                        <a:rPr lang="en-IN" sz="1200" b="1" i="0" u="none" strike="noStrike">
                          <a:solidFill>
                            <a:schemeClr val="bg1"/>
                          </a:solidFill>
                          <a:effectLst/>
                          <a:latin typeface="+mj-lt"/>
                        </a:rPr>
                        <a:t>Week6</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p>
                      <a:pPr algn="ctr" fontAlgn="ctr"/>
                      <a:r>
                        <a:rPr lang="en-IN" sz="1200" b="1" i="0" u="none" strike="noStrike">
                          <a:solidFill>
                            <a:schemeClr val="bg1"/>
                          </a:solidFill>
                          <a:effectLst/>
                          <a:latin typeface="+mj-lt"/>
                        </a:rPr>
                        <a:t>Week7</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p>
                      <a:pPr algn="ctr" fontAlgn="ctr"/>
                      <a:r>
                        <a:rPr lang="en-IN" sz="1200" b="1" i="0" u="none" strike="noStrike">
                          <a:solidFill>
                            <a:schemeClr val="bg1"/>
                          </a:solidFill>
                          <a:effectLst/>
                          <a:latin typeface="+mj-lt"/>
                        </a:rPr>
                        <a:t>Week8</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p>
                      <a:pPr algn="ctr" fontAlgn="ctr"/>
                      <a:r>
                        <a:rPr lang="en-IN" sz="1200" b="1" i="0" u="none" strike="noStrike">
                          <a:solidFill>
                            <a:schemeClr val="bg1"/>
                          </a:solidFill>
                          <a:effectLst/>
                          <a:latin typeface="+mj-lt"/>
                        </a:rPr>
                        <a:t>Week9</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p>
                      <a:pPr algn="ctr" fontAlgn="ctr"/>
                      <a:r>
                        <a:rPr lang="en-IN" sz="1200" b="1" i="0" u="none" strike="noStrike">
                          <a:solidFill>
                            <a:schemeClr val="bg1"/>
                          </a:solidFill>
                          <a:effectLst/>
                          <a:latin typeface="+mj-lt"/>
                        </a:rPr>
                        <a:t>Week10</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p>
                      <a:pPr algn="ctr" fontAlgn="ctr"/>
                      <a:r>
                        <a:rPr lang="en-IN" sz="1200" b="1" i="0" u="none" strike="noStrike">
                          <a:solidFill>
                            <a:schemeClr val="bg1"/>
                          </a:solidFill>
                          <a:effectLst/>
                          <a:latin typeface="+mj-lt"/>
                        </a:rPr>
                        <a:t>Week11</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tc>
                  <a:txBody>
                    <a:bodyPr/>
                    <a:lstStyle/>
                    <a:p>
                      <a:pPr algn="ctr" fontAlgn="ctr"/>
                      <a:r>
                        <a:rPr lang="en-IN" sz="1200" b="1" i="0" u="none" strike="noStrike">
                          <a:solidFill>
                            <a:schemeClr val="bg1"/>
                          </a:solidFill>
                          <a:effectLst/>
                          <a:latin typeface="+mj-lt"/>
                        </a:rPr>
                        <a:t>Week12</a:t>
                      </a:r>
                    </a:p>
                  </a:txBody>
                  <a:tcPr marL="7620" marR="7620" marT="7620" marB="0" anchor="ctr">
                    <a:lnL w="19050" cap="flat" cmpd="sng" algn="ctr">
                      <a:solidFill>
                        <a:schemeClr val="bg1"/>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F878A"/>
                    </a:solidFill>
                  </a:tcPr>
                </a:tc>
                <a:extLst>
                  <a:ext uri="{0D108BD9-81ED-4DB2-BD59-A6C34878D82A}">
                    <a16:rowId xmlns:a16="http://schemas.microsoft.com/office/drawing/2014/main" val="1706992459"/>
                  </a:ext>
                </a:extLst>
              </a:tr>
              <a:tr h="793589">
                <a:tc>
                  <a:txBody>
                    <a:bodyPr/>
                    <a:lstStyle/>
                    <a:p>
                      <a:pPr algn="l" fontAlgn="ctr"/>
                      <a:r>
                        <a:rPr lang="en-IN" sz="1200" b="1" i="0" u="none" strike="noStrike">
                          <a:solidFill>
                            <a:schemeClr val="bg1"/>
                          </a:solidFill>
                          <a:effectLst/>
                          <a:latin typeface="+mj-lt"/>
                        </a:rPr>
                        <a:t>Governance</a:t>
                      </a:r>
                    </a:p>
                  </a:txBody>
                  <a:tcPr marL="36000" marR="7620" marT="7620" marB="0" anchor="ctr">
                    <a:lnL w="6350" cap="flat" cmpd="sng" algn="ctr">
                      <a:solidFill>
                        <a:srgbClr val="BFBFBF"/>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F878A"/>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extLst>
                  <a:ext uri="{0D108BD9-81ED-4DB2-BD59-A6C34878D82A}">
                    <a16:rowId xmlns:a16="http://schemas.microsoft.com/office/drawing/2014/main" val="3523019227"/>
                  </a:ext>
                </a:extLst>
              </a:tr>
              <a:tr h="79358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200" b="1" i="0" u="none" strike="noStrike">
                          <a:solidFill>
                            <a:schemeClr val="bg1"/>
                          </a:solidFill>
                          <a:effectLst/>
                          <a:latin typeface="+mj-lt"/>
                        </a:rPr>
                        <a:t>Project Kick-off </a:t>
                      </a:r>
                    </a:p>
                  </a:txBody>
                  <a:tcPr marL="36000" marR="7620" marT="7620" marB="0" anchor="ctr">
                    <a:lnL w="6350" cap="flat" cmpd="sng" algn="ctr">
                      <a:solidFill>
                        <a:srgbClr val="BFBFBF"/>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F878A"/>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endParaRPr lang="en-IN" sz="1100" b="0" i="0" u="none" strike="noStrike">
                        <a:solidFill>
                          <a:srgbClr val="000000"/>
                        </a:solidFill>
                        <a:effectLst/>
                        <a:latin typeface="+mj-lt"/>
                      </a:endParaRPr>
                    </a:p>
                  </a:txBody>
                  <a:tcPr marL="7620" marR="7620" marT="7620" marB="0" anchor="ctr">
                    <a:lnL w="19050" cap="flat" cmpd="sng" algn="ctr">
                      <a:solidFill>
                        <a:schemeClr val="bg1"/>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3606406"/>
                  </a:ext>
                </a:extLst>
              </a:tr>
              <a:tr h="793589">
                <a:tc>
                  <a:txBody>
                    <a:bodyPr/>
                    <a:lstStyle/>
                    <a:p>
                      <a:pPr algn="l" fontAlgn="ctr"/>
                      <a:r>
                        <a:rPr lang="en-IN" sz="1200" b="1" i="0" u="none" strike="noStrike">
                          <a:solidFill>
                            <a:schemeClr val="bg1"/>
                          </a:solidFill>
                          <a:effectLst/>
                          <a:latin typeface="+mj-lt"/>
                        </a:rPr>
                        <a:t>Discovery &amp; Scoping</a:t>
                      </a:r>
                    </a:p>
                  </a:txBody>
                  <a:tcPr marL="36000" marR="7620" marT="7620" marB="0" anchor="ctr">
                    <a:lnL w="6350" cap="flat" cmpd="sng" algn="ctr">
                      <a:solidFill>
                        <a:srgbClr val="BFBFBF"/>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F878A"/>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extLst>
                  <a:ext uri="{0D108BD9-81ED-4DB2-BD59-A6C34878D82A}">
                    <a16:rowId xmlns:a16="http://schemas.microsoft.com/office/drawing/2014/main" val="4220643865"/>
                  </a:ext>
                </a:extLst>
              </a:tr>
              <a:tr h="793589">
                <a:tc>
                  <a:txBody>
                    <a:bodyPr/>
                    <a:lstStyle/>
                    <a:p>
                      <a:pPr algn="l" fontAlgn="ctr"/>
                      <a:r>
                        <a:rPr lang="en-IN" sz="1200" b="1" i="0" u="none" strike="noStrike">
                          <a:solidFill>
                            <a:schemeClr val="bg1"/>
                          </a:solidFill>
                          <a:effectLst/>
                          <a:latin typeface="+mj-lt"/>
                        </a:rPr>
                        <a:t>Assessment</a:t>
                      </a:r>
                    </a:p>
                  </a:txBody>
                  <a:tcPr marL="36000" marR="7620" marT="7620" marB="0" anchor="ctr">
                    <a:lnL w="6350" cap="flat" cmpd="sng" algn="ctr">
                      <a:solidFill>
                        <a:srgbClr val="BFBFBF"/>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F878A"/>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78040123"/>
                  </a:ext>
                </a:extLst>
              </a:tr>
              <a:tr h="793589">
                <a:tc>
                  <a:txBody>
                    <a:bodyPr/>
                    <a:lstStyle/>
                    <a:p>
                      <a:pPr algn="l" fontAlgn="ctr"/>
                      <a:r>
                        <a:rPr lang="en-IN" sz="1200" b="1" i="0" u="none" strike="noStrike" kern="1200">
                          <a:solidFill>
                            <a:schemeClr val="bg1"/>
                          </a:solidFill>
                          <a:effectLst/>
                          <a:latin typeface="+mn-lt"/>
                          <a:ea typeface="+mn-ea"/>
                          <a:cs typeface="+mn-cs"/>
                        </a:rPr>
                        <a:t>Recommendations</a:t>
                      </a:r>
                    </a:p>
                  </a:txBody>
                  <a:tcPr marL="36000" marR="7620" marT="7620" marB="0" anchor="ctr">
                    <a:lnL w="6350" cap="flat" cmpd="sng" algn="ctr">
                      <a:solidFill>
                        <a:srgbClr val="BFBFBF"/>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F878A"/>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lumMod val="10000"/>
                        <a:lumOff val="90000"/>
                      </a:schemeClr>
                    </a:solidFill>
                  </a:tcPr>
                </a:tc>
                <a:extLst>
                  <a:ext uri="{0D108BD9-81ED-4DB2-BD59-A6C34878D82A}">
                    <a16:rowId xmlns:a16="http://schemas.microsoft.com/office/drawing/2014/main" val="636873644"/>
                  </a:ext>
                </a:extLst>
              </a:tr>
              <a:tr h="793589">
                <a:tc>
                  <a:txBody>
                    <a:bodyPr/>
                    <a:lstStyle/>
                    <a:p>
                      <a:pPr algn="l" fontAlgn="ctr"/>
                      <a:r>
                        <a:rPr lang="en-IN" sz="1200" b="1" i="0" u="none" strike="noStrike">
                          <a:solidFill>
                            <a:schemeClr val="bg1"/>
                          </a:solidFill>
                          <a:effectLst/>
                          <a:latin typeface="+mj-lt"/>
                        </a:rPr>
                        <a:t>Planning for Next Phase</a:t>
                      </a:r>
                    </a:p>
                  </a:txBody>
                  <a:tcPr marL="36000" marR="7620" marT="7620" marB="0" anchor="ctr">
                    <a:lnL w="6350" cap="flat" cmpd="sng" algn="ctr">
                      <a:solidFill>
                        <a:srgbClr val="BFBFBF"/>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7CF80"/>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ctr"/>
                      <a:r>
                        <a:rPr lang="en-IN" sz="1100" b="0" i="0" u="none" strike="noStrike">
                          <a:solidFill>
                            <a:srgbClr val="000000"/>
                          </a:solidFill>
                          <a:effectLst/>
                          <a:latin typeface="+mj-lt"/>
                        </a:rPr>
                        <a:t> </a:t>
                      </a:r>
                    </a:p>
                  </a:txBody>
                  <a:tcPr marL="7620" marR="7620" marT="7620" marB="0" anchor="ctr">
                    <a:lnL w="19050" cap="flat" cmpd="sng" algn="ctr">
                      <a:solidFill>
                        <a:schemeClr val="bg1"/>
                      </a:solidFill>
                      <a:prstDash val="solid"/>
                      <a:round/>
                      <a:headEnd type="none" w="med" len="med"/>
                      <a:tailEnd type="none" w="med" len="med"/>
                    </a:lnL>
                    <a:lnR w="6350" cap="flat" cmpd="sng" algn="ctr">
                      <a:solidFill>
                        <a:srgbClr val="BFBFBF"/>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99658585"/>
                  </a:ext>
                </a:extLst>
              </a:tr>
            </a:tbl>
          </a:graphicData>
        </a:graphic>
      </p:graphicFrame>
      <p:cxnSp>
        <p:nvCxnSpPr>
          <p:cNvPr id="33" name="Straight Connector 32">
            <a:extLst>
              <a:ext uri="{FF2B5EF4-FFF2-40B4-BE49-F238E27FC236}">
                <a16:creationId xmlns:a16="http://schemas.microsoft.com/office/drawing/2014/main" id="{087D3E40-9918-B145-B45E-0719F9E315D4}"/>
              </a:ext>
            </a:extLst>
          </p:cNvPr>
          <p:cNvCxnSpPr>
            <a:cxnSpLocks/>
          </p:cNvCxnSpPr>
          <p:nvPr/>
        </p:nvCxnSpPr>
        <p:spPr>
          <a:xfrm>
            <a:off x="9323947" y="1322172"/>
            <a:ext cx="0" cy="4831532"/>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EABC960-8E06-2D59-54E0-2782AE0E2446}"/>
              </a:ext>
            </a:extLst>
          </p:cNvPr>
          <p:cNvCxnSpPr>
            <a:cxnSpLocks/>
            <a:stCxn id="18" idx="0"/>
          </p:cNvCxnSpPr>
          <p:nvPr/>
        </p:nvCxnSpPr>
        <p:spPr>
          <a:xfrm>
            <a:off x="6841931" y="1290314"/>
            <a:ext cx="21674" cy="4831532"/>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4D0BFCB-F292-FAC7-09E6-830299D9F192}"/>
              </a:ext>
            </a:extLst>
          </p:cNvPr>
          <p:cNvCxnSpPr>
            <a:cxnSpLocks/>
            <a:stCxn id="14" idx="0"/>
          </p:cNvCxnSpPr>
          <p:nvPr/>
        </p:nvCxnSpPr>
        <p:spPr>
          <a:xfrm>
            <a:off x="4366817" y="1301372"/>
            <a:ext cx="31834" cy="4820474"/>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0F06C1A-CDD2-ADDC-32FE-231AE5F832F1}"/>
              </a:ext>
            </a:extLst>
          </p:cNvPr>
          <p:cNvSpPr>
            <a:spLocks noGrp="1"/>
          </p:cNvSpPr>
          <p:nvPr>
            <p:ph type="title"/>
          </p:nvPr>
        </p:nvSpPr>
        <p:spPr>
          <a:xfrm>
            <a:off x="404813" y="186182"/>
            <a:ext cx="10947772" cy="716711"/>
          </a:xfrm>
        </p:spPr>
        <p:txBody>
          <a:bodyPr/>
          <a:lstStyle/>
          <a:p>
            <a:r>
              <a:rPr lang="en-US"/>
              <a:t>Proposed engagement Timeline</a:t>
            </a:r>
          </a:p>
        </p:txBody>
      </p:sp>
      <p:sp>
        <p:nvSpPr>
          <p:cNvPr id="7" name="Arrow: Pentagon 6">
            <a:extLst>
              <a:ext uri="{FF2B5EF4-FFF2-40B4-BE49-F238E27FC236}">
                <a16:creationId xmlns:a16="http://schemas.microsoft.com/office/drawing/2014/main" id="{AB2A257C-9AAC-8950-7B18-06A435DC53D0}"/>
              </a:ext>
            </a:extLst>
          </p:cNvPr>
          <p:cNvSpPr/>
          <p:nvPr/>
        </p:nvSpPr>
        <p:spPr>
          <a:xfrm>
            <a:off x="1923538" y="2242151"/>
            <a:ext cx="944514" cy="704979"/>
          </a:xfrm>
          <a:prstGeom prst="homePlate">
            <a:avLst>
              <a:gd name="adj" fmla="val 50000"/>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92075" indent="-92075">
              <a:buFont typeface="Arial" panose="020B0604020202020204" pitchFamily="34" charset="0"/>
              <a:buChar char="•"/>
            </a:pPr>
            <a:r>
              <a:rPr lang="en-IN" sz="700">
                <a:solidFill>
                  <a:schemeClr val="tx1"/>
                </a:solidFill>
              </a:rPr>
              <a:t>Team Introduction</a:t>
            </a:r>
          </a:p>
          <a:p>
            <a:pPr marL="92075" indent="-92075">
              <a:buFont typeface="Arial" panose="020B0604020202020204" pitchFamily="34" charset="0"/>
              <a:buChar char="•"/>
            </a:pPr>
            <a:r>
              <a:rPr lang="en-IN" sz="700">
                <a:solidFill>
                  <a:schemeClr val="tx1"/>
                </a:solidFill>
              </a:rPr>
              <a:t>Stakeholder Alignment</a:t>
            </a:r>
          </a:p>
          <a:p>
            <a:pPr marL="92075" indent="-92075">
              <a:buFont typeface="Arial" panose="020B0604020202020204" pitchFamily="34" charset="0"/>
              <a:buChar char="•"/>
            </a:pPr>
            <a:r>
              <a:rPr lang="en-IN" sz="700">
                <a:solidFill>
                  <a:schemeClr val="tx1"/>
                </a:solidFill>
              </a:rPr>
              <a:t>Workshop Planning</a:t>
            </a:r>
          </a:p>
        </p:txBody>
      </p:sp>
      <p:sp>
        <p:nvSpPr>
          <p:cNvPr id="8" name="Arrow: Pentagon 7">
            <a:extLst>
              <a:ext uri="{FF2B5EF4-FFF2-40B4-BE49-F238E27FC236}">
                <a16:creationId xmlns:a16="http://schemas.microsoft.com/office/drawing/2014/main" id="{A1540469-3E2C-7E9F-AD64-DA3C640933B4}"/>
              </a:ext>
            </a:extLst>
          </p:cNvPr>
          <p:cNvSpPr/>
          <p:nvPr/>
        </p:nvSpPr>
        <p:spPr>
          <a:xfrm>
            <a:off x="2747524" y="3017927"/>
            <a:ext cx="2794406" cy="704979"/>
          </a:xfrm>
          <a:prstGeom prst="homePlate">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92075" indent="-92075">
              <a:buFont typeface="Arial" panose="020B0604020202020204" pitchFamily="34" charset="0"/>
              <a:buChar char="•"/>
            </a:pPr>
            <a:r>
              <a:rPr lang="en-IN" sz="900">
                <a:solidFill>
                  <a:schemeClr val="tx1"/>
                </a:solidFill>
              </a:rPr>
              <a:t>Discovery Workshops </a:t>
            </a:r>
          </a:p>
          <a:p>
            <a:pPr marL="92075" indent="-92075">
              <a:buFont typeface="Arial" panose="020B0604020202020204" pitchFamily="34" charset="0"/>
              <a:buChar char="•"/>
            </a:pPr>
            <a:r>
              <a:rPr lang="en-IN" sz="900">
                <a:solidFill>
                  <a:schemeClr val="tx1"/>
                </a:solidFill>
              </a:rPr>
              <a:t>Document collection</a:t>
            </a:r>
          </a:p>
          <a:p>
            <a:pPr marL="92075" indent="-92075">
              <a:buFont typeface="Arial" panose="020B0604020202020204" pitchFamily="34" charset="0"/>
              <a:buChar char="•"/>
            </a:pPr>
            <a:r>
              <a:rPr lang="en-IN" sz="900">
                <a:solidFill>
                  <a:schemeClr val="tx1"/>
                </a:solidFill>
              </a:rPr>
              <a:t>Stakeholder Interviews</a:t>
            </a:r>
          </a:p>
          <a:p>
            <a:pPr marL="92075" indent="-92075">
              <a:buFont typeface="Arial" panose="020B0604020202020204" pitchFamily="34" charset="0"/>
              <a:buChar char="•"/>
            </a:pPr>
            <a:r>
              <a:rPr lang="en-IN" sz="900">
                <a:solidFill>
                  <a:schemeClr val="tx1"/>
                </a:solidFill>
              </a:rPr>
              <a:t>Scope Definition</a:t>
            </a:r>
          </a:p>
          <a:p>
            <a:pPr marL="92075" indent="-92075">
              <a:buFont typeface="Arial" panose="020B0604020202020204" pitchFamily="34" charset="0"/>
              <a:buChar char="•"/>
            </a:pPr>
            <a:r>
              <a:rPr lang="en-IN" sz="900">
                <a:solidFill>
                  <a:schemeClr val="tx1"/>
                </a:solidFill>
              </a:rPr>
              <a:t>Scope Agreement</a:t>
            </a:r>
          </a:p>
        </p:txBody>
      </p:sp>
      <p:sp>
        <p:nvSpPr>
          <p:cNvPr id="10" name="Arrow: Pentagon 9">
            <a:extLst>
              <a:ext uri="{FF2B5EF4-FFF2-40B4-BE49-F238E27FC236}">
                <a16:creationId xmlns:a16="http://schemas.microsoft.com/office/drawing/2014/main" id="{A97A0E1E-5CF0-669E-CB11-72A46012E5B0}"/>
              </a:ext>
            </a:extLst>
          </p:cNvPr>
          <p:cNvSpPr/>
          <p:nvPr/>
        </p:nvSpPr>
        <p:spPr>
          <a:xfrm>
            <a:off x="4572165" y="3816960"/>
            <a:ext cx="4056054" cy="704979"/>
          </a:xfrm>
          <a:prstGeom prst="homePlate">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92075" indent="-92075">
              <a:buFont typeface="Arial" panose="020B0604020202020204" pitchFamily="34" charset="0"/>
              <a:buChar char="•"/>
            </a:pPr>
            <a:r>
              <a:rPr lang="en-IN" sz="900">
                <a:solidFill>
                  <a:schemeClr val="tx1"/>
                </a:solidFill>
              </a:rPr>
              <a:t>Analyse business model</a:t>
            </a:r>
          </a:p>
          <a:p>
            <a:pPr marL="92075" indent="-92075">
              <a:buFont typeface="Arial" panose="020B0604020202020204" pitchFamily="34" charset="0"/>
              <a:buChar char="•"/>
            </a:pPr>
            <a:r>
              <a:rPr lang="en-IN" sz="900">
                <a:solidFill>
                  <a:schemeClr val="tx1"/>
                </a:solidFill>
              </a:rPr>
              <a:t>Validate existing GTM strategy</a:t>
            </a:r>
          </a:p>
          <a:p>
            <a:pPr marL="92075" indent="-92075">
              <a:buFont typeface="Arial" panose="020B0604020202020204" pitchFamily="34" charset="0"/>
              <a:buChar char="•"/>
            </a:pPr>
            <a:r>
              <a:rPr lang="en-IN" sz="900">
                <a:solidFill>
                  <a:schemeClr val="tx1"/>
                </a:solidFill>
              </a:rPr>
              <a:t>Validate product and services construct within </a:t>
            </a:r>
            <a:r>
              <a:rPr lang="en-IN" sz="900" i="1">
                <a:solidFill>
                  <a:schemeClr val="tx1"/>
                </a:solidFill>
              </a:rPr>
              <a:t>client</a:t>
            </a:r>
          </a:p>
          <a:p>
            <a:pPr marL="92075" indent="-92075">
              <a:buFont typeface="Arial" panose="020B0604020202020204" pitchFamily="34" charset="0"/>
              <a:buChar char="•"/>
            </a:pPr>
            <a:r>
              <a:rPr lang="en-IN" sz="900">
                <a:solidFill>
                  <a:schemeClr val="tx1"/>
                </a:solidFill>
              </a:rPr>
              <a:t>Review current operating model</a:t>
            </a:r>
          </a:p>
        </p:txBody>
      </p:sp>
      <p:sp>
        <p:nvSpPr>
          <p:cNvPr id="11" name="Arrow: Pentagon 10">
            <a:extLst>
              <a:ext uri="{FF2B5EF4-FFF2-40B4-BE49-F238E27FC236}">
                <a16:creationId xmlns:a16="http://schemas.microsoft.com/office/drawing/2014/main" id="{D748F4B6-E3D6-662C-9E23-18D30E8DFD8E}"/>
              </a:ext>
            </a:extLst>
          </p:cNvPr>
          <p:cNvSpPr/>
          <p:nvPr/>
        </p:nvSpPr>
        <p:spPr>
          <a:xfrm>
            <a:off x="6852767" y="4644254"/>
            <a:ext cx="3268903" cy="624926"/>
          </a:xfrm>
          <a:prstGeom prst="homePlate">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92075" indent="-92075">
              <a:buFont typeface="Arial" panose="020B0604020202020204" pitchFamily="34" charset="0"/>
              <a:buChar char="•"/>
            </a:pPr>
            <a:r>
              <a:rPr lang="en-IN" sz="900">
                <a:solidFill>
                  <a:schemeClr val="tx1"/>
                </a:solidFill>
              </a:rPr>
              <a:t>Differentiated value proposition for GTM</a:t>
            </a:r>
          </a:p>
          <a:p>
            <a:pPr marL="92075" indent="-92075">
              <a:buFont typeface="Arial" panose="020B0604020202020204" pitchFamily="34" charset="0"/>
              <a:buChar char="•"/>
            </a:pPr>
            <a:r>
              <a:rPr lang="en-IN" sz="900">
                <a:solidFill>
                  <a:schemeClr val="tx1"/>
                </a:solidFill>
              </a:rPr>
              <a:t>Business Model Recommendations </a:t>
            </a:r>
          </a:p>
          <a:p>
            <a:pPr marL="92075" indent="-92075">
              <a:buFont typeface="Arial" panose="020B0604020202020204" pitchFamily="34" charset="0"/>
              <a:buChar char="•"/>
            </a:pPr>
            <a:r>
              <a:rPr lang="en-IN" sz="900">
                <a:solidFill>
                  <a:schemeClr val="tx1"/>
                </a:solidFill>
              </a:rPr>
              <a:t>To-Be Product &amp; Service Model</a:t>
            </a:r>
          </a:p>
          <a:p>
            <a:pPr marL="92075" indent="-92075">
              <a:buFont typeface="Arial" panose="020B0604020202020204" pitchFamily="34" charset="0"/>
              <a:buChar char="•"/>
            </a:pPr>
            <a:r>
              <a:rPr lang="en-IN" sz="900">
                <a:solidFill>
                  <a:schemeClr val="tx1"/>
                </a:solidFill>
              </a:rPr>
              <a:t>Operating model rationalization</a:t>
            </a:r>
          </a:p>
        </p:txBody>
      </p:sp>
      <p:sp>
        <p:nvSpPr>
          <p:cNvPr id="16" name="Arrow: Pentagon 15">
            <a:extLst>
              <a:ext uri="{FF2B5EF4-FFF2-40B4-BE49-F238E27FC236}">
                <a16:creationId xmlns:a16="http://schemas.microsoft.com/office/drawing/2014/main" id="{6D12D69C-4371-BE3C-8D20-7CADFF9BA772}"/>
              </a:ext>
            </a:extLst>
          </p:cNvPr>
          <p:cNvSpPr/>
          <p:nvPr/>
        </p:nvSpPr>
        <p:spPr>
          <a:xfrm>
            <a:off x="2026920" y="1671325"/>
            <a:ext cx="9673371" cy="346332"/>
          </a:xfrm>
          <a:prstGeom prst="homePlate">
            <a:avLst/>
          </a:prstGeom>
          <a:solidFill>
            <a:srgbClr val="FFDA8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IN" sz="1000" b="1">
                <a:solidFill>
                  <a:schemeClr val="tx1"/>
                </a:solidFill>
              </a:rPr>
              <a:t>Project Management , Tracking, Reporting </a:t>
            </a:r>
          </a:p>
        </p:txBody>
      </p:sp>
      <p:sp>
        <p:nvSpPr>
          <p:cNvPr id="14" name="Star: 5 Points 13">
            <a:extLst>
              <a:ext uri="{FF2B5EF4-FFF2-40B4-BE49-F238E27FC236}">
                <a16:creationId xmlns:a16="http://schemas.microsoft.com/office/drawing/2014/main" id="{5D15017D-8A86-768D-B318-8875FEC650F0}"/>
              </a:ext>
            </a:extLst>
          </p:cNvPr>
          <p:cNvSpPr/>
          <p:nvPr/>
        </p:nvSpPr>
        <p:spPr>
          <a:xfrm>
            <a:off x="4204817" y="1301372"/>
            <a:ext cx="324000" cy="252000"/>
          </a:xfrm>
          <a:prstGeom prst="star5">
            <a:avLst/>
          </a:prstGeom>
          <a:solidFill>
            <a:srgbClr val="FFFF0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8" name="Star: 5 Points 17">
            <a:extLst>
              <a:ext uri="{FF2B5EF4-FFF2-40B4-BE49-F238E27FC236}">
                <a16:creationId xmlns:a16="http://schemas.microsoft.com/office/drawing/2014/main" id="{7F936719-5148-511C-40BD-8EE9BCE16E94}"/>
              </a:ext>
            </a:extLst>
          </p:cNvPr>
          <p:cNvSpPr/>
          <p:nvPr/>
        </p:nvSpPr>
        <p:spPr>
          <a:xfrm>
            <a:off x="6679931" y="1290314"/>
            <a:ext cx="324000" cy="252000"/>
          </a:xfrm>
          <a:prstGeom prst="star5">
            <a:avLst/>
          </a:prstGeom>
          <a:solidFill>
            <a:srgbClr val="FFFF0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9" name="Star: 5 Points 18">
            <a:extLst>
              <a:ext uri="{FF2B5EF4-FFF2-40B4-BE49-F238E27FC236}">
                <a16:creationId xmlns:a16="http://schemas.microsoft.com/office/drawing/2014/main" id="{48ED0791-BE50-173B-3DC4-2D3937A7DC6C}"/>
              </a:ext>
            </a:extLst>
          </p:cNvPr>
          <p:cNvSpPr/>
          <p:nvPr/>
        </p:nvSpPr>
        <p:spPr>
          <a:xfrm>
            <a:off x="9164364" y="1260965"/>
            <a:ext cx="324000" cy="252000"/>
          </a:xfrm>
          <a:prstGeom prst="star5">
            <a:avLst/>
          </a:prstGeom>
          <a:solidFill>
            <a:srgbClr val="FFFF0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22" name="Oval 21">
            <a:extLst>
              <a:ext uri="{FF2B5EF4-FFF2-40B4-BE49-F238E27FC236}">
                <a16:creationId xmlns:a16="http://schemas.microsoft.com/office/drawing/2014/main" id="{4D7302EB-01D7-183F-0503-F1BC39AA9B75}"/>
              </a:ext>
            </a:extLst>
          </p:cNvPr>
          <p:cNvSpPr/>
          <p:nvPr/>
        </p:nvSpPr>
        <p:spPr>
          <a:xfrm>
            <a:off x="5541930" y="3304088"/>
            <a:ext cx="144000" cy="144000"/>
          </a:xfrm>
          <a:prstGeom prst="ellipse">
            <a:avLst/>
          </a:prstGeom>
          <a:solidFill>
            <a:srgbClr val="12ABD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23" name="Oval 22">
            <a:extLst>
              <a:ext uri="{FF2B5EF4-FFF2-40B4-BE49-F238E27FC236}">
                <a16:creationId xmlns:a16="http://schemas.microsoft.com/office/drawing/2014/main" id="{978C8197-3497-5787-47CF-B5DCB49D2AC6}"/>
              </a:ext>
            </a:extLst>
          </p:cNvPr>
          <p:cNvSpPr/>
          <p:nvPr/>
        </p:nvSpPr>
        <p:spPr>
          <a:xfrm>
            <a:off x="8628219" y="4097861"/>
            <a:ext cx="144000" cy="144000"/>
          </a:xfrm>
          <a:prstGeom prst="ellipse">
            <a:avLst/>
          </a:prstGeom>
          <a:solidFill>
            <a:srgbClr val="12ABD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24" name="Oval 23">
            <a:extLst>
              <a:ext uri="{FF2B5EF4-FFF2-40B4-BE49-F238E27FC236}">
                <a16:creationId xmlns:a16="http://schemas.microsoft.com/office/drawing/2014/main" id="{6782EF75-D941-B00B-D396-3FF6EAD08856}"/>
              </a:ext>
            </a:extLst>
          </p:cNvPr>
          <p:cNvSpPr/>
          <p:nvPr/>
        </p:nvSpPr>
        <p:spPr>
          <a:xfrm>
            <a:off x="10107719" y="4884717"/>
            <a:ext cx="144000" cy="144000"/>
          </a:xfrm>
          <a:prstGeom prst="ellipse">
            <a:avLst/>
          </a:prstGeom>
          <a:solidFill>
            <a:srgbClr val="12ABD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36" name="TextBox 35">
            <a:extLst>
              <a:ext uri="{FF2B5EF4-FFF2-40B4-BE49-F238E27FC236}">
                <a16:creationId xmlns:a16="http://schemas.microsoft.com/office/drawing/2014/main" id="{6F0F2DBA-632F-8D7B-E3CC-075411C9FE4C}"/>
              </a:ext>
            </a:extLst>
          </p:cNvPr>
          <p:cNvSpPr txBox="1"/>
          <p:nvPr/>
        </p:nvSpPr>
        <p:spPr>
          <a:xfrm>
            <a:off x="5708192" y="3276813"/>
            <a:ext cx="1588897" cy="169277"/>
          </a:xfrm>
          <a:prstGeom prst="rect">
            <a:avLst/>
          </a:prstGeom>
          <a:solidFill>
            <a:schemeClr val="bg1"/>
          </a:solidFill>
        </p:spPr>
        <p:txBody>
          <a:bodyPr wrap="square" tIns="0" bIns="0" rtlCol="0">
            <a:normAutofit/>
          </a:bodyPr>
          <a:lstStyle>
            <a:defPPr>
              <a:defRPr lang="pt-PT"/>
            </a:defPPr>
            <a:lvl1pPr algn="ctr">
              <a:defRPr sz="1100">
                <a:solidFill>
                  <a:schemeClr val="accent1"/>
                </a:solidFill>
              </a:defRPr>
            </a:lvl1pPr>
          </a:lstStyle>
          <a:p>
            <a:pPr algn="l"/>
            <a:r>
              <a:rPr lang="en-IN"/>
              <a:t>Scope Agreed</a:t>
            </a:r>
          </a:p>
        </p:txBody>
      </p:sp>
      <p:sp>
        <p:nvSpPr>
          <p:cNvPr id="38" name="TextBox 37">
            <a:extLst>
              <a:ext uri="{FF2B5EF4-FFF2-40B4-BE49-F238E27FC236}">
                <a16:creationId xmlns:a16="http://schemas.microsoft.com/office/drawing/2014/main" id="{47AD7D0E-77AF-C076-196F-07351213858D}"/>
              </a:ext>
            </a:extLst>
          </p:cNvPr>
          <p:cNvSpPr txBox="1"/>
          <p:nvPr/>
        </p:nvSpPr>
        <p:spPr>
          <a:xfrm>
            <a:off x="8772219" y="4084810"/>
            <a:ext cx="1688283" cy="169277"/>
          </a:xfrm>
          <a:prstGeom prst="rect">
            <a:avLst/>
          </a:prstGeom>
          <a:solidFill>
            <a:schemeClr val="bg1"/>
          </a:solidFill>
        </p:spPr>
        <p:txBody>
          <a:bodyPr wrap="square" tIns="0" bIns="0" rtlCol="0">
            <a:normAutofit/>
          </a:bodyPr>
          <a:lstStyle>
            <a:defPPr>
              <a:defRPr lang="pt-PT"/>
            </a:defPPr>
            <a:lvl1pPr algn="ctr">
              <a:defRPr sz="1100">
                <a:solidFill>
                  <a:schemeClr val="accent1"/>
                </a:solidFill>
              </a:defRPr>
            </a:lvl1pPr>
          </a:lstStyle>
          <a:p>
            <a:r>
              <a:rPr lang="en-IN"/>
              <a:t>Assessment Completed</a:t>
            </a:r>
          </a:p>
        </p:txBody>
      </p:sp>
      <p:sp>
        <p:nvSpPr>
          <p:cNvPr id="4" name="Oval 3">
            <a:extLst>
              <a:ext uri="{FF2B5EF4-FFF2-40B4-BE49-F238E27FC236}">
                <a16:creationId xmlns:a16="http://schemas.microsoft.com/office/drawing/2014/main" id="{6BEBD2AE-348F-666B-3D88-D04929427C04}"/>
              </a:ext>
            </a:extLst>
          </p:cNvPr>
          <p:cNvSpPr/>
          <p:nvPr/>
        </p:nvSpPr>
        <p:spPr>
          <a:xfrm>
            <a:off x="8397598" y="854821"/>
            <a:ext cx="144000" cy="144000"/>
          </a:xfrm>
          <a:prstGeom prst="ellipse">
            <a:avLst/>
          </a:prstGeom>
          <a:solidFill>
            <a:srgbClr val="12ABD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 name="TextBox 4">
            <a:extLst>
              <a:ext uri="{FF2B5EF4-FFF2-40B4-BE49-F238E27FC236}">
                <a16:creationId xmlns:a16="http://schemas.microsoft.com/office/drawing/2014/main" id="{4FEF2DE8-FE21-81C0-B45E-B69C1844BBAE}"/>
              </a:ext>
            </a:extLst>
          </p:cNvPr>
          <p:cNvSpPr txBox="1"/>
          <p:nvPr/>
        </p:nvSpPr>
        <p:spPr>
          <a:xfrm>
            <a:off x="8542624" y="785575"/>
            <a:ext cx="952505" cy="276999"/>
          </a:xfrm>
          <a:prstGeom prst="rect">
            <a:avLst/>
          </a:prstGeom>
          <a:noFill/>
        </p:spPr>
        <p:txBody>
          <a:bodyPr wrap="none" rtlCol="0">
            <a:spAutoFit/>
          </a:bodyPr>
          <a:lstStyle/>
          <a:p>
            <a:r>
              <a:rPr lang="en-IN" sz="1200"/>
              <a:t>Milestones</a:t>
            </a:r>
          </a:p>
        </p:txBody>
      </p:sp>
      <p:sp>
        <p:nvSpPr>
          <p:cNvPr id="6" name="Star: 5 Points 5">
            <a:extLst>
              <a:ext uri="{FF2B5EF4-FFF2-40B4-BE49-F238E27FC236}">
                <a16:creationId xmlns:a16="http://schemas.microsoft.com/office/drawing/2014/main" id="{9B474C1D-85BD-EB4D-6932-784214D8C79F}"/>
              </a:ext>
            </a:extLst>
          </p:cNvPr>
          <p:cNvSpPr/>
          <p:nvPr/>
        </p:nvSpPr>
        <p:spPr>
          <a:xfrm>
            <a:off x="9798385" y="768467"/>
            <a:ext cx="324000" cy="252000"/>
          </a:xfrm>
          <a:prstGeom prst="star5">
            <a:avLst/>
          </a:prstGeom>
          <a:solidFill>
            <a:srgbClr val="FFFF0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2" name="TextBox 11">
            <a:extLst>
              <a:ext uri="{FF2B5EF4-FFF2-40B4-BE49-F238E27FC236}">
                <a16:creationId xmlns:a16="http://schemas.microsoft.com/office/drawing/2014/main" id="{598C30E7-3A91-2A62-B66B-2970CFB31DB8}"/>
              </a:ext>
            </a:extLst>
          </p:cNvPr>
          <p:cNvSpPr txBox="1"/>
          <p:nvPr/>
        </p:nvSpPr>
        <p:spPr>
          <a:xfrm>
            <a:off x="10084577" y="787045"/>
            <a:ext cx="1571264" cy="276999"/>
          </a:xfrm>
          <a:prstGeom prst="rect">
            <a:avLst/>
          </a:prstGeom>
          <a:noFill/>
        </p:spPr>
        <p:txBody>
          <a:bodyPr wrap="none" rtlCol="0">
            <a:spAutoFit/>
          </a:bodyPr>
          <a:lstStyle/>
          <a:p>
            <a:r>
              <a:rPr lang="en-IN" sz="1200"/>
              <a:t>Governance Update</a:t>
            </a:r>
          </a:p>
        </p:txBody>
      </p:sp>
      <p:cxnSp>
        <p:nvCxnSpPr>
          <p:cNvPr id="3" name="Straight Connector 2">
            <a:extLst>
              <a:ext uri="{FF2B5EF4-FFF2-40B4-BE49-F238E27FC236}">
                <a16:creationId xmlns:a16="http://schemas.microsoft.com/office/drawing/2014/main" id="{E3A7AF36-D498-E9D0-DF9C-7150BBA1FBE3}"/>
              </a:ext>
            </a:extLst>
          </p:cNvPr>
          <p:cNvCxnSpPr>
            <a:cxnSpLocks/>
          </p:cNvCxnSpPr>
          <p:nvPr/>
        </p:nvCxnSpPr>
        <p:spPr>
          <a:xfrm>
            <a:off x="10955502" y="1301372"/>
            <a:ext cx="0" cy="4831532"/>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Star: 5 Points 19">
            <a:extLst>
              <a:ext uri="{FF2B5EF4-FFF2-40B4-BE49-F238E27FC236}">
                <a16:creationId xmlns:a16="http://schemas.microsoft.com/office/drawing/2014/main" id="{84D1E576-02C6-4C10-8207-9BF5B6B467A5}"/>
              </a:ext>
            </a:extLst>
          </p:cNvPr>
          <p:cNvSpPr/>
          <p:nvPr/>
        </p:nvSpPr>
        <p:spPr>
          <a:xfrm>
            <a:off x="10793333" y="1280413"/>
            <a:ext cx="324000" cy="252000"/>
          </a:xfrm>
          <a:prstGeom prst="star5">
            <a:avLst/>
          </a:prstGeom>
          <a:solidFill>
            <a:srgbClr val="FFFF0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39" name="TextBox 38">
            <a:extLst>
              <a:ext uri="{FF2B5EF4-FFF2-40B4-BE49-F238E27FC236}">
                <a16:creationId xmlns:a16="http://schemas.microsoft.com/office/drawing/2014/main" id="{C0D69DB1-C29A-6FF6-8043-8DD89B73C61A}"/>
              </a:ext>
            </a:extLst>
          </p:cNvPr>
          <p:cNvSpPr txBox="1"/>
          <p:nvPr/>
        </p:nvSpPr>
        <p:spPr>
          <a:xfrm>
            <a:off x="10270580" y="4814207"/>
            <a:ext cx="1269721" cy="278983"/>
          </a:xfrm>
          <a:prstGeom prst="rect">
            <a:avLst/>
          </a:prstGeom>
          <a:solidFill>
            <a:schemeClr val="bg1"/>
          </a:solidFill>
        </p:spPr>
        <p:txBody>
          <a:bodyPr wrap="square" tIns="0" bIns="0" rtlCol="0">
            <a:normAutofit fontScale="92500" lnSpcReduction="10000"/>
          </a:bodyPr>
          <a:lstStyle>
            <a:defPPr>
              <a:defRPr lang="pt-PT"/>
            </a:defPPr>
            <a:lvl1pPr algn="ctr">
              <a:defRPr sz="1100">
                <a:solidFill>
                  <a:schemeClr val="accent1"/>
                </a:solidFill>
              </a:defRPr>
            </a:lvl1pPr>
          </a:lstStyle>
          <a:p>
            <a:r>
              <a:rPr lang="en-IN"/>
              <a:t>Recommendations sign-off</a:t>
            </a:r>
          </a:p>
        </p:txBody>
      </p:sp>
      <p:sp>
        <p:nvSpPr>
          <p:cNvPr id="25" name="Oval 24">
            <a:extLst>
              <a:ext uri="{FF2B5EF4-FFF2-40B4-BE49-F238E27FC236}">
                <a16:creationId xmlns:a16="http://schemas.microsoft.com/office/drawing/2014/main" id="{9756E07E-A1AF-F347-623B-23700CB3A9A4}"/>
              </a:ext>
            </a:extLst>
          </p:cNvPr>
          <p:cNvSpPr/>
          <p:nvPr/>
        </p:nvSpPr>
        <p:spPr>
          <a:xfrm>
            <a:off x="9251107" y="5219234"/>
            <a:ext cx="144000" cy="144000"/>
          </a:xfrm>
          <a:prstGeom prst="ellipse">
            <a:avLst/>
          </a:prstGeom>
          <a:solidFill>
            <a:srgbClr val="12ABD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28" name="Oval 27">
            <a:extLst>
              <a:ext uri="{FF2B5EF4-FFF2-40B4-BE49-F238E27FC236}">
                <a16:creationId xmlns:a16="http://schemas.microsoft.com/office/drawing/2014/main" id="{D95928B1-967B-85C8-4634-7AF89BFC9C90}"/>
              </a:ext>
            </a:extLst>
          </p:cNvPr>
          <p:cNvSpPr/>
          <p:nvPr/>
        </p:nvSpPr>
        <p:spPr>
          <a:xfrm>
            <a:off x="7985356" y="5219234"/>
            <a:ext cx="144000" cy="144000"/>
          </a:xfrm>
          <a:prstGeom prst="ellipse">
            <a:avLst/>
          </a:prstGeom>
          <a:solidFill>
            <a:srgbClr val="12ABD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29" name="TextBox 28">
            <a:extLst>
              <a:ext uri="{FF2B5EF4-FFF2-40B4-BE49-F238E27FC236}">
                <a16:creationId xmlns:a16="http://schemas.microsoft.com/office/drawing/2014/main" id="{D5A833A0-F358-234B-F28A-97CBFA8485F1}"/>
              </a:ext>
            </a:extLst>
          </p:cNvPr>
          <p:cNvSpPr txBox="1"/>
          <p:nvPr/>
        </p:nvSpPr>
        <p:spPr>
          <a:xfrm>
            <a:off x="6611112" y="5432458"/>
            <a:ext cx="1269721" cy="278983"/>
          </a:xfrm>
          <a:prstGeom prst="rect">
            <a:avLst/>
          </a:prstGeom>
          <a:solidFill>
            <a:schemeClr val="bg1"/>
          </a:solidFill>
        </p:spPr>
        <p:txBody>
          <a:bodyPr wrap="square" tIns="0" bIns="0" rtlCol="0">
            <a:normAutofit fontScale="92500" lnSpcReduction="10000"/>
          </a:bodyPr>
          <a:lstStyle>
            <a:defPPr>
              <a:defRPr lang="pt-PT"/>
            </a:defPPr>
            <a:lvl1pPr algn="ctr">
              <a:defRPr sz="1100">
                <a:solidFill>
                  <a:schemeClr val="accent1"/>
                </a:solidFill>
              </a:defRPr>
            </a:lvl1pPr>
          </a:lstStyle>
          <a:p>
            <a:r>
              <a:rPr lang="en-IN"/>
              <a:t>Recommendations </a:t>
            </a:r>
          </a:p>
          <a:p>
            <a:r>
              <a:rPr lang="en-IN"/>
              <a:t>Iteration 1</a:t>
            </a:r>
          </a:p>
        </p:txBody>
      </p:sp>
      <p:sp>
        <p:nvSpPr>
          <p:cNvPr id="30" name="TextBox 29">
            <a:extLst>
              <a:ext uri="{FF2B5EF4-FFF2-40B4-BE49-F238E27FC236}">
                <a16:creationId xmlns:a16="http://schemas.microsoft.com/office/drawing/2014/main" id="{C7C07E7F-E910-6A4C-90EB-455C6E3A90FB}"/>
              </a:ext>
            </a:extLst>
          </p:cNvPr>
          <p:cNvSpPr txBox="1"/>
          <p:nvPr/>
        </p:nvSpPr>
        <p:spPr>
          <a:xfrm>
            <a:off x="8171507" y="5432458"/>
            <a:ext cx="1269721" cy="278983"/>
          </a:xfrm>
          <a:prstGeom prst="rect">
            <a:avLst/>
          </a:prstGeom>
          <a:solidFill>
            <a:schemeClr val="bg1"/>
          </a:solidFill>
        </p:spPr>
        <p:txBody>
          <a:bodyPr wrap="square" tIns="0" bIns="0" rtlCol="0">
            <a:normAutofit fontScale="92500" lnSpcReduction="10000"/>
          </a:bodyPr>
          <a:lstStyle>
            <a:defPPr>
              <a:defRPr lang="pt-PT"/>
            </a:defPPr>
            <a:lvl1pPr algn="ctr">
              <a:defRPr sz="1100">
                <a:solidFill>
                  <a:schemeClr val="accent1"/>
                </a:solidFill>
              </a:defRPr>
            </a:lvl1pPr>
          </a:lstStyle>
          <a:p>
            <a:r>
              <a:rPr lang="en-IN"/>
              <a:t>Recommendations </a:t>
            </a:r>
          </a:p>
          <a:p>
            <a:r>
              <a:rPr lang="en-IN"/>
              <a:t>Iteration 2</a:t>
            </a:r>
          </a:p>
        </p:txBody>
      </p:sp>
      <p:cxnSp>
        <p:nvCxnSpPr>
          <p:cNvPr id="40" name="Straight Arrow Connector 39">
            <a:extLst>
              <a:ext uri="{FF2B5EF4-FFF2-40B4-BE49-F238E27FC236}">
                <a16:creationId xmlns:a16="http://schemas.microsoft.com/office/drawing/2014/main" id="{3720188E-AB99-2B06-85C6-5BAC47402D54}"/>
              </a:ext>
            </a:extLst>
          </p:cNvPr>
          <p:cNvCxnSpPr>
            <a:cxnSpLocks/>
            <a:endCxn id="28" idx="2"/>
          </p:cNvCxnSpPr>
          <p:nvPr/>
        </p:nvCxnSpPr>
        <p:spPr>
          <a:xfrm flipV="1">
            <a:off x="7803322" y="5291234"/>
            <a:ext cx="182034" cy="109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71DF415-162F-5D4B-90B4-86EC5F667C6C}"/>
              </a:ext>
            </a:extLst>
          </p:cNvPr>
          <p:cNvCxnSpPr/>
          <p:nvPr/>
        </p:nvCxnSpPr>
        <p:spPr>
          <a:xfrm flipV="1">
            <a:off x="8859520" y="5291234"/>
            <a:ext cx="391587" cy="1224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Arrow: Pentagon 16">
            <a:extLst>
              <a:ext uri="{FF2B5EF4-FFF2-40B4-BE49-F238E27FC236}">
                <a16:creationId xmlns:a16="http://schemas.microsoft.com/office/drawing/2014/main" id="{7AA29D4A-02D3-0806-AA32-0DA5C9CCDE19}"/>
              </a:ext>
            </a:extLst>
          </p:cNvPr>
          <p:cNvSpPr/>
          <p:nvPr/>
        </p:nvSpPr>
        <p:spPr>
          <a:xfrm>
            <a:off x="10122382" y="5436646"/>
            <a:ext cx="1634960" cy="624926"/>
          </a:xfrm>
          <a:prstGeom prst="homePlate">
            <a:avLst/>
          </a:prstGeom>
          <a:solidFill>
            <a:srgbClr val="57CF8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lang="en-IN" sz="900">
                <a:solidFill>
                  <a:schemeClr val="bg1"/>
                </a:solidFill>
              </a:rPr>
              <a:t>T</a:t>
            </a:r>
            <a:r>
              <a:rPr lang="en-IN" sz="800">
                <a:solidFill>
                  <a:schemeClr val="bg1"/>
                </a:solidFill>
              </a:rPr>
              <a:t>ransformation Roadmap Design – Strategic , Acceleration and Implementation Initiatives</a:t>
            </a:r>
          </a:p>
        </p:txBody>
      </p:sp>
      <p:sp>
        <p:nvSpPr>
          <p:cNvPr id="13" name="TextBox 12">
            <a:extLst>
              <a:ext uri="{FF2B5EF4-FFF2-40B4-BE49-F238E27FC236}">
                <a16:creationId xmlns:a16="http://schemas.microsoft.com/office/drawing/2014/main" id="{692DB67F-6FD1-4F48-2AE1-3C1D4C131ECE}"/>
              </a:ext>
            </a:extLst>
          </p:cNvPr>
          <p:cNvSpPr txBox="1"/>
          <p:nvPr/>
        </p:nvSpPr>
        <p:spPr>
          <a:xfrm>
            <a:off x="10121670" y="6143498"/>
            <a:ext cx="1662343" cy="369332"/>
          </a:xfrm>
          <a:prstGeom prst="rect">
            <a:avLst/>
          </a:prstGeom>
          <a:noFill/>
        </p:spPr>
        <p:txBody>
          <a:bodyPr wrap="square">
            <a:spAutoFit/>
          </a:bodyPr>
          <a:lstStyle/>
          <a:p>
            <a:r>
              <a:rPr lang="en-IN" sz="900" b="1"/>
              <a:t>Next Phase</a:t>
            </a:r>
          </a:p>
          <a:p>
            <a:r>
              <a:rPr lang="en-IN" sz="900">
                <a:hlinkClick r:id="rId3" action="ppaction://hlinksldjump"/>
              </a:rPr>
              <a:t>Follow-up Initiatives</a:t>
            </a:r>
            <a:endParaRPr lang="en-IN" sz="900" b="1"/>
          </a:p>
        </p:txBody>
      </p:sp>
    </p:spTree>
    <p:extLst>
      <p:ext uri="{BB962C8B-B14F-4D97-AF65-F5344CB8AC3E}">
        <p14:creationId xmlns:p14="http://schemas.microsoft.com/office/powerpoint/2010/main" val="3430586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F9A1139-0FA8-4A7A-88D1-09E567FEAD0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3" progId="TCLayout.ActiveDocument.1">
                  <p:embed/>
                </p:oleObj>
              </mc:Choice>
              <mc:Fallback>
                <p:oleObj name="think-cell Slide" r:id="rId9" imgW="473" imgH="473" progId="TCLayout.ActiveDocument.1">
                  <p:embed/>
                  <p:pic>
                    <p:nvPicPr>
                      <p:cNvPr id="5" name="Object 4" hidden="1">
                        <a:extLst>
                          <a:ext uri="{FF2B5EF4-FFF2-40B4-BE49-F238E27FC236}">
                            <a16:creationId xmlns:a16="http://schemas.microsoft.com/office/drawing/2014/main" id="{7F9A1139-0FA8-4A7A-88D1-09E567FEAD0F}"/>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9E5CCD9E-7C64-4089-9600-3A6CBA52141D}"/>
              </a:ext>
            </a:extLst>
          </p:cNvPr>
          <p:cNvSpPr>
            <a:spLocks noGrp="1"/>
          </p:cNvSpPr>
          <p:nvPr>
            <p:ph type="title"/>
          </p:nvPr>
        </p:nvSpPr>
        <p:spPr/>
        <p:txBody>
          <a:bodyPr vert="horz" lIns="91440" tIns="45720" rIns="91440" bIns="45720" anchor="t"/>
          <a:lstStyle/>
          <a:p>
            <a:r>
              <a:rPr lang="en-US"/>
              <a:t>Proposed key stakeholders from </a:t>
            </a:r>
            <a:r>
              <a:rPr lang="en-US" i="1" cap="none"/>
              <a:t>Client </a:t>
            </a:r>
            <a:r>
              <a:rPr lang="en-US"/>
              <a:t>&amp; </a:t>
            </a:r>
            <a:r>
              <a:rPr lang="en-US" err="1"/>
              <a:t>capgemini</a:t>
            </a:r>
            <a:endParaRPr lang="en-US"/>
          </a:p>
        </p:txBody>
      </p:sp>
      <p:sp>
        <p:nvSpPr>
          <p:cNvPr id="6" name="Rectangle 44">
            <a:extLst>
              <a:ext uri="{FF2B5EF4-FFF2-40B4-BE49-F238E27FC236}">
                <a16:creationId xmlns:a16="http://schemas.microsoft.com/office/drawing/2014/main" id="{01CA51BD-A83A-47CD-BBF8-B2BD975A2C4B}"/>
              </a:ext>
            </a:extLst>
          </p:cNvPr>
          <p:cNvSpPr>
            <a:spLocks noGrp="1" noChangeArrowheads="1"/>
          </p:cNvSpPr>
          <p:nvPr>
            <p:custDataLst>
              <p:tags r:id="rId2"/>
            </p:custDataLst>
          </p:nvPr>
        </p:nvSpPr>
        <p:spPr bwMode="gray">
          <a:xfrm>
            <a:off x="5055243" y="3506621"/>
            <a:ext cx="4399321" cy="901568"/>
          </a:xfrm>
          <a:prstGeom prst="rect">
            <a:avLst/>
          </a:prstGeom>
          <a:solidFill>
            <a:schemeClr val="bg1"/>
          </a:solidFill>
          <a:ln w="9525" algn="ctr">
            <a:noFill/>
            <a:miter lim="800000"/>
            <a:headEnd/>
            <a:tailEnd/>
          </a:ln>
        </p:spPr>
        <p:txBody>
          <a:bodyPr wrap="square" lIns="36000" tIns="36000" rIns="36000" bIns="36000" anchor="ctr">
            <a:noAutofit/>
          </a:bodyPr>
          <a:lstStyle>
            <a:lvl1pPr algn="l" rtl="0" eaLnBrk="1" fontAlgn="base" hangingPunct="1">
              <a:spcBef>
                <a:spcPts val="0"/>
              </a:spcBef>
              <a:spcAft>
                <a:spcPct val="0"/>
              </a:spcAft>
              <a:defRPr sz="1200" b="0" i="0">
                <a:solidFill>
                  <a:schemeClr val="tx1"/>
                </a:solidFill>
                <a:latin typeface="+mn-lt"/>
                <a:ea typeface="+mn-ea"/>
                <a:cs typeface="+mn-cs"/>
              </a:defRPr>
            </a:lvl1pPr>
            <a:lvl2pPr marL="176213" indent="-174625" algn="l" rtl="0" eaLnBrk="1" fontAlgn="base" hangingPunct="1">
              <a:lnSpc>
                <a:spcPct val="90000"/>
              </a:lnSpc>
              <a:spcBef>
                <a:spcPts val="0"/>
              </a:spcBef>
              <a:spcAft>
                <a:spcPct val="0"/>
              </a:spcAft>
              <a:buFont typeface="Wingdings" pitchFamily="2" charset="2"/>
              <a:buChar char="§"/>
              <a:defRPr sz="1200" baseline="0">
                <a:solidFill>
                  <a:schemeClr val="tx1"/>
                </a:solidFill>
                <a:latin typeface="+mn-lt"/>
              </a:defRPr>
            </a:lvl2pPr>
            <a:lvl3pPr marL="357188" indent="-17621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3pPr>
            <a:lvl4pPr marL="538163" indent="-18256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4pPr>
            <a:lvl5pPr marL="719138" indent="-180975" algn="l" rtl="0" eaLnBrk="1" fontAlgn="base" hangingPunct="1">
              <a:lnSpc>
                <a:spcPct val="90000"/>
              </a:lnSpc>
              <a:spcBef>
                <a:spcPts val="0"/>
              </a:spcBef>
              <a:spcAft>
                <a:spcPct val="0"/>
              </a:spcAft>
              <a:buChar char="-"/>
              <a:defRPr sz="1200">
                <a:solidFill>
                  <a:schemeClr val="tx1"/>
                </a:solidFill>
                <a:latin typeface="+mn-lt"/>
              </a:defRPr>
            </a:lvl5pPr>
            <a:lvl6pPr marL="895350" indent="-176213" algn="l" rtl="0" eaLnBrk="1" fontAlgn="base" hangingPunct="1">
              <a:lnSpc>
                <a:spcPct val="90000"/>
              </a:lnSpc>
              <a:spcBef>
                <a:spcPts val="0"/>
              </a:spcBef>
              <a:spcAft>
                <a:spcPct val="0"/>
              </a:spcAft>
              <a:buChar char="-"/>
              <a:defRPr sz="1200">
                <a:solidFill>
                  <a:schemeClr val="tx1"/>
                </a:solidFill>
                <a:latin typeface="+mn-lt"/>
              </a:defRPr>
            </a:lvl6pPr>
            <a:lvl7pPr marL="1076325" indent="-180975" algn="l" rtl="0" eaLnBrk="1" fontAlgn="base" hangingPunct="1">
              <a:lnSpc>
                <a:spcPct val="90000"/>
              </a:lnSpc>
              <a:spcBef>
                <a:spcPts val="0"/>
              </a:spcBef>
              <a:spcAft>
                <a:spcPct val="0"/>
              </a:spcAft>
              <a:buChar char="-"/>
              <a:defRPr sz="1200" baseline="0">
                <a:solidFill>
                  <a:schemeClr val="tx1"/>
                </a:solidFill>
                <a:latin typeface="+mn-lt"/>
              </a:defRPr>
            </a:lvl7pPr>
            <a:lvl8pPr marL="1257300" indent="-180975" algn="l" rtl="0" eaLnBrk="1" fontAlgn="base" hangingPunct="1">
              <a:lnSpc>
                <a:spcPct val="90000"/>
              </a:lnSpc>
              <a:spcBef>
                <a:spcPts val="0"/>
              </a:spcBef>
              <a:spcAft>
                <a:spcPct val="0"/>
              </a:spcAft>
              <a:buChar char="-"/>
              <a:defRPr sz="1200">
                <a:solidFill>
                  <a:schemeClr val="tx1"/>
                </a:solidFill>
                <a:latin typeface="+mn-lt"/>
              </a:defRPr>
            </a:lvl8pPr>
            <a:lvl9pPr marL="1433513" indent="-176213" algn="l" rtl="0" eaLnBrk="1" fontAlgn="base" hangingPunct="1">
              <a:lnSpc>
                <a:spcPct val="90000"/>
              </a:lnSpc>
              <a:spcBef>
                <a:spcPts val="0"/>
              </a:spcBef>
              <a:spcAft>
                <a:spcPct val="0"/>
              </a:spcAft>
              <a:buChar char="-"/>
              <a:defRPr sz="1200">
                <a:solidFill>
                  <a:schemeClr val="tx1"/>
                </a:solidFill>
                <a:latin typeface="+mn-lt"/>
              </a:defRPr>
            </a:lvl9pPr>
          </a:lstStyle>
          <a:p>
            <a:pPr marL="171450" lvl="1" indent="-171450" defTabSz="957756">
              <a:lnSpc>
                <a:spcPct val="100000"/>
              </a:lnSpc>
              <a:spcBef>
                <a:spcPct val="0"/>
              </a:spcBef>
              <a:buClr>
                <a:srgbClr val="0070AD"/>
              </a:buClr>
              <a:buSzPct val="100000"/>
              <a:defRPr/>
            </a:pPr>
            <a:r>
              <a:rPr lang="en-US" sz="1100">
                <a:solidFill>
                  <a:prstClr val="black"/>
                </a:solidFill>
                <a:latin typeface="Nuu" panose="020B0604020202020204" charset="0"/>
                <a:cs typeface="Nuu" panose="020B0604020202020204" charset="0"/>
              </a:rPr>
              <a:t>Planning and coordination of all activities and stakeholders</a:t>
            </a:r>
          </a:p>
          <a:p>
            <a:pPr marL="171450" lvl="1" indent="-171450" defTabSz="957756">
              <a:lnSpc>
                <a:spcPct val="100000"/>
              </a:lnSpc>
              <a:spcBef>
                <a:spcPct val="0"/>
              </a:spcBef>
              <a:buClr>
                <a:srgbClr val="0070AD"/>
              </a:buClr>
              <a:buSzPct val="100000"/>
              <a:defRPr/>
            </a:pPr>
            <a:r>
              <a:rPr lang="en-SG" sz="1100">
                <a:solidFill>
                  <a:prstClr val="black"/>
                </a:solidFill>
                <a:latin typeface="Nuu" panose="020B0604020202020204" charset="0"/>
                <a:cs typeface="Nuu" panose="020B0604020202020204" charset="0"/>
              </a:rPr>
              <a:t>Management of work activities and deliverables</a:t>
            </a:r>
            <a:endParaRPr lang="en-US" sz="1100">
              <a:solidFill>
                <a:prstClr val="black"/>
              </a:solidFill>
              <a:latin typeface="Nuu" panose="020B0604020202020204" charset="0"/>
              <a:cs typeface="Nuu" panose="020B0604020202020204" charset="0"/>
            </a:endParaRPr>
          </a:p>
          <a:p>
            <a:pPr marL="171450" lvl="1" indent="-171450" defTabSz="957756">
              <a:lnSpc>
                <a:spcPct val="100000"/>
              </a:lnSpc>
              <a:spcBef>
                <a:spcPct val="0"/>
              </a:spcBef>
              <a:buClr>
                <a:srgbClr val="0070AD"/>
              </a:buClr>
              <a:buSzPct val="100000"/>
              <a:defRPr/>
            </a:pPr>
            <a:r>
              <a:rPr lang="en-US" sz="1100">
                <a:solidFill>
                  <a:prstClr val="black"/>
                </a:solidFill>
                <a:latin typeface="Nuu" panose="020B0604020202020204" charset="0"/>
                <a:cs typeface="Nuu" panose="020B0604020202020204" charset="0"/>
              </a:rPr>
              <a:t>Time and resource management</a:t>
            </a:r>
          </a:p>
          <a:p>
            <a:pPr marL="171450" lvl="1" indent="-171450" defTabSz="957756">
              <a:lnSpc>
                <a:spcPct val="100000"/>
              </a:lnSpc>
              <a:spcBef>
                <a:spcPct val="0"/>
              </a:spcBef>
              <a:buClr>
                <a:srgbClr val="0070AD"/>
              </a:buClr>
              <a:buSzPct val="100000"/>
              <a:defRPr/>
            </a:pPr>
            <a:r>
              <a:rPr lang="en-US" sz="1100">
                <a:solidFill>
                  <a:prstClr val="black"/>
                </a:solidFill>
                <a:latin typeface="Nuu" panose="020B0604020202020204" charset="0"/>
                <a:cs typeface="Nuu" panose="020B0604020202020204" charset="0"/>
              </a:rPr>
              <a:t>Preparation of status and decision points for steering committee</a:t>
            </a:r>
          </a:p>
        </p:txBody>
      </p:sp>
      <p:sp>
        <p:nvSpPr>
          <p:cNvPr id="7" name="Rectangle 41">
            <a:extLst>
              <a:ext uri="{FF2B5EF4-FFF2-40B4-BE49-F238E27FC236}">
                <a16:creationId xmlns:a16="http://schemas.microsoft.com/office/drawing/2014/main" id="{EB840EC2-302D-4E83-AFCD-9B4360FF8147}"/>
              </a:ext>
            </a:extLst>
          </p:cNvPr>
          <p:cNvSpPr>
            <a:spLocks noChangeArrowheads="1"/>
          </p:cNvSpPr>
          <p:nvPr/>
        </p:nvSpPr>
        <p:spPr bwMode="gray">
          <a:xfrm>
            <a:off x="5043666" y="1105966"/>
            <a:ext cx="4399321" cy="795884"/>
          </a:xfrm>
          <a:prstGeom prst="rect">
            <a:avLst/>
          </a:prstGeom>
          <a:solidFill>
            <a:schemeClr val="bg1"/>
          </a:solidFill>
          <a:ln w="9525" algn="ctr">
            <a:noFill/>
            <a:miter lim="800000"/>
            <a:headEnd/>
            <a:tailEnd/>
          </a:ln>
        </p:spPr>
        <p:txBody>
          <a:bodyPr wrap="square" lIns="36000" tIns="36000" rIns="36000" bIns="36000" anchor="ctr">
            <a:noAutofit/>
          </a:bodyPr>
          <a:lstStyle/>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Responsible for key decisions and steering</a:t>
            </a:r>
          </a:p>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Validation of project goals, approach and results</a:t>
            </a:r>
          </a:p>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Strategic objective setting, direction and leadership</a:t>
            </a:r>
          </a:p>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Business sponsor and leaders for the marketing and product consulting engagement</a:t>
            </a:r>
          </a:p>
          <a:p>
            <a:pPr marL="171450" lvl="1" indent="-171450" defTabSz="957756" fontAlgn="base">
              <a:spcBef>
                <a:spcPct val="0"/>
              </a:spcBef>
              <a:spcAft>
                <a:spcPct val="0"/>
              </a:spcAft>
              <a:buClr>
                <a:srgbClr val="0070AD"/>
              </a:buClr>
              <a:buSzPct val="100000"/>
              <a:buFont typeface="Wingdings" pitchFamily="2" charset="2"/>
              <a:buChar char="§"/>
              <a:defRPr/>
            </a:pPr>
            <a:endParaRPr lang="en-US" sz="1100">
              <a:solidFill>
                <a:prstClr val="black"/>
              </a:solidFill>
              <a:latin typeface="Nuu" panose="020B0604020202020204" charset="0"/>
              <a:cs typeface="Nuu" panose="020B0604020202020204" charset="0"/>
            </a:endParaRPr>
          </a:p>
        </p:txBody>
      </p:sp>
      <p:sp>
        <p:nvSpPr>
          <p:cNvPr id="8" name="Rectangle 44">
            <a:extLst>
              <a:ext uri="{FF2B5EF4-FFF2-40B4-BE49-F238E27FC236}">
                <a16:creationId xmlns:a16="http://schemas.microsoft.com/office/drawing/2014/main" id="{82F51FAA-A974-4848-82D4-2298628039A9}"/>
              </a:ext>
            </a:extLst>
          </p:cNvPr>
          <p:cNvSpPr>
            <a:spLocks noChangeArrowheads="1"/>
          </p:cNvSpPr>
          <p:nvPr/>
        </p:nvSpPr>
        <p:spPr bwMode="gray">
          <a:xfrm>
            <a:off x="5055243" y="4528014"/>
            <a:ext cx="4399321" cy="602297"/>
          </a:xfrm>
          <a:prstGeom prst="rect">
            <a:avLst/>
          </a:prstGeom>
          <a:solidFill>
            <a:schemeClr val="bg1"/>
          </a:solidFill>
          <a:ln w="9525" algn="ctr">
            <a:noFill/>
            <a:miter lim="800000"/>
            <a:headEnd/>
            <a:tailEnd/>
          </a:ln>
        </p:spPr>
        <p:txBody>
          <a:bodyPr wrap="square" lIns="36000" tIns="36000" rIns="36000" bIns="36000" anchor="ctr">
            <a:noAutofit/>
          </a:bodyPr>
          <a:lstStyle/>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Support Discovery, Scoping, Assessment and Recommendation phases for providing deliverable feedback, review and sign-off deliverables</a:t>
            </a:r>
          </a:p>
        </p:txBody>
      </p:sp>
      <p:sp>
        <p:nvSpPr>
          <p:cNvPr id="15" name="Rectangle 14">
            <a:extLst>
              <a:ext uri="{FF2B5EF4-FFF2-40B4-BE49-F238E27FC236}">
                <a16:creationId xmlns:a16="http://schemas.microsoft.com/office/drawing/2014/main" id="{28C777EA-D173-4F4B-8994-F39FA0242841}"/>
              </a:ext>
            </a:extLst>
          </p:cNvPr>
          <p:cNvSpPr>
            <a:spLocks noChangeArrowheads="1"/>
          </p:cNvSpPr>
          <p:nvPr/>
        </p:nvSpPr>
        <p:spPr bwMode="auto">
          <a:xfrm>
            <a:off x="649173" y="1227116"/>
            <a:ext cx="3825666" cy="200069"/>
          </a:xfrm>
          <a:prstGeom prst="rect">
            <a:avLst/>
          </a:prstGeom>
          <a:solidFill>
            <a:schemeClr val="bg1"/>
          </a:solidFill>
          <a:ln w="9525" algn="ctr">
            <a:noFill/>
            <a:miter lim="800000"/>
            <a:headEnd/>
            <a:tailEnd/>
          </a:ln>
          <a:effectLst/>
        </p:spPr>
        <p:txBody>
          <a:bodyPr lIns="0" tIns="16758" rIns="0" bIns="0"/>
          <a:lstStyle>
            <a:defPPr>
              <a:defRPr lang="de-DE"/>
            </a:defPPr>
            <a:lvl1pPr algn="ctr" rtl="0" eaLnBrk="0" fontAlgn="base" hangingPunct="0">
              <a:spcBef>
                <a:spcPct val="70000"/>
              </a:spcBef>
              <a:spcAft>
                <a:spcPct val="0"/>
              </a:spcAft>
              <a:buFont typeface="Webdings" pitchFamily="18" charset="2"/>
              <a:buChar char="4"/>
              <a:defRPr sz="1100" b="1" kern="1200">
                <a:solidFill>
                  <a:schemeClr val="tx1"/>
                </a:solidFill>
                <a:latin typeface="Arial" charset="0"/>
                <a:ea typeface="+mn-ea"/>
                <a:cs typeface="+mn-cs"/>
              </a:defRPr>
            </a:lvl1pPr>
            <a:lvl2pPr marL="457200" algn="ctr" rtl="0" eaLnBrk="0" fontAlgn="base" hangingPunct="0">
              <a:spcBef>
                <a:spcPct val="70000"/>
              </a:spcBef>
              <a:spcAft>
                <a:spcPct val="0"/>
              </a:spcAft>
              <a:buFont typeface="Webdings" pitchFamily="18" charset="2"/>
              <a:buChar char="4"/>
              <a:defRPr sz="1100" b="1" kern="1200">
                <a:solidFill>
                  <a:schemeClr val="tx1"/>
                </a:solidFill>
                <a:latin typeface="Arial" charset="0"/>
                <a:ea typeface="+mn-ea"/>
                <a:cs typeface="+mn-cs"/>
              </a:defRPr>
            </a:lvl2pPr>
            <a:lvl3pPr marL="914400" algn="ctr" rtl="0" eaLnBrk="0" fontAlgn="base" hangingPunct="0">
              <a:spcBef>
                <a:spcPct val="70000"/>
              </a:spcBef>
              <a:spcAft>
                <a:spcPct val="0"/>
              </a:spcAft>
              <a:buFont typeface="Webdings" pitchFamily="18" charset="2"/>
              <a:buChar char="4"/>
              <a:defRPr sz="1100" b="1" kern="1200">
                <a:solidFill>
                  <a:schemeClr val="tx1"/>
                </a:solidFill>
                <a:latin typeface="Arial" charset="0"/>
                <a:ea typeface="+mn-ea"/>
                <a:cs typeface="+mn-cs"/>
              </a:defRPr>
            </a:lvl3pPr>
            <a:lvl4pPr marL="1371600" algn="ctr" rtl="0" eaLnBrk="0" fontAlgn="base" hangingPunct="0">
              <a:spcBef>
                <a:spcPct val="70000"/>
              </a:spcBef>
              <a:spcAft>
                <a:spcPct val="0"/>
              </a:spcAft>
              <a:buFont typeface="Webdings" pitchFamily="18" charset="2"/>
              <a:buChar char="4"/>
              <a:defRPr sz="1100" b="1" kern="1200">
                <a:solidFill>
                  <a:schemeClr val="tx1"/>
                </a:solidFill>
                <a:latin typeface="Arial" charset="0"/>
                <a:ea typeface="+mn-ea"/>
                <a:cs typeface="+mn-cs"/>
              </a:defRPr>
            </a:lvl4pPr>
            <a:lvl5pPr marL="1828800" algn="ctr" rtl="0" eaLnBrk="0" fontAlgn="base" hangingPunct="0">
              <a:spcBef>
                <a:spcPct val="70000"/>
              </a:spcBef>
              <a:spcAft>
                <a:spcPct val="0"/>
              </a:spcAft>
              <a:buFont typeface="Webdings" pitchFamily="18" charset="2"/>
              <a:buChar char="4"/>
              <a:defRPr sz="1100" b="1" kern="1200">
                <a:solidFill>
                  <a:schemeClr val="tx1"/>
                </a:solidFill>
                <a:latin typeface="Arial" charset="0"/>
                <a:ea typeface="+mn-ea"/>
                <a:cs typeface="+mn-cs"/>
              </a:defRPr>
            </a:lvl5pPr>
            <a:lvl6pPr marL="2286000" algn="l" defTabSz="914400" rtl="0" eaLnBrk="1" latinLnBrk="0" hangingPunct="1">
              <a:defRPr sz="1100" b="1" kern="1200">
                <a:solidFill>
                  <a:schemeClr val="tx1"/>
                </a:solidFill>
                <a:latin typeface="Arial" charset="0"/>
                <a:ea typeface="+mn-ea"/>
                <a:cs typeface="+mn-cs"/>
              </a:defRPr>
            </a:lvl6pPr>
            <a:lvl7pPr marL="2743200" algn="l" defTabSz="914400" rtl="0" eaLnBrk="1" latinLnBrk="0" hangingPunct="1">
              <a:defRPr sz="1100" b="1" kern="1200">
                <a:solidFill>
                  <a:schemeClr val="tx1"/>
                </a:solidFill>
                <a:latin typeface="Arial" charset="0"/>
                <a:ea typeface="+mn-ea"/>
                <a:cs typeface="+mn-cs"/>
              </a:defRPr>
            </a:lvl7pPr>
            <a:lvl8pPr marL="3200400" algn="l" defTabSz="914400" rtl="0" eaLnBrk="1" latinLnBrk="0" hangingPunct="1">
              <a:defRPr sz="1100" b="1" kern="1200">
                <a:solidFill>
                  <a:schemeClr val="tx1"/>
                </a:solidFill>
                <a:latin typeface="Arial" charset="0"/>
                <a:ea typeface="+mn-ea"/>
                <a:cs typeface="+mn-cs"/>
              </a:defRPr>
            </a:lvl8pPr>
            <a:lvl9pPr marL="3657600" algn="l" defTabSz="914400" rtl="0" eaLnBrk="1" latinLnBrk="0" hangingPunct="1">
              <a:defRPr sz="1100" b="1" kern="1200">
                <a:solidFill>
                  <a:schemeClr val="tx1"/>
                </a:solidFill>
                <a:latin typeface="Arial" charset="0"/>
                <a:ea typeface="+mn-ea"/>
                <a:cs typeface="+mn-cs"/>
              </a:defRPr>
            </a:lvl9pPr>
          </a:lstStyle>
          <a:p>
            <a:pPr marL="171450" marR="0" lvl="0" indent="-114300" algn="l" defTabSz="914400" rtl="0" eaLnBrk="0" fontAlgn="base" latinLnBrk="0" hangingPunct="0">
              <a:lnSpc>
                <a:spcPct val="100000"/>
              </a:lnSpc>
              <a:spcBef>
                <a:spcPts val="0"/>
              </a:spcBef>
              <a:spcAft>
                <a:spcPts val="500"/>
              </a:spcAft>
              <a:buClrTx/>
              <a:buSzTx/>
              <a:buFont typeface="Arial" pitchFamily="34" charset="0"/>
              <a:buChar char="•"/>
              <a:tabLst>
                <a:tab pos="1520825" algn="l"/>
              </a:tabLst>
              <a:defRPr/>
            </a:pPr>
            <a:endParaRPr kumimoji="0" lang="en-US" b="0" i="0" u="none" strike="noStrike" kern="1200" cap="none" spc="0" normalizeH="0" baseline="0" noProof="0">
              <a:ln>
                <a:noFill/>
              </a:ln>
              <a:solidFill>
                <a:srgbClr val="0E3192"/>
              </a:solidFill>
              <a:effectLst/>
              <a:uLnTx/>
              <a:uFillTx/>
              <a:latin typeface="Nuu" panose="020B0604020202020204" charset="0"/>
              <a:cs typeface="Nuu" panose="020B0604020202020204" charset="0"/>
            </a:endParaRPr>
          </a:p>
        </p:txBody>
      </p:sp>
      <p:sp>
        <p:nvSpPr>
          <p:cNvPr id="17" name="Rectangle 43">
            <a:extLst>
              <a:ext uri="{FF2B5EF4-FFF2-40B4-BE49-F238E27FC236}">
                <a16:creationId xmlns:a16="http://schemas.microsoft.com/office/drawing/2014/main" id="{F091E4B5-5299-4A44-8A72-E1ED82B71FBF}"/>
              </a:ext>
            </a:extLst>
          </p:cNvPr>
          <p:cNvSpPr>
            <a:spLocks noChangeArrowheads="1"/>
          </p:cNvSpPr>
          <p:nvPr/>
        </p:nvSpPr>
        <p:spPr bwMode="gray">
          <a:xfrm>
            <a:off x="640228" y="993407"/>
            <a:ext cx="3825670" cy="667486"/>
          </a:xfrm>
          <a:prstGeom prst="rect">
            <a:avLst/>
          </a:prstGeom>
          <a:solidFill>
            <a:srgbClr val="453740"/>
          </a:solidFill>
          <a:ln w="9525" algn="ctr">
            <a:noFill/>
            <a:miter lim="800000"/>
            <a:headEnd/>
            <a:tailEnd/>
          </a:ln>
        </p:spPr>
        <p:txBody>
          <a:bodyPr wrap="square" lIns="85130" tIns="42566" rIns="85130" bIns="42566" anchor="ctr"/>
          <a:lstStyle/>
          <a:p>
            <a:pPr marL="1478" marR="0" lvl="1" algn="ctr" defTabSz="228600" eaLnBrk="0" fontAlgn="auto" latinLnBrk="0" hangingPunct="0">
              <a:spcBef>
                <a:spcPts val="0"/>
              </a:spcBef>
              <a:spcAft>
                <a:spcPts val="0"/>
              </a:spcAft>
              <a:buClrTx/>
              <a:buSzTx/>
              <a:buFontTx/>
              <a:buNone/>
              <a:tabLst>
                <a:tab pos="6464300" algn="r"/>
              </a:tabLst>
              <a:defRPr/>
            </a:pPr>
            <a:r>
              <a:rPr kumimoji="0" lang="en-US" sz="1200" b="1" i="0" u="none" strike="noStrike" kern="0" cap="none" spc="0" normalizeH="0" baseline="0" noProof="0">
                <a:ln>
                  <a:noFill/>
                </a:ln>
                <a:solidFill>
                  <a:srgbClr val="FFFFFF"/>
                </a:solidFill>
                <a:effectLst/>
                <a:uLnTx/>
                <a:uFillTx/>
                <a:latin typeface="Nuu" panose="020B0604020202020204" charset="0"/>
                <a:cs typeface="Nuu" panose="020B0604020202020204" charset="0"/>
              </a:rPr>
              <a:t>Executive Committee</a:t>
            </a:r>
          </a:p>
        </p:txBody>
      </p:sp>
      <p:sp>
        <p:nvSpPr>
          <p:cNvPr id="20" name="Rectangle 43">
            <a:extLst>
              <a:ext uri="{FF2B5EF4-FFF2-40B4-BE49-F238E27FC236}">
                <a16:creationId xmlns:a16="http://schemas.microsoft.com/office/drawing/2014/main" id="{7AEE8DB5-E2CB-4E3A-8E57-E939E30D2135}"/>
              </a:ext>
            </a:extLst>
          </p:cNvPr>
          <p:cNvSpPr>
            <a:spLocks noChangeArrowheads="1"/>
          </p:cNvSpPr>
          <p:nvPr/>
        </p:nvSpPr>
        <p:spPr bwMode="gray">
          <a:xfrm>
            <a:off x="617440" y="3653848"/>
            <a:ext cx="3825670" cy="602298"/>
          </a:xfrm>
          <a:prstGeom prst="rect">
            <a:avLst/>
          </a:prstGeom>
          <a:solidFill>
            <a:schemeClr val="accent1"/>
          </a:solidFill>
          <a:ln w="9525" algn="ctr">
            <a:noFill/>
            <a:miter lim="800000"/>
            <a:headEnd/>
            <a:tailEnd/>
          </a:ln>
        </p:spPr>
        <p:txBody>
          <a:bodyPr wrap="square" lIns="85130" tIns="42566" rIns="85130" bIns="42566" anchor="ctr"/>
          <a:lstStyle/>
          <a:p>
            <a:pPr marL="1478" marR="0" lvl="1" algn="ctr" defTabSz="228600" eaLnBrk="0" fontAlgn="auto" latinLnBrk="0" hangingPunct="0">
              <a:spcBef>
                <a:spcPts val="0"/>
              </a:spcBef>
              <a:spcAft>
                <a:spcPts val="0"/>
              </a:spcAft>
              <a:buClrTx/>
              <a:buSzTx/>
              <a:buFontTx/>
              <a:buNone/>
              <a:tabLst>
                <a:tab pos="6464300" algn="r"/>
              </a:tabLst>
              <a:defRPr/>
            </a:pPr>
            <a:r>
              <a:rPr kumimoji="0" lang="en-US" sz="1200" b="1" i="0" u="none" strike="noStrike" kern="0" cap="none" spc="0" normalizeH="0" baseline="0" noProof="0">
                <a:ln>
                  <a:noFill/>
                </a:ln>
                <a:solidFill>
                  <a:srgbClr val="FFFFFF"/>
                </a:solidFill>
                <a:effectLst/>
                <a:uLnTx/>
                <a:uFillTx/>
                <a:latin typeface="Nuu" panose="020B0604020202020204" charset="0"/>
                <a:cs typeface="Nuu" panose="020B0604020202020204" charset="0"/>
              </a:rPr>
              <a:t>Engagement</a:t>
            </a:r>
            <a:r>
              <a:rPr kumimoji="0" lang="en-US" sz="1200" b="1" i="0" u="none" strike="noStrike" kern="0" cap="none" spc="0" normalizeH="0" noProof="0">
                <a:ln>
                  <a:noFill/>
                </a:ln>
                <a:solidFill>
                  <a:srgbClr val="FFFFFF"/>
                </a:solidFill>
                <a:effectLst/>
                <a:uLnTx/>
                <a:uFillTx/>
                <a:latin typeface="Nuu" panose="020B0604020202020204" charset="0"/>
                <a:cs typeface="Nuu" panose="020B0604020202020204" charset="0"/>
              </a:rPr>
              <a:t> </a:t>
            </a:r>
            <a:r>
              <a:rPr lang="en-US" sz="1200" b="1" kern="0">
                <a:solidFill>
                  <a:srgbClr val="FFFFFF"/>
                </a:solidFill>
                <a:latin typeface="Nuu" panose="020B0604020202020204" charset="0"/>
                <a:cs typeface="Nuu" panose="020B0604020202020204" charset="0"/>
              </a:rPr>
              <a:t>Manager</a:t>
            </a:r>
            <a:endParaRPr kumimoji="0" lang="en-US" sz="1200" b="1" i="0" u="none" strike="noStrike" kern="0" cap="none" spc="0" normalizeH="0" baseline="0" noProof="0">
              <a:ln>
                <a:noFill/>
              </a:ln>
              <a:solidFill>
                <a:srgbClr val="FFFFFF"/>
              </a:solidFill>
              <a:effectLst/>
              <a:uLnTx/>
              <a:uFillTx/>
              <a:latin typeface="Nuu" panose="020B0604020202020204" charset="0"/>
              <a:cs typeface="Nuu" panose="020B0604020202020204" charset="0"/>
            </a:endParaRPr>
          </a:p>
        </p:txBody>
      </p:sp>
      <p:sp>
        <p:nvSpPr>
          <p:cNvPr id="24" name="Rectangle 43">
            <a:extLst>
              <a:ext uri="{FF2B5EF4-FFF2-40B4-BE49-F238E27FC236}">
                <a16:creationId xmlns:a16="http://schemas.microsoft.com/office/drawing/2014/main" id="{68A0AD0D-60D2-432E-A914-4B6974F4C5E3}"/>
              </a:ext>
            </a:extLst>
          </p:cNvPr>
          <p:cNvSpPr>
            <a:spLocks noChangeArrowheads="1"/>
          </p:cNvSpPr>
          <p:nvPr/>
        </p:nvSpPr>
        <p:spPr bwMode="gray">
          <a:xfrm>
            <a:off x="617440" y="4528014"/>
            <a:ext cx="3825669" cy="602298"/>
          </a:xfrm>
          <a:prstGeom prst="rect">
            <a:avLst/>
          </a:prstGeom>
          <a:solidFill>
            <a:srgbClr val="453740"/>
          </a:solidFill>
          <a:ln w="9525" algn="ctr">
            <a:noFill/>
            <a:miter lim="800000"/>
            <a:headEnd/>
            <a:tailEnd/>
          </a:ln>
        </p:spPr>
        <p:txBody>
          <a:bodyPr wrap="square" lIns="85130" tIns="42566" rIns="85130" bIns="42566" anchor="ctr"/>
          <a:lstStyle/>
          <a:p>
            <a:pPr marL="1478" marR="0" lvl="1" algn="ctr" defTabSz="228600" eaLnBrk="0" fontAlgn="auto" latinLnBrk="0" hangingPunct="0">
              <a:spcBef>
                <a:spcPts val="0"/>
              </a:spcBef>
              <a:spcAft>
                <a:spcPts val="0"/>
              </a:spcAft>
              <a:buClrTx/>
              <a:buSzTx/>
              <a:buFontTx/>
              <a:buNone/>
              <a:tabLst>
                <a:tab pos="6464300" algn="r"/>
              </a:tabLst>
              <a:defRPr/>
            </a:pPr>
            <a:r>
              <a:rPr kumimoji="0" lang="en-US" sz="1200" b="1" i="0" u="none" strike="noStrike" kern="0" cap="none" spc="0" normalizeH="0" baseline="0" noProof="0">
                <a:ln>
                  <a:noFill/>
                </a:ln>
                <a:solidFill>
                  <a:srgbClr val="FFFFFF"/>
                </a:solidFill>
                <a:effectLst/>
                <a:uLnTx/>
                <a:uFillTx/>
                <a:latin typeface="Nuu" panose="020B0604020202020204" charset="0"/>
                <a:cs typeface="Nuu" panose="020B0604020202020204" charset="0"/>
              </a:rPr>
              <a:t>Business Representatives</a:t>
            </a:r>
          </a:p>
        </p:txBody>
      </p:sp>
      <p:sp>
        <p:nvSpPr>
          <p:cNvPr id="36" name="AutoShape 3">
            <a:extLst>
              <a:ext uri="{FF2B5EF4-FFF2-40B4-BE49-F238E27FC236}">
                <a16:creationId xmlns:a16="http://schemas.microsoft.com/office/drawing/2014/main" id="{30E6DF15-5B8D-4CC7-91C5-3BF71DFF49B2}"/>
              </a:ext>
            </a:extLst>
          </p:cNvPr>
          <p:cNvSpPr>
            <a:spLocks noChangeArrowheads="1"/>
          </p:cNvSpPr>
          <p:nvPr>
            <p:custDataLst>
              <p:tags r:id="rId3"/>
            </p:custDataLst>
          </p:nvPr>
        </p:nvSpPr>
        <p:spPr bwMode="auto">
          <a:xfrm rot="10800000" flipH="1">
            <a:off x="4719664" y="1105967"/>
            <a:ext cx="140566" cy="442366"/>
          </a:xfrm>
          <a:prstGeom prst="homePlate">
            <a:avLst>
              <a:gd name="adj" fmla="val 100000"/>
            </a:avLst>
          </a:prstGeom>
          <a:solidFill>
            <a:schemeClr val="accent2"/>
          </a:solidFill>
          <a:ln>
            <a:noFill/>
          </a:ln>
          <a:effectLst/>
        </p:spPr>
        <p:txBody>
          <a:bodyPr wrap="none" lIns="0" tIns="0" rIns="0" bIns="0" anchor="ctr"/>
          <a:lstStyle/>
          <a:p>
            <a:endParaRPr lang="da-DK">
              <a:latin typeface="Nuu" panose="020B0604020202020204" charset="0"/>
              <a:cs typeface="Nuu" panose="020B0604020202020204" charset="0"/>
            </a:endParaRPr>
          </a:p>
        </p:txBody>
      </p:sp>
      <p:sp>
        <p:nvSpPr>
          <p:cNvPr id="37" name="AutoShape 3">
            <a:extLst>
              <a:ext uri="{FF2B5EF4-FFF2-40B4-BE49-F238E27FC236}">
                <a16:creationId xmlns:a16="http://schemas.microsoft.com/office/drawing/2014/main" id="{99B8C6FB-4B2A-4E60-8085-9CC520B7F0EB}"/>
              </a:ext>
            </a:extLst>
          </p:cNvPr>
          <p:cNvSpPr>
            <a:spLocks noChangeArrowheads="1"/>
          </p:cNvSpPr>
          <p:nvPr>
            <p:custDataLst>
              <p:tags r:id="rId4"/>
            </p:custDataLst>
          </p:nvPr>
        </p:nvSpPr>
        <p:spPr bwMode="auto">
          <a:xfrm rot="10800000" flipH="1">
            <a:off x="4719664" y="4607979"/>
            <a:ext cx="140566" cy="442366"/>
          </a:xfrm>
          <a:prstGeom prst="homePlate">
            <a:avLst>
              <a:gd name="adj" fmla="val 100000"/>
            </a:avLst>
          </a:prstGeom>
          <a:solidFill>
            <a:schemeClr val="accent2"/>
          </a:solidFill>
          <a:ln>
            <a:noFill/>
          </a:ln>
          <a:effectLst/>
        </p:spPr>
        <p:txBody>
          <a:bodyPr wrap="none" lIns="0" tIns="0" rIns="0" bIns="0" anchor="ctr"/>
          <a:lstStyle/>
          <a:p>
            <a:endParaRPr lang="da-DK">
              <a:latin typeface="Nuu" panose="020B0604020202020204" charset="0"/>
              <a:cs typeface="Nuu" panose="020B0604020202020204" charset="0"/>
            </a:endParaRPr>
          </a:p>
        </p:txBody>
      </p:sp>
      <p:sp>
        <p:nvSpPr>
          <p:cNvPr id="38" name="AutoShape 3">
            <a:extLst>
              <a:ext uri="{FF2B5EF4-FFF2-40B4-BE49-F238E27FC236}">
                <a16:creationId xmlns:a16="http://schemas.microsoft.com/office/drawing/2014/main" id="{327C22AE-BE7B-4301-8264-F2203E2F5845}"/>
              </a:ext>
            </a:extLst>
          </p:cNvPr>
          <p:cNvSpPr>
            <a:spLocks noChangeArrowheads="1"/>
          </p:cNvSpPr>
          <p:nvPr>
            <p:custDataLst>
              <p:tags r:id="rId5"/>
            </p:custDataLst>
          </p:nvPr>
        </p:nvSpPr>
        <p:spPr bwMode="auto">
          <a:xfrm rot="10800000" flipH="1">
            <a:off x="4719664" y="3736222"/>
            <a:ext cx="140566" cy="442366"/>
          </a:xfrm>
          <a:prstGeom prst="homePlate">
            <a:avLst>
              <a:gd name="adj" fmla="val 100000"/>
            </a:avLst>
          </a:prstGeom>
          <a:solidFill>
            <a:schemeClr val="accent2"/>
          </a:solidFill>
          <a:ln>
            <a:noFill/>
          </a:ln>
          <a:effectLst/>
        </p:spPr>
        <p:txBody>
          <a:bodyPr wrap="none" lIns="0" tIns="0" rIns="0" bIns="0" anchor="ctr"/>
          <a:lstStyle/>
          <a:p>
            <a:endParaRPr lang="da-DK">
              <a:latin typeface="Nuu" panose="020B0604020202020204" charset="0"/>
              <a:cs typeface="Nuu" panose="020B0604020202020204" charset="0"/>
            </a:endParaRPr>
          </a:p>
        </p:txBody>
      </p:sp>
      <p:sp>
        <p:nvSpPr>
          <p:cNvPr id="45" name="Rectangle 41">
            <a:extLst>
              <a:ext uri="{FF2B5EF4-FFF2-40B4-BE49-F238E27FC236}">
                <a16:creationId xmlns:a16="http://schemas.microsoft.com/office/drawing/2014/main" id="{54316396-5162-4B7D-B2F3-33B2B1ACDDCA}"/>
              </a:ext>
            </a:extLst>
          </p:cNvPr>
          <p:cNvSpPr>
            <a:spLocks noChangeArrowheads="1"/>
          </p:cNvSpPr>
          <p:nvPr/>
        </p:nvSpPr>
        <p:spPr bwMode="gray">
          <a:xfrm>
            <a:off x="5055243" y="2768975"/>
            <a:ext cx="4399321" cy="664706"/>
          </a:xfrm>
          <a:prstGeom prst="rect">
            <a:avLst/>
          </a:prstGeom>
          <a:solidFill>
            <a:schemeClr val="bg1"/>
          </a:solidFill>
          <a:ln w="9525" algn="ctr">
            <a:noFill/>
            <a:miter lim="800000"/>
            <a:headEnd/>
            <a:tailEnd/>
          </a:ln>
        </p:spPr>
        <p:txBody>
          <a:bodyPr wrap="square" lIns="36000" tIns="36000" rIns="36000" bIns="36000" anchor="ctr">
            <a:noAutofit/>
          </a:bodyPr>
          <a:lstStyle/>
          <a:p>
            <a:pPr marL="171450" marR="0" lvl="0" indent="-171450" defTabSz="957756" fontAlgn="base">
              <a:lnSpc>
                <a:spcPct val="100000"/>
              </a:lnSpc>
              <a:spcBef>
                <a:spcPct val="0"/>
              </a:spcBef>
              <a:spcAft>
                <a:spcPct val="0"/>
              </a:spcAft>
              <a:buClr>
                <a:srgbClr val="0070AD"/>
              </a:buClr>
              <a:buSzTx/>
              <a:buFont typeface="Wingdings" pitchFamily="2" charset="2"/>
              <a:buChar char="§"/>
              <a:tabLst/>
              <a:defRPr/>
            </a:pPr>
            <a:r>
              <a:rPr lang="en-US" sz="1100">
                <a:solidFill>
                  <a:prstClr val="black"/>
                </a:solidFill>
                <a:latin typeface="Nuu" panose="020B0604020202020204" charset="0"/>
                <a:cs typeface="Nuu" panose="020B0604020202020204" charset="0"/>
              </a:rPr>
              <a:t>Act as Advisor and Partner to the team</a:t>
            </a:r>
          </a:p>
          <a:p>
            <a:pPr marL="171450" indent="-171450" defTabSz="957756" fontAlgn="base">
              <a:spcBef>
                <a:spcPct val="0"/>
              </a:spcBef>
              <a:spcAft>
                <a:spcPct val="0"/>
              </a:spcAft>
              <a:buClr>
                <a:srgbClr val="0070AD"/>
              </a:buClr>
              <a:buFont typeface="Wingdings" pitchFamily="2" charset="2"/>
              <a:buChar char="§"/>
              <a:defRPr/>
            </a:pPr>
            <a:r>
              <a:rPr lang="en-US" sz="1100">
                <a:solidFill>
                  <a:prstClr val="black"/>
                </a:solidFill>
                <a:latin typeface="Nuu" panose="020B0604020202020204" charset="0"/>
                <a:cs typeface="Nuu" panose="020B0604020202020204" charset="0"/>
              </a:rPr>
              <a:t>Sharing lessons learnt from previous similar engagements</a:t>
            </a:r>
          </a:p>
        </p:txBody>
      </p:sp>
      <p:sp>
        <p:nvSpPr>
          <p:cNvPr id="46" name="Rectangle 43">
            <a:extLst>
              <a:ext uri="{FF2B5EF4-FFF2-40B4-BE49-F238E27FC236}">
                <a16:creationId xmlns:a16="http://schemas.microsoft.com/office/drawing/2014/main" id="{D323B62E-ADC3-4A2D-B14E-69A3E9F16940}"/>
              </a:ext>
            </a:extLst>
          </p:cNvPr>
          <p:cNvSpPr>
            <a:spLocks noChangeArrowheads="1"/>
          </p:cNvSpPr>
          <p:nvPr/>
        </p:nvSpPr>
        <p:spPr bwMode="gray">
          <a:xfrm>
            <a:off x="640228" y="2767586"/>
            <a:ext cx="3825670" cy="667486"/>
          </a:xfrm>
          <a:prstGeom prst="rect">
            <a:avLst/>
          </a:prstGeom>
          <a:solidFill>
            <a:schemeClr val="accent1"/>
          </a:solidFill>
          <a:ln w="9525" algn="ctr">
            <a:noFill/>
            <a:miter lim="800000"/>
            <a:headEnd/>
            <a:tailEnd/>
          </a:ln>
        </p:spPr>
        <p:txBody>
          <a:bodyPr wrap="square" lIns="85130" tIns="42566" rIns="85130" bIns="42566" anchor="ctr"/>
          <a:lstStyle/>
          <a:p>
            <a:pPr marL="1478" marR="0" lvl="1" algn="ctr" defTabSz="228600" eaLnBrk="0" fontAlgn="auto" latinLnBrk="0" hangingPunct="0">
              <a:spcBef>
                <a:spcPts val="0"/>
              </a:spcBef>
              <a:spcAft>
                <a:spcPts val="0"/>
              </a:spcAft>
              <a:buClrTx/>
              <a:buSzTx/>
              <a:buFontTx/>
              <a:buNone/>
              <a:tabLst>
                <a:tab pos="6464300" algn="r"/>
              </a:tabLst>
              <a:defRPr/>
            </a:pPr>
            <a:r>
              <a:rPr kumimoji="0" lang="en-US" sz="1200" b="1" i="0" u="none" strike="noStrike" kern="0" cap="none" spc="0" normalizeH="0" baseline="0" noProof="0">
                <a:ln>
                  <a:noFill/>
                </a:ln>
                <a:solidFill>
                  <a:srgbClr val="FFFFFF"/>
                </a:solidFill>
                <a:effectLst/>
                <a:uLnTx/>
                <a:uFillTx/>
                <a:latin typeface="Nuu" panose="020B0604020202020204" charset="0"/>
                <a:cs typeface="Nuu" panose="020B0604020202020204" charset="0"/>
              </a:rPr>
              <a:t>Expert Advisory Team</a:t>
            </a:r>
          </a:p>
        </p:txBody>
      </p:sp>
      <p:sp>
        <p:nvSpPr>
          <p:cNvPr id="47" name="AutoShape 3">
            <a:extLst>
              <a:ext uri="{FF2B5EF4-FFF2-40B4-BE49-F238E27FC236}">
                <a16:creationId xmlns:a16="http://schemas.microsoft.com/office/drawing/2014/main" id="{2D08BA8E-A701-4A1D-AEFD-522CBFDF4277}"/>
              </a:ext>
            </a:extLst>
          </p:cNvPr>
          <p:cNvSpPr>
            <a:spLocks noChangeArrowheads="1"/>
          </p:cNvSpPr>
          <p:nvPr>
            <p:custDataLst>
              <p:tags r:id="rId6"/>
            </p:custDataLst>
          </p:nvPr>
        </p:nvSpPr>
        <p:spPr bwMode="auto">
          <a:xfrm rot="10800000" flipH="1">
            <a:off x="4719664" y="2880145"/>
            <a:ext cx="140566" cy="442366"/>
          </a:xfrm>
          <a:prstGeom prst="homePlate">
            <a:avLst>
              <a:gd name="adj" fmla="val 100000"/>
            </a:avLst>
          </a:prstGeom>
          <a:solidFill>
            <a:schemeClr val="accent2"/>
          </a:solidFill>
          <a:ln>
            <a:noFill/>
          </a:ln>
          <a:effectLst/>
        </p:spPr>
        <p:txBody>
          <a:bodyPr wrap="none" lIns="0" tIns="0" rIns="0" bIns="0" anchor="ctr"/>
          <a:lstStyle/>
          <a:p>
            <a:endParaRPr lang="da-DK">
              <a:latin typeface="Nuu" panose="020B0604020202020204" charset="0"/>
              <a:cs typeface="Nuu" panose="020B0604020202020204" charset="0"/>
            </a:endParaRPr>
          </a:p>
        </p:txBody>
      </p:sp>
      <p:sp>
        <p:nvSpPr>
          <p:cNvPr id="51" name="Rectangle 44">
            <a:extLst>
              <a:ext uri="{FF2B5EF4-FFF2-40B4-BE49-F238E27FC236}">
                <a16:creationId xmlns:a16="http://schemas.microsoft.com/office/drawing/2014/main" id="{59AC8174-9513-4A95-95EC-2320039E7441}"/>
              </a:ext>
            </a:extLst>
          </p:cNvPr>
          <p:cNvSpPr>
            <a:spLocks noChangeArrowheads="1"/>
          </p:cNvSpPr>
          <p:nvPr/>
        </p:nvSpPr>
        <p:spPr bwMode="gray">
          <a:xfrm>
            <a:off x="5055243" y="5392633"/>
            <a:ext cx="4399321" cy="602297"/>
          </a:xfrm>
          <a:prstGeom prst="rect">
            <a:avLst/>
          </a:prstGeom>
          <a:solidFill>
            <a:schemeClr val="bg1"/>
          </a:solidFill>
          <a:ln w="9525" algn="ctr">
            <a:noFill/>
            <a:miter lim="800000"/>
            <a:headEnd/>
            <a:tailEnd/>
          </a:ln>
        </p:spPr>
        <p:txBody>
          <a:bodyPr wrap="square" lIns="36000" tIns="36000" rIns="36000" bIns="36000" anchor="ctr">
            <a:noAutofit/>
          </a:bodyPr>
          <a:lstStyle/>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Drive Discovery, Scoping, Assessment and Recommendation phases</a:t>
            </a:r>
          </a:p>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Responsible for generating deliverables in various phases across project lifecycle</a:t>
            </a:r>
          </a:p>
        </p:txBody>
      </p:sp>
      <p:sp>
        <p:nvSpPr>
          <p:cNvPr id="52" name="Rectangle 43">
            <a:extLst>
              <a:ext uri="{FF2B5EF4-FFF2-40B4-BE49-F238E27FC236}">
                <a16:creationId xmlns:a16="http://schemas.microsoft.com/office/drawing/2014/main" id="{E255E559-D7B4-4760-9124-A85D1CBD2AA4}"/>
              </a:ext>
            </a:extLst>
          </p:cNvPr>
          <p:cNvSpPr>
            <a:spLocks noChangeArrowheads="1"/>
          </p:cNvSpPr>
          <p:nvPr/>
        </p:nvSpPr>
        <p:spPr bwMode="gray">
          <a:xfrm>
            <a:off x="617440" y="5392633"/>
            <a:ext cx="3825669" cy="602298"/>
          </a:xfrm>
          <a:prstGeom prst="rect">
            <a:avLst/>
          </a:prstGeom>
          <a:solidFill>
            <a:schemeClr val="accent1"/>
          </a:solidFill>
          <a:ln w="9525" algn="ctr">
            <a:noFill/>
            <a:miter lim="800000"/>
            <a:headEnd/>
            <a:tailEnd/>
          </a:ln>
        </p:spPr>
        <p:txBody>
          <a:bodyPr wrap="square" lIns="85130" tIns="42566" rIns="85130" bIns="42566" anchor="ctr"/>
          <a:lstStyle/>
          <a:p>
            <a:pPr marL="1478" lvl="1" algn="ctr" defTabSz="228600" eaLnBrk="0" hangingPunct="0">
              <a:tabLst>
                <a:tab pos="6464300" algn="r"/>
              </a:tabLst>
            </a:pPr>
            <a:r>
              <a:rPr lang="en-US" sz="1200" b="1" kern="0">
                <a:solidFill>
                  <a:srgbClr val="FFFFFF"/>
                </a:solidFill>
                <a:latin typeface="Nuu" panose="020B0604020202020204" charset="0"/>
                <a:cs typeface="Nuu" panose="020B0604020202020204" charset="0"/>
              </a:rPr>
              <a:t>Consulting Team – (A group of SMEs for each track)</a:t>
            </a:r>
          </a:p>
        </p:txBody>
      </p:sp>
      <p:sp>
        <p:nvSpPr>
          <p:cNvPr id="53" name="AutoShape 3">
            <a:extLst>
              <a:ext uri="{FF2B5EF4-FFF2-40B4-BE49-F238E27FC236}">
                <a16:creationId xmlns:a16="http://schemas.microsoft.com/office/drawing/2014/main" id="{46F9AD72-EDC4-4902-97CE-964330D3BFF7}"/>
              </a:ext>
            </a:extLst>
          </p:cNvPr>
          <p:cNvSpPr>
            <a:spLocks noChangeArrowheads="1"/>
          </p:cNvSpPr>
          <p:nvPr>
            <p:custDataLst>
              <p:tags r:id="rId7"/>
            </p:custDataLst>
          </p:nvPr>
        </p:nvSpPr>
        <p:spPr bwMode="auto">
          <a:xfrm rot="10800000" flipH="1">
            <a:off x="4719664" y="5472598"/>
            <a:ext cx="140566" cy="442366"/>
          </a:xfrm>
          <a:prstGeom prst="homePlate">
            <a:avLst>
              <a:gd name="adj" fmla="val 100000"/>
            </a:avLst>
          </a:prstGeom>
          <a:solidFill>
            <a:schemeClr val="accent2"/>
          </a:solidFill>
          <a:ln>
            <a:noFill/>
          </a:ln>
          <a:effectLst/>
        </p:spPr>
        <p:txBody>
          <a:bodyPr wrap="none" lIns="0" tIns="0" rIns="0" bIns="0" anchor="ctr"/>
          <a:lstStyle/>
          <a:p>
            <a:endParaRPr lang="da-DK">
              <a:latin typeface="Nuu" panose="020B0604020202020204" charset="0"/>
              <a:cs typeface="Nuu" panose="020B0604020202020204" charset="0"/>
            </a:endParaRPr>
          </a:p>
        </p:txBody>
      </p:sp>
      <p:sp>
        <p:nvSpPr>
          <p:cNvPr id="26" name="Rectangle 41">
            <a:extLst>
              <a:ext uri="{FF2B5EF4-FFF2-40B4-BE49-F238E27FC236}">
                <a16:creationId xmlns:a16="http://schemas.microsoft.com/office/drawing/2014/main" id="{D0A7C0BE-4213-4E4D-802B-040459F532F0}"/>
              </a:ext>
            </a:extLst>
          </p:cNvPr>
          <p:cNvSpPr>
            <a:spLocks noChangeArrowheads="1"/>
          </p:cNvSpPr>
          <p:nvPr/>
        </p:nvSpPr>
        <p:spPr bwMode="gray">
          <a:xfrm>
            <a:off x="9646744" y="911558"/>
            <a:ext cx="1430433" cy="402717"/>
          </a:xfrm>
          <a:prstGeom prst="rect">
            <a:avLst/>
          </a:prstGeom>
          <a:noFill/>
          <a:ln w="9525" algn="ctr">
            <a:noFill/>
            <a:miter lim="800000"/>
            <a:headEnd/>
            <a:tailEnd/>
          </a:ln>
        </p:spPr>
        <p:txBody>
          <a:bodyPr wrap="square" lIns="36000" tIns="36000" rIns="36000" bIns="36000" anchor="ctr">
            <a:noAutofit/>
          </a:bodyPr>
          <a:lstStyle/>
          <a:p>
            <a:pPr marL="0" lvl="1" algn="ctr" defTabSz="912813">
              <a:spcAft>
                <a:spcPts val="300"/>
              </a:spcAft>
              <a:buClr>
                <a:schemeClr val="tx2"/>
              </a:buClr>
              <a:buSzPct val="100000"/>
            </a:pPr>
            <a:r>
              <a:rPr lang="en-US" sz="1200" b="1">
                <a:latin typeface="Nuu" panose="020B0604020202020204" charset="0"/>
                <a:cs typeface="Nuu" panose="020B0604020202020204" charset="0"/>
              </a:rPr>
              <a:t>Key activities</a:t>
            </a:r>
          </a:p>
        </p:txBody>
      </p:sp>
      <p:sp>
        <p:nvSpPr>
          <p:cNvPr id="27" name="Rectangle 26">
            <a:extLst>
              <a:ext uri="{FF2B5EF4-FFF2-40B4-BE49-F238E27FC236}">
                <a16:creationId xmlns:a16="http://schemas.microsoft.com/office/drawing/2014/main" id="{3367436E-E043-4AEA-8051-D1EEBAF517A3}"/>
              </a:ext>
            </a:extLst>
          </p:cNvPr>
          <p:cNvSpPr/>
          <p:nvPr/>
        </p:nvSpPr>
        <p:spPr>
          <a:xfrm>
            <a:off x="9534030" y="959859"/>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rgbClr val="000000"/>
                </a:solidFill>
                <a:latin typeface="Nuu" panose="020B0604020202020204" charset="0"/>
                <a:cs typeface="Nuu" panose="020B0604020202020204" charset="0"/>
              </a:rPr>
              <a:t>- Steerco meetings</a:t>
            </a:r>
          </a:p>
        </p:txBody>
      </p:sp>
      <p:sp>
        <p:nvSpPr>
          <p:cNvPr id="29" name="Rectangle 28">
            <a:extLst>
              <a:ext uri="{FF2B5EF4-FFF2-40B4-BE49-F238E27FC236}">
                <a16:creationId xmlns:a16="http://schemas.microsoft.com/office/drawing/2014/main" id="{9AF063DB-33F5-4245-AA97-3D12C7CBB795}"/>
              </a:ext>
            </a:extLst>
          </p:cNvPr>
          <p:cNvSpPr/>
          <p:nvPr/>
        </p:nvSpPr>
        <p:spPr>
          <a:xfrm>
            <a:off x="9536406" y="2744064"/>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rgbClr val="000000"/>
                </a:solidFill>
                <a:latin typeface="Nuu" panose="020B0604020202020204" charset="0"/>
                <a:cs typeface="Nuu" panose="020B0604020202020204" charset="0"/>
              </a:rPr>
              <a:t>Team mentoring and guidance</a:t>
            </a:r>
          </a:p>
        </p:txBody>
      </p:sp>
      <p:sp>
        <p:nvSpPr>
          <p:cNvPr id="31" name="Rectangle 30">
            <a:extLst>
              <a:ext uri="{FF2B5EF4-FFF2-40B4-BE49-F238E27FC236}">
                <a16:creationId xmlns:a16="http://schemas.microsoft.com/office/drawing/2014/main" id="{1B04C8D8-469F-4D90-B462-412545E0ABB2}"/>
              </a:ext>
            </a:extLst>
          </p:cNvPr>
          <p:cNvSpPr/>
          <p:nvPr/>
        </p:nvSpPr>
        <p:spPr>
          <a:xfrm>
            <a:off x="9534030" y="3590114"/>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rgbClr val="000000"/>
                </a:solidFill>
                <a:latin typeface="Nuu" panose="020B0604020202020204" charset="0"/>
                <a:cs typeface="Nuu" panose="020B0604020202020204" charset="0"/>
              </a:rPr>
              <a:t>Program Management &amp; Delivery SPOC</a:t>
            </a:r>
          </a:p>
        </p:txBody>
      </p:sp>
      <p:sp>
        <p:nvSpPr>
          <p:cNvPr id="35" name="Rectangle 34">
            <a:extLst>
              <a:ext uri="{FF2B5EF4-FFF2-40B4-BE49-F238E27FC236}">
                <a16:creationId xmlns:a16="http://schemas.microsoft.com/office/drawing/2014/main" id="{089B084A-2D29-4A63-9FF4-F534306239C6}"/>
              </a:ext>
            </a:extLst>
          </p:cNvPr>
          <p:cNvSpPr/>
          <p:nvPr/>
        </p:nvSpPr>
        <p:spPr>
          <a:xfrm>
            <a:off x="9534030" y="4461871"/>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rgbClr val="000000"/>
                </a:solidFill>
                <a:latin typeface="Nuu" panose="020B0604020202020204" charset="0"/>
                <a:cs typeface="Nuu" panose="020B0604020202020204" charset="0"/>
              </a:rPr>
              <a:t>Workshop sessions and meetings</a:t>
            </a:r>
          </a:p>
        </p:txBody>
      </p:sp>
      <p:sp>
        <p:nvSpPr>
          <p:cNvPr id="40" name="Rectangle 39">
            <a:extLst>
              <a:ext uri="{FF2B5EF4-FFF2-40B4-BE49-F238E27FC236}">
                <a16:creationId xmlns:a16="http://schemas.microsoft.com/office/drawing/2014/main" id="{BC1BA209-A039-4CE8-8927-FADE9861F2F7}"/>
              </a:ext>
            </a:extLst>
          </p:cNvPr>
          <p:cNvSpPr/>
          <p:nvPr/>
        </p:nvSpPr>
        <p:spPr>
          <a:xfrm>
            <a:off x="9534030" y="5326490"/>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36000" bIns="45720" numCol="1" spcCol="0" rtlCol="0" fromWordArt="0" anchor="ctr" anchorCtr="0" forceAA="0" compatLnSpc="1">
            <a:prstTxWarp prst="textNoShape">
              <a:avLst/>
            </a:prstTxWarp>
            <a:noAutofit/>
          </a:bodyPr>
          <a:lstStyle/>
          <a:p>
            <a:r>
              <a:rPr lang="en-US" sz="1100">
                <a:solidFill>
                  <a:srgbClr val="000000"/>
                </a:solidFill>
                <a:latin typeface="Nuu" panose="020B0604020202020204" charset="0"/>
                <a:cs typeface="Nuu" panose="020B0604020202020204" charset="0"/>
              </a:rPr>
              <a:t>Workshop sessions and meeting</a:t>
            </a:r>
          </a:p>
        </p:txBody>
      </p:sp>
      <p:sp>
        <p:nvSpPr>
          <p:cNvPr id="42" name="Rectangle 41">
            <a:extLst>
              <a:ext uri="{FF2B5EF4-FFF2-40B4-BE49-F238E27FC236}">
                <a16:creationId xmlns:a16="http://schemas.microsoft.com/office/drawing/2014/main" id="{5B6D4EB1-93E5-48B6-BF56-13CCE2212DE6}"/>
              </a:ext>
            </a:extLst>
          </p:cNvPr>
          <p:cNvSpPr>
            <a:spLocks noGrp="1" noChangeArrowheads="1"/>
          </p:cNvSpPr>
          <p:nvPr/>
        </p:nvSpPr>
        <p:spPr bwMode="gray">
          <a:xfrm>
            <a:off x="5044779" y="1923451"/>
            <a:ext cx="4409786" cy="734583"/>
          </a:xfrm>
          <a:prstGeom prst="rect">
            <a:avLst/>
          </a:prstGeom>
          <a:solidFill>
            <a:schemeClr val="bg1"/>
          </a:solidFill>
          <a:ln w="9525" algn="ctr">
            <a:noFill/>
            <a:miter lim="800000"/>
            <a:headEnd/>
            <a:tailEnd/>
          </a:ln>
        </p:spPr>
        <p:txBody>
          <a:bodyPr wrap="square" lIns="36000" tIns="36000" rIns="36000" bIns="36000" anchor="ctr">
            <a:no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1" indent="-171450" defTabSz="957756">
              <a:lnSpc>
                <a:spcPct val="100000"/>
              </a:lnSpc>
              <a:spcBef>
                <a:spcPct val="0"/>
              </a:spcBef>
              <a:buClr>
                <a:srgbClr val="0070AD"/>
              </a:buClr>
              <a:buSzPct val="100000"/>
              <a:buFont typeface="Wingdings" panose="05000000000000000000" pitchFamily="2" charset="2"/>
              <a:buChar char="§"/>
              <a:defRPr/>
            </a:pPr>
            <a:r>
              <a:rPr lang="en-US" sz="1100">
                <a:solidFill>
                  <a:prstClr val="black"/>
                </a:solidFill>
                <a:latin typeface="Nuu" panose="020B0604020202020204" charset="0"/>
                <a:cs typeface="Nuu" panose="020B0604020202020204" charset="0"/>
              </a:rPr>
              <a:t>Planning and coordination of all activities and stakeholders</a:t>
            </a:r>
          </a:p>
          <a:p>
            <a:pPr marL="171450" lvl="1" indent="-171450" defTabSz="957756">
              <a:lnSpc>
                <a:spcPct val="100000"/>
              </a:lnSpc>
              <a:spcBef>
                <a:spcPct val="0"/>
              </a:spcBef>
              <a:buClr>
                <a:srgbClr val="0070AD"/>
              </a:buClr>
              <a:buSzPct val="100000"/>
              <a:buFont typeface="Wingdings" panose="05000000000000000000" pitchFamily="2" charset="2"/>
              <a:buChar char="§"/>
              <a:defRPr/>
            </a:pPr>
            <a:r>
              <a:rPr lang="en-SG" sz="1100">
                <a:solidFill>
                  <a:prstClr val="black"/>
                </a:solidFill>
                <a:latin typeface="Nuu" panose="020B0604020202020204" charset="0"/>
                <a:cs typeface="Nuu" panose="020B0604020202020204" charset="0"/>
              </a:rPr>
              <a:t>Management of work activities and deliverables</a:t>
            </a:r>
            <a:endParaRPr lang="en-US" sz="1100">
              <a:solidFill>
                <a:prstClr val="black"/>
              </a:solidFill>
              <a:latin typeface="Nuu" panose="020B0604020202020204" charset="0"/>
              <a:cs typeface="Nuu" panose="020B0604020202020204" charset="0"/>
            </a:endParaRPr>
          </a:p>
          <a:p>
            <a:pPr marL="171450" lvl="1" indent="-171450" defTabSz="957756" fontAlgn="base">
              <a:lnSpc>
                <a:spcPct val="100000"/>
              </a:lnSpc>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Preparation of status and decision points for steering committee</a:t>
            </a:r>
          </a:p>
        </p:txBody>
      </p:sp>
      <p:sp>
        <p:nvSpPr>
          <p:cNvPr id="43" name="Rectangle 42">
            <a:extLst>
              <a:ext uri="{FF2B5EF4-FFF2-40B4-BE49-F238E27FC236}">
                <a16:creationId xmlns:a16="http://schemas.microsoft.com/office/drawing/2014/main" id="{57374095-E3DB-40C8-B2FE-381E4DE0B6DF}"/>
              </a:ext>
            </a:extLst>
          </p:cNvPr>
          <p:cNvSpPr>
            <a:spLocks noChangeArrowheads="1"/>
          </p:cNvSpPr>
          <p:nvPr/>
        </p:nvSpPr>
        <p:spPr bwMode="gray">
          <a:xfrm>
            <a:off x="617440" y="1906101"/>
            <a:ext cx="3825670" cy="602298"/>
          </a:xfrm>
          <a:prstGeom prst="rect">
            <a:avLst/>
          </a:prstGeom>
          <a:solidFill>
            <a:srgbClr val="453740"/>
          </a:solidFill>
          <a:ln w="9525" algn="ctr">
            <a:noFill/>
            <a:miter lim="800000"/>
            <a:headEnd/>
            <a:tailEnd/>
          </a:ln>
        </p:spPr>
        <p:txBody>
          <a:bodyPr wrap="square" lIns="85130" tIns="42566" rIns="85130" bIns="42566"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 lvl="1" algn="ctr" defTabSz="228600" eaLnBrk="0" hangingPunct="0">
              <a:tabLst>
                <a:tab pos="6464300" algn="r"/>
              </a:tabLst>
              <a:defRPr/>
            </a:pPr>
            <a:r>
              <a:rPr lang="en-US" sz="1200" b="1" kern="0">
                <a:solidFill>
                  <a:srgbClr val="FFFFFF"/>
                </a:solidFill>
                <a:latin typeface="Nuu"/>
                <a:cs typeface="Nuu"/>
              </a:rPr>
              <a:t>Program Manager</a:t>
            </a:r>
            <a:endParaRPr lang="en-US" sz="1200" b="1" i="0" u="none" strike="noStrike" kern="0" cap="none" spc="0" normalizeH="0" baseline="0" noProof="0">
              <a:ln>
                <a:noFill/>
              </a:ln>
              <a:solidFill>
                <a:srgbClr val="FFFFFF"/>
              </a:solidFill>
              <a:effectLst/>
              <a:uLnTx/>
              <a:uFillTx/>
              <a:latin typeface="Nuu"/>
              <a:cs typeface="Nuu"/>
            </a:endParaRPr>
          </a:p>
        </p:txBody>
      </p:sp>
      <p:sp>
        <p:nvSpPr>
          <p:cNvPr id="44" name="AutoShape 3">
            <a:extLst>
              <a:ext uri="{FF2B5EF4-FFF2-40B4-BE49-F238E27FC236}">
                <a16:creationId xmlns:a16="http://schemas.microsoft.com/office/drawing/2014/main" id="{97B6E364-CEA6-4552-B380-30E7E50FC074}"/>
              </a:ext>
            </a:extLst>
          </p:cNvPr>
          <p:cNvSpPr>
            <a:spLocks noChangeArrowheads="1"/>
          </p:cNvSpPr>
          <p:nvPr/>
        </p:nvSpPr>
        <p:spPr bwMode="auto">
          <a:xfrm rot="10800000" flipH="1">
            <a:off x="4719664" y="1986067"/>
            <a:ext cx="140566" cy="442366"/>
          </a:xfrm>
          <a:prstGeom prst="homePlate">
            <a:avLst>
              <a:gd name="adj" fmla="val 100000"/>
            </a:avLst>
          </a:prstGeom>
          <a:solidFill>
            <a:schemeClr val="accent2"/>
          </a:solidFill>
          <a:ln>
            <a:noFill/>
          </a:ln>
          <a:effectLst/>
        </p:spPr>
        <p:txBody>
          <a:bodyPr wrap="none" lIns="0" tIns="0" rIns="0" bIns="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a-DK">
              <a:latin typeface="Nuu" panose="020B0604020202020204" charset="0"/>
              <a:cs typeface="Nuu" panose="020B0604020202020204" charset="0"/>
            </a:endParaRPr>
          </a:p>
        </p:txBody>
      </p:sp>
      <p:sp>
        <p:nvSpPr>
          <p:cNvPr id="57" name="Rectangle 56">
            <a:extLst>
              <a:ext uri="{FF2B5EF4-FFF2-40B4-BE49-F238E27FC236}">
                <a16:creationId xmlns:a16="http://schemas.microsoft.com/office/drawing/2014/main" id="{202AA417-4596-4713-8F93-2BCBDCE08D76}"/>
              </a:ext>
            </a:extLst>
          </p:cNvPr>
          <p:cNvSpPr/>
          <p:nvPr/>
        </p:nvSpPr>
        <p:spPr>
          <a:xfrm>
            <a:off x="9534030" y="1839959"/>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36000" bIns="45720" numCol="1" spcCol="0" rtlCol="0" fromWordArt="0" anchor="ctr" anchorCtr="0" forceAA="0" compatLnSpc="1">
            <a:prstTxWarp prst="textNoShape">
              <a:avLst/>
            </a:prstTxWarp>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a:solidFill>
                  <a:srgbClr val="000000"/>
                </a:solidFill>
                <a:latin typeface="Nuu" panose="020B0604020202020204" charset="0"/>
                <a:cs typeface="Nuu" panose="020B0604020202020204" charset="0"/>
              </a:rPr>
              <a:t>- Key meetings in BU</a:t>
            </a:r>
          </a:p>
          <a:p>
            <a:r>
              <a:rPr lang="en-US" sz="1100">
                <a:solidFill>
                  <a:srgbClr val="000000"/>
                </a:solidFill>
                <a:latin typeface="Nuu" panose="020B0604020202020204" charset="0"/>
                <a:cs typeface="Nuu" panose="020B0604020202020204" charset="0"/>
              </a:rPr>
              <a:t>- Project Mgmt. &amp; SteerCo meetings</a:t>
            </a:r>
          </a:p>
        </p:txBody>
      </p:sp>
      <p:sp>
        <p:nvSpPr>
          <p:cNvPr id="3" name="Rectangle 2">
            <a:extLst>
              <a:ext uri="{FF2B5EF4-FFF2-40B4-BE49-F238E27FC236}">
                <a16:creationId xmlns:a16="http://schemas.microsoft.com/office/drawing/2014/main" id="{79A94502-8B21-433B-A1C6-AA888F5855F5}"/>
              </a:ext>
            </a:extLst>
          </p:cNvPr>
          <p:cNvSpPr/>
          <p:nvPr/>
        </p:nvSpPr>
        <p:spPr>
          <a:xfrm>
            <a:off x="537364" y="1803475"/>
            <a:ext cx="4007757" cy="4257598"/>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BE" sz="1600" err="1"/>
          </a:p>
        </p:txBody>
      </p:sp>
      <p:sp>
        <p:nvSpPr>
          <p:cNvPr id="9" name="TextBox 8">
            <a:extLst>
              <a:ext uri="{FF2B5EF4-FFF2-40B4-BE49-F238E27FC236}">
                <a16:creationId xmlns:a16="http://schemas.microsoft.com/office/drawing/2014/main" id="{78665A47-604C-40B4-9C7A-034963E729A0}"/>
              </a:ext>
            </a:extLst>
          </p:cNvPr>
          <p:cNvSpPr txBox="1"/>
          <p:nvPr/>
        </p:nvSpPr>
        <p:spPr>
          <a:xfrm rot="16200000" flipH="1">
            <a:off x="-541076" y="3427249"/>
            <a:ext cx="1940736" cy="261610"/>
          </a:xfrm>
          <a:prstGeom prst="rect">
            <a:avLst/>
          </a:prstGeom>
          <a:noFill/>
        </p:spPr>
        <p:txBody>
          <a:bodyPr wrap="square" rtlCol="0">
            <a:spAutoFit/>
          </a:bodyPr>
          <a:lstStyle/>
          <a:p>
            <a:pPr algn="ctr"/>
            <a:r>
              <a:rPr lang="nl-BE" sz="1100">
                <a:solidFill>
                  <a:schemeClr val="accent1"/>
                </a:solidFill>
              </a:rPr>
              <a:t>ONE TEAM</a:t>
            </a:r>
          </a:p>
        </p:txBody>
      </p:sp>
      <p:sp>
        <p:nvSpPr>
          <p:cNvPr id="2" name="Rectangle 43">
            <a:extLst>
              <a:ext uri="{FF2B5EF4-FFF2-40B4-BE49-F238E27FC236}">
                <a16:creationId xmlns:a16="http://schemas.microsoft.com/office/drawing/2014/main" id="{D7797CBA-04C2-10A0-D4B0-24A79E04D8AE}"/>
              </a:ext>
            </a:extLst>
          </p:cNvPr>
          <p:cNvSpPr>
            <a:spLocks noChangeArrowheads="1"/>
          </p:cNvSpPr>
          <p:nvPr/>
        </p:nvSpPr>
        <p:spPr bwMode="gray">
          <a:xfrm>
            <a:off x="637905" y="6280866"/>
            <a:ext cx="829340" cy="205460"/>
          </a:xfrm>
          <a:prstGeom prst="rect">
            <a:avLst/>
          </a:prstGeom>
          <a:solidFill>
            <a:srgbClr val="453740"/>
          </a:solidFill>
          <a:ln w="9525" algn="ctr">
            <a:noFill/>
            <a:miter lim="800000"/>
            <a:headEnd/>
            <a:tailEnd/>
          </a:ln>
        </p:spPr>
        <p:txBody>
          <a:bodyPr wrap="square" lIns="85130" tIns="42566" rIns="85130" bIns="42566" anchor="ctr"/>
          <a:lstStyle/>
          <a:p>
            <a:pPr marL="1478" marR="0" lvl="1" algn="ctr" defTabSz="228600" eaLnBrk="0" fontAlgn="auto" latinLnBrk="0" hangingPunct="0">
              <a:spcBef>
                <a:spcPts val="0"/>
              </a:spcBef>
              <a:spcAft>
                <a:spcPts val="0"/>
              </a:spcAft>
              <a:buClrTx/>
              <a:buSzTx/>
              <a:buFontTx/>
              <a:buNone/>
              <a:tabLst>
                <a:tab pos="6464300" algn="r"/>
              </a:tabLst>
              <a:defRPr/>
            </a:pPr>
            <a:r>
              <a:rPr kumimoji="0" lang="en-US" sz="1000" b="1" i="0" u="none" strike="noStrike" kern="0" cap="none" spc="0" normalizeH="0" baseline="0" noProof="0">
                <a:ln>
                  <a:noFill/>
                </a:ln>
                <a:solidFill>
                  <a:srgbClr val="FFFFFF"/>
                </a:solidFill>
                <a:effectLst/>
                <a:uLnTx/>
                <a:uFillTx/>
                <a:cs typeface="Nuu" panose="020B0604020202020204" charset="0"/>
              </a:rPr>
              <a:t>Client</a:t>
            </a:r>
          </a:p>
        </p:txBody>
      </p:sp>
      <p:sp>
        <p:nvSpPr>
          <p:cNvPr id="10" name="Rectangle 43">
            <a:extLst>
              <a:ext uri="{FF2B5EF4-FFF2-40B4-BE49-F238E27FC236}">
                <a16:creationId xmlns:a16="http://schemas.microsoft.com/office/drawing/2014/main" id="{F9DAF55A-D215-44B4-BFD0-5E433AB81FEB}"/>
              </a:ext>
            </a:extLst>
          </p:cNvPr>
          <p:cNvSpPr>
            <a:spLocks noChangeArrowheads="1"/>
          </p:cNvSpPr>
          <p:nvPr/>
        </p:nvSpPr>
        <p:spPr bwMode="gray">
          <a:xfrm>
            <a:off x="1541696" y="6267883"/>
            <a:ext cx="829340" cy="205463"/>
          </a:xfrm>
          <a:prstGeom prst="rect">
            <a:avLst/>
          </a:prstGeom>
          <a:solidFill>
            <a:schemeClr val="accent1"/>
          </a:solidFill>
          <a:ln w="9525" algn="ctr">
            <a:noFill/>
            <a:miter lim="800000"/>
            <a:headEnd/>
            <a:tailEnd/>
          </a:ln>
        </p:spPr>
        <p:txBody>
          <a:bodyPr wrap="square" lIns="85130" tIns="42566" rIns="85130" bIns="42566" anchor="ctr"/>
          <a:lstStyle/>
          <a:p>
            <a:pPr marL="1478" lvl="1" algn="ctr" defTabSz="228600" eaLnBrk="0" hangingPunct="0">
              <a:tabLst>
                <a:tab pos="6464300" algn="r"/>
              </a:tabLst>
            </a:pPr>
            <a:r>
              <a:rPr lang="en-US" sz="1000" b="1" kern="0">
                <a:solidFill>
                  <a:srgbClr val="FFFFFF"/>
                </a:solidFill>
                <a:cs typeface="Nuu" panose="020B0604020202020204" charset="0"/>
              </a:rPr>
              <a:t>Capgemini</a:t>
            </a:r>
          </a:p>
        </p:txBody>
      </p:sp>
      <p:sp>
        <p:nvSpPr>
          <p:cNvPr id="11" name="Rectangle 10">
            <a:extLst>
              <a:ext uri="{FF2B5EF4-FFF2-40B4-BE49-F238E27FC236}">
                <a16:creationId xmlns:a16="http://schemas.microsoft.com/office/drawing/2014/main" id="{EBA8CB01-35FE-656B-3E1A-19A607432B3A}"/>
              </a:ext>
            </a:extLst>
          </p:cNvPr>
          <p:cNvSpPr/>
          <p:nvPr/>
        </p:nvSpPr>
        <p:spPr>
          <a:xfrm flipV="1">
            <a:off x="537364" y="6188147"/>
            <a:ext cx="1908123" cy="382773"/>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BE" sz="1600"/>
          </a:p>
        </p:txBody>
      </p:sp>
    </p:spTree>
    <p:extLst>
      <p:ext uri="{BB962C8B-B14F-4D97-AF65-F5344CB8AC3E}">
        <p14:creationId xmlns:p14="http://schemas.microsoft.com/office/powerpoint/2010/main" val="1224025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B3C2-F524-4F1C-99DB-CC436A7A6BBE}"/>
              </a:ext>
            </a:extLst>
          </p:cNvPr>
          <p:cNvSpPr>
            <a:spLocks noGrp="1"/>
          </p:cNvSpPr>
          <p:nvPr>
            <p:ph type="title"/>
          </p:nvPr>
        </p:nvSpPr>
        <p:spPr>
          <a:xfrm>
            <a:off x="2456761" y="3172858"/>
            <a:ext cx="4902506" cy="969107"/>
          </a:xfrm>
        </p:spPr>
        <p:txBody>
          <a:bodyPr/>
          <a:lstStyle/>
          <a:p>
            <a:r>
              <a:rPr lang="en-IN">
                <a:latin typeface="Ubuntu"/>
              </a:rPr>
              <a:t>BUSINESS MODEL</a:t>
            </a:r>
            <a:br>
              <a:rPr lang="en-IN">
                <a:latin typeface="Ubuntu"/>
              </a:rPr>
            </a:br>
            <a:r>
              <a:rPr lang="en-IN">
                <a:latin typeface="Ubuntu"/>
              </a:rPr>
              <a:t>assessment</a:t>
            </a:r>
            <a:endParaRPr lang="en-US"/>
          </a:p>
        </p:txBody>
      </p:sp>
    </p:spTree>
    <p:extLst>
      <p:ext uri="{BB962C8B-B14F-4D97-AF65-F5344CB8AC3E}">
        <p14:creationId xmlns:p14="http://schemas.microsoft.com/office/powerpoint/2010/main" val="1550471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104">
            <a:extLst>
              <a:ext uri="{FF2B5EF4-FFF2-40B4-BE49-F238E27FC236}">
                <a16:creationId xmlns:a16="http://schemas.microsoft.com/office/drawing/2014/main" id="{63F69914-5EA1-1E7E-02E9-4A3DBD52443C}"/>
              </a:ext>
            </a:extLst>
          </p:cNvPr>
          <p:cNvSpPr/>
          <p:nvPr/>
        </p:nvSpPr>
        <p:spPr>
          <a:xfrm>
            <a:off x="383631" y="5499930"/>
            <a:ext cx="11283412" cy="1089686"/>
          </a:xfrm>
          <a:prstGeom prst="rect">
            <a:avLst/>
          </a:prstGeom>
          <a:solidFill>
            <a:schemeClr val="bg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2">
                  <a:lumMod val="25000"/>
                </a:schemeClr>
              </a:solidFill>
            </a:endParaRPr>
          </a:p>
        </p:txBody>
      </p:sp>
      <p:sp>
        <p:nvSpPr>
          <p:cNvPr id="96" name="Rectangle 95">
            <a:extLst>
              <a:ext uri="{FF2B5EF4-FFF2-40B4-BE49-F238E27FC236}">
                <a16:creationId xmlns:a16="http://schemas.microsoft.com/office/drawing/2014/main" id="{0CD9E13B-23EB-9F43-A05D-C6B91AB76589}"/>
              </a:ext>
            </a:extLst>
          </p:cNvPr>
          <p:cNvSpPr/>
          <p:nvPr/>
        </p:nvSpPr>
        <p:spPr>
          <a:xfrm>
            <a:off x="383631" y="846562"/>
            <a:ext cx="11283412" cy="1950101"/>
          </a:xfrm>
          <a:prstGeom prst="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8" name="object 18"/>
          <p:cNvSpPr/>
          <p:nvPr/>
        </p:nvSpPr>
        <p:spPr>
          <a:xfrm>
            <a:off x="495540" y="5744786"/>
            <a:ext cx="11076940" cy="717814"/>
          </a:xfrm>
          <a:prstGeom prst="frame">
            <a:avLst>
              <a:gd name="adj1" fmla="val 7663"/>
            </a:avLst>
          </a:prstGeom>
          <a:solidFill>
            <a:schemeClr val="accent2"/>
          </a:solidFill>
          <a:ln w="28575">
            <a:solidFill>
              <a:schemeClr val="bg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Ubuntu"/>
              <a:ea typeface="+mn-ea"/>
              <a:cs typeface="+mn-cs"/>
            </a:endParaRPr>
          </a:p>
        </p:txBody>
      </p:sp>
      <p:sp>
        <p:nvSpPr>
          <p:cNvPr id="2" name="object 2"/>
          <p:cNvSpPr txBox="1"/>
          <p:nvPr/>
        </p:nvSpPr>
        <p:spPr>
          <a:xfrm>
            <a:off x="616863" y="141060"/>
            <a:ext cx="10124443" cy="400110"/>
          </a:xfrm>
          <a:prstGeom prst="rect">
            <a:avLst/>
          </a:prstGeom>
        </p:spPr>
        <p:txBody>
          <a:bodyPr vert="horz" wrap="square" lIns="0" tIns="0" rIns="0" bIns="0" rtlCol="0">
            <a:spAutoFit/>
          </a:bodyPr>
          <a:lstStyle/>
          <a:p>
            <a:pPr marL="16933" marR="0" lvl="0" indent="0" algn="l" defTabSz="914400" rtl="0" eaLnBrk="1" fontAlgn="auto" latinLnBrk="0" hangingPunct="1">
              <a:lnSpc>
                <a:spcPct val="100000"/>
              </a:lnSpc>
              <a:spcBef>
                <a:spcPts val="0"/>
              </a:spcBef>
              <a:spcAft>
                <a:spcPts val="0"/>
              </a:spcAft>
              <a:buClrTx/>
              <a:buSzTx/>
              <a:buFontTx/>
              <a:buNone/>
              <a:tabLst/>
              <a:defRPr/>
            </a:pPr>
            <a:r>
              <a:rPr kumimoji="0" lang="en-IN" sz="2600" b="0" i="0" u="none" strike="noStrike" kern="1200" cap="all" spc="0" normalizeH="0" baseline="0" noProof="0">
                <a:ln>
                  <a:noFill/>
                </a:ln>
                <a:solidFill>
                  <a:srgbClr val="272936"/>
                </a:solidFill>
                <a:effectLst/>
                <a:uLnTx/>
                <a:uFillTx/>
                <a:latin typeface="Ubuntu Medium"/>
                <a:ea typeface="+mn-ea"/>
                <a:cs typeface="+mn-cs"/>
              </a:rPr>
              <a:t>business model assessment – </a:t>
            </a:r>
            <a:r>
              <a:rPr lang="en-IN" sz="2600" cap="all">
                <a:solidFill>
                  <a:srgbClr val="272936"/>
                </a:solidFill>
                <a:latin typeface="Ubuntu Medium"/>
              </a:rPr>
              <a:t>s</a:t>
            </a:r>
            <a:r>
              <a:rPr kumimoji="0" lang="en-IN" sz="2600" b="0" i="0" u="none" strike="noStrike" kern="1200" cap="all" spc="0" normalizeH="0" baseline="0" noProof="0">
                <a:ln>
                  <a:noFill/>
                </a:ln>
                <a:solidFill>
                  <a:srgbClr val="272936"/>
                </a:solidFill>
                <a:effectLst/>
                <a:uLnTx/>
                <a:uFillTx/>
                <a:latin typeface="Ubuntu Medium"/>
                <a:ea typeface="+mn-ea"/>
                <a:cs typeface="+mn-cs"/>
              </a:rPr>
              <a:t>coping &amp; methodology</a:t>
            </a:r>
            <a:endParaRPr kumimoji="0" lang="en-US" sz="2600" b="0" i="0" u="none" strike="noStrike" kern="1200" cap="all" spc="0" normalizeH="0" baseline="0" noProof="0">
              <a:ln>
                <a:noFill/>
              </a:ln>
              <a:solidFill>
                <a:srgbClr val="272936"/>
              </a:solidFill>
              <a:effectLst/>
              <a:uLnTx/>
              <a:uFillTx/>
              <a:latin typeface="Ubuntu Medium"/>
              <a:ea typeface="+mn-ea"/>
              <a:cs typeface="+mn-cs"/>
            </a:endParaRPr>
          </a:p>
        </p:txBody>
      </p:sp>
      <p:sp>
        <p:nvSpPr>
          <p:cNvPr id="3" name="object 3"/>
          <p:cNvSpPr txBox="1"/>
          <p:nvPr/>
        </p:nvSpPr>
        <p:spPr>
          <a:xfrm>
            <a:off x="381953" y="846561"/>
            <a:ext cx="2655887" cy="228575"/>
          </a:xfrm>
          <a:prstGeom prst="rect">
            <a:avLst/>
          </a:prstGeom>
          <a:solidFill>
            <a:schemeClr val="bg1">
              <a:lumMod val="95000"/>
            </a:schemeClr>
          </a:solidFill>
          <a:ln w="12700">
            <a:solidFill>
              <a:schemeClr val="tx1">
                <a:lumMod val="50000"/>
                <a:lumOff val="50000"/>
              </a:schemeClr>
            </a:solidFill>
          </a:ln>
        </p:spPr>
        <p:txBody>
          <a:bodyPr vert="horz" wrap="square" lIns="0" tIns="0" rIns="0" bIns="0" rtlCol="0">
            <a:noAutofit/>
          </a:bodyPr>
          <a:lstStyle>
            <a:defPPr>
              <a:defRPr lang="en-US"/>
            </a:defPPr>
            <a:lvl1pPr marL="16933"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6C6D70"/>
                </a:solidFill>
                <a:effectLst/>
                <a:uLnTx/>
                <a:uFillTx/>
                <a:latin typeface="Ubuntu"/>
                <a:cs typeface="Arial"/>
              </a:defRPr>
            </a:lvl1pPr>
          </a:lstStyle>
          <a:p>
            <a:r>
              <a:rPr>
                <a:solidFill>
                  <a:schemeClr val="bg2">
                    <a:lumMod val="25000"/>
                  </a:schemeClr>
                </a:solidFill>
              </a:rPr>
              <a:t>Key </a:t>
            </a:r>
            <a:r>
              <a:rPr lang="en-IN">
                <a:solidFill>
                  <a:schemeClr val="bg2">
                    <a:lumMod val="25000"/>
                  </a:schemeClr>
                </a:solidFill>
              </a:rPr>
              <a:t>‘In-Scope’ </a:t>
            </a:r>
            <a:r>
              <a:rPr>
                <a:solidFill>
                  <a:schemeClr val="bg2">
                    <a:lumMod val="25000"/>
                  </a:schemeClr>
                </a:solidFill>
              </a:rPr>
              <a:t>Considerations</a:t>
            </a:r>
            <a:r>
              <a:rPr lang="en-IN">
                <a:solidFill>
                  <a:schemeClr val="bg2">
                    <a:lumMod val="25000"/>
                  </a:schemeClr>
                </a:solidFill>
              </a:rPr>
              <a:t> </a:t>
            </a:r>
            <a:endParaRPr>
              <a:solidFill>
                <a:schemeClr val="bg2">
                  <a:lumMod val="25000"/>
                </a:schemeClr>
              </a:solidFill>
            </a:endParaRPr>
          </a:p>
        </p:txBody>
      </p:sp>
      <p:sp>
        <p:nvSpPr>
          <p:cNvPr id="4" name="object 4"/>
          <p:cNvSpPr/>
          <p:nvPr/>
        </p:nvSpPr>
        <p:spPr>
          <a:xfrm>
            <a:off x="674625" y="1230746"/>
            <a:ext cx="3385820" cy="1492789"/>
          </a:xfrm>
          <a:custGeom>
            <a:avLst/>
            <a:gdLst/>
            <a:ahLst/>
            <a:cxnLst/>
            <a:rect l="l" t="t" r="r" b="b"/>
            <a:pathLst>
              <a:path w="2539365" h="1645920">
                <a:moveTo>
                  <a:pt x="2408936" y="0"/>
                </a:moveTo>
                <a:lnTo>
                  <a:pt x="122926" y="190"/>
                </a:lnTo>
                <a:lnTo>
                  <a:pt x="81223" y="9462"/>
                </a:lnTo>
                <a:lnTo>
                  <a:pt x="45783" y="30963"/>
                </a:lnTo>
                <a:lnTo>
                  <a:pt x="18986" y="62321"/>
                </a:lnTo>
                <a:lnTo>
                  <a:pt x="3214" y="101165"/>
                </a:lnTo>
                <a:lnTo>
                  <a:pt x="0" y="130047"/>
                </a:lnTo>
                <a:lnTo>
                  <a:pt x="190" y="1522975"/>
                </a:lnTo>
                <a:lnTo>
                  <a:pt x="9468" y="1564706"/>
                </a:lnTo>
                <a:lnTo>
                  <a:pt x="30977" y="1600152"/>
                </a:lnTo>
                <a:lnTo>
                  <a:pt x="62336" y="1626944"/>
                </a:lnTo>
                <a:lnTo>
                  <a:pt x="101164" y="1642708"/>
                </a:lnTo>
                <a:lnTo>
                  <a:pt x="130022" y="1645919"/>
                </a:lnTo>
                <a:lnTo>
                  <a:pt x="2416059" y="1645728"/>
                </a:lnTo>
                <a:lnTo>
                  <a:pt x="2457784" y="1636451"/>
                </a:lnTo>
                <a:lnTo>
                  <a:pt x="2493225" y="1614949"/>
                </a:lnTo>
                <a:lnTo>
                  <a:pt x="2520011" y="1583592"/>
                </a:lnTo>
                <a:lnTo>
                  <a:pt x="2535772" y="1544752"/>
                </a:lnTo>
                <a:lnTo>
                  <a:pt x="2538984" y="1515871"/>
                </a:lnTo>
                <a:lnTo>
                  <a:pt x="2538792" y="122924"/>
                </a:lnTo>
                <a:lnTo>
                  <a:pt x="2529515" y="81199"/>
                </a:lnTo>
                <a:lnTo>
                  <a:pt x="2508013" y="45758"/>
                </a:lnTo>
                <a:lnTo>
                  <a:pt x="2476656" y="18972"/>
                </a:lnTo>
                <a:lnTo>
                  <a:pt x="2437816" y="3211"/>
                </a:lnTo>
                <a:lnTo>
                  <a:pt x="2408936" y="0"/>
                </a:lnTo>
                <a:close/>
              </a:path>
            </a:pathLst>
          </a:custGeom>
          <a:solidFill>
            <a:srgbClr val="0070A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effectLst/>
              <a:uLnTx/>
              <a:uFillTx/>
              <a:latin typeface="Ubuntu"/>
              <a:ea typeface="+mn-ea"/>
              <a:cs typeface="+mn-cs"/>
            </a:endParaRPr>
          </a:p>
        </p:txBody>
      </p:sp>
      <p:sp>
        <p:nvSpPr>
          <p:cNvPr id="5" name="object 5"/>
          <p:cNvSpPr/>
          <p:nvPr/>
        </p:nvSpPr>
        <p:spPr>
          <a:xfrm>
            <a:off x="524957" y="1230746"/>
            <a:ext cx="3535488" cy="1492789"/>
          </a:xfrm>
          <a:custGeom>
            <a:avLst/>
            <a:gdLst/>
            <a:ahLst/>
            <a:cxnLst/>
            <a:rect l="l" t="t" r="r" b="b"/>
            <a:pathLst>
              <a:path w="2539365" h="1645920">
                <a:moveTo>
                  <a:pt x="0" y="130047"/>
                </a:moveTo>
                <a:lnTo>
                  <a:pt x="7099" y="87531"/>
                </a:lnTo>
                <a:lnTo>
                  <a:pt x="26811" y="50919"/>
                </a:lnTo>
                <a:lnTo>
                  <a:pt x="56754" y="22584"/>
                </a:lnTo>
                <a:lnTo>
                  <a:pt x="94546" y="4895"/>
                </a:lnTo>
                <a:lnTo>
                  <a:pt x="2408936" y="0"/>
                </a:lnTo>
                <a:lnTo>
                  <a:pt x="2423616" y="817"/>
                </a:lnTo>
                <a:lnTo>
                  <a:pt x="2464424" y="12376"/>
                </a:lnTo>
                <a:lnTo>
                  <a:pt x="2498539" y="35751"/>
                </a:lnTo>
                <a:lnTo>
                  <a:pt x="2523589" y="68570"/>
                </a:lnTo>
                <a:lnTo>
                  <a:pt x="2537205" y="108464"/>
                </a:lnTo>
                <a:lnTo>
                  <a:pt x="2538984" y="1515871"/>
                </a:lnTo>
                <a:lnTo>
                  <a:pt x="2538166" y="1530552"/>
                </a:lnTo>
                <a:lnTo>
                  <a:pt x="2526607" y="1571360"/>
                </a:lnTo>
                <a:lnTo>
                  <a:pt x="2503232" y="1605475"/>
                </a:lnTo>
                <a:lnTo>
                  <a:pt x="2470413" y="1630525"/>
                </a:lnTo>
                <a:lnTo>
                  <a:pt x="2430519" y="1644141"/>
                </a:lnTo>
                <a:lnTo>
                  <a:pt x="130022" y="1645919"/>
                </a:lnTo>
                <a:lnTo>
                  <a:pt x="115354" y="1645102"/>
                </a:lnTo>
                <a:lnTo>
                  <a:pt x="74567" y="1633541"/>
                </a:lnTo>
                <a:lnTo>
                  <a:pt x="40454" y="1610162"/>
                </a:lnTo>
                <a:lnTo>
                  <a:pt x="15397" y="1577337"/>
                </a:lnTo>
                <a:lnTo>
                  <a:pt x="1777" y="1537437"/>
                </a:lnTo>
                <a:lnTo>
                  <a:pt x="0" y="130047"/>
                </a:lnTo>
                <a:close/>
              </a:path>
            </a:pathLst>
          </a:custGeom>
          <a:solidFill>
            <a:schemeClr val="accent1">
              <a:lumMod val="20000"/>
              <a:lumOff val="80000"/>
            </a:schemeClr>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6" name="object 6"/>
          <p:cNvSpPr txBox="1"/>
          <p:nvPr/>
        </p:nvSpPr>
        <p:spPr>
          <a:xfrm>
            <a:off x="830816" y="1271994"/>
            <a:ext cx="3088911" cy="1338828"/>
          </a:xfrm>
          <a:prstGeom prst="rect">
            <a:avLst/>
          </a:prstGeom>
        </p:spPr>
        <p:txBody>
          <a:bodyPr vert="horz" wrap="square" lIns="0" tIns="0" rIns="0" bIns="0" rtlCol="0">
            <a:spAutoFit/>
          </a:bodyPr>
          <a:lstStyle/>
          <a:p>
            <a:pPr marL="16933" marR="6773"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13" normalizeH="0" baseline="0" noProof="0">
                <a:ln>
                  <a:noFill/>
                </a:ln>
                <a:effectLst/>
                <a:uLnTx/>
                <a:uFillTx/>
                <a:latin typeface="Ubuntu"/>
                <a:ea typeface="+mn-ea"/>
                <a:cs typeface="Arial"/>
              </a:rPr>
              <a:t>Bu</a:t>
            </a:r>
            <a:r>
              <a:rPr kumimoji="0" sz="1600" b="1" i="0" u="none" strike="noStrike" kern="1200" cap="none" spc="0" normalizeH="0" baseline="0" noProof="0">
                <a:ln>
                  <a:noFill/>
                </a:ln>
                <a:effectLst/>
                <a:uLnTx/>
                <a:uFillTx/>
                <a:latin typeface="Ubuntu"/>
                <a:ea typeface="+mn-ea"/>
                <a:cs typeface="Arial"/>
              </a:rPr>
              <a:t>si</a:t>
            </a:r>
            <a:r>
              <a:rPr kumimoji="0" sz="1600" b="1" i="0" u="none" strike="noStrike" kern="1200" cap="none" spc="-13" normalizeH="0" baseline="0" noProof="0">
                <a:ln>
                  <a:noFill/>
                </a:ln>
                <a:effectLst/>
                <a:uLnTx/>
                <a:uFillTx/>
                <a:latin typeface="Ubuntu"/>
                <a:ea typeface="+mn-ea"/>
                <a:cs typeface="Arial"/>
              </a:rPr>
              <a:t>n</a:t>
            </a:r>
            <a:r>
              <a:rPr kumimoji="0" sz="1600" b="1" i="0" u="none" strike="noStrike" kern="1200" cap="none" spc="0" normalizeH="0" baseline="0" noProof="0">
                <a:ln>
                  <a:noFill/>
                </a:ln>
                <a:effectLst/>
                <a:uLnTx/>
                <a:uFillTx/>
                <a:latin typeface="Ubuntu"/>
                <a:ea typeface="+mn-ea"/>
                <a:cs typeface="Arial"/>
              </a:rPr>
              <a:t>ess</a:t>
            </a:r>
            <a:r>
              <a:rPr kumimoji="0" sz="1600" b="1" i="0" u="none" strike="noStrike" kern="1200" cap="none" spc="-47" normalizeH="0" baseline="0" noProof="0">
                <a:ln>
                  <a:noFill/>
                </a:ln>
                <a:effectLst/>
                <a:uLnTx/>
                <a:uFillTx/>
                <a:latin typeface="Ubuntu"/>
                <a:ea typeface="+mn-ea"/>
                <a:cs typeface="Arial"/>
              </a:rPr>
              <a:t> </a:t>
            </a:r>
            <a:r>
              <a:rPr kumimoji="0" sz="1600" b="1" i="0" u="none" strike="noStrike" kern="1200" cap="none" spc="20" normalizeH="0" baseline="0" noProof="0">
                <a:ln>
                  <a:noFill/>
                </a:ln>
                <a:effectLst/>
                <a:uLnTx/>
                <a:uFillTx/>
                <a:latin typeface="Ubuntu"/>
                <a:ea typeface="+mn-ea"/>
                <a:cs typeface="Arial"/>
              </a:rPr>
              <a:t>M</a:t>
            </a:r>
            <a:r>
              <a:rPr kumimoji="0" sz="1600" b="1" i="0" u="none" strike="noStrike" kern="1200" cap="none" spc="-13" normalizeH="0" baseline="0" noProof="0">
                <a:ln>
                  <a:noFill/>
                </a:ln>
                <a:effectLst/>
                <a:uLnTx/>
                <a:uFillTx/>
                <a:latin typeface="Ubuntu"/>
                <a:ea typeface="+mn-ea"/>
                <a:cs typeface="Arial"/>
              </a:rPr>
              <a:t>od</a:t>
            </a:r>
            <a:r>
              <a:rPr kumimoji="0" sz="1600" b="1" i="0" u="none" strike="noStrike" kern="1200" cap="none" spc="0" normalizeH="0" baseline="0" noProof="0">
                <a:ln>
                  <a:noFill/>
                </a:ln>
                <a:effectLst/>
                <a:uLnTx/>
                <a:uFillTx/>
                <a:latin typeface="Ubuntu"/>
                <a:ea typeface="+mn-ea"/>
                <a:cs typeface="Arial"/>
              </a:rPr>
              <a:t>el </a:t>
            </a:r>
            <a:r>
              <a:rPr kumimoji="0" sz="1600" b="1" i="0" u="none" strike="noStrike" kern="1200" cap="none" spc="-13" normalizeH="0" baseline="0" noProof="0">
                <a:ln>
                  <a:noFill/>
                </a:ln>
                <a:effectLst/>
                <a:uLnTx/>
                <a:uFillTx/>
                <a:latin typeface="Ubuntu"/>
                <a:ea typeface="+mn-ea"/>
                <a:cs typeface="Arial"/>
              </a:rPr>
              <a:t>Co</a:t>
            </a:r>
            <a:r>
              <a:rPr kumimoji="0" sz="1600" b="1" i="0" u="none" strike="noStrike" kern="1200" cap="none" spc="0" normalizeH="0" baseline="0" noProof="0">
                <a:ln>
                  <a:noFill/>
                </a:ln>
                <a:effectLst/>
                <a:uLnTx/>
                <a:uFillTx/>
                <a:latin typeface="Ubuntu"/>
                <a:ea typeface="+mn-ea"/>
                <a:cs typeface="Arial"/>
              </a:rPr>
              <a:t>m</a:t>
            </a:r>
            <a:r>
              <a:rPr kumimoji="0" sz="1600" b="1" i="0" u="none" strike="noStrike" kern="1200" cap="none" spc="-13" normalizeH="0" baseline="0" noProof="0">
                <a:ln>
                  <a:noFill/>
                </a:ln>
                <a:effectLst/>
                <a:uLnTx/>
                <a:uFillTx/>
                <a:latin typeface="Ubuntu"/>
                <a:ea typeface="+mn-ea"/>
                <a:cs typeface="Arial"/>
              </a:rPr>
              <a:t>pon</a:t>
            </a:r>
            <a:r>
              <a:rPr kumimoji="0" sz="1600" b="1" i="0" u="none" strike="noStrike" kern="1200" cap="none" spc="0" normalizeH="0" baseline="0" noProof="0">
                <a:ln>
                  <a:noFill/>
                </a:ln>
                <a:effectLst/>
                <a:uLnTx/>
                <a:uFillTx/>
                <a:latin typeface="Ubuntu"/>
                <a:ea typeface="+mn-ea"/>
                <a:cs typeface="Arial"/>
              </a:rPr>
              <a:t>e</a:t>
            </a:r>
            <a:r>
              <a:rPr kumimoji="0" sz="1600" b="1" i="0" u="none" strike="noStrike" kern="1200" cap="none" spc="-13" normalizeH="0" baseline="0" noProof="0">
                <a:ln>
                  <a:noFill/>
                </a:ln>
                <a:effectLst/>
                <a:uLnTx/>
                <a:uFillTx/>
                <a:latin typeface="Ubuntu"/>
                <a:ea typeface="+mn-ea"/>
                <a:cs typeface="Arial"/>
              </a:rPr>
              <a:t>n</a:t>
            </a:r>
            <a:r>
              <a:rPr kumimoji="0" sz="1600" b="1" i="0" u="none" strike="noStrike" kern="1200" cap="none" spc="0" normalizeH="0" baseline="0" noProof="0">
                <a:ln>
                  <a:noFill/>
                </a:ln>
                <a:effectLst/>
                <a:uLnTx/>
                <a:uFillTx/>
                <a:latin typeface="Ubuntu"/>
                <a:ea typeface="+mn-ea"/>
                <a:cs typeface="Arial"/>
              </a:rPr>
              <a:t>ts</a:t>
            </a:r>
            <a:r>
              <a:rPr kumimoji="0" sz="1600" b="1" i="0" u="none" strike="noStrike" kern="1200" cap="none" spc="-27" normalizeH="0" baseline="0" noProof="0">
                <a:ln>
                  <a:noFill/>
                </a:ln>
                <a:effectLst/>
                <a:uLnTx/>
                <a:uFillTx/>
                <a:latin typeface="Ubuntu"/>
                <a:ea typeface="+mn-ea"/>
                <a:cs typeface="Arial"/>
              </a:rPr>
              <a:t> </a:t>
            </a:r>
            <a:r>
              <a:rPr kumimoji="0" sz="1600" b="1" i="0" u="none" strike="noStrike" kern="1200" cap="none" spc="-13" normalizeH="0" baseline="0" noProof="0">
                <a:ln>
                  <a:noFill/>
                </a:ln>
                <a:effectLst/>
                <a:uLnTx/>
                <a:uFillTx/>
                <a:latin typeface="Ubuntu"/>
                <a:ea typeface="+mn-ea"/>
                <a:cs typeface="Arial"/>
              </a:rPr>
              <a:t>Co</a:t>
            </a:r>
            <a:r>
              <a:rPr kumimoji="0" sz="1600" b="1" i="0" u="none" strike="noStrike" kern="1200" cap="none" spc="-20" normalizeH="0" baseline="0" noProof="0">
                <a:ln>
                  <a:noFill/>
                </a:ln>
                <a:effectLst/>
                <a:uLnTx/>
                <a:uFillTx/>
                <a:latin typeface="Ubuntu"/>
                <a:ea typeface="+mn-ea"/>
                <a:cs typeface="Arial"/>
              </a:rPr>
              <a:t>v</a:t>
            </a:r>
            <a:r>
              <a:rPr kumimoji="0" sz="1600" b="1" i="0" u="none" strike="noStrike" kern="1200" cap="none" spc="0" normalizeH="0" baseline="0" noProof="0">
                <a:ln>
                  <a:noFill/>
                </a:ln>
                <a:effectLst/>
                <a:uLnTx/>
                <a:uFillTx/>
                <a:latin typeface="Ubuntu"/>
                <a:ea typeface="+mn-ea"/>
                <a:cs typeface="Arial"/>
              </a:rPr>
              <a:t>era</a:t>
            </a:r>
            <a:r>
              <a:rPr kumimoji="0" sz="1600" b="1" i="0" u="none" strike="noStrike" kern="1200" cap="none" spc="-13" normalizeH="0" baseline="0" noProof="0">
                <a:ln>
                  <a:noFill/>
                </a:ln>
                <a:effectLst/>
                <a:uLnTx/>
                <a:uFillTx/>
                <a:latin typeface="Ubuntu"/>
                <a:ea typeface="+mn-ea"/>
                <a:cs typeface="Arial"/>
              </a:rPr>
              <a:t>g</a:t>
            </a:r>
            <a:r>
              <a:rPr kumimoji="0" sz="1600" b="1" i="0" u="none" strike="noStrike" kern="1200" cap="none" spc="0" normalizeH="0" baseline="0" noProof="0">
                <a:ln>
                  <a:noFill/>
                </a:ln>
                <a:effectLst/>
                <a:uLnTx/>
                <a:uFillTx/>
                <a:latin typeface="Ubuntu"/>
                <a:ea typeface="+mn-ea"/>
                <a:cs typeface="Arial"/>
              </a:rPr>
              <a:t>e</a:t>
            </a:r>
            <a:endParaRPr kumimoji="0" sz="16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Bef>
                <a:spcPts val="20"/>
              </a:spcBef>
              <a:spcAft>
                <a:spcPts val="0"/>
              </a:spcAft>
              <a:buClrTx/>
              <a:buSzTx/>
              <a:buFont typeface="Arial"/>
              <a:buChar char="•"/>
              <a:tabLst>
                <a:tab pos="321725" algn="l"/>
              </a:tabLst>
              <a:defRPr/>
            </a:pPr>
            <a:r>
              <a:rPr kumimoji="0" sz="1100" b="0" i="0" u="none" strike="noStrike" kern="1200" cap="none" spc="-13" normalizeH="0" baseline="0" noProof="0">
                <a:ln>
                  <a:noFill/>
                </a:ln>
                <a:effectLst/>
                <a:uLnTx/>
                <a:uFillTx/>
                <a:latin typeface="Ubuntu"/>
                <a:ea typeface="+mn-ea"/>
                <a:cs typeface="Arial"/>
              </a:rPr>
              <a:t>Custo</a:t>
            </a:r>
            <a:r>
              <a:rPr kumimoji="0" sz="1100" b="0" i="0" u="none" strike="noStrike" kern="1200" cap="none" spc="0" normalizeH="0" baseline="0" noProof="0">
                <a:ln>
                  <a:noFill/>
                </a:ln>
                <a:effectLst/>
                <a:uLnTx/>
                <a:uFillTx/>
                <a:latin typeface="Ubuntu"/>
                <a:ea typeface="+mn-ea"/>
                <a:cs typeface="Arial"/>
              </a:rPr>
              <a:t>m</a:t>
            </a:r>
            <a:r>
              <a:rPr kumimoji="0" sz="1100" b="0" i="0" u="none" strike="noStrike" kern="1200" cap="none" spc="-7" normalizeH="0" baseline="0" noProof="0">
                <a:ln>
                  <a:noFill/>
                </a:ln>
                <a:effectLst/>
                <a:uLnTx/>
                <a:uFillTx/>
                <a:latin typeface="Ubuntu"/>
                <a:ea typeface="+mn-ea"/>
                <a:cs typeface="Arial"/>
              </a:rPr>
              <a:t>er,</a:t>
            </a:r>
            <a:r>
              <a:rPr kumimoji="0" sz="1100" b="0" i="0" u="none" strike="noStrike" kern="1200" cap="none" spc="-33" normalizeH="0" baseline="0" noProof="0">
                <a:ln>
                  <a:noFill/>
                </a:ln>
                <a:effectLst/>
                <a:uLnTx/>
                <a:uFillTx/>
                <a:latin typeface="Ubuntu"/>
                <a:ea typeface="+mn-ea"/>
                <a:cs typeface="Arial"/>
              </a:rPr>
              <a:t> </a:t>
            </a:r>
            <a:r>
              <a:rPr kumimoji="0" sz="1100" b="0" i="0" u="none" strike="noStrike" kern="1200" cap="none" spc="0" normalizeH="0" baseline="0" noProof="0">
                <a:ln>
                  <a:noFill/>
                </a:ln>
                <a:effectLst/>
                <a:uLnTx/>
                <a:uFillTx/>
                <a:latin typeface="Ubuntu"/>
                <a:ea typeface="+mn-ea"/>
                <a:cs typeface="Arial"/>
              </a:rPr>
              <a:t>c</a:t>
            </a:r>
            <a:r>
              <a:rPr kumimoji="0" sz="1100" b="0" i="0" u="none" strike="noStrike" kern="1200" cap="none" spc="-7" normalizeH="0" baseline="0" noProof="0">
                <a:ln>
                  <a:noFill/>
                </a:ln>
                <a:effectLst/>
                <a:uLnTx/>
                <a:uFillTx/>
                <a:latin typeface="Ubuntu"/>
                <a:ea typeface="+mn-ea"/>
                <a:cs typeface="Arial"/>
              </a:rPr>
              <a:t>usto</a:t>
            </a:r>
            <a:r>
              <a:rPr kumimoji="0" sz="1100" b="0" i="0" u="none" strike="noStrike" kern="1200" cap="none" spc="0" normalizeH="0" baseline="0" noProof="0">
                <a:ln>
                  <a:noFill/>
                </a:ln>
                <a:effectLst/>
                <a:uLnTx/>
                <a:uFillTx/>
                <a:latin typeface="Ubuntu"/>
                <a:ea typeface="+mn-ea"/>
                <a:cs typeface="Arial"/>
              </a:rPr>
              <a:t>m</a:t>
            </a:r>
            <a:r>
              <a:rPr kumimoji="0" sz="1100" b="0" i="0" u="none" strike="noStrike" kern="1200" cap="none" spc="-7" normalizeH="0" baseline="0" noProof="0">
                <a:ln>
                  <a:noFill/>
                </a:ln>
                <a:effectLst/>
                <a:uLnTx/>
                <a:uFillTx/>
                <a:latin typeface="Ubuntu"/>
                <a:ea typeface="+mn-ea"/>
                <a:cs typeface="Arial"/>
              </a:rPr>
              <a:t>er</a:t>
            </a:r>
            <a:r>
              <a:rPr kumimoji="0" sz="1100" b="0" i="0" u="none" strike="noStrike" kern="1200" cap="none" spc="-33" normalizeH="0" baseline="0" noProof="0">
                <a:ln>
                  <a:noFill/>
                </a:ln>
                <a:effectLst/>
                <a:uLnTx/>
                <a:uFillTx/>
                <a:latin typeface="Ubuntu"/>
                <a:ea typeface="+mn-ea"/>
                <a:cs typeface="Arial"/>
              </a:rPr>
              <a:t> </a:t>
            </a:r>
            <a:r>
              <a:rPr kumimoji="0" sz="1100" b="0" i="0" u="none" strike="noStrike" kern="1200" cap="none" spc="0" normalizeH="0" baseline="0" noProof="0">
                <a:ln>
                  <a:noFill/>
                </a:ln>
                <a:effectLst/>
                <a:uLnTx/>
                <a:uFillTx/>
                <a:latin typeface="Ubuntu"/>
                <a:ea typeface="+mn-ea"/>
                <a:cs typeface="Arial"/>
              </a:rPr>
              <a:t>j</a:t>
            </a:r>
            <a:r>
              <a:rPr kumimoji="0" sz="1100" b="0" i="0" u="none" strike="noStrike" kern="1200" cap="none" spc="-13" normalizeH="0" baseline="0" noProof="0">
                <a:ln>
                  <a:noFill/>
                </a:ln>
                <a:effectLst/>
                <a:uLnTx/>
                <a:uFillTx/>
                <a:latin typeface="Ubuntu"/>
                <a:ea typeface="+mn-ea"/>
                <a:cs typeface="Arial"/>
              </a:rPr>
              <a:t>o</a:t>
            </a:r>
            <a:r>
              <a:rPr kumimoji="0" sz="1100" b="0" i="0" u="none" strike="noStrike" kern="1200" cap="none" spc="-20" normalizeH="0" baseline="0" noProof="0">
                <a:ln>
                  <a:noFill/>
                </a:ln>
                <a:effectLst/>
                <a:uLnTx/>
                <a:uFillTx/>
                <a:latin typeface="Ubuntu"/>
                <a:ea typeface="+mn-ea"/>
                <a:cs typeface="Arial"/>
              </a:rPr>
              <a:t>u</a:t>
            </a:r>
            <a:r>
              <a:rPr kumimoji="0" sz="1100" b="0" i="0" u="none" strike="noStrike" kern="1200" cap="none" spc="-7" normalizeH="0" baseline="0" noProof="0">
                <a:ln>
                  <a:noFill/>
                </a:ln>
                <a:effectLst/>
                <a:uLnTx/>
                <a:uFillTx/>
                <a:latin typeface="Ubuntu"/>
                <a:ea typeface="+mn-ea"/>
                <a:cs typeface="Arial"/>
              </a:rPr>
              <a:t>rn</a:t>
            </a:r>
            <a:r>
              <a:rPr kumimoji="0" sz="1100" b="0" i="0" u="none" strike="noStrike" kern="1200" cap="none" spc="-20" normalizeH="0" baseline="0" noProof="0">
                <a:ln>
                  <a:noFill/>
                </a:ln>
                <a:effectLst/>
                <a:uLnTx/>
                <a:uFillTx/>
                <a:latin typeface="Ubuntu"/>
                <a:ea typeface="+mn-ea"/>
                <a:cs typeface="Arial"/>
              </a:rPr>
              <a:t>e</a:t>
            </a:r>
            <a:r>
              <a:rPr kumimoji="0" sz="1100" b="0" i="0" u="none" strike="noStrike" kern="1200" cap="none" spc="-47" normalizeH="0" baseline="0" noProof="0">
                <a:ln>
                  <a:noFill/>
                </a:ln>
                <a:effectLst/>
                <a:uLnTx/>
                <a:uFillTx/>
                <a:latin typeface="Ubuntu"/>
                <a:ea typeface="+mn-ea"/>
                <a:cs typeface="Arial"/>
              </a:rPr>
              <a:t>y</a:t>
            </a:r>
            <a:r>
              <a:rPr kumimoji="0" sz="1100" b="0" i="0" u="none" strike="noStrike" kern="1200" cap="none" spc="0" normalizeH="0" baseline="0" noProof="0">
                <a:ln>
                  <a:noFill/>
                </a:ln>
                <a:effectLst/>
                <a:uLnTx/>
                <a:uFillTx/>
                <a:latin typeface="Ubuntu"/>
                <a:ea typeface="+mn-ea"/>
                <a:cs typeface="Arial"/>
              </a:rPr>
              <a:t>s</a:t>
            </a:r>
            <a:r>
              <a:rPr kumimoji="0" sz="1100" b="0" i="0" u="none" strike="noStrike" kern="1200" cap="none" spc="-7" normalizeH="0" baseline="0" noProof="0">
                <a:ln>
                  <a:noFill/>
                </a:ln>
                <a:effectLst/>
                <a:uLnTx/>
                <a:uFillTx/>
                <a:latin typeface="Ubuntu"/>
                <a:ea typeface="+mn-ea"/>
                <a:cs typeface="Arial"/>
              </a:rPr>
              <a:t>,</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Bef>
                <a:spcPts val="0"/>
              </a:spcBef>
              <a:spcAft>
                <a:spcPts val="0"/>
              </a:spcAft>
              <a:buClrTx/>
              <a:buSzTx/>
              <a:buFont typeface="Arial"/>
              <a:buChar char="•"/>
              <a:tabLst>
                <a:tab pos="321725" algn="l"/>
              </a:tabLst>
              <a:defRPr/>
            </a:pPr>
            <a:r>
              <a:rPr kumimoji="0" sz="1100" b="0" i="0" u="none" strike="noStrike" kern="1200" cap="none" spc="-27" normalizeH="0" baseline="0" noProof="0">
                <a:ln>
                  <a:noFill/>
                </a:ln>
                <a:effectLst/>
                <a:uLnTx/>
                <a:uFillTx/>
                <a:latin typeface="Ubuntu"/>
                <a:ea typeface="+mn-ea"/>
                <a:cs typeface="Arial"/>
              </a:rPr>
              <a:t>P</a:t>
            </a:r>
            <a:r>
              <a:rPr kumimoji="0" sz="1100" b="0" i="0" u="none" strike="noStrike" kern="1200" cap="none" spc="-7" normalizeH="0" baseline="0" noProof="0">
                <a:ln>
                  <a:noFill/>
                </a:ln>
                <a:effectLst/>
                <a:uLnTx/>
                <a:uFillTx/>
                <a:latin typeface="Ubuntu"/>
                <a:ea typeface="+mn-ea"/>
                <a:cs typeface="Arial"/>
              </a:rPr>
              <a:t>r</a:t>
            </a:r>
            <a:r>
              <a:rPr kumimoji="0" sz="1100" b="0" i="0" u="none" strike="noStrike" kern="1200" cap="none" spc="-20" normalizeH="0" baseline="0" noProof="0">
                <a:ln>
                  <a:noFill/>
                </a:ln>
                <a:effectLst/>
                <a:uLnTx/>
                <a:uFillTx/>
                <a:latin typeface="Ubuntu"/>
                <a:ea typeface="+mn-ea"/>
                <a:cs typeface="Arial"/>
              </a:rPr>
              <a:t>odu</a:t>
            </a:r>
            <a:r>
              <a:rPr kumimoji="0" sz="1100" b="0" i="0" u="none" strike="noStrike" kern="1200" cap="none" spc="-7" normalizeH="0" baseline="0" noProof="0">
                <a:ln>
                  <a:noFill/>
                </a:ln>
                <a:effectLst/>
                <a:uLnTx/>
                <a:uFillTx/>
                <a:latin typeface="Ubuntu"/>
                <a:ea typeface="+mn-ea"/>
                <a:cs typeface="Arial"/>
              </a:rPr>
              <a:t>cts,</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Bef>
                <a:spcPts val="0"/>
              </a:spcBef>
              <a:spcAft>
                <a:spcPts val="0"/>
              </a:spcAft>
              <a:buClrTx/>
              <a:buSzTx/>
              <a:buFont typeface="Arial"/>
              <a:buChar char="•"/>
              <a:tabLst>
                <a:tab pos="321725" algn="l"/>
              </a:tabLst>
              <a:defRPr/>
            </a:pPr>
            <a:r>
              <a:rPr kumimoji="0" sz="1100" b="0" i="0" u="none" strike="noStrike" kern="1200" cap="none" spc="-13" normalizeH="0" baseline="0" noProof="0">
                <a:ln>
                  <a:noFill/>
                </a:ln>
                <a:effectLst/>
                <a:uLnTx/>
                <a:uFillTx/>
                <a:latin typeface="Ubuntu"/>
                <a:ea typeface="+mn-ea"/>
                <a:cs typeface="Arial"/>
              </a:rPr>
              <a:t>Cha</a:t>
            </a:r>
            <a:r>
              <a:rPr kumimoji="0" sz="1100" b="0" i="0" u="none" strike="noStrike" kern="1200" cap="none" spc="-20" normalizeH="0" baseline="0" noProof="0">
                <a:ln>
                  <a:noFill/>
                </a:ln>
                <a:effectLst/>
                <a:uLnTx/>
                <a:uFillTx/>
                <a:latin typeface="Ubuntu"/>
                <a:ea typeface="+mn-ea"/>
                <a:cs typeface="Arial"/>
              </a:rPr>
              <a:t>n</a:t>
            </a:r>
            <a:r>
              <a:rPr kumimoji="0" sz="1100" b="0" i="0" u="none" strike="noStrike" kern="1200" cap="none" spc="-13" normalizeH="0" baseline="0" noProof="0">
                <a:ln>
                  <a:noFill/>
                </a:ln>
                <a:effectLst/>
                <a:uLnTx/>
                <a:uFillTx/>
                <a:latin typeface="Ubuntu"/>
                <a:ea typeface="+mn-ea"/>
                <a:cs typeface="Arial"/>
              </a:rPr>
              <a:t>n</a:t>
            </a:r>
            <a:r>
              <a:rPr kumimoji="0" sz="1100" b="0" i="0" u="none" strike="noStrike" kern="1200" cap="none" spc="-20" normalizeH="0" baseline="0" noProof="0">
                <a:ln>
                  <a:noFill/>
                </a:ln>
                <a:effectLst/>
                <a:uLnTx/>
                <a:uFillTx/>
                <a:latin typeface="Ubuntu"/>
                <a:ea typeface="+mn-ea"/>
                <a:cs typeface="Arial"/>
              </a:rPr>
              <a:t>e</a:t>
            </a:r>
            <a:r>
              <a:rPr kumimoji="0" sz="1100" b="0" i="0" u="none" strike="noStrike" kern="1200" cap="none" spc="-13" normalizeH="0" baseline="0" noProof="0">
                <a:ln>
                  <a:noFill/>
                </a:ln>
                <a:effectLst/>
                <a:uLnTx/>
                <a:uFillTx/>
                <a:latin typeface="Ubuntu"/>
                <a:ea typeface="+mn-ea"/>
                <a:cs typeface="Arial"/>
              </a:rPr>
              <a:t>l</a:t>
            </a:r>
            <a:r>
              <a:rPr kumimoji="0" sz="1100" b="0" i="0" u="none" strike="noStrike" kern="1200" cap="none" spc="0" normalizeH="0" baseline="0" noProof="0">
                <a:ln>
                  <a:noFill/>
                </a:ln>
                <a:effectLst/>
                <a:uLnTx/>
                <a:uFillTx/>
                <a:latin typeface="Ubuntu"/>
                <a:ea typeface="+mn-ea"/>
                <a:cs typeface="Arial"/>
              </a:rPr>
              <a:t>s</a:t>
            </a:r>
            <a:r>
              <a:rPr kumimoji="0" sz="1100" b="0" i="0" u="none" strike="noStrike" kern="1200" cap="none" spc="-7" normalizeH="0" baseline="0" noProof="0">
                <a:ln>
                  <a:noFill/>
                </a:ln>
                <a:effectLst/>
                <a:uLnTx/>
                <a:uFillTx/>
                <a:latin typeface="Ubuntu"/>
                <a:ea typeface="+mn-ea"/>
                <a:cs typeface="Arial"/>
              </a:rPr>
              <a:t>,</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Bef>
                <a:spcPts val="0"/>
              </a:spcBef>
              <a:spcAft>
                <a:spcPts val="0"/>
              </a:spcAft>
              <a:buClrTx/>
              <a:buSzTx/>
              <a:buFont typeface="Arial"/>
              <a:buChar char="•"/>
              <a:tabLst>
                <a:tab pos="321725" algn="l"/>
              </a:tabLst>
              <a:defRPr/>
            </a:pPr>
            <a:r>
              <a:rPr kumimoji="0" sz="1100" b="0" i="0" u="none" strike="noStrike" kern="1200" cap="none" spc="-20" normalizeH="0" baseline="0" noProof="0">
                <a:ln>
                  <a:noFill/>
                </a:ln>
                <a:effectLst/>
                <a:uLnTx/>
                <a:uFillTx/>
                <a:latin typeface="Ubuntu"/>
                <a:ea typeface="+mn-ea"/>
                <a:cs typeface="Arial"/>
              </a:rPr>
              <a:t>B</a:t>
            </a:r>
            <a:r>
              <a:rPr kumimoji="0" sz="1100" b="0" i="0" u="none" strike="noStrike" kern="1200" cap="none" spc="-13" normalizeH="0" baseline="0" noProof="0">
                <a:ln>
                  <a:noFill/>
                </a:ln>
                <a:effectLst/>
                <a:uLnTx/>
                <a:uFillTx/>
                <a:latin typeface="Ubuntu"/>
                <a:ea typeface="+mn-ea"/>
                <a:cs typeface="Arial"/>
              </a:rPr>
              <a:t>ack o</a:t>
            </a:r>
            <a:r>
              <a:rPr kumimoji="0" sz="1100" b="0" i="0" u="none" strike="noStrike" kern="1200" cap="none" spc="0" normalizeH="0" baseline="0" noProof="0">
                <a:ln>
                  <a:noFill/>
                </a:ln>
                <a:effectLst/>
                <a:uLnTx/>
                <a:uFillTx/>
                <a:latin typeface="Ubuntu"/>
                <a:ea typeface="+mn-ea"/>
                <a:cs typeface="Arial"/>
              </a:rPr>
              <a:t>ff</a:t>
            </a:r>
            <a:r>
              <a:rPr kumimoji="0" sz="1100" b="0" i="0" u="none" strike="noStrike" kern="1200" cap="none" spc="-13" normalizeH="0" baseline="0" noProof="0">
                <a:ln>
                  <a:noFill/>
                </a:ln>
                <a:effectLst/>
                <a:uLnTx/>
                <a:uFillTx/>
                <a:latin typeface="Ubuntu"/>
                <a:ea typeface="+mn-ea"/>
                <a:cs typeface="Arial"/>
              </a:rPr>
              <a:t>i</a:t>
            </a:r>
            <a:r>
              <a:rPr kumimoji="0" sz="1100" b="0" i="0" u="none" strike="noStrike" kern="1200" cap="none" spc="0" normalizeH="0" baseline="0" noProof="0">
                <a:ln>
                  <a:noFill/>
                </a:ln>
                <a:effectLst/>
                <a:uLnTx/>
                <a:uFillTx/>
                <a:latin typeface="Ubuntu"/>
                <a:ea typeface="+mn-ea"/>
                <a:cs typeface="Arial"/>
              </a:rPr>
              <a:t>c</a:t>
            </a:r>
            <a:r>
              <a:rPr kumimoji="0" sz="1100" b="0" i="0" u="none" strike="noStrike" kern="1200" cap="none" spc="-7" normalizeH="0" baseline="0" noProof="0">
                <a:ln>
                  <a:noFill/>
                </a:ln>
                <a:effectLst/>
                <a:uLnTx/>
                <a:uFillTx/>
                <a:latin typeface="Ubuntu"/>
                <a:ea typeface="+mn-ea"/>
                <a:cs typeface="Arial"/>
              </a:rPr>
              <a:t>e,</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Bef>
                <a:spcPts val="0"/>
              </a:spcBef>
              <a:spcAft>
                <a:spcPts val="0"/>
              </a:spcAft>
              <a:buClrTx/>
              <a:buSzTx/>
              <a:buFont typeface="Arial"/>
              <a:buChar char="•"/>
              <a:tabLst>
                <a:tab pos="321725" algn="l"/>
              </a:tabLst>
              <a:defRPr/>
            </a:pPr>
            <a:r>
              <a:rPr kumimoji="0" sz="1100" b="0" i="0" u="none" strike="noStrike" kern="1200" cap="none" spc="0" normalizeH="0" baseline="0" noProof="0">
                <a:ln>
                  <a:noFill/>
                </a:ln>
                <a:effectLst/>
                <a:uLnTx/>
                <a:uFillTx/>
                <a:latin typeface="Ubuntu"/>
                <a:ea typeface="+mn-ea"/>
                <a:cs typeface="Arial"/>
              </a:rPr>
              <a:t>s</a:t>
            </a:r>
            <a:r>
              <a:rPr kumimoji="0" sz="1100" b="0" i="0" u="none" strike="noStrike" kern="1200" cap="none" spc="-13" normalizeH="0" baseline="0" noProof="0">
                <a:ln>
                  <a:noFill/>
                </a:ln>
                <a:effectLst/>
                <a:uLnTx/>
                <a:uFillTx/>
                <a:latin typeface="Ubuntu"/>
                <a:ea typeface="+mn-ea"/>
                <a:cs typeface="Arial"/>
              </a:rPr>
              <a:t>u</a:t>
            </a:r>
            <a:r>
              <a:rPr kumimoji="0" sz="1100" b="0" i="0" u="none" strike="noStrike" kern="1200" cap="none" spc="-20" normalizeH="0" baseline="0" noProof="0">
                <a:ln>
                  <a:noFill/>
                </a:ln>
                <a:effectLst/>
                <a:uLnTx/>
                <a:uFillTx/>
                <a:latin typeface="Ubuntu"/>
                <a:ea typeface="+mn-ea"/>
                <a:cs typeface="Arial"/>
              </a:rPr>
              <a:t>p</a:t>
            </a:r>
            <a:r>
              <a:rPr kumimoji="0" sz="1100" b="0" i="0" u="none" strike="noStrike" kern="1200" cap="none" spc="-13" normalizeH="0" baseline="0" noProof="0">
                <a:ln>
                  <a:noFill/>
                </a:ln>
                <a:effectLst/>
                <a:uLnTx/>
                <a:uFillTx/>
                <a:latin typeface="Ubuntu"/>
                <a:ea typeface="+mn-ea"/>
                <a:cs typeface="Arial"/>
              </a:rPr>
              <a:t>p</a:t>
            </a:r>
            <a:r>
              <a:rPr kumimoji="0" sz="1100" b="0" i="0" u="none" strike="noStrike" kern="1200" cap="none" spc="-20" normalizeH="0" baseline="0" noProof="0">
                <a:ln>
                  <a:noFill/>
                </a:ln>
                <a:effectLst/>
                <a:uLnTx/>
                <a:uFillTx/>
                <a:latin typeface="Ubuntu"/>
                <a:ea typeface="+mn-ea"/>
                <a:cs typeface="Arial"/>
              </a:rPr>
              <a:t>l</a:t>
            </a:r>
            <a:r>
              <a:rPr kumimoji="0" sz="1100" b="0" i="0" u="none" strike="noStrike" kern="1200" cap="none" spc="-13" normalizeH="0" baseline="0" noProof="0">
                <a:ln>
                  <a:noFill/>
                </a:ln>
                <a:effectLst/>
                <a:uLnTx/>
                <a:uFillTx/>
                <a:latin typeface="Ubuntu"/>
                <a:ea typeface="+mn-ea"/>
                <a:cs typeface="Arial"/>
              </a:rPr>
              <a:t>i</a:t>
            </a:r>
            <a:r>
              <a:rPr kumimoji="0" sz="1100" b="0" i="0" u="none" strike="noStrike" kern="1200" cap="none" spc="-7" normalizeH="0" baseline="0" noProof="0">
                <a:ln>
                  <a:noFill/>
                </a:ln>
                <a:effectLst/>
                <a:uLnTx/>
                <a:uFillTx/>
                <a:latin typeface="Ubuntu"/>
                <a:ea typeface="+mn-ea"/>
                <a:cs typeface="Arial"/>
              </a:rPr>
              <a:t>er</a:t>
            </a:r>
            <a:r>
              <a:rPr kumimoji="0" sz="1100" b="0" i="0" u="none" strike="noStrike" kern="1200" cap="none" spc="0" normalizeH="0" baseline="0" noProof="0">
                <a:ln>
                  <a:noFill/>
                </a:ln>
                <a:effectLst/>
                <a:uLnTx/>
                <a:uFillTx/>
                <a:latin typeface="Ubuntu"/>
                <a:ea typeface="+mn-ea"/>
                <a:cs typeface="Arial"/>
              </a:rPr>
              <a:t>s</a:t>
            </a:r>
            <a:r>
              <a:rPr kumimoji="0" sz="1100" b="0" i="0" u="none" strike="noStrike" kern="1200" cap="none" spc="-7" normalizeH="0" baseline="0" noProof="0">
                <a:ln>
                  <a:noFill/>
                </a:ln>
                <a:effectLst/>
                <a:uLnTx/>
                <a:uFillTx/>
                <a:latin typeface="Ubuntu"/>
                <a:ea typeface="+mn-ea"/>
                <a:cs typeface="Arial"/>
              </a:rPr>
              <a:t>/p</a:t>
            </a:r>
            <a:r>
              <a:rPr kumimoji="0" sz="1100" b="0" i="0" u="none" strike="noStrike" kern="1200" cap="none" spc="-20" normalizeH="0" baseline="0" noProof="0">
                <a:ln>
                  <a:noFill/>
                </a:ln>
                <a:effectLst/>
                <a:uLnTx/>
                <a:uFillTx/>
                <a:latin typeface="Ubuntu"/>
                <a:ea typeface="+mn-ea"/>
                <a:cs typeface="Arial"/>
              </a:rPr>
              <a:t>a</a:t>
            </a:r>
            <a:r>
              <a:rPr kumimoji="0" sz="1100" b="0" i="0" u="none" strike="noStrike" kern="1200" cap="none" spc="-7" normalizeH="0" baseline="0" noProof="0">
                <a:ln>
                  <a:noFill/>
                </a:ln>
                <a:effectLst/>
                <a:uLnTx/>
                <a:uFillTx/>
                <a:latin typeface="Ubuntu"/>
                <a:ea typeface="+mn-ea"/>
                <a:cs typeface="Arial"/>
              </a:rPr>
              <a:t>rtn</a:t>
            </a:r>
            <a:r>
              <a:rPr kumimoji="0" sz="1100" b="0" i="0" u="none" strike="noStrike" kern="1200" cap="none" spc="-20" normalizeH="0" baseline="0" noProof="0">
                <a:ln>
                  <a:noFill/>
                </a:ln>
                <a:effectLst/>
                <a:uLnTx/>
                <a:uFillTx/>
                <a:latin typeface="Ubuntu"/>
                <a:ea typeface="+mn-ea"/>
                <a:cs typeface="Arial"/>
              </a:rPr>
              <a:t>e</a:t>
            </a:r>
            <a:r>
              <a:rPr kumimoji="0" sz="1100" b="0" i="0" u="none" strike="noStrike" kern="1200" cap="none" spc="-7" normalizeH="0" baseline="0" noProof="0">
                <a:ln>
                  <a:noFill/>
                </a:ln>
                <a:effectLst/>
                <a:uLnTx/>
                <a:uFillTx/>
                <a:latin typeface="Ubuntu"/>
                <a:ea typeface="+mn-ea"/>
                <a:cs typeface="Arial"/>
              </a:rPr>
              <a:t>rs</a:t>
            </a:r>
            <a:endParaRPr kumimoji="0" sz="1100" b="0" i="0" u="none" strike="noStrike" kern="1200" cap="none" spc="0" normalizeH="0" baseline="0" noProof="0">
              <a:ln>
                <a:noFill/>
              </a:ln>
              <a:effectLst/>
              <a:uLnTx/>
              <a:uFillTx/>
              <a:latin typeface="Ubuntu"/>
              <a:ea typeface="+mn-ea"/>
              <a:cs typeface="Arial"/>
            </a:endParaRPr>
          </a:p>
        </p:txBody>
      </p:sp>
      <p:sp>
        <p:nvSpPr>
          <p:cNvPr id="7" name="object 7"/>
          <p:cNvSpPr/>
          <p:nvPr/>
        </p:nvSpPr>
        <p:spPr>
          <a:xfrm>
            <a:off x="4409439" y="1227330"/>
            <a:ext cx="3385820" cy="1495668"/>
          </a:xfrm>
          <a:custGeom>
            <a:avLst/>
            <a:gdLst/>
            <a:ahLst/>
            <a:cxnLst/>
            <a:rect l="l" t="t" r="r" b="b"/>
            <a:pathLst>
              <a:path w="2539365" h="1649095">
                <a:moveTo>
                  <a:pt x="2400681" y="0"/>
                </a:moveTo>
                <a:lnTo>
                  <a:pt x="132374" y="125"/>
                </a:lnTo>
                <a:lnTo>
                  <a:pt x="90351" y="8553"/>
                </a:lnTo>
                <a:lnTo>
                  <a:pt x="53991" y="28697"/>
                </a:lnTo>
                <a:lnTo>
                  <a:pt x="25404" y="58444"/>
                </a:lnTo>
                <a:lnTo>
                  <a:pt x="6703" y="95684"/>
                </a:lnTo>
                <a:lnTo>
                  <a:pt x="0" y="138302"/>
                </a:lnTo>
                <a:lnTo>
                  <a:pt x="125" y="1516593"/>
                </a:lnTo>
                <a:lnTo>
                  <a:pt x="8553" y="1558616"/>
                </a:lnTo>
                <a:lnTo>
                  <a:pt x="28697" y="1594976"/>
                </a:lnTo>
                <a:lnTo>
                  <a:pt x="58444" y="1623563"/>
                </a:lnTo>
                <a:lnTo>
                  <a:pt x="95684" y="1642264"/>
                </a:lnTo>
                <a:lnTo>
                  <a:pt x="138303" y="1648967"/>
                </a:lnTo>
                <a:lnTo>
                  <a:pt x="2406609" y="1648842"/>
                </a:lnTo>
                <a:lnTo>
                  <a:pt x="2448632" y="1640414"/>
                </a:lnTo>
                <a:lnTo>
                  <a:pt x="2484992" y="1620270"/>
                </a:lnTo>
                <a:lnTo>
                  <a:pt x="2513579" y="1590523"/>
                </a:lnTo>
                <a:lnTo>
                  <a:pt x="2532280" y="1553283"/>
                </a:lnTo>
                <a:lnTo>
                  <a:pt x="2538984" y="1510664"/>
                </a:lnTo>
                <a:lnTo>
                  <a:pt x="2538858" y="132374"/>
                </a:lnTo>
                <a:lnTo>
                  <a:pt x="2530430" y="90351"/>
                </a:lnTo>
                <a:lnTo>
                  <a:pt x="2510286" y="53991"/>
                </a:lnTo>
                <a:lnTo>
                  <a:pt x="2480539" y="25404"/>
                </a:lnTo>
                <a:lnTo>
                  <a:pt x="2443299" y="6703"/>
                </a:lnTo>
                <a:lnTo>
                  <a:pt x="2400681" y="0"/>
                </a:lnTo>
                <a:close/>
              </a:path>
            </a:pathLst>
          </a:custGeom>
          <a:solidFill>
            <a:schemeClr val="accent2">
              <a:lumMod val="20000"/>
              <a:lumOff val="80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8" name="object 8"/>
          <p:cNvSpPr/>
          <p:nvPr/>
        </p:nvSpPr>
        <p:spPr>
          <a:xfrm>
            <a:off x="4409439" y="1227330"/>
            <a:ext cx="3385820" cy="1495668"/>
          </a:xfrm>
          <a:custGeom>
            <a:avLst/>
            <a:gdLst/>
            <a:ahLst/>
            <a:cxnLst/>
            <a:rect l="l" t="t" r="r" b="b"/>
            <a:pathLst>
              <a:path w="2539365" h="1649095">
                <a:moveTo>
                  <a:pt x="0" y="138302"/>
                </a:moveTo>
                <a:lnTo>
                  <a:pt x="6703" y="95684"/>
                </a:lnTo>
                <a:lnTo>
                  <a:pt x="25404" y="58444"/>
                </a:lnTo>
                <a:lnTo>
                  <a:pt x="53991" y="28697"/>
                </a:lnTo>
                <a:lnTo>
                  <a:pt x="90351" y="8553"/>
                </a:lnTo>
                <a:lnTo>
                  <a:pt x="132374" y="125"/>
                </a:lnTo>
                <a:lnTo>
                  <a:pt x="2400681" y="0"/>
                </a:lnTo>
                <a:lnTo>
                  <a:pt x="2415354" y="770"/>
                </a:lnTo>
                <a:lnTo>
                  <a:pt x="2456414" y="11707"/>
                </a:lnTo>
                <a:lnTo>
                  <a:pt x="2491391" y="33938"/>
                </a:lnTo>
                <a:lnTo>
                  <a:pt x="2518172" y="65351"/>
                </a:lnTo>
                <a:lnTo>
                  <a:pt x="2534646" y="103834"/>
                </a:lnTo>
                <a:lnTo>
                  <a:pt x="2538984" y="1510664"/>
                </a:lnTo>
                <a:lnTo>
                  <a:pt x="2538213" y="1525338"/>
                </a:lnTo>
                <a:lnTo>
                  <a:pt x="2527276" y="1566398"/>
                </a:lnTo>
                <a:lnTo>
                  <a:pt x="2505045" y="1601375"/>
                </a:lnTo>
                <a:lnTo>
                  <a:pt x="2473632" y="1628156"/>
                </a:lnTo>
                <a:lnTo>
                  <a:pt x="2435149" y="1644630"/>
                </a:lnTo>
                <a:lnTo>
                  <a:pt x="138303" y="1648967"/>
                </a:lnTo>
                <a:lnTo>
                  <a:pt x="123629" y="1648197"/>
                </a:lnTo>
                <a:lnTo>
                  <a:pt x="82569" y="1637260"/>
                </a:lnTo>
                <a:lnTo>
                  <a:pt x="47592" y="1615029"/>
                </a:lnTo>
                <a:lnTo>
                  <a:pt x="20811" y="1583616"/>
                </a:lnTo>
                <a:lnTo>
                  <a:pt x="4337" y="1545133"/>
                </a:lnTo>
                <a:lnTo>
                  <a:pt x="0" y="138302"/>
                </a:lnTo>
                <a:close/>
              </a:path>
            </a:pathLst>
          </a:custGeom>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9" name="object 9"/>
          <p:cNvSpPr txBox="1"/>
          <p:nvPr/>
        </p:nvSpPr>
        <p:spPr>
          <a:xfrm>
            <a:off x="4557062" y="1264131"/>
            <a:ext cx="2071793" cy="923330"/>
          </a:xfrm>
          <a:prstGeom prst="rect">
            <a:avLst/>
          </a:prstGeom>
        </p:spPr>
        <p:txBody>
          <a:bodyPr vert="horz" wrap="square" lIns="0" tIns="0" rIns="0" bIns="0" rtlCol="0">
            <a:spAutoFit/>
          </a:bodyPr>
          <a:lstStyle/>
          <a:p>
            <a:pPr marL="16933"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20" normalizeH="0" baseline="0" noProof="0">
                <a:ln>
                  <a:noFill/>
                </a:ln>
                <a:effectLst/>
                <a:uLnTx/>
                <a:uFillTx/>
                <a:latin typeface="Ubuntu"/>
                <a:ea typeface="+mn-ea"/>
                <a:cs typeface="Arial"/>
              </a:rPr>
              <a:t>M</a:t>
            </a:r>
            <a:r>
              <a:rPr kumimoji="0" sz="1600" b="1" i="0" u="none" strike="noStrike" kern="1200" cap="none" spc="0" normalizeH="0" baseline="0" noProof="0">
                <a:ln>
                  <a:noFill/>
                </a:ln>
                <a:effectLst/>
                <a:uLnTx/>
                <a:uFillTx/>
                <a:latin typeface="Ubuntu"/>
                <a:ea typeface="+mn-ea"/>
                <a:cs typeface="Arial"/>
              </a:rPr>
              <a:t>ark</a:t>
            </a:r>
            <a:r>
              <a:rPr kumimoji="0" sz="1600" b="1" i="0" u="none" strike="noStrike" kern="1200" cap="none" spc="-20" normalizeH="0" baseline="0" noProof="0">
                <a:ln>
                  <a:noFill/>
                </a:ln>
                <a:effectLst/>
                <a:uLnTx/>
                <a:uFillTx/>
                <a:latin typeface="Ubuntu"/>
                <a:ea typeface="+mn-ea"/>
                <a:cs typeface="Arial"/>
              </a:rPr>
              <a:t>e</a:t>
            </a:r>
            <a:r>
              <a:rPr kumimoji="0" sz="1600" b="1" i="0" u="none" strike="noStrike" kern="1200" cap="none" spc="0" normalizeH="0" baseline="0" noProof="0">
                <a:ln>
                  <a:noFill/>
                </a:ln>
                <a:effectLst/>
                <a:uLnTx/>
                <a:uFillTx/>
                <a:latin typeface="Ubuntu"/>
                <a:ea typeface="+mn-ea"/>
                <a:cs typeface="Arial"/>
              </a:rPr>
              <a:t>ts</a:t>
            </a:r>
            <a:r>
              <a:rPr kumimoji="0" sz="1600" b="1" i="0" u="none" strike="noStrike" kern="1200" cap="none" spc="-60" normalizeH="0" baseline="0" noProof="0">
                <a:ln>
                  <a:noFill/>
                </a:ln>
                <a:effectLst/>
                <a:uLnTx/>
                <a:uFillTx/>
                <a:latin typeface="Ubuntu"/>
                <a:ea typeface="+mn-ea"/>
                <a:cs typeface="Arial"/>
              </a:rPr>
              <a:t> </a:t>
            </a:r>
            <a:r>
              <a:rPr kumimoji="0" sz="1600" b="1" i="0" u="none" strike="noStrike" kern="1200" cap="none" spc="-13" normalizeH="0" baseline="0" noProof="0">
                <a:ln>
                  <a:noFill/>
                </a:ln>
                <a:effectLst/>
                <a:uLnTx/>
                <a:uFillTx/>
                <a:latin typeface="Ubuntu"/>
                <a:ea typeface="+mn-ea"/>
                <a:cs typeface="Arial"/>
              </a:rPr>
              <a:t>Co</a:t>
            </a:r>
            <a:r>
              <a:rPr kumimoji="0" sz="1600" b="1" i="0" u="none" strike="noStrike" kern="1200" cap="none" spc="-20" normalizeH="0" baseline="0" noProof="0">
                <a:ln>
                  <a:noFill/>
                </a:ln>
                <a:effectLst/>
                <a:uLnTx/>
                <a:uFillTx/>
                <a:latin typeface="Ubuntu"/>
                <a:ea typeface="+mn-ea"/>
                <a:cs typeface="Arial"/>
              </a:rPr>
              <a:t>v</a:t>
            </a:r>
            <a:r>
              <a:rPr kumimoji="0" sz="1600" b="1" i="0" u="none" strike="noStrike" kern="1200" cap="none" spc="0" normalizeH="0" baseline="0" noProof="0">
                <a:ln>
                  <a:noFill/>
                </a:ln>
                <a:effectLst/>
                <a:uLnTx/>
                <a:uFillTx/>
                <a:latin typeface="Ubuntu"/>
                <a:ea typeface="+mn-ea"/>
                <a:cs typeface="Arial"/>
              </a:rPr>
              <a:t>era</a:t>
            </a:r>
            <a:r>
              <a:rPr kumimoji="0" sz="1600" b="1" i="0" u="none" strike="noStrike" kern="1200" cap="none" spc="-13" normalizeH="0" baseline="0" noProof="0">
                <a:ln>
                  <a:noFill/>
                </a:ln>
                <a:effectLst/>
                <a:uLnTx/>
                <a:uFillTx/>
                <a:latin typeface="Ubuntu"/>
                <a:ea typeface="+mn-ea"/>
                <a:cs typeface="Arial"/>
              </a:rPr>
              <a:t>g</a:t>
            </a:r>
            <a:r>
              <a:rPr kumimoji="0" sz="1600" b="1" i="0" u="none" strike="noStrike" kern="1200" cap="none" spc="0" normalizeH="0" baseline="0" noProof="0">
                <a:ln>
                  <a:noFill/>
                </a:ln>
                <a:effectLst/>
                <a:uLnTx/>
                <a:uFillTx/>
                <a:latin typeface="Ubuntu"/>
                <a:ea typeface="+mn-ea"/>
                <a:cs typeface="Arial"/>
              </a:rPr>
              <a:t>e</a:t>
            </a:r>
            <a:endParaRPr kumimoji="0" sz="16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Aft>
                <a:spcPts val="0"/>
              </a:spcAft>
              <a:buClrTx/>
              <a:buSzTx/>
              <a:buFont typeface="Arial"/>
              <a:buChar char="•"/>
              <a:tabLst>
                <a:tab pos="322572" algn="l"/>
              </a:tabLst>
              <a:defRPr/>
            </a:pPr>
            <a:endParaRPr kumimoji="0" lang="en-IN" sz="1100" b="0" i="0" u="none" strike="noStrike" kern="1200" cap="none" spc="-2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Aft>
                <a:spcPts val="0"/>
              </a:spcAft>
              <a:buClrTx/>
              <a:buSzTx/>
              <a:buFont typeface="Arial"/>
              <a:buChar char="•"/>
              <a:tabLst>
                <a:tab pos="322572" algn="l"/>
              </a:tabLst>
              <a:defRPr/>
            </a:pPr>
            <a:r>
              <a:rPr kumimoji="0" lang="en-IN" sz="1100" b="0" i="0" u="none" strike="noStrike" kern="1200" cap="none" spc="-20" normalizeH="0" baseline="0" noProof="0">
                <a:ln>
                  <a:noFill/>
                </a:ln>
                <a:effectLst/>
                <a:uLnTx/>
                <a:uFillTx/>
                <a:latin typeface="Ubuntu"/>
                <a:ea typeface="+mn-ea"/>
                <a:cs typeface="Arial"/>
              </a:rPr>
              <a:t>Wholesale &amp; Enterprise</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Aft>
                <a:spcPts val="0"/>
              </a:spcAft>
              <a:buClrTx/>
              <a:buSzTx/>
              <a:buFont typeface="Arial"/>
              <a:buChar char="•"/>
              <a:tabLst>
                <a:tab pos="322572" algn="l"/>
              </a:tabLst>
              <a:defRPr/>
            </a:pPr>
            <a:r>
              <a:rPr kumimoji="0" lang="en-IN" sz="1100" b="0" i="0" u="none" strike="noStrike" kern="1200" cap="none" spc="-20" normalizeH="0" baseline="0" noProof="0">
                <a:ln>
                  <a:noFill/>
                </a:ln>
                <a:effectLst/>
                <a:uLnTx/>
                <a:uFillTx/>
                <a:latin typeface="Ubuntu"/>
                <a:ea typeface="+mn-ea"/>
                <a:cs typeface="Arial"/>
              </a:rPr>
              <a:t>SME</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Aft>
                <a:spcPts val="0"/>
              </a:spcAft>
              <a:buClrTx/>
              <a:buSzTx/>
              <a:buFont typeface="Arial"/>
              <a:buChar char="•"/>
              <a:tabLst>
                <a:tab pos="322572" algn="l"/>
              </a:tabLst>
              <a:defRPr/>
            </a:pPr>
            <a:r>
              <a:rPr kumimoji="0" lang="en-IN" sz="1100" b="0" i="0" u="none" strike="noStrike" kern="1200" cap="none" spc="-13" normalizeH="0" baseline="0" noProof="0">
                <a:ln>
                  <a:noFill/>
                </a:ln>
                <a:effectLst/>
                <a:uLnTx/>
                <a:uFillTx/>
                <a:latin typeface="Ubuntu"/>
                <a:ea typeface="+mn-ea"/>
                <a:cs typeface="Arial"/>
              </a:rPr>
              <a:t>Consumer</a:t>
            </a:r>
            <a:endParaRPr kumimoji="0" sz="1100" b="0" i="0" u="none" strike="noStrike" kern="1200" cap="none" spc="0" normalizeH="0" baseline="0" noProof="0">
              <a:ln>
                <a:noFill/>
              </a:ln>
              <a:effectLst/>
              <a:uLnTx/>
              <a:uFillTx/>
              <a:latin typeface="Ubuntu"/>
              <a:ea typeface="+mn-ea"/>
              <a:cs typeface="Arial"/>
            </a:endParaRPr>
          </a:p>
        </p:txBody>
      </p:sp>
      <p:sp>
        <p:nvSpPr>
          <p:cNvPr id="10" name="object 10"/>
          <p:cNvSpPr/>
          <p:nvPr/>
        </p:nvSpPr>
        <p:spPr>
          <a:xfrm>
            <a:off x="8144255" y="1227330"/>
            <a:ext cx="3385820" cy="1495668"/>
          </a:xfrm>
          <a:custGeom>
            <a:avLst/>
            <a:gdLst/>
            <a:ahLst/>
            <a:cxnLst/>
            <a:rect l="l" t="t" r="r" b="b"/>
            <a:pathLst>
              <a:path w="2539365" h="1649095">
                <a:moveTo>
                  <a:pt x="2408682" y="0"/>
                </a:moveTo>
                <a:lnTo>
                  <a:pt x="122764" y="213"/>
                </a:lnTo>
                <a:lnTo>
                  <a:pt x="81085" y="9601"/>
                </a:lnTo>
                <a:lnTo>
                  <a:pt x="45689" y="31175"/>
                </a:lnTo>
                <a:lnTo>
                  <a:pt x="18941" y="62570"/>
                </a:lnTo>
                <a:lnTo>
                  <a:pt x="3205" y="101423"/>
                </a:lnTo>
                <a:lnTo>
                  <a:pt x="0" y="130301"/>
                </a:lnTo>
                <a:lnTo>
                  <a:pt x="213" y="1526203"/>
                </a:lnTo>
                <a:lnTo>
                  <a:pt x="9601" y="1567882"/>
                </a:lnTo>
                <a:lnTo>
                  <a:pt x="31175" y="1603278"/>
                </a:lnTo>
                <a:lnTo>
                  <a:pt x="62570" y="1630026"/>
                </a:lnTo>
                <a:lnTo>
                  <a:pt x="101423" y="1645762"/>
                </a:lnTo>
                <a:lnTo>
                  <a:pt x="130302" y="1648967"/>
                </a:lnTo>
                <a:lnTo>
                  <a:pt x="2416219" y="1648754"/>
                </a:lnTo>
                <a:lnTo>
                  <a:pt x="2457898" y="1639366"/>
                </a:lnTo>
                <a:lnTo>
                  <a:pt x="2493294" y="1617792"/>
                </a:lnTo>
                <a:lnTo>
                  <a:pt x="2520042" y="1586397"/>
                </a:lnTo>
                <a:lnTo>
                  <a:pt x="2535778" y="1547544"/>
                </a:lnTo>
                <a:lnTo>
                  <a:pt x="2538984" y="1518665"/>
                </a:lnTo>
                <a:lnTo>
                  <a:pt x="2538770" y="122764"/>
                </a:lnTo>
                <a:lnTo>
                  <a:pt x="2529382" y="81085"/>
                </a:lnTo>
                <a:lnTo>
                  <a:pt x="2507808" y="45689"/>
                </a:lnTo>
                <a:lnTo>
                  <a:pt x="2476413" y="18941"/>
                </a:lnTo>
                <a:lnTo>
                  <a:pt x="2437560" y="3205"/>
                </a:lnTo>
                <a:lnTo>
                  <a:pt x="2408682" y="0"/>
                </a:lnTo>
                <a:close/>
              </a:path>
            </a:pathLst>
          </a:custGeom>
          <a:solidFill>
            <a:schemeClr val="accent1">
              <a:lumMod val="20000"/>
              <a:lumOff val="80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11" name="object 11"/>
          <p:cNvSpPr/>
          <p:nvPr/>
        </p:nvSpPr>
        <p:spPr>
          <a:xfrm>
            <a:off x="8144255" y="1227330"/>
            <a:ext cx="3385820" cy="1495668"/>
          </a:xfrm>
          <a:custGeom>
            <a:avLst/>
            <a:gdLst/>
            <a:ahLst/>
            <a:cxnLst/>
            <a:rect l="l" t="t" r="r" b="b"/>
            <a:pathLst>
              <a:path w="2539365" h="1649095">
                <a:moveTo>
                  <a:pt x="0" y="130301"/>
                </a:moveTo>
                <a:lnTo>
                  <a:pt x="7081" y="87790"/>
                </a:lnTo>
                <a:lnTo>
                  <a:pt x="26751" y="51160"/>
                </a:lnTo>
                <a:lnTo>
                  <a:pt x="56644" y="22775"/>
                </a:lnTo>
                <a:lnTo>
                  <a:pt x="94396" y="5001"/>
                </a:lnTo>
                <a:lnTo>
                  <a:pt x="2408682" y="0"/>
                </a:lnTo>
                <a:lnTo>
                  <a:pt x="2423360" y="816"/>
                </a:lnTo>
                <a:lnTo>
                  <a:pt x="2464174" y="12356"/>
                </a:lnTo>
                <a:lnTo>
                  <a:pt x="2498318" y="35696"/>
                </a:lnTo>
                <a:lnTo>
                  <a:pt x="2523428" y="68471"/>
                </a:lnTo>
                <a:lnTo>
                  <a:pt x="2537140" y="108318"/>
                </a:lnTo>
                <a:lnTo>
                  <a:pt x="2538984" y="1518665"/>
                </a:lnTo>
                <a:lnTo>
                  <a:pt x="2538167" y="1533344"/>
                </a:lnTo>
                <a:lnTo>
                  <a:pt x="2526627" y="1574158"/>
                </a:lnTo>
                <a:lnTo>
                  <a:pt x="2503287" y="1608302"/>
                </a:lnTo>
                <a:lnTo>
                  <a:pt x="2470512" y="1633412"/>
                </a:lnTo>
                <a:lnTo>
                  <a:pt x="2430665" y="1647124"/>
                </a:lnTo>
                <a:lnTo>
                  <a:pt x="130302" y="1648967"/>
                </a:lnTo>
                <a:lnTo>
                  <a:pt x="115623" y="1648151"/>
                </a:lnTo>
                <a:lnTo>
                  <a:pt x="74809" y="1636611"/>
                </a:lnTo>
                <a:lnTo>
                  <a:pt x="40665" y="1613271"/>
                </a:lnTo>
                <a:lnTo>
                  <a:pt x="15555" y="1580496"/>
                </a:lnTo>
                <a:lnTo>
                  <a:pt x="1843" y="1540649"/>
                </a:lnTo>
                <a:lnTo>
                  <a:pt x="0" y="130301"/>
                </a:lnTo>
                <a:close/>
              </a:path>
            </a:pathLst>
          </a:custGeom>
          <a:solidFill>
            <a:schemeClr val="accent5">
              <a:lumMod val="20000"/>
              <a:lumOff val="80000"/>
            </a:schemeClr>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12" name="object 12"/>
          <p:cNvSpPr txBox="1"/>
          <p:nvPr/>
        </p:nvSpPr>
        <p:spPr>
          <a:xfrm>
            <a:off x="8301737" y="1263748"/>
            <a:ext cx="2071793" cy="246221"/>
          </a:xfrm>
          <a:prstGeom prst="rect">
            <a:avLst/>
          </a:prstGeom>
        </p:spPr>
        <p:txBody>
          <a:bodyPr vert="horz" wrap="square" lIns="0" tIns="0" rIns="0" bIns="0" rtlCol="0">
            <a:spAutoFit/>
          </a:bodyPr>
          <a:lstStyle/>
          <a:p>
            <a:pPr marL="16933"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effectLst/>
                <a:uLnTx/>
                <a:uFillTx/>
                <a:latin typeface="Ubuntu"/>
                <a:ea typeface="+mn-ea"/>
                <a:cs typeface="Arial"/>
              </a:rPr>
              <a:t>Pr</a:t>
            </a:r>
            <a:r>
              <a:rPr kumimoji="0" sz="1600" b="1" i="0" u="none" strike="noStrike" kern="1200" cap="none" spc="-13" normalizeH="0" baseline="0" noProof="0">
                <a:ln>
                  <a:noFill/>
                </a:ln>
                <a:effectLst/>
                <a:uLnTx/>
                <a:uFillTx/>
                <a:latin typeface="Ubuntu"/>
                <a:ea typeface="+mn-ea"/>
                <a:cs typeface="Arial"/>
              </a:rPr>
              <a:t>odu</a:t>
            </a:r>
            <a:r>
              <a:rPr kumimoji="0" sz="1600" b="1" i="0" u="none" strike="noStrike" kern="1200" cap="none" spc="0" normalizeH="0" baseline="0" noProof="0">
                <a:ln>
                  <a:noFill/>
                </a:ln>
                <a:effectLst/>
                <a:uLnTx/>
                <a:uFillTx/>
                <a:latin typeface="Ubuntu"/>
                <a:ea typeface="+mn-ea"/>
                <a:cs typeface="Arial"/>
              </a:rPr>
              <a:t>ct</a:t>
            </a:r>
            <a:r>
              <a:rPr kumimoji="0" sz="1600" b="1" i="0" u="none" strike="noStrike" kern="1200" cap="none" spc="-27" normalizeH="0" baseline="0" noProof="0">
                <a:ln>
                  <a:noFill/>
                </a:ln>
                <a:effectLst/>
                <a:uLnTx/>
                <a:uFillTx/>
                <a:latin typeface="Ubuntu"/>
                <a:ea typeface="+mn-ea"/>
                <a:cs typeface="Arial"/>
              </a:rPr>
              <a:t> </a:t>
            </a:r>
            <a:r>
              <a:rPr kumimoji="0" sz="1600" b="1" i="0" u="none" strike="noStrike" kern="1200" cap="none" spc="-13" normalizeH="0" baseline="0" noProof="0">
                <a:ln>
                  <a:noFill/>
                </a:ln>
                <a:effectLst/>
                <a:uLnTx/>
                <a:uFillTx/>
                <a:latin typeface="Ubuntu"/>
                <a:ea typeface="+mn-ea"/>
                <a:cs typeface="Arial"/>
              </a:rPr>
              <a:t>Co</a:t>
            </a:r>
            <a:r>
              <a:rPr kumimoji="0" sz="1600" b="1" i="0" u="none" strike="noStrike" kern="1200" cap="none" spc="-20" normalizeH="0" baseline="0" noProof="0">
                <a:ln>
                  <a:noFill/>
                </a:ln>
                <a:effectLst/>
                <a:uLnTx/>
                <a:uFillTx/>
                <a:latin typeface="Ubuntu"/>
                <a:ea typeface="+mn-ea"/>
                <a:cs typeface="Arial"/>
              </a:rPr>
              <a:t>v</a:t>
            </a:r>
            <a:r>
              <a:rPr kumimoji="0" sz="1600" b="1" i="0" u="none" strike="noStrike" kern="1200" cap="none" spc="0" normalizeH="0" baseline="0" noProof="0">
                <a:ln>
                  <a:noFill/>
                </a:ln>
                <a:effectLst/>
                <a:uLnTx/>
                <a:uFillTx/>
                <a:latin typeface="Ubuntu"/>
                <a:ea typeface="+mn-ea"/>
                <a:cs typeface="Arial"/>
              </a:rPr>
              <a:t>era</a:t>
            </a:r>
            <a:r>
              <a:rPr kumimoji="0" sz="1600" b="1" i="0" u="none" strike="noStrike" kern="1200" cap="none" spc="-13" normalizeH="0" baseline="0" noProof="0">
                <a:ln>
                  <a:noFill/>
                </a:ln>
                <a:effectLst/>
                <a:uLnTx/>
                <a:uFillTx/>
                <a:latin typeface="Ubuntu"/>
                <a:ea typeface="+mn-ea"/>
                <a:cs typeface="Arial"/>
              </a:rPr>
              <a:t>g</a:t>
            </a:r>
            <a:r>
              <a:rPr kumimoji="0" sz="1600" b="1" i="0" u="none" strike="noStrike" kern="1200" cap="none" spc="0" normalizeH="0" baseline="0" noProof="0">
                <a:ln>
                  <a:noFill/>
                </a:ln>
                <a:effectLst/>
                <a:uLnTx/>
                <a:uFillTx/>
                <a:latin typeface="Ubuntu"/>
                <a:ea typeface="+mn-ea"/>
                <a:cs typeface="Arial"/>
              </a:rPr>
              <a:t>e</a:t>
            </a:r>
            <a:endParaRPr kumimoji="0" sz="1600" b="0" i="0" u="none" strike="noStrike" kern="1200" cap="none" spc="0" normalizeH="0" baseline="0" noProof="0">
              <a:ln>
                <a:noFill/>
              </a:ln>
              <a:effectLst/>
              <a:uLnTx/>
              <a:uFillTx/>
              <a:latin typeface="Ubuntu"/>
              <a:ea typeface="+mn-ea"/>
              <a:cs typeface="Arial"/>
            </a:endParaRPr>
          </a:p>
        </p:txBody>
      </p:sp>
      <p:sp>
        <p:nvSpPr>
          <p:cNvPr id="13" name="object 13"/>
          <p:cNvSpPr txBox="1"/>
          <p:nvPr/>
        </p:nvSpPr>
        <p:spPr>
          <a:xfrm>
            <a:off x="8422093" y="1610312"/>
            <a:ext cx="1435100" cy="846386"/>
          </a:xfrm>
          <a:prstGeom prst="rect">
            <a:avLst/>
          </a:prstGeom>
        </p:spPr>
        <p:txBody>
          <a:bodyPr vert="horz" wrap="square" lIns="0" tIns="0" rIns="0" bIns="0" rtlCol="0">
            <a:spAutoFit/>
          </a:bodyPr>
          <a:lstStyle/>
          <a:p>
            <a:pPr marL="169329" marR="0" lvl="0" indent="-152396" algn="l" defTabSz="914400" rtl="0" eaLnBrk="1" fontAlgn="auto" latinLnBrk="0" hangingPunct="1">
              <a:lnSpc>
                <a:spcPct val="100000"/>
              </a:lnSpc>
              <a:spcBef>
                <a:spcPts val="0"/>
              </a:spcBef>
              <a:spcAft>
                <a:spcPts val="0"/>
              </a:spcAft>
              <a:buClr>
                <a:schemeClr val="tx1">
                  <a:lumMod val="50000"/>
                  <a:lumOff val="50000"/>
                </a:schemeClr>
              </a:buClr>
              <a:buSzTx/>
              <a:buFont typeface="Arial"/>
              <a:buChar char="•"/>
              <a:tabLst>
                <a:tab pos="169329" algn="l"/>
              </a:tabLst>
              <a:defRPr/>
            </a:pPr>
            <a:r>
              <a:rPr kumimoji="0" lang="en-IN" sz="1100" b="0" i="0" u="none" strike="noStrike" kern="1200" cap="none" spc="0" normalizeH="0" baseline="0" noProof="0">
                <a:ln>
                  <a:noFill/>
                </a:ln>
                <a:effectLst/>
                <a:uLnTx/>
                <a:uFillTx/>
                <a:latin typeface="Ubuntu"/>
                <a:ea typeface="+mn-ea"/>
                <a:cs typeface="Arial"/>
              </a:rPr>
              <a:t>Connectivity</a:t>
            </a:r>
            <a:endParaRPr kumimoji="0" sz="1100" b="0" i="0" u="none" strike="noStrike" kern="1200" cap="none" spc="0" normalizeH="0" baseline="0" noProof="0">
              <a:ln>
                <a:noFill/>
              </a:ln>
              <a:effectLst/>
              <a:uLnTx/>
              <a:uFillTx/>
              <a:latin typeface="Ubuntu"/>
              <a:ea typeface="+mn-ea"/>
              <a:cs typeface="Arial"/>
            </a:endParaRPr>
          </a:p>
          <a:p>
            <a:pPr marL="169329" marR="0" lvl="0" indent="-152396" algn="l" defTabSz="914400" rtl="0" eaLnBrk="1" fontAlgn="auto" latinLnBrk="0" hangingPunct="1">
              <a:lnSpc>
                <a:spcPct val="100000"/>
              </a:lnSpc>
              <a:spcBef>
                <a:spcPts val="0"/>
              </a:spcBef>
              <a:spcAft>
                <a:spcPts val="0"/>
              </a:spcAft>
              <a:buClr>
                <a:schemeClr val="tx1">
                  <a:lumMod val="50000"/>
                  <a:lumOff val="50000"/>
                </a:schemeClr>
              </a:buClr>
              <a:buSzTx/>
              <a:buFont typeface="Arial"/>
              <a:buChar char="•"/>
              <a:tabLst>
                <a:tab pos="169329" algn="l"/>
              </a:tabLst>
              <a:defRPr/>
            </a:pPr>
            <a:r>
              <a:rPr kumimoji="0" lang="en-IN" sz="1100" b="0" i="0" u="none" strike="noStrike" kern="1200" cap="none" spc="-13" normalizeH="0" baseline="0" noProof="0">
                <a:ln>
                  <a:noFill/>
                </a:ln>
                <a:effectLst/>
                <a:uLnTx/>
                <a:uFillTx/>
                <a:latin typeface="Ubuntu"/>
                <a:ea typeface="+mn-ea"/>
                <a:cs typeface="Arial"/>
              </a:rPr>
              <a:t>Carrier Circuit</a:t>
            </a:r>
            <a:endParaRPr kumimoji="0" sz="1100" b="0" i="0" u="none" strike="noStrike" kern="1200" cap="none" spc="0" normalizeH="0" baseline="0" noProof="0">
              <a:ln>
                <a:noFill/>
              </a:ln>
              <a:effectLst/>
              <a:uLnTx/>
              <a:uFillTx/>
              <a:latin typeface="Ubuntu"/>
              <a:ea typeface="+mn-ea"/>
              <a:cs typeface="Arial"/>
            </a:endParaRPr>
          </a:p>
          <a:p>
            <a:pPr marL="169329" marR="0" lvl="0" indent="-152396" algn="l" defTabSz="914400" rtl="0" eaLnBrk="1" fontAlgn="auto" latinLnBrk="0" hangingPunct="1">
              <a:lnSpc>
                <a:spcPct val="100000"/>
              </a:lnSpc>
              <a:spcBef>
                <a:spcPts val="0"/>
              </a:spcBef>
              <a:spcAft>
                <a:spcPts val="0"/>
              </a:spcAft>
              <a:buClr>
                <a:schemeClr val="tx1">
                  <a:lumMod val="50000"/>
                  <a:lumOff val="50000"/>
                </a:schemeClr>
              </a:buClr>
              <a:buSzTx/>
              <a:buFont typeface="Arial"/>
              <a:buChar char="•"/>
              <a:tabLst>
                <a:tab pos="169329" algn="l"/>
              </a:tabLst>
              <a:defRPr/>
            </a:pPr>
            <a:r>
              <a:rPr kumimoji="0" lang="en-IN" sz="1100" b="0" i="0" u="none" strike="noStrike" kern="1200" cap="none" spc="-13" normalizeH="0" baseline="0" noProof="0">
                <a:ln>
                  <a:noFill/>
                </a:ln>
                <a:effectLst/>
                <a:uLnTx/>
                <a:uFillTx/>
                <a:latin typeface="Ubuntu"/>
                <a:ea typeface="+mn-ea"/>
                <a:cs typeface="Arial"/>
              </a:rPr>
              <a:t>Broadband Infrastructure</a:t>
            </a:r>
            <a:endParaRPr kumimoji="0" sz="1100" b="0" i="0" u="none" strike="noStrike" kern="1200" cap="none" spc="0" normalizeH="0" baseline="0" noProof="0">
              <a:ln>
                <a:noFill/>
              </a:ln>
              <a:effectLst/>
              <a:uLnTx/>
              <a:uFillTx/>
              <a:latin typeface="Ubuntu"/>
              <a:ea typeface="+mn-ea"/>
              <a:cs typeface="Arial"/>
            </a:endParaRPr>
          </a:p>
          <a:p>
            <a:pPr marL="169329" marR="0" lvl="0" indent="-152396" algn="l" defTabSz="914400" rtl="0" eaLnBrk="1" fontAlgn="auto" latinLnBrk="0" hangingPunct="1">
              <a:lnSpc>
                <a:spcPct val="100000"/>
              </a:lnSpc>
              <a:spcBef>
                <a:spcPts val="0"/>
              </a:spcBef>
              <a:spcAft>
                <a:spcPts val="0"/>
              </a:spcAft>
              <a:buClr>
                <a:schemeClr val="tx1">
                  <a:lumMod val="50000"/>
                  <a:lumOff val="50000"/>
                </a:schemeClr>
              </a:buClr>
              <a:buSzTx/>
              <a:buFont typeface="Arial"/>
              <a:buChar char="•"/>
              <a:tabLst>
                <a:tab pos="169329" algn="l"/>
              </a:tabLst>
              <a:defRPr/>
            </a:pPr>
            <a:r>
              <a:rPr kumimoji="0" lang="en-IN" sz="1100" b="0" i="0" u="none" strike="noStrike" kern="1200" cap="none" spc="0" normalizeH="0" baseline="0" noProof="0">
                <a:ln>
                  <a:noFill/>
                </a:ln>
                <a:effectLst/>
                <a:uLnTx/>
                <a:uFillTx/>
                <a:latin typeface="Ubuntu"/>
                <a:ea typeface="+mn-ea"/>
                <a:cs typeface="Arial"/>
              </a:rPr>
              <a:t>IP Transit</a:t>
            </a:r>
          </a:p>
        </p:txBody>
      </p:sp>
      <p:sp>
        <p:nvSpPr>
          <p:cNvPr id="14" name="object 14"/>
          <p:cNvSpPr/>
          <p:nvPr/>
        </p:nvSpPr>
        <p:spPr>
          <a:xfrm>
            <a:off x="3919727" y="2009428"/>
            <a:ext cx="352082" cy="444035"/>
          </a:xfrm>
          <a:custGeom>
            <a:avLst/>
            <a:gdLst/>
            <a:ahLst/>
            <a:cxnLst/>
            <a:rect l="l" t="t" r="r" b="b"/>
            <a:pathLst>
              <a:path w="472439" h="489585">
                <a:moveTo>
                  <a:pt x="0" y="0"/>
                </a:moveTo>
                <a:lnTo>
                  <a:pt x="0" y="489203"/>
                </a:lnTo>
                <a:lnTo>
                  <a:pt x="472440" y="244601"/>
                </a:lnTo>
                <a:lnTo>
                  <a:pt x="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600">
              <a:solidFill>
                <a:schemeClr val="lt1"/>
              </a:solidFill>
            </a:endParaRPr>
          </a:p>
        </p:txBody>
      </p:sp>
      <p:sp>
        <p:nvSpPr>
          <p:cNvPr id="15" name="object 15"/>
          <p:cNvSpPr/>
          <p:nvPr/>
        </p:nvSpPr>
        <p:spPr>
          <a:xfrm>
            <a:off x="4104963" y="2009428"/>
            <a:ext cx="352083" cy="444035"/>
          </a:xfrm>
          <a:custGeom>
            <a:avLst/>
            <a:gdLst/>
            <a:ahLst/>
            <a:cxnLst/>
            <a:rect l="l" t="t" r="r" b="b"/>
            <a:pathLst>
              <a:path w="472439" h="489585">
                <a:moveTo>
                  <a:pt x="0" y="0"/>
                </a:moveTo>
                <a:lnTo>
                  <a:pt x="472440" y="244601"/>
                </a:lnTo>
                <a:lnTo>
                  <a:pt x="0" y="489203"/>
                </a:lnTo>
                <a:lnTo>
                  <a:pt x="0" y="0"/>
                </a:lnTo>
                <a:close/>
              </a:path>
            </a:pathLst>
          </a:custGeom>
          <a:solidFill>
            <a:schemeClr val="accent2"/>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16" name="object 16"/>
          <p:cNvSpPr/>
          <p:nvPr/>
        </p:nvSpPr>
        <p:spPr>
          <a:xfrm>
            <a:off x="7654544" y="2009428"/>
            <a:ext cx="352082" cy="444035"/>
          </a:xfrm>
          <a:custGeom>
            <a:avLst/>
            <a:gdLst/>
            <a:ahLst/>
            <a:cxnLst/>
            <a:rect l="l" t="t" r="r" b="b"/>
            <a:pathLst>
              <a:path w="472439" h="489585">
                <a:moveTo>
                  <a:pt x="0" y="0"/>
                </a:moveTo>
                <a:lnTo>
                  <a:pt x="0" y="489203"/>
                </a:lnTo>
                <a:lnTo>
                  <a:pt x="472439" y="244601"/>
                </a:lnTo>
                <a:lnTo>
                  <a:pt x="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600">
              <a:solidFill>
                <a:schemeClr val="lt1"/>
              </a:solidFill>
            </a:endParaRPr>
          </a:p>
        </p:txBody>
      </p:sp>
      <p:sp>
        <p:nvSpPr>
          <p:cNvPr id="17" name="object 17"/>
          <p:cNvSpPr/>
          <p:nvPr/>
        </p:nvSpPr>
        <p:spPr>
          <a:xfrm>
            <a:off x="7839780" y="2009428"/>
            <a:ext cx="352083" cy="444035"/>
          </a:xfrm>
          <a:custGeom>
            <a:avLst/>
            <a:gdLst/>
            <a:ahLst/>
            <a:cxnLst/>
            <a:rect l="l" t="t" r="r" b="b"/>
            <a:pathLst>
              <a:path w="472439" h="489585">
                <a:moveTo>
                  <a:pt x="0" y="0"/>
                </a:moveTo>
                <a:lnTo>
                  <a:pt x="472439" y="244601"/>
                </a:lnTo>
                <a:lnTo>
                  <a:pt x="0" y="489203"/>
                </a:lnTo>
                <a:lnTo>
                  <a:pt x="0" y="0"/>
                </a:lnTo>
                <a:close/>
              </a:path>
            </a:pathLst>
          </a:custGeom>
          <a:solidFill>
            <a:schemeClr val="accent2"/>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33" name="object 33"/>
          <p:cNvSpPr txBox="1"/>
          <p:nvPr/>
        </p:nvSpPr>
        <p:spPr>
          <a:xfrm>
            <a:off x="1048738" y="5959799"/>
            <a:ext cx="3010224" cy="323165"/>
          </a:xfrm>
          <a:prstGeom prst="rect">
            <a:avLst/>
          </a:prstGeom>
        </p:spPr>
        <p:txBody>
          <a:bodyPr vert="horz" wrap="square" lIns="0" tIns="0" rIns="0" bIns="0" rtlCol="0">
            <a:spAutoFit/>
          </a:bodyPr>
          <a:lstStyle/>
          <a:p>
            <a:pPr marL="16933" marR="6773"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13" normalizeH="0" baseline="0" noProof="0">
                <a:ln>
                  <a:noFill/>
                </a:ln>
                <a:solidFill>
                  <a:schemeClr val="bg2">
                    <a:lumMod val="25000"/>
                  </a:schemeClr>
                </a:solidFill>
                <a:effectLst/>
                <a:uLnTx/>
                <a:uFillTx/>
                <a:latin typeface="Ubuntu"/>
                <a:ea typeface="+mn-ea"/>
                <a:cs typeface="Arial"/>
              </a:rPr>
              <a:t>CG’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Approa</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h</a:t>
            </a:r>
            <a:r>
              <a:rPr kumimoji="0" sz="1050" b="1" i="0" u="none" strike="noStrike" kern="1200" cap="none" spc="-27"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&amp; </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m</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ethodolo</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g</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y</a:t>
            </a:r>
            <a:r>
              <a:rPr kumimoji="0" sz="1050" b="1" i="0" u="none" strike="noStrike" kern="1200" cap="none" spc="-40"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for Bu</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s</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ine</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s</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s</a:t>
            </a:r>
            <a:r>
              <a:rPr kumimoji="0" sz="1050" b="1" i="0" u="none" strike="noStrike" kern="1200" cap="none" spc="-40"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27" normalizeH="0" baseline="0" noProof="0">
                <a:ln>
                  <a:noFill/>
                </a:ln>
                <a:solidFill>
                  <a:schemeClr val="bg2">
                    <a:lumMod val="25000"/>
                  </a:schemeClr>
                </a:solidFill>
                <a:effectLst/>
                <a:uLnTx/>
                <a:uFillTx/>
                <a:latin typeface="Ubuntu"/>
                <a:ea typeface="+mn-ea"/>
                <a:cs typeface="Arial"/>
              </a:rPr>
              <a:t>M</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odel </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o</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m</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ponents a</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ss</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ssm</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e</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nt</a:t>
            </a:r>
          </a:p>
        </p:txBody>
      </p:sp>
      <p:sp>
        <p:nvSpPr>
          <p:cNvPr id="34" name="object 34"/>
          <p:cNvSpPr txBox="1"/>
          <p:nvPr/>
        </p:nvSpPr>
        <p:spPr>
          <a:xfrm>
            <a:off x="4505831" y="6035648"/>
            <a:ext cx="3431732" cy="161583"/>
          </a:xfrm>
          <a:prstGeom prst="rect">
            <a:avLst/>
          </a:prstGeom>
        </p:spPr>
        <p:txBody>
          <a:bodyPr vert="horz" wrap="square" lIns="0" tIns="0" rIns="0" bIns="0" rtlCol="0">
            <a:spAutoFit/>
          </a:bodyPr>
          <a:lstStyle/>
          <a:p>
            <a:pPr marL="16933"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13" normalizeH="0" baseline="0" noProof="0">
                <a:ln>
                  <a:noFill/>
                </a:ln>
                <a:solidFill>
                  <a:schemeClr val="bg2">
                    <a:lumMod val="25000"/>
                  </a:schemeClr>
                </a:solidFill>
                <a:effectLst/>
                <a:uLnTx/>
                <a:uFillTx/>
                <a:latin typeface="Ubuntu"/>
                <a:ea typeface="+mn-ea"/>
                <a:cs typeface="Arial"/>
              </a:rPr>
              <a:t>CG</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Fr</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am</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a:t>
            </a:r>
            <a:r>
              <a:rPr kumimoji="0" sz="1050" b="1" i="0" u="none" strike="noStrike" kern="1200" cap="none" spc="-20" normalizeH="0" baseline="0" noProof="0">
                <a:ln>
                  <a:noFill/>
                </a:ln>
                <a:solidFill>
                  <a:schemeClr val="bg2">
                    <a:lumMod val="25000"/>
                  </a:schemeClr>
                </a:solidFill>
                <a:effectLst/>
                <a:uLnTx/>
                <a:uFillTx/>
                <a:latin typeface="Ubuntu"/>
                <a:ea typeface="+mn-ea"/>
                <a:cs typeface="Arial"/>
              </a:rPr>
              <a:t>w</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or</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ks</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a:t>
            </a:r>
            <a:r>
              <a:rPr kumimoji="0" sz="1050" b="1" i="0" u="none" strike="noStrike" kern="1200" cap="none" spc="-33"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Ac</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elerators</a:t>
            </a:r>
            <a:r>
              <a:rPr kumimoji="0" sz="1050" b="1" i="0" u="none" strike="noStrike" kern="1200" cap="none" spc="-40" normalizeH="0" baseline="0" noProof="0">
                <a:ln>
                  <a:noFill/>
                </a:ln>
                <a:solidFill>
                  <a:schemeClr val="bg2">
                    <a:lumMod val="25000"/>
                  </a:schemeClr>
                </a:solidFill>
                <a:effectLst/>
                <a:uLnTx/>
                <a:uFillTx/>
                <a:latin typeface="Ubuntu"/>
                <a:ea typeface="+mn-ea"/>
                <a:cs typeface="Arial"/>
              </a:rPr>
              <a:t> </a:t>
            </a:r>
            <a:endParaRPr kumimoji="0" sz="1050" b="1" i="0" u="none" strike="noStrike" kern="1200" cap="none" spc="0" normalizeH="0" baseline="0" noProof="0">
              <a:ln>
                <a:noFill/>
              </a:ln>
              <a:solidFill>
                <a:schemeClr val="bg2">
                  <a:lumMod val="25000"/>
                </a:schemeClr>
              </a:solidFill>
              <a:effectLst/>
              <a:uLnTx/>
              <a:uFillTx/>
              <a:latin typeface="Ubuntu"/>
              <a:ea typeface="+mn-ea"/>
              <a:cs typeface="Arial"/>
            </a:endParaRPr>
          </a:p>
        </p:txBody>
      </p:sp>
      <p:sp>
        <p:nvSpPr>
          <p:cNvPr id="35" name="object 35"/>
          <p:cNvSpPr txBox="1"/>
          <p:nvPr/>
        </p:nvSpPr>
        <p:spPr>
          <a:xfrm>
            <a:off x="8811778" y="6063614"/>
            <a:ext cx="2673845" cy="161583"/>
          </a:xfrm>
          <a:prstGeom prst="rect">
            <a:avLst/>
          </a:prstGeom>
        </p:spPr>
        <p:txBody>
          <a:bodyPr vert="horz" wrap="square" lIns="0" tIns="0" rIns="0" bIns="0" rtlCol="0">
            <a:spAutoFit/>
          </a:bodyPr>
          <a:lstStyle/>
          <a:p>
            <a:pPr marL="16933"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T</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el</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o</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a:t>
            </a:r>
            <a:r>
              <a:rPr kumimoji="0" sz="1050" b="1" i="0" u="none" strike="noStrike" kern="1200" cap="none" spc="-27" normalizeH="0" baseline="0" noProof="0">
                <a:ln>
                  <a:noFill/>
                </a:ln>
                <a:solidFill>
                  <a:schemeClr val="bg2">
                    <a:lumMod val="25000"/>
                  </a:schemeClr>
                </a:solidFill>
                <a:effectLst/>
                <a:uLnTx/>
                <a:uFillTx/>
                <a:latin typeface="Ubuntu"/>
                <a:ea typeface="+mn-ea"/>
                <a:cs typeface="Arial"/>
              </a:rPr>
              <a:t>x</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perien</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ed</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on</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s</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ulta</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n</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ts</a:t>
            </a:r>
          </a:p>
        </p:txBody>
      </p:sp>
      <p:sp>
        <p:nvSpPr>
          <p:cNvPr id="37" name="object 37"/>
          <p:cNvSpPr/>
          <p:nvPr/>
        </p:nvSpPr>
        <p:spPr>
          <a:xfrm>
            <a:off x="4204930" y="5770279"/>
            <a:ext cx="45719" cy="682435"/>
          </a:xfrm>
          <a:custGeom>
            <a:avLst/>
            <a:gdLst/>
            <a:ahLst/>
            <a:cxnLst/>
            <a:rect l="l" t="t" r="r" b="b"/>
            <a:pathLst>
              <a:path h="928370">
                <a:moveTo>
                  <a:pt x="0" y="0"/>
                </a:moveTo>
                <a:lnTo>
                  <a:pt x="0" y="928255"/>
                </a:lnTo>
              </a:path>
            </a:pathLst>
          </a:custGeom>
          <a:ln w="12700">
            <a:solidFill>
              <a:schemeClr val="bg1"/>
            </a:solidFill>
            <a:prstDash val="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Ubuntu"/>
              <a:ea typeface="+mn-ea"/>
              <a:cs typeface="+mn-cs"/>
            </a:endParaRPr>
          </a:p>
        </p:txBody>
      </p:sp>
      <p:sp>
        <p:nvSpPr>
          <p:cNvPr id="38" name="object 38"/>
          <p:cNvSpPr/>
          <p:nvPr/>
        </p:nvSpPr>
        <p:spPr>
          <a:xfrm flipH="1">
            <a:off x="8070137" y="5780165"/>
            <a:ext cx="45719" cy="682435"/>
          </a:xfrm>
          <a:custGeom>
            <a:avLst/>
            <a:gdLst/>
            <a:ahLst/>
            <a:cxnLst/>
            <a:rect l="l" t="t" r="r" b="b"/>
            <a:pathLst>
              <a:path h="928370">
                <a:moveTo>
                  <a:pt x="0" y="0"/>
                </a:moveTo>
                <a:lnTo>
                  <a:pt x="0" y="928255"/>
                </a:lnTo>
              </a:path>
            </a:pathLst>
          </a:custGeom>
          <a:ln w="12700">
            <a:solidFill>
              <a:schemeClr val="bg1"/>
            </a:solidFill>
            <a:prstDash val="dash"/>
          </a:ln>
        </p:spPr>
        <p:txBody>
          <a:bodyPr wrap="square" lIns="0" tIns="0" rIns="0" bIns="0" rtlCol="0"/>
          <a:lstStyle/>
          <a:p>
            <a:endParaRPr sz="2400">
              <a:solidFill>
                <a:prstClr val="black"/>
              </a:solidFill>
              <a:latin typeface="Ubuntu"/>
            </a:endParaRPr>
          </a:p>
        </p:txBody>
      </p:sp>
      <p:pic>
        <p:nvPicPr>
          <p:cNvPr id="45" name="Picture 44" descr="A picture containing sketch, black, design, art&#10;&#10;Description automatically generated">
            <a:extLst>
              <a:ext uri="{FF2B5EF4-FFF2-40B4-BE49-F238E27FC236}">
                <a16:creationId xmlns:a16="http://schemas.microsoft.com/office/drawing/2014/main" id="{8BF295EB-CF60-ECB9-1915-A484944D1D2D}"/>
              </a:ext>
            </a:extLst>
          </p:cNvPr>
          <p:cNvPicPr>
            <a:picLocks noChangeAspect="1"/>
          </p:cNvPicPr>
          <p:nvPr/>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artisticPhotocopy/>
                    </a14:imgEffect>
                    <a14:imgEffect>
                      <a14:colorTemperature colorTemp="6916"/>
                    </a14:imgEffect>
                    <a14:imgEffect>
                      <a14:saturation sat="0"/>
                    </a14:imgEffect>
                  </a14:imgLayer>
                </a14:imgProps>
              </a:ext>
              <a:ext uri="{28A0092B-C50C-407E-A947-70E740481C1C}">
                <a14:useLocalDpi xmlns:a14="http://schemas.microsoft.com/office/drawing/2010/main" val="0"/>
              </a:ext>
            </a:extLst>
          </a:blip>
          <a:stretch>
            <a:fillRect/>
          </a:stretch>
        </p:blipFill>
        <p:spPr>
          <a:xfrm flipH="1">
            <a:off x="707590" y="5820237"/>
            <a:ext cx="327815" cy="486754"/>
          </a:xfrm>
          <a:prstGeom prst="rect">
            <a:avLst/>
          </a:prstGeom>
          <a:noFill/>
          <a:ln>
            <a:noFill/>
          </a:ln>
        </p:spPr>
      </p:pic>
      <p:pic>
        <p:nvPicPr>
          <p:cNvPr id="47" name="Picture 46" descr="A picture containing black, darkness&#10;&#10;Description automatically generated">
            <a:extLst>
              <a:ext uri="{FF2B5EF4-FFF2-40B4-BE49-F238E27FC236}">
                <a16:creationId xmlns:a16="http://schemas.microsoft.com/office/drawing/2014/main" id="{058407C1-104C-58E9-15E7-88C6F5938504}"/>
              </a:ext>
            </a:extLst>
          </p:cNvPr>
          <p:cNvPicPr>
            <a:picLocks noChangeAspect="1"/>
          </p:cNvPicPr>
          <p:nvPr/>
        </p:nvPicPr>
        <p:blipFill>
          <a:blip r:embed="rId5">
            <a:alphaModFix/>
            <a:duotone>
              <a:prstClr val="black"/>
              <a:schemeClr val="tx2">
                <a:tint val="45000"/>
                <a:satMod val="400000"/>
              </a:schemeClr>
            </a:duotone>
            <a:extLst>
              <a:ext uri="{BEBA8EAE-BF5A-486C-A8C5-ECC9F3942E4B}">
                <a14:imgProps xmlns:a14="http://schemas.microsoft.com/office/drawing/2010/main">
                  <a14:imgLayer r:embed="rId6">
                    <a14:imgEffect>
                      <a14:artisticPhotocopy/>
                    </a14:imgEffect>
                  </a14:imgLayer>
                </a14:imgProps>
              </a:ext>
              <a:ext uri="{28A0092B-C50C-407E-A947-70E740481C1C}">
                <a14:useLocalDpi xmlns:a14="http://schemas.microsoft.com/office/drawing/2010/main" val="0"/>
              </a:ext>
            </a:extLst>
          </a:blip>
          <a:stretch>
            <a:fillRect/>
          </a:stretch>
        </p:blipFill>
        <p:spPr>
          <a:xfrm>
            <a:off x="4502269" y="5884128"/>
            <a:ext cx="484974" cy="450357"/>
          </a:xfrm>
          <a:prstGeom prst="rect">
            <a:avLst/>
          </a:prstGeom>
        </p:spPr>
      </p:pic>
      <p:pic>
        <p:nvPicPr>
          <p:cNvPr id="51" name="Picture 50" descr="A person sitting at a desk&#10;&#10;Description automatically generated with medium confidence">
            <a:extLst>
              <a:ext uri="{FF2B5EF4-FFF2-40B4-BE49-F238E27FC236}">
                <a16:creationId xmlns:a16="http://schemas.microsoft.com/office/drawing/2014/main" id="{BD29D655-FADA-4521-F6BD-323B02D0E6FA}"/>
              </a:ext>
            </a:extLst>
          </p:cNvPr>
          <p:cNvPicPr>
            <a:picLocks noChangeAspect="1"/>
          </p:cNvPicPr>
          <p:nvPr/>
        </p:nvPicPr>
        <p:blipFill>
          <a:blip r:embed="rId7">
            <a:duotone>
              <a:prstClr val="black"/>
              <a:schemeClr val="tx2">
                <a:tint val="45000"/>
                <a:satMod val="400000"/>
              </a:schemeClr>
            </a:duotone>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val="0"/>
              </a:ext>
            </a:extLst>
          </a:blip>
          <a:stretch>
            <a:fillRect/>
          </a:stretch>
        </p:blipFill>
        <p:spPr>
          <a:xfrm>
            <a:off x="8496835" y="5884065"/>
            <a:ext cx="447617" cy="450357"/>
          </a:xfrm>
          <a:prstGeom prst="rect">
            <a:avLst/>
          </a:prstGeom>
        </p:spPr>
      </p:pic>
      <p:sp>
        <p:nvSpPr>
          <p:cNvPr id="48" name="Rectangle: Rounded Corners 47">
            <a:extLst>
              <a:ext uri="{FF2B5EF4-FFF2-40B4-BE49-F238E27FC236}">
                <a16:creationId xmlns:a16="http://schemas.microsoft.com/office/drawing/2014/main" id="{4E20D13A-E1FD-A133-E10B-71ED614ADE05}"/>
              </a:ext>
            </a:extLst>
          </p:cNvPr>
          <p:cNvSpPr/>
          <p:nvPr/>
        </p:nvSpPr>
        <p:spPr>
          <a:xfrm>
            <a:off x="3464519" y="5614601"/>
            <a:ext cx="5301540" cy="225593"/>
          </a:xfrm>
          <a:prstGeom prst="roundRect">
            <a:avLst/>
          </a:prstGeom>
          <a:solidFill>
            <a:schemeClr val="accent4">
              <a:lumMod val="10000"/>
              <a:lumOff val="90000"/>
            </a:schemeClr>
          </a:solidFill>
          <a:ln w="19050">
            <a:solidFill>
              <a:schemeClr val="accent2"/>
            </a:solidFill>
          </a:ln>
        </p:spPr>
        <p:txBody>
          <a:bodyPr wrap="square" lIns="0" tIns="0" rIns="0" bIns="0" rtlCol="0"/>
          <a:lstStyle/>
          <a:p>
            <a:endParaRPr lang="en-IN" sz="2400" b="1">
              <a:solidFill>
                <a:schemeClr val="bg2">
                  <a:lumMod val="25000"/>
                </a:schemeClr>
              </a:solidFill>
              <a:latin typeface="Ubuntu"/>
            </a:endParaRPr>
          </a:p>
        </p:txBody>
      </p:sp>
      <p:sp>
        <p:nvSpPr>
          <p:cNvPr id="19" name="object 19"/>
          <p:cNvSpPr txBox="1"/>
          <p:nvPr/>
        </p:nvSpPr>
        <p:spPr>
          <a:xfrm>
            <a:off x="2950033" y="5631596"/>
            <a:ext cx="6271852" cy="184666"/>
          </a:xfrm>
          <a:prstGeom prst="rect">
            <a:avLst/>
          </a:prstGeom>
        </p:spPr>
        <p:txBody>
          <a:bodyPr vert="horz" wrap="square" lIns="0" tIns="0" rIns="0" bIns="0" rtlCol="0">
            <a:spAutoFit/>
          </a:bodyPr>
          <a:lstStyle/>
          <a:p>
            <a:pPr marL="16933" marR="0" lvl="0" indent="0" algn="ctr" defTabSz="914400" rtl="0" eaLnBrk="1" fontAlgn="auto" latinLnBrk="0" hangingPunct="1">
              <a:lnSpc>
                <a:spcPct val="100000"/>
              </a:lnSpc>
              <a:spcBef>
                <a:spcPts val="0"/>
              </a:spcBef>
              <a:spcAft>
                <a:spcPts val="0"/>
              </a:spcAft>
              <a:buClrTx/>
              <a:buSzTx/>
              <a:buFontTx/>
              <a:buNone/>
              <a:tabLst/>
              <a:defRPr/>
            </a:pPr>
            <a:r>
              <a:rPr kumimoji="0" sz="1200" b="1" i="0" strike="noStrike" kern="1200" cap="none" spc="0" normalizeH="0" baseline="0" noProof="0">
                <a:ln>
                  <a:noFill/>
                </a:ln>
                <a:effectLst/>
                <a:uLnTx/>
                <a:uFillTx/>
                <a:latin typeface="Ubuntu"/>
                <a:ea typeface="+mn-ea"/>
                <a:cs typeface="Arial"/>
              </a:rPr>
              <a:t>The key</a:t>
            </a:r>
            <a:r>
              <a:rPr kumimoji="0" sz="1200" b="1" i="0" strike="noStrike" kern="1200" cap="none" spc="-27" normalizeH="0" baseline="0" noProof="0">
                <a:ln>
                  <a:noFill/>
                </a:ln>
                <a:effectLst/>
                <a:uLnTx/>
                <a:uFillTx/>
                <a:latin typeface="Ubuntu"/>
                <a:ea typeface="+mn-ea"/>
                <a:cs typeface="Arial"/>
              </a:rPr>
              <a:t> </a:t>
            </a:r>
            <a:r>
              <a:rPr kumimoji="0" sz="1200" b="1" i="0" strike="noStrike" kern="1200" cap="none" spc="0" normalizeH="0" baseline="0" noProof="0">
                <a:ln>
                  <a:noFill/>
                </a:ln>
                <a:effectLst/>
                <a:uLnTx/>
                <a:uFillTx/>
                <a:latin typeface="Ubuntu"/>
                <a:ea typeface="+mn-ea"/>
                <a:cs typeface="Arial"/>
              </a:rPr>
              <a:t>tenets</a:t>
            </a:r>
            <a:r>
              <a:rPr kumimoji="0" sz="1200" b="1" i="0" strike="noStrike" kern="1200" cap="none" spc="-13" normalizeH="0" baseline="0" noProof="0">
                <a:ln>
                  <a:noFill/>
                </a:ln>
                <a:effectLst/>
                <a:uLnTx/>
                <a:uFillTx/>
                <a:latin typeface="Ubuntu"/>
                <a:ea typeface="+mn-ea"/>
                <a:cs typeface="Arial"/>
              </a:rPr>
              <a:t> </a:t>
            </a:r>
            <a:r>
              <a:rPr kumimoji="0" sz="1200" b="1" i="0" strike="noStrike" kern="1200" cap="none" spc="0" normalizeH="0" baseline="0" noProof="0">
                <a:ln>
                  <a:noFill/>
                </a:ln>
                <a:effectLst/>
                <a:uLnTx/>
                <a:uFillTx/>
                <a:latin typeface="Ubuntu"/>
                <a:ea typeface="+mn-ea"/>
                <a:cs typeface="Arial"/>
              </a:rPr>
              <a:t>of</a:t>
            </a:r>
            <a:r>
              <a:rPr kumimoji="0" sz="1200" b="1" i="0" strike="noStrike" kern="1200" cap="none" spc="7" normalizeH="0" baseline="0" noProof="0">
                <a:ln>
                  <a:noFill/>
                </a:ln>
                <a:effectLst/>
                <a:uLnTx/>
                <a:uFillTx/>
                <a:latin typeface="Ubuntu"/>
                <a:ea typeface="+mn-ea"/>
                <a:cs typeface="Arial"/>
              </a:rPr>
              <a:t> </a:t>
            </a:r>
            <a:r>
              <a:rPr kumimoji="0" sz="1200" b="1" i="0" strike="noStrike" kern="1200" cap="none" spc="0" normalizeH="0" baseline="0" noProof="0">
                <a:ln>
                  <a:noFill/>
                </a:ln>
                <a:effectLst/>
                <a:uLnTx/>
                <a:uFillTx/>
                <a:latin typeface="Ubuntu"/>
                <a:ea typeface="+mn-ea"/>
                <a:cs typeface="Arial"/>
              </a:rPr>
              <a:t>solution</a:t>
            </a:r>
            <a:r>
              <a:rPr kumimoji="0" sz="1200" b="1" i="0" strike="noStrike" kern="1200" cap="none" spc="47" normalizeH="0" baseline="0" noProof="0">
                <a:ln>
                  <a:noFill/>
                </a:ln>
                <a:effectLst/>
                <a:uLnTx/>
                <a:uFillTx/>
                <a:latin typeface="Ubuntu"/>
                <a:ea typeface="+mn-ea"/>
                <a:cs typeface="Arial"/>
              </a:rPr>
              <a:t> </a:t>
            </a:r>
            <a:r>
              <a:rPr kumimoji="0" sz="1200" b="1" i="0" strike="noStrike" kern="1200" cap="none" spc="20" normalizeH="0" baseline="0" noProof="0">
                <a:ln>
                  <a:noFill/>
                </a:ln>
                <a:effectLst/>
                <a:uLnTx/>
                <a:uFillTx/>
                <a:latin typeface="Ubuntu"/>
                <a:ea typeface="+mn-ea"/>
                <a:cs typeface="Arial"/>
              </a:rPr>
              <a:t>f</a:t>
            </a:r>
            <a:r>
              <a:rPr kumimoji="0" sz="1200" b="1" i="0" strike="noStrike" kern="1200" cap="none" spc="0" normalizeH="0" baseline="0" noProof="0">
                <a:ln>
                  <a:noFill/>
                </a:ln>
                <a:effectLst/>
                <a:uLnTx/>
                <a:uFillTx/>
                <a:latin typeface="Ubuntu"/>
                <a:ea typeface="+mn-ea"/>
                <a:cs typeface="Arial"/>
              </a:rPr>
              <a:t>or</a:t>
            </a:r>
            <a:r>
              <a:rPr kumimoji="0" sz="1200" b="1" i="0" strike="noStrike" kern="1200" cap="none" spc="-53" normalizeH="0" baseline="0" noProof="0">
                <a:ln>
                  <a:noFill/>
                </a:ln>
                <a:effectLst/>
                <a:uLnTx/>
                <a:uFillTx/>
                <a:latin typeface="Ubuntu"/>
                <a:ea typeface="+mn-ea"/>
                <a:cs typeface="Arial"/>
              </a:rPr>
              <a:t> </a:t>
            </a:r>
            <a:r>
              <a:rPr kumimoji="0" sz="1200" b="1" i="0" strike="noStrike" kern="1200" cap="none" spc="-7" normalizeH="0" baseline="0" noProof="0">
                <a:ln>
                  <a:noFill/>
                </a:ln>
                <a:effectLst/>
                <a:uLnTx/>
                <a:uFillTx/>
                <a:latin typeface="Ubuntu"/>
                <a:ea typeface="+mn-ea"/>
                <a:cs typeface="Arial"/>
              </a:rPr>
              <a:t>B</a:t>
            </a:r>
            <a:r>
              <a:rPr kumimoji="0" sz="1200" b="1" i="0" strike="noStrike" kern="1200" cap="none" spc="0" normalizeH="0" baseline="0" noProof="0">
                <a:ln>
                  <a:noFill/>
                </a:ln>
                <a:effectLst/>
                <a:uLnTx/>
                <a:uFillTx/>
                <a:latin typeface="Ubuntu"/>
                <a:ea typeface="+mn-ea"/>
                <a:cs typeface="Arial"/>
              </a:rPr>
              <a:t>us</a:t>
            </a:r>
            <a:r>
              <a:rPr kumimoji="0" sz="1200" b="1" i="0" strike="noStrike" kern="1200" cap="none" spc="-13" normalizeH="0" baseline="0" noProof="0">
                <a:ln>
                  <a:noFill/>
                </a:ln>
                <a:effectLst/>
                <a:uLnTx/>
                <a:uFillTx/>
                <a:latin typeface="Ubuntu"/>
                <a:ea typeface="+mn-ea"/>
                <a:cs typeface="Arial"/>
              </a:rPr>
              <a:t>i</a:t>
            </a:r>
            <a:r>
              <a:rPr kumimoji="0" sz="1200" b="1" i="0" strike="noStrike" kern="1200" cap="none" spc="0" normalizeH="0" baseline="0" noProof="0">
                <a:ln>
                  <a:noFill/>
                </a:ln>
                <a:effectLst/>
                <a:uLnTx/>
                <a:uFillTx/>
                <a:latin typeface="Ubuntu"/>
                <a:ea typeface="+mn-ea"/>
                <a:cs typeface="Arial"/>
              </a:rPr>
              <a:t>n</a:t>
            </a:r>
            <a:r>
              <a:rPr kumimoji="0" sz="1200" b="1" i="0" strike="noStrike" kern="1200" cap="none" spc="-7" normalizeH="0" baseline="0" noProof="0">
                <a:ln>
                  <a:noFill/>
                </a:ln>
                <a:effectLst/>
                <a:uLnTx/>
                <a:uFillTx/>
                <a:latin typeface="Ubuntu"/>
                <a:ea typeface="+mn-ea"/>
                <a:cs typeface="Arial"/>
              </a:rPr>
              <a:t>e</a:t>
            </a:r>
            <a:r>
              <a:rPr kumimoji="0" sz="1200" b="1" i="0" strike="noStrike" kern="1200" cap="none" spc="0" normalizeH="0" baseline="0" noProof="0">
                <a:ln>
                  <a:noFill/>
                </a:ln>
                <a:effectLst/>
                <a:uLnTx/>
                <a:uFillTx/>
                <a:latin typeface="Ubuntu"/>
                <a:ea typeface="+mn-ea"/>
                <a:cs typeface="Arial"/>
              </a:rPr>
              <a:t>ss</a:t>
            </a:r>
            <a:r>
              <a:rPr kumimoji="0" sz="1200" b="1" i="0" strike="noStrike" kern="1200" cap="none" spc="7" normalizeH="0" baseline="0" noProof="0">
                <a:ln>
                  <a:noFill/>
                </a:ln>
                <a:effectLst/>
                <a:uLnTx/>
                <a:uFillTx/>
                <a:latin typeface="Ubuntu"/>
                <a:ea typeface="+mn-ea"/>
                <a:cs typeface="Arial"/>
              </a:rPr>
              <a:t> </a:t>
            </a:r>
            <a:r>
              <a:rPr kumimoji="0" sz="1200" b="1" i="0" strike="noStrike" kern="1200" cap="none" spc="-27" normalizeH="0" baseline="0" noProof="0">
                <a:ln>
                  <a:noFill/>
                </a:ln>
                <a:effectLst/>
                <a:uLnTx/>
                <a:uFillTx/>
                <a:latin typeface="Ubuntu"/>
                <a:ea typeface="+mn-ea"/>
                <a:cs typeface="Arial"/>
              </a:rPr>
              <a:t>M</a:t>
            </a:r>
            <a:r>
              <a:rPr kumimoji="0" sz="1200" b="1" i="0" strike="noStrike" kern="1200" cap="none" spc="0" normalizeH="0" baseline="0" noProof="0">
                <a:ln>
                  <a:noFill/>
                </a:ln>
                <a:effectLst/>
                <a:uLnTx/>
                <a:uFillTx/>
                <a:latin typeface="Ubuntu"/>
                <a:ea typeface="+mn-ea"/>
                <a:cs typeface="Arial"/>
              </a:rPr>
              <a:t>o</a:t>
            </a:r>
            <a:r>
              <a:rPr kumimoji="0" sz="1200" b="1" i="0" strike="noStrike" kern="1200" cap="none" spc="-7" normalizeH="0" baseline="0" noProof="0">
                <a:ln>
                  <a:noFill/>
                </a:ln>
                <a:effectLst/>
                <a:uLnTx/>
                <a:uFillTx/>
                <a:latin typeface="Ubuntu"/>
                <a:ea typeface="+mn-ea"/>
                <a:cs typeface="Arial"/>
              </a:rPr>
              <a:t>d</a:t>
            </a:r>
            <a:r>
              <a:rPr kumimoji="0" sz="1200" b="1" i="0" strike="noStrike" kern="1200" cap="none" spc="0" normalizeH="0" baseline="0" noProof="0">
                <a:ln>
                  <a:noFill/>
                </a:ln>
                <a:effectLst/>
                <a:uLnTx/>
                <a:uFillTx/>
                <a:latin typeface="Ubuntu"/>
                <a:ea typeface="+mn-ea"/>
                <a:cs typeface="Arial"/>
              </a:rPr>
              <a:t>el</a:t>
            </a:r>
            <a:r>
              <a:rPr kumimoji="0" sz="1200" b="1" i="0" strike="noStrike" kern="1200" cap="none" spc="13" normalizeH="0" baseline="0" noProof="0">
                <a:ln>
                  <a:noFill/>
                </a:ln>
                <a:effectLst/>
                <a:uLnTx/>
                <a:uFillTx/>
                <a:latin typeface="Ubuntu"/>
                <a:ea typeface="+mn-ea"/>
                <a:cs typeface="Arial"/>
              </a:rPr>
              <a:t> </a:t>
            </a:r>
            <a:r>
              <a:rPr kumimoji="0" lang="en-IN" sz="1200" b="1" i="0" strike="noStrike" kern="1200" cap="none" spc="13" normalizeH="0" baseline="0" noProof="0">
                <a:ln>
                  <a:noFill/>
                </a:ln>
                <a:effectLst/>
                <a:uLnTx/>
                <a:uFillTx/>
                <a:latin typeface="Ubuntu"/>
                <a:ea typeface="+mn-ea"/>
                <a:cs typeface="Arial"/>
              </a:rPr>
              <a:t>assessment &amp; validation</a:t>
            </a:r>
            <a:endParaRPr kumimoji="0" sz="1200" b="1" i="0" strike="noStrike" kern="1200" cap="none" spc="0" normalizeH="0" baseline="0" noProof="0">
              <a:ln>
                <a:noFill/>
              </a:ln>
              <a:effectLst/>
              <a:uLnTx/>
              <a:uFillTx/>
              <a:latin typeface="Ubuntu"/>
              <a:ea typeface="+mn-ea"/>
              <a:cs typeface="Arial"/>
            </a:endParaRPr>
          </a:p>
        </p:txBody>
      </p:sp>
      <p:sp>
        <p:nvSpPr>
          <p:cNvPr id="72" name="object 24">
            <a:extLst>
              <a:ext uri="{FF2B5EF4-FFF2-40B4-BE49-F238E27FC236}">
                <a16:creationId xmlns:a16="http://schemas.microsoft.com/office/drawing/2014/main" id="{4E805829-5836-A08C-4DED-78F06AA9A887}"/>
              </a:ext>
            </a:extLst>
          </p:cNvPr>
          <p:cNvSpPr txBox="1">
            <a:spLocks/>
          </p:cNvSpPr>
          <p:nvPr/>
        </p:nvSpPr>
        <p:spPr>
          <a:xfrm>
            <a:off x="524957" y="3213194"/>
            <a:ext cx="3276000" cy="381705"/>
          </a:xfrm>
          <a:prstGeom prst="rect">
            <a:avLst/>
          </a:prstGeom>
          <a:solidFill>
            <a:schemeClr val="accent2"/>
          </a:solidFill>
        </p:spPr>
        <p:txBody>
          <a:bodyPr vert="horz" wrap="square" lIns="0" tIns="0" rIns="0" bIns="0" rtlCol="0" anchor="ctr">
            <a:noAutofit/>
          </a:bodyPr>
          <a:lstStyle/>
          <a:p>
            <a:pPr marL="1693"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13" normalizeH="0" baseline="0" noProof="0">
                <a:ln>
                  <a:noFill/>
                </a:ln>
                <a:solidFill>
                  <a:srgbClr val="FFFFFF"/>
                </a:solidFill>
                <a:effectLst/>
                <a:uLnTx/>
                <a:uFillTx/>
                <a:latin typeface="Ubuntu"/>
                <a:ea typeface="+mn-ea"/>
                <a:cs typeface="Calibri"/>
              </a:rPr>
              <a:t>A</a:t>
            </a:r>
            <a:r>
              <a:rPr kumimoji="0" sz="1050" b="1" i="0" u="none" strike="noStrike" kern="1200" cap="none" spc="-20" normalizeH="0" baseline="0" noProof="0">
                <a:ln>
                  <a:noFill/>
                </a:ln>
                <a:solidFill>
                  <a:srgbClr val="FFFFFF"/>
                </a:solidFill>
                <a:effectLst/>
                <a:uLnTx/>
                <a:uFillTx/>
                <a:latin typeface="Ubuntu"/>
                <a:ea typeface="+mn-ea"/>
                <a:cs typeface="Calibri"/>
              </a:rPr>
              <a:t>G</a:t>
            </a:r>
            <a:r>
              <a:rPr kumimoji="0" sz="1050" b="1" i="0" u="none" strike="noStrike" kern="1200" cap="none" spc="-7" normalizeH="0" baseline="0" noProof="0">
                <a:ln>
                  <a:noFill/>
                </a:ln>
                <a:solidFill>
                  <a:srgbClr val="FFFFFF"/>
                </a:solidFill>
                <a:effectLst/>
                <a:uLnTx/>
                <a:uFillTx/>
                <a:latin typeface="Ubuntu"/>
                <a:ea typeface="+mn-ea"/>
                <a:cs typeface="Calibri"/>
              </a:rPr>
              <a:t>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I</a:t>
            </a:r>
            <a:endParaRPr kumimoji="0" sz="1050" b="1" i="0" u="none" strike="noStrike" kern="1200" cap="none" spc="0" normalizeH="0" baseline="0" noProof="0">
              <a:ln>
                <a:noFill/>
              </a:ln>
              <a:solidFill>
                <a:prstClr val="black"/>
              </a:solidFill>
              <a:effectLst/>
              <a:uLnTx/>
              <a:uFillTx/>
              <a:latin typeface="Ubuntu"/>
              <a:ea typeface="+mn-ea"/>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7" normalizeH="0" baseline="0" noProof="0">
                <a:ln>
                  <a:noFill/>
                </a:ln>
                <a:solidFill>
                  <a:srgbClr val="FFFFFF"/>
                </a:solidFill>
                <a:effectLst/>
                <a:uLnTx/>
                <a:uFillTx/>
                <a:latin typeface="Ubuntu"/>
                <a:ea typeface="+mn-ea"/>
                <a:cs typeface="Calibri"/>
              </a:rPr>
              <a:t>‘A</a:t>
            </a: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7" normalizeH="0" baseline="0" noProof="0">
                <a:ln>
                  <a:noFill/>
                </a:ln>
                <a:solidFill>
                  <a:srgbClr val="FFFFFF"/>
                </a:solidFill>
                <a:effectLst/>
                <a:uLnTx/>
                <a:uFillTx/>
                <a:latin typeface="Ubuntu"/>
                <a:ea typeface="+mn-ea"/>
                <a:cs typeface="Calibri"/>
              </a:rPr>
              <a:t>IS’</a:t>
            </a:r>
            <a:r>
              <a:rPr kumimoji="0" sz="1050" b="1" i="0" u="none" strike="noStrike" kern="1200" cap="none" spc="0"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ASS</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SSEM</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NT</a:t>
            </a:r>
            <a:r>
              <a:rPr kumimoji="0" sz="1050" b="1" i="0" u="none" strike="noStrike" kern="1200" cap="none" spc="27"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&amp;</a:t>
            </a:r>
            <a:r>
              <a:rPr kumimoji="0" sz="1050" b="1" i="0" u="none" strike="noStrike" kern="1200" cap="none" spc="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BASELININ</a:t>
            </a:r>
            <a:r>
              <a:rPr kumimoji="0" sz="1050" b="1" i="0" u="none" strike="noStrike" kern="1200" cap="none" spc="-13" normalizeH="0" baseline="0" noProof="0">
                <a:ln>
                  <a:noFill/>
                </a:ln>
                <a:solidFill>
                  <a:srgbClr val="FFFFFF"/>
                </a:solidFill>
                <a:effectLst/>
                <a:uLnTx/>
                <a:uFillTx/>
                <a:latin typeface="Ubuntu"/>
                <a:ea typeface="+mn-ea"/>
                <a:cs typeface="Calibri"/>
              </a:rPr>
              <a:t>G</a:t>
            </a:r>
            <a:endParaRPr kumimoji="0" sz="1050" b="1" i="0" u="none" strike="noStrike" kern="1200" cap="none" spc="0" normalizeH="0" baseline="0" noProof="0">
              <a:ln>
                <a:noFill/>
              </a:ln>
              <a:solidFill>
                <a:prstClr val="black"/>
              </a:solidFill>
              <a:effectLst/>
              <a:uLnTx/>
              <a:uFillTx/>
              <a:latin typeface="Ubuntu"/>
              <a:ea typeface="+mn-ea"/>
              <a:cs typeface="Calibri"/>
            </a:endParaRPr>
          </a:p>
        </p:txBody>
      </p:sp>
      <p:sp>
        <p:nvSpPr>
          <p:cNvPr id="73" name="object 25">
            <a:extLst>
              <a:ext uri="{FF2B5EF4-FFF2-40B4-BE49-F238E27FC236}">
                <a16:creationId xmlns:a16="http://schemas.microsoft.com/office/drawing/2014/main" id="{3B54D1FB-7116-C243-B5A0-2974B7B3EA42}"/>
              </a:ext>
            </a:extLst>
          </p:cNvPr>
          <p:cNvSpPr txBox="1">
            <a:spLocks/>
          </p:cNvSpPr>
          <p:nvPr/>
        </p:nvSpPr>
        <p:spPr>
          <a:xfrm>
            <a:off x="4410716" y="3213194"/>
            <a:ext cx="3276000" cy="381705"/>
          </a:xfrm>
          <a:prstGeom prst="rect">
            <a:avLst/>
          </a:prstGeom>
          <a:solidFill>
            <a:schemeClr val="accent2"/>
          </a:solidFill>
        </p:spPr>
        <p:txBody>
          <a:bodyPr vert="horz" wrap="square" lIns="0" tIns="0" rIns="0" bIns="0" rtlCol="0" anchor="ctr">
            <a:noAutofit/>
          </a:bodyPr>
          <a:lstStyle/>
          <a:p>
            <a:pPr marL="1693"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13" normalizeH="0" baseline="0" noProof="0">
                <a:ln>
                  <a:noFill/>
                </a:ln>
                <a:solidFill>
                  <a:srgbClr val="FFFFFF"/>
                </a:solidFill>
                <a:effectLst/>
                <a:uLnTx/>
                <a:uFillTx/>
                <a:latin typeface="Ubuntu"/>
                <a:ea typeface="+mn-ea"/>
                <a:cs typeface="Calibri"/>
              </a:rPr>
              <a:t>A</a:t>
            </a:r>
            <a:r>
              <a:rPr kumimoji="0" sz="1050" b="1" i="0" u="none" strike="noStrike" kern="1200" cap="none" spc="-20" normalizeH="0" baseline="0" noProof="0">
                <a:ln>
                  <a:noFill/>
                </a:ln>
                <a:solidFill>
                  <a:srgbClr val="FFFFFF"/>
                </a:solidFill>
                <a:effectLst/>
                <a:uLnTx/>
                <a:uFillTx/>
                <a:latin typeface="Ubuntu"/>
                <a:ea typeface="+mn-ea"/>
                <a:cs typeface="Calibri"/>
              </a:rPr>
              <a:t>G</a:t>
            </a:r>
            <a:r>
              <a:rPr kumimoji="0" sz="1050" b="1" i="0" u="none" strike="noStrike" kern="1200" cap="none" spc="-7" normalizeH="0" baseline="0" noProof="0">
                <a:ln>
                  <a:noFill/>
                </a:ln>
                <a:solidFill>
                  <a:srgbClr val="FFFFFF"/>
                </a:solidFill>
                <a:effectLst/>
                <a:uLnTx/>
                <a:uFillTx/>
                <a:latin typeface="Ubuntu"/>
                <a:ea typeface="+mn-ea"/>
                <a:cs typeface="Calibri"/>
              </a:rPr>
              <a:t>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II</a:t>
            </a:r>
            <a:endParaRPr kumimoji="0" sz="1050" b="1" i="0" u="none" strike="noStrike" kern="1200" cap="none" spc="0" normalizeH="0" baseline="0" noProof="0">
              <a:ln>
                <a:noFill/>
              </a:ln>
              <a:solidFill>
                <a:prstClr val="black"/>
              </a:solidFill>
              <a:effectLst/>
              <a:uLnTx/>
              <a:uFillTx/>
              <a:latin typeface="Ubuntu"/>
              <a:ea typeface="+mn-ea"/>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20" normalizeH="0" baseline="0" noProof="0">
                <a:ln>
                  <a:noFill/>
                </a:ln>
                <a:solidFill>
                  <a:srgbClr val="FFFFFF"/>
                </a:solidFill>
                <a:effectLst/>
                <a:uLnTx/>
                <a:uFillTx/>
                <a:latin typeface="Ubuntu"/>
                <a:ea typeface="+mn-ea"/>
                <a:cs typeface="Calibri"/>
              </a:rPr>
              <a:t>FUTU</a:t>
            </a:r>
            <a:r>
              <a:rPr kumimoji="0" sz="1050" b="1" i="0" u="none" strike="noStrike" kern="1200" cap="none" spc="-13" normalizeH="0" baseline="0" noProof="0">
                <a:ln>
                  <a:noFill/>
                </a:ln>
                <a:solidFill>
                  <a:srgbClr val="FFFFFF"/>
                </a:solidFill>
                <a:effectLst/>
                <a:uLnTx/>
                <a:uFillTx/>
                <a:latin typeface="Ubuntu"/>
                <a:ea typeface="+mn-ea"/>
                <a:cs typeface="Calibri"/>
              </a:rPr>
              <a:t>RE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MODE</a:t>
            </a:r>
            <a:r>
              <a:rPr kumimoji="0" sz="1050" b="1" i="0" u="none" strike="noStrike" kern="1200" cap="none" spc="-7" normalizeH="0" baseline="0" noProof="0">
                <a:ln>
                  <a:noFill/>
                </a:ln>
                <a:solidFill>
                  <a:srgbClr val="FFFFFF"/>
                </a:solidFill>
                <a:effectLst/>
                <a:uLnTx/>
                <a:uFillTx/>
                <a:latin typeface="Ubuntu"/>
                <a:ea typeface="+mn-ea"/>
                <a:cs typeface="Calibri"/>
              </a:rPr>
              <a:t> </a:t>
            </a:r>
            <a:r>
              <a:rPr kumimoji="0" sz="1050" b="1" i="0" u="none" strike="noStrike" kern="1200" cap="none" spc="-20" normalizeH="0" baseline="0" noProof="0">
                <a:ln>
                  <a:noFill/>
                </a:ln>
                <a:solidFill>
                  <a:srgbClr val="FFFFFF"/>
                </a:solidFill>
                <a:effectLst/>
                <a:uLnTx/>
                <a:uFillTx/>
                <a:latin typeface="Ubuntu"/>
                <a:ea typeface="+mn-ea"/>
                <a:cs typeface="Calibri"/>
              </a:rPr>
              <a:t>O</a:t>
            </a:r>
            <a:r>
              <a:rPr kumimoji="0" sz="1050" b="1" i="0" u="none" strike="noStrike" kern="1200" cap="none" spc="-7" normalizeH="0" baseline="0" noProof="0">
                <a:ln>
                  <a:noFill/>
                </a:ln>
                <a:solidFill>
                  <a:srgbClr val="FFFFFF"/>
                </a:solidFill>
                <a:effectLst/>
                <a:uLnTx/>
                <a:uFillTx/>
                <a:latin typeface="Ubuntu"/>
                <a:ea typeface="+mn-ea"/>
                <a:cs typeface="Calibri"/>
              </a:rPr>
              <a:t>F</a:t>
            </a:r>
            <a:r>
              <a:rPr kumimoji="0" sz="1050" b="1" i="0" u="none" strike="noStrike" kern="1200" cap="none" spc="13" normalizeH="0" baseline="0" noProof="0">
                <a:ln>
                  <a:noFill/>
                </a:ln>
                <a:solidFill>
                  <a:srgbClr val="FFFFFF"/>
                </a:solidFill>
                <a:effectLst/>
                <a:uLnTx/>
                <a:uFillTx/>
                <a:latin typeface="Ubuntu"/>
                <a:ea typeface="+mn-ea"/>
                <a:cs typeface="Calibri"/>
              </a:rPr>
              <a:t> </a:t>
            </a:r>
            <a:r>
              <a:rPr kumimoji="0" sz="1050" b="1" i="0" u="none" strike="noStrike" kern="1200" cap="none" spc="-20" normalizeH="0" baseline="0" noProof="0">
                <a:ln>
                  <a:noFill/>
                </a:ln>
                <a:solidFill>
                  <a:srgbClr val="FFFFFF"/>
                </a:solidFill>
                <a:effectLst/>
                <a:uLnTx/>
                <a:uFillTx/>
                <a:latin typeface="Ubuntu"/>
                <a:ea typeface="+mn-ea"/>
                <a:cs typeface="Calibri"/>
              </a:rPr>
              <a:t>OP</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RA</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7" normalizeH="0" baseline="0" noProof="0">
                <a:ln>
                  <a:noFill/>
                </a:ln>
                <a:solidFill>
                  <a:srgbClr val="FFFFFF"/>
                </a:solidFill>
                <a:effectLst/>
                <a:uLnTx/>
                <a:uFillTx/>
                <a:latin typeface="Ubuntu"/>
                <a:ea typeface="+mn-ea"/>
                <a:cs typeface="Calibri"/>
              </a:rPr>
              <a:t>IONS </a:t>
            </a:r>
            <a:r>
              <a:rPr kumimoji="0" sz="1050" b="1" i="0" u="none" strike="noStrike" kern="1200" cap="none" spc="-20" normalizeH="0" baseline="0" noProof="0">
                <a:ln>
                  <a:noFill/>
                </a:ln>
                <a:solidFill>
                  <a:srgbClr val="FFFFFF"/>
                </a:solidFill>
                <a:effectLst/>
                <a:uLnTx/>
                <a:uFillTx/>
                <a:latin typeface="Ubuntu"/>
                <a:ea typeface="+mn-ea"/>
                <a:cs typeface="Calibri"/>
              </a:rPr>
              <a:t>D</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SIGN</a:t>
            </a:r>
            <a:endParaRPr kumimoji="0" sz="1050" b="1" i="0" u="none" strike="noStrike" kern="1200" cap="none" spc="0" normalizeH="0" baseline="0" noProof="0">
              <a:ln>
                <a:noFill/>
              </a:ln>
              <a:solidFill>
                <a:prstClr val="black"/>
              </a:solidFill>
              <a:effectLst/>
              <a:uLnTx/>
              <a:uFillTx/>
              <a:latin typeface="Ubuntu"/>
              <a:ea typeface="+mn-ea"/>
              <a:cs typeface="Calibri"/>
            </a:endParaRPr>
          </a:p>
        </p:txBody>
      </p:sp>
      <p:sp>
        <p:nvSpPr>
          <p:cNvPr id="74" name="object 26">
            <a:extLst>
              <a:ext uri="{FF2B5EF4-FFF2-40B4-BE49-F238E27FC236}">
                <a16:creationId xmlns:a16="http://schemas.microsoft.com/office/drawing/2014/main" id="{8583383F-B97D-DB67-2551-9490272250A2}"/>
              </a:ext>
            </a:extLst>
          </p:cNvPr>
          <p:cNvSpPr txBox="1">
            <a:spLocks/>
          </p:cNvSpPr>
          <p:nvPr/>
        </p:nvSpPr>
        <p:spPr>
          <a:xfrm>
            <a:off x="8296475" y="3213194"/>
            <a:ext cx="3276000" cy="381705"/>
          </a:xfrm>
          <a:prstGeom prst="rect">
            <a:avLst/>
          </a:prstGeom>
          <a:solidFill>
            <a:schemeClr val="accent2"/>
          </a:solid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13" normalizeH="0" baseline="0" noProof="0">
                <a:ln>
                  <a:noFill/>
                </a:ln>
                <a:solidFill>
                  <a:srgbClr val="FFFFFF"/>
                </a:solidFill>
                <a:effectLst/>
                <a:uLnTx/>
                <a:uFillTx/>
                <a:latin typeface="Ubuntu"/>
                <a:ea typeface="+mn-ea"/>
                <a:cs typeface="Calibri"/>
              </a:rPr>
              <a:t>A</a:t>
            </a:r>
            <a:r>
              <a:rPr kumimoji="0" sz="1050" b="1" i="0" u="none" strike="noStrike" kern="1200" cap="none" spc="-27" normalizeH="0" baseline="0" noProof="0">
                <a:ln>
                  <a:noFill/>
                </a:ln>
                <a:solidFill>
                  <a:srgbClr val="FFFFFF"/>
                </a:solidFill>
                <a:effectLst/>
                <a:uLnTx/>
                <a:uFillTx/>
                <a:latin typeface="Ubuntu"/>
                <a:ea typeface="+mn-ea"/>
                <a:cs typeface="Calibri"/>
              </a:rPr>
              <a:t>G</a:t>
            </a:r>
            <a:r>
              <a:rPr kumimoji="0" sz="1050" b="1" i="0" u="none" strike="noStrike" kern="1200" cap="none" spc="-7" normalizeH="0" baseline="0" noProof="0">
                <a:ln>
                  <a:noFill/>
                </a:ln>
                <a:solidFill>
                  <a:srgbClr val="FFFFFF"/>
                </a:solidFill>
                <a:effectLst/>
                <a:uLnTx/>
                <a:uFillTx/>
                <a:latin typeface="Ubuntu"/>
                <a:ea typeface="+mn-ea"/>
                <a:cs typeface="Calibri"/>
              </a:rPr>
              <a:t>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III</a:t>
            </a:r>
            <a:endParaRPr kumimoji="0" sz="1050" b="1" i="0" u="none" strike="noStrike" kern="1200" cap="none" spc="0" normalizeH="0" baseline="0" noProof="0">
              <a:ln>
                <a:noFill/>
              </a:ln>
              <a:solidFill>
                <a:prstClr val="black"/>
              </a:solidFill>
              <a:effectLst/>
              <a:uLnTx/>
              <a:uFillTx/>
              <a:latin typeface="Ubuntu"/>
              <a:ea typeface="+mn-ea"/>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7" normalizeH="0" baseline="0" noProof="0">
                <a:ln>
                  <a:noFill/>
                </a:ln>
                <a:solidFill>
                  <a:srgbClr val="FFFFFF"/>
                </a:solidFill>
                <a:effectLst/>
                <a:uLnTx/>
                <a:uFillTx/>
                <a:latin typeface="Ubuntu"/>
                <a:ea typeface="+mn-ea"/>
                <a:cs typeface="Calibri"/>
              </a:rPr>
              <a:t>EXE</a:t>
            </a:r>
            <a:r>
              <a:rPr kumimoji="0" sz="1050" b="1" i="0" u="none" strike="noStrike" kern="1200" cap="none" spc="-20" normalizeH="0" baseline="0" noProof="0">
                <a:ln>
                  <a:noFill/>
                </a:ln>
                <a:solidFill>
                  <a:srgbClr val="FFFFFF"/>
                </a:solidFill>
                <a:effectLst/>
                <a:uLnTx/>
                <a:uFillTx/>
                <a:latin typeface="Ubuntu"/>
                <a:ea typeface="+mn-ea"/>
                <a:cs typeface="Calibri"/>
              </a:rPr>
              <a:t>C</a:t>
            </a:r>
            <a:r>
              <a:rPr kumimoji="0" sz="1050" b="1" i="0" u="none" strike="noStrike" kern="1200" cap="none" spc="-27" normalizeH="0" baseline="0" noProof="0">
                <a:ln>
                  <a:noFill/>
                </a:ln>
                <a:solidFill>
                  <a:srgbClr val="FFFFFF"/>
                </a:solidFill>
                <a:effectLst/>
                <a:uLnTx/>
                <a:uFillTx/>
                <a:latin typeface="Ubuntu"/>
                <a:ea typeface="+mn-ea"/>
                <a:cs typeface="Calibri"/>
              </a:rPr>
              <a:t>UT</a:t>
            </a:r>
            <a:r>
              <a:rPr kumimoji="0" sz="1050" b="1" i="0" u="none" strike="noStrike" kern="1200" cap="none" spc="-13" normalizeH="0" baseline="0" noProof="0">
                <a:ln>
                  <a:noFill/>
                </a:ln>
                <a:solidFill>
                  <a:srgbClr val="FFFFFF"/>
                </a:solidFill>
                <a:effectLst/>
                <a:uLnTx/>
                <a:uFillTx/>
                <a:latin typeface="Ubuntu"/>
                <a:ea typeface="+mn-ea"/>
                <a:cs typeface="Calibri"/>
              </a:rPr>
              <a:t>ION</a:t>
            </a:r>
            <a:r>
              <a:rPr kumimoji="0" sz="1050" b="1" i="0" u="none" strike="noStrike" kern="1200" cap="none" spc="0"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PLA</a:t>
            </a:r>
            <a:r>
              <a:rPr kumimoji="0" sz="1050" b="1" i="0" u="none" strike="noStrike" kern="1200" cap="none" spc="-7" normalizeH="0" baseline="0" noProof="0">
                <a:ln>
                  <a:noFill/>
                </a:ln>
                <a:solidFill>
                  <a:srgbClr val="FFFFFF"/>
                </a:solidFill>
                <a:effectLst/>
                <a:uLnTx/>
                <a:uFillTx/>
                <a:latin typeface="Ubuntu"/>
                <a:ea typeface="+mn-ea"/>
                <a:cs typeface="Calibri"/>
              </a:rPr>
              <a:t>NNIN</a:t>
            </a:r>
            <a:r>
              <a:rPr kumimoji="0" sz="1050" b="1" i="0" u="none" strike="noStrike" kern="1200" cap="none" spc="-13" normalizeH="0" baseline="0" noProof="0">
                <a:ln>
                  <a:noFill/>
                </a:ln>
                <a:solidFill>
                  <a:srgbClr val="FFFFFF"/>
                </a:solidFill>
                <a:effectLst/>
                <a:uLnTx/>
                <a:uFillTx/>
                <a:latin typeface="Ubuntu"/>
                <a:ea typeface="+mn-ea"/>
                <a:cs typeface="Calibri"/>
              </a:rPr>
              <a:t>G</a:t>
            </a:r>
            <a:endParaRPr kumimoji="0" sz="1050" b="1" i="0" u="none" strike="noStrike" kern="1200" cap="none" spc="0" normalizeH="0" baseline="0" noProof="0">
              <a:ln>
                <a:noFill/>
              </a:ln>
              <a:solidFill>
                <a:prstClr val="black"/>
              </a:solidFill>
              <a:effectLst/>
              <a:uLnTx/>
              <a:uFillTx/>
              <a:latin typeface="Ubuntu"/>
              <a:ea typeface="+mn-ea"/>
              <a:cs typeface="Calibri"/>
            </a:endParaRPr>
          </a:p>
        </p:txBody>
      </p:sp>
      <p:graphicFrame>
        <p:nvGraphicFramePr>
          <p:cNvPr id="92" name="object 34">
            <a:extLst>
              <a:ext uri="{FF2B5EF4-FFF2-40B4-BE49-F238E27FC236}">
                <a16:creationId xmlns:a16="http://schemas.microsoft.com/office/drawing/2014/main" id="{D3071EE6-61A0-B031-80B6-660593DA8270}"/>
              </a:ext>
            </a:extLst>
          </p:cNvPr>
          <p:cNvGraphicFramePr>
            <a:graphicFrameLocks noGrp="1"/>
          </p:cNvGraphicFramePr>
          <p:nvPr/>
        </p:nvGraphicFramePr>
        <p:xfrm>
          <a:off x="524957" y="3644806"/>
          <a:ext cx="3272043" cy="1483202"/>
        </p:xfrm>
        <a:graphic>
          <a:graphicData uri="http://schemas.openxmlformats.org/drawingml/2006/table">
            <a:tbl>
              <a:tblPr firstRow="1" bandRow="1">
                <a:tableStyleId>{2D5ABB26-0587-4C30-8999-92F81FD0307C}</a:tableStyleId>
              </a:tblPr>
              <a:tblGrid>
                <a:gridCol w="3272043">
                  <a:extLst>
                    <a:ext uri="{9D8B030D-6E8A-4147-A177-3AD203B41FA5}">
                      <a16:colId xmlns:a16="http://schemas.microsoft.com/office/drawing/2014/main" val="20001"/>
                    </a:ext>
                  </a:extLst>
                </a:gridCol>
              </a:tblGrid>
              <a:tr h="1483202">
                <a:tc>
                  <a:txBody>
                    <a:bodyPr/>
                    <a:lstStyle/>
                    <a:p>
                      <a:pPr marL="266700" marR="123825" indent="-174625" algn="l" defTabSz="914400" rtl="0" eaLnBrk="1" latinLnBrk="0" hangingPunct="1">
                        <a:lnSpc>
                          <a:spcPct val="100000"/>
                        </a:lnSpc>
                        <a:spcAft>
                          <a:spcPts val="600"/>
                        </a:spcAft>
                        <a:buFont typeface="Arial" panose="020B0604020202020204" pitchFamily="34" charset="0"/>
                        <a:buChar char="•"/>
                      </a:pPr>
                      <a:r>
                        <a:rPr sz="1000" i="1" kern="1200">
                          <a:solidFill>
                            <a:schemeClr val="tx1"/>
                          </a:solidFill>
                          <a:latin typeface="+mn-lt"/>
                          <a:ea typeface="+mn-ea"/>
                          <a:cs typeface="Calibri"/>
                        </a:rPr>
                        <a:t>Understand B2B vision, goals. Analyze inputs/learnings from past initiatives</a:t>
                      </a:r>
                    </a:p>
                    <a:p>
                      <a:pPr marL="266700" marR="513080" indent="-174625" algn="l" defTabSz="914400" rtl="0" eaLnBrk="1" latinLnBrk="0" hangingPunct="1">
                        <a:lnSpc>
                          <a:spcPct val="100000"/>
                        </a:lnSpc>
                        <a:spcAft>
                          <a:spcPts val="600"/>
                        </a:spcAft>
                        <a:buFont typeface="Arial" panose="020B0604020202020204" pitchFamily="34" charset="0"/>
                        <a:buChar char="•"/>
                      </a:pPr>
                      <a:r>
                        <a:rPr sz="1000" i="1" kern="1200">
                          <a:solidFill>
                            <a:schemeClr val="tx1"/>
                          </a:solidFill>
                          <a:latin typeface="+mn-lt"/>
                          <a:ea typeface="+mn-ea"/>
                          <a:cs typeface="Calibri"/>
                        </a:rPr>
                        <a:t>Identify key pain points, improvement opportunities</a:t>
                      </a:r>
                    </a:p>
                    <a:p>
                      <a:pPr marL="266700" marR="95885" indent="-174625" algn="l" defTabSz="914400" rtl="0" eaLnBrk="1" latinLnBrk="0" hangingPunct="1">
                        <a:lnSpc>
                          <a:spcPct val="100000"/>
                        </a:lnSpc>
                        <a:spcAft>
                          <a:spcPts val="600"/>
                        </a:spcAft>
                        <a:buFont typeface="Arial" panose="020B0604020202020204" pitchFamily="34" charset="0"/>
                        <a:buChar char="•"/>
                      </a:pPr>
                      <a:r>
                        <a:rPr sz="1000" i="1" kern="1200">
                          <a:solidFill>
                            <a:schemeClr val="tx1"/>
                          </a:solidFill>
                          <a:latin typeface="+mn-lt"/>
                          <a:ea typeface="+mn-ea"/>
                          <a:cs typeface="Calibri"/>
                        </a:rPr>
                        <a:t>Assess ‘business model components i.e. products, customer journeys, </a:t>
                      </a:r>
                      <a:r>
                        <a:rPr sz="1000" i="1" kern="1200" err="1">
                          <a:solidFill>
                            <a:schemeClr val="tx1"/>
                          </a:solidFill>
                          <a:latin typeface="+mn-lt"/>
                          <a:ea typeface="+mn-ea"/>
                          <a:cs typeface="Calibri"/>
                        </a:rPr>
                        <a:t>chan</a:t>
                      </a:r>
                      <a:r>
                        <a:rPr lang="en-IN" sz="1000" i="1" kern="1200">
                          <a:solidFill>
                            <a:schemeClr val="tx1"/>
                          </a:solidFill>
                          <a:latin typeface="+mn-lt"/>
                          <a:ea typeface="+mn-ea"/>
                          <a:cs typeface="Calibri"/>
                        </a:rPr>
                        <a:t>nels, </a:t>
                      </a:r>
                      <a:r>
                        <a:rPr sz="1000" i="1" kern="1200">
                          <a:solidFill>
                            <a:schemeClr val="tx1"/>
                          </a:solidFill>
                          <a:latin typeface="+mn-lt"/>
                          <a:ea typeface="+mn-ea"/>
                          <a:cs typeface="Calibri"/>
                        </a:rPr>
                        <a:t>partners</a:t>
                      </a:r>
                      <a:r>
                        <a:rPr lang="en-IN" sz="1000" i="1" kern="1200">
                          <a:solidFill>
                            <a:schemeClr val="tx1"/>
                          </a:solidFill>
                          <a:latin typeface="+mn-lt"/>
                          <a:ea typeface="+mn-ea"/>
                          <a:cs typeface="Calibri"/>
                        </a:rPr>
                        <a:t> etc.</a:t>
                      </a:r>
                      <a:endParaRPr sz="1000" i="1" kern="1200">
                        <a:solidFill>
                          <a:schemeClr val="tx1"/>
                        </a:solidFill>
                        <a:latin typeface="+mn-lt"/>
                        <a:ea typeface="+mn-ea"/>
                        <a:cs typeface="Calibri"/>
                      </a:endParaRPr>
                    </a:p>
                  </a:txBody>
                  <a:tcPr marL="0" marR="0" marT="0" marB="0" anchor="ctr">
                    <a:lnL w="28575" cap="flat" cmpd="sng" algn="ctr">
                      <a:solidFill>
                        <a:schemeClr val="bg1"/>
                      </a:solidFill>
                      <a:prstDash val="solid"/>
                      <a:round/>
                      <a:headEnd type="none" w="med" len="med"/>
                      <a:tailEnd type="none" w="med" len="med"/>
                    </a:lnL>
                    <a:solidFill>
                      <a:schemeClr val="bg1">
                        <a:lumMod val="95000"/>
                      </a:schemeClr>
                    </a:solidFill>
                  </a:tcPr>
                </a:tc>
                <a:extLst>
                  <a:ext uri="{0D108BD9-81ED-4DB2-BD59-A6C34878D82A}">
                    <a16:rowId xmlns:a16="http://schemas.microsoft.com/office/drawing/2014/main" val="10000"/>
                  </a:ext>
                </a:extLst>
              </a:tr>
            </a:tbl>
          </a:graphicData>
        </a:graphic>
      </p:graphicFrame>
      <p:graphicFrame>
        <p:nvGraphicFramePr>
          <p:cNvPr id="93" name="object 44">
            <a:extLst>
              <a:ext uri="{FF2B5EF4-FFF2-40B4-BE49-F238E27FC236}">
                <a16:creationId xmlns:a16="http://schemas.microsoft.com/office/drawing/2014/main" id="{C5178A8F-1C99-7A89-A912-5E804E2F13FD}"/>
              </a:ext>
            </a:extLst>
          </p:cNvPr>
          <p:cNvGraphicFramePr>
            <a:graphicFrameLocks noGrp="1"/>
          </p:cNvGraphicFramePr>
          <p:nvPr/>
        </p:nvGraphicFramePr>
        <p:xfrm>
          <a:off x="4406761" y="3651764"/>
          <a:ext cx="3279953" cy="1477641"/>
        </p:xfrm>
        <a:graphic>
          <a:graphicData uri="http://schemas.openxmlformats.org/drawingml/2006/table">
            <a:tbl>
              <a:tblPr firstRow="1" bandRow="1">
                <a:tableStyleId>{2D5ABB26-0587-4C30-8999-92F81FD0307C}</a:tableStyleId>
              </a:tblPr>
              <a:tblGrid>
                <a:gridCol w="3279953">
                  <a:extLst>
                    <a:ext uri="{9D8B030D-6E8A-4147-A177-3AD203B41FA5}">
                      <a16:colId xmlns:a16="http://schemas.microsoft.com/office/drawing/2014/main" val="20001"/>
                    </a:ext>
                  </a:extLst>
                </a:gridCol>
              </a:tblGrid>
              <a:tr h="1477641">
                <a:tc>
                  <a:txBody>
                    <a:bodyPr/>
                    <a:lstStyle/>
                    <a:p>
                      <a:pPr marL="266700" indent="-174625" defTabSz="914400" rtl="0" eaLnBrk="1" latinLnBrk="0" hangingPunct="1">
                        <a:lnSpc>
                          <a:spcPct val="100000"/>
                        </a:lnSpc>
                        <a:spcAft>
                          <a:spcPts val="600"/>
                        </a:spcAft>
                        <a:buFont typeface="Arial" panose="020B0604020202020204" pitchFamily="34" charset="0"/>
                        <a:buChar char="•"/>
                      </a:pPr>
                      <a:r>
                        <a:rPr sz="1000" i="1" kern="1200">
                          <a:solidFill>
                            <a:schemeClr val="tx1"/>
                          </a:solidFill>
                          <a:latin typeface="+mn-lt"/>
                          <a:ea typeface="+mn-ea"/>
                          <a:cs typeface="Calibri"/>
                        </a:rPr>
                        <a:t>Perform impact /gap assessment</a:t>
                      </a:r>
                    </a:p>
                    <a:p>
                      <a:pPr marL="266700" indent="-174625" defTabSz="914400" rtl="0" eaLnBrk="1" latinLnBrk="0" hangingPunct="1">
                        <a:lnSpc>
                          <a:spcPct val="100000"/>
                        </a:lnSpc>
                        <a:spcAft>
                          <a:spcPts val="600"/>
                        </a:spcAft>
                        <a:buFont typeface="Arial" panose="020B0604020202020204" pitchFamily="34" charset="0"/>
                        <a:buChar char="•"/>
                      </a:pPr>
                      <a:r>
                        <a:rPr sz="1000" i="1" kern="1200">
                          <a:solidFill>
                            <a:schemeClr val="tx1"/>
                          </a:solidFill>
                          <a:latin typeface="+mn-lt"/>
                          <a:ea typeface="+mn-ea"/>
                          <a:cs typeface="Calibri"/>
                        </a:rPr>
                        <a:t>Define implementation roadmap with benefit</a:t>
                      </a:r>
                      <a:r>
                        <a:rPr lang="en-IN" sz="1000" i="1" kern="1200">
                          <a:solidFill>
                            <a:schemeClr val="tx1"/>
                          </a:solidFill>
                          <a:latin typeface="+mn-lt"/>
                          <a:ea typeface="+mn-ea"/>
                          <a:cs typeface="Calibri"/>
                        </a:rPr>
                        <a:t> </a:t>
                      </a:r>
                      <a:r>
                        <a:rPr sz="1000" i="1" kern="1200">
                          <a:solidFill>
                            <a:schemeClr val="tx1"/>
                          </a:solidFill>
                          <a:latin typeface="+mn-lt"/>
                          <a:ea typeface="+mn-ea"/>
                          <a:cs typeface="Calibri"/>
                        </a:rPr>
                        <a:t>realization timelines</a:t>
                      </a:r>
                      <a:endParaRPr sz="1000" i="0" kern="1200">
                        <a:solidFill>
                          <a:schemeClr val="tx1"/>
                        </a:solidFill>
                        <a:latin typeface="+mn-lt"/>
                        <a:ea typeface="+mn-ea"/>
                        <a:cs typeface="Calibri"/>
                      </a:endParaRPr>
                    </a:p>
                    <a:p>
                      <a:pPr marL="266700" indent="-174625" defTabSz="914400" rtl="0" eaLnBrk="1" latinLnBrk="0" hangingPunct="1">
                        <a:lnSpc>
                          <a:spcPct val="100000"/>
                        </a:lnSpc>
                        <a:spcAft>
                          <a:spcPts val="600"/>
                        </a:spcAft>
                        <a:buFont typeface="Arial" panose="020B0604020202020204" pitchFamily="34" charset="0"/>
                        <a:buChar char="•"/>
                      </a:pPr>
                      <a:r>
                        <a:rPr sz="1000" i="0" kern="1200">
                          <a:solidFill>
                            <a:schemeClr val="tx1"/>
                          </a:solidFill>
                          <a:latin typeface="+mn-lt"/>
                          <a:ea typeface="+mn-ea"/>
                          <a:cs typeface="Calibri"/>
                        </a:rPr>
                        <a:t>Finalize business requirements </a:t>
                      </a:r>
                      <a:r>
                        <a:rPr sz="1000" i="0" spc="-5">
                          <a:latin typeface="+mn-lt"/>
                          <a:cs typeface="Calibri"/>
                        </a:rPr>
                        <a:t>f</a:t>
                      </a:r>
                      <a:r>
                        <a:rPr sz="1000" i="0" spc="5">
                          <a:latin typeface="+mn-lt"/>
                          <a:cs typeface="Calibri"/>
                        </a:rPr>
                        <a:t>o</a:t>
                      </a:r>
                      <a:r>
                        <a:rPr sz="1000" i="0">
                          <a:latin typeface="+mn-lt"/>
                          <a:cs typeface="Calibri"/>
                        </a:rPr>
                        <a:t>r</a:t>
                      </a:r>
                      <a:r>
                        <a:rPr sz="1000" i="0" spc="-15">
                          <a:latin typeface="+mn-lt"/>
                          <a:cs typeface="Calibri"/>
                        </a:rPr>
                        <a:t> </a:t>
                      </a:r>
                      <a:r>
                        <a:rPr sz="1000" i="0">
                          <a:latin typeface="+mn-lt"/>
                          <a:cs typeface="Calibri"/>
                        </a:rPr>
                        <a:t>c</a:t>
                      </a:r>
                      <a:r>
                        <a:rPr sz="1000" i="0" spc="-5">
                          <a:latin typeface="+mn-lt"/>
                          <a:cs typeface="Calibri"/>
                        </a:rPr>
                        <a:t>h</a:t>
                      </a:r>
                      <a:r>
                        <a:rPr sz="1000" i="0">
                          <a:latin typeface="+mn-lt"/>
                          <a:cs typeface="Calibri"/>
                        </a:rPr>
                        <a:t>a</a:t>
                      </a:r>
                      <a:r>
                        <a:rPr sz="1000" i="0" spc="-5">
                          <a:latin typeface="+mn-lt"/>
                          <a:cs typeface="Calibri"/>
                        </a:rPr>
                        <a:t>ng</a:t>
                      </a:r>
                      <a:r>
                        <a:rPr sz="1000" i="0">
                          <a:latin typeface="+mn-lt"/>
                          <a:cs typeface="Calibri"/>
                        </a:rPr>
                        <a:t>e</a:t>
                      </a:r>
                      <a:endParaRPr lang="en-IN" sz="1000" i="0">
                        <a:latin typeface="+mn-lt"/>
                        <a:cs typeface="Calibri"/>
                      </a:endParaRPr>
                    </a:p>
                    <a:p>
                      <a:pPr marL="266700" marR="116839"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tx1"/>
                          </a:solidFill>
                          <a:latin typeface="+mn-lt"/>
                          <a:ea typeface="+mn-ea"/>
                          <a:cs typeface="Calibri"/>
                        </a:rPr>
                        <a:t>Design future mode of operations addressing pain points, challenges</a:t>
                      </a:r>
                    </a:p>
                  </a:txBody>
                  <a:tcPr marL="0" marR="0" marT="0" marB="0" anchor="ctr">
                    <a:solidFill>
                      <a:schemeClr val="bg1">
                        <a:lumMod val="95000"/>
                      </a:schemeClr>
                    </a:solidFill>
                  </a:tcPr>
                </a:tc>
                <a:extLst>
                  <a:ext uri="{0D108BD9-81ED-4DB2-BD59-A6C34878D82A}">
                    <a16:rowId xmlns:a16="http://schemas.microsoft.com/office/drawing/2014/main" val="10000"/>
                  </a:ext>
                </a:extLst>
              </a:tr>
            </a:tbl>
          </a:graphicData>
        </a:graphic>
      </p:graphicFrame>
      <p:graphicFrame>
        <p:nvGraphicFramePr>
          <p:cNvPr id="99" name="object 44">
            <a:extLst>
              <a:ext uri="{FF2B5EF4-FFF2-40B4-BE49-F238E27FC236}">
                <a16:creationId xmlns:a16="http://schemas.microsoft.com/office/drawing/2014/main" id="{4AAAE68C-C5D1-12A8-8B26-EC976CEA4884}"/>
              </a:ext>
            </a:extLst>
          </p:cNvPr>
          <p:cNvGraphicFramePr>
            <a:graphicFrameLocks noGrp="1"/>
          </p:cNvGraphicFramePr>
          <p:nvPr/>
        </p:nvGraphicFramePr>
        <p:xfrm>
          <a:off x="8296475" y="3651765"/>
          <a:ext cx="3259380" cy="1477641"/>
        </p:xfrm>
        <a:graphic>
          <a:graphicData uri="http://schemas.openxmlformats.org/drawingml/2006/table">
            <a:tbl>
              <a:tblPr firstRow="1" bandRow="1">
                <a:tableStyleId>{2D5ABB26-0587-4C30-8999-92F81FD0307C}</a:tableStyleId>
              </a:tblPr>
              <a:tblGrid>
                <a:gridCol w="3259380">
                  <a:extLst>
                    <a:ext uri="{9D8B030D-6E8A-4147-A177-3AD203B41FA5}">
                      <a16:colId xmlns:a16="http://schemas.microsoft.com/office/drawing/2014/main" val="20001"/>
                    </a:ext>
                  </a:extLst>
                </a:gridCol>
              </a:tblGrid>
              <a:tr h="1477641">
                <a:tc>
                  <a:txBody>
                    <a:bodyPr/>
                    <a:lstStyle/>
                    <a:p>
                      <a:pPr marL="266700" marR="116839"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tx1"/>
                          </a:solidFill>
                          <a:latin typeface="+mn-lt"/>
                          <a:ea typeface="+mn-ea"/>
                          <a:cs typeface="Calibri"/>
                        </a:rPr>
                        <a:t>Prioritize recommendations. Define  implementation roadmap in consultation with the stakeholders</a:t>
                      </a:r>
                    </a:p>
                    <a:p>
                      <a:pPr marL="266700" marR="116839"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tx1"/>
                          </a:solidFill>
                          <a:latin typeface="+mn-lt"/>
                          <a:ea typeface="+mn-ea"/>
                          <a:cs typeface="Calibri"/>
                        </a:rPr>
                        <a:t>Define change management considerations, and mitigations</a:t>
                      </a:r>
                    </a:p>
                  </a:txBody>
                  <a:tcPr marL="0" marR="0" marT="0" marB="0" anchor="ctr">
                    <a:solidFill>
                      <a:schemeClr val="bg1">
                        <a:lumMod val="95000"/>
                      </a:schemeClr>
                    </a:solidFill>
                  </a:tcPr>
                </a:tc>
                <a:extLst>
                  <a:ext uri="{0D108BD9-81ED-4DB2-BD59-A6C34878D82A}">
                    <a16:rowId xmlns:a16="http://schemas.microsoft.com/office/drawing/2014/main" val="10000"/>
                  </a:ext>
                </a:extLst>
              </a:tr>
            </a:tbl>
          </a:graphicData>
        </a:graphic>
      </p:graphicFrame>
      <p:sp>
        <p:nvSpPr>
          <p:cNvPr id="101" name="Isosceles Triangle 100">
            <a:extLst>
              <a:ext uri="{FF2B5EF4-FFF2-40B4-BE49-F238E27FC236}">
                <a16:creationId xmlns:a16="http://schemas.microsoft.com/office/drawing/2014/main" id="{0BABD0F8-B6F2-716B-D497-6D3D6343CD17}"/>
              </a:ext>
            </a:extLst>
          </p:cNvPr>
          <p:cNvSpPr/>
          <p:nvPr/>
        </p:nvSpPr>
        <p:spPr>
          <a:xfrm rot="5400000">
            <a:off x="3113965" y="4063253"/>
            <a:ext cx="2012902" cy="31289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02" name="Isosceles Triangle 101">
            <a:extLst>
              <a:ext uri="{FF2B5EF4-FFF2-40B4-BE49-F238E27FC236}">
                <a16:creationId xmlns:a16="http://schemas.microsoft.com/office/drawing/2014/main" id="{E83E9B22-9240-A5FF-B5CC-B0F4B7483188}"/>
              </a:ext>
            </a:extLst>
          </p:cNvPr>
          <p:cNvSpPr/>
          <p:nvPr/>
        </p:nvSpPr>
        <p:spPr>
          <a:xfrm rot="5400000">
            <a:off x="7047527" y="4063197"/>
            <a:ext cx="2012902" cy="31289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03" name="Rectangle 102">
            <a:extLst>
              <a:ext uri="{FF2B5EF4-FFF2-40B4-BE49-F238E27FC236}">
                <a16:creationId xmlns:a16="http://schemas.microsoft.com/office/drawing/2014/main" id="{AF91B3D1-5567-33C0-5ECD-88F1245C116C}"/>
              </a:ext>
            </a:extLst>
          </p:cNvPr>
          <p:cNvSpPr/>
          <p:nvPr/>
        </p:nvSpPr>
        <p:spPr>
          <a:xfrm>
            <a:off x="383631" y="2869244"/>
            <a:ext cx="11283412" cy="2562557"/>
          </a:xfrm>
          <a:prstGeom prst="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04" name="object 3">
            <a:extLst>
              <a:ext uri="{FF2B5EF4-FFF2-40B4-BE49-F238E27FC236}">
                <a16:creationId xmlns:a16="http://schemas.microsoft.com/office/drawing/2014/main" id="{8E338735-0EB8-78B6-C347-036A25139A1A}"/>
              </a:ext>
            </a:extLst>
          </p:cNvPr>
          <p:cNvSpPr txBox="1"/>
          <p:nvPr/>
        </p:nvSpPr>
        <p:spPr>
          <a:xfrm>
            <a:off x="383631" y="2867701"/>
            <a:ext cx="1208949" cy="218477"/>
          </a:xfrm>
          <a:prstGeom prst="rect">
            <a:avLst/>
          </a:prstGeom>
          <a:solidFill>
            <a:schemeClr val="bg1">
              <a:lumMod val="95000"/>
            </a:schemeClr>
          </a:solidFill>
          <a:ln w="12700">
            <a:solidFill>
              <a:schemeClr val="tx1">
                <a:lumMod val="50000"/>
                <a:lumOff val="50000"/>
              </a:schemeClr>
            </a:solidFill>
          </a:ln>
        </p:spPr>
        <p:txBody>
          <a:bodyPr vert="horz" wrap="square" lIns="0" tIns="0" rIns="0" bIns="0" rtlCol="0">
            <a:noAutofit/>
          </a:bodyPr>
          <a:lstStyle/>
          <a:p>
            <a:pPr marL="16933"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2">
                    <a:lumMod val="25000"/>
                  </a:schemeClr>
                </a:solidFill>
                <a:effectLst/>
                <a:uLnTx/>
                <a:uFillTx/>
                <a:latin typeface="Ubuntu"/>
                <a:ea typeface="+mn-ea"/>
                <a:cs typeface="Arial"/>
              </a:rPr>
              <a:t>Methodology</a:t>
            </a:r>
            <a:endParaRPr kumimoji="0" sz="1400" b="0" i="0" u="none" strike="noStrike" kern="1200" cap="none" spc="0" normalizeH="0" baseline="0" noProof="0">
              <a:ln>
                <a:noFill/>
              </a:ln>
              <a:solidFill>
                <a:schemeClr val="bg2">
                  <a:lumMod val="25000"/>
                </a:schemeClr>
              </a:solidFill>
              <a:effectLst/>
              <a:uLnTx/>
              <a:uFillTx/>
              <a:latin typeface="Ubuntu"/>
              <a:ea typeface="+mn-ea"/>
              <a:cs typeface="Arial"/>
            </a:endParaRPr>
          </a:p>
        </p:txBody>
      </p:sp>
      <p:sp>
        <p:nvSpPr>
          <p:cNvPr id="110" name="Isosceles Triangle 109">
            <a:extLst>
              <a:ext uri="{FF2B5EF4-FFF2-40B4-BE49-F238E27FC236}">
                <a16:creationId xmlns:a16="http://schemas.microsoft.com/office/drawing/2014/main" id="{0CDB29FB-7EA8-D6BC-94B0-7FD0472E19F4}"/>
              </a:ext>
            </a:extLst>
          </p:cNvPr>
          <p:cNvSpPr/>
          <p:nvPr/>
        </p:nvSpPr>
        <p:spPr>
          <a:xfrm rot="5400000">
            <a:off x="3034866" y="4088331"/>
            <a:ext cx="2012902" cy="312897"/>
          </a:xfrm>
          <a:prstGeom prs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11" name="Isosceles Triangle 110">
            <a:extLst>
              <a:ext uri="{FF2B5EF4-FFF2-40B4-BE49-F238E27FC236}">
                <a16:creationId xmlns:a16="http://schemas.microsoft.com/office/drawing/2014/main" id="{0C1B7ACF-83BC-A6C4-27EA-F9E6A6150099}"/>
              </a:ext>
            </a:extLst>
          </p:cNvPr>
          <p:cNvSpPr/>
          <p:nvPr/>
        </p:nvSpPr>
        <p:spPr>
          <a:xfrm rot="5400000">
            <a:off x="6968428" y="4088275"/>
            <a:ext cx="2012902" cy="312897"/>
          </a:xfrm>
          <a:prstGeom prs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B3C2-F524-4F1C-99DB-CC436A7A6BBE}"/>
              </a:ext>
            </a:extLst>
          </p:cNvPr>
          <p:cNvSpPr>
            <a:spLocks noGrp="1"/>
          </p:cNvSpPr>
          <p:nvPr>
            <p:ph type="title"/>
          </p:nvPr>
        </p:nvSpPr>
        <p:spPr>
          <a:xfrm>
            <a:off x="2456761" y="3172858"/>
            <a:ext cx="4902506" cy="969107"/>
          </a:xfrm>
        </p:spPr>
        <p:txBody>
          <a:bodyPr/>
          <a:lstStyle/>
          <a:p>
            <a:r>
              <a:rPr lang="en-IN">
                <a:latin typeface="Ubuntu"/>
              </a:rPr>
              <a:t>TRANSFORMATION ROADMAP</a:t>
            </a:r>
            <a:endParaRPr lang="en-US"/>
          </a:p>
        </p:txBody>
      </p:sp>
    </p:spTree>
    <p:extLst>
      <p:ext uri="{BB962C8B-B14F-4D97-AF65-F5344CB8AC3E}">
        <p14:creationId xmlns:p14="http://schemas.microsoft.com/office/powerpoint/2010/main" val="3638856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259C5-EAD6-4DF5-8310-7A9E95D13775}"/>
              </a:ext>
            </a:extLst>
          </p:cNvPr>
          <p:cNvSpPr>
            <a:spLocks noGrp="1"/>
          </p:cNvSpPr>
          <p:nvPr>
            <p:ph type="title"/>
          </p:nvPr>
        </p:nvSpPr>
        <p:spPr>
          <a:xfrm>
            <a:off x="243530" y="90944"/>
            <a:ext cx="11118153" cy="716711"/>
          </a:xfrm>
        </p:spPr>
        <p:txBody>
          <a:bodyPr/>
          <a:lstStyle/>
          <a:p>
            <a:r>
              <a:rPr lang="en-US"/>
              <a:t>We recommend key FOLLOW UP initiatives to HELP Client ACHIEVE ITS VISION</a:t>
            </a:r>
          </a:p>
        </p:txBody>
      </p:sp>
      <p:sp>
        <p:nvSpPr>
          <p:cNvPr id="39" name="Rectangle 38">
            <a:extLst>
              <a:ext uri="{FF2B5EF4-FFF2-40B4-BE49-F238E27FC236}">
                <a16:creationId xmlns:a16="http://schemas.microsoft.com/office/drawing/2014/main" id="{2AE3F9BB-0644-4D8E-985F-9DBFBEDF4213}"/>
              </a:ext>
            </a:extLst>
          </p:cNvPr>
          <p:cNvSpPr/>
          <p:nvPr/>
        </p:nvSpPr>
        <p:spPr>
          <a:xfrm>
            <a:off x="5106015" y="2122608"/>
            <a:ext cx="2583163" cy="553998"/>
          </a:xfrm>
          <a:prstGeom prst="rect">
            <a:avLst/>
          </a:prstGeom>
        </p:spPr>
        <p:txBody>
          <a:bodyPr wrap="square" lIns="0">
            <a:spAutoFit/>
          </a:bodyPr>
          <a:lstStyle/>
          <a:p>
            <a:pPr algn="ctr">
              <a:spcBef>
                <a:spcPts val="1200"/>
              </a:spcBef>
            </a:pPr>
            <a:r>
              <a:rPr lang="en-US" sz="1500" b="1" noProof="1"/>
              <a:t>Client Operating Model Re-design </a:t>
            </a:r>
            <a:r>
              <a:rPr lang="en-US" sz="1100" b="1" noProof="1"/>
              <a:t>( Sales and Marketing )</a:t>
            </a:r>
          </a:p>
        </p:txBody>
      </p:sp>
      <p:sp>
        <p:nvSpPr>
          <p:cNvPr id="42" name="Rectangle 41">
            <a:extLst>
              <a:ext uri="{FF2B5EF4-FFF2-40B4-BE49-F238E27FC236}">
                <a16:creationId xmlns:a16="http://schemas.microsoft.com/office/drawing/2014/main" id="{A201405E-DE2F-4964-845A-F97B5480314A}"/>
              </a:ext>
            </a:extLst>
          </p:cNvPr>
          <p:cNvSpPr/>
          <p:nvPr/>
        </p:nvSpPr>
        <p:spPr>
          <a:xfrm>
            <a:off x="262872" y="3544365"/>
            <a:ext cx="2122645" cy="1015663"/>
          </a:xfrm>
          <a:prstGeom prst="rect">
            <a:avLst/>
          </a:prstGeom>
        </p:spPr>
        <p:txBody>
          <a:bodyPr wrap="square" lIns="0">
            <a:spAutoFit/>
          </a:bodyPr>
          <a:lstStyle/>
          <a:p>
            <a:pPr algn="ctr">
              <a:spcBef>
                <a:spcPts val="1200"/>
              </a:spcBef>
            </a:pPr>
            <a:r>
              <a:rPr lang="en-US" sz="1500" noProof="1"/>
              <a:t>Alignment of Revenue Modelling with Business Model recommendations</a:t>
            </a:r>
          </a:p>
        </p:txBody>
      </p:sp>
      <p:sp>
        <p:nvSpPr>
          <p:cNvPr id="43" name="Rectangle 42">
            <a:extLst>
              <a:ext uri="{FF2B5EF4-FFF2-40B4-BE49-F238E27FC236}">
                <a16:creationId xmlns:a16="http://schemas.microsoft.com/office/drawing/2014/main" id="{D692BE9E-A93E-4C14-B5B5-35D59B3078C6}"/>
              </a:ext>
            </a:extLst>
          </p:cNvPr>
          <p:cNvSpPr/>
          <p:nvPr/>
        </p:nvSpPr>
        <p:spPr>
          <a:xfrm>
            <a:off x="4787239" y="3544365"/>
            <a:ext cx="2583163" cy="553998"/>
          </a:xfrm>
          <a:prstGeom prst="rect">
            <a:avLst/>
          </a:prstGeom>
        </p:spPr>
        <p:txBody>
          <a:bodyPr wrap="square" lIns="0">
            <a:spAutoFit/>
          </a:bodyPr>
          <a:lstStyle/>
          <a:p>
            <a:pPr algn="ctr">
              <a:spcBef>
                <a:spcPts val="1200"/>
              </a:spcBef>
            </a:pPr>
            <a:r>
              <a:rPr lang="en-US" sz="1500" noProof="1"/>
              <a:t>Product and Services Catalog Rationalization </a:t>
            </a:r>
          </a:p>
        </p:txBody>
      </p:sp>
      <p:sp>
        <p:nvSpPr>
          <p:cNvPr id="45" name="Rectangle 44">
            <a:extLst>
              <a:ext uri="{FF2B5EF4-FFF2-40B4-BE49-F238E27FC236}">
                <a16:creationId xmlns:a16="http://schemas.microsoft.com/office/drawing/2014/main" id="{5DD92A27-AD0C-4E24-8BEF-D9262862C966}"/>
              </a:ext>
            </a:extLst>
          </p:cNvPr>
          <p:cNvSpPr/>
          <p:nvPr/>
        </p:nvSpPr>
        <p:spPr>
          <a:xfrm>
            <a:off x="7509940" y="3544365"/>
            <a:ext cx="2122645" cy="1015663"/>
          </a:xfrm>
          <a:prstGeom prst="rect">
            <a:avLst/>
          </a:prstGeom>
        </p:spPr>
        <p:txBody>
          <a:bodyPr wrap="square" lIns="0" tIns="45720" rIns="91440" bIns="45720" anchor="t">
            <a:spAutoFit/>
          </a:bodyPr>
          <a:lstStyle/>
          <a:p>
            <a:pPr algn="ctr"/>
            <a:r>
              <a:rPr lang="en-IN" sz="1500" noProof="1"/>
              <a:t>Process Optimization/ Customer Experience and Journey Design( with service design ) / </a:t>
            </a:r>
            <a:endParaRPr lang="en-IN"/>
          </a:p>
        </p:txBody>
      </p:sp>
      <p:sp>
        <p:nvSpPr>
          <p:cNvPr id="47" name="Rectangle 46">
            <a:extLst>
              <a:ext uri="{FF2B5EF4-FFF2-40B4-BE49-F238E27FC236}">
                <a16:creationId xmlns:a16="http://schemas.microsoft.com/office/drawing/2014/main" id="{AE5F9B98-5EED-4107-A4C7-EC2AAF2B09CA}"/>
              </a:ext>
            </a:extLst>
          </p:cNvPr>
          <p:cNvSpPr/>
          <p:nvPr/>
        </p:nvSpPr>
        <p:spPr>
          <a:xfrm>
            <a:off x="9685942" y="5475229"/>
            <a:ext cx="2222925" cy="784830"/>
          </a:xfrm>
          <a:prstGeom prst="rect">
            <a:avLst/>
          </a:prstGeom>
        </p:spPr>
        <p:txBody>
          <a:bodyPr wrap="square" lIns="0">
            <a:spAutoFit/>
          </a:bodyPr>
          <a:lstStyle/>
          <a:p>
            <a:pPr algn="ctr">
              <a:spcBef>
                <a:spcPts val="1200"/>
              </a:spcBef>
            </a:pPr>
            <a:r>
              <a:rPr lang="en-US" sz="1500" noProof="1"/>
              <a:t>CX Analytics Program( covers Sales and Marketing )</a:t>
            </a:r>
          </a:p>
        </p:txBody>
      </p:sp>
      <p:sp>
        <p:nvSpPr>
          <p:cNvPr id="49" name="Rectangle 48">
            <a:extLst>
              <a:ext uri="{FF2B5EF4-FFF2-40B4-BE49-F238E27FC236}">
                <a16:creationId xmlns:a16="http://schemas.microsoft.com/office/drawing/2014/main" id="{D5A4C855-B559-4897-90DF-65D1E355DB06}"/>
              </a:ext>
            </a:extLst>
          </p:cNvPr>
          <p:cNvSpPr/>
          <p:nvPr/>
        </p:nvSpPr>
        <p:spPr>
          <a:xfrm>
            <a:off x="2471442" y="5475229"/>
            <a:ext cx="2300101" cy="738664"/>
          </a:xfrm>
          <a:prstGeom prst="rect">
            <a:avLst/>
          </a:prstGeom>
        </p:spPr>
        <p:txBody>
          <a:bodyPr wrap="square" lIns="0">
            <a:spAutoFit/>
          </a:bodyPr>
          <a:lstStyle/>
          <a:p>
            <a:pPr algn="ctr">
              <a:spcBef>
                <a:spcPts val="1200"/>
              </a:spcBef>
            </a:pPr>
            <a:r>
              <a:rPr lang="en-US" sz="1500" noProof="1"/>
              <a:t>Order to Cash Journey Realization </a:t>
            </a:r>
            <a:r>
              <a:rPr lang="en-US" sz="1200" i="1" noProof="1"/>
              <a:t>( includes contracts )</a:t>
            </a:r>
          </a:p>
        </p:txBody>
      </p:sp>
      <p:sp>
        <p:nvSpPr>
          <p:cNvPr id="51" name="Rectangle 50">
            <a:extLst>
              <a:ext uri="{FF2B5EF4-FFF2-40B4-BE49-F238E27FC236}">
                <a16:creationId xmlns:a16="http://schemas.microsoft.com/office/drawing/2014/main" id="{52C18C5D-4A8F-4760-8B94-B1745F42F3B8}"/>
              </a:ext>
            </a:extLst>
          </p:cNvPr>
          <p:cNvSpPr/>
          <p:nvPr/>
        </p:nvSpPr>
        <p:spPr>
          <a:xfrm>
            <a:off x="2525055" y="3544365"/>
            <a:ext cx="2122646" cy="553998"/>
          </a:xfrm>
          <a:prstGeom prst="rect">
            <a:avLst/>
          </a:prstGeom>
        </p:spPr>
        <p:txBody>
          <a:bodyPr wrap="square" lIns="0">
            <a:spAutoFit/>
          </a:bodyPr>
          <a:lstStyle/>
          <a:p>
            <a:pPr algn="ctr">
              <a:spcBef>
                <a:spcPts val="1200"/>
              </a:spcBef>
            </a:pPr>
            <a:r>
              <a:rPr lang="en-US" sz="1500" noProof="1"/>
              <a:t>Client Brand management Program</a:t>
            </a:r>
          </a:p>
        </p:txBody>
      </p:sp>
      <p:sp>
        <p:nvSpPr>
          <p:cNvPr id="61" name="Rectangle 60">
            <a:extLst>
              <a:ext uri="{FF2B5EF4-FFF2-40B4-BE49-F238E27FC236}">
                <a16:creationId xmlns:a16="http://schemas.microsoft.com/office/drawing/2014/main" id="{AFAB9CA5-8072-4212-895B-102F9BA68E8A}"/>
              </a:ext>
            </a:extLst>
          </p:cNvPr>
          <p:cNvSpPr/>
          <p:nvPr/>
        </p:nvSpPr>
        <p:spPr>
          <a:xfrm>
            <a:off x="7259377" y="5475229"/>
            <a:ext cx="2300101" cy="938719"/>
          </a:xfrm>
          <a:prstGeom prst="rect">
            <a:avLst/>
          </a:prstGeom>
        </p:spPr>
        <p:txBody>
          <a:bodyPr wrap="square" lIns="0">
            <a:spAutoFit/>
          </a:bodyPr>
          <a:lstStyle/>
          <a:p>
            <a:pPr algn="ctr" fontAlgn="b"/>
            <a:r>
              <a:rPr lang="en-US" sz="1500">
                <a:solidFill>
                  <a:srgbClr val="000000"/>
                </a:solidFill>
              </a:rPr>
              <a:t> 3C </a:t>
            </a:r>
            <a:r>
              <a:rPr lang="en-US" sz="1500" b="0" i="0" u="none" strike="noStrike">
                <a:solidFill>
                  <a:srgbClr val="000000"/>
                </a:solidFill>
                <a:effectLst/>
              </a:rPr>
              <a:t> Acceleration Program </a:t>
            </a:r>
            <a:r>
              <a:rPr lang="en-US" sz="1500" b="0" i="1" u="none" strike="noStrike">
                <a:solidFill>
                  <a:srgbClr val="000000"/>
                </a:solidFill>
                <a:effectLst/>
              </a:rPr>
              <a:t>Change, Content and Communication</a:t>
            </a:r>
            <a:r>
              <a:rPr lang="en-US" sz="1500" b="0" i="0" u="none" strike="noStrike">
                <a:solidFill>
                  <a:srgbClr val="000000"/>
                </a:solidFill>
                <a:effectLst/>
              </a:rPr>
              <a:t>– </a:t>
            </a:r>
          </a:p>
          <a:p>
            <a:pPr algn="ctr" fontAlgn="b"/>
            <a:r>
              <a:rPr lang="en-US" sz="1000" b="0" i="1" u="none" strike="noStrike">
                <a:solidFill>
                  <a:srgbClr val="000000"/>
                </a:solidFill>
                <a:effectLst/>
              </a:rPr>
              <a:t>Includes Future Ready CMS/ DMS</a:t>
            </a:r>
          </a:p>
        </p:txBody>
      </p:sp>
      <p:pic>
        <p:nvPicPr>
          <p:cNvPr id="14" name="Graphic 13" descr="Badge New with solid fill">
            <a:extLst>
              <a:ext uri="{FF2B5EF4-FFF2-40B4-BE49-F238E27FC236}">
                <a16:creationId xmlns:a16="http://schemas.microsoft.com/office/drawing/2014/main" id="{2A558810-57F2-4226-8C56-AC64421BCF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58789" y="4696822"/>
            <a:ext cx="725407" cy="725407"/>
          </a:xfrm>
          <a:prstGeom prst="rect">
            <a:avLst/>
          </a:prstGeom>
        </p:spPr>
      </p:pic>
      <p:pic>
        <p:nvPicPr>
          <p:cNvPr id="18" name="Graphic 17" descr="Internet with solid fill">
            <a:extLst>
              <a:ext uri="{FF2B5EF4-FFF2-40B4-BE49-F238E27FC236}">
                <a16:creationId xmlns:a16="http://schemas.microsoft.com/office/drawing/2014/main" id="{856E634D-320E-4B44-B509-77B8354B78D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22892" y="2753531"/>
            <a:ext cx="725407" cy="725407"/>
          </a:xfrm>
          <a:prstGeom prst="rect">
            <a:avLst/>
          </a:prstGeom>
        </p:spPr>
      </p:pic>
      <p:pic>
        <p:nvPicPr>
          <p:cNvPr id="66" name="Graphic 65" descr="Ui Ux with solid fill">
            <a:extLst>
              <a:ext uri="{FF2B5EF4-FFF2-40B4-BE49-F238E27FC236}">
                <a16:creationId xmlns:a16="http://schemas.microsoft.com/office/drawing/2014/main" id="{03AF17EE-8501-48DF-8996-197C4D677A9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61490" y="2753531"/>
            <a:ext cx="725407" cy="725407"/>
          </a:xfrm>
          <a:prstGeom prst="rect">
            <a:avLst/>
          </a:prstGeom>
        </p:spPr>
      </p:pic>
      <p:pic>
        <p:nvPicPr>
          <p:cNvPr id="68" name="Graphic 67" descr="Earth globe: Africa and Europe with solid fill">
            <a:extLst>
              <a:ext uri="{FF2B5EF4-FFF2-40B4-BE49-F238E27FC236}">
                <a16:creationId xmlns:a16="http://schemas.microsoft.com/office/drawing/2014/main" id="{A31D6CE8-7A42-4D7F-9F85-396AE20CE29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68697" y="1288493"/>
            <a:ext cx="728585" cy="728585"/>
          </a:xfrm>
          <a:prstGeom prst="rect">
            <a:avLst/>
          </a:prstGeom>
        </p:spPr>
      </p:pic>
      <p:pic>
        <p:nvPicPr>
          <p:cNvPr id="70" name="Graphic 69" descr="Marketing with solid fill">
            <a:extLst>
              <a:ext uri="{FF2B5EF4-FFF2-40B4-BE49-F238E27FC236}">
                <a16:creationId xmlns:a16="http://schemas.microsoft.com/office/drawing/2014/main" id="{9849E846-9078-481E-BC8D-C8A47D15FDD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353107" y="2753531"/>
            <a:ext cx="725407" cy="725407"/>
          </a:xfrm>
          <a:prstGeom prst="rect">
            <a:avLst/>
          </a:prstGeom>
        </p:spPr>
      </p:pic>
      <p:pic>
        <p:nvPicPr>
          <p:cNvPr id="72" name="Graphic 71" descr="Target Audience with solid fill">
            <a:extLst>
              <a:ext uri="{FF2B5EF4-FFF2-40B4-BE49-F238E27FC236}">
                <a16:creationId xmlns:a16="http://schemas.microsoft.com/office/drawing/2014/main" id="{AA167292-A637-44CE-AA95-F7543EF1F80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733296" y="2761464"/>
            <a:ext cx="725407" cy="725407"/>
          </a:xfrm>
          <a:prstGeom prst="rect">
            <a:avLst/>
          </a:prstGeom>
        </p:spPr>
      </p:pic>
      <p:pic>
        <p:nvPicPr>
          <p:cNvPr id="11" name="Graphic 10" descr="Target with solid fill">
            <a:extLst>
              <a:ext uri="{FF2B5EF4-FFF2-40B4-BE49-F238E27FC236}">
                <a16:creationId xmlns:a16="http://schemas.microsoft.com/office/drawing/2014/main" id="{7050F17B-5769-4DAB-A47B-9D3C015E60E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33373" y="4740564"/>
            <a:ext cx="620343" cy="620343"/>
          </a:xfrm>
          <a:prstGeom prst="rect">
            <a:avLst/>
          </a:prstGeom>
        </p:spPr>
      </p:pic>
      <p:pic>
        <p:nvPicPr>
          <p:cNvPr id="13" name="Graphic 12" descr="Lightbulb and pencil with solid fill">
            <a:extLst>
              <a:ext uri="{FF2B5EF4-FFF2-40B4-BE49-F238E27FC236}">
                <a16:creationId xmlns:a16="http://schemas.microsoft.com/office/drawing/2014/main" id="{C9E00D6A-C8AB-48E0-90F1-0654B82E719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780452" y="4749356"/>
            <a:ext cx="620343" cy="620343"/>
          </a:xfrm>
          <a:prstGeom prst="rect">
            <a:avLst/>
          </a:prstGeom>
        </p:spPr>
      </p:pic>
      <p:pic>
        <p:nvPicPr>
          <p:cNvPr id="21" name="Graphic 20" descr="Clipboard Badge with solid fill">
            <a:extLst>
              <a:ext uri="{FF2B5EF4-FFF2-40B4-BE49-F238E27FC236}">
                <a16:creationId xmlns:a16="http://schemas.microsoft.com/office/drawing/2014/main" id="{26E7F6F0-0663-4855-8666-3829BA0422E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136340" y="2806063"/>
            <a:ext cx="620343" cy="620343"/>
          </a:xfrm>
          <a:prstGeom prst="rect">
            <a:avLst/>
          </a:prstGeom>
        </p:spPr>
      </p:pic>
      <p:pic>
        <p:nvPicPr>
          <p:cNvPr id="23" name="Graphic 22" descr="Group brainstorm with solid fill">
            <a:extLst>
              <a:ext uri="{FF2B5EF4-FFF2-40B4-BE49-F238E27FC236}">
                <a16:creationId xmlns:a16="http://schemas.microsoft.com/office/drawing/2014/main" id="{6728974E-C8F1-4C69-932F-CBA0B91B8DD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129364" y="4749356"/>
            <a:ext cx="620343" cy="620343"/>
          </a:xfrm>
          <a:prstGeom prst="rect">
            <a:avLst/>
          </a:prstGeom>
        </p:spPr>
      </p:pic>
      <p:pic>
        <p:nvPicPr>
          <p:cNvPr id="5" name="Graphic 4" descr="Gantt Chart with solid fill">
            <a:extLst>
              <a:ext uri="{FF2B5EF4-FFF2-40B4-BE49-F238E27FC236}">
                <a16:creationId xmlns:a16="http://schemas.microsoft.com/office/drawing/2014/main" id="{06A3056D-D9BC-4F92-A6FF-6643EC6CEF46}"/>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459674" y="4666899"/>
            <a:ext cx="785255" cy="785255"/>
          </a:xfrm>
          <a:prstGeom prst="rect">
            <a:avLst/>
          </a:prstGeom>
        </p:spPr>
      </p:pic>
      <p:sp>
        <p:nvSpPr>
          <p:cNvPr id="3" name="Rectangle 2">
            <a:extLst>
              <a:ext uri="{FF2B5EF4-FFF2-40B4-BE49-F238E27FC236}">
                <a16:creationId xmlns:a16="http://schemas.microsoft.com/office/drawing/2014/main" id="{68502C78-E2A2-3D96-33E1-037B77FDB71F}"/>
              </a:ext>
            </a:extLst>
          </p:cNvPr>
          <p:cNvSpPr/>
          <p:nvPr/>
        </p:nvSpPr>
        <p:spPr>
          <a:xfrm>
            <a:off x="5082940" y="5475229"/>
            <a:ext cx="2300101" cy="1246495"/>
          </a:xfrm>
          <a:prstGeom prst="rect">
            <a:avLst/>
          </a:prstGeom>
        </p:spPr>
        <p:txBody>
          <a:bodyPr wrap="square" lIns="0">
            <a:spAutoFit/>
          </a:bodyPr>
          <a:lstStyle/>
          <a:p>
            <a:pPr algn="ctr">
              <a:spcBef>
                <a:spcPts val="1200"/>
              </a:spcBef>
            </a:pPr>
            <a:r>
              <a:rPr lang="en-US" sz="1500" noProof="1"/>
              <a:t>New Age Channel Enablement and Customer Engagement Initiatives  </a:t>
            </a:r>
            <a:r>
              <a:rPr lang="en-US" sz="1200" i="1" noProof="1"/>
              <a:t>( includes Self Service Portal / Apps </a:t>
            </a:r>
            <a:r>
              <a:rPr lang="en-US" sz="1500" noProof="1"/>
              <a:t>)</a:t>
            </a:r>
          </a:p>
        </p:txBody>
      </p:sp>
      <p:sp>
        <p:nvSpPr>
          <p:cNvPr id="4" name="Rectangle 3">
            <a:extLst>
              <a:ext uri="{FF2B5EF4-FFF2-40B4-BE49-F238E27FC236}">
                <a16:creationId xmlns:a16="http://schemas.microsoft.com/office/drawing/2014/main" id="{07C2CF44-B0DA-529C-C430-256F1E3636BB}"/>
              </a:ext>
            </a:extLst>
          </p:cNvPr>
          <p:cNvSpPr/>
          <p:nvPr/>
        </p:nvSpPr>
        <p:spPr>
          <a:xfrm>
            <a:off x="243530" y="5520301"/>
            <a:ext cx="2300101" cy="553998"/>
          </a:xfrm>
          <a:prstGeom prst="rect">
            <a:avLst/>
          </a:prstGeom>
        </p:spPr>
        <p:txBody>
          <a:bodyPr wrap="square" lIns="0">
            <a:spAutoFit/>
          </a:bodyPr>
          <a:lstStyle/>
          <a:p>
            <a:pPr algn="ctr">
              <a:spcBef>
                <a:spcPts val="1200"/>
              </a:spcBef>
            </a:pPr>
            <a:r>
              <a:rPr lang="en-US" sz="1500" noProof="1"/>
              <a:t>Marketing , and Pre-Sales ( CPQ ) Implementation</a:t>
            </a:r>
          </a:p>
        </p:txBody>
      </p:sp>
      <p:sp>
        <p:nvSpPr>
          <p:cNvPr id="7" name="Rectangle 6">
            <a:extLst>
              <a:ext uri="{FF2B5EF4-FFF2-40B4-BE49-F238E27FC236}">
                <a16:creationId xmlns:a16="http://schemas.microsoft.com/office/drawing/2014/main" id="{7A0B3EFC-B9EC-53B5-DC77-D320A7D65E05}"/>
              </a:ext>
            </a:extLst>
          </p:cNvPr>
          <p:cNvSpPr/>
          <p:nvPr/>
        </p:nvSpPr>
        <p:spPr>
          <a:xfrm>
            <a:off x="9925758" y="3544365"/>
            <a:ext cx="2122645" cy="1015663"/>
          </a:xfrm>
          <a:prstGeom prst="rect">
            <a:avLst/>
          </a:prstGeom>
        </p:spPr>
        <p:txBody>
          <a:bodyPr wrap="square" lIns="0">
            <a:spAutoFit/>
          </a:bodyPr>
          <a:lstStyle/>
          <a:p>
            <a:pPr algn="ctr">
              <a:spcBef>
                <a:spcPts val="1200"/>
              </a:spcBef>
            </a:pPr>
            <a:r>
              <a:rPr lang="en-IN" sz="1500" noProof="1"/>
              <a:t>Architecture Analysis and Readiness Check( with cloud and tech selection )</a:t>
            </a:r>
          </a:p>
        </p:txBody>
      </p:sp>
    </p:spTree>
    <p:extLst>
      <p:ext uri="{BB962C8B-B14F-4D97-AF65-F5344CB8AC3E}">
        <p14:creationId xmlns:p14="http://schemas.microsoft.com/office/powerpoint/2010/main" val="1804845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1EFFC90-9713-4E36-82BE-59EA905A1437}"/>
              </a:ext>
            </a:extLst>
          </p:cNvPr>
          <p:cNvGraphicFramePr>
            <a:graphicFrameLocks noGrp="1"/>
          </p:cNvGraphicFramePr>
          <p:nvPr>
            <p:extLst>
              <p:ext uri="{D42A27DB-BD31-4B8C-83A1-F6EECF244321}">
                <p14:modId xmlns:p14="http://schemas.microsoft.com/office/powerpoint/2010/main" val="4236988720"/>
              </p:ext>
            </p:extLst>
          </p:nvPr>
        </p:nvGraphicFramePr>
        <p:xfrm>
          <a:off x="119744" y="747803"/>
          <a:ext cx="11334747" cy="339298"/>
        </p:xfrm>
        <a:graphic>
          <a:graphicData uri="http://schemas.openxmlformats.org/drawingml/2006/table">
            <a:tbl>
              <a:tblPr/>
              <a:tblGrid>
                <a:gridCol w="290196">
                  <a:extLst>
                    <a:ext uri="{9D8B030D-6E8A-4147-A177-3AD203B41FA5}">
                      <a16:colId xmlns:a16="http://schemas.microsoft.com/office/drawing/2014/main" val="3127135417"/>
                    </a:ext>
                  </a:extLst>
                </a:gridCol>
                <a:gridCol w="580391">
                  <a:extLst>
                    <a:ext uri="{9D8B030D-6E8A-4147-A177-3AD203B41FA5}">
                      <a16:colId xmlns:a16="http://schemas.microsoft.com/office/drawing/2014/main" val="3691371820"/>
                    </a:ext>
                  </a:extLst>
                </a:gridCol>
                <a:gridCol w="1147171">
                  <a:extLst>
                    <a:ext uri="{9D8B030D-6E8A-4147-A177-3AD203B41FA5}">
                      <a16:colId xmlns:a16="http://schemas.microsoft.com/office/drawing/2014/main" val="1357416290"/>
                    </a:ext>
                  </a:extLst>
                </a:gridCol>
                <a:gridCol w="1035221">
                  <a:extLst>
                    <a:ext uri="{9D8B030D-6E8A-4147-A177-3AD203B41FA5}">
                      <a16:colId xmlns:a16="http://schemas.microsoft.com/office/drawing/2014/main" val="827936691"/>
                    </a:ext>
                  </a:extLst>
                </a:gridCol>
                <a:gridCol w="1035221">
                  <a:extLst>
                    <a:ext uri="{9D8B030D-6E8A-4147-A177-3AD203B41FA5}">
                      <a16:colId xmlns:a16="http://schemas.microsoft.com/office/drawing/2014/main" val="3562668007"/>
                    </a:ext>
                  </a:extLst>
                </a:gridCol>
                <a:gridCol w="1035221">
                  <a:extLst>
                    <a:ext uri="{9D8B030D-6E8A-4147-A177-3AD203B41FA5}">
                      <a16:colId xmlns:a16="http://schemas.microsoft.com/office/drawing/2014/main" val="1134285427"/>
                    </a:ext>
                  </a:extLst>
                </a:gridCol>
                <a:gridCol w="1035221">
                  <a:extLst>
                    <a:ext uri="{9D8B030D-6E8A-4147-A177-3AD203B41FA5}">
                      <a16:colId xmlns:a16="http://schemas.microsoft.com/office/drawing/2014/main" val="2229267545"/>
                    </a:ext>
                  </a:extLst>
                </a:gridCol>
                <a:gridCol w="1035221">
                  <a:extLst>
                    <a:ext uri="{9D8B030D-6E8A-4147-A177-3AD203B41FA5}">
                      <a16:colId xmlns:a16="http://schemas.microsoft.com/office/drawing/2014/main" val="3978052135"/>
                    </a:ext>
                  </a:extLst>
                </a:gridCol>
                <a:gridCol w="1035221">
                  <a:extLst>
                    <a:ext uri="{9D8B030D-6E8A-4147-A177-3AD203B41FA5}">
                      <a16:colId xmlns:a16="http://schemas.microsoft.com/office/drawing/2014/main" val="3324239924"/>
                    </a:ext>
                  </a:extLst>
                </a:gridCol>
                <a:gridCol w="1035221">
                  <a:extLst>
                    <a:ext uri="{9D8B030D-6E8A-4147-A177-3AD203B41FA5}">
                      <a16:colId xmlns:a16="http://schemas.microsoft.com/office/drawing/2014/main" val="797855754"/>
                    </a:ext>
                  </a:extLst>
                </a:gridCol>
                <a:gridCol w="1035221">
                  <a:extLst>
                    <a:ext uri="{9D8B030D-6E8A-4147-A177-3AD203B41FA5}">
                      <a16:colId xmlns:a16="http://schemas.microsoft.com/office/drawing/2014/main" val="1201345803"/>
                    </a:ext>
                  </a:extLst>
                </a:gridCol>
                <a:gridCol w="1035221">
                  <a:extLst>
                    <a:ext uri="{9D8B030D-6E8A-4147-A177-3AD203B41FA5}">
                      <a16:colId xmlns:a16="http://schemas.microsoft.com/office/drawing/2014/main" val="1738528747"/>
                    </a:ext>
                  </a:extLst>
                </a:gridCol>
              </a:tblGrid>
              <a:tr h="339298">
                <a:tc>
                  <a:txBody>
                    <a:bodyPr/>
                    <a:lstStyle/>
                    <a:p>
                      <a:pPr algn="ctr" fontAlgn="ctr"/>
                      <a:endParaRPr lang="en-IN" sz="1100" b="1" i="0" u="none" strike="noStrike">
                        <a:solidFill>
                          <a:schemeClr val="bg1"/>
                        </a:solidFill>
                        <a:effectLst/>
                        <a:latin typeface="Ubuntu" panose="020B0504030602030204" pitchFamily="34" charset="0"/>
                      </a:endParaRP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fontAlgn="ctr"/>
                      <a:endParaRPr lang="en-IN" sz="1100" b="1" i="0" u="none" strike="noStrike">
                        <a:solidFill>
                          <a:srgbClr val="FFFFFF"/>
                        </a:solidFill>
                        <a:effectLst/>
                        <a:latin typeface="Ubuntu" panose="020B0504030602030204" pitchFamily="34" charset="0"/>
                      </a:endParaRP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fontAlgn="b"/>
                      <a:r>
                        <a:rPr lang="en-IN" sz="1050" b="0" i="0" u="none" strike="noStrike">
                          <a:solidFill>
                            <a:schemeClr val="bg1"/>
                          </a:solidFill>
                          <a:effectLst/>
                          <a:latin typeface="Ubuntu" panose="020B0504030602030204" pitchFamily="34" charset="0"/>
                        </a:rPr>
                        <a:t>Q2 - 23</a:t>
                      </a: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fontAlgn="b"/>
                      <a:r>
                        <a:rPr lang="en-IN" sz="1050" b="0" i="0" u="none" strike="noStrike">
                          <a:solidFill>
                            <a:schemeClr val="bg1"/>
                          </a:solidFill>
                          <a:effectLst/>
                          <a:latin typeface="Ubuntu" panose="020B0504030602030204" pitchFamily="34" charset="0"/>
                        </a:rPr>
                        <a:t>Q3-23</a:t>
                      </a: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fontAlgn="b"/>
                      <a:r>
                        <a:rPr lang="en-IN" sz="1050" b="0" i="0" u="none" strike="noStrike">
                          <a:solidFill>
                            <a:schemeClr val="bg1"/>
                          </a:solidFill>
                          <a:effectLst/>
                          <a:latin typeface="Ubuntu" panose="020B0504030602030204" pitchFamily="34" charset="0"/>
                        </a:rPr>
                        <a:t>Q4-23</a:t>
                      </a: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fontAlgn="b"/>
                      <a:r>
                        <a:rPr lang="en-IN" sz="1050" b="0" i="0" u="none" strike="noStrike">
                          <a:solidFill>
                            <a:schemeClr val="bg1"/>
                          </a:solidFill>
                          <a:effectLst/>
                          <a:latin typeface="Ubuntu" panose="020B0504030602030204" pitchFamily="34" charset="0"/>
                        </a:rPr>
                        <a:t>Q1-24</a:t>
                      </a: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fontAlgn="b"/>
                      <a:r>
                        <a:rPr lang="en-IN" sz="1050" b="0" i="0" u="none" strike="noStrike">
                          <a:solidFill>
                            <a:schemeClr val="bg1"/>
                          </a:solidFill>
                          <a:effectLst/>
                          <a:latin typeface="Ubuntu" panose="020B0504030602030204" pitchFamily="34" charset="0"/>
                        </a:rPr>
                        <a:t>Q2-24</a:t>
                      </a: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fontAlgn="b"/>
                      <a:r>
                        <a:rPr lang="en-IN" sz="1050" b="0" i="0" u="none" strike="noStrike">
                          <a:solidFill>
                            <a:schemeClr val="bg1"/>
                          </a:solidFill>
                          <a:effectLst/>
                          <a:latin typeface="Ubuntu" panose="020B0504030602030204" pitchFamily="34" charset="0"/>
                        </a:rPr>
                        <a:t>Q3-24</a:t>
                      </a: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fontAlgn="b"/>
                      <a:r>
                        <a:rPr lang="en-IN" sz="1050" b="0" i="0" u="none" strike="noStrike">
                          <a:solidFill>
                            <a:schemeClr val="bg1"/>
                          </a:solidFill>
                          <a:effectLst/>
                          <a:latin typeface="Ubuntu" panose="020B0504030602030204" pitchFamily="34" charset="0"/>
                        </a:rPr>
                        <a:t>Q4-24</a:t>
                      </a: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fontAlgn="b"/>
                      <a:r>
                        <a:rPr lang="en-IN" sz="1050" b="0" i="0" u="none" strike="noStrike">
                          <a:solidFill>
                            <a:schemeClr val="bg1"/>
                          </a:solidFill>
                          <a:effectLst/>
                          <a:latin typeface="Ubuntu" panose="020B0504030602030204" pitchFamily="34" charset="0"/>
                        </a:rPr>
                        <a:t>Q1-25</a:t>
                      </a: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fontAlgn="b"/>
                      <a:r>
                        <a:rPr lang="en-IN" sz="1050" b="0" i="0" u="none" strike="noStrike">
                          <a:solidFill>
                            <a:schemeClr val="bg1"/>
                          </a:solidFill>
                          <a:effectLst/>
                          <a:latin typeface="Ubuntu" panose="020B0504030602030204" pitchFamily="34" charset="0"/>
                        </a:rPr>
                        <a:t>Q2-25</a:t>
                      </a: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lgn="ctr" fontAlgn="b"/>
                      <a:r>
                        <a:rPr lang="en-IN" sz="1050" b="0" i="0" u="none" strike="noStrike">
                          <a:solidFill>
                            <a:schemeClr val="bg1"/>
                          </a:solidFill>
                          <a:effectLst/>
                          <a:latin typeface="Ubuntu" panose="020B0504030602030204" pitchFamily="34" charset="0"/>
                        </a:rPr>
                        <a:t>Q3-25</a:t>
                      </a:r>
                    </a:p>
                  </a:txBody>
                  <a:tcPr marL="6350" marR="6350" marT="635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2798888087"/>
                  </a:ext>
                </a:extLst>
              </a:tr>
            </a:tbl>
          </a:graphicData>
        </a:graphic>
      </p:graphicFrame>
      <p:sp>
        <p:nvSpPr>
          <p:cNvPr id="40" name="Arrow: Pentagon 39">
            <a:extLst>
              <a:ext uri="{FF2B5EF4-FFF2-40B4-BE49-F238E27FC236}">
                <a16:creationId xmlns:a16="http://schemas.microsoft.com/office/drawing/2014/main" id="{6E4B30E3-7E85-4AC4-8A0F-BDBDE45798B8}"/>
              </a:ext>
            </a:extLst>
          </p:cNvPr>
          <p:cNvSpPr/>
          <p:nvPr/>
        </p:nvSpPr>
        <p:spPr>
          <a:xfrm>
            <a:off x="11459349" y="765431"/>
            <a:ext cx="194228" cy="306000"/>
          </a:xfrm>
          <a:prstGeom prst="homePlate">
            <a:avLst>
              <a:gd name="adj" fmla="val 51361"/>
            </a:avLst>
          </a:prstGeom>
          <a:solidFill>
            <a:srgbClr val="178C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Ubuntu"/>
              <a:ea typeface="+mn-ea"/>
              <a:cs typeface="+mn-cs"/>
            </a:endParaRPr>
          </a:p>
        </p:txBody>
      </p:sp>
      <p:cxnSp>
        <p:nvCxnSpPr>
          <p:cNvPr id="104" name="Straight Connector 9">
            <a:extLst>
              <a:ext uri="{FF2B5EF4-FFF2-40B4-BE49-F238E27FC236}">
                <a16:creationId xmlns:a16="http://schemas.microsoft.com/office/drawing/2014/main" id="{9860086E-018A-46DB-8420-CAA609962F63}"/>
              </a:ext>
            </a:extLst>
          </p:cNvPr>
          <p:cNvCxnSpPr>
            <a:cxnSpLocks/>
          </p:cNvCxnSpPr>
          <p:nvPr/>
        </p:nvCxnSpPr>
        <p:spPr>
          <a:xfrm>
            <a:off x="2122221" y="1379333"/>
            <a:ext cx="1325039" cy="0"/>
          </a:xfrm>
          <a:prstGeom prst="line">
            <a:avLst/>
          </a:prstGeom>
          <a:noFill/>
          <a:ln w="38100" cap="flat" cmpd="sng" algn="ctr">
            <a:solidFill>
              <a:srgbClr val="00B050"/>
            </a:solidFill>
            <a:prstDash val="solid"/>
            <a:miter lim="800000"/>
            <a:headEnd type="oval" w="med" len="med"/>
            <a:tailEnd type="oval" w="med" len="med"/>
          </a:ln>
          <a:effectLst/>
        </p:spPr>
      </p:cxnSp>
      <p:cxnSp>
        <p:nvCxnSpPr>
          <p:cNvPr id="106" name="Straight Connector 9">
            <a:extLst>
              <a:ext uri="{FF2B5EF4-FFF2-40B4-BE49-F238E27FC236}">
                <a16:creationId xmlns:a16="http://schemas.microsoft.com/office/drawing/2014/main" id="{C3A41525-CE3F-4501-A771-3673E1CF938B}"/>
              </a:ext>
            </a:extLst>
          </p:cNvPr>
          <p:cNvCxnSpPr>
            <a:cxnSpLocks/>
          </p:cNvCxnSpPr>
          <p:nvPr/>
        </p:nvCxnSpPr>
        <p:spPr>
          <a:xfrm>
            <a:off x="3768194" y="1993415"/>
            <a:ext cx="1494770" cy="0"/>
          </a:xfrm>
          <a:prstGeom prst="line">
            <a:avLst/>
          </a:prstGeom>
          <a:noFill/>
          <a:ln w="38100" cap="flat" cmpd="sng" algn="ctr">
            <a:solidFill>
              <a:srgbClr val="0070AD"/>
            </a:solidFill>
            <a:prstDash val="solid"/>
            <a:miter lim="800000"/>
            <a:headEnd type="oval" w="med" len="med"/>
            <a:tailEnd type="oval" w="med" len="med"/>
          </a:ln>
          <a:effectLst/>
        </p:spPr>
      </p:cxnSp>
      <p:sp>
        <p:nvSpPr>
          <p:cNvPr id="111" name="TextBox 110">
            <a:extLst>
              <a:ext uri="{FF2B5EF4-FFF2-40B4-BE49-F238E27FC236}">
                <a16:creationId xmlns:a16="http://schemas.microsoft.com/office/drawing/2014/main" id="{5C32D6E5-D64A-4F31-AB19-ED0138257CF4}"/>
              </a:ext>
            </a:extLst>
          </p:cNvPr>
          <p:cNvSpPr txBox="1"/>
          <p:nvPr/>
        </p:nvSpPr>
        <p:spPr>
          <a:xfrm>
            <a:off x="4016892" y="1845812"/>
            <a:ext cx="1092431" cy="461665"/>
          </a:xfrm>
          <a:prstGeom prst="rect">
            <a:avLst/>
          </a:prstGeom>
          <a:solidFill>
            <a:schemeClr val="bg1"/>
          </a:solidFill>
        </p:spPr>
        <p:txBody>
          <a:bodyPr wrap="square" lIns="91440" tIns="45720" rIns="91440" bIns="45720" rtlCol="0" anchor="t">
            <a:spAutoFit/>
          </a:bodyPr>
          <a:lstStyle/>
          <a:p>
            <a:pPr algn="ctr">
              <a:spcBef>
                <a:spcPts val="1200"/>
              </a:spcBef>
            </a:pPr>
            <a:r>
              <a:rPr lang="en-US" sz="800" b="1" noProof="1"/>
              <a:t>Sales and Marketing Process Optimization</a:t>
            </a:r>
          </a:p>
        </p:txBody>
      </p:sp>
      <p:sp>
        <p:nvSpPr>
          <p:cNvPr id="113" name="TextBox 112">
            <a:extLst>
              <a:ext uri="{FF2B5EF4-FFF2-40B4-BE49-F238E27FC236}">
                <a16:creationId xmlns:a16="http://schemas.microsoft.com/office/drawing/2014/main" id="{AC74B41B-1F7C-4F35-9557-675A7B003530}"/>
              </a:ext>
            </a:extLst>
          </p:cNvPr>
          <p:cNvSpPr txBox="1"/>
          <p:nvPr/>
        </p:nvSpPr>
        <p:spPr>
          <a:xfrm>
            <a:off x="2109221" y="1084981"/>
            <a:ext cx="1587331" cy="246221"/>
          </a:xfrm>
          <a:prstGeom prst="rect">
            <a:avLst/>
          </a:prstGeom>
          <a:solidFill>
            <a:schemeClr val="bg1"/>
          </a:solidFill>
        </p:spPr>
        <p:txBody>
          <a:bodyPr wrap="square" lIns="0" tIns="0" rIns="0" bIns="0" rtlCol="0" anchor="t">
            <a:spAutoFit/>
          </a:bodyPr>
          <a:lstStyle/>
          <a:p>
            <a:pPr algn="ctr">
              <a:defRPr/>
            </a:pPr>
            <a:r>
              <a:rPr kumimoji="0" lang="en-GB" sz="800" b="1" u="none" strike="noStrike" kern="1200" cap="none" spc="0" normalizeH="0" baseline="0" noProof="0">
                <a:ln>
                  <a:noFill/>
                </a:ln>
                <a:effectLst/>
                <a:uLnTx/>
                <a:uFillTx/>
                <a:latin typeface="Ubuntu"/>
                <a:ea typeface="+mn-ea"/>
                <a:cs typeface="+mn-cs"/>
              </a:rPr>
              <a:t>Business Model Validation &amp; Product </a:t>
            </a:r>
            <a:r>
              <a:rPr lang="en-GB" sz="800" b="1">
                <a:latin typeface="Ubuntu"/>
              </a:rPr>
              <a:t>Strategy assessment</a:t>
            </a:r>
            <a:endParaRPr lang="en-GB" sz="800" b="1" u="none" strike="noStrike" kern="1200" cap="none" spc="0" normalizeH="0" baseline="0" noProof="0">
              <a:ln>
                <a:noFill/>
              </a:ln>
              <a:effectLst/>
              <a:uLnTx/>
              <a:uFillTx/>
              <a:latin typeface="Ubuntu"/>
            </a:endParaRPr>
          </a:p>
        </p:txBody>
      </p:sp>
      <p:sp>
        <p:nvSpPr>
          <p:cNvPr id="134" name="Rectangle 133">
            <a:extLst>
              <a:ext uri="{FF2B5EF4-FFF2-40B4-BE49-F238E27FC236}">
                <a16:creationId xmlns:a16="http://schemas.microsoft.com/office/drawing/2014/main" id="{75888098-F862-40AB-B02B-66F8C45F1499}"/>
              </a:ext>
            </a:extLst>
          </p:cNvPr>
          <p:cNvSpPr/>
          <p:nvPr/>
        </p:nvSpPr>
        <p:spPr>
          <a:xfrm>
            <a:off x="403225" y="4630459"/>
            <a:ext cx="521582" cy="205103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Implementation Initiatives</a:t>
            </a:r>
          </a:p>
        </p:txBody>
      </p:sp>
      <p:sp>
        <p:nvSpPr>
          <p:cNvPr id="136" name="Rectangle 135">
            <a:extLst>
              <a:ext uri="{FF2B5EF4-FFF2-40B4-BE49-F238E27FC236}">
                <a16:creationId xmlns:a16="http://schemas.microsoft.com/office/drawing/2014/main" id="{B465CEE3-C318-4F9B-9780-8073B2AA3E8E}"/>
              </a:ext>
            </a:extLst>
          </p:cNvPr>
          <p:cNvSpPr/>
          <p:nvPr/>
        </p:nvSpPr>
        <p:spPr>
          <a:xfrm>
            <a:off x="413202" y="1144591"/>
            <a:ext cx="438284" cy="1778046"/>
          </a:xfrm>
          <a:prstGeom prst="rect">
            <a:avLst/>
          </a:prstGeom>
          <a:solidFill>
            <a:srgbClr val="76767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Strategic Initiatives</a:t>
            </a:r>
          </a:p>
        </p:txBody>
      </p:sp>
      <p:sp>
        <p:nvSpPr>
          <p:cNvPr id="137" name="Rectangle 136">
            <a:extLst>
              <a:ext uri="{FF2B5EF4-FFF2-40B4-BE49-F238E27FC236}">
                <a16:creationId xmlns:a16="http://schemas.microsoft.com/office/drawing/2014/main" id="{D9A4BEA9-4D71-4A1F-929B-4E8A5803125C}"/>
              </a:ext>
            </a:extLst>
          </p:cNvPr>
          <p:cNvSpPr/>
          <p:nvPr/>
        </p:nvSpPr>
        <p:spPr>
          <a:xfrm>
            <a:off x="403225" y="2978556"/>
            <a:ext cx="521582" cy="1554798"/>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Rationalization/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Acceleration Initiatives </a:t>
            </a:r>
          </a:p>
        </p:txBody>
      </p:sp>
      <p:cxnSp>
        <p:nvCxnSpPr>
          <p:cNvPr id="138" name="Straight Connector 137">
            <a:extLst>
              <a:ext uri="{FF2B5EF4-FFF2-40B4-BE49-F238E27FC236}">
                <a16:creationId xmlns:a16="http://schemas.microsoft.com/office/drawing/2014/main" id="{CA59DBB5-3863-4C8D-960C-27C74C0DDC4A}"/>
              </a:ext>
            </a:extLst>
          </p:cNvPr>
          <p:cNvCxnSpPr>
            <a:cxnSpLocks/>
          </p:cNvCxnSpPr>
          <p:nvPr/>
        </p:nvCxnSpPr>
        <p:spPr>
          <a:xfrm>
            <a:off x="3140171" y="2373677"/>
            <a:ext cx="1542145" cy="87"/>
          </a:xfrm>
          <a:prstGeom prst="line">
            <a:avLst/>
          </a:prstGeom>
          <a:noFill/>
          <a:ln w="38100" cap="flat" cmpd="sng" algn="ctr">
            <a:solidFill>
              <a:schemeClr val="accent1">
                <a:lumMod val="75000"/>
              </a:schemeClr>
            </a:solidFill>
            <a:prstDash val="solid"/>
            <a:miter lim="800000"/>
            <a:headEnd type="oval" w="med" len="med"/>
            <a:tailEnd type="oval" w="med" len="med"/>
          </a:ln>
          <a:effectLst/>
        </p:spPr>
      </p:cxnSp>
      <p:cxnSp>
        <p:nvCxnSpPr>
          <p:cNvPr id="141" name="Straight Connector 140">
            <a:extLst>
              <a:ext uri="{FF2B5EF4-FFF2-40B4-BE49-F238E27FC236}">
                <a16:creationId xmlns:a16="http://schemas.microsoft.com/office/drawing/2014/main" id="{30F8C71E-0756-43E4-B1F1-C4DC58B2ED49}"/>
              </a:ext>
            </a:extLst>
          </p:cNvPr>
          <p:cNvCxnSpPr>
            <a:cxnSpLocks/>
          </p:cNvCxnSpPr>
          <p:nvPr/>
        </p:nvCxnSpPr>
        <p:spPr>
          <a:xfrm>
            <a:off x="3060387" y="3161350"/>
            <a:ext cx="3842529" cy="0"/>
          </a:xfrm>
          <a:prstGeom prst="line">
            <a:avLst/>
          </a:prstGeom>
          <a:noFill/>
          <a:ln w="38100" cap="flat" cmpd="sng" algn="ctr">
            <a:solidFill>
              <a:schemeClr val="accent1">
                <a:lumMod val="75000"/>
              </a:schemeClr>
            </a:solidFill>
            <a:prstDash val="solid"/>
            <a:miter lim="800000"/>
            <a:headEnd type="oval" w="med" len="med"/>
            <a:tailEnd type="oval" w="med" len="med"/>
          </a:ln>
          <a:effectLst/>
        </p:spPr>
      </p:cxnSp>
      <p:cxnSp>
        <p:nvCxnSpPr>
          <p:cNvPr id="11" name="Straight Connector 10">
            <a:extLst>
              <a:ext uri="{FF2B5EF4-FFF2-40B4-BE49-F238E27FC236}">
                <a16:creationId xmlns:a16="http://schemas.microsoft.com/office/drawing/2014/main" id="{19491310-FD75-4333-9CFD-CCC83A16204B}"/>
              </a:ext>
            </a:extLst>
          </p:cNvPr>
          <p:cNvCxnSpPr/>
          <p:nvPr/>
        </p:nvCxnSpPr>
        <p:spPr>
          <a:xfrm>
            <a:off x="987854" y="2922637"/>
            <a:ext cx="1055713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A6ACCA6-34C8-4BF0-BB53-F84B799F6F07}"/>
              </a:ext>
            </a:extLst>
          </p:cNvPr>
          <p:cNvCxnSpPr/>
          <p:nvPr/>
        </p:nvCxnSpPr>
        <p:spPr>
          <a:xfrm>
            <a:off x="897355" y="4542439"/>
            <a:ext cx="1055713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684E3743-C178-4DB6-BDA1-44C1749C93E0}"/>
              </a:ext>
            </a:extLst>
          </p:cNvPr>
          <p:cNvCxnSpPr/>
          <p:nvPr/>
        </p:nvCxnSpPr>
        <p:spPr>
          <a:xfrm>
            <a:off x="965110" y="6681495"/>
            <a:ext cx="1055713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C1916D7-0B7A-4793-82F7-65C50789CA20}"/>
              </a:ext>
            </a:extLst>
          </p:cNvPr>
          <p:cNvSpPr txBox="1"/>
          <p:nvPr/>
        </p:nvSpPr>
        <p:spPr>
          <a:xfrm>
            <a:off x="3384828" y="2166377"/>
            <a:ext cx="1114411" cy="46166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Ubuntu"/>
                <a:ea typeface="+mn-ea"/>
                <a:cs typeface="+mn-cs"/>
              </a:rPr>
              <a:t>Client’s Brand Management Program</a:t>
            </a:r>
          </a:p>
        </p:txBody>
      </p:sp>
      <p:sp>
        <p:nvSpPr>
          <p:cNvPr id="4" name="Title 3">
            <a:extLst>
              <a:ext uri="{FF2B5EF4-FFF2-40B4-BE49-F238E27FC236}">
                <a16:creationId xmlns:a16="http://schemas.microsoft.com/office/drawing/2014/main" id="{6D8BE366-A700-49CB-BE85-03680343B5CF}"/>
              </a:ext>
            </a:extLst>
          </p:cNvPr>
          <p:cNvSpPr>
            <a:spLocks noGrp="1"/>
          </p:cNvSpPr>
          <p:nvPr>
            <p:ph type="title"/>
          </p:nvPr>
        </p:nvSpPr>
        <p:spPr>
          <a:xfrm>
            <a:off x="413202" y="36027"/>
            <a:ext cx="10947772" cy="716711"/>
          </a:xfrm>
        </p:spPr>
        <p:txBody>
          <a:bodyPr/>
          <a:lstStyle/>
          <a:p>
            <a:r>
              <a:rPr lang="en-IN"/>
              <a:t> ..AND HAVE LOGICALLY SEQUENCED INITIATIVES POST BUSINESS VALIDATION and  PRODUCT STRATEGY Assessment Exercise</a:t>
            </a:r>
          </a:p>
        </p:txBody>
      </p:sp>
      <p:sp>
        <p:nvSpPr>
          <p:cNvPr id="14" name="TextBox 13">
            <a:extLst>
              <a:ext uri="{FF2B5EF4-FFF2-40B4-BE49-F238E27FC236}">
                <a16:creationId xmlns:a16="http://schemas.microsoft.com/office/drawing/2014/main" id="{80285BA5-29AF-D159-F667-60B980CE777D}"/>
              </a:ext>
            </a:extLst>
          </p:cNvPr>
          <p:cNvSpPr txBox="1"/>
          <p:nvPr/>
        </p:nvSpPr>
        <p:spPr>
          <a:xfrm>
            <a:off x="3914488" y="2907764"/>
            <a:ext cx="1711644" cy="46166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Ubuntu"/>
                <a:ea typeface="+mn-ea"/>
                <a:cs typeface="+mn-cs"/>
              </a:rPr>
              <a:t>3C Acceleration – Change , </a:t>
            </a:r>
            <a:r>
              <a:rPr lang="en-GB" sz="800" b="1">
                <a:solidFill>
                  <a:prstClr val="black"/>
                </a:solidFill>
                <a:latin typeface="Ubuntu"/>
              </a:rPr>
              <a:t>Content and Communication Design</a:t>
            </a:r>
            <a:endParaRPr kumimoji="0" lang="en-GB" sz="800" b="1" i="0" u="none" strike="noStrike" kern="1200" cap="none" spc="0" normalizeH="0" baseline="0" noProof="0">
              <a:ln>
                <a:noFill/>
              </a:ln>
              <a:solidFill>
                <a:prstClr val="black"/>
              </a:solidFill>
              <a:effectLst/>
              <a:uLnTx/>
              <a:uFillTx/>
              <a:latin typeface="Ubuntu"/>
              <a:ea typeface="+mn-ea"/>
              <a:cs typeface="+mn-cs"/>
            </a:endParaRPr>
          </a:p>
        </p:txBody>
      </p:sp>
      <p:cxnSp>
        <p:nvCxnSpPr>
          <p:cNvPr id="15" name="Straight Connector 14">
            <a:extLst>
              <a:ext uri="{FF2B5EF4-FFF2-40B4-BE49-F238E27FC236}">
                <a16:creationId xmlns:a16="http://schemas.microsoft.com/office/drawing/2014/main" id="{FA4A43D2-88F9-623D-6E9C-AC8EF0CA16C0}"/>
              </a:ext>
            </a:extLst>
          </p:cNvPr>
          <p:cNvCxnSpPr>
            <a:cxnSpLocks/>
          </p:cNvCxnSpPr>
          <p:nvPr/>
        </p:nvCxnSpPr>
        <p:spPr>
          <a:xfrm>
            <a:off x="3478856" y="2741040"/>
            <a:ext cx="2014174" cy="0"/>
          </a:xfrm>
          <a:prstGeom prst="line">
            <a:avLst/>
          </a:prstGeom>
          <a:noFill/>
          <a:ln w="38100" cap="flat" cmpd="sng" algn="ctr">
            <a:solidFill>
              <a:schemeClr val="accent1">
                <a:lumMod val="75000"/>
              </a:schemeClr>
            </a:solidFill>
            <a:prstDash val="solid"/>
            <a:miter lim="800000"/>
            <a:headEnd type="oval" w="med" len="med"/>
            <a:tailEnd type="oval" w="med" len="med"/>
          </a:ln>
          <a:effectLst/>
        </p:spPr>
      </p:cxnSp>
      <p:sp>
        <p:nvSpPr>
          <p:cNvPr id="16" name="TextBox 15">
            <a:extLst>
              <a:ext uri="{FF2B5EF4-FFF2-40B4-BE49-F238E27FC236}">
                <a16:creationId xmlns:a16="http://schemas.microsoft.com/office/drawing/2014/main" id="{96890DBC-5F12-A70D-BC7D-86C8239E0FFB}"/>
              </a:ext>
            </a:extLst>
          </p:cNvPr>
          <p:cNvSpPr txBox="1"/>
          <p:nvPr/>
        </p:nvSpPr>
        <p:spPr>
          <a:xfrm>
            <a:off x="3703128" y="2633700"/>
            <a:ext cx="1542146" cy="215444"/>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Ubuntu"/>
                <a:ea typeface="+mn-ea"/>
                <a:cs typeface="+mn-cs"/>
              </a:rPr>
              <a:t>Customer Journey Design</a:t>
            </a:r>
          </a:p>
        </p:txBody>
      </p:sp>
      <p:cxnSp>
        <p:nvCxnSpPr>
          <p:cNvPr id="19" name="Straight Connector 18">
            <a:extLst>
              <a:ext uri="{FF2B5EF4-FFF2-40B4-BE49-F238E27FC236}">
                <a16:creationId xmlns:a16="http://schemas.microsoft.com/office/drawing/2014/main" id="{73A76343-55E7-6DEA-9D39-CD2809DA0B0B}"/>
              </a:ext>
            </a:extLst>
          </p:cNvPr>
          <p:cNvCxnSpPr>
            <a:cxnSpLocks/>
          </p:cNvCxnSpPr>
          <p:nvPr/>
        </p:nvCxnSpPr>
        <p:spPr>
          <a:xfrm>
            <a:off x="4403353" y="3540547"/>
            <a:ext cx="1084941" cy="0"/>
          </a:xfrm>
          <a:prstGeom prst="line">
            <a:avLst/>
          </a:prstGeom>
          <a:noFill/>
          <a:ln w="38100" cap="flat" cmpd="sng" algn="ctr">
            <a:solidFill>
              <a:schemeClr val="accent1">
                <a:lumMod val="75000"/>
              </a:schemeClr>
            </a:solidFill>
            <a:prstDash val="solid"/>
            <a:miter lim="800000"/>
            <a:headEnd type="oval" w="med" len="med"/>
            <a:tailEnd type="oval" w="med" len="med"/>
          </a:ln>
          <a:effectLst/>
        </p:spPr>
      </p:cxnSp>
      <p:sp>
        <p:nvSpPr>
          <p:cNvPr id="20" name="TextBox 19">
            <a:extLst>
              <a:ext uri="{FF2B5EF4-FFF2-40B4-BE49-F238E27FC236}">
                <a16:creationId xmlns:a16="http://schemas.microsoft.com/office/drawing/2014/main" id="{A43C70B6-F19E-C2C5-65EA-E900B78DB00E}"/>
              </a:ext>
            </a:extLst>
          </p:cNvPr>
          <p:cNvSpPr txBox="1"/>
          <p:nvPr/>
        </p:nvSpPr>
        <p:spPr>
          <a:xfrm>
            <a:off x="4483960" y="3443477"/>
            <a:ext cx="956830" cy="523220"/>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1" i="0" u="none" strike="noStrike" kern="1200" cap="none" spc="0" normalizeH="0" baseline="0" noProof="0">
                <a:ln>
                  <a:noFill/>
                </a:ln>
                <a:solidFill>
                  <a:prstClr val="black"/>
                </a:solidFill>
                <a:effectLst/>
                <a:uLnTx/>
                <a:uFillTx/>
                <a:latin typeface="Ubuntu"/>
                <a:ea typeface="+mn-ea"/>
                <a:cs typeface="+mn-cs"/>
              </a:rPr>
              <a:t>Architecture Analysis / Readiness ( covers Data )</a:t>
            </a:r>
          </a:p>
        </p:txBody>
      </p:sp>
      <p:cxnSp>
        <p:nvCxnSpPr>
          <p:cNvPr id="25" name="Straight Connector 24">
            <a:extLst>
              <a:ext uri="{FF2B5EF4-FFF2-40B4-BE49-F238E27FC236}">
                <a16:creationId xmlns:a16="http://schemas.microsoft.com/office/drawing/2014/main" id="{F17B37C1-9746-E8B0-9E91-E39B2D830269}"/>
              </a:ext>
            </a:extLst>
          </p:cNvPr>
          <p:cNvCxnSpPr>
            <a:cxnSpLocks/>
          </p:cNvCxnSpPr>
          <p:nvPr/>
        </p:nvCxnSpPr>
        <p:spPr>
          <a:xfrm flipV="1">
            <a:off x="4502038" y="4863952"/>
            <a:ext cx="2979918" cy="9491"/>
          </a:xfrm>
          <a:prstGeom prst="line">
            <a:avLst/>
          </a:prstGeom>
          <a:noFill/>
          <a:ln w="38100" cap="flat" cmpd="sng" algn="ctr">
            <a:solidFill>
              <a:schemeClr val="accent1">
                <a:lumMod val="75000"/>
              </a:schemeClr>
            </a:solidFill>
            <a:prstDash val="solid"/>
            <a:miter lim="800000"/>
            <a:headEnd type="oval" w="med" len="med"/>
            <a:tailEnd type="oval" w="med" len="med"/>
          </a:ln>
          <a:effectLst/>
        </p:spPr>
      </p:cxnSp>
      <p:sp>
        <p:nvSpPr>
          <p:cNvPr id="26" name="TextBox 25">
            <a:extLst>
              <a:ext uri="{FF2B5EF4-FFF2-40B4-BE49-F238E27FC236}">
                <a16:creationId xmlns:a16="http://schemas.microsoft.com/office/drawing/2014/main" id="{537026F6-2AE8-8B35-0BC2-6E8851541848}"/>
              </a:ext>
            </a:extLst>
          </p:cNvPr>
          <p:cNvSpPr txBox="1"/>
          <p:nvPr/>
        </p:nvSpPr>
        <p:spPr>
          <a:xfrm>
            <a:off x="4866238" y="4647961"/>
            <a:ext cx="1711644" cy="46166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Ubuntu"/>
                <a:ea typeface="+mn-ea"/>
                <a:cs typeface="+mn-cs"/>
              </a:rPr>
              <a:t>Marketing and Pre-Sales Implementation – Campaign to Quote Journey</a:t>
            </a:r>
          </a:p>
        </p:txBody>
      </p:sp>
      <p:cxnSp>
        <p:nvCxnSpPr>
          <p:cNvPr id="27" name="Straight Connector 26">
            <a:extLst>
              <a:ext uri="{FF2B5EF4-FFF2-40B4-BE49-F238E27FC236}">
                <a16:creationId xmlns:a16="http://schemas.microsoft.com/office/drawing/2014/main" id="{64E276DC-BDFE-6FD9-7D34-A8B63C788143}"/>
              </a:ext>
            </a:extLst>
          </p:cNvPr>
          <p:cNvCxnSpPr>
            <a:cxnSpLocks/>
          </p:cNvCxnSpPr>
          <p:nvPr/>
        </p:nvCxnSpPr>
        <p:spPr>
          <a:xfrm>
            <a:off x="4970856" y="5269561"/>
            <a:ext cx="3984515" cy="0"/>
          </a:xfrm>
          <a:prstGeom prst="line">
            <a:avLst/>
          </a:prstGeom>
          <a:noFill/>
          <a:ln w="38100" cap="flat" cmpd="sng" algn="ctr">
            <a:solidFill>
              <a:schemeClr val="accent1">
                <a:lumMod val="75000"/>
              </a:schemeClr>
            </a:solidFill>
            <a:prstDash val="solid"/>
            <a:miter lim="800000"/>
            <a:headEnd type="oval" w="med" len="med"/>
            <a:tailEnd type="oval" w="med" len="med"/>
          </a:ln>
          <a:effectLst/>
        </p:spPr>
      </p:cxnSp>
      <p:sp>
        <p:nvSpPr>
          <p:cNvPr id="28" name="TextBox 27">
            <a:extLst>
              <a:ext uri="{FF2B5EF4-FFF2-40B4-BE49-F238E27FC236}">
                <a16:creationId xmlns:a16="http://schemas.microsoft.com/office/drawing/2014/main" id="{02249E2F-9F5B-EB29-3D5D-4512F7C57748}"/>
              </a:ext>
            </a:extLst>
          </p:cNvPr>
          <p:cNvSpPr txBox="1"/>
          <p:nvPr/>
        </p:nvSpPr>
        <p:spPr>
          <a:xfrm>
            <a:off x="6229470" y="5197810"/>
            <a:ext cx="1711644" cy="338554"/>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prstClr val="black"/>
                </a:solidFill>
                <a:effectLst/>
                <a:uLnTx/>
                <a:uFillTx/>
                <a:latin typeface="Ubuntu"/>
                <a:ea typeface="+mn-ea"/>
                <a:cs typeface="+mn-cs"/>
              </a:rPr>
              <a:t>Order to Cash Implementation / Enhancements </a:t>
            </a:r>
          </a:p>
        </p:txBody>
      </p:sp>
      <p:cxnSp>
        <p:nvCxnSpPr>
          <p:cNvPr id="30" name="Straight Connector 29">
            <a:extLst>
              <a:ext uri="{FF2B5EF4-FFF2-40B4-BE49-F238E27FC236}">
                <a16:creationId xmlns:a16="http://schemas.microsoft.com/office/drawing/2014/main" id="{8C50FAA0-DC42-4240-5130-33EE7DF3F987}"/>
              </a:ext>
            </a:extLst>
          </p:cNvPr>
          <p:cNvCxnSpPr>
            <a:cxnSpLocks/>
          </p:cNvCxnSpPr>
          <p:nvPr/>
        </p:nvCxnSpPr>
        <p:spPr>
          <a:xfrm>
            <a:off x="3563999" y="4194034"/>
            <a:ext cx="1353007" cy="0"/>
          </a:xfrm>
          <a:prstGeom prst="line">
            <a:avLst/>
          </a:prstGeom>
          <a:noFill/>
          <a:ln w="38100" cap="flat" cmpd="sng" algn="ctr">
            <a:solidFill>
              <a:schemeClr val="accent1">
                <a:lumMod val="75000"/>
              </a:schemeClr>
            </a:solidFill>
            <a:prstDash val="solid"/>
            <a:miter lim="800000"/>
            <a:headEnd type="oval" w="med" len="med"/>
            <a:tailEnd type="oval" w="med" len="med"/>
          </a:ln>
          <a:effectLst/>
        </p:spPr>
      </p:cxnSp>
      <p:cxnSp>
        <p:nvCxnSpPr>
          <p:cNvPr id="39" name="Straight Connector 38">
            <a:extLst>
              <a:ext uri="{FF2B5EF4-FFF2-40B4-BE49-F238E27FC236}">
                <a16:creationId xmlns:a16="http://schemas.microsoft.com/office/drawing/2014/main" id="{8EC6DA43-4124-CC60-5FAD-551EEFD557CC}"/>
              </a:ext>
            </a:extLst>
          </p:cNvPr>
          <p:cNvCxnSpPr>
            <a:cxnSpLocks/>
          </p:cNvCxnSpPr>
          <p:nvPr/>
        </p:nvCxnSpPr>
        <p:spPr>
          <a:xfrm>
            <a:off x="5657643" y="5806061"/>
            <a:ext cx="3984515" cy="0"/>
          </a:xfrm>
          <a:prstGeom prst="line">
            <a:avLst/>
          </a:prstGeom>
          <a:noFill/>
          <a:ln w="38100" cap="flat" cmpd="sng" algn="ctr">
            <a:solidFill>
              <a:schemeClr val="accent1">
                <a:lumMod val="75000"/>
              </a:schemeClr>
            </a:solidFill>
            <a:prstDash val="solid"/>
            <a:miter lim="800000"/>
            <a:headEnd type="oval" w="med" len="med"/>
            <a:tailEnd type="oval" w="med" len="med"/>
          </a:ln>
          <a:effectLst/>
        </p:spPr>
      </p:cxnSp>
      <p:sp>
        <p:nvSpPr>
          <p:cNvPr id="41" name="TextBox 40">
            <a:extLst>
              <a:ext uri="{FF2B5EF4-FFF2-40B4-BE49-F238E27FC236}">
                <a16:creationId xmlns:a16="http://schemas.microsoft.com/office/drawing/2014/main" id="{40115600-9A86-9787-14C3-DBFF5F8572FD}"/>
              </a:ext>
            </a:extLst>
          </p:cNvPr>
          <p:cNvSpPr txBox="1"/>
          <p:nvPr/>
        </p:nvSpPr>
        <p:spPr>
          <a:xfrm>
            <a:off x="6578800" y="5686573"/>
            <a:ext cx="1711644" cy="415498"/>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1" i="0" u="none" strike="noStrike" kern="1200" cap="none" spc="0" normalizeH="0" baseline="0" noProof="0">
                <a:ln>
                  <a:noFill/>
                </a:ln>
                <a:solidFill>
                  <a:prstClr val="black"/>
                </a:solidFill>
                <a:effectLst/>
                <a:uLnTx/>
                <a:uFillTx/>
                <a:latin typeface="Ubuntu"/>
                <a:ea typeface="+mn-ea"/>
                <a:cs typeface="+mn-cs"/>
              </a:rPr>
              <a:t>Self Service/ New Age Channel Enablement/ Customer Engagement Initiatives</a:t>
            </a:r>
          </a:p>
        </p:txBody>
      </p:sp>
      <p:cxnSp>
        <p:nvCxnSpPr>
          <p:cNvPr id="42" name="Straight Connector 41">
            <a:extLst>
              <a:ext uri="{FF2B5EF4-FFF2-40B4-BE49-F238E27FC236}">
                <a16:creationId xmlns:a16="http://schemas.microsoft.com/office/drawing/2014/main" id="{16456914-D95C-906E-F987-078E6CC16198}"/>
              </a:ext>
            </a:extLst>
          </p:cNvPr>
          <p:cNvCxnSpPr>
            <a:cxnSpLocks/>
          </p:cNvCxnSpPr>
          <p:nvPr/>
        </p:nvCxnSpPr>
        <p:spPr>
          <a:xfrm>
            <a:off x="5091586" y="6359717"/>
            <a:ext cx="5568815" cy="0"/>
          </a:xfrm>
          <a:prstGeom prst="line">
            <a:avLst/>
          </a:prstGeom>
          <a:noFill/>
          <a:ln w="38100" cap="flat" cmpd="sng" algn="ctr">
            <a:solidFill>
              <a:schemeClr val="accent1">
                <a:lumMod val="75000"/>
              </a:schemeClr>
            </a:solidFill>
            <a:prstDash val="solid"/>
            <a:miter lim="800000"/>
            <a:headEnd type="oval" w="med" len="med"/>
            <a:tailEnd type="oval" w="med" len="med"/>
          </a:ln>
          <a:effectLst/>
        </p:spPr>
      </p:cxnSp>
      <p:sp>
        <p:nvSpPr>
          <p:cNvPr id="43" name="TextBox 42">
            <a:extLst>
              <a:ext uri="{FF2B5EF4-FFF2-40B4-BE49-F238E27FC236}">
                <a16:creationId xmlns:a16="http://schemas.microsoft.com/office/drawing/2014/main" id="{2276ABAC-5498-6353-08C7-35E5C0B8CEE4}"/>
              </a:ext>
            </a:extLst>
          </p:cNvPr>
          <p:cNvSpPr txBox="1"/>
          <p:nvPr/>
        </p:nvSpPr>
        <p:spPr>
          <a:xfrm>
            <a:off x="6653546" y="6248904"/>
            <a:ext cx="1711644"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1" i="0" u="none" strike="noStrike" kern="1200" cap="none" spc="0" normalizeH="0" baseline="0" noProof="0">
                <a:ln>
                  <a:noFill/>
                </a:ln>
                <a:solidFill>
                  <a:prstClr val="black"/>
                </a:solidFill>
                <a:effectLst/>
                <a:uLnTx/>
                <a:uFillTx/>
                <a:latin typeface="Ubuntu"/>
                <a:ea typeface="+mn-ea"/>
                <a:cs typeface="+mn-cs"/>
              </a:rPr>
              <a:t>Customer, Marketing and Sales Analytics Design and Optimization</a:t>
            </a:r>
          </a:p>
        </p:txBody>
      </p:sp>
      <p:cxnSp>
        <p:nvCxnSpPr>
          <p:cNvPr id="47" name="Straight Connector 9">
            <a:extLst>
              <a:ext uri="{FF2B5EF4-FFF2-40B4-BE49-F238E27FC236}">
                <a16:creationId xmlns:a16="http://schemas.microsoft.com/office/drawing/2014/main" id="{A9DF97D3-54A6-A0D0-1777-2C9D7B7EE5C7}"/>
              </a:ext>
            </a:extLst>
          </p:cNvPr>
          <p:cNvCxnSpPr>
            <a:cxnSpLocks/>
          </p:cNvCxnSpPr>
          <p:nvPr/>
        </p:nvCxnSpPr>
        <p:spPr>
          <a:xfrm>
            <a:off x="3037307" y="1541893"/>
            <a:ext cx="2049636" cy="0"/>
          </a:xfrm>
          <a:prstGeom prst="line">
            <a:avLst/>
          </a:prstGeom>
          <a:noFill/>
          <a:ln w="38100" cap="flat" cmpd="sng" algn="ctr">
            <a:solidFill>
              <a:srgbClr val="0070AD"/>
            </a:solidFill>
            <a:prstDash val="solid"/>
            <a:miter lim="800000"/>
            <a:headEnd type="oval" w="med" len="med"/>
            <a:tailEnd type="oval" w="med" len="med"/>
          </a:ln>
          <a:effectLst/>
        </p:spPr>
      </p:cxnSp>
      <p:sp>
        <p:nvSpPr>
          <p:cNvPr id="48" name="TextBox 47">
            <a:extLst>
              <a:ext uri="{FF2B5EF4-FFF2-40B4-BE49-F238E27FC236}">
                <a16:creationId xmlns:a16="http://schemas.microsoft.com/office/drawing/2014/main" id="{AD6BE39D-F7B7-75C2-1189-DC99B8DE32AB}"/>
              </a:ext>
            </a:extLst>
          </p:cNvPr>
          <p:cNvSpPr txBox="1"/>
          <p:nvPr/>
        </p:nvSpPr>
        <p:spPr>
          <a:xfrm>
            <a:off x="3520174" y="1323166"/>
            <a:ext cx="954144"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1" u="none" strike="noStrike" kern="1200" cap="none" spc="0" normalizeH="0" baseline="0" noProof="0">
                <a:ln>
                  <a:noFill/>
                </a:ln>
                <a:solidFill>
                  <a:prstClr val="black"/>
                </a:solidFill>
                <a:effectLst/>
                <a:uLnTx/>
                <a:uFillTx/>
                <a:latin typeface="Ubuntu"/>
                <a:ea typeface="+mn-ea"/>
                <a:cs typeface="+mn-cs"/>
              </a:rPr>
              <a:t>Align Revenue Model and Pricing</a:t>
            </a:r>
          </a:p>
        </p:txBody>
      </p:sp>
      <p:sp>
        <p:nvSpPr>
          <p:cNvPr id="52" name="TextBox 51">
            <a:extLst>
              <a:ext uri="{FF2B5EF4-FFF2-40B4-BE49-F238E27FC236}">
                <a16:creationId xmlns:a16="http://schemas.microsoft.com/office/drawing/2014/main" id="{27A3A1E6-55C9-AB79-B56E-F9BB6AA7BF79}"/>
              </a:ext>
            </a:extLst>
          </p:cNvPr>
          <p:cNvSpPr txBox="1"/>
          <p:nvPr/>
        </p:nvSpPr>
        <p:spPr>
          <a:xfrm>
            <a:off x="3619617" y="3965976"/>
            <a:ext cx="1179094" cy="415498"/>
          </a:xfrm>
          <a:prstGeom prst="rect">
            <a:avLst/>
          </a:prstGeom>
          <a:solidFill>
            <a:schemeClr val="bg1"/>
          </a:solidFill>
        </p:spPr>
        <p:txBody>
          <a:bodyPr wrap="square" lIns="91440" tIns="45720" rIns="91440" bIns="45720" rtlCol="0" anchor="t">
            <a:spAutoFit/>
          </a:bodyPr>
          <a:lstStyle/>
          <a:p>
            <a:pPr algn="ctr">
              <a:defRPr/>
            </a:pPr>
            <a:r>
              <a:rPr kumimoji="0" lang="en-GB" sz="700" b="1" i="0" u="none" strike="noStrike" kern="1200" cap="none" spc="0" normalizeH="0" baseline="0" noProof="0">
                <a:ln>
                  <a:noFill/>
                </a:ln>
                <a:effectLst/>
                <a:uLnTx/>
                <a:uFillTx/>
                <a:latin typeface="Ubuntu"/>
                <a:ea typeface="+mn-ea"/>
                <a:cs typeface="+mn-cs"/>
              </a:rPr>
              <a:t>Product</a:t>
            </a:r>
            <a:r>
              <a:rPr lang="en-GB" sz="700" b="1">
                <a:latin typeface="Ubuntu"/>
              </a:rPr>
              <a:t> </a:t>
            </a:r>
            <a:endParaRPr kumimoji="0" lang="en-GB" sz="700" b="1" i="0" u="none" strike="noStrike" kern="1200" cap="none" spc="0" normalizeH="0" baseline="0" noProof="0">
              <a:ln>
                <a:noFill/>
              </a:ln>
              <a:solidFill>
                <a:prstClr val="black"/>
              </a:solidFill>
              <a:effectLst/>
              <a:uLnTx/>
              <a:uFillTx/>
              <a:latin typeface="Ubuntu"/>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1" i="0" u="none" strike="noStrike" kern="1200" cap="none" spc="0" normalizeH="0" baseline="0" noProof="0" err="1">
                <a:ln>
                  <a:noFill/>
                </a:ln>
                <a:effectLst/>
                <a:uLnTx/>
                <a:uFillTx/>
                <a:latin typeface="Ubuntu"/>
                <a:ea typeface="+mn-ea"/>
                <a:cs typeface="+mn-cs"/>
              </a:rPr>
              <a:t>Catalog</a:t>
            </a:r>
            <a:endParaRPr lang="en-GB" sz="700" b="1" i="0" u="none" strike="noStrike" kern="1200" cap="none" spc="0" normalizeH="0" baseline="0" noProof="0" err="1">
              <a:ln>
                <a:noFill/>
              </a:ln>
              <a:effectLst/>
              <a:uLnTx/>
              <a:uFillTx/>
              <a:latin typeface="Ubuntu"/>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700" b="1">
                <a:latin typeface="Ubuntu"/>
              </a:rPr>
              <a:t>Rationalization</a:t>
            </a:r>
            <a:endParaRPr lang="en-GB" sz="700" b="1" i="0" u="none" strike="noStrike" kern="1200" cap="none" spc="0" normalizeH="0" baseline="0" noProof="0">
              <a:ln>
                <a:noFill/>
              </a:ln>
              <a:effectLst/>
              <a:uLnTx/>
              <a:uFillTx/>
              <a:latin typeface="Ubuntu"/>
            </a:endParaRPr>
          </a:p>
        </p:txBody>
      </p:sp>
      <p:sp>
        <p:nvSpPr>
          <p:cNvPr id="54" name="TextBox 53">
            <a:extLst>
              <a:ext uri="{FF2B5EF4-FFF2-40B4-BE49-F238E27FC236}">
                <a16:creationId xmlns:a16="http://schemas.microsoft.com/office/drawing/2014/main" id="{ECF9744C-38F4-5FAC-FA8D-372F78702D31}"/>
              </a:ext>
            </a:extLst>
          </p:cNvPr>
          <p:cNvSpPr txBox="1"/>
          <p:nvPr/>
        </p:nvSpPr>
        <p:spPr>
          <a:xfrm>
            <a:off x="6816782" y="1476001"/>
            <a:ext cx="5096803" cy="784830"/>
          </a:xfrm>
          <a:prstGeom prst="rect">
            <a:avLst/>
          </a:prstGeom>
          <a:noFill/>
        </p:spPr>
        <p:txBody>
          <a:bodyPr wrap="square" lIns="91440" tIns="45720" rIns="91440" bIns="45720" anchor="t">
            <a:spAutoFit/>
          </a:bodyPr>
          <a:lstStyle/>
          <a:p>
            <a:pPr marL="171450" indent="-171450">
              <a:buFont typeface="Arial"/>
              <a:buChar char="•"/>
            </a:pPr>
            <a:r>
              <a:rPr lang="en-IN" sz="900" i="1">
                <a:solidFill>
                  <a:srgbClr val="C00000"/>
                </a:solidFill>
              </a:rPr>
              <a:t>This high -level  roadmap is tentative and an outsider’s view on  how initiatives are aligned.</a:t>
            </a:r>
            <a:endParaRPr lang="en-US" sz="900">
              <a:solidFill>
                <a:srgbClr val="000000"/>
              </a:solidFill>
            </a:endParaRPr>
          </a:p>
          <a:p>
            <a:pPr marL="171450" indent="-171450">
              <a:buFont typeface="Arial"/>
              <a:buChar char="•"/>
            </a:pPr>
            <a:endParaRPr lang="en-IN" sz="900" i="1">
              <a:solidFill>
                <a:srgbClr val="C00000"/>
              </a:solidFill>
            </a:endParaRPr>
          </a:p>
          <a:p>
            <a:pPr marL="171450" indent="-171450">
              <a:buFont typeface="Arial"/>
              <a:buChar char="•"/>
            </a:pPr>
            <a:r>
              <a:rPr lang="en-IN" sz="900" i="1">
                <a:solidFill>
                  <a:srgbClr val="C00000"/>
                </a:solidFill>
              </a:rPr>
              <a:t>The follow up initiatives are  indicative and dependent on the  recommendations of Business Model Validation and Product Strategy Assessment exercise – Proposed initiatives are basis our experience working  with clients with a similar problem statement</a:t>
            </a:r>
          </a:p>
        </p:txBody>
      </p:sp>
      <p:sp>
        <p:nvSpPr>
          <p:cNvPr id="5" name="Rectangle: Rounded Corners 4">
            <a:extLst>
              <a:ext uri="{FF2B5EF4-FFF2-40B4-BE49-F238E27FC236}">
                <a16:creationId xmlns:a16="http://schemas.microsoft.com/office/drawing/2014/main" id="{DD6251D4-C01B-EF63-FA0B-98B055507D4D}"/>
              </a:ext>
            </a:extLst>
          </p:cNvPr>
          <p:cNvSpPr/>
          <p:nvPr/>
        </p:nvSpPr>
        <p:spPr>
          <a:xfrm>
            <a:off x="2899616" y="1372112"/>
            <a:ext cx="3351765" cy="3078458"/>
          </a:xfrm>
          <a:prstGeom prst="roundRect">
            <a:avLst>
              <a:gd name="adj" fmla="val 12706"/>
            </a:avLst>
          </a:prstGeom>
          <a:solidFill>
            <a:schemeClr val="accent3">
              <a:lumMod val="50000"/>
              <a:lumOff val="50000"/>
              <a:alpha val="18039"/>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6" name="TextBox 5">
            <a:extLst>
              <a:ext uri="{FF2B5EF4-FFF2-40B4-BE49-F238E27FC236}">
                <a16:creationId xmlns:a16="http://schemas.microsoft.com/office/drawing/2014/main" id="{A95B5DFF-7C06-CAE4-25FB-AB8AEC5C8957}"/>
              </a:ext>
            </a:extLst>
          </p:cNvPr>
          <p:cNvSpPr txBox="1"/>
          <p:nvPr/>
        </p:nvSpPr>
        <p:spPr>
          <a:xfrm>
            <a:off x="4959265" y="1143889"/>
            <a:ext cx="1380801" cy="408623"/>
          </a:xfrm>
          <a:prstGeom prst="roundRect">
            <a:avLst/>
          </a:prstGeom>
          <a:solidFill>
            <a:schemeClr val="accent3">
              <a:lumMod val="50000"/>
              <a:lumOff val="50000"/>
            </a:schemeClr>
          </a:solidFill>
          <a:ln w="19050">
            <a:solidFill>
              <a:schemeClr val="bg1"/>
            </a:solidFill>
          </a:ln>
        </p:spPr>
        <p:txBody>
          <a:bodyPr wrap="square" lIns="91440" tIns="45720" rIns="91440" bIns="45720" rtlCol="0" anchor="t">
            <a:spAutoFit/>
          </a:bodyPr>
          <a:lstStyle/>
          <a:p>
            <a:r>
              <a:rPr lang="en-IN" sz="900" b="1">
                <a:solidFill>
                  <a:schemeClr val="bg1"/>
                </a:solidFill>
              </a:rPr>
              <a:t>Quick Wins – Short term / Medium term</a:t>
            </a:r>
          </a:p>
        </p:txBody>
      </p:sp>
      <p:sp>
        <p:nvSpPr>
          <p:cNvPr id="8" name="Rectangle: Rounded Corners 7">
            <a:extLst>
              <a:ext uri="{FF2B5EF4-FFF2-40B4-BE49-F238E27FC236}">
                <a16:creationId xmlns:a16="http://schemas.microsoft.com/office/drawing/2014/main" id="{4FFDB0F0-D3A0-6FEC-4F99-AB7E78ECEB16}"/>
              </a:ext>
            </a:extLst>
          </p:cNvPr>
          <p:cNvSpPr/>
          <p:nvPr/>
        </p:nvSpPr>
        <p:spPr>
          <a:xfrm>
            <a:off x="4211205" y="4400740"/>
            <a:ext cx="6807315" cy="2155941"/>
          </a:xfrm>
          <a:prstGeom prst="roundRect">
            <a:avLst>
              <a:gd name="adj" fmla="val 12706"/>
            </a:avLst>
          </a:prstGeom>
          <a:solidFill>
            <a:srgbClr val="92D050">
              <a:alpha val="18039"/>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9" name="TextBox 8">
            <a:extLst>
              <a:ext uri="{FF2B5EF4-FFF2-40B4-BE49-F238E27FC236}">
                <a16:creationId xmlns:a16="http://schemas.microsoft.com/office/drawing/2014/main" id="{9E59F688-D72D-844B-D940-F32AF1F61EA8}"/>
              </a:ext>
            </a:extLst>
          </p:cNvPr>
          <p:cNvSpPr txBox="1"/>
          <p:nvPr/>
        </p:nvSpPr>
        <p:spPr>
          <a:xfrm>
            <a:off x="8834133" y="4186050"/>
            <a:ext cx="1995478" cy="280928"/>
          </a:xfrm>
          <a:prstGeom prst="roundRect">
            <a:avLst/>
          </a:prstGeom>
          <a:solidFill>
            <a:srgbClr val="00B050"/>
          </a:solidFill>
          <a:ln w="19050">
            <a:solidFill>
              <a:schemeClr val="bg1"/>
            </a:solidFill>
          </a:ln>
        </p:spPr>
        <p:txBody>
          <a:bodyPr wrap="square" lIns="91440" tIns="45720" rIns="91440" bIns="45720" rtlCol="0" anchor="t">
            <a:spAutoFit/>
          </a:bodyPr>
          <a:lstStyle/>
          <a:p>
            <a:r>
              <a:rPr lang="en-IN" sz="1050" b="1">
                <a:solidFill>
                  <a:schemeClr val="bg1"/>
                </a:solidFill>
              </a:rPr>
              <a:t>Long Term Initiatives</a:t>
            </a:r>
          </a:p>
        </p:txBody>
      </p:sp>
      <p:cxnSp>
        <p:nvCxnSpPr>
          <p:cNvPr id="7" name="Straight Connector 9">
            <a:extLst>
              <a:ext uri="{FF2B5EF4-FFF2-40B4-BE49-F238E27FC236}">
                <a16:creationId xmlns:a16="http://schemas.microsoft.com/office/drawing/2014/main" id="{74E708D5-1B73-3E50-616B-1A46D09DAA74}"/>
              </a:ext>
            </a:extLst>
          </p:cNvPr>
          <p:cNvCxnSpPr>
            <a:cxnSpLocks/>
          </p:cNvCxnSpPr>
          <p:nvPr/>
        </p:nvCxnSpPr>
        <p:spPr>
          <a:xfrm>
            <a:off x="3006193" y="1769297"/>
            <a:ext cx="1494770" cy="0"/>
          </a:xfrm>
          <a:prstGeom prst="line">
            <a:avLst/>
          </a:prstGeom>
          <a:noFill/>
          <a:ln w="38100" cap="flat" cmpd="sng" algn="ctr">
            <a:solidFill>
              <a:srgbClr val="0070AD"/>
            </a:solidFill>
            <a:prstDash val="solid"/>
            <a:miter lim="800000"/>
            <a:headEnd type="oval" w="med" len="med"/>
            <a:tailEnd type="oval" w="med" len="med"/>
          </a:ln>
          <a:effectLst/>
        </p:spPr>
      </p:cxnSp>
      <p:sp>
        <p:nvSpPr>
          <p:cNvPr id="10" name="TextBox 9">
            <a:extLst>
              <a:ext uri="{FF2B5EF4-FFF2-40B4-BE49-F238E27FC236}">
                <a16:creationId xmlns:a16="http://schemas.microsoft.com/office/drawing/2014/main" id="{81FCB5FF-9859-0A2D-994B-851C73B8BCD3}"/>
              </a:ext>
            </a:extLst>
          </p:cNvPr>
          <p:cNvSpPr txBox="1"/>
          <p:nvPr/>
        </p:nvSpPr>
        <p:spPr>
          <a:xfrm>
            <a:off x="3154038" y="1599282"/>
            <a:ext cx="1092431" cy="338554"/>
          </a:xfrm>
          <a:prstGeom prst="rect">
            <a:avLst/>
          </a:prstGeom>
          <a:noFill/>
        </p:spPr>
        <p:txBody>
          <a:bodyPr wrap="square" lIns="91440" tIns="45720" rIns="91440" bIns="45720" rtlCol="0" anchor="t">
            <a:spAutoFit/>
          </a:bodyPr>
          <a:lstStyle/>
          <a:p>
            <a:pPr algn="ctr">
              <a:spcBef>
                <a:spcPts val="1200"/>
              </a:spcBef>
            </a:pPr>
            <a:r>
              <a:rPr lang="en-US" sz="800" b="1" noProof="1"/>
              <a:t>Operating Model Re-design</a:t>
            </a:r>
          </a:p>
        </p:txBody>
      </p:sp>
    </p:spTree>
    <p:extLst>
      <p:ext uri="{BB962C8B-B14F-4D97-AF65-F5344CB8AC3E}">
        <p14:creationId xmlns:p14="http://schemas.microsoft.com/office/powerpoint/2010/main" val="831711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B3C2-F524-4F1C-99DB-CC436A7A6BBE}"/>
              </a:ext>
            </a:extLst>
          </p:cNvPr>
          <p:cNvSpPr>
            <a:spLocks noGrp="1"/>
          </p:cNvSpPr>
          <p:nvPr>
            <p:ph type="title"/>
          </p:nvPr>
        </p:nvSpPr>
        <p:spPr/>
        <p:txBody>
          <a:bodyPr/>
          <a:lstStyle/>
          <a:p>
            <a:r>
              <a:rPr lang="en-IN">
                <a:latin typeface="Ubuntu"/>
              </a:rPr>
              <a:t>APPENDIX</a:t>
            </a:r>
            <a:endParaRPr lang="en-US"/>
          </a:p>
        </p:txBody>
      </p:sp>
    </p:spTree>
    <p:extLst>
      <p:ext uri="{BB962C8B-B14F-4D97-AF65-F5344CB8AC3E}">
        <p14:creationId xmlns:p14="http://schemas.microsoft.com/office/powerpoint/2010/main" val="3181510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E659B3-EA4B-405E-9FAE-00661F32418F}"/>
              </a:ext>
            </a:extLst>
          </p:cNvPr>
          <p:cNvSpPr>
            <a:spLocks noGrp="1"/>
          </p:cNvSpPr>
          <p:nvPr>
            <p:ph type="ctrTitle"/>
          </p:nvPr>
        </p:nvSpPr>
        <p:spPr>
          <a:xfrm>
            <a:off x="3199512" y="2478593"/>
            <a:ext cx="3641582" cy="1176135"/>
          </a:xfrm>
        </p:spPr>
        <p:txBody>
          <a:bodyPr/>
          <a:lstStyle/>
          <a:p>
            <a:r>
              <a:rPr lang="en-GB" sz="3200"/>
              <a:t>Success stories </a:t>
            </a:r>
            <a:br>
              <a:rPr lang="en-GB" sz="3200"/>
            </a:br>
            <a:r>
              <a:rPr lang="en-GB" sz="3200"/>
              <a:t>&amp; </a:t>
            </a:r>
            <a:br>
              <a:rPr lang="en-GB" sz="3200"/>
            </a:br>
            <a:r>
              <a:rPr lang="en-GB" sz="3200"/>
              <a:t>use cases</a:t>
            </a:r>
          </a:p>
        </p:txBody>
      </p:sp>
    </p:spTree>
    <p:extLst>
      <p:ext uri="{BB962C8B-B14F-4D97-AF65-F5344CB8AC3E}">
        <p14:creationId xmlns:p14="http://schemas.microsoft.com/office/powerpoint/2010/main" val="2079658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8C222B1D-0357-42F2-AE52-1AFDF413B525}"/>
              </a:ext>
            </a:extLst>
          </p:cNvPr>
          <p:cNvSpPr>
            <a:spLocks noGrp="1"/>
          </p:cNvSpPr>
          <p:nvPr>
            <p:ph type="body" sz="quarter" idx="10"/>
          </p:nvPr>
        </p:nvSpPr>
        <p:spPr>
          <a:xfrm>
            <a:off x="419099" y="1333116"/>
            <a:ext cx="11137191" cy="749300"/>
          </a:xfrm>
        </p:spPr>
        <p:txBody>
          <a:bodyPr vert="horz" lIns="0" tIns="0" rIns="0" bIns="0" rtlCol="0">
            <a:normAutofit/>
          </a:bodyPr>
          <a:lstStyle/>
          <a:p>
            <a:r>
              <a:rPr lang="en-US" sz="1600" b="1">
                <a:solidFill>
                  <a:srgbClr val="2B143D"/>
                </a:solidFill>
                <a:latin typeface="Ubuntu" panose="020B0504030602030204" pitchFamily="34" charset="0"/>
              </a:rPr>
              <a:t>Accelerated product development , increased customer conversion and improved customer experience.</a:t>
            </a:r>
          </a:p>
        </p:txBody>
      </p:sp>
      <p:sp>
        <p:nvSpPr>
          <p:cNvPr id="4" name="Titre 7">
            <a:extLst>
              <a:ext uri="{FF2B5EF4-FFF2-40B4-BE49-F238E27FC236}">
                <a16:creationId xmlns:a16="http://schemas.microsoft.com/office/drawing/2014/main" id="{2CE26FE6-791C-4508-8C3F-C8646DA4BAF5}"/>
              </a:ext>
            </a:extLst>
          </p:cNvPr>
          <p:cNvSpPr>
            <a:spLocks noGrp="1"/>
          </p:cNvSpPr>
          <p:nvPr>
            <p:ph type="title"/>
          </p:nvPr>
        </p:nvSpPr>
        <p:spPr>
          <a:xfrm>
            <a:off x="349524" y="295011"/>
            <a:ext cx="10315877" cy="705075"/>
          </a:xfrm>
        </p:spPr>
        <p:txBody>
          <a:bodyPr>
            <a:normAutofit fontScale="90000"/>
          </a:bodyPr>
          <a:lstStyle/>
          <a:p>
            <a:r>
              <a:rPr lang="fr-FR" sz="3200">
                <a:latin typeface="Arial Black" panose="020B0A04020102020204" pitchFamily="34" charset="0"/>
              </a:rPr>
              <a:t>ENTERPRISE MARKETING &amp; SALES TRANSFORMATION FOR A LEADING APAC TELCO</a:t>
            </a:r>
          </a:p>
        </p:txBody>
      </p:sp>
      <p:grpSp>
        <p:nvGrpSpPr>
          <p:cNvPr id="11" name="Group 10">
            <a:extLst>
              <a:ext uri="{FF2B5EF4-FFF2-40B4-BE49-F238E27FC236}">
                <a16:creationId xmlns:a16="http://schemas.microsoft.com/office/drawing/2014/main" id="{E45C74A6-75E1-40CC-9131-9A8507A57A31}"/>
              </a:ext>
            </a:extLst>
          </p:cNvPr>
          <p:cNvGrpSpPr/>
          <p:nvPr/>
        </p:nvGrpSpPr>
        <p:grpSpPr>
          <a:xfrm>
            <a:off x="0" y="2349408"/>
            <a:ext cx="12192000" cy="4213581"/>
            <a:chOff x="0" y="1987458"/>
            <a:chExt cx="12192000" cy="4213581"/>
          </a:xfrm>
        </p:grpSpPr>
        <p:sp>
          <p:nvSpPr>
            <p:cNvPr id="12" name="Oval 11">
              <a:extLst>
                <a:ext uri="{FF2B5EF4-FFF2-40B4-BE49-F238E27FC236}">
                  <a16:creationId xmlns:a16="http://schemas.microsoft.com/office/drawing/2014/main" id="{BAA45680-F250-434D-8AAB-84CB59F11082}"/>
                </a:ext>
              </a:extLst>
            </p:cNvPr>
            <p:cNvSpPr/>
            <p:nvPr/>
          </p:nvSpPr>
          <p:spPr>
            <a:xfrm>
              <a:off x="1436132"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3" name="Oval 12">
              <a:extLst>
                <a:ext uri="{FF2B5EF4-FFF2-40B4-BE49-F238E27FC236}">
                  <a16:creationId xmlns:a16="http://schemas.microsoft.com/office/drawing/2014/main" id="{E8713751-9F96-4380-80C3-1747BEBFD7B0}"/>
                </a:ext>
              </a:extLst>
            </p:cNvPr>
            <p:cNvSpPr/>
            <p:nvPr/>
          </p:nvSpPr>
          <p:spPr>
            <a:xfrm>
              <a:off x="4611455"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4" name="Oval 13">
              <a:extLst>
                <a:ext uri="{FF2B5EF4-FFF2-40B4-BE49-F238E27FC236}">
                  <a16:creationId xmlns:a16="http://schemas.microsoft.com/office/drawing/2014/main" id="{8B79FE19-0D73-4996-80DB-398FA7AD4EFC}"/>
                </a:ext>
              </a:extLst>
            </p:cNvPr>
            <p:cNvSpPr/>
            <p:nvPr/>
          </p:nvSpPr>
          <p:spPr>
            <a:xfrm>
              <a:off x="7478647"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5" name="Oval 14">
              <a:extLst>
                <a:ext uri="{FF2B5EF4-FFF2-40B4-BE49-F238E27FC236}">
                  <a16:creationId xmlns:a16="http://schemas.microsoft.com/office/drawing/2014/main" id="{4A72AB45-B675-40A7-A0EA-2B2B66E4FB9D}"/>
                </a:ext>
              </a:extLst>
            </p:cNvPr>
            <p:cNvSpPr/>
            <p:nvPr/>
          </p:nvSpPr>
          <p:spPr>
            <a:xfrm>
              <a:off x="10107634"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16" name="Oval 15">
              <a:extLst>
                <a:ext uri="{FF2B5EF4-FFF2-40B4-BE49-F238E27FC236}">
                  <a16:creationId xmlns:a16="http://schemas.microsoft.com/office/drawing/2014/main" id="{78A10667-A8E5-422C-A034-366670D3B7D8}"/>
                </a:ext>
              </a:extLst>
            </p:cNvPr>
            <p:cNvSpPr/>
            <p:nvPr/>
          </p:nvSpPr>
          <p:spPr>
            <a:xfrm>
              <a:off x="1338580"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7" name="Oval 16">
              <a:extLst>
                <a:ext uri="{FF2B5EF4-FFF2-40B4-BE49-F238E27FC236}">
                  <a16:creationId xmlns:a16="http://schemas.microsoft.com/office/drawing/2014/main" id="{A08B309E-FE1C-452D-A107-115230D8E6D3}"/>
                </a:ext>
              </a:extLst>
            </p:cNvPr>
            <p:cNvSpPr/>
            <p:nvPr/>
          </p:nvSpPr>
          <p:spPr>
            <a:xfrm>
              <a:off x="4513903"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8" name="Oval 17">
              <a:extLst>
                <a:ext uri="{FF2B5EF4-FFF2-40B4-BE49-F238E27FC236}">
                  <a16:creationId xmlns:a16="http://schemas.microsoft.com/office/drawing/2014/main" id="{911C7BF6-4236-458B-982E-3190ABB14551}"/>
                </a:ext>
              </a:extLst>
            </p:cNvPr>
            <p:cNvSpPr/>
            <p:nvPr/>
          </p:nvSpPr>
          <p:spPr>
            <a:xfrm>
              <a:off x="7381095"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9" name="Oval 18">
              <a:extLst>
                <a:ext uri="{FF2B5EF4-FFF2-40B4-BE49-F238E27FC236}">
                  <a16:creationId xmlns:a16="http://schemas.microsoft.com/office/drawing/2014/main" id="{D1CE6DB2-28D0-4715-913B-0E212D80642B}"/>
                </a:ext>
              </a:extLst>
            </p:cNvPr>
            <p:cNvSpPr/>
            <p:nvPr/>
          </p:nvSpPr>
          <p:spPr>
            <a:xfrm>
              <a:off x="10010082"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20" name="Rectangle 19">
              <a:extLst>
                <a:ext uri="{FF2B5EF4-FFF2-40B4-BE49-F238E27FC236}">
                  <a16:creationId xmlns:a16="http://schemas.microsoft.com/office/drawing/2014/main" id="{3FD7C9B0-4BA0-4120-BC33-3AFFFA86C3EB}"/>
                </a:ext>
              </a:extLst>
            </p:cNvPr>
            <p:cNvSpPr/>
            <p:nvPr/>
          </p:nvSpPr>
          <p:spPr>
            <a:xfrm>
              <a:off x="0" y="2692997"/>
              <a:ext cx="12192000" cy="5521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Ubuntu Light" panose="020B0304030602030204" pitchFamily="34" charset="0"/>
              </a:endParaRPr>
            </a:p>
          </p:txBody>
        </p:sp>
        <p:sp>
          <p:nvSpPr>
            <p:cNvPr id="21" name="Rectangle 20">
              <a:extLst>
                <a:ext uri="{FF2B5EF4-FFF2-40B4-BE49-F238E27FC236}">
                  <a16:creationId xmlns:a16="http://schemas.microsoft.com/office/drawing/2014/main" id="{26F246BD-36D7-4245-91ED-ECB59A31E20B}"/>
                </a:ext>
              </a:extLst>
            </p:cNvPr>
            <p:cNvSpPr/>
            <p:nvPr/>
          </p:nvSpPr>
          <p:spPr>
            <a:xfrm>
              <a:off x="419100" y="2716002"/>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Problem</a:t>
              </a:r>
            </a:p>
          </p:txBody>
        </p:sp>
        <p:sp>
          <p:nvSpPr>
            <p:cNvPr id="22" name="Rectangle 21">
              <a:extLst>
                <a:ext uri="{FF2B5EF4-FFF2-40B4-BE49-F238E27FC236}">
                  <a16:creationId xmlns:a16="http://schemas.microsoft.com/office/drawing/2014/main" id="{78D1D904-10DE-46CF-87B9-D2B84160BBCB}"/>
                </a:ext>
              </a:extLst>
            </p:cNvPr>
            <p:cNvSpPr/>
            <p:nvPr/>
          </p:nvSpPr>
          <p:spPr>
            <a:xfrm>
              <a:off x="4201214" y="2716002"/>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Why we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were chosen </a:t>
              </a: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23" name="Rectangle 22">
              <a:extLst>
                <a:ext uri="{FF2B5EF4-FFF2-40B4-BE49-F238E27FC236}">
                  <a16:creationId xmlns:a16="http://schemas.microsoft.com/office/drawing/2014/main" id="{5D621060-A3D2-4414-BD8D-B749D9900289}"/>
                </a:ext>
              </a:extLst>
            </p:cNvPr>
            <p:cNvSpPr/>
            <p:nvPr/>
          </p:nvSpPr>
          <p:spPr>
            <a:xfrm>
              <a:off x="6879264"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rPr>
                <a:t>Solution</a:t>
              </a:r>
            </a:p>
          </p:txBody>
        </p:sp>
        <p:sp>
          <p:nvSpPr>
            <p:cNvPr id="24" name="Rectangle 23">
              <a:extLst>
                <a:ext uri="{FF2B5EF4-FFF2-40B4-BE49-F238E27FC236}">
                  <a16:creationId xmlns:a16="http://schemas.microsoft.com/office/drawing/2014/main" id="{A8D31193-45B3-45F7-879C-575A26438E26}"/>
                </a:ext>
              </a:extLst>
            </p:cNvPr>
            <p:cNvSpPr/>
            <p:nvPr/>
          </p:nvSpPr>
          <p:spPr>
            <a:xfrm>
              <a:off x="9508251"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Benefits</a:t>
              </a:r>
              <a:br>
                <a:rPr lang="en-US" sz="1400" b="1">
                  <a:solidFill>
                    <a:schemeClr val="bg1"/>
                  </a:solidFill>
                  <a:latin typeface="Ubuntu Light" panose="020B0304030602030204" pitchFamily="34" charset="0"/>
                  <a:ea typeface="Verdana" panose="020B0604030504040204" pitchFamily="34" charset="0"/>
                </a:rPr>
              </a:br>
              <a:endParaRPr lang="en-US" sz="1400" b="1">
                <a:solidFill>
                  <a:schemeClr val="bg1"/>
                </a:solidFill>
                <a:latin typeface="Ubuntu Light" panose="020B0304030602030204" pitchFamily="34" charset="0"/>
                <a:ea typeface="Verdana" panose="020B0604030504040204" pitchFamily="34" charset="0"/>
              </a:endParaRPr>
            </a:p>
          </p:txBody>
        </p:sp>
        <p:sp>
          <p:nvSpPr>
            <p:cNvPr id="25" name="Rectangle 24">
              <a:extLst>
                <a:ext uri="{FF2B5EF4-FFF2-40B4-BE49-F238E27FC236}">
                  <a16:creationId xmlns:a16="http://schemas.microsoft.com/office/drawing/2014/main" id="{F5AE14AB-6D37-49AF-9088-7C0948A1E2BB}"/>
                </a:ext>
              </a:extLst>
            </p:cNvPr>
            <p:cNvSpPr/>
            <p:nvPr/>
          </p:nvSpPr>
          <p:spPr>
            <a:xfrm>
              <a:off x="0" y="3239837"/>
              <a:ext cx="12192000" cy="5521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Ubuntu Light" panose="020B0304030602030204" pitchFamily="34" charset="0"/>
              </a:endParaRPr>
            </a:p>
          </p:txBody>
        </p:sp>
        <p:cxnSp>
          <p:nvCxnSpPr>
            <p:cNvPr id="26" name="Straight Connector 25">
              <a:extLst>
                <a:ext uri="{FF2B5EF4-FFF2-40B4-BE49-F238E27FC236}">
                  <a16:creationId xmlns:a16="http://schemas.microsoft.com/office/drawing/2014/main" id="{C925D18E-BDBE-4DF3-BA82-7568CF09FD06}"/>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EA4EA99-559B-4E1B-80D4-ADC8CBA1A467}"/>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2B90EB6-C0A0-428D-BB35-537157FE8C59}"/>
                </a:ext>
              </a:extLst>
            </p:cNvPr>
            <p:cNvCxnSpPr/>
            <p:nvPr/>
          </p:nvCxnSpPr>
          <p:spPr>
            <a:xfrm>
              <a:off x="952337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EB7A0FC-019B-4AD8-B37E-1C3693C0305E}"/>
                </a:ext>
              </a:extLst>
            </p:cNvPr>
            <p:cNvCxnSpPr>
              <a:cxnSpLocks/>
            </p:cNvCxnSpPr>
            <p:nvPr/>
          </p:nvCxnSpPr>
          <p:spPr>
            <a:xfrm>
              <a:off x="6682631"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B3283D-1508-4316-9362-4642193061F7}"/>
                </a:ext>
              </a:extLst>
            </p:cNvPr>
            <p:cNvCxnSpPr>
              <a:cxnSpLocks/>
            </p:cNvCxnSpPr>
            <p:nvPr/>
          </p:nvCxnSpPr>
          <p:spPr>
            <a:xfrm>
              <a:off x="9523375"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C3F821CD-3930-471A-9A89-5A0E08A20CB3}"/>
                </a:ext>
              </a:extLst>
            </p:cNvPr>
            <p:cNvSpPr/>
            <p:nvPr/>
          </p:nvSpPr>
          <p:spPr>
            <a:xfrm>
              <a:off x="228600" y="3554466"/>
              <a:ext cx="330200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Light" panose="020B0304030602030204" pitchFamily="34" charset="0"/>
                </a:rPr>
                <a:t>Losing market share</a:t>
              </a:r>
              <a:r>
                <a:rPr kumimoji="0" lang="en-US" sz="1100" b="0" i="0" u="none" strike="noStrike" kern="1200" cap="none" spc="0" normalizeH="0" baseline="0" noProof="0">
                  <a:ln>
                    <a:noFill/>
                  </a:ln>
                  <a:solidFill>
                    <a:prstClr val="black"/>
                  </a:solidFill>
                  <a:effectLst/>
                  <a:uLnTx/>
                  <a:uFillTx/>
                  <a:latin typeface="Ubuntu Light" panose="020B0304030602030204" pitchFamily="34" charset="0"/>
                </a:rPr>
                <a:t> in B2B space to its nearest competitor</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Light" panose="020B0304030602030204" pitchFamily="34" charset="0"/>
                </a:rPr>
                <a:t>Lack of automation</a:t>
              </a:r>
              <a:r>
                <a:rPr kumimoji="0" lang="en-US" sz="1100" b="0" i="0" u="none" strike="noStrike" kern="1200" cap="none" spc="0" normalizeH="0" baseline="0" noProof="0">
                  <a:ln>
                    <a:noFill/>
                  </a:ln>
                  <a:solidFill>
                    <a:prstClr val="black"/>
                  </a:solidFill>
                  <a:effectLst/>
                  <a:uLnTx/>
                  <a:uFillTx/>
                  <a:latin typeface="Ubuntu Light" panose="020B0304030602030204" pitchFamily="34" charset="0"/>
                </a:rPr>
                <a:t> and digitization which resulted in long turn around times for key processes</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Light" panose="020B0304030602030204" pitchFamily="34" charset="0"/>
                </a:rPr>
                <a:t>Slow time to market</a:t>
              </a:r>
              <a:r>
                <a:rPr kumimoji="0" lang="en-US" sz="1100" b="0" i="0" u="none" strike="noStrike" kern="1200" cap="none" spc="0" normalizeH="0" baseline="0" noProof="0">
                  <a:ln>
                    <a:noFill/>
                  </a:ln>
                  <a:solidFill>
                    <a:prstClr val="black"/>
                  </a:solidFill>
                  <a:effectLst/>
                  <a:uLnTx/>
                  <a:uFillTx/>
                  <a:latin typeface="Ubuntu Light" panose="020B0304030602030204" pitchFamily="34" charset="0"/>
                </a:rPr>
                <a:t> for new products that inhibits the pace of innovation</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lang="en-US" sz="1100" b="1">
                  <a:solidFill>
                    <a:prstClr val="black"/>
                  </a:solidFill>
                  <a:latin typeface="Ubuntu Light" panose="020B0304030602030204" pitchFamily="34" charset="0"/>
                </a:rPr>
                <a:t>High back-office cost</a:t>
              </a:r>
              <a:r>
                <a:rPr lang="en-US" sz="1100">
                  <a:solidFill>
                    <a:prstClr val="black"/>
                  </a:solidFill>
                  <a:latin typeface="Ubuntu Light" panose="020B0304030602030204" pitchFamily="34" charset="0"/>
                </a:rPr>
                <a:t> as a result of high order fallout rate</a:t>
              </a:r>
            </a:p>
          </p:txBody>
        </p:sp>
        <p:sp>
          <p:nvSpPr>
            <p:cNvPr id="32" name="Rectangle 31">
              <a:extLst>
                <a:ext uri="{FF2B5EF4-FFF2-40B4-BE49-F238E27FC236}">
                  <a16:creationId xmlns:a16="http://schemas.microsoft.com/office/drawing/2014/main" id="{3F4656AD-BA76-471A-BAA5-6E8A50633180}"/>
                </a:ext>
              </a:extLst>
            </p:cNvPr>
            <p:cNvSpPr/>
            <p:nvPr/>
          </p:nvSpPr>
          <p:spPr>
            <a:xfrm>
              <a:off x="3857168" y="3524387"/>
              <a:ext cx="2776507"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rPr>
                <a:t>Digital Telco Solution</a:t>
              </a:r>
              <a:r>
                <a:rPr lang="en-IN" sz="1100">
                  <a:solidFill>
                    <a:schemeClr val="tx1"/>
                  </a:solidFill>
                  <a:latin typeface="Ubuntu Light" panose="020B0304030602030204" pitchFamily="34" charset="0"/>
                </a:rPr>
                <a:t> for Global Telcos</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rPr>
                <a:t>Deep client engagement with CXO </a:t>
              </a:r>
              <a:r>
                <a:rPr lang="en-IN" sz="1100">
                  <a:solidFill>
                    <a:schemeClr val="tx1"/>
                  </a:solidFill>
                  <a:latin typeface="Ubuntu Light" panose="020B0304030602030204" pitchFamily="34" charset="0"/>
                </a:rPr>
                <a:t>community including business heads</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rPr>
                <a:t>Strong regional and </a:t>
              </a:r>
              <a:r>
                <a:rPr lang="en-IN" sz="1100" b="1">
                  <a:solidFill>
                    <a:schemeClr val="tx1"/>
                  </a:solidFill>
                  <a:latin typeface="Ubuntu Light" panose="020B0304030602030204" pitchFamily="34" charset="0"/>
                </a:rPr>
                <a:t>global partnership with salesforce and Vlocity</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rPr>
                <a:t>Experienced regional team on Salesforce and Vlocity product skills</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rPr>
                <a:t>Strong reference</a:t>
              </a:r>
              <a:r>
                <a:rPr lang="en-IN" sz="1100">
                  <a:solidFill>
                    <a:schemeClr val="tx1"/>
                  </a:solidFill>
                  <a:latin typeface="Ubuntu Light" panose="020B0304030602030204" pitchFamily="34" charset="0"/>
                </a:rPr>
                <a:t> from other successful B2B Telco implementations</a:t>
              </a:r>
            </a:p>
            <a:p>
              <a:pPr lvl="0">
                <a:buClr>
                  <a:srgbClr val="0070AD"/>
                </a:buClr>
                <a:buSzPct val="120000"/>
                <a:defRPr/>
              </a:pPr>
              <a:endParaRPr lang="en-IN" sz="1100">
                <a:solidFill>
                  <a:schemeClr val="tx1">
                    <a:lumMod val="85000"/>
                    <a:lumOff val="15000"/>
                  </a:schemeClr>
                </a:solidFill>
                <a:latin typeface="Ubuntu Light" panose="020B0304030602030204" pitchFamily="34" charset="0"/>
                <a:ea typeface="Verdana" panose="020B0604030504040204" pitchFamily="34" charset="0"/>
                <a:sym typeface="BentonSans"/>
              </a:endParaRPr>
            </a:p>
            <a:p>
              <a:pPr marL="137160" lvl="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Light" panose="020B0304030602030204" pitchFamily="34" charset="0"/>
                <a:ea typeface="Verdana" panose="020B0604030504040204" pitchFamily="34" charset="0"/>
                <a:sym typeface="BentonSans"/>
              </a:endParaRPr>
            </a:p>
          </p:txBody>
        </p:sp>
        <p:sp>
          <p:nvSpPr>
            <p:cNvPr id="33" name="Rectangle 32">
              <a:extLst>
                <a:ext uri="{FF2B5EF4-FFF2-40B4-BE49-F238E27FC236}">
                  <a16:creationId xmlns:a16="http://schemas.microsoft.com/office/drawing/2014/main" id="{A35BB1C6-59B4-475A-A23C-AD681DA51B89}"/>
                </a:ext>
              </a:extLst>
            </p:cNvPr>
            <p:cNvSpPr/>
            <p:nvPr/>
          </p:nvSpPr>
          <p:spPr>
            <a:xfrm>
              <a:off x="6793966" y="3469846"/>
              <a:ext cx="2618075" cy="2731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mn-lt"/>
                  <a:cs typeface="+mn-lt"/>
                </a:rPr>
                <a:t>To implement the ESOA (</a:t>
              </a:r>
              <a:r>
                <a:rPr lang="en-IN" sz="1100" b="1">
                  <a:solidFill>
                    <a:schemeClr val="tx1"/>
                  </a:solidFill>
                  <a:latin typeface="Ubuntu Light" panose="020B0304030602030204" pitchFamily="34" charset="0"/>
                  <a:ea typeface="+mn-lt"/>
                  <a:cs typeface="+mn-lt"/>
                </a:rPr>
                <a:t>Eliminate, Standardize, Optimize and Automate</a:t>
              </a:r>
              <a:r>
                <a:rPr lang="en-IN" sz="1100">
                  <a:solidFill>
                    <a:schemeClr val="tx1"/>
                  </a:solidFill>
                  <a:latin typeface="Ubuntu Light" panose="020B0304030602030204" pitchFamily="34" charset="0"/>
                  <a:ea typeface="+mn-lt"/>
                  <a:cs typeface="+mn-lt"/>
                </a:rPr>
                <a:t>) framework thereby harmonizing the L2C process across all types of enterprise customers</a:t>
              </a:r>
            </a:p>
            <a:p>
              <a:pPr marL="171450" indent="-171450">
                <a:spcAft>
                  <a:spcPts val="900"/>
                </a:spcAft>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mn-lt"/>
                  <a:cs typeface="+mn-lt"/>
                </a:rPr>
                <a:t>Phase -1 for Leads to Cash Transformation of B2B Business</a:t>
              </a:r>
            </a:p>
            <a:p>
              <a:pPr marL="171450" indent="-171450">
                <a:spcAft>
                  <a:spcPts val="900"/>
                </a:spcAft>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ea typeface="+mn-lt"/>
                  <a:cs typeface="+mn-lt"/>
                </a:rPr>
                <a:t>Product Modelling </a:t>
              </a:r>
              <a:r>
                <a:rPr lang="en-IN" sz="1100">
                  <a:solidFill>
                    <a:schemeClr val="tx1"/>
                  </a:solidFill>
                  <a:latin typeface="Ubuntu Light" panose="020B0304030602030204" pitchFamily="34" charset="0"/>
                  <a:ea typeface="+mn-lt"/>
                  <a:cs typeface="+mn-lt"/>
                </a:rPr>
                <a:t>of 8 product families on the new platform</a:t>
              </a:r>
            </a:p>
            <a:p>
              <a:pPr marL="171450" indent="-171450">
                <a:spcAft>
                  <a:spcPts val="900"/>
                </a:spcAft>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mn-lt"/>
                  <a:cs typeface="+mn-lt"/>
                </a:rPr>
                <a:t>Integration with legacy billing and fulfilment systems</a:t>
              </a:r>
            </a:p>
            <a:p>
              <a:pPr marL="171450" indent="-171450">
                <a:spcAft>
                  <a:spcPts val="900"/>
                </a:spcAft>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ea typeface="+mn-lt"/>
                  <a:cs typeface="+mn-lt"/>
                </a:rPr>
                <a:t>Business benefits baselining </a:t>
              </a:r>
              <a:r>
                <a:rPr lang="en-IN" sz="1100">
                  <a:solidFill>
                    <a:schemeClr val="tx1"/>
                  </a:solidFill>
                  <a:latin typeface="Ubuntu Light" panose="020B0304030602030204" pitchFamily="34" charset="0"/>
                  <a:ea typeface="+mn-lt"/>
                  <a:cs typeface="+mn-lt"/>
                </a:rPr>
                <a:t>and tracking through multiple phases of transformation</a:t>
              </a:r>
            </a:p>
          </p:txBody>
        </p:sp>
        <p:sp>
          <p:nvSpPr>
            <p:cNvPr id="34" name="Rectangle 33">
              <a:extLst>
                <a:ext uri="{FF2B5EF4-FFF2-40B4-BE49-F238E27FC236}">
                  <a16:creationId xmlns:a16="http://schemas.microsoft.com/office/drawing/2014/main" id="{6E7BE34D-7427-4F08-8068-2B3EF55E0081}"/>
                </a:ext>
              </a:extLst>
            </p:cNvPr>
            <p:cNvSpPr/>
            <p:nvPr/>
          </p:nvSpPr>
          <p:spPr>
            <a:xfrm>
              <a:off x="9614242" y="3524386"/>
              <a:ext cx="2244371" cy="2591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ea typeface="Verdana"/>
                </a:rPr>
                <a:t>Opportunity Conversion rate </a:t>
              </a:r>
              <a:r>
                <a:rPr lang="en-IN" sz="1100">
                  <a:solidFill>
                    <a:schemeClr val="tx1"/>
                  </a:solidFill>
                  <a:latin typeface="Ubuntu Light" panose="020B0304030602030204" pitchFamily="34" charset="0"/>
                  <a:ea typeface="Verdana"/>
                </a:rPr>
                <a:t>(win rate) to improve by 50%</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Verdana"/>
                </a:rPr>
                <a:t>Average Time for Order activation to reduce by 50%, </a:t>
              </a:r>
              <a:r>
                <a:rPr lang="en-IN" sz="1100" b="1">
                  <a:solidFill>
                    <a:schemeClr val="tx1"/>
                  </a:solidFill>
                  <a:latin typeface="Ubuntu Light" panose="020B0304030602030204" pitchFamily="34" charset="0"/>
                  <a:ea typeface="Verdana"/>
                </a:rPr>
                <a:t>Order Fallout Rate</a:t>
              </a:r>
              <a:r>
                <a:rPr lang="en-IN" sz="1100">
                  <a:solidFill>
                    <a:schemeClr val="tx1"/>
                  </a:solidFill>
                  <a:latin typeface="Ubuntu Light" panose="020B0304030602030204" pitchFamily="34" charset="0"/>
                  <a:ea typeface="Verdana"/>
                </a:rPr>
                <a:t> to drop by 25%</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Verdana"/>
                </a:rPr>
                <a:t>Average time for </a:t>
              </a:r>
              <a:r>
                <a:rPr lang="en-IN" sz="1100" b="1">
                  <a:solidFill>
                    <a:schemeClr val="tx1"/>
                  </a:solidFill>
                  <a:latin typeface="Ubuntu Light" panose="020B0304030602030204" pitchFamily="34" charset="0"/>
                  <a:ea typeface="Verdana"/>
                </a:rPr>
                <a:t>Quote to Order </a:t>
              </a:r>
              <a:r>
                <a:rPr lang="en-IN" sz="1100">
                  <a:solidFill>
                    <a:schemeClr val="tx1"/>
                  </a:solidFill>
                  <a:latin typeface="Ubuntu Light" panose="020B0304030602030204" pitchFamily="34" charset="0"/>
                  <a:ea typeface="Verdana"/>
                </a:rPr>
                <a:t>to reduce by 25%</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nl-BE" sz="1100" b="1">
                  <a:solidFill>
                    <a:schemeClr val="tx1"/>
                  </a:solidFill>
                  <a:latin typeface="Ubuntu Light" panose="020B0304030602030204" pitchFamily="34" charset="0"/>
                  <a:ea typeface="Verdana"/>
                </a:rPr>
                <a:t>Acceleration of product development</a:t>
              </a:r>
              <a:r>
                <a:rPr lang="nl-BE" sz="1100">
                  <a:solidFill>
                    <a:schemeClr val="tx1"/>
                  </a:solidFill>
                  <a:latin typeface="Ubuntu Light" panose="020B0304030602030204" pitchFamily="34" charset="0"/>
                  <a:ea typeface="Verdana"/>
                </a:rPr>
                <a:t> and Decrease in acquisition costs</a:t>
              </a:r>
              <a:endParaRPr lang="en-IN" sz="1100">
                <a:solidFill>
                  <a:schemeClr val="tx1"/>
                </a:solidFill>
                <a:latin typeface="Ubuntu Light" panose="020B0304030602030204" pitchFamily="34" charset="0"/>
                <a:ea typeface="Verdana"/>
              </a:endParaRPr>
            </a:p>
            <a:p>
              <a:pPr marL="171450" indent="-171450">
                <a:spcBef>
                  <a:spcPts val="200"/>
                </a:spcBef>
                <a:spcAft>
                  <a:spcPts val="200"/>
                </a:spcAft>
                <a:buClr>
                  <a:srgbClr val="0070AD"/>
                </a:buClr>
                <a:buSzPct val="120000"/>
                <a:buFont typeface="Wingdings" panose="05000000000000000000" pitchFamily="2" charset="2"/>
                <a:buChar char="§"/>
                <a:defRPr/>
              </a:pPr>
              <a:endParaRPr lang="en-US" sz="1100">
                <a:solidFill>
                  <a:schemeClr val="tx1"/>
                </a:solidFill>
                <a:latin typeface="Ubuntu Light" panose="020B0304030602030204" pitchFamily="34" charset="0"/>
                <a:ea typeface="Verdana"/>
              </a:endParaRPr>
            </a:p>
            <a:p>
              <a:pPr marL="137160" indent="-137160">
                <a:spcBef>
                  <a:spcPts val="200"/>
                </a:spcBef>
                <a:spcAft>
                  <a:spcPts val="200"/>
                </a:spcAft>
                <a:buClr>
                  <a:srgbClr val="0070AD"/>
                </a:buClr>
                <a:buSzPct val="120000"/>
                <a:buFont typeface="Wingdings" panose="05000000000000000000" pitchFamily="2" charset="2"/>
                <a:buChar char="§"/>
                <a:defRPr/>
              </a:pPr>
              <a:endParaRPr lang="en-IN" sz="1100">
                <a:solidFill>
                  <a:srgbClr val="262626"/>
                </a:solidFill>
                <a:latin typeface="Ubuntu Light" panose="020B0304030602030204" pitchFamily="34" charset="0"/>
                <a:ea typeface="Verdana" panose="020B0604030504040204" pitchFamily="34" charset="0"/>
              </a:endParaRPr>
            </a:p>
          </p:txBody>
        </p:sp>
        <p:cxnSp>
          <p:nvCxnSpPr>
            <p:cNvPr id="35" name="Straight Connector 34">
              <a:extLst>
                <a:ext uri="{FF2B5EF4-FFF2-40B4-BE49-F238E27FC236}">
                  <a16:creationId xmlns:a16="http://schemas.microsoft.com/office/drawing/2014/main" id="{76CB69AB-CF1E-445B-9546-555A573F0FC9}"/>
                </a:ext>
              </a:extLst>
            </p:cNvPr>
            <p:cNvCxnSpPr>
              <a:cxnSpLocks/>
            </p:cNvCxnSpPr>
            <p:nvPr/>
          </p:nvCxnSpPr>
          <p:spPr>
            <a:xfrm>
              <a:off x="3721100" y="3285849"/>
              <a:ext cx="0" cy="249582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36" name="Picture 35" descr="Shape&#10;&#10;Description automatically generated with low confidence">
            <a:extLst>
              <a:ext uri="{FF2B5EF4-FFF2-40B4-BE49-F238E27FC236}">
                <a16:creationId xmlns:a16="http://schemas.microsoft.com/office/drawing/2014/main" id="{41698D36-FBFE-48B9-BEAD-9ACDC63F4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046" y="2554555"/>
            <a:ext cx="570108" cy="507747"/>
          </a:xfrm>
          <a:prstGeom prst="rect">
            <a:avLst/>
          </a:prstGeom>
        </p:spPr>
      </p:pic>
      <p:pic>
        <p:nvPicPr>
          <p:cNvPr id="37" name="Picture 36" descr="Shape&#10;&#10;Description automatically generated with low confidence">
            <a:extLst>
              <a:ext uri="{FF2B5EF4-FFF2-40B4-BE49-F238E27FC236}">
                <a16:creationId xmlns:a16="http://schemas.microsoft.com/office/drawing/2014/main" id="{01480208-FA9E-4265-8988-B52FC39B57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382" y="2552051"/>
            <a:ext cx="524081" cy="524081"/>
          </a:xfrm>
          <a:prstGeom prst="rect">
            <a:avLst/>
          </a:prstGeom>
        </p:spPr>
      </p:pic>
      <p:pic>
        <p:nvPicPr>
          <p:cNvPr id="38" name="Picture 37" descr="Shape&#10;&#10;Description automatically generated with low confidence">
            <a:extLst>
              <a:ext uri="{FF2B5EF4-FFF2-40B4-BE49-F238E27FC236}">
                <a16:creationId xmlns:a16="http://schemas.microsoft.com/office/drawing/2014/main" id="{19D4035E-3DAA-4FF1-92D7-357783897B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flipV="1">
            <a:off x="7879100" y="2627822"/>
            <a:ext cx="467030" cy="467030"/>
          </a:xfrm>
          <a:prstGeom prst="rect">
            <a:avLst/>
          </a:prstGeom>
        </p:spPr>
      </p:pic>
      <p:pic>
        <p:nvPicPr>
          <p:cNvPr id="39" name="Picture 38" descr="Shape&#10;&#10;Description automatically generated with low confidence">
            <a:extLst>
              <a:ext uri="{FF2B5EF4-FFF2-40B4-BE49-F238E27FC236}">
                <a16:creationId xmlns:a16="http://schemas.microsoft.com/office/drawing/2014/main" id="{47910A35-2053-45BE-BC53-FF2E21245F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608" y="2541014"/>
            <a:ext cx="504520" cy="504520"/>
          </a:xfrm>
          <a:prstGeom prst="rect">
            <a:avLst/>
          </a:prstGeom>
        </p:spPr>
      </p:pic>
    </p:spTree>
    <p:extLst>
      <p:ext uri="{BB962C8B-B14F-4D97-AF65-F5344CB8AC3E}">
        <p14:creationId xmlns:p14="http://schemas.microsoft.com/office/powerpoint/2010/main" val="1659601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EC5A5436-106E-48E7-A022-A8B3BBE63CCE}"/>
              </a:ext>
            </a:extLst>
          </p:cNvPr>
          <p:cNvSpPr>
            <a:spLocks noGrp="1"/>
          </p:cNvSpPr>
          <p:nvPr>
            <p:ph type="body" sz="quarter" idx="10"/>
          </p:nvPr>
        </p:nvSpPr>
        <p:spPr>
          <a:xfrm>
            <a:off x="228599" y="1192828"/>
            <a:ext cx="11580203" cy="749300"/>
          </a:xfrm>
        </p:spPr>
        <p:txBody>
          <a:bodyPr>
            <a:noAutofit/>
          </a:bodyPr>
          <a:lstStyle/>
          <a:p>
            <a:pPr marL="0" indent="0">
              <a:buNone/>
            </a:pPr>
            <a:r>
              <a:rPr lang="en-IN" sz="1700" b="1">
                <a:solidFill>
                  <a:srgbClr val="2B143D"/>
                </a:solidFill>
                <a:latin typeface="Ubuntu" panose="020B0504030602030204" pitchFamily="34" charset="0"/>
              </a:rPr>
              <a:t>I</a:t>
            </a:r>
            <a:r>
              <a:rPr lang="en-IN" sz="1700" b="1" i="0" u="none" strike="noStrike">
                <a:solidFill>
                  <a:srgbClr val="2B143D"/>
                </a:solidFill>
                <a:effectLst/>
                <a:latin typeface="Ubuntu" panose="020B0504030602030204" pitchFamily="34" charset="0"/>
              </a:rPr>
              <a:t>ntroducing new products to the market, </a:t>
            </a:r>
            <a:r>
              <a:rPr lang="en-IN" sz="1700" b="1">
                <a:solidFill>
                  <a:srgbClr val="2B143D"/>
                </a:solidFill>
                <a:latin typeface="Ubuntu" panose="020B0504030602030204" pitchFamily="34" charset="0"/>
              </a:rPr>
              <a:t>e</a:t>
            </a:r>
            <a:r>
              <a:rPr lang="en-IN" sz="1700" b="1" i="0" u="none" strike="noStrike">
                <a:solidFill>
                  <a:srgbClr val="2B143D"/>
                </a:solidFill>
                <a:effectLst/>
                <a:latin typeface="Ubuntu" panose="020B0504030602030204" pitchFamily="34" charset="0"/>
              </a:rPr>
              <a:t>nhancing customer experience, lower cost of system maintenance &amp; increase in business performance.</a:t>
            </a:r>
            <a:endParaRPr lang="en-US" sz="1700"/>
          </a:p>
        </p:txBody>
      </p:sp>
      <p:sp>
        <p:nvSpPr>
          <p:cNvPr id="9" name="Titre 7">
            <a:extLst>
              <a:ext uri="{FF2B5EF4-FFF2-40B4-BE49-F238E27FC236}">
                <a16:creationId xmlns:a16="http://schemas.microsoft.com/office/drawing/2014/main" id="{1C5E9525-A681-4173-A80E-381BE5DD4519}"/>
              </a:ext>
            </a:extLst>
          </p:cNvPr>
          <p:cNvSpPr>
            <a:spLocks noGrp="1"/>
          </p:cNvSpPr>
          <p:nvPr>
            <p:ph type="title"/>
          </p:nvPr>
        </p:nvSpPr>
        <p:spPr>
          <a:xfrm>
            <a:off x="228599" y="360173"/>
            <a:ext cx="10315878" cy="705075"/>
          </a:xfrm>
        </p:spPr>
        <p:txBody>
          <a:bodyPr>
            <a:normAutofit fontScale="90000"/>
          </a:bodyPr>
          <a:lstStyle/>
          <a:p>
            <a:r>
              <a:rPr lang="fr-FR" sz="3200">
                <a:latin typeface="Arial Black" panose="020B0A04020102020204" pitchFamily="34" charset="0"/>
              </a:rPr>
              <a:t>TELECOM PRODUCT CONSULTING &amp; IMPLEMENTATION FOR A LEADING APAC TELCO</a:t>
            </a:r>
          </a:p>
        </p:txBody>
      </p:sp>
      <p:grpSp>
        <p:nvGrpSpPr>
          <p:cNvPr id="10" name="Group 9">
            <a:extLst>
              <a:ext uri="{FF2B5EF4-FFF2-40B4-BE49-F238E27FC236}">
                <a16:creationId xmlns:a16="http://schemas.microsoft.com/office/drawing/2014/main" id="{D63D4E43-EF16-4B79-BC43-76B6F19FE4CD}"/>
              </a:ext>
            </a:extLst>
          </p:cNvPr>
          <p:cNvGrpSpPr/>
          <p:nvPr/>
        </p:nvGrpSpPr>
        <p:grpSpPr>
          <a:xfrm>
            <a:off x="0" y="2349408"/>
            <a:ext cx="12192000" cy="4293988"/>
            <a:chOff x="0" y="1987458"/>
            <a:chExt cx="12192000" cy="4293988"/>
          </a:xfrm>
        </p:grpSpPr>
        <p:sp>
          <p:nvSpPr>
            <p:cNvPr id="11" name="Oval 10">
              <a:extLst>
                <a:ext uri="{FF2B5EF4-FFF2-40B4-BE49-F238E27FC236}">
                  <a16:creationId xmlns:a16="http://schemas.microsoft.com/office/drawing/2014/main" id="{34DC74CA-5333-4204-A0C6-F6FCC7992A66}"/>
                </a:ext>
              </a:extLst>
            </p:cNvPr>
            <p:cNvSpPr/>
            <p:nvPr/>
          </p:nvSpPr>
          <p:spPr>
            <a:xfrm>
              <a:off x="1436132"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2" name="Oval 11">
              <a:extLst>
                <a:ext uri="{FF2B5EF4-FFF2-40B4-BE49-F238E27FC236}">
                  <a16:creationId xmlns:a16="http://schemas.microsoft.com/office/drawing/2014/main" id="{F7EBEAD2-F614-4666-8D6E-C6ED9641641F}"/>
                </a:ext>
              </a:extLst>
            </p:cNvPr>
            <p:cNvSpPr/>
            <p:nvPr/>
          </p:nvSpPr>
          <p:spPr>
            <a:xfrm>
              <a:off x="4611455"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3" name="Oval 12">
              <a:extLst>
                <a:ext uri="{FF2B5EF4-FFF2-40B4-BE49-F238E27FC236}">
                  <a16:creationId xmlns:a16="http://schemas.microsoft.com/office/drawing/2014/main" id="{EF1E676E-362E-408F-A165-06622B938042}"/>
                </a:ext>
              </a:extLst>
            </p:cNvPr>
            <p:cNvSpPr/>
            <p:nvPr/>
          </p:nvSpPr>
          <p:spPr>
            <a:xfrm>
              <a:off x="7478647"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4" name="Oval 13">
              <a:extLst>
                <a:ext uri="{FF2B5EF4-FFF2-40B4-BE49-F238E27FC236}">
                  <a16:creationId xmlns:a16="http://schemas.microsoft.com/office/drawing/2014/main" id="{44313DEE-FD3F-4011-B6F7-74A892AEC2CE}"/>
                </a:ext>
              </a:extLst>
            </p:cNvPr>
            <p:cNvSpPr/>
            <p:nvPr/>
          </p:nvSpPr>
          <p:spPr>
            <a:xfrm>
              <a:off x="10107634"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p:txBody>
        </p:sp>
        <p:sp>
          <p:nvSpPr>
            <p:cNvPr id="15" name="Oval 14">
              <a:extLst>
                <a:ext uri="{FF2B5EF4-FFF2-40B4-BE49-F238E27FC236}">
                  <a16:creationId xmlns:a16="http://schemas.microsoft.com/office/drawing/2014/main" id="{8CEC4C6E-09A7-4963-AF1D-20E19EBB118F}"/>
                </a:ext>
              </a:extLst>
            </p:cNvPr>
            <p:cNvSpPr/>
            <p:nvPr/>
          </p:nvSpPr>
          <p:spPr>
            <a:xfrm>
              <a:off x="1338580"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6" name="Oval 15">
              <a:extLst>
                <a:ext uri="{FF2B5EF4-FFF2-40B4-BE49-F238E27FC236}">
                  <a16:creationId xmlns:a16="http://schemas.microsoft.com/office/drawing/2014/main" id="{34D77BD1-7358-43AE-8401-4735B7B73717}"/>
                </a:ext>
              </a:extLst>
            </p:cNvPr>
            <p:cNvSpPr/>
            <p:nvPr/>
          </p:nvSpPr>
          <p:spPr>
            <a:xfrm>
              <a:off x="4513903"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7" name="Oval 16">
              <a:extLst>
                <a:ext uri="{FF2B5EF4-FFF2-40B4-BE49-F238E27FC236}">
                  <a16:creationId xmlns:a16="http://schemas.microsoft.com/office/drawing/2014/main" id="{1572CA7C-FD24-459A-A925-B00560392DDC}"/>
                </a:ext>
              </a:extLst>
            </p:cNvPr>
            <p:cNvSpPr/>
            <p:nvPr/>
          </p:nvSpPr>
          <p:spPr>
            <a:xfrm>
              <a:off x="7381095"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8" name="Oval 17">
              <a:extLst>
                <a:ext uri="{FF2B5EF4-FFF2-40B4-BE49-F238E27FC236}">
                  <a16:creationId xmlns:a16="http://schemas.microsoft.com/office/drawing/2014/main" id="{5372F5F4-1840-4967-AB4F-455BD5CB83F9}"/>
                </a:ext>
              </a:extLst>
            </p:cNvPr>
            <p:cNvSpPr/>
            <p:nvPr/>
          </p:nvSpPr>
          <p:spPr>
            <a:xfrm>
              <a:off x="10010082"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p:txBody>
        </p:sp>
        <p:sp>
          <p:nvSpPr>
            <p:cNvPr id="19" name="Rectangle 18">
              <a:extLst>
                <a:ext uri="{FF2B5EF4-FFF2-40B4-BE49-F238E27FC236}">
                  <a16:creationId xmlns:a16="http://schemas.microsoft.com/office/drawing/2014/main" id="{23DD2CDF-476B-4825-A472-EFAEB4079DC7}"/>
                </a:ext>
              </a:extLst>
            </p:cNvPr>
            <p:cNvSpPr/>
            <p:nvPr/>
          </p:nvSpPr>
          <p:spPr>
            <a:xfrm>
              <a:off x="0" y="2692997"/>
              <a:ext cx="12192000" cy="5521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42AE3446-2304-4F4F-AE57-1F905975DF80}"/>
                </a:ext>
              </a:extLst>
            </p:cNvPr>
            <p:cNvSpPr/>
            <p:nvPr/>
          </p:nvSpPr>
          <p:spPr>
            <a:xfrm>
              <a:off x="419100" y="2716002"/>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a:solidFill>
                    <a:schemeClr val="bg1"/>
                  </a:solidFill>
                  <a:latin typeface="Ubuntu" panose="020B0504030602030204" pitchFamily="34" charset="0"/>
                  <a:ea typeface="Verdana" panose="020B0604030504040204" pitchFamily="34" charset="0"/>
                </a:rPr>
                <a:t>Business </a:t>
              </a:r>
            </a:p>
            <a:p>
              <a:pPr lvl="0" algn="ctr">
                <a:buClr>
                  <a:srgbClr val="0070AD"/>
                </a:buClr>
                <a:buSzPct val="120000"/>
                <a:defRPr/>
              </a:pPr>
              <a:r>
                <a:rPr lang="en-IN" sz="1400" b="1">
                  <a:solidFill>
                    <a:schemeClr val="bg1"/>
                  </a:solidFill>
                  <a:latin typeface="Ubuntu" panose="020B0504030602030204" pitchFamily="34" charset="0"/>
                  <a:ea typeface="Verdana" panose="020B0604030504040204" pitchFamily="34" charset="0"/>
                </a:rPr>
                <a:t>Problem</a:t>
              </a:r>
            </a:p>
          </p:txBody>
        </p:sp>
        <p:sp>
          <p:nvSpPr>
            <p:cNvPr id="21" name="Rectangle 20">
              <a:extLst>
                <a:ext uri="{FF2B5EF4-FFF2-40B4-BE49-F238E27FC236}">
                  <a16:creationId xmlns:a16="http://schemas.microsoft.com/office/drawing/2014/main" id="{398CEEC0-384B-4F5D-ACED-4D0FBDC8F8A0}"/>
                </a:ext>
              </a:extLst>
            </p:cNvPr>
            <p:cNvSpPr/>
            <p:nvPr/>
          </p:nvSpPr>
          <p:spPr>
            <a:xfrm>
              <a:off x="4201214" y="2716002"/>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Why we </a:t>
              </a: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were chosen </a:t>
              </a: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22" name="Rectangle 21">
              <a:extLst>
                <a:ext uri="{FF2B5EF4-FFF2-40B4-BE49-F238E27FC236}">
                  <a16:creationId xmlns:a16="http://schemas.microsoft.com/office/drawing/2014/main" id="{7FBE8AB1-223F-4A90-8BD4-4E38D6945DB7}"/>
                </a:ext>
              </a:extLst>
            </p:cNvPr>
            <p:cNvSpPr/>
            <p:nvPr/>
          </p:nvSpPr>
          <p:spPr>
            <a:xfrm>
              <a:off x="6879264"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rPr>
                <a:t>Solution</a:t>
              </a:r>
            </a:p>
          </p:txBody>
        </p:sp>
        <p:sp>
          <p:nvSpPr>
            <p:cNvPr id="23" name="Rectangle 22">
              <a:extLst>
                <a:ext uri="{FF2B5EF4-FFF2-40B4-BE49-F238E27FC236}">
                  <a16:creationId xmlns:a16="http://schemas.microsoft.com/office/drawing/2014/main" id="{44EC8577-B483-4E7F-8B52-C540169D9A68}"/>
                </a:ext>
              </a:extLst>
            </p:cNvPr>
            <p:cNvSpPr/>
            <p:nvPr/>
          </p:nvSpPr>
          <p:spPr>
            <a:xfrm>
              <a:off x="9508251"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Business </a:t>
              </a: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Benefits</a:t>
              </a:r>
              <a:br>
                <a:rPr lang="en-US" sz="1400" b="1">
                  <a:solidFill>
                    <a:schemeClr val="bg1"/>
                  </a:solidFill>
                  <a:latin typeface="Ubuntu" panose="020B0504030602030204" pitchFamily="34" charset="0"/>
                  <a:ea typeface="Verdana" panose="020B0604030504040204" pitchFamily="34" charset="0"/>
                </a:rPr>
              </a:br>
              <a:endParaRPr lang="en-US" sz="1400" b="1">
                <a:solidFill>
                  <a:schemeClr val="bg1"/>
                </a:solidFill>
                <a:latin typeface="Ubuntu" panose="020B0504030602030204" pitchFamily="34" charset="0"/>
                <a:ea typeface="Verdana" panose="020B0604030504040204" pitchFamily="34" charset="0"/>
              </a:endParaRPr>
            </a:p>
          </p:txBody>
        </p:sp>
        <p:sp>
          <p:nvSpPr>
            <p:cNvPr id="24" name="Rectangle 23">
              <a:extLst>
                <a:ext uri="{FF2B5EF4-FFF2-40B4-BE49-F238E27FC236}">
                  <a16:creationId xmlns:a16="http://schemas.microsoft.com/office/drawing/2014/main" id="{913A47D0-9D35-4258-8567-0A9BE63580EE}"/>
                </a:ext>
              </a:extLst>
            </p:cNvPr>
            <p:cNvSpPr/>
            <p:nvPr/>
          </p:nvSpPr>
          <p:spPr>
            <a:xfrm>
              <a:off x="0" y="3239837"/>
              <a:ext cx="12192000" cy="5521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Connector 24">
              <a:extLst>
                <a:ext uri="{FF2B5EF4-FFF2-40B4-BE49-F238E27FC236}">
                  <a16:creationId xmlns:a16="http://schemas.microsoft.com/office/drawing/2014/main" id="{3F617C4E-2633-41D9-81FE-0E692F6DD2C9}"/>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32B8AEC-6818-40CE-A300-20417ACE19EE}"/>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1AFABD8-E869-45EC-88F5-69103D962159}"/>
                </a:ext>
              </a:extLst>
            </p:cNvPr>
            <p:cNvCxnSpPr/>
            <p:nvPr/>
          </p:nvCxnSpPr>
          <p:spPr>
            <a:xfrm>
              <a:off x="952337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5CEAAA-D788-48E5-9642-AB6685567CFC}"/>
                </a:ext>
              </a:extLst>
            </p:cNvPr>
            <p:cNvCxnSpPr>
              <a:cxnSpLocks/>
            </p:cNvCxnSpPr>
            <p:nvPr/>
          </p:nvCxnSpPr>
          <p:spPr>
            <a:xfrm>
              <a:off x="6682631"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EDFFD2-77F4-40BB-AF4F-78C4E83D20C8}"/>
                </a:ext>
              </a:extLst>
            </p:cNvPr>
            <p:cNvCxnSpPr>
              <a:cxnSpLocks/>
            </p:cNvCxnSpPr>
            <p:nvPr/>
          </p:nvCxnSpPr>
          <p:spPr>
            <a:xfrm>
              <a:off x="9523375"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1ECF1F9E-07A4-4764-8639-25CE2C86C669}"/>
                </a:ext>
              </a:extLst>
            </p:cNvPr>
            <p:cNvSpPr/>
            <p:nvPr/>
          </p:nvSpPr>
          <p:spPr>
            <a:xfrm>
              <a:off x="228600" y="3554466"/>
              <a:ext cx="330200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Products are </a:t>
              </a:r>
              <a:r>
                <a:rPr lang="en-US" sz="1100" b="1">
                  <a:solidFill>
                    <a:prstClr val="black"/>
                  </a:solidFill>
                  <a:latin typeface="Ubuntu Light" panose="020B0304030602030204" pitchFamily="34" charset="0"/>
                </a:rPr>
                <a:t>defined and maintained in multiple systems</a:t>
              </a:r>
              <a:r>
                <a:rPr lang="en-US" sz="1100">
                  <a:solidFill>
                    <a:prstClr val="black"/>
                  </a:solidFill>
                  <a:latin typeface="Ubuntu Light" panose="020B0304030602030204" pitchFamily="34" charset="0"/>
                </a:rPr>
                <a:t> from respective line-of-businesses (LOB)</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There is </a:t>
              </a:r>
              <a:r>
                <a:rPr lang="en-US" sz="1100" b="1">
                  <a:solidFill>
                    <a:prstClr val="black"/>
                  </a:solidFill>
                  <a:latin typeface="Ubuntu Light" panose="020B0304030602030204" pitchFamily="34" charset="0"/>
                </a:rPr>
                <a:t>no linkage between commercial and technical product catalog, </a:t>
              </a:r>
              <a:r>
                <a:rPr lang="en-US" sz="1100">
                  <a:solidFill>
                    <a:prstClr val="black"/>
                  </a:solidFill>
                  <a:latin typeface="Ubuntu Light" panose="020B0304030602030204" pitchFamily="34" charset="0"/>
                </a:rPr>
                <a:t>which leads to </a:t>
              </a:r>
              <a:r>
                <a:rPr lang="en-US" sz="1100" b="1">
                  <a:solidFill>
                    <a:prstClr val="black"/>
                  </a:solidFill>
                  <a:latin typeface="Ubuntu Light" panose="020B0304030602030204" pitchFamily="34" charset="0"/>
                </a:rPr>
                <a:t>incorrect billing &amp; invoicing</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Separate </a:t>
              </a:r>
              <a:r>
                <a:rPr lang="en-US" sz="1100" b="1">
                  <a:solidFill>
                    <a:prstClr val="black"/>
                  </a:solidFill>
                  <a:latin typeface="Ubuntu Light" panose="020B0304030602030204" pitchFamily="34" charset="0"/>
                </a:rPr>
                <a:t>customer channels for separate LOBs </a:t>
              </a:r>
              <a:r>
                <a:rPr lang="en-US" sz="1100">
                  <a:solidFill>
                    <a:prstClr val="black"/>
                  </a:solidFill>
                  <a:latin typeface="Ubuntu Light" panose="020B0304030602030204" pitchFamily="34" charset="0"/>
                </a:rPr>
                <a:t>as </a:t>
              </a:r>
              <a:r>
                <a:rPr lang="en-IN" sz="1100">
                  <a:solidFill>
                    <a:prstClr val="black"/>
                  </a:solidFill>
                  <a:latin typeface="Ubuntu Light" panose="020B0304030602030204" pitchFamily="34" charset="0"/>
                </a:rPr>
                <a:t>the </a:t>
              </a:r>
              <a:r>
                <a:rPr lang="en-IN" sz="1100" b="1">
                  <a:solidFill>
                    <a:prstClr val="black"/>
                  </a:solidFill>
                  <a:latin typeface="Ubuntu Light" panose="020B0304030602030204" pitchFamily="34" charset="0"/>
                </a:rPr>
                <a:t>product data that has been scattered across many systems</a:t>
              </a:r>
              <a:endParaRPr lang="en-US" sz="1100" b="1">
                <a:solidFill>
                  <a:prstClr val="black"/>
                </a:solidFill>
                <a:latin typeface="Ubuntu Light" panose="020B0304030602030204" pitchFamily="34" charset="0"/>
              </a:endParaRPr>
            </a:p>
            <a:p>
              <a:pPr marL="137160" indent="-137160">
                <a:buClr>
                  <a:srgbClr val="0070AD"/>
                </a:buClr>
                <a:buSzPct val="120000"/>
                <a:buFont typeface="Wingdings" panose="05000000000000000000" pitchFamily="2" charset="2"/>
                <a:buChar char="§"/>
                <a:defRPr/>
              </a:pPr>
              <a:endParaRPr lang="en-IN" sz="1100">
                <a:solidFill>
                  <a:prstClr val="black"/>
                </a:solidFill>
                <a:latin typeface="Ubuntu Light" panose="020B0304030602030204" pitchFamily="34" charset="0"/>
                <a:sym typeface="BentonSans"/>
              </a:endParaRPr>
            </a:p>
            <a:p>
              <a:pPr marL="137160" indent="-13716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Complicated maintenance of Product Data</a:t>
              </a:r>
              <a:r>
                <a:rPr lang="en-US" sz="1100">
                  <a:solidFill>
                    <a:prstClr val="black"/>
                  </a:solidFill>
                  <a:latin typeface="Ubuntu Light" panose="020B0304030602030204" pitchFamily="34" charset="0"/>
                </a:rPr>
                <a:t> that leads to </a:t>
              </a:r>
              <a:r>
                <a:rPr lang="en-US" sz="1100" b="1">
                  <a:solidFill>
                    <a:prstClr val="black"/>
                  </a:solidFill>
                  <a:latin typeface="Ubuntu Light" panose="020B0304030602030204" pitchFamily="34" charset="0"/>
                </a:rPr>
                <a:t>data reconciliation issues </a:t>
              </a:r>
              <a:r>
                <a:rPr lang="en-US" sz="1100">
                  <a:solidFill>
                    <a:prstClr val="black"/>
                  </a:solidFill>
                  <a:latin typeface="Ubuntu Light" panose="020B0304030602030204" pitchFamily="34" charset="0"/>
                </a:rPr>
                <a:t>and an </a:t>
              </a:r>
              <a:r>
                <a:rPr lang="en-US" sz="1100" b="1">
                  <a:solidFill>
                    <a:prstClr val="black"/>
                  </a:solidFill>
                  <a:latin typeface="Ubuntu Light" panose="020B0304030602030204" pitchFamily="34" charset="0"/>
                </a:rPr>
                <a:t>increase in system complexity</a:t>
              </a:r>
            </a:p>
            <a:p>
              <a:pPr marL="13716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panose="020B0504030602030204" pitchFamily="34" charset="0"/>
                <a:ea typeface="Verdana" panose="020B0604030504040204" pitchFamily="34" charset="0"/>
                <a:sym typeface="BentonSans"/>
              </a:endParaRPr>
            </a:p>
          </p:txBody>
        </p:sp>
        <p:sp>
          <p:nvSpPr>
            <p:cNvPr id="31" name="Rectangle 30">
              <a:extLst>
                <a:ext uri="{FF2B5EF4-FFF2-40B4-BE49-F238E27FC236}">
                  <a16:creationId xmlns:a16="http://schemas.microsoft.com/office/drawing/2014/main" id="{2A4B8A41-8E43-494E-8788-D115F554018F}"/>
                </a:ext>
              </a:extLst>
            </p:cNvPr>
            <p:cNvSpPr/>
            <p:nvPr/>
          </p:nvSpPr>
          <p:spPr>
            <a:xfrm>
              <a:off x="3798546" y="3554466"/>
              <a:ext cx="2776507"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Capgemini was awarded as the </a:t>
              </a:r>
              <a:r>
                <a:rPr lang="en-US" sz="1100" b="1">
                  <a:solidFill>
                    <a:prstClr val="black"/>
                  </a:solidFill>
                  <a:latin typeface="Ubuntu Light" panose="020B0304030602030204" pitchFamily="34" charset="0"/>
                </a:rPr>
                <a:t>Salesforce Implementation Partner of the year</a:t>
              </a:r>
              <a:r>
                <a:rPr lang="en-US" sz="1100">
                  <a:solidFill>
                    <a:prstClr val="black"/>
                  </a:solidFill>
                  <a:latin typeface="Ubuntu Light" panose="020B0304030602030204" pitchFamily="34" charset="0"/>
                </a:rPr>
                <a:t> across APAC region for the Telco's CRM Transformation</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Experience with </a:t>
              </a:r>
              <a:r>
                <a:rPr lang="en-US" sz="1100" b="1">
                  <a:solidFill>
                    <a:prstClr val="black"/>
                  </a:solidFill>
                  <a:latin typeface="Ubuntu Light" panose="020B0304030602030204" pitchFamily="34" charset="0"/>
                </a:rPr>
                <a:t>Digital Telco Integration Solution</a:t>
              </a:r>
              <a:r>
                <a:rPr lang="en-US" sz="1100">
                  <a:solidFill>
                    <a:prstClr val="black"/>
                  </a:solidFill>
                  <a:latin typeface="Ubuntu Light" panose="020B0304030602030204" pitchFamily="34" charset="0"/>
                </a:rPr>
                <a:t> across geographies</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Capgemini leveraged the </a:t>
              </a:r>
              <a:r>
                <a:rPr lang="en-US" sz="1100" b="1">
                  <a:solidFill>
                    <a:prstClr val="black"/>
                  </a:solidFill>
                  <a:latin typeface="Ubuntu Light" panose="020B0304030602030204" pitchFamily="34" charset="0"/>
                </a:rPr>
                <a:t>current digital transformation program </a:t>
              </a:r>
              <a:r>
                <a:rPr lang="en-US" sz="1100">
                  <a:solidFill>
                    <a:prstClr val="black"/>
                  </a:solidFill>
                  <a:latin typeface="Ubuntu Light" panose="020B0304030602030204" pitchFamily="34" charset="0"/>
                </a:rPr>
                <a:t>in the BSS space and enabled Telco Group to </a:t>
              </a:r>
              <a:r>
                <a:rPr lang="en-IN" sz="1100">
                  <a:solidFill>
                    <a:prstClr val="black"/>
                  </a:solidFill>
                  <a:latin typeface="Ubuntu Light" panose="020B0304030602030204" pitchFamily="34" charset="0"/>
                </a:rPr>
                <a:t>get its </a:t>
              </a:r>
              <a:r>
                <a:rPr lang="en-IN" sz="1100" b="1">
                  <a:solidFill>
                    <a:prstClr val="black"/>
                  </a:solidFill>
                  <a:latin typeface="Ubuntu Light" panose="020B0304030602030204" pitchFamily="34" charset="0"/>
                </a:rPr>
                <a:t>CPQ and CLM operations under control with a rapid implementation</a:t>
              </a:r>
              <a:endParaRPr lang="en-US" sz="1100">
                <a:solidFill>
                  <a:prstClr val="black"/>
                </a:solidFill>
                <a:latin typeface="Ubuntu Light" panose="020B0304030602030204" pitchFamily="34" charset="0"/>
              </a:endParaRPr>
            </a:p>
            <a:p>
              <a:pPr marL="137160" lvl="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panose="020B0504030602030204" pitchFamily="34" charset="0"/>
                <a:ea typeface="Verdana" panose="020B0604030504040204" pitchFamily="34" charset="0"/>
                <a:sym typeface="BentonSans"/>
              </a:endParaRPr>
            </a:p>
          </p:txBody>
        </p:sp>
        <p:sp>
          <p:nvSpPr>
            <p:cNvPr id="32" name="Rectangle 31">
              <a:extLst>
                <a:ext uri="{FF2B5EF4-FFF2-40B4-BE49-F238E27FC236}">
                  <a16:creationId xmlns:a16="http://schemas.microsoft.com/office/drawing/2014/main" id="{70B91FD8-C87F-449C-B4BF-AD5978645333}"/>
                </a:ext>
              </a:extLst>
            </p:cNvPr>
            <p:cNvSpPr/>
            <p:nvPr/>
          </p:nvSpPr>
          <p:spPr>
            <a:xfrm>
              <a:off x="6790210" y="3550253"/>
              <a:ext cx="2618075" cy="2731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Defining central product management </a:t>
              </a:r>
              <a:r>
                <a:rPr lang="en-US" sz="1100">
                  <a:solidFill>
                    <a:prstClr val="black"/>
                  </a:solidFill>
                  <a:latin typeface="Ubuntu Light" panose="020B0304030602030204" pitchFamily="34" charset="0"/>
                </a:rPr>
                <a:t>that cover product specification and product relationship definition</a:t>
              </a:r>
            </a:p>
            <a:p>
              <a:pPr marL="171450" indent="-171450">
                <a:spcAft>
                  <a:spcPts val="900"/>
                </a:spcAft>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Dynamic pricing matrix </a:t>
              </a:r>
              <a:r>
                <a:rPr lang="en-US" sz="1100">
                  <a:solidFill>
                    <a:prstClr val="black"/>
                  </a:solidFill>
                  <a:latin typeface="Ubuntu Light" panose="020B0304030602030204" pitchFamily="34" charset="0"/>
                </a:rPr>
                <a:t>that supports </a:t>
              </a:r>
              <a:r>
                <a:rPr lang="en-US" sz="1100" b="1">
                  <a:solidFill>
                    <a:prstClr val="black"/>
                  </a:solidFill>
                  <a:latin typeface="Ubuntu Light" panose="020B0304030602030204" pitchFamily="34" charset="0"/>
                </a:rPr>
                <a:t>multiple currencies</a:t>
              </a:r>
              <a:r>
                <a:rPr lang="en-US" sz="1100">
                  <a:solidFill>
                    <a:prstClr val="black"/>
                  </a:solidFill>
                  <a:latin typeface="Ubuntu Light" panose="020B0304030602030204" pitchFamily="34" charset="0"/>
                </a:rPr>
                <a:t>, </a:t>
              </a:r>
              <a:r>
                <a:rPr lang="en-US" sz="1100" b="1">
                  <a:solidFill>
                    <a:prstClr val="black"/>
                  </a:solidFill>
                  <a:latin typeface="Ubuntu Light" panose="020B0304030602030204" pitchFamily="34" charset="0"/>
                </a:rPr>
                <a:t>mixed bundles</a:t>
              </a:r>
              <a:r>
                <a:rPr lang="en-US" sz="1100">
                  <a:solidFill>
                    <a:prstClr val="black"/>
                  </a:solidFill>
                  <a:latin typeface="Ubuntu Light" panose="020B0304030602030204" pitchFamily="34" charset="0"/>
                </a:rPr>
                <a:t>, </a:t>
              </a:r>
              <a:r>
                <a:rPr lang="en-US" sz="1100" b="1">
                  <a:solidFill>
                    <a:prstClr val="black"/>
                  </a:solidFill>
                  <a:latin typeface="Ubuntu Light" panose="020B0304030602030204" pitchFamily="34" charset="0"/>
                </a:rPr>
                <a:t>promotions</a:t>
              </a:r>
              <a:r>
                <a:rPr lang="en-US" sz="1100">
                  <a:solidFill>
                    <a:prstClr val="black"/>
                  </a:solidFill>
                  <a:latin typeface="Ubuntu Light" panose="020B0304030602030204" pitchFamily="34" charset="0"/>
                </a:rPr>
                <a:t> and </a:t>
              </a:r>
              <a:r>
                <a:rPr lang="en-US" sz="1100" b="1">
                  <a:solidFill>
                    <a:prstClr val="black"/>
                  </a:solidFill>
                  <a:latin typeface="Ubuntu Light" panose="020B0304030602030204" pitchFamily="34" charset="0"/>
                </a:rPr>
                <a:t>vendor product catalog integration</a:t>
              </a:r>
              <a:endParaRPr lang="en-US" sz="1100">
                <a:solidFill>
                  <a:prstClr val="black"/>
                </a:solidFill>
                <a:latin typeface="Ubuntu Light" panose="020B0304030602030204" pitchFamily="34" charset="0"/>
              </a:endParaRPr>
            </a:p>
            <a:p>
              <a:pPr marL="171450" indent="-171450">
                <a:spcAft>
                  <a:spcPts val="900"/>
                </a:spcAft>
                <a:buClr>
                  <a:srgbClr val="0070AD"/>
                </a:buClr>
                <a:buSzPct val="120000"/>
                <a:buFont typeface="Wingdings" panose="05000000000000000000" pitchFamily="2" charset="2"/>
                <a:buChar char="§"/>
                <a:defRPr/>
              </a:pPr>
              <a:r>
                <a:rPr lang="en-IN" sz="1100">
                  <a:solidFill>
                    <a:prstClr val="black"/>
                  </a:solidFill>
                  <a:latin typeface="Ubuntu Light" panose="020B0304030602030204" pitchFamily="34" charset="0"/>
                </a:rPr>
                <a:t>Enable </a:t>
              </a:r>
              <a:r>
                <a:rPr lang="en-IN" sz="1100" b="1">
                  <a:solidFill>
                    <a:prstClr val="black"/>
                  </a:solidFill>
                  <a:latin typeface="Ubuntu Light" panose="020B0304030602030204" pitchFamily="34" charset="0"/>
                </a:rPr>
                <a:t>product lifecycle management (PLM)</a:t>
              </a:r>
              <a:r>
                <a:rPr lang="en-IN" sz="1100">
                  <a:solidFill>
                    <a:prstClr val="black"/>
                  </a:solidFill>
                  <a:latin typeface="Ubuntu Light" panose="020B0304030602030204" pitchFamily="34" charset="0"/>
                </a:rPr>
                <a:t>, which facilitates maintenance and retirement of products</a:t>
              </a:r>
            </a:p>
          </p:txBody>
        </p:sp>
        <p:sp>
          <p:nvSpPr>
            <p:cNvPr id="33" name="Rectangle 32">
              <a:extLst>
                <a:ext uri="{FF2B5EF4-FFF2-40B4-BE49-F238E27FC236}">
                  <a16:creationId xmlns:a16="http://schemas.microsoft.com/office/drawing/2014/main" id="{5FF782DA-4DDC-4E22-862D-FCF81ED395BA}"/>
                </a:ext>
              </a:extLst>
            </p:cNvPr>
            <p:cNvSpPr/>
            <p:nvPr/>
          </p:nvSpPr>
          <p:spPr>
            <a:xfrm>
              <a:off x="9614243" y="3524387"/>
              <a:ext cx="219456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Faster lead conversion </a:t>
              </a:r>
              <a:r>
                <a:rPr lang="en-US" sz="1100">
                  <a:solidFill>
                    <a:prstClr val="black"/>
                  </a:solidFill>
                  <a:latin typeface="Ubuntu Light" panose="020B0304030602030204" pitchFamily="34" charset="0"/>
                </a:rPr>
                <a:t>rate with consistent information about products and offers for the customer ; </a:t>
              </a:r>
              <a:r>
                <a:rPr lang="en-US" sz="1100" b="1">
                  <a:solidFill>
                    <a:prstClr val="black"/>
                  </a:solidFill>
                  <a:latin typeface="Ubuntu Light" panose="020B0304030602030204" pitchFamily="34" charset="0"/>
                </a:rPr>
                <a:t>150K conversions</a:t>
              </a:r>
              <a:r>
                <a:rPr lang="en-US" sz="1100">
                  <a:solidFill>
                    <a:prstClr val="black"/>
                  </a:solidFill>
                  <a:latin typeface="Ubuntu Light" panose="020B0304030602030204" pitchFamily="34" charset="0"/>
                </a:rPr>
                <a:t> per quarter</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Better Opportunity win </a:t>
              </a:r>
              <a:r>
                <a:rPr lang="en-US" sz="1100">
                  <a:solidFill>
                    <a:prstClr val="black"/>
                  </a:solidFill>
                  <a:latin typeface="Ubuntu Light" panose="020B0304030602030204" pitchFamily="34" charset="0"/>
                </a:rPr>
                <a:t>rate with accurate order management and fewer order drop-outs; I</a:t>
              </a:r>
              <a:r>
                <a:rPr lang="en-IN" sz="1100" b="1">
                  <a:solidFill>
                    <a:prstClr val="black"/>
                  </a:solidFill>
                  <a:latin typeface="Ubuntu Light" panose="020B0304030602030204" pitchFamily="34" charset="0"/>
                </a:rPr>
                <a:t>ncrease in Opportunity conversions by 40% at regular intervals</a:t>
              </a:r>
              <a:endParaRPr lang="en-US" sz="1100">
                <a:solidFill>
                  <a:schemeClr val="tx1"/>
                </a:solidFill>
                <a:ea typeface="Verdana"/>
              </a:endParaRPr>
            </a:p>
            <a:p>
              <a:pPr marL="137160" indent="-137160">
                <a:spcBef>
                  <a:spcPts val="200"/>
                </a:spcBef>
                <a:spcAft>
                  <a:spcPts val="200"/>
                </a:spcAft>
                <a:buClr>
                  <a:srgbClr val="0070AD"/>
                </a:buClr>
                <a:buSzPct val="120000"/>
                <a:buFont typeface="Wingdings" panose="05000000000000000000" pitchFamily="2" charset="2"/>
                <a:buChar char="§"/>
                <a:defRPr/>
              </a:pPr>
              <a:endParaRPr lang="en-IN" sz="1100">
                <a:solidFill>
                  <a:srgbClr val="262626"/>
                </a:solidFill>
                <a:latin typeface="Ubuntu" panose="020B0504030602030204" pitchFamily="34" charset="0"/>
                <a:ea typeface="Verdana" panose="020B0604030504040204" pitchFamily="34" charset="0"/>
              </a:endParaRPr>
            </a:p>
          </p:txBody>
        </p:sp>
        <p:cxnSp>
          <p:nvCxnSpPr>
            <p:cNvPr id="34" name="Straight Connector 33">
              <a:extLst>
                <a:ext uri="{FF2B5EF4-FFF2-40B4-BE49-F238E27FC236}">
                  <a16:creationId xmlns:a16="http://schemas.microsoft.com/office/drawing/2014/main" id="{7B13D412-9C7F-41FC-B7C0-3C768F440D87}"/>
                </a:ext>
              </a:extLst>
            </p:cNvPr>
            <p:cNvCxnSpPr>
              <a:cxnSpLocks/>
            </p:cNvCxnSpPr>
            <p:nvPr/>
          </p:nvCxnSpPr>
          <p:spPr>
            <a:xfrm>
              <a:off x="3721100" y="3285849"/>
              <a:ext cx="0" cy="249582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35" name="Picture 34" descr="Shape&#10;&#10;Description automatically generated with low confidence">
            <a:extLst>
              <a:ext uri="{FF2B5EF4-FFF2-40B4-BE49-F238E27FC236}">
                <a16:creationId xmlns:a16="http://schemas.microsoft.com/office/drawing/2014/main" id="{63FCDFD0-A895-425D-BC35-1F5D871486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046" y="2554555"/>
            <a:ext cx="570108" cy="507747"/>
          </a:xfrm>
          <a:prstGeom prst="rect">
            <a:avLst/>
          </a:prstGeom>
        </p:spPr>
      </p:pic>
      <p:pic>
        <p:nvPicPr>
          <p:cNvPr id="36" name="Picture 35" descr="Shape&#10;&#10;Description automatically generated with low confidence">
            <a:extLst>
              <a:ext uri="{FF2B5EF4-FFF2-40B4-BE49-F238E27FC236}">
                <a16:creationId xmlns:a16="http://schemas.microsoft.com/office/drawing/2014/main" id="{20793F4D-5605-49D3-9A5E-BE820464FD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382" y="2552051"/>
            <a:ext cx="524081" cy="524081"/>
          </a:xfrm>
          <a:prstGeom prst="rect">
            <a:avLst/>
          </a:prstGeom>
        </p:spPr>
      </p:pic>
      <p:pic>
        <p:nvPicPr>
          <p:cNvPr id="37" name="Picture 36" descr="Shape&#10;&#10;Description automatically generated with low confidence">
            <a:extLst>
              <a:ext uri="{FF2B5EF4-FFF2-40B4-BE49-F238E27FC236}">
                <a16:creationId xmlns:a16="http://schemas.microsoft.com/office/drawing/2014/main" id="{45566E9B-53C2-4441-AC97-6E60956952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flipV="1">
            <a:off x="7879100" y="2627822"/>
            <a:ext cx="467030" cy="467030"/>
          </a:xfrm>
          <a:prstGeom prst="rect">
            <a:avLst/>
          </a:prstGeom>
        </p:spPr>
      </p:pic>
      <p:pic>
        <p:nvPicPr>
          <p:cNvPr id="38" name="Picture 37" descr="Shape&#10;&#10;Description automatically generated with low confidence">
            <a:extLst>
              <a:ext uri="{FF2B5EF4-FFF2-40B4-BE49-F238E27FC236}">
                <a16:creationId xmlns:a16="http://schemas.microsoft.com/office/drawing/2014/main" id="{93AB52DD-072C-4113-B93A-8DC1C748B9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608" y="2541014"/>
            <a:ext cx="504520" cy="504520"/>
          </a:xfrm>
          <a:prstGeom prst="rect">
            <a:avLst/>
          </a:prstGeom>
        </p:spPr>
      </p:pic>
    </p:spTree>
    <p:extLst>
      <p:ext uri="{BB962C8B-B14F-4D97-AF65-F5344CB8AC3E}">
        <p14:creationId xmlns:p14="http://schemas.microsoft.com/office/powerpoint/2010/main" val="918589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AB54C690-38CB-4E56-AC2B-4E3B12114988}"/>
              </a:ext>
            </a:extLst>
          </p:cNvPr>
          <p:cNvSpPr>
            <a:spLocks noGrp="1"/>
          </p:cNvSpPr>
          <p:nvPr>
            <p:ph type="body" sz="quarter" idx="10"/>
          </p:nvPr>
        </p:nvSpPr>
        <p:spPr>
          <a:xfrm>
            <a:off x="119321" y="1153583"/>
            <a:ext cx="12072679" cy="844550"/>
          </a:xfrm>
        </p:spPr>
        <p:txBody>
          <a:bodyPr vert="horz" lIns="0" tIns="0" rIns="0" bIns="0" rtlCol="0" anchor="t">
            <a:normAutofit/>
          </a:bodyPr>
          <a:lstStyle/>
          <a:p>
            <a:r>
              <a:rPr lang="en-IN" sz="1600" b="1">
                <a:latin typeface="Ubuntu"/>
              </a:rPr>
              <a:t>Launched innovative solutions to market faster &amp; serve </a:t>
            </a:r>
            <a:r>
              <a:rPr lang="en-IN" sz="1600" b="1" i="0" u="none" strike="noStrike">
                <a:effectLst/>
                <a:latin typeface="Ubuntu"/>
              </a:rPr>
              <a:t>with </a:t>
            </a:r>
            <a:r>
              <a:rPr lang="en-IN" sz="1600" b="1">
                <a:latin typeface="Ubuntu"/>
              </a:rPr>
              <a:t>unparalleled agility. </a:t>
            </a:r>
          </a:p>
          <a:p>
            <a:r>
              <a:rPr lang="en-IN" sz="1600" b="1">
                <a:latin typeface="Ubuntu"/>
              </a:rPr>
              <a:t>Empowered Telco’s digital vision, Increased competitiveness, enabled digital experience for </a:t>
            </a:r>
            <a:r>
              <a:rPr lang="en-IN" sz="1600" b="1" i="0" u="none" strike="noStrike">
                <a:effectLst/>
                <a:latin typeface="Ubuntu"/>
              </a:rPr>
              <a:t>the </a:t>
            </a:r>
            <a:r>
              <a:rPr lang="en-IN" sz="1600" b="1">
                <a:latin typeface="Ubuntu"/>
              </a:rPr>
              <a:t>customers</a:t>
            </a:r>
            <a:r>
              <a:rPr lang="en-IN" sz="1600" b="1" i="0" u="none" strike="noStrike">
                <a:effectLst/>
                <a:latin typeface="Ubuntu"/>
              </a:rPr>
              <a:t>.</a:t>
            </a:r>
            <a:endParaRPr lang="en-US">
              <a:latin typeface="Ubuntu"/>
            </a:endParaRPr>
          </a:p>
          <a:p>
            <a:pPr marL="0" indent="0">
              <a:buNone/>
            </a:pPr>
            <a:endParaRPr lang="en-IN" sz="1600" b="1">
              <a:solidFill>
                <a:srgbClr val="2B143D"/>
              </a:solidFill>
            </a:endParaRPr>
          </a:p>
        </p:txBody>
      </p:sp>
      <p:sp>
        <p:nvSpPr>
          <p:cNvPr id="4" name="Titre 7">
            <a:extLst>
              <a:ext uri="{FF2B5EF4-FFF2-40B4-BE49-F238E27FC236}">
                <a16:creationId xmlns:a16="http://schemas.microsoft.com/office/drawing/2014/main" id="{2CE26FE6-791C-4508-8C3F-C8646DA4BAF5}"/>
              </a:ext>
            </a:extLst>
          </p:cNvPr>
          <p:cNvSpPr>
            <a:spLocks noGrp="1"/>
          </p:cNvSpPr>
          <p:nvPr>
            <p:ph type="title"/>
          </p:nvPr>
        </p:nvSpPr>
        <p:spPr>
          <a:xfrm>
            <a:off x="119321" y="254205"/>
            <a:ext cx="10425156" cy="705075"/>
          </a:xfrm>
        </p:spPr>
        <p:txBody>
          <a:bodyPr>
            <a:normAutofit fontScale="90000"/>
          </a:bodyPr>
          <a:lstStyle/>
          <a:p>
            <a:r>
              <a:rPr lang="fr-FR" sz="3000">
                <a:latin typeface="Arial Black"/>
              </a:rPr>
              <a:t>DIGITAL TRANSFORMATION FOR ENTERPRISE BUSINESS OF A LEADING APAC TELCO</a:t>
            </a:r>
          </a:p>
        </p:txBody>
      </p:sp>
      <p:grpSp>
        <p:nvGrpSpPr>
          <p:cNvPr id="10" name="Group 9">
            <a:extLst>
              <a:ext uri="{FF2B5EF4-FFF2-40B4-BE49-F238E27FC236}">
                <a16:creationId xmlns:a16="http://schemas.microsoft.com/office/drawing/2014/main" id="{1BBBC45B-C5D1-4BEB-B34A-AEC536B06677}"/>
              </a:ext>
            </a:extLst>
          </p:cNvPr>
          <p:cNvGrpSpPr/>
          <p:nvPr/>
        </p:nvGrpSpPr>
        <p:grpSpPr>
          <a:xfrm>
            <a:off x="0" y="2349408"/>
            <a:ext cx="12192000" cy="4293988"/>
            <a:chOff x="0" y="1987458"/>
            <a:chExt cx="12192000" cy="4293988"/>
          </a:xfrm>
        </p:grpSpPr>
        <p:sp>
          <p:nvSpPr>
            <p:cNvPr id="11" name="Oval 10">
              <a:extLst>
                <a:ext uri="{FF2B5EF4-FFF2-40B4-BE49-F238E27FC236}">
                  <a16:creationId xmlns:a16="http://schemas.microsoft.com/office/drawing/2014/main" id="{9B31CC00-4360-4702-8E73-D46998451E6D}"/>
                </a:ext>
              </a:extLst>
            </p:cNvPr>
            <p:cNvSpPr/>
            <p:nvPr/>
          </p:nvSpPr>
          <p:spPr>
            <a:xfrm>
              <a:off x="1436132"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2" name="Oval 11">
              <a:extLst>
                <a:ext uri="{FF2B5EF4-FFF2-40B4-BE49-F238E27FC236}">
                  <a16:creationId xmlns:a16="http://schemas.microsoft.com/office/drawing/2014/main" id="{46ED95B4-7CD4-409F-9E70-FA5C53F78311}"/>
                </a:ext>
              </a:extLst>
            </p:cNvPr>
            <p:cNvSpPr/>
            <p:nvPr/>
          </p:nvSpPr>
          <p:spPr>
            <a:xfrm>
              <a:off x="4611455"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3" name="Oval 12">
              <a:extLst>
                <a:ext uri="{FF2B5EF4-FFF2-40B4-BE49-F238E27FC236}">
                  <a16:creationId xmlns:a16="http://schemas.microsoft.com/office/drawing/2014/main" id="{B322978C-63EB-41A4-8D7E-5BC944C17774}"/>
                </a:ext>
              </a:extLst>
            </p:cNvPr>
            <p:cNvSpPr/>
            <p:nvPr/>
          </p:nvSpPr>
          <p:spPr>
            <a:xfrm>
              <a:off x="7478647"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4" name="Oval 13">
              <a:extLst>
                <a:ext uri="{FF2B5EF4-FFF2-40B4-BE49-F238E27FC236}">
                  <a16:creationId xmlns:a16="http://schemas.microsoft.com/office/drawing/2014/main" id="{0059DA83-DD78-4149-A847-3DBCF12E9C16}"/>
                </a:ext>
              </a:extLst>
            </p:cNvPr>
            <p:cNvSpPr/>
            <p:nvPr/>
          </p:nvSpPr>
          <p:spPr>
            <a:xfrm>
              <a:off x="10107634"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p:txBody>
        </p:sp>
        <p:sp>
          <p:nvSpPr>
            <p:cNvPr id="15" name="Oval 14">
              <a:extLst>
                <a:ext uri="{FF2B5EF4-FFF2-40B4-BE49-F238E27FC236}">
                  <a16:creationId xmlns:a16="http://schemas.microsoft.com/office/drawing/2014/main" id="{A4315EB8-DCFD-4758-B41D-5BF46C942845}"/>
                </a:ext>
              </a:extLst>
            </p:cNvPr>
            <p:cNvSpPr/>
            <p:nvPr/>
          </p:nvSpPr>
          <p:spPr>
            <a:xfrm>
              <a:off x="1338580"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6" name="Oval 15">
              <a:extLst>
                <a:ext uri="{FF2B5EF4-FFF2-40B4-BE49-F238E27FC236}">
                  <a16:creationId xmlns:a16="http://schemas.microsoft.com/office/drawing/2014/main" id="{EC48731B-687A-4307-8E52-A8903A15352F}"/>
                </a:ext>
              </a:extLst>
            </p:cNvPr>
            <p:cNvSpPr/>
            <p:nvPr/>
          </p:nvSpPr>
          <p:spPr>
            <a:xfrm>
              <a:off x="4513903"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7" name="Oval 16">
              <a:extLst>
                <a:ext uri="{FF2B5EF4-FFF2-40B4-BE49-F238E27FC236}">
                  <a16:creationId xmlns:a16="http://schemas.microsoft.com/office/drawing/2014/main" id="{7C2E9234-1B3E-4861-9108-0533A1CA6EEB}"/>
                </a:ext>
              </a:extLst>
            </p:cNvPr>
            <p:cNvSpPr/>
            <p:nvPr/>
          </p:nvSpPr>
          <p:spPr>
            <a:xfrm>
              <a:off x="7381095"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8" name="Oval 17">
              <a:extLst>
                <a:ext uri="{FF2B5EF4-FFF2-40B4-BE49-F238E27FC236}">
                  <a16:creationId xmlns:a16="http://schemas.microsoft.com/office/drawing/2014/main" id="{935AAEF0-D0A2-4AB3-8371-F7AD13A4FBA6}"/>
                </a:ext>
              </a:extLst>
            </p:cNvPr>
            <p:cNvSpPr/>
            <p:nvPr/>
          </p:nvSpPr>
          <p:spPr>
            <a:xfrm>
              <a:off x="10010082"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p:txBody>
        </p:sp>
        <p:sp>
          <p:nvSpPr>
            <p:cNvPr id="19" name="Rectangle 18">
              <a:extLst>
                <a:ext uri="{FF2B5EF4-FFF2-40B4-BE49-F238E27FC236}">
                  <a16:creationId xmlns:a16="http://schemas.microsoft.com/office/drawing/2014/main" id="{26AF6F34-F8DF-4AD5-B4F7-B40BCF781056}"/>
                </a:ext>
              </a:extLst>
            </p:cNvPr>
            <p:cNvSpPr/>
            <p:nvPr/>
          </p:nvSpPr>
          <p:spPr>
            <a:xfrm>
              <a:off x="0" y="2692997"/>
              <a:ext cx="12192000" cy="5521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53E33AED-1DFA-4308-8199-166499435979}"/>
                </a:ext>
              </a:extLst>
            </p:cNvPr>
            <p:cNvSpPr/>
            <p:nvPr/>
          </p:nvSpPr>
          <p:spPr>
            <a:xfrm>
              <a:off x="419100" y="2716002"/>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a:solidFill>
                    <a:schemeClr val="bg1"/>
                  </a:solidFill>
                  <a:latin typeface="Ubuntu" panose="020B0504030602030204" pitchFamily="34" charset="0"/>
                  <a:ea typeface="Verdana" panose="020B0604030504040204" pitchFamily="34" charset="0"/>
                </a:rPr>
                <a:t>Business </a:t>
              </a:r>
            </a:p>
            <a:p>
              <a:pPr lvl="0" algn="ctr">
                <a:buClr>
                  <a:srgbClr val="0070AD"/>
                </a:buClr>
                <a:buSzPct val="120000"/>
                <a:defRPr/>
              </a:pPr>
              <a:r>
                <a:rPr lang="en-IN" sz="1400" b="1">
                  <a:solidFill>
                    <a:schemeClr val="bg1"/>
                  </a:solidFill>
                  <a:latin typeface="Ubuntu" panose="020B0504030602030204" pitchFamily="34" charset="0"/>
                  <a:ea typeface="Verdana" panose="020B0604030504040204" pitchFamily="34" charset="0"/>
                </a:rPr>
                <a:t>Problem</a:t>
              </a:r>
            </a:p>
          </p:txBody>
        </p:sp>
        <p:sp>
          <p:nvSpPr>
            <p:cNvPr id="21" name="Rectangle 20">
              <a:extLst>
                <a:ext uri="{FF2B5EF4-FFF2-40B4-BE49-F238E27FC236}">
                  <a16:creationId xmlns:a16="http://schemas.microsoft.com/office/drawing/2014/main" id="{3EA150E6-704A-4008-8740-87F742CABA5F}"/>
                </a:ext>
              </a:extLst>
            </p:cNvPr>
            <p:cNvSpPr/>
            <p:nvPr/>
          </p:nvSpPr>
          <p:spPr>
            <a:xfrm>
              <a:off x="4201214" y="2716002"/>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Why we </a:t>
              </a: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were chosen </a:t>
              </a: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22" name="Rectangle 21">
              <a:extLst>
                <a:ext uri="{FF2B5EF4-FFF2-40B4-BE49-F238E27FC236}">
                  <a16:creationId xmlns:a16="http://schemas.microsoft.com/office/drawing/2014/main" id="{5594AB7B-9FCC-41DB-B76A-D97BAE3F2341}"/>
                </a:ext>
              </a:extLst>
            </p:cNvPr>
            <p:cNvSpPr/>
            <p:nvPr/>
          </p:nvSpPr>
          <p:spPr>
            <a:xfrm>
              <a:off x="6879264"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rPr>
                <a:t>Solution</a:t>
              </a:r>
            </a:p>
          </p:txBody>
        </p:sp>
        <p:sp>
          <p:nvSpPr>
            <p:cNvPr id="23" name="Rectangle 22">
              <a:extLst>
                <a:ext uri="{FF2B5EF4-FFF2-40B4-BE49-F238E27FC236}">
                  <a16:creationId xmlns:a16="http://schemas.microsoft.com/office/drawing/2014/main" id="{5DBA92E7-536C-4BBF-A844-E73C27CF7557}"/>
                </a:ext>
              </a:extLst>
            </p:cNvPr>
            <p:cNvSpPr/>
            <p:nvPr/>
          </p:nvSpPr>
          <p:spPr>
            <a:xfrm>
              <a:off x="9508251"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Business </a:t>
              </a: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Benefits</a:t>
              </a:r>
              <a:br>
                <a:rPr lang="en-US" sz="1400" b="1">
                  <a:solidFill>
                    <a:schemeClr val="bg1"/>
                  </a:solidFill>
                  <a:latin typeface="Ubuntu" panose="020B0504030602030204" pitchFamily="34" charset="0"/>
                  <a:ea typeface="Verdana" panose="020B0604030504040204" pitchFamily="34" charset="0"/>
                </a:rPr>
              </a:br>
              <a:endParaRPr lang="en-US" sz="1400" b="1">
                <a:solidFill>
                  <a:schemeClr val="bg1"/>
                </a:solidFill>
                <a:latin typeface="Ubuntu" panose="020B0504030602030204" pitchFamily="34" charset="0"/>
                <a:ea typeface="Verdana" panose="020B0604030504040204" pitchFamily="34" charset="0"/>
              </a:endParaRPr>
            </a:p>
          </p:txBody>
        </p:sp>
        <p:sp>
          <p:nvSpPr>
            <p:cNvPr id="24" name="Rectangle 23">
              <a:extLst>
                <a:ext uri="{FF2B5EF4-FFF2-40B4-BE49-F238E27FC236}">
                  <a16:creationId xmlns:a16="http://schemas.microsoft.com/office/drawing/2014/main" id="{85BDCBD3-175A-4A39-B91E-F263B90D87A3}"/>
                </a:ext>
              </a:extLst>
            </p:cNvPr>
            <p:cNvSpPr/>
            <p:nvPr/>
          </p:nvSpPr>
          <p:spPr>
            <a:xfrm>
              <a:off x="0" y="3239837"/>
              <a:ext cx="12192000" cy="5521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Connector 24">
              <a:extLst>
                <a:ext uri="{FF2B5EF4-FFF2-40B4-BE49-F238E27FC236}">
                  <a16:creationId xmlns:a16="http://schemas.microsoft.com/office/drawing/2014/main" id="{6E661533-F8D1-4B21-8946-C5759F4A69A1}"/>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3C7A003-4401-4FA0-8DB6-92AA38C80CC3}"/>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FB29DCF-601F-47C3-B211-C00531CA68D0}"/>
                </a:ext>
              </a:extLst>
            </p:cNvPr>
            <p:cNvCxnSpPr/>
            <p:nvPr/>
          </p:nvCxnSpPr>
          <p:spPr>
            <a:xfrm>
              <a:off x="952337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A89562F-B741-4B9C-9085-47282E8E0408}"/>
                </a:ext>
              </a:extLst>
            </p:cNvPr>
            <p:cNvCxnSpPr>
              <a:cxnSpLocks/>
            </p:cNvCxnSpPr>
            <p:nvPr/>
          </p:nvCxnSpPr>
          <p:spPr>
            <a:xfrm>
              <a:off x="6682631"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FCB70E9-5664-4765-B1A3-AD51C212BEA7}"/>
                </a:ext>
              </a:extLst>
            </p:cNvPr>
            <p:cNvCxnSpPr>
              <a:cxnSpLocks/>
            </p:cNvCxnSpPr>
            <p:nvPr/>
          </p:nvCxnSpPr>
          <p:spPr>
            <a:xfrm>
              <a:off x="9523375"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B1383E87-FF55-4555-A5D6-F62A7EE17FB8}"/>
                </a:ext>
              </a:extLst>
            </p:cNvPr>
            <p:cNvSpPr/>
            <p:nvPr/>
          </p:nvSpPr>
          <p:spPr>
            <a:xfrm>
              <a:off x="228600" y="3554466"/>
              <a:ext cx="330200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Losing market share</a:t>
              </a:r>
              <a:r>
                <a:rPr lang="en-US" sz="1100">
                  <a:solidFill>
                    <a:prstClr val="black"/>
                  </a:solidFill>
                  <a:latin typeface="Ubuntu Light" panose="020B0304030602030204" pitchFamily="34" charset="0"/>
                </a:rPr>
                <a:t> in B2B space to its nearest competitor due to inferior offerings</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Inability to provide flexibility</a:t>
              </a:r>
              <a:r>
                <a:rPr lang="en-US" sz="1100">
                  <a:solidFill>
                    <a:prstClr val="black"/>
                  </a:solidFill>
                  <a:latin typeface="Ubuntu Light" panose="020B0304030602030204" pitchFamily="34" charset="0"/>
                </a:rPr>
                <a:t> to customer  to take advantage of growing competition </a:t>
              </a:r>
            </a:p>
            <a:p>
              <a:pPr marL="137160" indent="-137160">
                <a:buClr>
                  <a:srgbClr val="0070AD"/>
                </a:buClr>
                <a:buSzPct val="120000"/>
                <a:buFont typeface="Wingdings" panose="05000000000000000000" pitchFamily="2" charset="2"/>
                <a:buChar char="§"/>
                <a:defRPr/>
              </a:pPr>
              <a:endParaRPr lang="en-IN" sz="1100">
                <a:solidFill>
                  <a:prstClr val="black"/>
                </a:solidFill>
                <a:latin typeface="Ubuntu Light" panose="020B0304030602030204" pitchFamily="34" charset="0"/>
                <a:sym typeface="BentonSans"/>
              </a:endParaRPr>
            </a:p>
            <a:p>
              <a:pPr marL="137160" indent="-13716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Next gen capability to sales, care application to enable best </a:t>
              </a:r>
              <a:r>
                <a:rPr lang="en-US" sz="1100" b="1">
                  <a:solidFill>
                    <a:prstClr val="black"/>
                  </a:solidFill>
                  <a:latin typeface="Ubuntu Light" panose="020B0304030602030204" pitchFamily="34" charset="0"/>
                </a:rPr>
                <a:t>offer selection and optimized workflows</a:t>
              </a:r>
              <a:r>
                <a:rPr lang="en-US" sz="1100">
                  <a:solidFill>
                    <a:prstClr val="black"/>
                  </a:solidFill>
                  <a:latin typeface="Ubuntu Light" panose="020B0304030602030204" pitchFamily="34" charset="0"/>
                </a:rPr>
                <a:t> for quote to order handling</a:t>
              </a:r>
            </a:p>
            <a:p>
              <a:pPr marL="137160" indent="-13716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37160" indent="-137160">
                <a:buClr>
                  <a:srgbClr val="0070AD"/>
                </a:buClr>
                <a:buSzPct val="120000"/>
                <a:buFont typeface="Wingdings" panose="05000000000000000000" pitchFamily="2" charset="2"/>
                <a:buChar char="§"/>
                <a:defRPr/>
              </a:pPr>
              <a:r>
                <a:rPr lang="en-US" sz="1100">
                  <a:solidFill>
                    <a:schemeClr val="tx1"/>
                  </a:solidFill>
                  <a:ea typeface="Verdana"/>
                  <a:cs typeface="+mn-lt"/>
                </a:rPr>
                <a:t> </a:t>
              </a:r>
              <a:r>
                <a:rPr lang="en-US" sz="1100" b="1">
                  <a:solidFill>
                    <a:prstClr val="black"/>
                  </a:solidFill>
                  <a:latin typeface="Ubuntu Light" panose="020B0304030602030204" pitchFamily="34" charset="0"/>
                </a:rPr>
                <a:t>Stagnant B2B Postpaid customer base</a:t>
              </a:r>
              <a:r>
                <a:rPr lang="en-US" sz="1100">
                  <a:solidFill>
                    <a:prstClr val="black"/>
                  </a:solidFill>
                  <a:latin typeface="Ubuntu Light" panose="020B0304030602030204" pitchFamily="34" charset="0"/>
                </a:rPr>
                <a:t> due to non-availability of Mobile Number Portability (MNP)</a:t>
              </a:r>
            </a:p>
            <a:p>
              <a:pPr marL="13716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panose="020B0504030602030204" pitchFamily="34" charset="0"/>
                <a:ea typeface="Verdana" panose="020B0604030504040204" pitchFamily="34" charset="0"/>
                <a:sym typeface="BentonSans"/>
              </a:endParaRPr>
            </a:p>
          </p:txBody>
        </p:sp>
        <p:sp>
          <p:nvSpPr>
            <p:cNvPr id="31" name="Rectangle 30">
              <a:extLst>
                <a:ext uri="{FF2B5EF4-FFF2-40B4-BE49-F238E27FC236}">
                  <a16:creationId xmlns:a16="http://schemas.microsoft.com/office/drawing/2014/main" id="{5F4561FC-9FE3-4545-9D26-7F7D0D276F74}"/>
                </a:ext>
              </a:extLst>
            </p:cNvPr>
            <p:cNvSpPr/>
            <p:nvPr/>
          </p:nvSpPr>
          <p:spPr>
            <a:xfrm>
              <a:off x="3798546" y="3554466"/>
              <a:ext cx="2776507"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Capgemini was awarded as the </a:t>
              </a:r>
              <a:r>
                <a:rPr lang="en-US" sz="1100" b="1">
                  <a:solidFill>
                    <a:prstClr val="black"/>
                  </a:solidFill>
                  <a:latin typeface="Ubuntu Light" panose="020B0304030602030204" pitchFamily="34" charset="0"/>
                </a:rPr>
                <a:t>Salesforce Implementation Partner of the year</a:t>
              </a:r>
              <a:r>
                <a:rPr lang="en-US" sz="1100">
                  <a:solidFill>
                    <a:prstClr val="black"/>
                  </a:solidFill>
                  <a:latin typeface="Ubuntu Light" panose="020B0304030602030204" pitchFamily="34" charset="0"/>
                </a:rPr>
                <a:t> across APAC region for the Telco's CRM Transformation</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Experience with </a:t>
              </a:r>
              <a:r>
                <a:rPr lang="en-US" sz="1100" b="1">
                  <a:solidFill>
                    <a:prstClr val="black"/>
                  </a:solidFill>
                  <a:latin typeface="Ubuntu Light" panose="020B0304030602030204" pitchFamily="34" charset="0"/>
                </a:rPr>
                <a:t>Digital Telco Integration Solution</a:t>
              </a:r>
              <a:r>
                <a:rPr lang="en-US" sz="1100">
                  <a:solidFill>
                    <a:prstClr val="black"/>
                  </a:solidFill>
                  <a:latin typeface="Ubuntu Light" panose="020B0304030602030204" pitchFamily="34" charset="0"/>
                </a:rPr>
                <a:t>  across geographies</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Capgemini </a:t>
              </a:r>
              <a:r>
                <a:rPr lang="en-US" sz="1100" b="1">
                  <a:solidFill>
                    <a:prstClr val="black"/>
                  </a:solidFill>
                  <a:latin typeface="Ubuntu Light" panose="020B0304030602030204" pitchFamily="34" charset="0"/>
                </a:rPr>
                <a:t>leveraged the integration capabilities</a:t>
              </a:r>
              <a:r>
                <a:rPr lang="en-US" sz="1100">
                  <a:solidFill>
                    <a:prstClr val="black"/>
                  </a:solidFill>
                  <a:latin typeface="Ubuntu Light" panose="020B0304030602030204" pitchFamily="34" charset="0"/>
                </a:rPr>
                <a:t> built with existing Telco's downstream systems to enable 5G offerings for B2B customers</a:t>
              </a:r>
            </a:p>
            <a:p>
              <a:pPr lvl="0">
                <a:buClr>
                  <a:srgbClr val="0070AD"/>
                </a:buClr>
                <a:buSzPct val="120000"/>
                <a:defRPr/>
              </a:pPr>
              <a:endParaRPr lang="en-IN" sz="1100">
                <a:solidFill>
                  <a:schemeClr val="tx1">
                    <a:lumMod val="85000"/>
                    <a:lumOff val="15000"/>
                  </a:schemeClr>
                </a:solidFill>
                <a:latin typeface="Ubuntu" panose="020B0504030602030204" pitchFamily="34" charset="0"/>
                <a:ea typeface="Verdana" panose="020B0604030504040204" pitchFamily="34" charset="0"/>
                <a:sym typeface="BentonSans"/>
              </a:endParaRPr>
            </a:p>
            <a:p>
              <a:pPr marL="137160" lvl="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panose="020B0504030602030204" pitchFamily="34" charset="0"/>
                <a:ea typeface="Verdana" panose="020B0604030504040204" pitchFamily="34" charset="0"/>
                <a:sym typeface="BentonSans"/>
              </a:endParaRPr>
            </a:p>
          </p:txBody>
        </p:sp>
        <p:sp>
          <p:nvSpPr>
            <p:cNvPr id="32" name="Rectangle 31">
              <a:extLst>
                <a:ext uri="{FF2B5EF4-FFF2-40B4-BE49-F238E27FC236}">
                  <a16:creationId xmlns:a16="http://schemas.microsoft.com/office/drawing/2014/main" id="{94086AB5-5B46-4759-9F29-0F041854B498}"/>
                </a:ext>
              </a:extLst>
            </p:cNvPr>
            <p:cNvSpPr/>
            <p:nvPr/>
          </p:nvSpPr>
          <p:spPr>
            <a:xfrm>
              <a:off x="6790210" y="3550253"/>
              <a:ext cx="2618075" cy="2731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US" sz="1100" b="1">
                  <a:solidFill>
                    <a:schemeClr val="tx1"/>
                  </a:solidFill>
                  <a:latin typeface="Ubuntu Light"/>
                </a:rPr>
                <a:t>Salesforce Sales and Service Cloud </a:t>
              </a:r>
              <a:r>
                <a:rPr lang="en-US" sz="1100">
                  <a:solidFill>
                    <a:schemeClr val="tx1"/>
                  </a:solidFill>
                  <a:latin typeface="Ubuntu Light"/>
                </a:rPr>
                <a:t>capabilities such as case management, knowledge management, case routing and customer service request</a:t>
              </a:r>
            </a:p>
            <a:p>
              <a:pPr marL="171450" indent="-171450">
                <a:spcAft>
                  <a:spcPts val="900"/>
                </a:spcAft>
                <a:buClr>
                  <a:srgbClr val="0070AD"/>
                </a:buClr>
                <a:buSzPct val="120000"/>
                <a:buFont typeface="Wingdings" panose="05000000000000000000" pitchFamily="2" charset="2"/>
                <a:buChar char="§"/>
                <a:defRPr/>
              </a:pPr>
              <a:r>
                <a:rPr lang="en-US" sz="1100" b="1">
                  <a:solidFill>
                    <a:schemeClr val="tx1"/>
                  </a:solidFill>
                  <a:latin typeface="Ubuntu Light"/>
                </a:rPr>
                <a:t>Vlocity EPC</a:t>
              </a:r>
              <a:r>
                <a:rPr lang="en-US" sz="1100">
                  <a:solidFill>
                    <a:schemeClr val="tx1"/>
                  </a:solidFill>
                  <a:latin typeface="Ubuntu Light"/>
                </a:rPr>
                <a:t> as enterprise commercial catalogue for product modelling and time-to-market, easy configuration, customization, Bundling of B2B products and plans</a:t>
              </a:r>
            </a:p>
            <a:p>
              <a:pPr marL="171450" indent="-171450">
                <a:spcAft>
                  <a:spcPts val="900"/>
                </a:spcAft>
                <a:buClr>
                  <a:srgbClr val="0070AD"/>
                </a:buClr>
                <a:buSzPct val="120000"/>
                <a:buFont typeface="Wingdings" panose="05000000000000000000" pitchFamily="2" charset="2"/>
                <a:buChar char="§"/>
                <a:defRPr/>
              </a:pPr>
              <a:r>
                <a:rPr lang="en-US" sz="1100" b="1">
                  <a:solidFill>
                    <a:schemeClr val="tx1"/>
                  </a:solidFill>
                  <a:latin typeface="Ubuntu Light"/>
                </a:rPr>
                <a:t>Vlocity CPQ, Vlocity CLM and Vlocity COM</a:t>
              </a:r>
              <a:r>
                <a:rPr lang="en-US" sz="1100">
                  <a:solidFill>
                    <a:schemeClr val="tx1"/>
                  </a:solidFill>
                  <a:latin typeface="Ubuntu Light"/>
                </a:rPr>
                <a:t> combined with </a:t>
              </a:r>
              <a:r>
                <a:rPr lang="en-US" sz="1100" b="1">
                  <a:solidFill>
                    <a:schemeClr val="tx1"/>
                  </a:solidFill>
                  <a:latin typeface="Ubuntu Light"/>
                </a:rPr>
                <a:t>Mulesoft </a:t>
              </a:r>
              <a:r>
                <a:rPr lang="en-US" sz="1100">
                  <a:solidFill>
                    <a:schemeClr val="tx1"/>
                  </a:solidFill>
                  <a:latin typeface="Ubuntu Light"/>
                </a:rPr>
                <a:t>Integration platform  to follow industry standards for a catalogue-driven order management approach</a:t>
              </a:r>
              <a:endParaRPr lang="en-IN" sz="1100">
                <a:solidFill>
                  <a:schemeClr val="tx1"/>
                </a:solidFill>
                <a:latin typeface="Ubuntu Light"/>
              </a:endParaRPr>
            </a:p>
            <a:p>
              <a:pPr marL="171450" indent="-171450">
                <a:spcAft>
                  <a:spcPts val="900"/>
                </a:spcAft>
                <a:buClr>
                  <a:srgbClr val="0070AD"/>
                </a:buClr>
                <a:buSzPct val="120000"/>
                <a:buFont typeface="Wingdings" panose="05000000000000000000" pitchFamily="2" charset="2"/>
                <a:buChar char="§"/>
                <a:defRPr/>
              </a:pPr>
              <a:endParaRPr lang="en-US" sz="1100">
                <a:latin typeface="Ubuntu Light" panose="020B0304030602030204" pitchFamily="34" charset="0"/>
              </a:endParaRPr>
            </a:p>
          </p:txBody>
        </p:sp>
        <p:sp>
          <p:nvSpPr>
            <p:cNvPr id="33" name="Rectangle 32">
              <a:extLst>
                <a:ext uri="{FF2B5EF4-FFF2-40B4-BE49-F238E27FC236}">
                  <a16:creationId xmlns:a16="http://schemas.microsoft.com/office/drawing/2014/main" id="{B15383A4-F239-4A81-8716-101A4B9F2AB5}"/>
                </a:ext>
              </a:extLst>
            </p:cNvPr>
            <p:cNvSpPr/>
            <p:nvPr/>
          </p:nvSpPr>
          <p:spPr>
            <a:xfrm>
              <a:off x="9614243" y="3524387"/>
              <a:ext cx="2194560" cy="2352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Faster lead conversion </a:t>
              </a:r>
              <a:r>
                <a:rPr lang="en-US" sz="1100">
                  <a:solidFill>
                    <a:prstClr val="black"/>
                  </a:solidFill>
                  <a:latin typeface="Ubuntu Light" panose="020B0304030602030204" pitchFamily="34" charset="0"/>
                </a:rPr>
                <a:t>rate; 100K conversions within 6 months post launch </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Better Opportunity win rate; </a:t>
              </a:r>
              <a:r>
                <a:rPr lang="en-IN" sz="1100" b="1">
                  <a:solidFill>
                    <a:prstClr val="black"/>
                  </a:solidFill>
                  <a:latin typeface="Ubuntu Light" panose="020B0304030602030204" pitchFamily="34" charset="0"/>
                </a:rPr>
                <a:t>Increased cross-sell/up-sell </a:t>
              </a:r>
              <a:r>
                <a:rPr lang="en-IN" sz="1100">
                  <a:solidFill>
                    <a:prstClr val="black"/>
                  </a:solidFill>
                  <a:latin typeface="Ubuntu Light" panose="020B0304030602030204" pitchFamily="34" charset="0"/>
                </a:rPr>
                <a:t>by 25%</a:t>
              </a:r>
            </a:p>
            <a:p>
              <a:pPr>
                <a:buClr>
                  <a:srgbClr val="0070AD"/>
                </a:buClr>
                <a:buSzPct val="120000"/>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Fully automated and integrated </a:t>
              </a:r>
              <a:r>
                <a:rPr lang="en-US" sz="1100">
                  <a:solidFill>
                    <a:prstClr val="black"/>
                  </a:solidFill>
                  <a:latin typeface="Ubuntu Light" panose="020B0304030602030204" pitchFamily="34" charset="0"/>
                </a:rPr>
                <a:t>systems for provisioning; Faster turnaround on the quotes &amp; order from 2-3 days to 10 min</a:t>
              </a:r>
              <a:endParaRPr lang="en-IN" sz="1100">
                <a:solidFill>
                  <a:prstClr val="black"/>
                </a:solidFill>
                <a:latin typeface="Ubuntu Light" panose="020B0304030602030204" pitchFamily="34" charset="0"/>
              </a:endParaRPr>
            </a:p>
            <a:p>
              <a:pPr marL="171450" indent="-171450">
                <a:spcBef>
                  <a:spcPts val="200"/>
                </a:spcBef>
                <a:spcAft>
                  <a:spcPts val="200"/>
                </a:spcAft>
                <a:buClr>
                  <a:srgbClr val="0070AD"/>
                </a:buClr>
                <a:buSzPct val="120000"/>
                <a:buFont typeface="Wingdings" panose="05000000000000000000" pitchFamily="2" charset="2"/>
                <a:buChar char="§"/>
                <a:defRPr/>
              </a:pPr>
              <a:endParaRPr lang="en-US" sz="1100">
                <a:solidFill>
                  <a:schemeClr val="tx1"/>
                </a:solidFill>
                <a:ea typeface="Verdana"/>
              </a:endParaRPr>
            </a:p>
            <a:p>
              <a:pPr marL="137160" indent="-137160">
                <a:spcBef>
                  <a:spcPts val="200"/>
                </a:spcBef>
                <a:spcAft>
                  <a:spcPts val="200"/>
                </a:spcAft>
                <a:buClr>
                  <a:srgbClr val="0070AD"/>
                </a:buClr>
                <a:buSzPct val="120000"/>
                <a:buFont typeface="Wingdings" panose="05000000000000000000" pitchFamily="2" charset="2"/>
                <a:buChar char="§"/>
                <a:defRPr/>
              </a:pPr>
              <a:endParaRPr lang="en-IN" sz="1100">
                <a:solidFill>
                  <a:srgbClr val="262626"/>
                </a:solidFill>
                <a:latin typeface="Ubuntu" panose="020B0504030602030204" pitchFamily="34" charset="0"/>
                <a:ea typeface="Verdana" panose="020B0604030504040204" pitchFamily="34" charset="0"/>
              </a:endParaRPr>
            </a:p>
          </p:txBody>
        </p:sp>
        <p:cxnSp>
          <p:nvCxnSpPr>
            <p:cNvPr id="34" name="Straight Connector 33">
              <a:extLst>
                <a:ext uri="{FF2B5EF4-FFF2-40B4-BE49-F238E27FC236}">
                  <a16:creationId xmlns:a16="http://schemas.microsoft.com/office/drawing/2014/main" id="{82667899-D16F-423A-83D4-7F9F6802417E}"/>
                </a:ext>
              </a:extLst>
            </p:cNvPr>
            <p:cNvCxnSpPr>
              <a:cxnSpLocks/>
            </p:cNvCxnSpPr>
            <p:nvPr/>
          </p:nvCxnSpPr>
          <p:spPr>
            <a:xfrm>
              <a:off x="3721100" y="3285849"/>
              <a:ext cx="0" cy="249582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35" name="Picture 34" descr="Shape&#10;&#10;Description automatically generated with low confidence">
            <a:extLst>
              <a:ext uri="{FF2B5EF4-FFF2-40B4-BE49-F238E27FC236}">
                <a16:creationId xmlns:a16="http://schemas.microsoft.com/office/drawing/2014/main" id="{74E14806-53A6-4E5C-8827-CAB785EF46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046" y="2554555"/>
            <a:ext cx="570108" cy="507747"/>
          </a:xfrm>
          <a:prstGeom prst="rect">
            <a:avLst/>
          </a:prstGeom>
        </p:spPr>
      </p:pic>
      <p:pic>
        <p:nvPicPr>
          <p:cNvPr id="36" name="Picture 35" descr="Shape&#10;&#10;Description automatically generated with low confidence">
            <a:extLst>
              <a:ext uri="{FF2B5EF4-FFF2-40B4-BE49-F238E27FC236}">
                <a16:creationId xmlns:a16="http://schemas.microsoft.com/office/drawing/2014/main" id="{0BCC8545-BA6A-49DE-87A5-B08537255A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382" y="2552051"/>
            <a:ext cx="524081" cy="524081"/>
          </a:xfrm>
          <a:prstGeom prst="rect">
            <a:avLst/>
          </a:prstGeom>
        </p:spPr>
      </p:pic>
      <p:pic>
        <p:nvPicPr>
          <p:cNvPr id="37" name="Picture 36" descr="Shape&#10;&#10;Description automatically generated with low confidence">
            <a:extLst>
              <a:ext uri="{FF2B5EF4-FFF2-40B4-BE49-F238E27FC236}">
                <a16:creationId xmlns:a16="http://schemas.microsoft.com/office/drawing/2014/main" id="{E07510BB-7715-4BC5-A6A3-279AB29686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flipV="1">
            <a:off x="7879100" y="2627822"/>
            <a:ext cx="467030" cy="467030"/>
          </a:xfrm>
          <a:prstGeom prst="rect">
            <a:avLst/>
          </a:prstGeom>
        </p:spPr>
      </p:pic>
      <p:pic>
        <p:nvPicPr>
          <p:cNvPr id="38" name="Picture 37" descr="Shape&#10;&#10;Description automatically generated with low confidence">
            <a:extLst>
              <a:ext uri="{FF2B5EF4-FFF2-40B4-BE49-F238E27FC236}">
                <a16:creationId xmlns:a16="http://schemas.microsoft.com/office/drawing/2014/main" id="{EABE2FD6-A5A6-4505-9080-84FDA33B09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608" y="2541014"/>
            <a:ext cx="504520" cy="504520"/>
          </a:xfrm>
          <a:prstGeom prst="rect">
            <a:avLst/>
          </a:prstGeom>
        </p:spPr>
      </p:pic>
    </p:spTree>
    <p:extLst>
      <p:ext uri="{BB962C8B-B14F-4D97-AF65-F5344CB8AC3E}">
        <p14:creationId xmlns:p14="http://schemas.microsoft.com/office/powerpoint/2010/main" val="3518095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7">
            <a:extLst>
              <a:ext uri="{FF2B5EF4-FFF2-40B4-BE49-F238E27FC236}">
                <a16:creationId xmlns:a16="http://schemas.microsoft.com/office/drawing/2014/main" id="{2CE26FE6-791C-4508-8C3F-C8646DA4BAF5}"/>
              </a:ext>
            </a:extLst>
          </p:cNvPr>
          <p:cNvSpPr>
            <a:spLocks noGrp="1"/>
          </p:cNvSpPr>
          <p:nvPr>
            <p:ph type="title"/>
          </p:nvPr>
        </p:nvSpPr>
        <p:spPr>
          <a:xfrm>
            <a:off x="139184" y="237823"/>
            <a:ext cx="10405293" cy="705075"/>
          </a:xfrm>
        </p:spPr>
        <p:txBody>
          <a:bodyPr>
            <a:normAutofit fontScale="90000"/>
          </a:bodyPr>
          <a:lstStyle/>
          <a:p>
            <a:r>
              <a:rPr lang="fr-FR" sz="3200">
                <a:latin typeface="Arial Black" panose="020B0A04020102020204" pitchFamily="34" charset="0"/>
              </a:rPr>
              <a:t>OPERATING MODEL TRANSFORMATION FOR A LEADING APAC TELCO</a:t>
            </a:r>
          </a:p>
        </p:txBody>
      </p:sp>
      <p:grpSp>
        <p:nvGrpSpPr>
          <p:cNvPr id="5" name="Group 4">
            <a:extLst>
              <a:ext uri="{FF2B5EF4-FFF2-40B4-BE49-F238E27FC236}">
                <a16:creationId xmlns:a16="http://schemas.microsoft.com/office/drawing/2014/main" id="{02E6FC53-6310-4B3B-840B-F80C36B9E289}"/>
              </a:ext>
            </a:extLst>
          </p:cNvPr>
          <p:cNvGrpSpPr/>
          <p:nvPr/>
        </p:nvGrpSpPr>
        <p:grpSpPr>
          <a:xfrm>
            <a:off x="0" y="2325420"/>
            <a:ext cx="12192000" cy="4268121"/>
            <a:chOff x="0" y="1987458"/>
            <a:chExt cx="12192000" cy="4268121"/>
          </a:xfrm>
        </p:grpSpPr>
        <p:sp>
          <p:nvSpPr>
            <p:cNvPr id="6" name="Oval 5">
              <a:extLst>
                <a:ext uri="{FF2B5EF4-FFF2-40B4-BE49-F238E27FC236}">
                  <a16:creationId xmlns:a16="http://schemas.microsoft.com/office/drawing/2014/main" id="{450FB9D4-8FC5-4B9C-87BC-7AC20BCFB410}"/>
                </a:ext>
              </a:extLst>
            </p:cNvPr>
            <p:cNvSpPr/>
            <p:nvPr/>
          </p:nvSpPr>
          <p:spPr>
            <a:xfrm>
              <a:off x="1436132"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7" name="Oval 6">
              <a:extLst>
                <a:ext uri="{FF2B5EF4-FFF2-40B4-BE49-F238E27FC236}">
                  <a16:creationId xmlns:a16="http://schemas.microsoft.com/office/drawing/2014/main" id="{4DFD5D2E-9822-42ED-A2CC-758633CD71EC}"/>
                </a:ext>
              </a:extLst>
            </p:cNvPr>
            <p:cNvSpPr/>
            <p:nvPr/>
          </p:nvSpPr>
          <p:spPr>
            <a:xfrm>
              <a:off x="4611455"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8" name="Oval 7">
              <a:extLst>
                <a:ext uri="{FF2B5EF4-FFF2-40B4-BE49-F238E27FC236}">
                  <a16:creationId xmlns:a16="http://schemas.microsoft.com/office/drawing/2014/main" id="{CA18C9E0-D296-4393-B683-4593FAB07352}"/>
                </a:ext>
              </a:extLst>
            </p:cNvPr>
            <p:cNvSpPr/>
            <p:nvPr/>
          </p:nvSpPr>
          <p:spPr>
            <a:xfrm>
              <a:off x="7478647"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0" name="Oval 9">
              <a:extLst>
                <a:ext uri="{FF2B5EF4-FFF2-40B4-BE49-F238E27FC236}">
                  <a16:creationId xmlns:a16="http://schemas.microsoft.com/office/drawing/2014/main" id="{C6EAACDC-238E-4B7D-808D-3B4997A6994F}"/>
                </a:ext>
              </a:extLst>
            </p:cNvPr>
            <p:cNvSpPr/>
            <p:nvPr/>
          </p:nvSpPr>
          <p:spPr>
            <a:xfrm>
              <a:off x="10107634"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11" name="Oval 10">
              <a:extLst>
                <a:ext uri="{FF2B5EF4-FFF2-40B4-BE49-F238E27FC236}">
                  <a16:creationId xmlns:a16="http://schemas.microsoft.com/office/drawing/2014/main" id="{3F63E777-884D-4AD7-8AFB-E6BA1EB80F74}"/>
                </a:ext>
              </a:extLst>
            </p:cNvPr>
            <p:cNvSpPr/>
            <p:nvPr/>
          </p:nvSpPr>
          <p:spPr>
            <a:xfrm>
              <a:off x="1338580"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2" name="Oval 11">
              <a:extLst>
                <a:ext uri="{FF2B5EF4-FFF2-40B4-BE49-F238E27FC236}">
                  <a16:creationId xmlns:a16="http://schemas.microsoft.com/office/drawing/2014/main" id="{7CDB0014-DB2F-44F9-88A8-19BEF6F70DDB}"/>
                </a:ext>
              </a:extLst>
            </p:cNvPr>
            <p:cNvSpPr/>
            <p:nvPr/>
          </p:nvSpPr>
          <p:spPr>
            <a:xfrm>
              <a:off x="4513903"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3" name="Oval 12">
              <a:extLst>
                <a:ext uri="{FF2B5EF4-FFF2-40B4-BE49-F238E27FC236}">
                  <a16:creationId xmlns:a16="http://schemas.microsoft.com/office/drawing/2014/main" id="{CD3CF2F5-97F4-4877-9132-E4879186E554}"/>
                </a:ext>
              </a:extLst>
            </p:cNvPr>
            <p:cNvSpPr/>
            <p:nvPr/>
          </p:nvSpPr>
          <p:spPr>
            <a:xfrm>
              <a:off x="7381095"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4" name="Oval 13">
              <a:extLst>
                <a:ext uri="{FF2B5EF4-FFF2-40B4-BE49-F238E27FC236}">
                  <a16:creationId xmlns:a16="http://schemas.microsoft.com/office/drawing/2014/main" id="{3F17BE58-9483-4230-9A84-36DEEBD1D011}"/>
                </a:ext>
              </a:extLst>
            </p:cNvPr>
            <p:cNvSpPr/>
            <p:nvPr/>
          </p:nvSpPr>
          <p:spPr>
            <a:xfrm>
              <a:off x="10010082"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15" name="Rectangle 14">
              <a:extLst>
                <a:ext uri="{FF2B5EF4-FFF2-40B4-BE49-F238E27FC236}">
                  <a16:creationId xmlns:a16="http://schemas.microsoft.com/office/drawing/2014/main" id="{5287E592-0322-44D3-8DC0-1603B0B27456}"/>
                </a:ext>
              </a:extLst>
            </p:cNvPr>
            <p:cNvSpPr/>
            <p:nvPr/>
          </p:nvSpPr>
          <p:spPr>
            <a:xfrm>
              <a:off x="0" y="2692997"/>
              <a:ext cx="12192000" cy="5521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Ubuntu Light" panose="020B0304030602030204" pitchFamily="34" charset="0"/>
              </a:endParaRPr>
            </a:p>
          </p:txBody>
        </p:sp>
        <p:sp>
          <p:nvSpPr>
            <p:cNvPr id="16" name="Rectangle 15">
              <a:extLst>
                <a:ext uri="{FF2B5EF4-FFF2-40B4-BE49-F238E27FC236}">
                  <a16:creationId xmlns:a16="http://schemas.microsoft.com/office/drawing/2014/main" id="{2163E562-F0D9-4BF0-B5E3-EF271829E464}"/>
                </a:ext>
              </a:extLst>
            </p:cNvPr>
            <p:cNvSpPr/>
            <p:nvPr/>
          </p:nvSpPr>
          <p:spPr>
            <a:xfrm>
              <a:off x="419100" y="2716002"/>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Problem</a:t>
              </a:r>
            </a:p>
          </p:txBody>
        </p:sp>
        <p:sp>
          <p:nvSpPr>
            <p:cNvPr id="17" name="Rectangle 16">
              <a:extLst>
                <a:ext uri="{FF2B5EF4-FFF2-40B4-BE49-F238E27FC236}">
                  <a16:creationId xmlns:a16="http://schemas.microsoft.com/office/drawing/2014/main" id="{5E92E135-F219-47E7-80DC-8844D4E6BAEE}"/>
                </a:ext>
              </a:extLst>
            </p:cNvPr>
            <p:cNvSpPr/>
            <p:nvPr/>
          </p:nvSpPr>
          <p:spPr>
            <a:xfrm>
              <a:off x="4201214" y="2716002"/>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Why we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were chosen </a:t>
              </a: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8" name="Rectangle 17">
              <a:extLst>
                <a:ext uri="{FF2B5EF4-FFF2-40B4-BE49-F238E27FC236}">
                  <a16:creationId xmlns:a16="http://schemas.microsoft.com/office/drawing/2014/main" id="{561636E3-36D0-4329-B349-13B39CC35100}"/>
                </a:ext>
              </a:extLst>
            </p:cNvPr>
            <p:cNvSpPr/>
            <p:nvPr/>
          </p:nvSpPr>
          <p:spPr>
            <a:xfrm>
              <a:off x="6879264"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rPr>
                <a:t>Solution</a:t>
              </a:r>
            </a:p>
          </p:txBody>
        </p:sp>
        <p:sp>
          <p:nvSpPr>
            <p:cNvPr id="19" name="Rectangle 18">
              <a:extLst>
                <a:ext uri="{FF2B5EF4-FFF2-40B4-BE49-F238E27FC236}">
                  <a16:creationId xmlns:a16="http://schemas.microsoft.com/office/drawing/2014/main" id="{FF847F7D-C5CB-4BEF-A7E2-0431D8610D3B}"/>
                </a:ext>
              </a:extLst>
            </p:cNvPr>
            <p:cNvSpPr/>
            <p:nvPr/>
          </p:nvSpPr>
          <p:spPr>
            <a:xfrm>
              <a:off x="9508251"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Benefits</a:t>
              </a:r>
              <a:br>
                <a:rPr lang="en-US" sz="1400" b="1">
                  <a:solidFill>
                    <a:schemeClr val="bg1"/>
                  </a:solidFill>
                  <a:latin typeface="Ubuntu Light" panose="020B0304030602030204" pitchFamily="34" charset="0"/>
                  <a:ea typeface="Verdana" panose="020B0604030504040204" pitchFamily="34" charset="0"/>
                </a:rPr>
              </a:br>
              <a:endParaRPr lang="en-US" sz="1400" b="1">
                <a:solidFill>
                  <a:schemeClr val="bg1"/>
                </a:solidFill>
                <a:latin typeface="Ubuntu Light" panose="020B0304030602030204" pitchFamily="34" charset="0"/>
                <a:ea typeface="Verdana" panose="020B0604030504040204" pitchFamily="34" charset="0"/>
              </a:endParaRPr>
            </a:p>
          </p:txBody>
        </p:sp>
        <p:sp>
          <p:nvSpPr>
            <p:cNvPr id="20" name="Rectangle 19">
              <a:extLst>
                <a:ext uri="{FF2B5EF4-FFF2-40B4-BE49-F238E27FC236}">
                  <a16:creationId xmlns:a16="http://schemas.microsoft.com/office/drawing/2014/main" id="{A7541929-F9A1-4DDD-8DFA-2046737A8939}"/>
                </a:ext>
              </a:extLst>
            </p:cNvPr>
            <p:cNvSpPr/>
            <p:nvPr/>
          </p:nvSpPr>
          <p:spPr>
            <a:xfrm>
              <a:off x="0" y="3239837"/>
              <a:ext cx="12192000" cy="5521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Ubuntu Light" panose="020B0304030602030204" pitchFamily="34" charset="0"/>
              </a:endParaRPr>
            </a:p>
          </p:txBody>
        </p:sp>
        <p:cxnSp>
          <p:nvCxnSpPr>
            <p:cNvPr id="21" name="Straight Connector 20">
              <a:extLst>
                <a:ext uri="{FF2B5EF4-FFF2-40B4-BE49-F238E27FC236}">
                  <a16:creationId xmlns:a16="http://schemas.microsoft.com/office/drawing/2014/main" id="{4D26CC2B-2261-4707-B05A-9F5AE7AEF482}"/>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D5F1BDC-75B2-493B-87EB-076B1FC8FB6F}"/>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D1E4565-85A4-4652-9671-D2CBD8CC7428}"/>
                </a:ext>
              </a:extLst>
            </p:cNvPr>
            <p:cNvCxnSpPr/>
            <p:nvPr/>
          </p:nvCxnSpPr>
          <p:spPr>
            <a:xfrm>
              <a:off x="952337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B840B25-2CE0-4456-BA16-224D98987C48}"/>
                </a:ext>
              </a:extLst>
            </p:cNvPr>
            <p:cNvCxnSpPr>
              <a:cxnSpLocks/>
            </p:cNvCxnSpPr>
            <p:nvPr/>
          </p:nvCxnSpPr>
          <p:spPr>
            <a:xfrm>
              <a:off x="6682631" y="3285849"/>
              <a:ext cx="0" cy="2915190"/>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7A4B255-5939-4AC6-9098-B22D7B264EC3}"/>
                </a:ext>
              </a:extLst>
            </p:cNvPr>
            <p:cNvCxnSpPr>
              <a:cxnSpLocks/>
            </p:cNvCxnSpPr>
            <p:nvPr/>
          </p:nvCxnSpPr>
          <p:spPr>
            <a:xfrm>
              <a:off x="9523375" y="3285849"/>
              <a:ext cx="0" cy="2969730"/>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2722C7F0-09B7-4CEB-BA0A-08B22D9FE218}"/>
                </a:ext>
              </a:extLst>
            </p:cNvPr>
            <p:cNvSpPr/>
            <p:nvPr/>
          </p:nvSpPr>
          <p:spPr>
            <a:xfrm>
              <a:off x="228600" y="3554466"/>
              <a:ext cx="330200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Light" panose="020B0304030602030204" pitchFamily="34" charset="0"/>
                </a:rPr>
                <a:t>Telco’s technical services function is distributed across many divisions and departments, and has evolved such that, there are several “Shadow” IT Functions where business or digital teams are </a:t>
              </a:r>
              <a:r>
                <a:rPr kumimoji="0" lang="en-US" sz="1100" b="1" i="0" u="none" strike="noStrike" kern="1200" cap="none" spc="0" normalizeH="0" baseline="0" noProof="0">
                  <a:ln>
                    <a:noFill/>
                  </a:ln>
                  <a:solidFill>
                    <a:prstClr val="black"/>
                  </a:solidFill>
                  <a:effectLst/>
                  <a:uLnTx/>
                  <a:uFillTx/>
                  <a:latin typeface="Ubuntu Light" panose="020B0304030602030204" pitchFamily="34" charset="0"/>
                </a:rPr>
                <a:t>making isolated decisions</a:t>
              </a:r>
              <a:r>
                <a:rPr kumimoji="0" lang="en-US" sz="1100" b="0" i="0" u="none" strike="noStrike" kern="1200" cap="none" spc="0" normalizeH="0" baseline="0" noProof="0">
                  <a:ln>
                    <a:noFill/>
                  </a:ln>
                  <a:solidFill>
                    <a:prstClr val="black"/>
                  </a:solidFill>
                  <a:effectLst/>
                  <a:uLnTx/>
                  <a:uFillTx/>
                  <a:latin typeface="Ubuntu Light" panose="020B0304030602030204" pitchFamily="34" charset="0"/>
                </a:rPr>
                <a:t>, including software selections, choosing implementation partners, and then transitioning IT support to ISG. </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IN" sz="1100" b="0" i="0" u="none" strike="noStrike" kern="1200" cap="none" spc="0" normalizeH="0" baseline="0" noProof="0">
                  <a:ln>
                    <a:noFill/>
                  </a:ln>
                  <a:solidFill>
                    <a:prstClr val="black"/>
                  </a:solidFill>
                  <a:effectLst/>
                  <a:uLnTx/>
                  <a:uFillTx/>
                  <a:latin typeface="Ubuntu Light" panose="020B0304030602030204" pitchFamily="34" charset="0"/>
                </a:rPr>
                <a:t>Lack of alignment in vision, </a:t>
              </a:r>
              <a:r>
                <a:rPr kumimoji="0" lang="en-IN" sz="1100" b="1" i="0" u="none" strike="noStrike" kern="1200" cap="none" spc="0" normalizeH="0" baseline="0" noProof="0">
                  <a:ln>
                    <a:noFill/>
                  </a:ln>
                  <a:solidFill>
                    <a:prstClr val="black"/>
                  </a:solidFill>
                  <a:effectLst/>
                  <a:uLnTx/>
                  <a:uFillTx/>
                  <a:latin typeface="Ubuntu Light" panose="020B0304030602030204" pitchFamily="34" charset="0"/>
                </a:rPr>
                <a:t>fragmented collaboration and siloed operations</a:t>
              </a:r>
              <a:r>
                <a:rPr kumimoji="0" lang="en-IN" sz="1100" b="0" i="0" u="none" strike="noStrike" kern="1200" cap="none" spc="0" normalizeH="0" baseline="0" noProof="0">
                  <a:ln>
                    <a:noFill/>
                  </a:ln>
                  <a:solidFill>
                    <a:prstClr val="black"/>
                  </a:solidFill>
                  <a:effectLst/>
                  <a:uLnTx/>
                  <a:uFillTx/>
                  <a:latin typeface="Ubuntu Light" panose="020B0304030602030204" pitchFamily="34" charset="0"/>
                </a:rPr>
                <a:t> is a major cause for concern for OCIO</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IN" sz="1100" b="0" i="0" u="none" strike="noStrike" kern="1200" cap="none" spc="0" normalizeH="0" baseline="0" noProof="0">
                  <a:ln>
                    <a:noFill/>
                  </a:ln>
                  <a:solidFill>
                    <a:prstClr val="black"/>
                  </a:solidFill>
                  <a:effectLst/>
                  <a:uLnTx/>
                  <a:uFillTx/>
                  <a:latin typeface="Ubuntu Light" panose="020B0304030602030204" pitchFamily="34" charset="0"/>
                </a:rPr>
                <a:t>Emphasis on </a:t>
              </a:r>
              <a:r>
                <a:rPr kumimoji="0" lang="en-IN" sz="1100" b="1" i="0" u="none" strike="noStrike" kern="1200" cap="none" spc="0" normalizeH="0" baseline="0" noProof="0">
                  <a:ln>
                    <a:noFill/>
                  </a:ln>
                  <a:solidFill>
                    <a:prstClr val="black"/>
                  </a:solidFill>
                  <a:effectLst/>
                  <a:uLnTx/>
                  <a:uFillTx/>
                  <a:latin typeface="Ubuntu Light" panose="020B0304030602030204" pitchFamily="34" charset="0"/>
                </a:rPr>
                <a:t>ring fenced operations for both BAU and Transformation activities</a:t>
              </a:r>
              <a:r>
                <a:rPr kumimoji="0" lang="en-IN" sz="1100" b="0" i="0" u="none" strike="noStrike" kern="1200" cap="none" spc="0" normalizeH="0" baseline="0" noProof="0">
                  <a:ln>
                    <a:noFill/>
                  </a:ln>
                  <a:solidFill>
                    <a:prstClr val="black"/>
                  </a:solidFill>
                  <a:effectLst/>
                  <a:uLnTx/>
                  <a:uFillTx/>
                  <a:latin typeface="Ubuntu Light" panose="020B0304030602030204" pitchFamily="34" charset="0"/>
                </a:rPr>
                <a:t> resulting in an inconsistent and siloed support for technology capability development</a:t>
              </a:r>
              <a:endParaRPr kumimoji="0" lang="en-US" sz="1100" b="0" i="0" u="none" strike="noStrike" kern="1200" cap="none" spc="0" normalizeH="0" baseline="0" noProof="0">
                <a:ln>
                  <a:noFill/>
                </a:ln>
                <a:solidFill>
                  <a:prstClr val="black"/>
                </a:solidFill>
                <a:effectLst/>
                <a:uLnTx/>
                <a:uFillTx/>
                <a:latin typeface="Ubuntu Light" panose="020B0304030602030204" pitchFamily="34" charset="0"/>
              </a:endParaRPr>
            </a:p>
          </p:txBody>
        </p:sp>
        <p:sp>
          <p:nvSpPr>
            <p:cNvPr id="27" name="Rectangle 26">
              <a:extLst>
                <a:ext uri="{FF2B5EF4-FFF2-40B4-BE49-F238E27FC236}">
                  <a16:creationId xmlns:a16="http://schemas.microsoft.com/office/drawing/2014/main" id="{69971F1B-B290-4CF5-961C-174D36E915F4}"/>
                </a:ext>
              </a:extLst>
            </p:cNvPr>
            <p:cNvSpPr/>
            <p:nvPr/>
          </p:nvSpPr>
          <p:spPr>
            <a:xfrm>
              <a:off x="3857168" y="3524387"/>
              <a:ext cx="2776507" cy="27311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schemeClr val="tx1"/>
                  </a:solidFill>
                  <a:latin typeface="Ubuntu Light" panose="020B0304030602030204" pitchFamily="34" charset="0"/>
                </a:rPr>
                <a:t>To Understand the focus areas of ISG by conducting interviews and interactions with key stakeholders</a:t>
              </a:r>
              <a:br>
                <a:rPr lang="en-US" sz="1100">
                  <a:solidFill>
                    <a:schemeClr val="tx1"/>
                  </a:solidFill>
                  <a:latin typeface="Ubuntu Light" panose="020B0304030602030204" pitchFamily="34" charset="0"/>
                </a:rPr>
              </a:br>
              <a:endParaRPr lang="en-US" sz="1100">
                <a:solidFill>
                  <a:schemeClr val="tx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Analyze the </a:t>
              </a:r>
              <a:r>
                <a:rPr kumimoji="0" lang="en-US" sz="1100" b="1"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structural and capability areas</a:t>
              </a:r>
              <a: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 of ISG </a:t>
              </a:r>
              <a:r>
                <a:rPr kumimoji="0" lang="en-US" sz="105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 Talent, architecture, Processes etc.)</a:t>
              </a:r>
              <a:br>
                <a:rPr kumimoji="0" lang="en-US" sz="105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br>
              <a:endParaRPr kumimoji="0" lang="en-US" sz="105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endParaRPr>
            </a:p>
            <a:p>
              <a:pPr marL="171450" indent="-171450">
                <a:buClr>
                  <a:srgbClr val="0070AD"/>
                </a:buClr>
                <a:buSzPct val="120000"/>
                <a:buFont typeface="Wingdings" panose="05000000000000000000" pitchFamily="2" charset="2"/>
                <a:buChar char="§"/>
                <a:defRPr/>
              </a:pPr>
              <a: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Analyze Telco’s ability to meet identified focus</a:t>
              </a:r>
              <a:r>
                <a:rPr lang="en-US" sz="1100">
                  <a:solidFill>
                    <a:srgbClr val="998C85">
                      <a:lumMod val="50000"/>
                    </a:srgbClr>
                  </a:solidFill>
                  <a:latin typeface="Ubuntu Light" panose="020B0304030602030204" pitchFamily="34" charset="0"/>
                  <a:cs typeface="Calibri" pitchFamily="34" charset="0"/>
                </a:rPr>
                <a:t> and success </a:t>
              </a:r>
              <a:br>
                <a:rPr lang="en-US" sz="1100">
                  <a:solidFill>
                    <a:srgbClr val="998C85">
                      <a:lumMod val="50000"/>
                    </a:srgbClr>
                  </a:solidFill>
                  <a:latin typeface="Ubuntu Light" panose="020B0304030602030204" pitchFamily="34" charset="0"/>
                  <a:cs typeface="Calibri" pitchFamily="34" charset="0"/>
                </a:rPr>
              </a:br>
              <a:endParaRPr lang="en-US" sz="1100">
                <a:solidFill>
                  <a:srgbClr val="998C85">
                    <a:lumMod val="50000"/>
                  </a:srgbClr>
                </a:solidFill>
                <a:latin typeface="Ubuntu Light" panose="020B0304030602030204" pitchFamily="34" charset="0"/>
                <a:cs typeface="Calibri" pitchFamily="34" charset="0"/>
              </a:endParaRPr>
            </a:p>
            <a:p>
              <a:pPr marL="171450" indent="-171450">
                <a:buClr>
                  <a:srgbClr val="0070AD"/>
                </a:buClr>
                <a:buSzPct val="120000"/>
                <a:buFont typeface="Wingdings" panose="05000000000000000000" pitchFamily="2" charset="2"/>
                <a:buChar char="§"/>
                <a:defRPr/>
              </a:pPr>
              <a: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Identify gaps </a:t>
              </a:r>
              <a:r>
                <a:rPr kumimoji="0" lang="en-US" sz="1100" b="1"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As-Is and To-Be IT </a:t>
              </a:r>
              <a: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capabilities </a:t>
              </a:r>
              <a:b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br>
              <a:endPar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endParaRPr>
            </a:p>
            <a:p>
              <a:pPr marL="171450" indent="-171450">
                <a:buClr>
                  <a:srgbClr val="0070AD"/>
                </a:buClr>
                <a:buSzPct val="120000"/>
                <a:buFont typeface="Wingdings" panose="05000000000000000000" pitchFamily="2" charset="2"/>
                <a:buChar char="§"/>
                <a:defRPr/>
              </a:pPr>
              <a:r>
                <a:rPr lang="en-US" sz="1100">
                  <a:solidFill>
                    <a:srgbClr val="998C85">
                      <a:lumMod val="50000"/>
                    </a:srgbClr>
                  </a:solidFill>
                  <a:latin typeface="Ubuntu Light" panose="020B0304030602030204" pitchFamily="34" charset="0"/>
                  <a:cs typeface="Calibri" pitchFamily="34" charset="0"/>
                </a:rPr>
                <a:t>Identify </a:t>
              </a:r>
              <a:r>
                <a:rPr lang="en-US" sz="1100" b="1">
                  <a:solidFill>
                    <a:srgbClr val="998C85">
                      <a:lumMod val="50000"/>
                    </a:srgbClr>
                  </a:solidFill>
                  <a:latin typeface="Ubuntu Light" panose="020B0304030602030204" pitchFamily="34" charset="0"/>
                  <a:cs typeface="Calibri" pitchFamily="34" charset="0"/>
                </a:rPr>
                <a:t>areas of opportunities </a:t>
              </a:r>
              <a:r>
                <a:rPr lang="en-US" sz="1100">
                  <a:solidFill>
                    <a:srgbClr val="998C85">
                      <a:lumMod val="50000"/>
                    </a:srgbClr>
                  </a:solidFill>
                  <a:latin typeface="Ubuntu Light" panose="020B0304030602030204" pitchFamily="34" charset="0"/>
                  <a:cs typeface="Calibri" pitchFamily="34" charset="0"/>
                </a:rPr>
                <a:t>and define a </a:t>
              </a:r>
              <a:r>
                <a:rPr lang="en-US" sz="1100" b="1">
                  <a:solidFill>
                    <a:srgbClr val="998C85">
                      <a:lumMod val="50000"/>
                    </a:srgbClr>
                  </a:solidFill>
                  <a:latin typeface="Ubuntu Light" panose="020B0304030602030204" pitchFamily="34" charset="0"/>
                  <a:cs typeface="Calibri" pitchFamily="34" charset="0"/>
                </a:rPr>
                <a:t>solution framework</a:t>
              </a:r>
            </a:p>
            <a:p>
              <a:pPr marL="171450" indent="-17145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Light" panose="020B0304030602030204" pitchFamily="34" charset="0"/>
                <a:ea typeface="Verdana" panose="020B0604030504040204" pitchFamily="34" charset="0"/>
                <a:sym typeface="BentonSans"/>
              </a:endParaRPr>
            </a:p>
            <a:p>
              <a:pPr marL="137160" lvl="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Light" panose="020B0304030602030204" pitchFamily="34" charset="0"/>
                <a:ea typeface="Verdana" panose="020B0604030504040204" pitchFamily="34" charset="0"/>
                <a:sym typeface="BentonSans"/>
              </a:endParaRPr>
            </a:p>
          </p:txBody>
        </p:sp>
        <p:sp>
          <p:nvSpPr>
            <p:cNvPr id="28" name="Rectangle 27">
              <a:extLst>
                <a:ext uri="{FF2B5EF4-FFF2-40B4-BE49-F238E27FC236}">
                  <a16:creationId xmlns:a16="http://schemas.microsoft.com/office/drawing/2014/main" id="{8C72B45E-14F2-45AB-9E13-A34C9238D782}"/>
                </a:ext>
              </a:extLst>
            </p:cNvPr>
            <p:cNvSpPr/>
            <p:nvPr/>
          </p:nvSpPr>
          <p:spPr>
            <a:xfrm>
              <a:off x="6793966" y="3469846"/>
              <a:ext cx="2618075" cy="2731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US" sz="1100">
                  <a:solidFill>
                    <a:schemeClr val="tx1"/>
                  </a:solidFill>
                  <a:latin typeface="Ubuntu Light" panose="020B0304030602030204" pitchFamily="34" charset="0"/>
                  <a:ea typeface="+mn-lt"/>
                  <a:cs typeface="+mn-lt"/>
                </a:rPr>
                <a:t>Telco ISG restructured its organization structure that ensures transparency amongst different functions while addressing the need for </a:t>
              </a:r>
              <a:r>
                <a:rPr lang="en-US" sz="1100" b="1">
                  <a:solidFill>
                    <a:schemeClr val="tx1"/>
                  </a:solidFill>
                  <a:latin typeface="Ubuntu Light" panose="020B0304030602030204" pitchFamily="34" charset="0"/>
                  <a:ea typeface="+mn-lt"/>
                  <a:cs typeface="+mn-lt"/>
                </a:rPr>
                <a:t>operational excellence and agility</a:t>
              </a:r>
              <a:r>
                <a:rPr lang="en-US" sz="1100">
                  <a:solidFill>
                    <a:schemeClr val="tx1"/>
                  </a:solidFill>
                  <a:latin typeface="Ubuntu Light" panose="020B0304030602030204" pitchFamily="34" charset="0"/>
                  <a:ea typeface="+mn-lt"/>
                  <a:cs typeface="+mn-lt"/>
                </a:rPr>
                <a:t> eliminating siloed operations. </a:t>
              </a:r>
            </a:p>
            <a:p>
              <a:pPr marL="171450" indent="-171450">
                <a:spcAft>
                  <a:spcPts val="900"/>
                </a:spcAft>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mn-lt"/>
                  <a:cs typeface="+mn-lt"/>
                </a:rPr>
                <a:t>Centralizing </a:t>
              </a:r>
              <a:r>
                <a:rPr lang="en-IN" sz="1100" b="1">
                  <a:solidFill>
                    <a:schemeClr val="tx1"/>
                  </a:solidFill>
                  <a:latin typeface="Ubuntu Light" panose="020B0304030602030204" pitchFamily="34" charset="0"/>
                  <a:ea typeface="+mn-lt"/>
                  <a:cs typeface="+mn-lt"/>
                </a:rPr>
                <a:t>the Architecture &amp; Integration functions </a:t>
              </a:r>
              <a:r>
                <a:rPr lang="en-IN" sz="1100">
                  <a:solidFill>
                    <a:schemeClr val="tx1"/>
                  </a:solidFill>
                  <a:latin typeface="Ubuntu Light" panose="020B0304030602030204" pitchFamily="34" charset="0"/>
                  <a:ea typeface="+mn-lt"/>
                  <a:cs typeface="+mn-lt"/>
                </a:rPr>
                <a:t>and introducing the BRM layer into the IT organization eliminates gaps in technology capability &amp; delivery</a:t>
              </a:r>
            </a:p>
            <a:p>
              <a:pPr marL="171450" indent="-171450">
                <a:spcAft>
                  <a:spcPts val="900"/>
                </a:spcAft>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mn-lt"/>
                  <a:cs typeface="+mn-lt"/>
                </a:rPr>
                <a:t>The </a:t>
              </a:r>
              <a:r>
                <a:rPr lang="en-IN" sz="1100" b="1">
                  <a:solidFill>
                    <a:schemeClr val="tx1"/>
                  </a:solidFill>
                  <a:latin typeface="Ubuntu Light" panose="020B0304030602030204" pitchFamily="34" charset="0"/>
                  <a:ea typeface="+mn-lt"/>
                  <a:cs typeface="+mn-lt"/>
                </a:rPr>
                <a:t>revised RACI </a:t>
              </a:r>
              <a:r>
                <a:rPr lang="en-IN" sz="1100">
                  <a:solidFill>
                    <a:schemeClr val="tx1"/>
                  </a:solidFill>
                  <a:latin typeface="Ubuntu Light" panose="020B0304030602030204" pitchFamily="34" charset="0"/>
                  <a:ea typeface="+mn-lt"/>
                  <a:cs typeface="+mn-lt"/>
                </a:rPr>
                <a:t>will ensure transparency across different functions, bringing structure and clarity to roles across different functions</a:t>
              </a:r>
            </a:p>
          </p:txBody>
        </p:sp>
        <p:sp>
          <p:nvSpPr>
            <p:cNvPr id="29" name="Rectangle 28">
              <a:extLst>
                <a:ext uri="{FF2B5EF4-FFF2-40B4-BE49-F238E27FC236}">
                  <a16:creationId xmlns:a16="http://schemas.microsoft.com/office/drawing/2014/main" id="{15B08F8F-558D-4754-8B66-C3D601C1742F}"/>
                </a:ext>
              </a:extLst>
            </p:cNvPr>
            <p:cNvSpPr/>
            <p:nvPr/>
          </p:nvSpPr>
          <p:spPr>
            <a:xfrm>
              <a:off x="9614243" y="3524387"/>
              <a:ext cx="219456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schemeClr val="tx1"/>
                  </a:solidFill>
                  <a:latin typeface="Ubuntu Light" panose="020B0304030602030204" pitchFamily="34" charset="0"/>
                  <a:ea typeface="Verdana"/>
                </a:rPr>
                <a:t>Better </a:t>
              </a:r>
              <a:r>
                <a:rPr lang="en-US" sz="1100" b="1">
                  <a:solidFill>
                    <a:schemeClr val="tx1"/>
                  </a:solidFill>
                  <a:latin typeface="Ubuntu Light" panose="020B0304030602030204" pitchFamily="34" charset="0"/>
                  <a:ea typeface="Verdana"/>
                </a:rPr>
                <a:t>collaboration</a:t>
              </a:r>
              <a:r>
                <a:rPr lang="en-US" sz="1100">
                  <a:solidFill>
                    <a:schemeClr val="tx1"/>
                  </a:solidFill>
                  <a:latin typeface="Ubuntu Light" panose="020B0304030602030204" pitchFamily="34" charset="0"/>
                  <a:ea typeface="Verdana"/>
                </a:rPr>
                <a:t> on project</a:t>
              </a:r>
              <a:br>
                <a:rPr lang="en-US" sz="1100">
                  <a:solidFill>
                    <a:schemeClr val="tx1"/>
                  </a:solidFill>
                  <a:latin typeface="Ubuntu Light" panose="020B0304030602030204" pitchFamily="34" charset="0"/>
                  <a:ea typeface="Verdana"/>
                </a:rPr>
              </a:br>
              <a:endParaRPr lang="en-US"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US" sz="1100">
                  <a:solidFill>
                    <a:schemeClr val="tx1"/>
                  </a:solidFill>
                  <a:latin typeface="Ubuntu Light" panose="020B0304030602030204" pitchFamily="34" charset="0"/>
                  <a:ea typeface="Verdana"/>
                </a:rPr>
                <a:t>Easier to cross train on new skills</a:t>
              </a:r>
              <a:br>
                <a:rPr lang="en-US" sz="1100">
                  <a:solidFill>
                    <a:schemeClr val="tx1"/>
                  </a:solidFill>
                  <a:latin typeface="Ubuntu Light" panose="020B0304030602030204" pitchFamily="34" charset="0"/>
                  <a:ea typeface="Verdana"/>
                </a:rPr>
              </a:br>
              <a:endParaRPr lang="en-US"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US" sz="1100">
                  <a:solidFill>
                    <a:schemeClr val="tx1"/>
                  </a:solidFill>
                  <a:latin typeface="Ubuntu Light" panose="020B0304030602030204" pitchFamily="34" charset="0"/>
                  <a:ea typeface="Verdana"/>
                </a:rPr>
                <a:t>Increased accountability</a:t>
              </a:r>
              <a:br>
                <a:rPr lang="en-US" sz="1100">
                  <a:solidFill>
                    <a:schemeClr val="tx1"/>
                  </a:solidFill>
                  <a:latin typeface="Ubuntu Light" panose="020B0304030602030204" pitchFamily="34" charset="0"/>
                  <a:ea typeface="Verdana"/>
                </a:rPr>
              </a:br>
              <a:endParaRPr lang="en-US"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US" sz="1100">
                  <a:solidFill>
                    <a:srgbClr val="262626"/>
                  </a:solidFill>
                  <a:latin typeface="Ubuntu Light" panose="020B0304030602030204" pitchFamily="34" charset="0"/>
                  <a:ea typeface="Verdana" panose="020B0604030504040204" pitchFamily="34" charset="0"/>
                </a:rPr>
                <a:t>Increased </a:t>
              </a:r>
              <a:r>
                <a:rPr lang="en-US" sz="1100" b="1">
                  <a:solidFill>
                    <a:srgbClr val="262626"/>
                  </a:solidFill>
                  <a:latin typeface="Ubuntu Light" panose="020B0304030602030204" pitchFamily="34" charset="0"/>
                  <a:ea typeface="Verdana" panose="020B0604030504040204" pitchFamily="34" charset="0"/>
                </a:rPr>
                <a:t>Agility and Productivity</a:t>
              </a:r>
              <a:br>
                <a:rPr lang="en-US" sz="1100">
                  <a:solidFill>
                    <a:srgbClr val="262626"/>
                  </a:solidFill>
                  <a:latin typeface="Ubuntu Light" panose="020B0304030602030204" pitchFamily="34" charset="0"/>
                  <a:ea typeface="Verdana" panose="020B0604030504040204" pitchFamily="34" charset="0"/>
                </a:rPr>
              </a:br>
              <a:endParaRPr lang="en-US" sz="1100">
                <a:solidFill>
                  <a:srgbClr val="262626"/>
                </a:solidFill>
                <a:latin typeface="Ubuntu Light" panose="020B0304030602030204" pitchFamily="34" charset="0"/>
                <a:ea typeface="Verdana" panose="020B0604030504040204" pitchFamily="34" charset="0"/>
              </a:endParaRPr>
            </a:p>
            <a:p>
              <a:pPr marL="171450" indent="-171450">
                <a:buClr>
                  <a:srgbClr val="0070AD"/>
                </a:buClr>
                <a:buSzPct val="120000"/>
                <a:buFont typeface="Wingdings" panose="05000000000000000000" pitchFamily="2" charset="2"/>
                <a:buChar char="§"/>
                <a:defRPr/>
              </a:pPr>
              <a:r>
                <a:rPr lang="en-US" sz="1100">
                  <a:solidFill>
                    <a:srgbClr val="262626"/>
                  </a:solidFill>
                  <a:latin typeface="Ubuntu Light" panose="020B0304030602030204" pitchFamily="34" charset="0"/>
                  <a:ea typeface="Verdana" panose="020B0604030504040204" pitchFamily="34" charset="0"/>
                </a:rPr>
                <a:t>Decreases Silos with fungible workforce</a:t>
              </a:r>
            </a:p>
            <a:p>
              <a:pPr marL="171450" indent="-171450">
                <a:buClr>
                  <a:srgbClr val="0070AD"/>
                </a:buClr>
                <a:buSzPct val="120000"/>
                <a:buFont typeface="Wingdings" panose="05000000000000000000" pitchFamily="2" charset="2"/>
                <a:buChar char="§"/>
                <a:defRPr/>
              </a:pPr>
              <a:endParaRPr lang="en-US" sz="1100">
                <a:solidFill>
                  <a:srgbClr val="262626"/>
                </a:solidFill>
                <a:latin typeface="Ubuntu Light" panose="020B0304030602030204" pitchFamily="34" charset="0"/>
                <a:ea typeface="Verdana" panose="020B0604030504040204" pitchFamily="34" charset="0"/>
              </a:endParaRPr>
            </a:p>
            <a:p>
              <a:pPr marL="171450" indent="-171450">
                <a:buClr>
                  <a:srgbClr val="0070AD"/>
                </a:buClr>
                <a:buSzPct val="120000"/>
                <a:buFont typeface="Wingdings" panose="05000000000000000000" pitchFamily="2" charset="2"/>
                <a:buChar char="§"/>
                <a:defRPr/>
              </a:pPr>
              <a:r>
                <a:rPr lang="en-US" sz="1100">
                  <a:solidFill>
                    <a:srgbClr val="262626"/>
                  </a:solidFill>
                  <a:latin typeface="Ubuntu Light" panose="020B0304030602030204" pitchFamily="34" charset="0"/>
                  <a:ea typeface="Verdana" panose="020B0604030504040204" pitchFamily="34" charset="0"/>
                </a:rPr>
                <a:t>Better </a:t>
              </a:r>
              <a:r>
                <a:rPr lang="en-US" sz="1100" b="1">
                  <a:solidFill>
                    <a:srgbClr val="262626"/>
                  </a:solidFill>
                  <a:latin typeface="Ubuntu Light" panose="020B0304030602030204" pitchFamily="34" charset="0"/>
                  <a:ea typeface="Verdana" panose="020B0604030504040204" pitchFamily="34" charset="0"/>
                </a:rPr>
                <a:t>operational synergy</a:t>
              </a:r>
              <a:r>
                <a:rPr lang="en-US" sz="1100">
                  <a:solidFill>
                    <a:srgbClr val="262626"/>
                  </a:solidFill>
                  <a:latin typeface="Ubuntu Light" panose="020B0304030602030204" pitchFamily="34" charset="0"/>
                  <a:ea typeface="Verdana" panose="020B0604030504040204" pitchFamily="34" charset="0"/>
                </a:rPr>
                <a:t> with Infrastructure services</a:t>
              </a:r>
            </a:p>
            <a:p>
              <a:pPr marL="171450" indent="-171450">
                <a:buClr>
                  <a:srgbClr val="0070AD"/>
                </a:buClr>
                <a:buSzPct val="120000"/>
                <a:buFont typeface="Wingdings" panose="05000000000000000000" pitchFamily="2" charset="2"/>
                <a:buChar char="§"/>
                <a:defRPr/>
              </a:pPr>
              <a:endParaRPr lang="en-US" sz="1100">
                <a:solidFill>
                  <a:srgbClr val="262626"/>
                </a:solidFill>
                <a:latin typeface="Ubuntu Light" panose="020B0304030602030204" pitchFamily="34" charset="0"/>
                <a:ea typeface="Verdana" panose="020B0604030504040204" pitchFamily="34" charset="0"/>
              </a:endParaRPr>
            </a:p>
            <a:p>
              <a:pPr marL="171450" indent="-171450">
                <a:buClr>
                  <a:srgbClr val="0070AD"/>
                </a:buClr>
                <a:buSzPct val="120000"/>
                <a:buFont typeface="Wingdings" panose="05000000000000000000" pitchFamily="2" charset="2"/>
                <a:buChar char="§"/>
                <a:defRPr/>
              </a:pPr>
              <a:r>
                <a:rPr lang="en-US" sz="1100">
                  <a:solidFill>
                    <a:srgbClr val="262626"/>
                  </a:solidFill>
                  <a:latin typeface="Ubuntu Light" panose="020B0304030602030204" pitchFamily="34" charset="0"/>
                  <a:ea typeface="Verdana" panose="020B0604030504040204" pitchFamily="34" charset="0"/>
                </a:rPr>
                <a:t>Fully Autonomous</a:t>
              </a:r>
            </a:p>
          </p:txBody>
        </p:sp>
        <p:cxnSp>
          <p:nvCxnSpPr>
            <p:cNvPr id="30" name="Straight Connector 29">
              <a:extLst>
                <a:ext uri="{FF2B5EF4-FFF2-40B4-BE49-F238E27FC236}">
                  <a16:creationId xmlns:a16="http://schemas.microsoft.com/office/drawing/2014/main" id="{985322FD-E309-48E0-AD96-5FBD98849EC4}"/>
                </a:ext>
              </a:extLst>
            </p:cNvPr>
            <p:cNvCxnSpPr>
              <a:cxnSpLocks/>
            </p:cNvCxnSpPr>
            <p:nvPr/>
          </p:nvCxnSpPr>
          <p:spPr>
            <a:xfrm>
              <a:off x="3721100" y="3285849"/>
              <a:ext cx="0" cy="2915190"/>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31" name="Picture 30" descr="Shape&#10;&#10;Description automatically generated with low confidence">
            <a:extLst>
              <a:ext uri="{FF2B5EF4-FFF2-40B4-BE49-F238E27FC236}">
                <a16:creationId xmlns:a16="http://schemas.microsoft.com/office/drawing/2014/main" id="{BF3A2985-F0A9-4776-A39A-28E31E395F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046" y="2554555"/>
            <a:ext cx="570108" cy="507747"/>
          </a:xfrm>
          <a:prstGeom prst="rect">
            <a:avLst/>
          </a:prstGeom>
        </p:spPr>
      </p:pic>
      <p:pic>
        <p:nvPicPr>
          <p:cNvPr id="32" name="Picture 31" descr="Shape&#10;&#10;Description automatically generated with low confidence">
            <a:extLst>
              <a:ext uri="{FF2B5EF4-FFF2-40B4-BE49-F238E27FC236}">
                <a16:creationId xmlns:a16="http://schemas.microsoft.com/office/drawing/2014/main" id="{296455CB-6004-4F19-AE4C-4DCAA140A0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382" y="2552051"/>
            <a:ext cx="524081" cy="524081"/>
          </a:xfrm>
          <a:prstGeom prst="rect">
            <a:avLst/>
          </a:prstGeom>
        </p:spPr>
      </p:pic>
      <p:pic>
        <p:nvPicPr>
          <p:cNvPr id="33" name="Picture 32" descr="Shape&#10;&#10;Description automatically generated with low confidence">
            <a:extLst>
              <a:ext uri="{FF2B5EF4-FFF2-40B4-BE49-F238E27FC236}">
                <a16:creationId xmlns:a16="http://schemas.microsoft.com/office/drawing/2014/main" id="{78779F8D-A1CD-4B21-928D-BF1A1A9122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flipV="1">
            <a:off x="7879100" y="2627822"/>
            <a:ext cx="467030" cy="467030"/>
          </a:xfrm>
          <a:prstGeom prst="rect">
            <a:avLst/>
          </a:prstGeom>
        </p:spPr>
      </p:pic>
      <p:pic>
        <p:nvPicPr>
          <p:cNvPr id="34" name="Picture 33" descr="Shape&#10;&#10;Description automatically generated with low confidence">
            <a:extLst>
              <a:ext uri="{FF2B5EF4-FFF2-40B4-BE49-F238E27FC236}">
                <a16:creationId xmlns:a16="http://schemas.microsoft.com/office/drawing/2014/main" id="{07FC0518-0704-4527-8B1E-166A1D5E56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608" y="2541014"/>
            <a:ext cx="504520" cy="504520"/>
          </a:xfrm>
          <a:prstGeom prst="rect">
            <a:avLst/>
          </a:prstGeom>
        </p:spPr>
      </p:pic>
      <p:sp>
        <p:nvSpPr>
          <p:cNvPr id="35" name="TextBox 34">
            <a:extLst>
              <a:ext uri="{FF2B5EF4-FFF2-40B4-BE49-F238E27FC236}">
                <a16:creationId xmlns:a16="http://schemas.microsoft.com/office/drawing/2014/main" id="{BB8C6828-1DF5-4850-BAB1-E36D974BC0E0}"/>
              </a:ext>
            </a:extLst>
          </p:cNvPr>
          <p:cNvSpPr txBox="1"/>
          <p:nvPr/>
        </p:nvSpPr>
        <p:spPr>
          <a:xfrm>
            <a:off x="139184" y="1103237"/>
            <a:ext cx="11675517" cy="1205458"/>
          </a:xfrm>
          <a:prstGeom prst="rect">
            <a:avLst/>
          </a:prstGeom>
        </p:spPr>
        <p:txBody>
          <a:bodyPr vert="horz" lIns="0" tIns="0" rIns="0" bIns="0" rtlCol="0">
            <a:normAutofit/>
          </a:bodyPr>
          <a:lstStyle>
            <a:lvl1pPr indent="0">
              <a:lnSpc>
                <a:spcPct val="100000"/>
              </a:lnSpc>
              <a:spcBef>
                <a:spcPts val="1000"/>
              </a:spcBef>
              <a:buFont typeface="Arial" panose="020B0604020202020204" pitchFamily="34" charset="0"/>
              <a:buNone/>
              <a:defRPr sz="1600" b="1" i="0" u="none" strike="noStrike">
                <a:solidFill>
                  <a:srgbClr val="2B143D"/>
                </a:solidFill>
                <a:effectLst/>
                <a:latin typeface="Ubuntu" panose="020B050403060203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IN"/>
              <a:t>Defined new operating model for better synergy between people, process and technology to ensure improvement in operational efficiency.</a:t>
            </a:r>
            <a:endParaRPr lang="en-US"/>
          </a:p>
        </p:txBody>
      </p:sp>
    </p:spTree>
    <p:extLst>
      <p:ext uri="{BB962C8B-B14F-4D97-AF65-F5344CB8AC3E}">
        <p14:creationId xmlns:p14="http://schemas.microsoft.com/office/powerpoint/2010/main" val="204903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C91A3-1070-A30F-3C84-4709EDD5FB94}"/>
              </a:ext>
            </a:extLst>
          </p:cNvPr>
          <p:cNvSpPr>
            <a:spLocks noGrp="1"/>
          </p:cNvSpPr>
          <p:nvPr>
            <p:ph type="title"/>
          </p:nvPr>
        </p:nvSpPr>
        <p:spPr>
          <a:xfrm>
            <a:off x="556472" y="39002"/>
            <a:ext cx="10898082" cy="699872"/>
          </a:xfrm>
        </p:spPr>
        <p:txBody>
          <a:bodyPr/>
          <a:lstStyle/>
          <a:p>
            <a:r>
              <a:rPr lang="en-IN">
                <a:solidFill>
                  <a:schemeClr val="tx1"/>
                </a:solidFill>
              </a:rPr>
              <a:t>METHODOLOGY - mARKET SEGMENT &amp; GTM STRATEGY</a:t>
            </a:r>
            <a:endParaRPr lang="en-US">
              <a:solidFill>
                <a:schemeClr val="tx1"/>
              </a:solidFill>
            </a:endParaRPr>
          </a:p>
        </p:txBody>
      </p:sp>
      <p:sp>
        <p:nvSpPr>
          <p:cNvPr id="11" name="Text Placeholder 10">
            <a:extLst>
              <a:ext uri="{FF2B5EF4-FFF2-40B4-BE49-F238E27FC236}">
                <a16:creationId xmlns:a16="http://schemas.microsoft.com/office/drawing/2014/main" id="{284A92F0-3D95-7882-0175-C88202A1A024}"/>
              </a:ext>
            </a:extLst>
          </p:cNvPr>
          <p:cNvSpPr>
            <a:spLocks noGrp="1"/>
          </p:cNvSpPr>
          <p:nvPr>
            <p:ph type="body" sz="quarter" idx="60"/>
          </p:nvPr>
        </p:nvSpPr>
        <p:spPr>
          <a:xfrm>
            <a:off x="3291326" y="2360389"/>
            <a:ext cx="2739031" cy="3116508"/>
          </a:xfrm>
          <a:solidFill>
            <a:schemeClr val="bg1">
              <a:lumMod val="95000"/>
            </a:schemeClr>
          </a:solidFill>
        </p:spPr>
        <p:txBody>
          <a:bodyPr/>
          <a:lstStyle/>
          <a:p>
            <a:pPr marL="171450" indent="-171450" algn="l">
              <a:buFont typeface="Arial" panose="020B0604020202020204" pitchFamily="34" charset="0"/>
              <a:buChar char="•"/>
            </a:pPr>
            <a:r>
              <a:rPr lang="en-IN" sz="1100">
                <a:solidFill>
                  <a:schemeClr val="tx1"/>
                </a:solidFill>
              </a:rPr>
              <a:t>Conduct </a:t>
            </a:r>
            <a:r>
              <a:rPr lang="en-IN" sz="1100" b="1">
                <a:solidFill>
                  <a:schemeClr val="tx1"/>
                </a:solidFill>
              </a:rPr>
              <a:t>market research </a:t>
            </a:r>
            <a:r>
              <a:rPr lang="en-IN" sz="1100">
                <a:solidFill>
                  <a:schemeClr val="tx1"/>
                </a:solidFill>
              </a:rPr>
              <a:t>to identify industry trends, competitive landscape, and customer preferences.</a:t>
            </a:r>
          </a:p>
          <a:p>
            <a:pPr marL="171450" indent="-171450" algn="l">
              <a:buFont typeface="Arial" panose="020B0604020202020204" pitchFamily="34" charset="0"/>
              <a:buChar char="•"/>
            </a:pPr>
            <a:r>
              <a:rPr lang="en-IN" sz="1100">
                <a:solidFill>
                  <a:schemeClr val="tx1"/>
                </a:solidFill>
              </a:rPr>
              <a:t>Define </a:t>
            </a:r>
            <a:r>
              <a:rPr lang="en-IN" sz="1100" b="1">
                <a:solidFill>
                  <a:schemeClr val="tx1"/>
                </a:solidFill>
              </a:rPr>
              <a:t>target customer segments </a:t>
            </a:r>
            <a:r>
              <a:rPr lang="en-IN" sz="1100">
                <a:solidFill>
                  <a:schemeClr val="tx1"/>
                </a:solidFill>
              </a:rPr>
              <a:t>based on demographics and market potential.</a:t>
            </a:r>
          </a:p>
          <a:p>
            <a:pPr marL="171450" indent="-171450" algn="l">
              <a:buFont typeface="Arial" panose="020B0604020202020204" pitchFamily="34" charset="0"/>
              <a:buChar char="•"/>
            </a:pPr>
            <a:r>
              <a:rPr lang="en-IN" sz="1100">
                <a:solidFill>
                  <a:schemeClr val="tx1"/>
                </a:solidFill>
              </a:rPr>
              <a:t>Develop </a:t>
            </a:r>
            <a:r>
              <a:rPr lang="en-IN" sz="1100" b="1">
                <a:solidFill>
                  <a:schemeClr val="tx1"/>
                </a:solidFill>
              </a:rPr>
              <a:t>buyer personas </a:t>
            </a:r>
            <a:r>
              <a:rPr lang="en-IN" sz="1100">
                <a:solidFill>
                  <a:schemeClr val="tx1"/>
                </a:solidFill>
              </a:rPr>
              <a:t>to understand motivation and pain points.</a:t>
            </a:r>
          </a:p>
          <a:p>
            <a:pPr marL="171450" indent="-171450" algn="l">
              <a:buFont typeface="Arial" panose="020B0604020202020204" pitchFamily="34" charset="0"/>
              <a:buChar char="•"/>
            </a:pPr>
            <a:r>
              <a:rPr lang="en-IN" sz="1100">
                <a:solidFill>
                  <a:schemeClr val="tx1"/>
                </a:solidFill>
              </a:rPr>
              <a:t>Perform market segmentation to tailor marketing strategies for each.</a:t>
            </a:r>
            <a:endParaRPr lang="en-US" sz="1100">
              <a:solidFill>
                <a:schemeClr val="tx1"/>
              </a:solidFill>
            </a:endParaRPr>
          </a:p>
        </p:txBody>
      </p:sp>
      <p:sp>
        <p:nvSpPr>
          <p:cNvPr id="17" name="Text Placeholder 16">
            <a:extLst>
              <a:ext uri="{FF2B5EF4-FFF2-40B4-BE49-F238E27FC236}">
                <a16:creationId xmlns:a16="http://schemas.microsoft.com/office/drawing/2014/main" id="{060D9764-14F8-6341-C4A6-75E00FDEF412}"/>
              </a:ext>
            </a:extLst>
          </p:cNvPr>
          <p:cNvSpPr>
            <a:spLocks noGrp="1"/>
          </p:cNvSpPr>
          <p:nvPr>
            <p:ph type="body" sz="quarter" idx="66"/>
          </p:nvPr>
        </p:nvSpPr>
        <p:spPr>
          <a:xfrm>
            <a:off x="8851087" y="2355978"/>
            <a:ext cx="2647631" cy="3120919"/>
          </a:xfrm>
          <a:solidFill>
            <a:schemeClr val="bg1">
              <a:lumMod val="95000"/>
            </a:schemeClr>
          </a:solidFill>
        </p:spPr>
        <p:txBody>
          <a:bodyPr/>
          <a:lstStyle/>
          <a:p>
            <a:pPr marL="171450" indent="-171450" algn="l">
              <a:buFont typeface="Arial" panose="020B0604020202020204" pitchFamily="34" charset="0"/>
              <a:buChar char="•"/>
            </a:pPr>
            <a:r>
              <a:rPr lang="en-IN" sz="1100">
                <a:solidFill>
                  <a:schemeClr val="tx1"/>
                </a:solidFill>
              </a:rPr>
              <a:t>Define KPIs to </a:t>
            </a:r>
            <a:r>
              <a:rPr lang="en-IN" sz="1100" b="1">
                <a:solidFill>
                  <a:schemeClr val="tx1"/>
                </a:solidFill>
              </a:rPr>
              <a:t>track campaigns </a:t>
            </a:r>
            <a:r>
              <a:rPr lang="en-IN" sz="1100">
                <a:solidFill>
                  <a:schemeClr val="tx1"/>
                </a:solidFill>
              </a:rPr>
              <a:t>and establish</a:t>
            </a:r>
            <a:r>
              <a:rPr lang="en-IN" sz="1100" b="1">
                <a:solidFill>
                  <a:schemeClr val="tx1"/>
                </a:solidFill>
              </a:rPr>
              <a:t> review cycles </a:t>
            </a:r>
            <a:r>
              <a:rPr lang="en-IN" sz="1100">
                <a:solidFill>
                  <a:schemeClr val="tx1"/>
                </a:solidFill>
              </a:rPr>
              <a:t>to make iterative improvements.</a:t>
            </a:r>
          </a:p>
          <a:p>
            <a:pPr marL="171450" indent="-171450" algn="l">
              <a:buFont typeface="Arial" panose="020B0604020202020204" pitchFamily="34" charset="0"/>
              <a:buChar char="•"/>
            </a:pPr>
            <a:r>
              <a:rPr lang="en-IN" sz="1100">
                <a:solidFill>
                  <a:schemeClr val="tx1"/>
                </a:solidFill>
              </a:rPr>
              <a:t>Implement </a:t>
            </a:r>
            <a:r>
              <a:rPr lang="en-IN" sz="1100" b="1">
                <a:solidFill>
                  <a:schemeClr val="tx1"/>
                </a:solidFill>
              </a:rPr>
              <a:t>tracking mechanisms</a:t>
            </a:r>
            <a:r>
              <a:rPr lang="en-IN" sz="1100">
                <a:solidFill>
                  <a:schemeClr val="tx1"/>
                </a:solidFill>
              </a:rPr>
              <a:t> to monitor campaign performance and customer interactions.</a:t>
            </a:r>
          </a:p>
          <a:p>
            <a:pPr marL="171450" indent="-171450" algn="l">
              <a:buFont typeface="Arial" panose="020B0604020202020204" pitchFamily="34" charset="0"/>
              <a:buChar char="•"/>
            </a:pPr>
            <a:r>
              <a:rPr lang="en-IN" sz="1100">
                <a:solidFill>
                  <a:schemeClr val="tx1"/>
                </a:solidFill>
              </a:rPr>
              <a:t>Analyse data to </a:t>
            </a:r>
            <a:r>
              <a:rPr lang="en-IN" sz="1100" b="1">
                <a:solidFill>
                  <a:schemeClr val="tx1"/>
                </a:solidFill>
              </a:rPr>
              <a:t>gain insights into customer behaviour.</a:t>
            </a:r>
          </a:p>
          <a:p>
            <a:pPr marL="171450" indent="-171450" algn="l">
              <a:buFont typeface="Arial" panose="020B0604020202020204" pitchFamily="34" charset="0"/>
              <a:buChar char="•"/>
            </a:pPr>
            <a:r>
              <a:rPr lang="en-IN" sz="1100">
                <a:solidFill>
                  <a:schemeClr val="tx1"/>
                </a:solidFill>
              </a:rPr>
              <a:t>Conduct </a:t>
            </a:r>
            <a:r>
              <a:rPr lang="en-IN" sz="1100" b="1">
                <a:solidFill>
                  <a:schemeClr val="tx1"/>
                </a:solidFill>
              </a:rPr>
              <a:t>A/B testing </a:t>
            </a:r>
            <a:r>
              <a:rPr lang="en-IN" sz="1100">
                <a:solidFill>
                  <a:schemeClr val="tx1"/>
                </a:solidFill>
              </a:rPr>
              <a:t>and experiments to optimise marketing messages, channels, and tactics.</a:t>
            </a:r>
          </a:p>
          <a:p>
            <a:pPr algn="l"/>
            <a:endParaRPr lang="en-US" sz="1100">
              <a:solidFill>
                <a:schemeClr val="tx1"/>
              </a:solidFill>
            </a:endParaRPr>
          </a:p>
        </p:txBody>
      </p:sp>
      <p:sp>
        <p:nvSpPr>
          <p:cNvPr id="14" name="Text Placeholder 13">
            <a:extLst>
              <a:ext uri="{FF2B5EF4-FFF2-40B4-BE49-F238E27FC236}">
                <a16:creationId xmlns:a16="http://schemas.microsoft.com/office/drawing/2014/main" id="{5E51A4AD-5C78-660F-4964-9834376BE0FF}"/>
              </a:ext>
            </a:extLst>
          </p:cNvPr>
          <p:cNvSpPr>
            <a:spLocks noGrp="1"/>
          </p:cNvSpPr>
          <p:nvPr>
            <p:ph type="body" sz="quarter" idx="63"/>
          </p:nvPr>
        </p:nvSpPr>
        <p:spPr>
          <a:xfrm>
            <a:off x="6214506" y="2355978"/>
            <a:ext cx="2452433" cy="3120919"/>
          </a:xfrm>
          <a:solidFill>
            <a:schemeClr val="bg1">
              <a:lumMod val="95000"/>
            </a:schemeClr>
          </a:solidFill>
        </p:spPr>
        <p:txBody>
          <a:bodyPr/>
          <a:lstStyle/>
          <a:p>
            <a:pPr marL="171450" indent="-171450" algn="l">
              <a:buFont typeface="Arial" panose="020B0604020202020204" pitchFamily="34" charset="0"/>
              <a:buChar char="•"/>
            </a:pPr>
            <a:r>
              <a:rPr lang="en-IN" sz="1100">
                <a:solidFill>
                  <a:schemeClr val="tx1"/>
                </a:solidFill>
              </a:rPr>
              <a:t>Develop a </a:t>
            </a:r>
            <a:r>
              <a:rPr lang="en-IN" sz="1100" b="1">
                <a:solidFill>
                  <a:schemeClr val="tx1"/>
                </a:solidFill>
              </a:rPr>
              <a:t>value</a:t>
            </a:r>
            <a:r>
              <a:rPr lang="en-IN" sz="1100">
                <a:solidFill>
                  <a:schemeClr val="tx1"/>
                </a:solidFill>
              </a:rPr>
              <a:t> </a:t>
            </a:r>
            <a:r>
              <a:rPr lang="en-IN" sz="1100" b="1">
                <a:solidFill>
                  <a:schemeClr val="tx1"/>
                </a:solidFill>
              </a:rPr>
              <a:t>proposition</a:t>
            </a:r>
            <a:r>
              <a:rPr lang="en-IN" sz="1100">
                <a:solidFill>
                  <a:schemeClr val="tx1"/>
                </a:solidFill>
              </a:rPr>
              <a:t> that differentiates Client from competitors.</a:t>
            </a:r>
          </a:p>
          <a:p>
            <a:pPr marL="171450" indent="-171450" algn="l">
              <a:buFont typeface="Arial" panose="020B0604020202020204" pitchFamily="34" charset="0"/>
              <a:buChar char="•"/>
            </a:pPr>
            <a:r>
              <a:rPr lang="en-IN" sz="1100">
                <a:solidFill>
                  <a:schemeClr val="tx1"/>
                </a:solidFill>
              </a:rPr>
              <a:t>Create</a:t>
            </a:r>
            <a:r>
              <a:rPr lang="en-IN" sz="1100" b="1">
                <a:solidFill>
                  <a:schemeClr val="tx1"/>
                </a:solidFill>
              </a:rPr>
              <a:t> clear and impactful messaging </a:t>
            </a:r>
            <a:r>
              <a:rPr lang="en-IN" sz="1100">
                <a:solidFill>
                  <a:schemeClr val="tx1"/>
                </a:solidFill>
              </a:rPr>
              <a:t>that resonates with customers.</a:t>
            </a:r>
          </a:p>
          <a:p>
            <a:pPr marL="171450" indent="-171450" algn="l">
              <a:buFont typeface="Arial" panose="020B0604020202020204" pitchFamily="34" charset="0"/>
              <a:buChar char="•"/>
            </a:pPr>
            <a:r>
              <a:rPr lang="en-IN" sz="1100">
                <a:solidFill>
                  <a:schemeClr val="tx1"/>
                </a:solidFill>
              </a:rPr>
              <a:t>Develop and execute</a:t>
            </a:r>
            <a:r>
              <a:rPr lang="en-IN" sz="1100" b="1">
                <a:solidFill>
                  <a:schemeClr val="tx1"/>
                </a:solidFill>
              </a:rPr>
              <a:t> multi-channel marketing campaigns </a:t>
            </a:r>
            <a:r>
              <a:rPr lang="en-IN" sz="1100">
                <a:solidFill>
                  <a:schemeClr val="tx1"/>
                </a:solidFill>
              </a:rPr>
              <a:t>to generate leads.</a:t>
            </a:r>
          </a:p>
          <a:p>
            <a:pPr marL="171450" indent="-171450" algn="l">
              <a:buFont typeface="Arial" panose="020B0604020202020204" pitchFamily="34" charset="0"/>
              <a:buChar char="•"/>
            </a:pPr>
            <a:r>
              <a:rPr lang="en-IN" sz="1100">
                <a:solidFill>
                  <a:schemeClr val="tx1"/>
                </a:solidFill>
              </a:rPr>
              <a:t>Develop marketing collateral</a:t>
            </a:r>
            <a:r>
              <a:rPr lang="en-US" sz="1100">
                <a:solidFill>
                  <a:schemeClr val="tx1"/>
                </a:solidFill>
              </a:rPr>
              <a:t>.</a:t>
            </a:r>
          </a:p>
          <a:p>
            <a:pPr marL="171450" indent="-171450" algn="l">
              <a:buFont typeface="Arial" panose="020B0604020202020204" pitchFamily="34" charset="0"/>
              <a:buChar char="•"/>
            </a:pPr>
            <a:r>
              <a:rPr lang="en-US" sz="1100">
                <a:solidFill>
                  <a:schemeClr val="tx1"/>
                </a:solidFill>
              </a:rPr>
              <a:t>Implement targeted sales strategies.</a:t>
            </a:r>
            <a:endParaRPr lang="en-IN" sz="1100">
              <a:solidFill>
                <a:schemeClr val="tx1"/>
              </a:solidFill>
            </a:endParaRPr>
          </a:p>
        </p:txBody>
      </p:sp>
      <p:sp>
        <p:nvSpPr>
          <p:cNvPr id="8" name="Text Placeholder 7">
            <a:extLst>
              <a:ext uri="{FF2B5EF4-FFF2-40B4-BE49-F238E27FC236}">
                <a16:creationId xmlns:a16="http://schemas.microsoft.com/office/drawing/2014/main" id="{A12DD750-645C-890F-8E64-271D1F0FA008}"/>
              </a:ext>
            </a:extLst>
          </p:cNvPr>
          <p:cNvSpPr>
            <a:spLocks noGrp="1"/>
          </p:cNvSpPr>
          <p:nvPr>
            <p:ph type="body" sz="quarter" idx="27"/>
          </p:nvPr>
        </p:nvSpPr>
        <p:spPr>
          <a:xfrm>
            <a:off x="429657" y="2325283"/>
            <a:ext cx="2641451" cy="3151613"/>
          </a:xfrm>
          <a:solidFill>
            <a:schemeClr val="bg1">
              <a:lumMod val="95000"/>
            </a:schemeClr>
          </a:solidFill>
        </p:spPr>
        <p:txBody>
          <a:bodyPr/>
          <a:lstStyle/>
          <a:p>
            <a:pPr marL="171450" indent="-171450" algn="l">
              <a:buFont typeface="Arial" panose="020B0604020202020204" pitchFamily="34" charset="0"/>
              <a:buChar char="•"/>
            </a:pPr>
            <a:r>
              <a:rPr lang="en-IN" sz="1100">
                <a:solidFill>
                  <a:schemeClr val="tx1"/>
                </a:solidFill>
              </a:rPr>
              <a:t>Analyse</a:t>
            </a:r>
            <a:r>
              <a:rPr lang="en-IN" sz="1100" b="1">
                <a:solidFill>
                  <a:schemeClr val="tx1"/>
                </a:solidFill>
              </a:rPr>
              <a:t> historical sales data</a:t>
            </a:r>
            <a:r>
              <a:rPr lang="en-IN" sz="1100">
                <a:solidFill>
                  <a:schemeClr val="tx1"/>
                </a:solidFill>
              </a:rPr>
              <a:t>, customer feedback, and usage patterns.</a:t>
            </a:r>
          </a:p>
          <a:p>
            <a:pPr marL="171450" indent="-171450" algn="l">
              <a:buFont typeface="Arial" panose="020B0604020202020204" pitchFamily="34" charset="0"/>
              <a:buChar char="•"/>
            </a:pPr>
            <a:r>
              <a:rPr lang="en-IN" sz="1100">
                <a:solidFill>
                  <a:schemeClr val="tx1"/>
                </a:solidFill>
              </a:rPr>
              <a:t>Assess</a:t>
            </a:r>
            <a:r>
              <a:rPr lang="en-IN" sz="1100" b="1">
                <a:solidFill>
                  <a:schemeClr val="tx1"/>
                </a:solidFill>
              </a:rPr>
              <a:t> internal capabilities</a:t>
            </a:r>
            <a:r>
              <a:rPr lang="en-IN" sz="1100">
                <a:solidFill>
                  <a:schemeClr val="tx1"/>
                </a:solidFill>
              </a:rPr>
              <a:t>, strengths, and weaknesses to align marketing efforts.</a:t>
            </a:r>
          </a:p>
          <a:p>
            <a:pPr marL="171450" indent="-171450" algn="l">
              <a:buFont typeface="Arial" panose="020B0604020202020204" pitchFamily="34" charset="0"/>
              <a:buChar char="•"/>
            </a:pPr>
            <a:r>
              <a:rPr lang="en-IN" sz="1100">
                <a:solidFill>
                  <a:schemeClr val="tx1"/>
                </a:solidFill>
              </a:rPr>
              <a:t>Conduct</a:t>
            </a:r>
            <a:r>
              <a:rPr lang="en-IN" sz="1100" b="1">
                <a:solidFill>
                  <a:schemeClr val="tx1"/>
                </a:solidFill>
              </a:rPr>
              <a:t> stakeholder/ CX interviews </a:t>
            </a:r>
            <a:r>
              <a:rPr lang="en-IN" sz="1100">
                <a:solidFill>
                  <a:schemeClr val="tx1"/>
                </a:solidFill>
              </a:rPr>
              <a:t>to gather perspective and embrace feedback loops.</a:t>
            </a:r>
          </a:p>
        </p:txBody>
      </p:sp>
      <p:sp>
        <p:nvSpPr>
          <p:cNvPr id="23" name="Arrow: Pentagon 22">
            <a:extLst>
              <a:ext uri="{FF2B5EF4-FFF2-40B4-BE49-F238E27FC236}">
                <a16:creationId xmlns:a16="http://schemas.microsoft.com/office/drawing/2014/main" id="{78C27231-B9CC-0D12-C126-06655797FF0D}"/>
              </a:ext>
            </a:extLst>
          </p:cNvPr>
          <p:cNvSpPr/>
          <p:nvPr/>
        </p:nvSpPr>
        <p:spPr>
          <a:xfrm>
            <a:off x="429659" y="1444514"/>
            <a:ext cx="2798906" cy="710551"/>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lt"/>
                <a:cs typeface="+mn-lt"/>
              </a:rPr>
              <a:t>INTERNAL ANALYSIS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lt"/>
                <a:cs typeface="+mn-lt"/>
              </a:rPr>
              <a:t>=&gt; LEVERAGING INTERNAL INSIGHTS</a:t>
            </a: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sp>
        <p:nvSpPr>
          <p:cNvPr id="25" name="Arrow: Chevron 24">
            <a:extLst>
              <a:ext uri="{FF2B5EF4-FFF2-40B4-BE49-F238E27FC236}">
                <a16:creationId xmlns:a16="http://schemas.microsoft.com/office/drawing/2014/main" id="{12F1E23C-C24F-B759-AC9C-1929B50A8AE6}"/>
              </a:ext>
            </a:extLst>
          </p:cNvPr>
          <p:cNvSpPr/>
          <p:nvPr/>
        </p:nvSpPr>
        <p:spPr>
          <a:xfrm>
            <a:off x="3071108" y="1462317"/>
            <a:ext cx="3281929" cy="69987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lt"/>
                <a:cs typeface="+mn-lt"/>
              </a:rPr>
              <a:t>MARKET ANALYSIS &amp; SEGMENTATION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lt"/>
                <a:cs typeface="+mn-lt"/>
              </a:rPr>
              <a:t>=&gt; UNDERSTANDING MARKET LANDSCAPE</a:t>
            </a: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sp>
        <p:nvSpPr>
          <p:cNvPr id="26" name="Arrow: Chevron 25">
            <a:extLst>
              <a:ext uri="{FF2B5EF4-FFF2-40B4-BE49-F238E27FC236}">
                <a16:creationId xmlns:a16="http://schemas.microsoft.com/office/drawing/2014/main" id="{F084EF77-1CA1-BFBA-720B-747B0D05ADCE}"/>
              </a:ext>
            </a:extLst>
          </p:cNvPr>
          <p:cNvSpPr/>
          <p:nvPr/>
        </p:nvSpPr>
        <p:spPr>
          <a:xfrm>
            <a:off x="6203456" y="1463183"/>
            <a:ext cx="2647631" cy="699006"/>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MARKETING &amp; SALES CAMPAIGN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=&gt; EFFECTIVE OUTREACH INITIATIVES</a:t>
            </a:r>
          </a:p>
        </p:txBody>
      </p:sp>
      <p:sp>
        <p:nvSpPr>
          <p:cNvPr id="27" name="Arrow: Chevron 26">
            <a:extLst>
              <a:ext uri="{FF2B5EF4-FFF2-40B4-BE49-F238E27FC236}">
                <a16:creationId xmlns:a16="http://schemas.microsoft.com/office/drawing/2014/main" id="{BA17E1DF-6304-7512-13EF-09EF78B2B4E2}"/>
              </a:ext>
            </a:extLst>
          </p:cNvPr>
          <p:cNvSpPr/>
          <p:nvPr/>
        </p:nvSpPr>
        <p:spPr>
          <a:xfrm>
            <a:off x="8743542" y="1463183"/>
            <a:ext cx="3082436" cy="69188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MONITORING &amp; OPTIMIZATION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=&gt; CONTINUOUS PERFORMANCE ENHANCEMENT</a:t>
            </a:r>
          </a:p>
        </p:txBody>
      </p:sp>
    </p:spTree>
    <p:extLst>
      <p:ext uri="{BB962C8B-B14F-4D97-AF65-F5344CB8AC3E}">
        <p14:creationId xmlns:p14="http://schemas.microsoft.com/office/powerpoint/2010/main" val="256302363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4B5972A0-5732-4949-95B5-CA0338331B2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2" imgH="530" progId="TCLayout.ActiveDocument.1">
                  <p:embed/>
                </p:oleObj>
              </mc:Choice>
              <mc:Fallback>
                <p:oleObj name="think-cell Slide" r:id="rId4" imgW="532" imgH="530" progId="TCLayout.ActiveDocument.1">
                  <p:embed/>
                  <p:pic>
                    <p:nvPicPr>
                      <p:cNvPr id="22" name="Object 21" hidden="1">
                        <a:extLst>
                          <a:ext uri="{FF2B5EF4-FFF2-40B4-BE49-F238E27FC236}">
                            <a16:creationId xmlns:a16="http://schemas.microsoft.com/office/drawing/2014/main" id="{4B5972A0-5732-4949-95B5-CA0338331B2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EA4E2E1-6E5B-4599-A462-19A28A2773E6}"/>
              </a:ext>
            </a:extLst>
          </p:cNvPr>
          <p:cNvSpPr>
            <a:spLocks noGrp="1"/>
          </p:cNvSpPr>
          <p:nvPr>
            <p:ph type="title"/>
          </p:nvPr>
        </p:nvSpPr>
        <p:spPr/>
        <p:txBody>
          <a:bodyPr vert="horz"/>
          <a:lstStyle/>
          <a:p>
            <a:r>
              <a:rPr lang="en-IN">
                <a:solidFill>
                  <a:schemeClr val="tx1"/>
                </a:solidFill>
              </a:rPr>
              <a:t>METHODOLOGY – PRODUCT PORTFOLIO OPTIMIZATION (1/2)</a:t>
            </a:r>
            <a:endParaRPr lang="en-US"/>
          </a:p>
        </p:txBody>
      </p:sp>
      <p:sp>
        <p:nvSpPr>
          <p:cNvPr id="4" name="Arrow: Pentagon 3">
            <a:extLst>
              <a:ext uri="{FF2B5EF4-FFF2-40B4-BE49-F238E27FC236}">
                <a16:creationId xmlns:a16="http://schemas.microsoft.com/office/drawing/2014/main" id="{35CA3E0B-0356-4769-9760-388F3DEBE973}"/>
              </a:ext>
            </a:extLst>
          </p:cNvPr>
          <p:cNvSpPr/>
          <p:nvPr/>
        </p:nvSpPr>
        <p:spPr>
          <a:xfrm>
            <a:off x="1608815" y="1562129"/>
            <a:ext cx="3382395" cy="609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lt"/>
                <a:cs typeface="+mn-lt"/>
              </a:rPr>
              <a:t>TARGET PORTFOLIO</a:t>
            </a:r>
            <a:endParaRPr kumimoji="0" lang="en-US" sz="1800" b="0" i="0" u="none" strike="noStrike" kern="1200" cap="none" spc="0" normalizeH="0" baseline="0" noProof="0">
              <a:ln>
                <a:noFill/>
              </a:ln>
              <a:solidFill>
                <a:srgbClr val="FFFFFF"/>
              </a:solidFill>
              <a:effectLst/>
              <a:uLnTx/>
              <a:uFillTx/>
              <a:latin typeface="Ubuntu"/>
              <a:ea typeface="+mn-lt"/>
              <a:cs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lt"/>
                <a:cs typeface="+mn-lt"/>
              </a:rPr>
              <a:t>=&gt; REVAMP WITHIN CURRENT IT</a:t>
            </a: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5" name="Arrow: Chevron 4">
            <a:extLst>
              <a:ext uri="{FF2B5EF4-FFF2-40B4-BE49-F238E27FC236}">
                <a16:creationId xmlns:a16="http://schemas.microsoft.com/office/drawing/2014/main" id="{08B22424-7366-43F5-8A30-0989EB3DDEFB}"/>
              </a:ext>
            </a:extLst>
          </p:cNvPr>
          <p:cNvSpPr/>
          <p:nvPr/>
        </p:nvSpPr>
        <p:spPr>
          <a:xfrm>
            <a:off x="4800012" y="1562129"/>
            <a:ext cx="3382395" cy="60960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lt"/>
                <a:cs typeface="+mn-lt"/>
              </a:rPr>
              <a:t>FUTURE PORTFOLIO </a:t>
            </a:r>
            <a:endParaRPr kumimoji="0" lang="en-US" sz="1800" b="0" i="0" u="none" strike="noStrike" kern="1200" cap="none" spc="0" normalizeH="0" baseline="0" noProof="0">
              <a:ln>
                <a:noFill/>
              </a:ln>
              <a:solidFill>
                <a:srgbClr val="FFFFFF"/>
              </a:solidFill>
              <a:effectLst/>
              <a:uLnTx/>
              <a:uFillTx/>
              <a:latin typeface="Ubuntu"/>
              <a:ea typeface="+mn-lt"/>
              <a:cs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lt"/>
                <a:cs typeface="+mn-lt"/>
              </a:rPr>
              <a:t>=&gt; REDESIGN FOR NEW IT</a:t>
            </a: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6" name="Arrow: Chevron 5">
            <a:extLst>
              <a:ext uri="{FF2B5EF4-FFF2-40B4-BE49-F238E27FC236}">
                <a16:creationId xmlns:a16="http://schemas.microsoft.com/office/drawing/2014/main" id="{48D668E1-DAA5-41C6-ADFF-519FFEB57035}"/>
              </a:ext>
            </a:extLst>
          </p:cNvPr>
          <p:cNvSpPr/>
          <p:nvPr/>
        </p:nvSpPr>
        <p:spPr>
          <a:xfrm>
            <a:off x="7970190" y="1562129"/>
            <a:ext cx="3382395" cy="60960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WHAT’S NEXT PORTFOLIO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=&gt; LEVERAGE NEW IT</a:t>
            </a:r>
          </a:p>
        </p:txBody>
      </p:sp>
      <p:sp>
        <p:nvSpPr>
          <p:cNvPr id="10" name="Rectangle 9">
            <a:extLst>
              <a:ext uri="{FF2B5EF4-FFF2-40B4-BE49-F238E27FC236}">
                <a16:creationId xmlns:a16="http://schemas.microsoft.com/office/drawing/2014/main" id="{6F67932E-2C28-41FD-A3F7-249FEB6D53BB}"/>
              </a:ext>
            </a:extLst>
          </p:cNvPr>
          <p:cNvSpPr/>
          <p:nvPr/>
        </p:nvSpPr>
        <p:spPr>
          <a:xfrm>
            <a:off x="-111833" y="2250385"/>
            <a:ext cx="1592826" cy="679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Description</a:t>
            </a:r>
          </a:p>
        </p:txBody>
      </p:sp>
      <p:sp>
        <p:nvSpPr>
          <p:cNvPr id="11" name="Rectangle 10">
            <a:extLst>
              <a:ext uri="{FF2B5EF4-FFF2-40B4-BE49-F238E27FC236}">
                <a16:creationId xmlns:a16="http://schemas.microsoft.com/office/drawing/2014/main" id="{B1FA1166-1C42-48F7-85B9-D6C985DDBE8B}"/>
              </a:ext>
            </a:extLst>
          </p:cNvPr>
          <p:cNvSpPr/>
          <p:nvPr/>
        </p:nvSpPr>
        <p:spPr>
          <a:xfrm>
            <a:off x="1608814" y="2250385"/>
            <a:ext cx="3072529" cy="67993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Redesigning (part of) the current product portfolio in order to better meet market and customer expectations</a:t>
            </a:r>
          </a:p>
        </p:txBody>
      </p:sp>
      <p:sp>
        <p:nvSpPr>
          <p:cNvPr id="12" name="Rectangle 11">
            <a:extLst>
              <a:ext uri="{FF2B5EF4-FFF2-40B4-BE49-F238E27FC236}">
                <a16:creationId xmlns:a16="http://schemas.microsoft.com/office/drawing/2014/main" id="{5CDB367C-FF53-467A-AA61-E86086B89247}"/>
              </a:ext>
            </a:extLst>
          </p:cNvPr>
          <p:cNvSpPr/>
          <p:nvPr/>
        </p:nvSpPr>
        <p:spPr>
          <a:xfrm>
            <a:off x="4851705" y="2250385"/>
            <a:ext cx="3072529" cy="67993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Development of the portfolio with the objective to reduce number of (legacy) offers/services/products in a sustainable manner</a:t>
            </a:r>
          </a:p>
        </p:txBody>
      </p:sp>
      <p:sp>
        <p:nvSpPr>
          <p:cNvPr id="13" name="Rectangle 12">
            <a:extLst>
              <a:ext uri="{FF2B5EF4-FFF2-40B4-BE49-F238E27FC236}">
                <a16:creationId xmlns:a16="http://schemas.microsoft.com/office/drawing/2014/main" id="{80E9C2D8-BF96-4201-A783-60B466806E4D}"/>
              </a:ext>
            </a:extLst>
          </p:cNvPr>
          <p:cNvSpPr/>
          <p:nvPr/>
        </p:nvSpPr>
        <p:spPr>
          <a:xfrm>
            <a:off x="8073576" y="2250385"/>
            <a:ext cx="3072529" cy="67993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Migration of (part of) the portfolio towards a new system</a:t>
            </a:r>
          </a:p>
        </p:txBody>
      </p:sp>
      <p:sp>
        <p:nvSpPr>
          <p:cNvPr id="14" name="Rectangle 13">
            <a:extLst>
              <a:ext uri="{FF2B5EF4-FFF2-40B4-BE49-F238E27FC236}">
                <a16:creationId xmlns:a16="http://schemas.microsoft.com/office/drawing/2014/main" id="{DDBBA81A-195C-42CD-A6C1-B100C4BCB7CB}"/>
              </a:ext>
            </a:extLst>
          </p:cNvPr>
          <p:cNvSpPr/>
          <p:nvPr/>
        </p:nvSpPr>
        <p:spPr>
          <a:xfrm>
            <a:off x="-111833" y="2998640"/>
            <a:ext cx="1592826" cy="11395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Objectives</a:t>
            </a:r>
          </a:p>
        </p:txBody>
      </p:sp>
      <p:sp>
        <p:nvSpPr>
          <p:cNvPr id="15" name="Rectangle 14">
            <a:extLst>
              <a:ext uri="{FF2B5EF4-FFF2-40B4-BE49-F238E27FC236}">
                <a16:creationId xmlns:a16="http://schemas.microsoft.com/office/drawing/2014/main" id="{CC568785-8237-4716-BCF2-985F20812E17}"/>
              </a:ext>
            </a:extLst>
          </p:cNvPr>
          <p:cNvSpPr/>
          <p:nvPr/>
        </p:nvSpPr>
        <p:spPr>
          <a:xfrm>
            <a:off x="1608814" y="2998640"/>
            <a:ext cx="3072529" cy="11395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Strategic commercial repositioning</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1"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Short/mid-term commercial performance improvement (increase acquisition, increase value, reduce churn)</a:t>
            </a:r>
          </a:p>
        </p:txBody>
      </p:sp>
      <p:sp>
        <p:nvSpPr>
          <p:cNvPr id="16" name="Rectangle 15">
            <a:extLst>
              <a:ext uri="{FF2B5EF4-FFF2-40B4-BE49-F238E27FC236}">
                <a16:creationId xmlns:a16="http://schemas.microsoft.com/office/drawing/2014/main" id="{0569D250-3CC0-4239-B1E2-453959180E64}"/>
              </a:ext>
            </a:extLst>
          </p:cNvPr>
          <p:cNvSpPr/>
          <p:nvPr/>
        </p:nvSpPr>
        <p:spPr>
          <a:xfrm>
            <a:off x="4851705" y="2998640"/>
            <a:ext cx="3072529" cy="11395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Cost reductions and Development across IT and operations</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1"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Preparation for an IT transformation and migration towards a new system, keeping in mind sustainable drivers</a:t>
            </a:r>
          </a:p>
        </p:txBody>
      </p:sp>
      <p:sp>
        <p:nvSpPr>
          <p:cNvPr id="17" name="Rectangle 16">
            <a:extLst>
              <a:ext uri="{FF2B5EF4-FFF2-40B4-BE49-F238E27FC236}">
                <a16:creationId xmlns:a16="http://schemas.microsoft.com/office/drawing/2014/main" id="{7895CC64-1F70-44C4-8227-1A8310B138BC}"/>
              </a:ext>
            </a:extLst>
          </p:cNvPr>
          <p:cNvSpPr/>
          <p:nvPr/>
        </p:nvSpPr>
        <p:spPr>
          <a:xfrm>
            <a:off x="8073576" y="2998640"/>
            <a:ext cx="3072529" cy="11395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Secure business as usual in the transition towards the new BSS solution</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1"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Leverage new (standard) functionalities in the new systems &amp; allow decommissioning of the legacy one</a:t>
            </a:r>
          </a:p>
        </p:txBody>
      </p:sp>
      <p:sp>
        <p:nvSpPr>
          <p:cNvPr id="18" name="Rectangle 17">
            <a:extLst>
              <a:ext uri="{FF2B5EF4-FFF2-40B4-BE49-F238E27FC236}">
                <a16:creationId xmlns:a16="http://schemas.microsoft.com/office/drawing/2014/main" id="{2B426F8E-C07A-40F6-B0D2-2E58E95CB0C2}"/>
              </a:ext>
            </a:extLst>
          </p:cNvPr>
          <p:cNvSpPr/>
          <p:nvPr/>
        </p:nvSpPr>
        <p:spPr>
          <a:xfrm>
            <a:off x="-111833" y="4228678"/>
            <a:ext cx="1592826" cy="18661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Implications</a:t>
            </a:r>
          </a:p>
        </p:txBody>
      </p:sp>
      <p:sp>
        <p:nvSpPr>
          <p:cNvPr id="19" name="Rectangle 18">
            <a:extLst>
              <a:ext uri="{FF2B5EF4-FFF2-40B4-BE49-F238E27FC236}">
                <a16:creationId xmlns:a16="http://schemas.microsoft.com/office/drawing/2014/main" id="{3016D7C9-9186-43C3-B3D7-E8EB352B53F0}"/>
              </a:ext>
            </a:extLst>
          </p:cNvPr>
          <p:cNvSpPr/>
          <p:nvPr/>
        </p:nvSpPr>
        <p:spPr>
          <a:xfrm>
            <a:off x="1608814" y="4228678"/>
            <a:ext cx="3072529" cy="2033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Customer driven approach – designing new offerings for defined segments and addressing customer needs, pains &amp; gains</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Strong qualitative and quantitative analysis required in order to secure value maximization for the existing base</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Aim at acquisition/retention with selected commercial migrations to secure value</a:t>
            </a:r>
          </a:p>
        </p:txBody>
      </p:sp>
      <p:sp>
        <p:nvSpPr>
          <p:cNvPr id="20" name="Rectangle 19">
            <a:extLst>
              <a:ext uri="{FF2B5EF4-FFF2-40B4-BE49-F238E27FC236}">
                <a16:creationId xmlns:a16="http://schemas.microsoft.com/office/drawing/2014/main" id="{AF32A8CC-1971-4073-A14F-B1B3A2196CC6}"/>
              </a:ext>
            </a:extLst>
          </p:cNvPr>
          <p:cNvSpPr/>
          <p:nvPr/>
        </p:nvSpPr>
        <p:spPr>
          <a:xfrm>
            <a:off x="4851705" y="4228678"/>
            <a:ext cx="3072529" cy="20338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IT complexity and profitability driven approach – identifying which offerings, products or services should be decommissioned</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Forced commercial migration in existing systems for the customers on the offerings/products to be decommissioned</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IT cleaning on the legacy environments</a:t>
            </a:r>
          </a:p>
        </p:txBody>
      </p:sp>
      <p:sp>
        <p:nvSpPr>
          <p:cNvPr id="21" name="Rectangle 20">
            <a:extLst>
              <a:ext uri="{FF2B5EF4-FFF2-40B4-BE49-F238E27FC236}">
                <a16:creationId xmlns:a16="http://schemas.microsoft.com/office/drawing/2014/main" id="{96E83F02-AE7C-428E-B296-2CA82E1A66B8}"/>
              </a:ext>
            </a:extLst>
          </p:cNvPr>
          <p:cNvSpPr/>
          <p:nvPr/>
        </p:nvSpPr>
        <p:spPr>
          <a:xfrm>
            <a:off x="8073576" y="4228679"/>
            <a:ext cx="3072529" cy="20338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Sans-Serif"/>
              <a:buChar char="–"/>
              <a:tabLst/>
              <a:defRPr/>
            </a:pPr>
            <a:r>
              <a:rPr kumimoji="0" lang="en-US" sz="1100" b="0" i="0" u="none" strike="noStrike" kern="1200" cap="none" spc="0" normalizeH="0" baseline="0" noProof="0">
                <a:ln>
                  <a:noFill/>
                </a:ln>
                <a:solidFill>
                  <a:prstClr val="black"/>
                </a:solidFill>
                <a:effectLst/>
                <a:uLnTx/>
                <a:uFillTx/>
                <a:latin typeface="Ubuntu"/>
                <a:ea typeface="+mn-lt"/>
                <a:cs typeface="+mn-lt"/>
              </a:rPr>
              <a:t>Strategic design of the product portfolio – laying the ground for mid- to long-term B2C, B2B &amp; Wholesale commercial strategies</a:t>
            </a:r>
          </a:p>
          <a:p>
            <a:pPr marL="171450" marR="0" lvl="0" indent="-171450" algn="l" defTabSz="914400" rtl="0" eaLnBrk="1" fontAlgn="auto" latinLnBrk="0" hangingPunct="1">
              <a:lnSpc>
                <a:spcPct val="100000"/>
              </a:lnSpc>
              <a:spcBef>
                <a:spcPts val="0"/>
              </a:spcBef>
              <a:spcAft>
                <a:spcPts val="0"/>
              </a:spcAft>
              <a:buClrTx/>
              <a:buSzTx/>
              <a:buFont typeface="Ubuntu,Sans-Serif"/>
              <a:buChar char="–"/>
              <a:tabLst/>
              <a:defRPr/>
            </a:pPr>
            <a:endParaRPr kumimoji="0" lang="en-US" sz="1100" b="0" i="0" u="none" strike="noStrike" kern="1200" cap="none" spc="0" normalizeH="0" baseline="0" noProof="0">
              <a:ln>
                <a:noFill/>
              </a:ln>
              <a:solidFill>
                <a:prstClr val="black"/>
              </a:solidFill>
              <a:effectLst/>
              <a:uLnTx/>
              <a:uFillTx/>
              <a:latin typeface="Ubuntu"/>
              <a:ea typeface="+mn-lt"/>
              <a:cs typeface="+mn-lt"/>
            </a:endParaRPr>
          </a:p>
          <a:p>
            <a:pPr marL="171450" marR="0" lvl="0" indent="-171450" algn="l" defTabSz="914400" rtl="0" eaLnBrk="1" fontAlgn="auto" latinLnBrk="0" hangingPunct="1">
              <a:lnSpc>
                <a:spcPct val="100000"/>
              </a:lnSpc>
              <a:spcBef>
                <a:spcPts val="0"/>
              </a:spcBef>
              <a:spcAft>
                <a:spcPts val="0"/>
              </a:spcAft>
              <a:buClrTx/>
              <a:buSzTx/>
              <a:buFont typeface="Ubuntu,Sans-Serif"/>
              <a:buChar char="–"/>
              <a:tabLst/>
              <a:defRPr/>
            </a:pPr>
            <a:r>
              <a:rPr kumimoji="0" lang="en-US" sz="1100" b="0" i="0" u="none" strike="noStrike" kern="1200" cap="none" spc="0" normalizeH="0" baseline="0" noProof="0">
                <a:ln>
                  <a:noFill/>
                </a:ln>
                <a:solidFill>
                  <a:prstClr val="black"/>
                </a:solidFill>
                <a:effectLst/>
                <a:uLnTx/>
                <a:uFillTx/>
                <a:latin typeface="Ubuntu"/>
                <a:ea typeface="+mn-lt"/>
                <a:cs typeface="+mn-lt"/>
              </a:rPr>
              <a:t>Early understanding of the portfolio and functionalities required in the “new”</a:t>
            </a:r>
          </a:p>
          <a:p>
            <a:pPr marL="171450" marR="0" lvl="0" indent="-171450" algn="l" defTabSz="914400" rtl="0" eaLnBrk="1" fontAlgn="auto" latinLnBrk="0" hangingPunct="1">
              <a:lnSpc>
                <a:spcPct val="100000"/>
              </a:lnSpc>
              <a:spcBef>
                <a:spcPts val="0"/>
              </a:spcBef>
              <a:spcAft>
                <a:spcPts val="0"/>
              </a:spcAft>
              <a:buClrTx/>
              <a:buSzTx/>
              <a:buFont typeface="Ubuntu,Sans-Serif"/>
              <a:buChar char="–"/>
              <a:tabLst/>
              <a:defRPr/>
            </a:pPr>
            <a:endParaRPr kumimoji="0" lang="en-US" sz="1100" b="0" i="0" u="none" strike="noStrike" kern="1200" cap="none" spc="0" normalizeH="0" baseline="0" noProof="0">
              <a:ln>
                <a:noFill/>
              </a:ln>
              <a:solidFill>
                <a:prstClr val="black"/>
              </a:solidFill>
              <a:effectLst/>
              <a:uLnTx/>
              <a:uFillTx/>
              <a:latin typeface="Ubuntu"/>
              <a:ea typeface="+mn-lt"/>
              <a:cs typeface="+mn-lt"/>
            </a:endParaRPr>
          </a:p>
          <a:p>
            <a:pPr marL="171450" marR="0" lvl="0" indent="-171450" algn="l" defTabSz="914400" rtl="0" eaLnBrk="1" fontAlgn="auto" latinLnBrk="0" hangingPunct="1">
              <a:lnSpc>
                <a:spcPct val="100000"/>
              </a:lnSpc>
              <a:spcBef>
                <a:spcPts val="0"/>
              </a:spcBef>
              <a:spcAft>
                <a:spcPts val="0"/>
              </a:spcAft>
              <a:buClrTx/>
              <a:buSzTx/>
              <a:buFont typeface="Ubuntu,Sans-Serif"/>
              <a:buChar char="–"/>
              <a:tabLst/>
              <a:defRPr/>
            </a:pPr>
            <a:r>
              <a:rPr kumimoji="0" lang="en-US" sz="1100" b="0" i="0" u="none" strike="noStrike" kern="1200" cap="none" spc="0" normalizeH="0" baseline="0" noProof="0">
                <a:ln>
                  <a:noFill/>
                </a:ln>
                <a:solidFill>
                  <a:prstClr val="black"/>
                </a:solidFill>
                <a:effectLst/>
                <a:uLnTx/>
                <a:uFillTx/>
                <a:latin typeface="Ubuntu"/>
                <a:ea typeface="+mn-lt"/>
                <a:cs typeface="+mn-lt"/>
              </a:rPr>
              <a:t>Phased</a:t>
            </a:r>
            <a:r>
              <a:rPr kumimoji="0" lang="en-US" sz="1100" b="0" i="0" u="none" strike="noStrike" kern="1200" cap="none" spc="0" normalizeH="0" baseline="0" noProof="0">
                <a:ln>
                  <a:noFill/>
                </a:ln>
                <a:solidFill>
                  <a:prstClr val="black"/>
                </a:solidFill>
                <a:effectLst/>
                <a:uLnTx/>
                <a:uFillTx/>
                <a:latin typeface="Ubuntu"/>
                <a:ea typeface="+mn-ea"/>
                <a:cs typeface="+mn-cs"/>
              </a:rPr>
              <a:t> migration of the portfolio towards a new simplified &amp; standardized Portfolio in the new BSS system</a:t>
            </a:r>
          </a:p>
        </p:txBody>
      </p:sp>
    </p:spTree>
    <p:extLst>
      <p:ext uri="{BB962C8B-B14F-4D97-AF65-F5344CB8AC3E}">
        <p14:creationId xmlns:p14="http://schemas.microsoft.com/office/powerpoint/2010/main" val="1102404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Title 338">
            <a:extLst>
              <a:ext uri="{FF2B5EF4-FFF2-40B4-BE49-F238E27FC236}">
                <a16:creationId xmlns:a16="http://schemas.microsoft.com/office/drawing/2014/main" id="{65ADB5BA-ED10-469F-97CE-56137FB7097B}"/>
              </a:ext>
            </a:extLst>
          </p:cNvPr>
          <p:cNvSpPr>
            <a:spLocks noGrp="1"/>
          </p:cNvSpPr>
          <p:nvPr>
            <p:ph type="title"/>
          </p:nvPr>
        </p:nvSpPr>
        <p:spPr>
          <a:xfrm>
            <a:off x="416210" y="205525"/>
            <a:ext cx="10927283" cy="716711"/>
          </a:xfrm>
        </p:spPr>
        <p:txBody>
          <a:bodyPr/>
          <a:lstStyle/>
          <a:p>
            <a:r>
              <a:rPr lang="en-IN">
                <a:solidFill>
                  <a:schemeClr val="tx1"/>
                </a:solidFill>
              </a:rPr>
              <a:t>METHODOLOGY – PRODUCT PORTFOLIO OPTIMIZATION (2/2)</a:t>
            </a:r>
            <a:endParaRPr lang="nl-BE"/>
          </a:p>
        </p:txBody>
      </p:sp>
      <p:grpSp>
        <p:nvGrpSpPr>
          <p:cNvPr id="337" name="Group 336">
            <a:extLst>
              <a:ext uri="{FF2B5EF4-FFF2-40B4-BE49-F238E27FC236}">
                <a16:creationId xmlns:a16="http://schemas.microsoft.com/office/drawing/2014/main" id="{6BC62E5C-A937-430F-8156-A6E4C29B8EE3}"/>
              </a:ext>
            </a:extLst>
          </p:cNvPr>
          <p:cNvGrpSpPr/>
          <p:nvPr/>
        </p:nvGrpSpPr>
        <p:grpSpPr>
          <a:xfrm>
            <a:off x="801899" y="1327150"/>
            <a:ext cx="10155903" cy="4776230"/>
            <a:chOff x="212725" y="1355725"/>
            <a:chExt cx="9367838" cy="4922838"/>
          </a:xfrm>
        </p:grpSpPr>
        <p:sp>
          <p:nvSpPr>
            <p:cNvPr id="4" name="Rectangle 15">
              <a:extLst>
                <a:ext uri="{FF2B5EF4-FFF2-40B4-BE49-F238E27FC236}">
                  <a16:creationId xmlns:a16="http://schemas.microsoft.com/office/drawing/2014/main" id="{1E84DC66-7D22-4D29-A6C5-0284D651C087}"/>
                </a:ext>
              </a:extLst>
            </p:cNvPr>
            <p:cNvSpPr>
              <a:spLocks noChangeArrowheads="1"/>
            </p:cNvSpPr>
            <p:nvPr/>
          </p:nvSpPr>
          <p:spPr bwMode="auto">
            <a:xfrm>
              <a:off x="622300" y="1700213"/>
              <a:ext cx="2865438" cy="233362"/>
            </a:xfrm>
            <a:prstGeom prst="rect">
              <a:avLst/>
            </a:prstGeom>
            <a:solidFill>
              <a:schemeClr val="accent2"/>
            </a:solidFill>
            <a:ln w="12700" algn="ctr">
              <a:no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b="1" i="1">
                  <a:solidFill>
                    <a:schemeClr val="bg1"/>
                  </a:solidFill>
                </a:rPr>
                <a:t>Product</a:t>
              </a:r>
              <a:endParaRPr lang="en-GB" altLang="nl-BE" i="1">
                <a:solidFill>
                  <a:schemeClr val="bg1"/>
                </a:solidFill>
              </a:endParaRPr>
            </a:p>
          </p:txBody>
        </p:sp>
        <p:grpSp>
          <p:nvGrpSpPr>
            <p:cNvPr id="5" name="Group 4">
              <a:extLst>
                <a:ext uri="{FF2B5EF4-FFF2-40B4-BE49-F238E27FC236}">
                  <a16:creationId xmlns:a16="http://schemas.microsoft.com/office/drawing/2014/main" id="{D80D6FB4-9EE8-47A5-89C0-FA3E6461D90D}"/>
                </a:ext>
              </a:extLst>
            </p:cNvPr>
            <p:cNvGrpSpPr>
              <a:grpSpLocks/>
            </p:cNvGrpSpPr>
            <p:nvPr/>
          </p:nvGrpSpPr>
          <p:grpSpPr bwMode="auto">
            <a:xfrm>
              <a:off x="646113" y="3189288"/>
              <a:ext cx="2828925" cy="1187450"/>
              <a:chOff x="397" y="2149"/>
              <a:chExt cx="1645" cy="797"/>
            </a:xfrm>
          </p:grpSpPr>
          <p:sp>
            <p:nvSpPr>
              <p:cNvPr id="6" name="Rectangle 111">
                <a:extLst>
                  <a:ext uri="{FF2B5EF4-FFF2-40B4-BE49-F238E27FC236}">
                    <a16:creationId xmlns:a16="http://schemas.microsoft.com/office/drawing/2014/main" id="{284FF95D-501E-4DD3-8C6D-A04F9FB56EA1}"/>
                  </a:ext>
                </a:extLst>
              </p:cNvPr>
              <p:cNvSpPr>
                <a:spLocks noChangeArrowheads="1"/>
              </p:cNvSpPr>
              <p:nvPr/>
            </p:nvSpPr>
            <p:spPr bwMode="auto">
              <a:xfrm>
                <a:off x="400" y="2153"/>
                <a:ext cx="1642" cy="793"/>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7" name="Rectangle 4">
                <a:extLst>
                  <a:ext uri="{FF2B5EF4-FFF2-40B4-BE49-F238E27FC236}">
                    <a16:creationId xmlns:a16="http://schemas.microsoft.com/office/drawing/2014/main" id="{84AA3D84-F5C5-4FBC-8137-948F9A4AC3EE}"/>
                  </a:ext>
                </a:extLst>
              </p:cNvPr>
              <p:cNvSpPr>
                <a:spLocks noChangeArrowheads="1"/>
              </p:cNvSpPr>
              <p:nvPr/>
            </p:nvSpPr>
            <p:spPr bwMode="auto">
              <a:xfrm>
                <a:off x="653" y="2423"/>
                <a:ext cx="315" cy="370"/>
              </a:xfrm>
              <a:prstGeom prst="rect">
                <a:avLst/>
              </a:prstGeom>
              <a:solidFill>
                <a:srgbClr val="EAEAEA"/>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8" name="Rectangle 5">
                <a:extLst>
                  <a:ext uri="{FF2B5EF4-FFF2-40B4-BE49-F238E27FC236}">
                    <a16:creationId xmlns:a16="http://schemas.microsoft.com/office/drawing/2014/main" id="{5C9297A9-0014-44BC-9ED0-86D5C6BA301E}"/>
                  </a:ext>
                </a:extLst>
              </p:cNvPr>
              <p:cNvSpPr>
                <a:spLocks noChangeArrowheads="1"/>
              </p:cNvSpPr>
              <p:nvPr/>
            </p:nvSpPr>
            <p:spPr bwMode="auto">
              <a:xfrm>
                <a:off x="998" y="2423"/>
                <a:ext cx="316" cy="370"/>
              </a:xfrm>
              <a:prstGeom prst="rect">
                <a:avLst/>
              </a:prstGeom>
              <a:solidFill>
                <a:srgbClr val="EAEAEA"/>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9" name="Rectangle 6">
                <a:extLst>
                  <a:ext uri="{FF2B5EF4-FFF2-40B4-BE49-F238E27FC236}">
                    <a16:creationId xmlns:a16="http://schemas.microsoft.com/office/drawing/2014/main" id="{F4340BAD-5555-49F8-B331-364FAEE8F6B3}"/>
                  </a:ext>
                </a:extLst>
              </p:cNvPr>
              <p:cNvSpPr>
                <a:spLocks noChangeArrowheads="1"/>
              </p:cNvSpPr>
              <p:nvPr/>
            </p:nvSpPr>
            <p:spPr bwMode="auto">
              <a:xfrm>
                <a:off x="1344" y="2423"/>
                <a:ext cx="316" cy="370"/>
              </a:xfrm>
              <a:prstGeom prst="rect">
                <a:avLst/>
              </a:prstGeom>
              <a:solidFill>
                <a:srgbClr val="EAEAEA"/>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0" name="Rectangle 7">
                <a:extLst>
                  <a:ext uri="{FF2B5EF4-FFF2-40B4-BE49-F238E27FC236}">
                    <a16:creationId xmlns:a16="http://schemas.microsoft.com/office/drawing/2014/main" id="{697C5C03-4A50-4953-889A-DAAE0FC6BFED}"/>
                  </a:ext>
                </a:extLst>
              </p:cNvPr>
              <p:cNvSpPr>
                <a:spLocks noChangeArrowheads="1"/>
              </p:cNvSpPr>
              <p:nvPr/>
            </p:nvSpPr>
            <p:spPr bwMode="auto">
              <a:xfrm>
                <a:off x="1690" y="2423"/>
                <a:ext cx="315" cy="370"/>
              </a:xfrm>
              <a:prstGeom prst="rect">
                <a:avLst/>
              </a:prstGeom>
              <a:solidFill>
                <a:srgbClr val="EAEAEA"/>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1" name="Oval 23">
                <a:extLst>
                  <a:ext uri="{FF2B5EF4-FFF2-40B4-BE49-F238E27FC236}">
                    <a16:creationId xmlns:a16="http://schemas.microsoft.com/office/drawing/2014/main" id="{230F2307-1CFC-4F70-8342-12EFFB5D1A74}"/>
                  </a:ext>
                </a:extLst>
              </p:cNvPr>
              <p:cNvSpPr>
                <a:spLocks noChangeArrowheads="1"/>
              </p:cNvSpPr>
              <p:nvPr/>
            </p:nvSpPr>
            <p:spPr bwMode="auto">
              <a:xfrm>
                <a:off x="878" y="2703"/>
                <a:ext cx="22" cy="28"/>
              </a:xfrm>
              <a:prstGeom prst="ellipse">
                <a:avLst/>
              </a:prstGeom>
              <a:solidFill>
                <a:srgbClr val="FF6A2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2" name="Oval 24">
                <a:extLst>
                  <a:ext uri="{FF2B5EF4-FFF2-40B4-BE49-F238E27FC236}">
                    <a16:creationId xmlns:a16="http://schemas.microsoft.com/office/drawing/2014/main" id="{352BF3AB-9AF4-40EC-82A9-792B7FB3CB5C}"/>
                  </a:ext>
                </a:extLst>
              </p:cNvPr>
              <p:cNvSpPr>
                <a:spLocks noChangeArrowheads="1"/>
              </p:cNvSpPr>
              <p:nvPr/>
            </p:nvSpPr>
            <p:spPr bwMode="auto">
              <a:xfrm>
                <a:off x="807" y="2704"/>
                <a:ext cx="22" cy="28"/>
              </a:xfrm>
              <a:prstGeom prst="ellipse">
                <a:avLst/>
              </a:prstGeom>
              <a:solidFill>
                <a:srgbClr val="FF6A2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3" name="Oval 25">
                <a:extLst>
                  <a:ext uri="{FF2B5EF4-FFF2-40B4-BE49-F238E27FC236}">
                    <a16:creationId xmlns:a16="http://schemas.microsoft.com/office/drawing/2014/main" id="{E3A7F508-9E2F-4035-925F-856BFE1F872E}"/>
                  </a:ext>
                </a:extLst>
              </p:cNvPr>
              <p:cNvSpPr>
                <a:spLocks noChangeArrowheads="1"/>
              </p:cNvSpPr>
              <p:nvPr/>
            </p:nvSpPr>
            <p:spPr bwMode="auto">
              <a:xfrm>
                <a:off x="823" y="2656"/>
                <a:ext cx="22"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4" name="Oval 26">
                <a:extLst>
                  <a:ext uri="{FF2B5EF4-FFF2-40B4-BE49-F238E27FC236}">
                    <a16:creationId xmlns:a16="http://schemas.microsoft.com/office/drawing/2014/main" id="{ACB69377-8983-46B7-A5AC-E052938207E1}"/>
                  </a:ext>
                </a:extLst>
              </p:cNvPr>
              <p:cNvSpPr>
                <a:spLocks noChangeArrowheads="1"/>
              </p:cNvSpPr>
              <p:nvPr/>
            </p:nvSpPr>
            <p:spPr bwMode="auto">
              <a:xfrm>
                <a:off x="757" y="2662"/>
                <a:ext cx="22" cy="28"/>
              </a:xfrm>
              <a:prstGeom prst="ellipse">
                <a:avLst/>
              </a:pr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5" name="Oval 27">
                <a:extLst>
                  <a:ext uri="{FF2B5EF4-FFF2-40B4-BE49-F238E27FC236}">
                    <a16:creationId xmlns:a16="http://schemas.microsoft.com/office/drawing/2014/main" id="{0825B783-5A4F-4774-A364-53C523E7B5CE}"/>
                  </a:ext>
                </a:extLst>
              </p:cNvPr>
              <p:cNvSpPr>
                <a:spLocks noChangeArrowheads="1"/>
              </p:cNvSpPr>
              <p:nvPr/>
            </p:nvSpPr>
            <p:spPr bwMode="auto">
              <a:xfrm>
                <a:off x="916" y="2628"/>
                <a:ext cx="22" cy="28"/>
              </a:xfrm>
              <a:prstGeom prst="ellipse">
                <a:avLst/>
              </a:pr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6" name="Oval 28">
                <a:extLst>
                  <a:ext uri="{FF2B5EF4-FFF2-40B4-BE49-F238E27FC236}">
                    <a16:creationId xmlns:a16="http://schemas.microsoft.com/office/drawing/2014/main" id="{ECDBAF77-2670-4329-A430-6460C21D0876}"/>
                  </a:ext>
                </a:extLst>
              </p:cNvPr>
              <p:cNvSpPr>
                <a:spLocks noChangeArrowheads="1"/>
              </p:cNvSpPr>
              <p:nvPr/>
            </p:nvSpPr>
            <p:spPr bwMode="auto">
              <a:xfrm>
                <a:off x="1089" y="2536"/>
                <a:ext cx="21" cy="28"/>
              </a:xfrm>
              <a:prstGeom prst="ellipse">
                <a:avLst/>
              </a:pr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7" name="Oval 29">
                <a:extLst>
                  <a:ext uri="{FF2B5EF4-FFF2-40B4-BE49-F238E27FC236}">
                    <a16:creationId xmlns:a16="http://schemas.microsoft.com/office/drawing/2014/main" id="{069490D2-E6CB-4EF5-8AB5-768AAFBC082E}"/>
                  </a:ext>
                </a:extLst>
              </p:cNvPr>
              <p:cNvSpPr>
                <a:spLocks noChangeArrowheads="1"/>
              </p:cNvSpPr>
              <p:nvPr/>
            </p:nvSpPr>
            <p:spPr bwMode="auto">
              <a:xfrm>
                <a:off x="1128" y="2487"/>
                <a:ext cx="22" cy="27"/>
              </a:xfrm>
              <a:prstGeom prst="ellipse">
                <a:avLst/>
              </a:pr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8" name="Oval 30">
                <a:extLst>
                  <a:ext uri="{FF2B5EF4-FFF2-40B4-BE49-F238E27FC236}">
                    <a16:creationId xmlns:a16="http://schemas.microsoft.com/office/drawing/2014/main" id="{62C8F758-2CAE-4065-ADA8-216445CF4CFF}"/>
                  </a:ext>
                </a:extLst>
              </p:cNvPr>
              <p:cNvSpPr>
                <a:spLocks noChangeArrowheads="1"/>
              </p:cNvSpPr>
              <p:nvPr/>
            </p:nvSpPr>
            <p:spPr bwMode="auto">
              <a:xfrm>
                <a:off x="1209" y="2460"/>
                <a:ext cx="22" cy="27"/>
              </a:xfrm>
              <a:prstGeom prst="ellipse">
                <a:avLst/>
              </a:pr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9" name="Oval 31">
                <a:extLst>
                  <a:ext uri="{FF2B5EF4-FFF2-40B4-BE49-F238E27FC236}">
                    <a16:creationId xmlns:a16="http://schemas.microsoft.com/office/drawing/2014/main" id="{0649F9AD-8D7C-49D1-8A55-AB60E904822B}"/>
                  </a:ext>
                </a:extLst>
              </p:cNvPr>
              <p:cNvSpPr>
                <a:spLocks noChangeArrowheads="1"/>
              </p:cNvSpPr>
              <p:nvPr/>
            </p:nvSpPr>
            <p:spPr bwMode="auto">
              <a:xfrm>
                <a:off x="1183" y="2523"/>
                <a:ext cx="21"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0" name="Oval 32">
                <a:extLst>
                  <a:ext uri="{FF2B5EF4-FFF2-40B4-BE49-F238E27FC236}">
                    <a16:creationId xmlns:a16="http://schemas.microsoft.com/office/drawing/2014/main" id="{25A0A236-4EFF-4715-AC99-DA25B317FB89}"/>
                  </a:ext>
                </a:extLst>
              </p:cNvPr>
              <p:cNvSpPr>
                <a:spLocks noChangeArrowheads="1"/>
              </p:cNvSpPr>
              <p:nvPr/>
            </p:nvSpPr>
            <p:spPr bwMode="auto">
              <a:xfrm>
                <a:off x="1220" y="2596"/>
                <a:ext cx="22" cy="27"/>
              </a:xfrm>
              <a:prstGeom prst="ellipse">
                <a:avLst/>
              </a:prstGeom>
              <a:solidFill>
                <a:srgbClr val="FF6A2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1" name="Oval 33">
                <a:extLst>
                  <a:ext uri="{FF2B5EF4-FFF2-40B4-BE49-F238E27FC236}">
                    <a16:creationId xmlns:a16="http://schemas.microsoft.com/office/drawing/2014/main" id="{5CA35381-3048-49DD-B112-77A60ACAB200}"/>
                  </a:ext>
                </a:extLst>
              </p:cNvPr>
              <p:cNvSpPr>
                <a:spLocks noChangeArrowheads="1"/>
              </p:cNvSpPr>
              <p:nvPr/>
            </p:nvSpPr>
            <p:spPr bwMode="auto">
              <a:xfrm>
                <a:off x="1229" y="2636"/>
                <a:ext cx="22" cy="28"/>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2" name="Oval 36">
                <a:extLst>
                  <a:ext uri="{FF2B5EF4-FFF2-40B4-BE49-F238E27FC236}">
                    <a16:creationId xmlns:a16="http://schemas.microsoft.com/office/drawing/2014/main" id="{DC7B43F4-CCD9-4990-BABC-240A849652FE}"/>
                  </a:ext>
                </a:extLst>
              </p:cNvPr>
              <p:cNvSpPr>
                <a:spLocks noChangeArrowheads="1"/>
              </p:cNvSpPr>
              <p:nvPr/>
            </p:nvSpPr>
            <p:spPr bwMode="auto">
              <a:xfrm>
                <a:off x="1078" y="2694"/>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3" name="Oval 37">
                <a:extLst>
                  <a:ext uri="{FF2B5EF4-FFF2-40B4-BE49-F238E27FC236}">
                    <a16:creationId xmlns:a16="http://schemas.microsoft.com/office/drawing/2014/main" id="{2E44A3F0-A815-44C9-966E-1FA2182B5204}"/>
                  </a:ext>
                </a:extLst>
              </p:cNvPr>
              <p:cNvSpPr>
                <a:spLocks noChangeArrowheads="1"/>
              </p:cNvSpPr>
              <p:nvPr/>
            </p:nvSpPr>
            <p:spPr bwMode="auto">
              <a:xfrm>
                <a:off x="1165" y="2663"/>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4" name="Oval 39">
                <a:extLst>
                  <a:ext uri="{FF2B5EF4-FFF2-40B4-BE49-F238E27FC236}">
                    <a16:creationId xmlns:a16="http://schemas.microsoft.com/office/drawing/2014/main" id="{18D431A0-2F90-42EC-B19D-E7B2A056A2CD}"/>
                  </a:ext>
                </a:extLst>
              </p:cNvPr>
              <p:cNvSpPr>
                <a:spLocks noChangeArrowheads="1"/>
              </p:cNvSpPr>
              <p:nvPr/>
            </p:nvSpPr>
            <p:spPr bwMode="auto">
              <a:xfrm>
                <a:off x="1574" y="2513"/>
                <a:ext cx="22" cy="27"/>
              </a:xfrm>
              <a:prstGeom prst="ellipse">
                <a:avLst/>
              </a:prstGeom>
              <a:solidFill>
                <a:srgbClr val="FF6A2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5" name="Oval 40">
                <a:extLst>
                  <a:ext uri="{FF2B5EF4-FFF2-40B4-BE49-F238E27FC236}">
                    <a16:creationId xmlns:a16="http://schemas.microsoft.com/office/drawing/2014/main" id="{8E1F6844-2242-4E89-9699-70C6EAA785B3}"/>
                  </a:ext>
                </a:extLst>
              </p:cNvPr>
              <p:cNvSpPr>
                <a:spLocks noChangeArrowheads="1"/>
              </p:cNvSpPr>
              <p:nvPr/>
            </p:nvSpPr>
            <p:spPr bwMode="auto">
              <a:xfrm>
                <a:off x="1458" y="2486"/>
                <a:ext cx="22"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6" name="Oval 41">
                <a:extLst>
                  <a:ext uri="{FF2B5EF4-FFF2-40B4-BE49-F238E27FC236}">
                    <a16:creationId xmlns:a16="http://schemas.microsoft.com/office/drawing/2014/main" id="{16BC311E-01D1-48EC-93AE-7624791142D5}"/>
                  </a:ext>
                </a:extLst>
              </p:cNvPr>
              <p:cNvSpPr>
                <a:spLocks noChangeArrowheads="1"/>
              </p:cNvSpPr>
              <p:nvPr/>
            </p:nvSpPr>
            <p:spPr bwMode="auto">
              <a:xfrm>
                <a:off x="1415" y="2557"/>
                <a:ext cx="22" cy="28"/>
              </a:xfrm>
              <a:prstGeom prst="ellipse">
                <a:avLst/>
              </a:prstGeom>
              <a:solidFill>
                <a:srgbClr val="FF6A2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7" name="Oval 42">
                <a:extLst>
                  <a:ext uri="{FF2B5EF4-FFF2-40B4-BE49-F238E27FC236}">
                    <a16:creationId xmlns:a16="http://schemas.microsoft.com/office/drawing/2014/main" id="{DC38A928-38F4-43F3-9881-F11728A0EF16}"/>
                  </a:ext>
                </a:extLst>
              </p:cNvPr>
              <p:cNvSpPr>
                <a:spLocks noChangeArrowheads="1"/>
              </p:cNvSpPr>
              <p:nvPr/>
            </p:nvSpPr>
            <p:spPr bwMode="auto">
              <a:xfrm>
                <a:off x="1525" y="2460"/>
                <a:ext cx="22" cy="28"/>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8" name="Oval 46">
                <a:extLst>
                  <a:ext uri="{FF2B5EF4-FFF2-40B4-BE49-F238E27FC236}">
                    <a16:creationId xmlns:a16="http://schemas.microsoft.com/office/drawing/2014/main" id="{C4FBAE6E-A85C-4A42-A41B-EE24E7C94B33}"/>
                  </a:ext>
                </a:extLst>
              </p:cNvPr>
              <p:cNvSpPr>
                <a:spLocks noChangeArrowheads="1"/>
              </p:cNvSpPr>
              <p:nvPr/>
            </p:nvSpPr>
            <p:spPr bwMode="auto">
              <a:xfrm>
                <a:off x="1585" y="2448"/>
                <a:ext cx="21"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9" name="Oval 48">
                <a:extLst>
                  <a:ext uri="{FF2B5EF4-FFF2-40B4-BE49-F238E27FC236}">
                    <a16:creationId xmlns:a16="http://schemas.microsoft.com/office/drawing/2014/main" id="{A640CB6F-30CE-4D14-8D90-C31A387DD715}"/>
                  </a:ext>
                </a:extLst>
              </p:cNvPr>
              <p:cNvSpPr>
                <a:spLocks noChangeArrowheads="1"/>
              </p:cNvSpPr>
              <p:nvPr/>
            </p:nvSpPr>
            <p:spPr bwMode="auto">
              <a:xfrm>
                <a:off x="1483" y="2638"/>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0" name="Oval 50">
                <a:extLst>
                  <a:ext uri="{FF2B5EF4-FFF2-40B4-BE49-F238E27FC236}">
                    <a16:creationId xmlns:a16="http://schemas.microsoft.com/office/drawing/2014/main" id="{05229C8E-3A32-449A-ABB2-97174A238ADF}"/>
                  </a:ext>
                </a:extLst>
              </p:cNvPr>
              <p:cNvSpPr>
                <a:spLocks noChangeArrowheads="1"/>
              </p:cNvSpPr>
              <p:nvPr/>
            </p:nvSpPr>
            <p:spPr bwMode="auto">
              <a:xfrm>
                <a:off x="1547" y="2608"/>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1" name="Oval 52">
                <a:extLst>
                  <a:ext uri="{FF2B5EF4-FFF2-40B4-BE49-F238E27FC236}">
                    <a16:creationId xmlns:a16="http://schemas.microsoft.com/office/drawing/2014/main" id="{1B5980BE-587A-41D1-9893-80283ED3FDC8}"/>
                  </a:ext>
                </a:extLst>
              </p:cNvPr>
              <p:cNvSpPr>
                <a:spLocks noChangeArrowheads="1"/>
              </p:cNvSpPr>
              <p:nvPr/>
            </p:nvSpPr>
            <p:spPr bwMode="auto">
              <a:xfrm>
                <a:off x="1395" y="2624"/>
                <a:ext cx="21" cy="28"/>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2" name="Oval 54">
                <a:extLst>
                  <a:ext uri="{FF2B5EF4-FFF2-40B4-BE49-F238E27FC236}">
                    <a16:creationId xmlns:a16="http://schemas.microsoft.com/office/drawing/2014/main" id="{9D5DAE29-7F15-47D4-839A-8C444E9FA306}"/>
                  </a:ext>
                </a:extLst>
              </p:cNvPr>
              <p:cNvSpPr>
                <a:spLocks noChangeArrowheads="1"/>
              </p:cNvSpPr>
              <p:nvPr/>
            </p:nvSpPr>
            <p:spPr bwMode="auto">
              <a:xfrm>
                <a:off x="1510" y="2548"/>
                <a:ext cx="22" cy="28"/>
              </a:xfrm>
              <a:prstGeom prst="ellipse">
                <a:avLst/>
              </a:prstGeom>
              <a:solidFill>
                <a:srgbClr val="FF6A2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3" name="Oval 57">
                <a:extLst>
                  <a:ext uri="{FF2B5EF4-FFF2-40B4-BE49-F238E27FC236}">
                    <a16:creationId xmlns:a16="http://schemas.microsoft.com/office/drawing/2014/main" id="{0F917535-9390-4371-AF84-1C94C16653D3}"/>
                  </a:ext>
                </a:extLst>
              </p:cNvPr>
              <p:cNvSpPr>
                <a:spLocks noChangeArrowheads="1"/>
              </p:cNvSpPr>
              <p:nvPr/>
            </p:nvSpPr>
            <p:spPr bwMode="auto">
              <a:xfrm>
                <a:off x="1814" y="2630"/>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4" name="Oval 59">
                <a:extLst>
                  <a:ext uri="{FF2B5EF4-FFF2-40B4-BE49-F238E27FC236}">
                    <a16:creationId xmlns:a16="http://schemas.microsoft.com/office/drawing/2014/main" id="{ABE27699-4C17-4899-965E-6ABC7E8CB2D0}"/>
                  </a:ext>
                </a:extLst>
              </p:cNvPr>
              <p:cNvSpPr>
                <a:spLocks noChangeArrowheads="1"/>
              </p:cNvSpPr>
              <p:nvPr/>
            </p:nvSpPr>
            <p:spPr bwMode="auto">
              <a:xfrm>
                <a:off x="1823" y="2434"/>
                <a:ext cx="22"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5" name="Oval 60">
                <a:extLst>
                  <a:ext uri="{FF2B5EF4-FFF2-40B4-BE49-F238E27FC236}">
                    <a16:creationId xmlns:a16="http://schemas.microsoft.com/office/drawing/2014/main" id="{38A86285-91DD-4B94-90A8-ACF575A604CE}"/>
                  </a:ext>
                </a:extLst>
              </p:cNvPr>
              <p:cNvSpPr>
                <a:spLocks noChangeArrowheads="1"/>
              </p:cNvSpPr>
              <p:nvPr/>
            </p:nvSpPr>
            <p:spPr bwMode="auto">
              <a:xfrm>
                <a:off x="1870" y="2453"/>
                <a:ext cx="22" cy="28"/>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6" name="Oval 61">
                <a:extLst>
                  <a:ext uri="{FF2B5EF4-FFF2-40B4-BE49-F238E27FC236}">
                    <a16:creationId xmlns:a16="http://schemas.microsoft.com/office/drawing/2014/main" id="{85303E3E-D053-4587-B1E2-C5CDCC947E1E}"/>
                  </a:ext>
                </a:extLst>
              </p:cNvPr>
              <p:cNvSpPr>
                <a:spLocks noChangeArrowheads="1"/>
              </p:cNvSpPr>
              <p:nvPr/>
            </p:nvSpPr>
            <p:spPr bwMode="auto">
              <a:xfrm>
                <a:off x="1729" y="2524"/>
                <a:ext cx="22" cy="27"/>
              </a:xfrm>
              <a:prstGeom prst="ellipse">
                <a:avLst/>
              </a:prstGeom>
              <a:solidFill>
                <a:srgbClr val="FF6A2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7" name="Oval 63">
                <a:extLst>
                  <a:ext uri="{FF2B5EF4-FFF2-40B4-BE49-F238E27FC236}">
                    <a16:creationId xmlns:a16="http://schemas.microsoft.com/office/drawing/2014/main" id="{A19364E7-6BC1-4A7F-8672-1BB9B91CBA92}"/>
                  </a:ext>
                </a:extLst>
              </p:cNvPr>
              <p:cNvSpPr>
                <a:spLocks noChangeArrowheads="1"/>
              </p:cNvSpPr>
              <p:nvPr/>
            </p:nvSpPr>
            <p:spPr bwMode="auto">
              <a:xfrm>
                <a:off x="1824" y="2524"/>
                <a:ext cx="22" cy="27"/>
              </a:xfrm>
              <a:prstGeom prst="ellipse">
                <a:avLst/>
              </a:prstGeom>
              <a:solidFill>
                <a:srgbClr val="FF6A2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8" name="Oval 64">
                <a:extLst>
                  <a:ext uri="{FF2B5EF4-FFF2-40B4-BE49-F238E27FC236}">
                    <a16:creationId xmlns:a16="http://schemas.microsoft.com/office/drawing/2014/main" id="{99B13AF7-5A07-4943-8E05-4F5579B45895}"/>
                  </a:ext>
                </a:extLst>
              </p:cNvPr>
              <p:cNvSpPr>
                <a:spLocks noChangeArrowheads="1"/>
              </p:cNvSpPr>
              <p:nvPr/>
            </p:nvSpPr>
            <p:spPr bwMode="auto">
              <a:xfrm>
                <a:off x="1916" y="2519"/>
                <a:ext cx="22" cy="27"/>
              </a:xfrm>
              <a:prstGeom prst="ellipse">
                <a:avLst/>
              </a:prstGeom>
              <a:solidFill>
                <a:srgbClr val="FF6A2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9" name="Oval 65">
                <a:extLst>
                  <a:ext uri="{FF2B5EF4-FFF2-40B4-BE49-F238E27FC236}">
                    <a16:creationId xmlns:a16="http://schemas.microsoft.com/office/drawing/2014/main" id="{B372BEC1-B862-4B24-B653-8A7CF6FAD4AA}"/>
                  </a:ext>
                </a:extLst>
              </p:cNvPr>
              <p:cNvSpPr>
                <a:spLocks noChangeArrowheads="1"/>
              </p:cNvSpPr>
              <p:nvPr/>
            </p:nvSpPr>
            <p:spPr bwMode="auto">
              <a:xfrm>
                <a:off x="1887" y="2603"/>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40" name="Rectangle 9">
                <a:extLst>
                  <a:ext uri="{FF2B5EF4-FFF2-40B4-BE49-F238E27FC236}">
                    <a16:creationId xmlns:a16="http://schemas.microsoft.com/office/drawing/2014/main" id="{5BED94C4-5080-440C-A58F-682B572F50BA}"/>
                  </a:ext>
                </a:extLst>
              </p:cNvPr>
              <p:cNvSpPr>
                <a:spLocks noChangeArrowheads="1"/>
              </p:cNvSpPr>
              <p:nvPr/>
            </p:nvSpPr>
            <p:spPr bwMode="auto">
              <a:xfrm>
                <a:off x="653" y="2359"/>
                <a:ext cx="315" cy="64"/>
              </a:xfrm>
              <a:prstGeom prst="rect">
                <a:avLst/>
              </a:prstGeom>
              <a:solidFill>
                <a:schemeClr val="bg2"/>
              </a:solidFill>
              <a:ln w="12700">
                <a:solidFill>
                  <a:schemeClr val="bg2"/>
                </a:solidFill>
                <a:miter lim="800000"/>
                <a:headEnd/>
                <a:tailEnd/>
              </a:ln>
            </p:spPr>
            <p:txBody>
              <a:bodyPr wrap="none" lIns="90488" tIns="44450" rIns="90488" bIns="4445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600" b="1">
                    <a:solidFill>
                      <a:schemeClr val="bg1"/>
                    </a:solidFill>
                  </a:rPr>
                  <a:t>Emerging</a:t>
                </a:r>
              </a:p>
            </p:txBody>
          </p:sp>
          <p:sp>
            <p:nvSpPr>
              <p:cNvPr id="41" name="Rectangle 12">
                <a:extLst>
                  <a:ext uri="{FF2B5EF4-FFF2-40B4-BE49-F238E27FC236}">
                    <a16:creationId xmlns:a16="http://schemas.microsoft.com/office/drawing/2014/main" id="{57709A03-E774-4BED-B94D-C6006A1F9CB1}"/>
                  </a:ext>
                </a:extLst>
              </p:cNvPr>
              <p:cNvSpPr>
                <a:spLocks noChangeArrowheads="1"/>
              </p:cNvSpPr>
              <p:nvPr/>
            </p:nvSpPr>
            <p:spPr bwMode="auto">
              <a:xfrm>
                <a:off x="1059" y="2275"/>
                <a:ext cx="540"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nSpc>
                    <a:spcPct val="90000"/>
                  </a:lnSpc>
                </a:pPr>
                <a:r>
                  <a:rPr lang="en-GB" altLang="nl-BE" sz="800" b="1"/>
                  <a:t>Product lifecycle</a:t>
                </a:r>
              </a:p>
            </p:txBody>
          </p:sp>
          <p:sp>
            <p:nvSpPr>
              <p:cNvPr id="42" name="Rectangle 13">
                <a:extLst>
                  <a:ext uri="{FF2B5EF4-FFF2-40B4-BE49-F238E27FC236}">
                    <a16:creationId xmlns:a16="http://schemas.microsoft.com/office/drawing/2014/main" id="{01A769E0-35BB-4B9D-B805-A42FCA88691E}"/>
                  </a:ext>
                </a:extLst>
              </p:cNvPr>
              <p:cNvSpPr>
                <a:spLocks noChangeArrowheads="1"/>
              </p:cNvSpPr>
              <p:nvPr/>
            </p:nvSpPr>
            <p:spPr bwMode="auto">
              <a:xfrm>
                <a:off x="998" y="2359"/>
                <a:ext cx="316" cy="64"/>
              </a:xfrm>
              <a:prstGeom prst="rect">
                <a:avLst/>
              </a:prstGeom>
              <a:solidFill>
                <a:schemeClr val="bg2"/>
              </a:solidFill>
              <a:ln w="12700">
                <a:solidFill>
                  <a:schemeClr val="bg2"/>
                </a:solidFill>
                <a:miter lim="800000"/>
                <a:headEnd/>
                <a:tailEnd/>
              </a:ln>
            </p:spPr>
            <p:txBody>
              <a:bodyPr wrap="none" lIns="90488" tIns="44450" rIns="90488" bIns="4445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600" b="1">
                    <a:solidFill>
                      <a:schemeClr val="bg1"/>
                    </a:solidFill>
                  </a:rPr>
                  <a:t>Growing</a:t>
                </a:r>
              </a:p>
            </p:txBody>
          </p:sp>
          <p:sp>
            <p:nvSpPr>
              <p:cNvPr id="43" name="Rectangle 14">
                <a:extLst>
                  <a:ext uri="{FF2B5EF4-FFF2-40B4-BE49-F238E27FC236}">
                    <a16:creationId xmlns:a16="http://schemas.microsoft.com/office/drawing/2014/main" id="{BBE06B19-4932-481F-8F04-F9181C1867D7}"/>
                  </a:ext>
                </a:extLst>
              </p:cNvPr>
              <p:cNvSpPr>
                <a:spLocks noChangeArrowheads="1"/>
              </p:cNvSpPr>
              <p:nvPr/>
            </p:nvSpPr>
            <p:spPr bwMode="auto">
              <a:xfrm>
                <a:off x="1344" y="2359"/>
                <a:ext cx="316" cy="64"/>
              </a:xfrm>
              <a:prstGeom prst="rect">
                <a:avLst/>
              </a:prstGeom>
              <a:solidFill>
                <a:schemeClr val="bg2"/>
              </a:solidFill>
              <a:ln w="12700">
                <a:solidFill>
                  <a:schemeClr val="bg2"/>
                </a:solidFill>
                <a:miter lim="800000"/>
                <a:headEnd/>
                <a:tailEnd/>
              </a:ln>
            </p:spPr>
            <p:txBody>
              <a:bodyPr wrap="none" lIns="90488" tIns="44450" rIns="90488" bIns="4445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600" b="1">
                    <a:solidFill>
                      <a:schemeClr val="bg1"/>
                    </a:solidFill>
                  </a:rPr>
                  <a:t>Mature</a:t>
                </a:r>
              </a:p>
            </p:txBody>
          </p:sp>
          <p:sp>
            <p:nvSpPr>
              <p:cNvPr id="44" name="Rectangle 15">
                <a:extLst>
                  <a:ext uri="{FF2B5EF4-FFF2-40B4-BE49-F238E27FC236}">
                    <a16:creationId xmlns:a16="http://schemas.microsoft.com/office/drawing/2014/main" id="{6F0FCBFD-28F0-4CE6-BDBA-61F1E4CE202E}"/>
                  </a:ext>
                </a:extLst>
              </p:cNvPr>
              <p:cNvSpPr>
                <a:spLocks noChangeArrowheads="1"/>
              </p:cNvSpPr>
              <p:nvPr/>
            </p:nvSpPr>
            <p:spPr bwMode="auto">
              <a:xfrm>
                <a:off x="1690" y="2359"/>
                <a:ext cx="315" cy="64"/>
              </a:xfrm>
              <a:prstGeom prst="rect">
                <a:avLst/>
              </a:prstGeom>
              <a:solidFill>
                <a:schemeClr val="bg2"/>
              </a:solidFill>
              <a:ln w="12700">
                <a:solidFill>
                  <a:schemeClr val="bg2"/>
                </a:solidFill>
                <a:miter lim="800000"/>
                <a:headEnd/>
                <a:tailEnd/>
              </a:ln>
            </p:spPr>
            <p:txBody>
              <a:bodyPr wrap="none" lIns="90488" tIns="44450" rIns="90488" bIns="4445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600" b="1">
                    <a:solidFill>
                      <a:schemeClr val="bg1"/>
                    </a:solidFill>
                  </a:rPr>
                  <a:t>Declining</a:t>
                </a:r>
              </a:p>
            </p:txBody>
          </p:sp>
          <p:sp>
            <p:nvSpPr>
              <p:cNvPr id="45" name="Freeform 21">
                <a:extLst>
                  <a:ext uri="{FF2B5EF4-FFF2-40B4-BE49-F238E27FC236}">
                    <a16:creationId xmlns:a16="http://schemas.microsoft.com/office/drawing/2014/main" id="{911D5449-495A-461E-B84A-99BDF1EF9392}"/>
                  </a:ext>
                </a:extLst>
              </p:cNvPr>
              <p:cNvSpPr>
                <a:spLocks/>
              </p:cNvSpPr>
              <p:nvPr/>
            </p:nvSpPr>
            <p:spPr bwMode="auto">
              <a:xfrm>
                <a:off x="677" y="2574"/>
                <a:ext cx="1223" cy="180"/>
              </a:xfrm>
              <a:custGeom>
                <a:avLst/>
                <a:gdLst>
                  <a:gd name="T0" fmla="*/ 0 w 3680"/>
                  <a:gd name="T1" fmla="*/ 2147483647 h 795"/>
                  <a:gd name="T2" fmla="*/ 2147483647 w 3680"/>
                  <a:gd name="T3" fmla="*/ 2147483647 h 795"/>
                  <a:gd name="T4" fmla="*/ 2147483647 w 3680"/>
                  <a:gd name="T5" fmla="*/ 2147483647 h 795"/>
                  <a:gd name="T6" fmla="*/ 2147483647 w 3680"/>
                  <a:gd name="T7" fmla="*/ 2147483647 h 795"/>
                  <a:gd name="T8" fmla="*/ 2147483647 w 3680"/>
                  <a:gd name="T9" fmla="*/ 2147483647 h 795"/>
                  <a:gd name="T10" fmla="*/ 0 60000 65536"/>
                  <a:gd name="T11" fmla="*/ 0 60000 65536"/>
                  <a:gd name="T12" fmla="*/ 0 60000 65536"/>
                  <a:gd name="T13" fmla="*/ 0 60000 65536"/>
                  <a:gd name="T14" fmla="*/ 0 60000 65536"/>
                  <a:gd name="T15" fmla="*/ 0 w 3680"/>
                  <a:gd name="T16" fmla="*/ 0 h 795"/>
                  <a:gd name="T17" fmla="*/ 3680 w 3680"/>
                  <a:gd name="T18" fmla="*/ 795 h 795"/>
                </a:gdLst>
                <a:ahLst/>
                <a:cxnLst>
                  <a:cxn ang="T10">
                    <a:pos x="T0" y="T1"/>
                  </a:cxn>
                  <a:cxn ang="T11">
                    <a:pos x="T2" y="T3"/>
                  </a:cxn>
                  <a:cxn ang="T12">
                    <a:pos x="T4" y="T5"/>
                  </a:cxn>
                  <a:cxn ang="T13">
                    <a:pos x="T6" y="T7"/>
                  </a:cxn>
                  <a:cxn ang="T14">
                    <a:pos x="T8" y="T9"/>
                  </a:cxn>
                </a:cxnLst>
                <a:rect l="T15" t="T16" r="T17" b="T18"/>
                <a:pathLst>
                  <a:path w="3680" h="795">
                    <a:moveTo>
                      <a:pt x="0" y="795"/>
                    </a:moveTo>
                    <a:cubicBezTo>
                      <a:pt x="293" y="721"/>
                      <a:pt x="587" y="647"/>
                      <a:pt x="890" y="556"/>
                    </a:cubicBezTo>
                    <a:cubicBezTo>
                      <a:pt x="1193" y="465"/>
                      <a:pt x="1506" y="335"/>
                      <a:pt x="1818" y="249"/>
                    </a:cubicBezTo>
                    <a:cubicBezTo>
                      <a:pt x="2130" y="163"/>
                      <a:pt x="2450" y="80"/>
                      <a:pt x="2760" y="40"/>
                    </a:cubicBezTo>
                    <a:cubicBezTo>
                      <a:pt x="3070" y="0"/>
                      <a:pt x="3375" y="5"/>
                      <a:pt x="3680" y="10"/>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400"/>
              </a:p>
            </p:txBody>
          </p:sp>
          <p:sp>
            <p:nvSpPr>
              <p:cNvPr id="46" name="Oval 47">
                <a:extLst>
                  <a:ext uri="{FF2B5EF4-FFF2-40B4-BE49-F238E27FC236}">
                    <a16:creationId xmlns:a16="http://schemas.microsoft.com/office/drawing/2014/main" id="{E6DAC67A-3724-4EA5-9006-A48EDFC6445A}"/>
                  </a:ext>
                </a:extLst>
              </p:cNvPr>
              <p:cNvSpPr>
                <a:spLocks noChangeArrowheads="1"/>
              </p:cNvSpPr>
              <p:nvPr/>
            </p:nvSpPr>
            <p:spPr bwMode="auto">
              <a:xfrm>
                <a:off x="1381" y="2439"/>
                <a:ext cx="20"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47" name="Oval 66">
                <a:extLst>
                  <a:ext uri="{FF2B5EF4-FFF2-40B4-BE49-F238E27FC236}">
                    <a16:creationId xmlns:a16="http://schemas.microsoft.com/office/drawing/2014/main" id="{C336225D-9CDD-4B87-9D1A-DF7242EC94F2}"/>
                  </a:ext>
                </a:extLst>
              </p:cNvPr>
              <p:cNvSpPr>
                <a:spLocks noChangeArrowheads="1"/>
              </p:cNvSpPr>
              <p:nvPr/>
            </p:nvSpPr>
            <p:spPr bwMode="auto">
              <a:xfrm>
                <a:off x="1748" y="2445"/>
                <a:ext cx="20"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48" name="Oval 67">
                <a:extLst>
                  <a:ext uri="{FF2B5EF4-FFF2-40B4-BE49-F238E27FC236}">
                    <a16:creationId xmlns:a16="http://schemas.microsoft.com/office/drawing/2014/main" id="{406033EE-0231-4323-A130-53DB0E4207D4}"/>
                  </a:ext>
                </a:extLst>
              </p:cNvPr>
              <p:cNvSpPr>
                <a:spLocks noChangeArrowheads="1"/>
              </p:cNvSpPr>
              <p:nvPr/>
            </p:nvSpPr>
            <p:spPr bwMode="auto">
              <a:xfrm>
                <a:off x="1731" y="2602"/>
                <a:ext cx="22" cy="28"/>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49" name="Freeform 98">
                <a:extLst>
                  <a:ext uri="{FF2B5EF4-FFF2-40B4-BE49-F238E27FC236}">
                    <a16:creationId xmlns:a16="http://schemas.microsoft.com/office/drawing/2014/main" id="{B2914914-2ED1-4496-8B3C-EFB5D71AA3C5}"/>
                  </a:ext>
                </a:extLst>
              </p:cNvPr>
              <p:cNvSpPr>
                <a:spLocks/>
              </p:cNvSpPr>
              <p:nvPr/>
            </p:nvSpPr>
            <p:spPr bwMode="auto">
              <a:xfrm>
                <a:off x="675" y="2495"/>
                <a:ext cx="1227" cy="256"/>
              </a:xfrm>
              <a:custGeom>
                <a:avLst/>
                <a:gdLst>
                  <a:gd name="T0" fmla="*/ 0 w 3680"/>
                  <a:gd name="T1" fmla="*/ 2147483647 h 795"/>
                  <a:gd name="T2" fmla="*/ 2147483647 w 3680"/>
                  <a:gd name="T3" fmla="*/ 2147483647 h 795"/>
                  <a:gd name="T4" fmla="*/ 2147483647 w 3680"/>
                  <a:gd name="T5" fmla="*/ 2147483647 h 795"/>
                  <a:gd name="T6" fmla="*/ 2147483647 w 3680"/>
                  <a:gd name="T7" fmla="*/ 2147483647 h 795"/>
                  <a:gd name="T8" fmla="*/ 2147483647 w 3680"/>
                  <a:gd name="T9" fmla="*/ 2147483647 h 795"/>
                  <a:gd name="T10" fmla="*/ 0 60000 65536"/>
                  <a:gd name="T11" fmla="*/ 0 60000 65536"/>
                  <a:gd name="T12" fmla="*/ 0 60000 65536"/>
                  <a:gd name="T13" fmla="*/ 0 60000 65536"/>
                  <a:gd name="T14" fmla="*/ 0 60000 65536"/>
                  <a:gd name="T15" fmla="*/ 0 w 3680"/>
                  <a:gd name="T16" fmla="*/ 0 h 795"/>
                  <a:gd name="T17" fmla="*/ 3680 w 3680"/>
                  <a:gd name="T18" fmla="*/ 795 h 795"/>
                </a:gdLst>
                <a:ahLst/>
                <a:cxnLst>
                  <a:cxn ang="T10">
                    <a:pos x="T0" y="T1"/>
                  </a:cxn>
                  <a:cxn ang="T11">
                    <a:pos x="T2" y="T3"/>
                  </a:cxn>
                  <a:cxn ang="T12">
                    <a:pos x="T4" y="T5"/>
                  </a:cxn>
                  <a:cxn ang="T13">
                    <a:pos x="T6" y="T7"/>
                  </a:cxn>
                  <a:cxn ang="T14">
                    <a:pos x="T8" y="T9"/>
                  </a:cxn>
                </a:cxnLst>
                <a:rect l="T15" t="T16" r="T17" b="T18"/>
                <a:pathLst>
                  <a:path w="3680" h="795">
                    <a:moveTo>
                      <a:pt x="0" y="795"/>
                    </a:moveTo>
                    <a:cubicBezTo>
                      <a:pt x="293" y="721"/>
                      <a:pt x="587" y="647"/>
                      <a:pt x="890" y="556"/>
                    </a:cubicBezTo>
                    <a:cubicBezTo>
                      <a:pt x="1193" y="465"/>
                      <a:pt x="1506" y="335"/>
                      <a:pt x="1818" y="249"/>
                    </a:cubicBezTo>
                    <a:cubicBezTo>
                      <a:pt x="2130" y="163"/>
                      <a:pt x="2450" y="80"/>
                      <a:pt x="2760" y="40"/>
                    </a:cubicBezTo>
                    <a:cubicBezTo>
                      <a:pt x="3070" y="0"/>
                      <a:pt x="3375" y="5"/>
                      <a:pt x="3680" y="10"/>
                    </a:cubicBezTo>
                  </a:path>
                </a:pathLst>
              </a:custGeom>
              <a:noFill/>
              <a:ln w="285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50" name="Rectangle 12">
                <a:extLst>
                  <a:ext uri="{FF2B5EF4-FFF2-40B4-BE49-F238E27FC236}">
                    <a16:creationId xmlns:a16="http://schemas.microsoft.com/office/drawing/2014/main" id="{7596A91E-BA6A-4218-A9B7-75929B6B9EAC}"/>
                  </a:ext>
                </a:extLst>
              </p:cNvPr>
              <p:cNvSpPr>
                <a:spLocks noChangeArrowheads="1"/>
              </p:cNvSpPr>
              <p:nvPr/>
            </p:nvSpPr>
            <p:spPr bwMode="auto">
              <a:xfrm rot="-5400000">
                <a:off x="457" y="2550"/>
                <a:ext cx="315"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Value</a:t>
                </a:r>
              </a:p>
            </p:txBody>
          </p:sp>
          <p:sp>
            <p:nvSpPr>
              <p:cNvPr id="51" name="Rectangle 533">
                <a:extLst>
                  <a:ext uri="{FF2B5EF4-FFF2-40B4-BE49-F238E27FC236}">
                    <a16:creationId xmlns:a16="http://schemas.microsoft.com/office/drawing/2014/main" id="{3384BCE4-8E96-4D86-9230-A235AFAF00E5}"/>
                  </a:ext>
                </a:extLst>
              </p:cNvPr>
              <p:cNvSpPr>
                <a:spLocks noChangeArrowheads="1"/>
              </p:cNvSpPr>
              <p:nvPr/>
            </p:nvSpPr>
            <p:spPr bwMode="auto">
              <a:xfrm rot="-5400000">
                <a:off x="94" y="2452"/>
                <a:ext cx="793"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Revenues</a:t>
                </a:r>
              </a:p>
            </p:txBody>
          </p:sp>
        </p:grpSp>
        <p:sp>
          <p:nvSpPr>
            <p:cNvPr id="52" name="Text Box 539">
              <a:extLst>
                <a:ext uri="{FF2B5EF4-FFF2-40B4-BE49-F238E27FC236}">
                  <a16:creationId xmlns:a16="http://schemas.microsoft.com/office/drawing/2014/main" id="{A65FCB53-D269-479D-AA15-6D11A88965BF}"/>
                </a:ext>
              </a:extLst>
            </p:cNvPr>
            <p:cNvSpPr txBox="1">
              <a:spLocks noChangeArrowheads="1"/>
            </p:cNvSpPr>
            <p:nvPr/>
          </p:nvSpPr>
          <p:spPr bwMode="auto">
            <a:xfrm rot="16200000">
              <a:off x="-97632" y="2370932"/>
              <a:ext cx="919163"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b="1"/>
                <a:t>Pragmatic</a:t>
              </a:r>
            </a:p>
          </p:txBody>
        </p:sp>
        <p:grpSp>
          <p:nvGrpSpPr>
            <p:cNvPr id="53" name="Group 52">
              <a:extLst>
                <a:ext uri="{FF2B5EF4-FFF2-40B4-BE49-F238E27FC236}">
                  <a16:creationId xmlns:a16="http://schemas.microsoft.com/office/drawing/2014/main" id="{97C5AF29-A43F-47FC-B2FC-86EBC52C8425}"/>
                </a:ext>
              </a:extLst>
            </p:cNvPr>
            <p:cNvGrpSpPr>
              <a:grpSpLocks/>
            </p:cNvGrpSpPr>
            <p:nvPr/>
          </p:nvGrpSpPr>
          <p:grpSpPr bwMode="auto">
            <a:xfrm>
              <a:off x="646113" y="1978025"/>
              <a:ext cx="2828925" cy="1179513"/>
              <a:chOff x="376" y="1239"/>
              <a:chExt cx="1645" cy="743"/>
            </a:xfrm>
          </p:grpSpPr>
          <p:sp>
            <p:nvSpPr>
              <p:cNvPr id="54" name="Rectangle 113">
                <a:extLst>
                  <a:ext uri="{FF2B5EF4-FFF2-40B4-BE49-F238E27FC236}">
                    <a16:creationId xmlns:a16="http://schemas.microsoft.com/office/drawing/2014/main" id="{ABB5E486-F18A-40AC-A2CA-6077E7079340}"/>
                  </a:ext>
                </a:extLst>
              </p:cNvPr>
              <p:cNvSpPr>
                <a:spLocks noChangeArrowheads="1"/>
              </p:cNvSpPr>
              <p:nvPr/>
            </p:nvSpPr>
            <p:spPr bwMode="auto">
              <a:xfrm>
                <a:off x="379" y="1239"/>
                <a:ext cx="1642" cy="742"/>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55" name="Rectangle 532">
                <a:extLst>
                  <a:ext uri="{FF2B5EF4-FFF2-40B4-BE49-F238E27FC236}">
                    <a16:creationId xmlns:a16="http://schemas.microsoft.com/office/drawing/2014/main" id="{8A73AC0A-41D4-43CC-8919-F350180A5D95}"/>
                  </a:ext>
                </a:extLst>
              </p:cNvPr>
              <p:cNvSpPr>
                <a:spLocks noChangeArrowheads="1"/>
              </p:cNvSpPr>
              <p:nvPr/>
            </p:nvSpPr>
            <p:spPr bwMode="auto">
              <a:xfrm rot="-5400000">
                <a:off x="99" y="1517"/>
                <a:ext cx="742"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Subscribers</a:t>
                </a:r>
              </a:p>
            </p:txBody>
          </p:sp>
          <p:graphicFrame>
            <p:nvGraphicFramePr>
              <p:cNvPr id="56" name="Chart 623">
                <a:extLst>
                  <a:ext uri="{FF2B5EF4-FFF2-40B4-BE49-F238E27FC236}">
                    <a16:creationId xmlns:a16="http://schemas.microsoft.com/office/drawing/2014/main" id="{0D43CEFF-2A86-4988-AA1D-51ACB867EC91}"/>
                  </a:ext>
                </a:extLst>
              </p:cNvPr>
              <p:cNvGraphicFramePr>
                <a:graphicFrameLocks/>
              </p:cNvGraphicFramePr>
              <p:nvPr/>
            </p:nvGraphicFramePr>
            <p:xfrm>
              <a:off x="651" y="1421"/>
              <a:ext cx="1316" cy="454"/>
            </p:xfrm>
            <a:graphic>
              <a:graphicData uri="http://schemas.openxmlformats.org/presentationml/2006/ole">
                <mc:AlternateContent xmlns:mc="http://schemas.openxmlformats.org/markup-compatibility/2006">
                  <mc:Choice xmlns:v="urn:schemas-microsoft-com:vml" Requires="v">
                    <p:oleObj name="Chart" r:id="rId5" imgW="2076602" imgH="876300" progId="Excel.Chart.8">
                      <p:embed/>
                    </p:oleObj>
                  </mc:Choice>
                  <mc:Fallback>
                    <p:oleObj name="Chart" r:id="rId5" imgW="2076602" imgH="876300" progId="Excel.Chart.8">
                      <p:embed/>
                      <p:pic>
                        <p:nvPicPr>
                          <p:cNvPr id="56" name="Chart 623">
                            <a:extLst>
                              <a:ext uri="{FF2B5EF4-FFF2-40B4-BE49-F238E27FC236}">
                                <a16:creationId xmlns:a16="http://schemas.microsoft.com/office/drawing/2014/main" id="{0D43CEFF-2A86-4988-AA1D-51ACB867EC91}"/>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 y="1421"/>
                            <a:ext cx="1316" cy="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 name="Text Box 73">
                <a:extLst>
                  <a:ext uri="{FF2B5EF4-FFF2-40B4-BE49-F238E27FC236}">
                    <a16:creationId xmlns:a16="http://schemas.microsoft.com/office/drawing/2014/main" id="{84A6C676-2F9D-4959-941A-5E02F72C90ED}"/>
                  </a:ext>
                </a:extLst>
              </p:cNvPr>
              <p:cNvSpPr txBox="1">
                <a:spLocks noChangeArrowheads="1"/>
              </p:cNvSpPr>
              <p:nvPr/>
            </p:nvSpPr>
            <p:spPr bwMode="auto">
              <a:xfrm>
                <a:off x="882" y="1299"/>
                <a:ext cx="97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spcBef>
                    <a:spcPct val="50000"/>
                  </a:spcBef>
                </a:pPr>
                <a:r>
                  <a:rPr lang="en-GB" altLang="nl-BE" sz="800" b="1"/>
                  <a:t>Tariff Subscribers</a:t>
                </a:r>
              </a:p>
            </p:txBody>
          </p:sp>
          <p:cxnSp>
            <p:nvCxnSpPr>
              <p:cNvPr id="58" name="Straight Connector 625">
                <a:extLst>
                  <a:ext uri="{FF2B5EF4-FFF2-40B4-BE49-F238E27FC236}">
                    <a16:creationId xmlns:a16="http://schemas.microsoft.com/office/drawing/2014/main" id="{C9C31884-4AD8-491D-B0A4-27D109E7B60C}"/>
                  </a:ext>
                </a:extLst>
              </p:cNvPr>
              <p:cNvCxnSpPr>
                <a:cxnSpLocks noChangeShapeType="1"/>
              </p:cNvCxnSpPr>
              <p:nvPr/>
            </p:nvCxnSpPr>
            <p:spPr bwMode="auto">
              <a:xfrm flipH="1">
                <a:off x="736" y="1371"/>
                <a:ext cx="1" cy="4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9" name="Straight Connector 626">
                <a:extLst>
                  <a:ext uri="{FF2B5EF4-FFF2-40B4-BE49-F238E27FC236}">
                    <a16:creationId xmlns:a16="http://schemas.microsoft.com/office/drawing/2014/main" id="{3FD8C783-F85C-413E-A8D1-CE547125EEC7}"/>
                  </a:ext>
                </a:extLst>
              </p:cNvPr>
              <p:cNvCxnSpPr>
                <a:cxnSpLocks noChangeShapeType="1"/>
              </p:cNvCxnSpPr>
              <p:nvPr/>
            </p:nvCxnSpPr>
            <p:spPr bwMode="auto">
              <a:xfrm>
                <a:off x="734" y="1803"/>
                <a:ext cx="110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0" name="Text Box 73">
                <a:extLst>
                  <a:ext uri="{FF2B5EF4-FFF2-40B4-BE49-F238E27FC236}">
                    <a16:creationId xmlns:a16="http://schemas.microsoft.com/office/drawing/2014/main" id="{1FE51413-FC21-417D-A001-9520D29AC0AD}"/>
                  </a:ext>
                </a:extLst>
              </p:cNvPr>
              <p:cNvSpPr txBox="1">
                <a:spLocks noChangeArrowheads="1"/>
              </p:cNvSpPr>
              <p:nvPr/>
            </p:nvSpPr>
            <p:spPr bwMode="auto">
              <a:xfrm>
                <a:off x="798" y="1799"/>
                <a:ext cx="97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spcBef>
                    <a:spcPct val="50000"/>
                  </a:spcBef>
                </a:pPr>
                <a:r>
                  <a:rPr lang="en-GB" altLang="nl-BE" sz="800" b="1"/>
                  <a:t>Tariffs</a:t>
                </a:r>
              </a:p>
            </p:txBody>
          </p:sp>
          <p:sp>
            <p:nvSpPr>
              <p:cNvPr id="61" name="Text Box 73">
                <a:extLst>
                  <a:ext uri="{FF2B5EF4-FFF2-40B4-BE49-F238E27FC236}">
                    <a16:creationId xmlns:a16="http://schemas.microsoft.com/office/drawing/2014/main" id="{EA6A05B8-01BD-4D5C-94AD-B094459A8CB9}"/>
                  </a:ext>
                </a:extLst>
              </p:cNvPr>
              <p:cNvSpPr txBox="1">
                <a:spLocks noChangeArrowheads="1"/>
              </p:cNvSpPr>
              <p:nvPr/>
            </p:nvSpPr>
            <p:spPr bwMode="auto">
              <a:xfrm rot="-5400000">
                <a:off x="480" y="1527"/>
                <a:ext cx="43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spcBef>
                    <a:spcPct val="50000"/>
                  </a:spcBef>
                </a:pPr>
                <a:r>
                  <a:rPr lang="en-GB" altLang="nl-BE" sz="800" b="1"/>
                  <a:t>Volume</a:t>
                </a:r>
              </a:p>
            </p:txBody>
          </p:sp>
          <p:sp>
            <p:nvSpPr>
              <p:cNvPr id="62" name="Rectangle 629">
                <a:extLst>
                  <a:ext uri="{FF2B5EF4-FFF2-40B4-BE49-F238E27FC236}">
                    <a16:creationId xmlns:a16="http://schemas.microsoft.com/office/drawing/2014/main" id="{D9C717F2-C641-4714-B59C-47C5A37C7CB3}"/>
                  </a:ext>
                </a:extLst>
              </p:cNvPr>
              <p:cNvSpPr>
                <a:spLocks noChangeArrowheads="1"/>
              </p:cNvSpPr>
              <p:nvPr/>
            </p:nvSpPr>
            <p:spPr bwMode="auto">
              <a:xfrm>
                <a:off x="1261" y="1540"/>
                <a:ext cx="575" cy="278"/>
              </a:xfrm>
              <a:prstGeom prst="rect">
                <a:avLst/>
              </a:prstGeom>
              <a:solidFill>
                <a:srgbClr val="FF0000">
                  <a:alpha val="27058"/>
                </a:srgbClr>
              </a:solidFill>
              <a:ln w="9525" algn="ctr">
                <a:solidFill>
                  <a:schemeClr val="tx1"/>
                </a:solidFill>
                <a:round/>
                <a:headEnd/>
                <a:tailEnd/>
              </a:ln>
            </p:spPr>
            <p:txBody>
              <a:bodyPr wrap="none" lIns="90000" tIns="90000" rIns="90000" bIns="90000"/>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spcBef>
                    <a:spcPct val="75000"/>
                  </a:spcBef>
                </a:pPr>
                <a:r>
                  <a:rPr lang="en-GB" altLang="nl-BE"/>
                  <a:t>Kill</a:t>
                </a:r>
              </a:p>
            </p:txBody>
          </p:sp>
        </p:grpSp>
        <p:grpSp>
          <p:nvGrpSpPr>
            <p:cNvPr id="63" name="Group 62">
              <a:extLst>
                <a:ext uri="{FF2B5EF4-FFF2-40B4-BE49-F238E27FC236}">
                  <a16:creationId xmlns:a16="http://schemas.microsoft.com/office/drawing/2014/main" id="{4618CE16-AFD7-46CF-8069-EFC324E47C4B}"/>
                </a:ext>
              </a:extLst>
            </p:cNvPr>
            <p:cNvGrpSpPr>
              <a:grpSpLocks/>
            </p:cNvGrpSpPr>
            <p:nvPr/>
          </p:nvGrpSpPr>
          <p:grpSpPr bwMode="auto">
            <a:xfrm>
              <a:off x="635000" y="4403725"/>
              <a:ext cx="2840038" cy="1187450"/>
              <a:chOff x="390" y="2990"/>
              <a:chExt cx="1652" cy="794"/>
            </a:xfrm>
          </p:grpSpPr>
          <p:sp>
            <p:nvSpPr>
              <p:cNvPr id="64" name="Rectangle 112">
                <a:extLst>
                  <a:ext uri="{FF2B5EF4-FFF2-40B4-BE49-F238E27FC236}">
                    <a16:creationId xmlns:a16="http://schemas.microsoft.com/office/drawing/2014/main" id="{F6948CB9-40F4-4986-A68B-CD3C19C5747E}"/>
                  </a:ext>
                </a:extLst>
              </p:cNvPr>
              <p:cNvSpPr>
                <a:spLocks noChangeArrowheads="1"/>
              </p:cNvSpPr>
              <p:nvPr/>
            </p:nvSpPr>
            <p:spPr bwMode="auto">
              <a:xfrm>
                <a:off x="400" y="2991"/>
                <a:ext cx="1642" cy="793"/>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65" name="Rectangle 537">
                <a:extLst>
                  <a:ext uri="{FF2B5EF4-FFF2-40B4-BE49-F238E27FC236}">
                    <a16:creationId xmlns:a16="http://schemas.microsoft.com/office/drawing/2014/main" id="{EF527C87-33A7-4D1F-8FCE-B8B78575F90D}"/>
                  </a:ext>
                </a:extLst>
              </p:cNvPr>
              <p:cNvSpPr>
                <a:spLocks noChangeArrowheads="1"/>
              </p:cNvSpPr>
              <p:nvPr/>
            </p:nvSpPr>
            <p:spPr bwMode="auto">
              <a:xfrm>
                <a:off x="1008" y="3400"/>
                <a:ext cx="362" cy="118"/>
              </a:xfrm>
              <a:prstGeom prst="rect">
                <a:avLst/>
              </a:prstGeom>
              <a:solidFill>
                <a:srgbClr val="CCCCFF"/>
              </a:solidFill>
              <a:ln w="7938">
                <a:solidFill>
                  <a:srgbClr val="000000"/>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66" name="Freeform 543">
                <a:extLst>
                  <a:ext uri="{FF2B5EF4-FFF2-40B4-BE49-F238E27FC236}">
                    <a16:creationId xmlns:a16="http://schemas.microsoft.com/office/drawing/2014/main" id="{15F8C289-C2C2-4841-BE63-E476F3BB97CC}"/>
                  </a:ext>
                </a:extLst>
              </p:cNvPr>
              <p:cNvSpPr>
                <a:spLocks/>
              </p:cNvSpPr>
              <p:nvPr/>
            </p:nvSpPr>
            <p:spPr bwMode="auto">
              <a:xfrm>
                <a:off x="1419" y="3215"/>
                <a:ext cx="129" cy="377"/>
              </a:xfrm>
              <a:custGeom>
                <a:avLst/>
                <a:gdLst>
                  <a:gd name="T0" fmla="*/ 2147483647 w 578"/>
                  <a:gd name="T1" fmla="*/ 2147483647 h 2995"/>
                  <a:gd name="T2" fmla="*/ 2147483647 w 578"/>
                  <a:gd name="T3" fmla="*/ 2147483647 h 2995"/>
                  <a:gd name="T4" fmla="*/ 2147483647 w 578"/>
                  <a:gd name="T5" fmla="*/ 2147483647 h 2995"/>
                  <a:gd name="T6" fmla="*/ 2147483647 w 578"/>
                  <a:gd name="T7" fmla="*/ 2147483647 h 2995"/>
                  <a:gd name="T8" fmla="*/ 2147483647 w 578"/>
                  <a:gd name="T9" fmla="*/ 2147483647 h 2995"/>
                  <a:gd name="T10" fmla="*/ 2147483647 w 578"/>
                  <a:gd name="T11" fmla="*/ 2147483647 h 2995"/>
                  <a:gd name="T12" fmla="*/ 2147483647 w 578"/>
                  <a:gd name="T13" fmla="*/ 2147483647 h 2995"/>
                  <a:gd name="T14" fmla="*/ 2147483647 w 578"/>
                  <a:gd name="T15" fmla="*/ 2147483647 h 2995"/>
                  <a:gd name="T16" fmla="*/ 2147483647 w 578"/>
                  <a:gd name="T17" fmla="*/ 2147483647 h 2995"/>
                  <a:gd name="T18" fmla="*/ 2147483647 w 578"/>
                  <a:gd name="T19" fmla="*/ 2147483647 h 2995"/>
                  <a:gd name="T20" fmla="*/ 2147483647 w 578"/>
                  <a:gd name="T21" fmla="*/ 2147483647 h 2995"/>
                  <a:gd name="T22" fmla="*/ 2147483647 w 578"/>
                  <a:gd name="T23" fmla="*/ 2147483647 h 2995"/>
                  <a:gd name="T24" fmla="*/ 2147483647 w 578"/>
                  <a:gd name="T25" fmla="*/ 2147483647 h 2995"/>
                  <a:gd name="T26" fmla="*/ 2147483647 w 578"/>
                  <a:gd name="T27" fmla="*/ 2147483647 h 2995"/>
                  <a:gd name="T28" fmla="*/ 2147483647 w 578"/>
                  <a:gd name="T29" fmla="*/ 2147483647 h 2995"/>
                  <a:gd name="T30" fmla="*/ 2147483647 w 578"/>
                  <a:gd name="T31" fmla="*/ 2147483647 h 2995"/>
                  <a:gd name="T32" fmla="*/ 2147483647 w 578"/>
                  <a:gd name="T33" fmla="*/ 2147483647 h 2995"/>
                  <a:gd name="T34" fmla="*/ 2147483647 w 578"/>
                  <a:gd name="T35" fmla="*/ 2147483647 h 2995"/>
                  <a:gd name="T36" fmla="*/ 2147483647 w 578"/>
                  <a:gd name="T37" fmla="*/ 2147483647 h 2995"/>
                  <a:gd name="T38" fmla="*/ 2147483647 w 578"/>
                  <a:gd name="T39" fmla="*/ 2147483647 h 2995"/>
                  <a:gd name="T40" fmla="*/ 2147483647 w 578"/>
                  <a:gd name="T41" fmla="*/ 2147483647 h 2995"/>
                  <a:gd name="T42" fmla="*/ 2147483647 w 578"/>
                  <a:gd name="T43" fmla="*/ 2147483647 h 2995"/>
                  <a:gd name="T44" fmla="*/ 2147483647 w 578"/>
                  <a:gd name="T45" fmla="*/ 2147483647 h 2995"/>
                  <a:gd name="T46" fmla="*/ 2147483647 w 578"/>
                  <a:gd name="T47" fmla="*/ 2147483647 h 2995"/>
                  <a:gd name="T48" fmla="*/ 2147483647 w 578"/>
                  <a:gd name="T49" fmla="*/ 2147483647 h 2995"/>
                  <a:gd name="T50" fmla="*/ 2147483647 w 578"/>
                  <a:gd name="T51" fmla="*/ 2147483647 h 2995"/>
                  <a:gd name="T52" fmla="*/ 2147483647 w 578"/>
                  <a:gd name="T53" fmla="*/ 2147483647 h 2995"/>
                  <a:gd name="T54" fmla="*/ 2147483647 w 578"/>
                  <a:gd name="T55" fmla="*/ 2147483647 h 2995"/>
                  <a:gd name="T56" fmla="*/ 2147483647 w 578"/>
                  <a:gd name="T57" fmla="*/ 2147483647 h 2995"/>
                  <a:gd name="T58" fmla="*/ 2147483647 w 578"/>
                  <a:gd name="T59" fmla="*/ 2147483647 h 2995"/>
                  <a:gd name="T60" fmla="*/ 2147483647 w 578"/>
                  <a:gd name="T61" fmla="*/ 2147483647 h 2995"/>
                  <a:gd name="T62" fmla="*/ 2147483647 w 578"/>
                  <a:gd name="T63" fmla="*/ 2147483647 h 2995"/>
                  <a:gd name="T64" fmla="*/ 2147483647 w 578"/>
                  <a:gd name="T65" fmla="*/ 2147483647 h 2995"/>
                  <a:gd name="T66" fmla="*/ 2147483647 w 578"/>
                  <a:gd name="T67" fmla="*/ 2147483647 h 2995"/>
                  <a:gd name="T68" fmla="*/ 2147483647 w 578"/>
                  <a:gd name="T69" fmla="*/ 2147483647 h 2995"/>
                  <a:gd name="T70" fmla="*/ 2147483647 w 578"/>
                  <a:gd name="T71" fmla="*/ 2147483647 h 2995"/>
                  <a:gd name="T72" fmla="*/ 2147483647 w 578"/>
                  <a:gd name="T73" fmla="*/ 2147483647 h 2995"/>
                  <a:gd name="T74" fmla="*/ 2147483647 w 578"/>
                  <a:gd name="T75" fmla="*/ 2147483647 h 2995"/>
                  <a:gd name="T76" fmla="*/ 2147483647 w 578"/>
                  <a:gd name="T77" fmla="*/ 2147483647 h 2995"/>
                  <a:gd name="T78" fmla="*/ 2147483647 w 578"/>
                  <a:gd name="T79" fmla="*/ 2147483647 h 2995"/>
                  <a:gd name="T80" fmla="*/ 2147483647 w 578"/>
                  <a:gd name="T81" fmla="*/ 2147483647 h 2995"/>
                  <a:gd name="T82" fmla="*/ 2147483647 w 578"/>
                  <a:gd name="T83" fmla="*/ 2147483647 h 2995"/>
                  <a:gd name="T84" fmla="*/ 2147483647 w 578"/>
                  <a:gd name="T85" fmla="*/ 2147483647 h 2995"/>
                  <a:gd name="T86" fmla="*/ 2147483647 w 578"/>
                  <a:gd name="T87" fmla="*/ 2147483647 h 2995"/>
                  <a:gd name="T88" fmla="*/ 2147483647 w 578"/>
                  <a:gd name="T89" fmla="*/ 2147483647 h 2995"/>
                  <a:gd name="T90" fmla="*/ 2147483647 w 578"/>
                  <a:gd name="T91" fmla="*/ 2147483647 h 2995"/>
                  <a:gd name="T92" fmla="*/ 2147483647 w 578"/>
                  <a:gd name="T93" fmla="*/ 2147483647 h 2995"/>
                  <a:gd name="T94" fmla="*/ 2147483647 w 578"/>
                  <a:gd name="T95" fmla="*/ 2147483647 h 2995"/>
                  <a:gd name="T96" fmla="*/ 2147483647 w 578"/>
                  <a:gd name="T97" fmla="*/ 2147483647 h 2995"/>
                  <a:gd name="T98" fmla="*/ 2147483647 w 578"/>
                  <a:gd name="T99" fmla="*/ 2147483647 h 2995"/>
                  <a:gd name="T100" fmla="*/ 2147483647 w 578"/>
                  <a:gd name="T101" fmla="*/ 2147483647 h 2995"/>
                  <a:gd name="T102" fmla="*/ 2147483647 w 578"/>
                  <a:gd name="T103" fmla="*/ 2147483647 h 2995"/>
                  <a:gd name="T104" fmla="*/ 2147483647 w 578"/>
                  <a:gd name="T105" fmla="*/ 2147483647 h 2995"/>
                  <a:gd name="T106" fmla="*/ 2147483647 w 578"/>
                  <a:gd name="T107" fmla="*/ 2147483647 h 2995"/>
                  <a:gd name="T108" fmla="*/ 2147483647 w 578"/>
                  <a:gd name="T109" fmla="*/ 2147483647 h 2995"/>
                  <a:gd name="T110" fmla="*/ 2147483647 w 578"/>
                  <a:gd name="T111" fmla="*/ 0 h 299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8"/>
                  <a:gd name="T169" fmla="*/ 0 h 2995"/>
                  <a:gd name="T170" fmla="*/ 578 w 578"/>
                  <a:gd name="T171" fmla="*/ 2995 h 299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8" h="2995">
                    <a:moveTo>
                      <a:pt x="149" y="0"/>
                    </a:moveTo>
                    <a:lnTo>
                      <a:pt x="137" y="4"/>
                    </a:lnTo>
                    <a:lnTo>
                      <a:pt x="125" y="11"/>
                    </a:lnTo>
                    <a:lnTo>
                      <a:pt x="112" y="21"/>
                    </a:lnTo>
                    <a:lnTo>
                      <a:pt x="102" y="36"/>
                    </a:lnTo>
                    <a:lnTo>
                      <a:pt x="91" y="53"/>
                    </a:lnTo>
                    <a:lnTo>
                      <a:pt x="81" y="74"/>
                    </a:lnTo>
                    <a:lnTo>
                      <a:pt x="72" y="99"/>
                    </a:lnTo>
                    <a:lnTo>
                      <a:pt x="63" y="127"/>
                    </a:lnTo>
                    <a:lnTo>
                      <a:pt x="54" y="157"/>
                    </a:lnTo>
                    <a:lnTo>
                      <a:pt x="45" y="192"/>
                    </a:lnTo>
                    <a:lnTo>
                      <a:pt x="38" y="229"/>
                    </a:lnTo>
                    <a:lnTo>
                      <a:pt x="31" y="268"/>
                    </a:lnTo>
                    <a:lnTo>
                      <a:pt x="26" y="311"/>
                    </a:lnTo>
                    <a:lnTo>
                      <a:pt x="21" y="356"/>
                    </a:lnTo>
                    <a:lnTo>
                      <a:pt x="15" y="404"/>
                    </a:lnTo>
                    <a:lnTo>
                      <a:pt x="12" y="455"/>
                    </a:lnTo>
                    <a:lnTo>
                      <a:pt x="8" y="508"/>
                    </a:lnTo>
                    <a:lnTo>
                      <a:pt x="5" y="563"/>
                    </a:lnTo>
                    <a:lnTo>
                      <a:pt x="3" y="621"/>
                    </a:lnTo>
                    <a:lnTo>
                      <a:pt x="1" y="679"/>
                    </a:lnTo>
                    <a:lnTo>
                      <a:pt x="1" y="741"/>
                    </a:lnTo>
                    <a:lnTo>
                      <a:pt x="0" y="804"/>
                    </a:lnTo>
                    <a:lnTo>
                      <a:pt x="1" y="869"/>
                    </a:lnTo>
                    <a:lnTo>
                      <a:pt x="1" y="936"/>
                    </a:lnTo>
                    <a:lnTo>
                      <a:pt x="7" y="1074"/>
                    </a:lnTo>
                    <a:lnTo>
                      <a:pt x="14" y="1218"/>
                    </a:lnTo>
                    <a:lnTo>
                      <a:pt x="24" y="1368"/>
                    </a:lnTo>
                    <a:lnTo>
                      <a:pt x="37" y="1521"/>
                    </a:lnTo>
                    <a:lnTo>
                      <a:pt x="52" y="1675"/>
                    </a:lnTo>
                    <a:lnTo>
                      <a:pt x="70" y="1823"/>
                    </a:lnTo>
                    <a:lnTo>
                      <a:pt x="89" y="1966"/>
                    </a:lnTo>
                    <a:lnTo>
                      <a:pt x="111" y="2103"/>
                    </a:lnTo>
                    <a:lnTo>
                      <a:pt x="121" y="2168"/>
                    </a:lnTo>
                    <a:lnTo>
                      <a:pt x="132" y="2232"/>
                    </a:lnTo>
                    <a:lnTo>
                      <a:pt x="144" y="2295"/>
                    </a:lnTo>
                    <a:lnTo>
                      <a:pt x="156" y="2355"/>
                    </a:lnTo>
                    <a:lnTo>
                      <a:pt x="169" y="2413"/>
                    </a:lnTo>
                    <a:lnTo>
                      <a:pt x="181" y="2468"/>
                    </a:lnTo>
                    <a:lnTo>
                      <a:pt x="195" y="2523"/>
                    </a:lnTo>
                    <a:lnTo>
                      <a:pt x="208" y="2574"/>
                    </a:lnTo>
                    <a:lnTo>
                      <a:pt x="222" y="2623"/>
                    </a:lnTo>
                    <a:lnTo>
                      <a:pt x="234" y="2669"/>
                    </a:lnTo>
                    <a:lnTo>
                      <a:pt x="248" y="2713"/>
                    </a:lnTo>
                    <a:lnTo>
                      <a:pt x="262" y="2754"/>
                    </a:lnTo>
                    <a:lnTo>
                      <a:pt x="276" y="2791"/>
                    </a:lnTo>
                    <a:lnTo>
                      <a:pt x="290" y="2826"/>
                    </a:lnTo>
                    <a:lnTo>
                      <a:pt x="305" y="2858"/>
                    </a:lnTo>
                    <a:lnTo>
                      <a:pt x="319" y="2887"/>
                    </a:lnTo>
                    <a:lnTo>
                      <a:pt x="333" y="2912"/>
                    </a:lnTo>
                    <a:lnTo>
                      <a:pt x="347" y="2935"/>
                    </a:lnTo>
                    <a:lnTo>
                      <a:pt x="359" y="2954"/>
                    </a:lnTo>
                    <a:lnTo>
                      <a:pt x="373" y="2970"/>
                    </a:lnTo>
                    <a:lnTo>
                      <a:pt x="387" y="2981"/>
                    </a:lnTo>
                    <a:lnTo>
                      <a:pt x="401" y="2990"/>
                    </a:lnTo>
                    <a:lnTo>
                      <a:pt x="414" y="2995"/>
                    </a:lnTo>
                    <a:lnTo>
                      <a:pt x="428" y="2995"/>
                    </a:lnTo>
                    <a:lnTo>
                      <a:pt x="440" y="2991"/>
                    </a:lnTo>
                    <a:lnTo>
                      <a:pt x="453" y="2984"/>
                    </a:lnTo>
                    <a:lnTo>
                      <a:pt x="465" y="2974"/>
                    </a:lnTo>
                    <a:lnTo>
                      <a:pt x="476" y="2960"/>
                    </a:lnTo>
                    <a:lnTo>
                      <a:pt x="486" y="2942"/>
                    </a:lnTo>
                    <a:lnTo>
                      <a:pt x="497" y="2921"/>
                    </a:lnTo>
                    <a:lnTo>
                      <a:pt x="506" y="2896"/>
                    </a:lnTo>
                    <a:lnTo>
                      <a:pt x="516" y="2868"/>
                    </a:lnTo>
                    <a:lnTo>
                      <a:pt x="523" y="2838"/>
                    </a:lnTo>
                    <a:lnTo>
                      <a:pt x="532" y="2803"/>
                    </a:lnTo>
                    <a:lnTo>
                      <a:pt x="539" y="2766"/>
                    </a:lnTo>
                    <a:lnTo>
                      <a:pt x="546" y="2727"/>
                    </a:lnTo>
                    <a:lnTo>
                      <a:pt x="551" y="2685"/>
                    </a:lnTo>
                    <a:lnTo>
                      <a:pt x="557" y="2639"/>
                    </a:lnTo>
                    <a:lnTo>
                      <a:pt x="562" y="2591"/>
                    </a:lnTo>
                    <a:lnTo>
                      <a:pt x="565" y="2540"/>
                    </a:lnTo>
                    <a:lnTo>
                      <a:pt x="569" y="2487"/>
                    </a:lnTo>
                    <a:lnTo>
                      <a:pt x="572" y="2433"/>
                    </a:lnTo>
                    <a:lnTo>
                      <a:pt x="574" y="2375"/>
                    </a:lnTo>
                    <a:lnTo>
                      <a:pt x="576" y="2316"/>
                    </a:lnTo>
                    <a:lnTo>
                      <a:pt x="576" y="2255"/>
                    </a:lnTo>
                    <a:lnTo>
                      <a:pt x="578" y="2191"/>
                    </a:lnTo>
                    <a:lnTo>
                      <a:pt x="576" y="2126"/>
                    </a:lnTo>
                    <a:lnTo>
                      <a:pt x="576" y="2059"/>
                    </a:lnTo>
                    <a:lnTo>
                      <a:pt x="571" y="1922"/>
                    </a:lnTo>
                    <a:lnTo>
                      <a:pt x="564" y="1777"/>
                    </a:lnTo>
                    <a:lnTo>
                      <a:pt x="553" y="1627"/>
                    </a:lnTo>
                    <a:lnTo>
                      <a:pt x="541" y="1474"/>
                    </a:lnTo>
                    <a:lnTo>
                      <a:pt x="525" y="1321"/>
                    </a:lnTo>
                    <a:lnTo>
                      <a:pt x="507" y="1172"/>
                    </a:lnTo>
                    <a:lnTo>
                      <a:pt x="488" y="1030"/>
                    </a:lnTo>
                    <a:lnTo>
                      <a:pt x="467" y="892"/>
                    </a:lnTo>
                    <a:lnTo>
                      <a:pt x="456" y="827"/>
                    </a:lnTo>
                    <a:lnTo>
                      <a:pt x="446" y="764"/>
                    </a:lnTo>
                    <a:lnTo>
                      <a:pt x="433" y="700"/>
                    </a:lnTo>
                    <a:lnTo>
                      <a:pt x="421" y="640"/>
                    </a:lnTo>
                    <a:lnTo>
                      <a:pt x="409" y="582"/>
                    </a:lnTo>
                    <a:lnTo>
                      <a:pt x="396" y="527"/>
                    </a:lnTo>
                    <a:lnTo>
                      <a:pt x="382" y="473"/>
                    </a:lnTo>
                    <a:lnTo>
                      <a:pt x="370" y="422"/>
                    </a:lnTo>
                    <a:lnTo>
                      <a:pt x="356" y="372"/>
                    </a:lnTo>
                    <a:lnTo>
                      <a:pt x="343" y="326"/>
                    </a:lnTo>
                    <a:lnTo>
                      <a:pt x="329" y="284"/>
                    </a:lnTo>
                    <a:lnTo>
                      <a:pt x="315" y="242"/>
                    </a:lnTo>
                    <a:lnTo>
                      <a:pt x="301" y="205"/>
                    </a:lnTo>
                    <a:lnTo>
                      <a:pt x="287" y="170"/>
                    </a:lnTo>
                    <a:lnTo>
                      <a:pt x="273" y="138"/>
                    </a:lnTo>
                    <a:lnTo>
                      <a:pt x="259" y="108"/>
                    </a:lnTo>
                    <a:lnTo>
                      <a:pt x="245" y="83"/>
                    </a:lnTo>
                    <a:lnTo>
                      <a:pt x="232" y="60"/>
                    </a:lnTo>
                    <a:lnTo>
                      <a:pt x="218" y="41"/>
                    </a:lnTo>
                    <a:lnTo>
                      <a:pt x="204" y="25"/>
                    </a:lnTo>
                    <a:lnTo>
                      <a:pt x="190" y="14"/>
                    </a:lnTo>
                    <a:lnTo>
                      <a:pt x="176" y="6"/>
                    </a:lnTo>
                    <a:lnTo>
                      <a:pt x="163" y="0"/>
                    </a:lnTo>
                    <a:lnTo>
                      <a:pt x="149" y="0"/>
                    </a:lnTo>
                    <a:close/>
                  </a:path>
                </a:pathLst>
              </a:custGeom>
              <a:noFill/>
              <a:ln w="25400">
                <a:solidFill>
                  <a:srgbClr val="000099"/>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grpSp>
            <p:nvGrpSpPr>
              <p:cNvPr id="67" name="Group 544">
                <a:extLst>
                  <a:ext uri="{FF2B5EF4-FFF2-40B4-BE49-F238E27FC236}">
                    <a16:creationId xmlns:a16="http://schemas.microsoft.com/office/drawing/2014/main" id="{5BBC1EDC-603B-435C-9232-99F7C8AA43CB}"/>
                  </a:ext>
                </a:extLst>
              </p:cNvPr>
              <p:cNvGrpSpPr>
                <a:grpSpLocks/>
              </p:cNvGrpSpPr>
              <p:nvPr/>
            </p:nvGrpSpPr>
            <p:grpSpPr bwMode="auto">
              <a:xfrm>
                <a:off x="1310" y="3368"/>
                <a:ext cx="116" cy="34"/>
                <a:chOff x="3986" y="1717"/>
                <a:chExt cx="258" cy="135"/>
              </a:xfrm>
            </p:grpSpPr>
            <p:sp>
              <p:nvSpPr>
                <p:cNvPr id="233" name="Freeform 545">
                  <a:extLst>
                    <a:ext uri="{FF2B5EF4-FFF2-40B4-BE49-F238E27FC236}">
                      <a16:creationId xmlns:a16="http://schemas.microsoft.com/office/drawing/2014/main" id="{8DC9D16B-0CD3-4E7B-91BD-C2B8056FAD86}"/>
                    </a:ext>
                  </a:extLst>
                </p:cNvPr>
                <p:cNvSpPr>
                  <a:spLocks/>
                </p:cNvSpPr>
                <p:nvPr/>
              </p:nvSpPr>
              <p:spPr bwMode="auto">
                <a:xfrm>
                  <a:off x="3986" y="1749"/>
                  <a:ext cx="181" cy="103"/>
                </a:xfrm>
                <a:custGeom>
                  <a:avLst/>
                  <a:gdLst>
                    <a:gd name="T0" fmla="*/ 0 w 362"/>
                    <a:gd name="T1" fmla="*/ 3 h 206"/>
                    <a:gd name="T2" fmla="*/ 1 w 362"/>
                    <a:gd name="T3" fmla="*/ 3 h 206"/>
                    <a:gd name="T4" fmla="*/ 6 w 362"/>
                    <a:gd name="T5" fmla="*/ 1 h 206"/>
                    <a:gd name="T6" fmla="*/ 6 w 362"/>
                    <a:gd name="T7" fmla="*/ 0 h 206"/>
                    <a:gd name="T8" fmla="*/ 0 w 362"/>
                    <a:gd name="T9" fmla="*/ 3 h 206"/>
                    <a:gd name="T10" fmla="*/ 0 60000 65536"/>
                    <a:gd name="T11" fmla="*/ 0 60000 65536"/>
                    <a:gd name="T12" fmla="*/ 0 60000 65536"/>
                    <a:gd name="T13" fmla="*/ 0 60000 65536"/>
                    <a:gd name="T14" fmla="*/ 0 60000 65536"/>
                    <a:gd name="T15" fmla="*/ 0 w 362"/>
                    <a:gd name="T16" fmla="*/ 0 h 206"/>
                    <a:gd name="T17" fmla="*/ 362 w 362"/>
                    <a:gd name="T18" fmla="*/ 206 h 206"/>
                  </a:gdLst>
                  <a:ahLst/>
                  <a:cxnLst>
                    <a:cxn ang="T10">
                      <a:pos x="T0" y="T1"/>
                    </a:cxn>
                    <a:cxn ang="T11">
                      <a:pos x="T2" y="T3"/>
                    </a:cxn>
                    <a:cxn ang="T12">
                      <a:pos x="T4" y="T5"/>
                    </a:cxn>
                    <a:cxn ang="T13">
                      <a:pos x="T6" y="T7"/>
                    </a:cxn>
                    <a:cxn ang="T14">
                      <a:pos x="T8" y="T9"/>
                    </a:cxn>
                  </a:cxnLst>
                  <a:rect l="T15" t="T16" r="T17" b="T18"/>
                  <a:pathLst>
                    <a:path w="362" h="206">
                      <a:moveTo>
                        <a:pt x="0" y="169"/>
                      </a:moveTo>
                      <a:lnTo>
                        <a:pt x="20" y="206"/>
                      </a:lnTo>
                      <a:lnTo>
                        <a:pt x="362" y="37"/>
                      </a:lnTo>
                      <a:lnTo>
                        <a:pt x="342" y="0"/>
                      </a:lnTo>
                      <a:lnTo>
                        <a:pt x="0" y="169"/>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234" name="Freeform 546">
                  <a:extLst>
                    <a:ext uri="{FF2B5EF4-FFF2-40B4-BE49-F238E27FC236}">
                      <a16:creationId xmlns:a16="http://schemas.microsoft.com/office/drawing/2014/main" id="{DE52DD5E-70E7-45F3-AF70-911332B7196F}"/>
                    </a:ext>
                  </a:extLst>
                </p:cNvPr>
                <p:cNvSpPr>
                  <a:spLocks/>
                </p:cNvSpPr>
                <p:nvPr/>
              </p:nvSpPr>
              <p:spPr bwMode="auto">
                <a:xfrm>
                  <a:off x="4139" y="1717"/>
                  <a:ext cx="105" cy="84"/>
                </a:xfrm>
                <a:custGeom>
                  <a:avLst/>
                  <a:gdLst>
                    <a:gd name="T0" fmla="*/ 1 w 212"/>
                    <a:gd name="T1" fmla="*/ 2 h 170"/>
                    <a:gd name="T2" fmla="*/ 3 w 212"/>
                    <a:gd name="T3" fmla="*/ 0 h 170"/>
                    <a:gd name="T4" fmla="*/ 0 w 212"/>
                    <a:gd name="T5" fmla="*/ 0 h 170"/>
                    <a:gd name="T6" fmla="*/ 1 w 212"/>
                    <a:gd name="T7" fmla="*/ 2 h 170"/>
                    <a:gd name="T8" fmla="*/ 0 60000 65536"/>
                    <a:gd name="T9" fmla="*/ 0 60000 65536"/>
                    <a:gd name="T10" fmla="*/ 0 60000 65536"/>
                    <a:gd name="T11" fmla="*/ 0 60000 65536"/>
                    <a:gd name="T12" fmla="*/ 0 w 212"/>
                    <a:gd name="T13" fmla="*/ 0 h 170"/>
                    <a:gd name="T14" fmla="*/ 212 w 212"/>
                    <a:gd name="T15" fmla="*/ 170 h 170"/>
                  </a:gdLst>
                  <a:ahLst/>
                  <a:cxnLst>
                    <a:cxn ang="T8">
                      <a:pos x="T0" y="T1"/>
                    </a:cxn>
                    <a:cxn ang="T9">
                      <a:pos x="T2" y="T3"/>
                    </a:cxn>
                    <a:cxn ang="T10">
                      <a:pos x="T4" y="T5"/>
                    </a:cxn>
                    <a:cxn ang="T11">
                      <a:pos x="T6" y="T7"/>
                    </a:cxn>
                  </a:cxnLst>
                  <a:rect l="T12" t="T13" r="T14" b="T15"/>
                  <a:pathLst>
                    <a:path w="212" h="170">
                      <a:moveTo>
                        <a:pt x="85" y="170"/>
                      </a:moveTo>
                      <a:lnTo>
                        <a:pt x="212" y="0"/>
                      </a:lnTo>
                      <a:lnTo>
                        <a:pt x="0" y="0"/>
                      </a:lnTo>
                      <a:lnTo>
                        <a:pt x="85" y="17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grpSp>
          <p:grpSp>
            <p:nvGrpSpPr>
              <p:cNvPr id="68" name="Group 547">
                <a:extLst>
                  <a:ext uri="{FF2B5EF4-FFF2-40B4-BE49-F238E27FC236}">
                    <a16:creationId xmlns:a16="http://schemas.microsoft.com/office/drawing/2014/main" id="{186643A9-DB08-4A5F-9E1C-1BEA6C5C9840}"/>
                  </a:ext>
                </a:extLst>
              </p:cNvPr>
              <p:cNvGrpSpPr>
                <a:grpSpLocks/>
              </p:cNvGrpSpPr>
              <p:nvPr/>
            </p:nvGrpSpPr>
            <p:grpSpPr bwMode="auto">
              <a:xfrm>
                <a:off x="552" y="3120"/>
                <a:ext cx="1215" cy="547"/>
                <a:chOff x="2573" y="599"/>
                <a:chExt cx="1923" cy="2336"/>
              </a:xfrm>
            </p:grpSpPr>
            <p:sp>
              <p:nvSpPr>
                <p:cNvPr id="76" name="Rectangle 548">
                  <a:extLst>
                    <a:ext uri="{FF2B5EF4-FFF2-40B4-BE49-F238E27FC236}">
                      <a16:creationId xmlns:a16="http://schemas.microsoft.com/office/drawing/2014/main" id="{AC47A84F-7221-4AA5-9BD8-07495FD03A1F}"/>
                    </a:ext>
                  </a:extLst>
                </p:cNvPr>
                <p:cNvSpPr>
                  <a:spLocks noChangeArrowheads="1"/>
                </p:cNvSpPr>
                <p:nvPr/>
              </p:nvSpPr>
              <p:spPr bwMode="auto">
                <a:xfrm>
                  <a:off x="2573" y="599"/>
                  <a:ext cx="1923" cy="23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77" name="Rectangle 549">
                  <a:extLst>
                    <a:ext uri="{FF2B5EF4-FFF2-40B4-BE49-F238E27FC236}">
                      <a16:creationId xmlns:a16="http://schemas.microsoft.com/office/drawing/2014/main" id="{2CEB38BC-8CAB-4C8E-8FBD-89676C6A7427}"/>
                    </a:ext>
                  </a:extLst>
                </p:cNvPr>
                <p:cNvSpPr>
                  <a:spLocks noChangeArrowheads="1"/>
                </p:cNvSpPr>
                <p:nvPr/>
              </p:nvSpPr>
              <p:spPr bwMode="auto">
                <a:xfrm>
                  <a:off x="2943" y="699"/>
                  <a:ext cx="1508" cy="199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78" name="Line 550">
                  <a:extLst>
                    <a:ext uri="{FF2B5EF4-FFF2-40B4-BE49-F238E27FC236}">
                      <a16:creationId xmlns:a16="http://schemas.microsoft.com/office/drawing/2014/main" id="{047DBB0B-1699-4E5E-943E-6AFF05157B92}"/>
                    </a:ext>
                  </a:extLst>
                </p:cNvPr>
                <p:cNvSpPr>
                  <a:spLocks noChangeShapeType="1"/>
                </p:cNvSpPr>
                <p:nvPr/>
              </p:nvSpPr>
              <p:spPr bwMode="auto">
                <a:xfrm>
                  <a:off x="2943" y="2689"/>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79" name="Line 551">
                  <a:extLst>
                    <a:ext uri="{FF2B5EF4-FFF2-40B4-BE49-F238E27FC236}">
                      <a16:creationId xmlns:a16="http://schemas.microsoft.com/office/drawing/2014/main" id="{BFA3B53C-779B-49FD-8F00-943D4DCFEA57}"/>
                    </a:ext>
                  </a:extLst>
                </p:cNvPr>
                <p:cNvSpPr>
                  <a:spLocks noChangeShapeType="1"/>
                </p:cNvSpPr>
                <p:nvPr/>
              </p:nvSpPr>
              <p:spPr bwMode="auto">
                <a:xfrm>
                  <a:off x="2943" y="2118"/>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0" name="Line 552">
                  <a:extLst>
                    <a:ext uri="{FF2B5EF4-FFF2-40B4-BE49-F238E27FC236}">
                      <a16:creationId xmlns:a16="http://schemas.microsoft.com/office/drawing/2014/main" id="{900782F6-263B-42F6-B657-AB38B773D735}"/>
                    </a:ext>
                  </a:extLst>
                </p:cNvPr>
                <p:cNvSpPr>
                  <a:spLocks noChangeShapeType="1"/>
                </p:cNvSpPr>
                <p:nvPr/>
              </p:nvSpPr>
              <p:spPr bwMode="auto">
                <a:xfrm>
                  <a:off x="2943" y="1835"/>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1" name="Line 553">
                  <a:extLst>
                    <a:ext uri="{FF2B5EF4-FFF2-40B4-BE49-F238E27FC236}">
                      <a16:creationId xmlns:a16="http://schemas.microsoft.com/office/drawing/2014/main" id="{0AE5B3C9-8568-488B-B8A3-A48A18280E46}"/>
                    </a:ext>
                  </a:extLst>
                </p:cNvPr>
                <p:cNvSpPr>
                  <a:spLocks noChangeShapeType="1"/>
                </p:cNvSpPr>
                <p:nvPr/>
              </p:nvSpPr>
              <p:spPr bwMode="auto">
                <a:xfrm>
                  <a:off x="2943" y="1552"/>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2" name="Line 554">
                  <a:extLst>
                    <a:ext uri="{FF2B5EF4-FFF2-40B4-BE49-F238E27FC236}">
                      <a16:creationId xmlns:a16="http://schemas.microsoft.com/office/drawing/2014/main" id="{E7285CD0-1CF9-4316-95DF-D99B4102EB3E}"/>
                    </a:ext>
                  </a:extLst>
                </p:cNvPr>
                <p:cNvSpPr>
                  <a:spLocks noChangeShapeType="1"/>
                </p:cNvSpPr>
                <p:nvPr/>
              </p:nvSpPr>
              <p:spPr bwMode="auto">
                <a:xfrm>
                  <a:off x="2943" y="1269"/>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3" name="Line 555">
                  <a:extLst>
                    <a:ext uri="{FF2B5EF4-FFF2-40B4-BE49-F238E27FC236}">
                      <a16:creationId xmlns:a16="http://schemas.microsoft.com/office/drawing/2014/main" id="{248F206A-E951-4D30-8D38-B3742CF8ACE7}"/>
                    </a:ext>
                  </a:extLst>
                </p:cNvPr>
                <p:cNvSpPr>
                  <a:spLocks noChangeShapeType="1"/>
                </p:cNvSpPr>
                <p:nvPr/>
              </p:nvSpPr>
              <p:spPr bwMode="auto">
                <a:xfrm>
                  <a:off x="2943" y="982"/>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4" name="Line 556">
                  <a:extLst>
                    <a:ext uri="{FF2B5EF4-FFF2-40B4-BE49-F238E27FC236}">
                      <a16:creationId xmlns:a16="http://schemas.microsoft.com/office/drawing/2014/main" id="{F2D3BF8A-8F79-4BFC-9C0E-8F8E1FFE3FE8}"/>
                    </a:ext>
                  </a:extLst>
                </p:cNvPr>
                <p:cNvSpPr>
                  <a:spLocks noChangeShapeType="1"/>
                </p:cNvSpPr>
                <p:nvPr/>
              </p:nvSpPr>
              <p:spPr bwMode="auto">
                <a:xfrm>
                  <a:off x="2943" y="699"/>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5" name="Rectangle 557">
                  <a:extLst>
                    <a:ext uri="{FF2B5EF4-FFF2-40B4-BE49-F238E27FC236}">
                      <a16:creationId xmlns:a16="http://schemas.microsoft.com/office/drawing/2014/main" id="{41ACB1F8-9F10-450B-9A81-8BE30F84A9C6}"/>
                    </a:ext>
                  </a:extLst>
                </p:cNvPr>
                <p:cNvSpPr>
                  <a:spLocks noChangeArrowheads="1"/>
                </p:cNvSpPr>
                <p:nvPr/>
              </p:nvSpPr>
              <p:spPr bwMode="auto">
                <a:xfrm>
                  <a:off x="2943" y="699"/>
                  <a:ext cx="1508" cy="1990"/>
                </a:xfrm>
                <a:prstGeom prst="rect">
                  <a:avLst/>
                </a:prstGeom>
                <a:noFill/>
                <a:ln w="6350">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86" name="Line 558">
                  <a:extLst>
                    <a:ext uri="{FF2B5EF4-FFF2-40B4-BE49-F238E27FC236}">
                      <a16:creationId xmlns:a16="http://schemas.microsoft.com/office/drawing/2014/main" id="{DC05B37C-055F-48C3-96F0-3AA0A1F62404}"/>
                    </a:ext>
                  </a:extLst>
                </p:cNvPr>
                <p:cNvSpPr>
                  <a:spLocks noChangeShapeType="1"/>
                </p:cNvSpPr>
                <p:nvPr/>
              </p:nvSpPr>
              <p:spPr bwMode="auto">
                <a:xfrm>
                  <a:off x="2943" y="699"/>
                  <a:ext cx="1" cy="19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7" name="Line 559">
                  <a:extLst>
                    <a:ext uri="{FF2B5EF4-FFF2-40B4-BE49-F238E27FC236}">
                      <a16:creationId xmlns:a16="http://schemas.microsoft.com/office/drawing/2014/main" id="{2F5FC512-8B70-4D6A-B12E-A73372F6D671}"/>
                    </a:ext>
                  </a:extLst>
                </p:cNvPr>
                <p:cNvSpPr>
                  <a:spLocks noChangeShapeType="1"/>
                </p:cNvSpPr>
                <p:nvPr/>
              </p:nvSpPr>
              <p:spPr bwMode="auto">
                <a:xfrm>
                  <a:off x="2923" y="2689"/>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8" name="Line 560">
                  <a:extLst>
                    <a:ext uri="{FF2B5EF4-FFF2-40B4-BE49-F238E27FC236}">
                      <a16:creationId xmlns:a16="http://schemas.microsoft.com/office/drawing/2014/main" id="{273A85ED-DBCA-4BE9-97B5-8060BC934E4F}"/>
                    </a:ext>
                  </a:extLst>
                </p:cNvPr>
                <p:cNvSpPr>
                  <a:spLocks noChangeShapeType="1"/>
                </p:cNvSpPr>
                <p:nvPr/>
              </p:nvSpPr>
              <p:spPr bwMode="auto">
                <a:xfrm>
                  <a:off x="2923" y="2406"/>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9" name="Line 561">
                  <a:extLst>
                    <a:ext uri="{FF2B5EF4-FFF2-40B4-BE49-F238E27FC236}">
                      <a16:creationId xmlns:a16="http://schemas.microsoft.com/office/drawing/2014/main" id="{33D42E43-D5D1-443A-93CB-DA03A0AA3C02}"/>
                    </a:ext>
                  </a:extLst>
                </p:cNvPr>
                <p:cNvSpPr>
                  <a:spLocks noChangeShapeType="1"/>
                </p:cNvSpPr>
                <p:nvPr/>
              </p:nvSpPr>
              <p:spPr bwMode="auto">
                <a:xfrm>
                  <a:off x="2923" y="2118"/>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0" name="Line 562">
                  <a:extLst>
                    <a:ext uri="{FF2B5EF4-FFF2-40B4-BE49-F238E27FC236}">
                      <a16:creationId xmlns:a16="http://schemas.microsoft.com/office/drawing/2014/main" id="{45EA62F2-2D51-4D07-9371-C0A7F41F1585}"/>
                    </a:ext>
                  </a:extLst>
                </p:cNvPr>
                <p:cNvSpPr>
                  <a:spLocks noChangeShapeType="1"/>
                </p:cNvSpPr>
                <p:nvPr/>
              </p:nvSpPr>
              <p:spPr bwMode="auto">
                <a:xfrm>
                  <a:off x="2923" y="1835"/>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1" name="Line 563">
                  <a:extLst>
                    <a:ext uri="{FF2B5EF4-FFF2-40B4-BE49-F238E27FC236}">
                      <a16:creationId xmlns:a16="http://schemas.microsoft.com/office/drawing/2014/main" id="{0FF26797-0EA2-45EF-86FF-47BF6E13AFD2}"/>
                    </a:ext>
                  </a:extLst>
                </p:cNvPr>
                <p:cNvSpPr>
                  <a:spLocks noChangeShapeType="1"/>
                </p:cNvSpPr>
                <p:nvPr/>
              </p:nvSpPr>
              <p:spPr bwMode="auto">
                <a:xfrm>
                  <a:off x="2923" y="1552"/>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2" name="Line 564">
                  <a:extLst>
                    <a:ext uri="{FF2B5EF4-FFF2-40B4-BE49-F238E27FC236}">
                      <a16:creationId xmlns:a16="http://schemas.microsoft.com/office/drawing/2014/main" id="{E1EFA8BD-4DCE-482D-BD8C-50F3B629BFC1}"/>
                    </a:ext>
                  </a:extLst>
                </p:cNvPr>
                <p:cNvSpPr>
                  <a:spLocks noChangeShapeType="1"/>
                </p:cNvSpPr>
                <p:nvPr/>
              </p:nvSpPr>
              <p:spPr bwMode="auto">
                <a:xfrm>
                  <a:off x="2923" y="1269"/>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3" name="Line 565">
                  <a:extLst>
                    <a:ext uri="{FF2B5EF4-FFF2-40B4-BE49-F238E27FC236}">
                      <a16:creationId xmlns:a16="http://schemas.microsoft.com/office/drawing/2014/main" id="{ACDCCD27-7255-43A9-BC3C-D01752762C03}"/>
                    </a:ext>
                  </a:extLst>
                </p:cNvPr>
                <p:cNvSpPr>
                  <a:spLocks noChangeShapeType="1"/>
                </p:cNvSpPr>
                <p:nvPr/>
              </p:nvSpPr>
              <p:spPr bwMode="auto">
                <a:xfrm>
                  <a:off x="2923" y="982"/>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4" name="Line 566">
                  <a:extLst>
                    <a:ext uri="{FF2B5EF4-FFF2-40B4-BE49-F238E27FC236}">
                      <a16:creationId xmlns:a16="http://schemas.microsoft.com/office/drawing/2014/main" id="{78E6950B-AD0A-4E8E-A099-BB79F641B856}"/>
                    </a:ext>
                  </a:extLst>
                </p:cNvPr>
                <p:cNvSpPr>
                  <a:spLocks noChangeShapeType="1"/>
                </p:cNvSpPr>
                <p:nvPr/>
              </p:nvSpPr>
              <p:spPr bwMode="auto">
                <a:xfrm>
                  <a:off x="2923" y="699"/>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5" name="Line 567">
                  <a:extLst>
                    <a:ext uri="{FF2B5EF4-FFF2-40B4-BE49-F238E27FC236}">
                      <a16:creationId xmlns:a16="http://schemas.microsoft.com/office/drawing/2014/main" id="{8080FEBE-8410-4DCF-B85E-009756302EA4}"/>
                    </a:ext>
                  </a:extLst>
                </p:cNvPr>
                <p:cNvSpPr>
                  <a:spLocks noChangeShapeType="1"/>
                </p:cNvSpPr>
                <p:nvPr/>
              </p:nvSpPr>
              <p:spPr bwMode="auto">
                <a:xfrm>
                  <a:off x="2943" y="2406"/>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6" name="Line 568">
                  <a:extLst>
                    <a:ext uri="{FF2B5EF4-FFF2-40B4-BE49-F238E27FC236}">
                      <a16:creationId xmlns:a16="http://schemas.microsoft.com/office/drawing/2014/main" id="{BBBE6202-994A-4681-829F-C053FE996728}"/>
                    </a:ext>
                  </a:extLst>
                </p:cNvPr>
                <p:cNvSpPr>
                  <a:spLocks noChangeShapeType="1"/>
                </p:cNvSpPr>
                <p:nvPr/>
              </p:nvSpPr>
              <p:spPr bwMode="auto">
                <a:xfrm flipV="1">
                  <a:off x="2943"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7" name="Line 569">
                  <a:extLst>
                    <a:ext uri="{FF2B5EF4-FFF2-40B4-BE49-F238E27FC236}">
                      <a16:creationId xmlns:a16="http://schemas.microsoft.com/office/drawing/2014/main" id="{B8821596-0904-4DBB-9FC5-B2AA9A05B5DB}"/>
                    </a:ext>
                  </a:extLst>
                </p:cNvPr>
                <p:cNvSpPr>
                  <a:spLocks noChangeShapeType="1"/>
                </p:cNvSpPr>
                <p:nvPr/>
              </p:nvSpPr>
              <p:spPr bwMode="auto">
                <a:xfrm flipV="1">
                  <a:off x="3043"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8" name="Line 570">
                  <a:extLst>
                    <a:ext uri="{FF2B5EF4-FFF2-40B4-BE49-F238E27FC236}">
                      <a16:creationId xmlns:a16="http://schemas.microsoft.com/office/drawing/2014/main" id="{1A8935A0-D877-42CD-B4D0-49FDACF66C76}"/>
                    </a:ext>
                  </a:extLst>
                </p:cNvPr>
                <p:cNvSpPr>
                  <a:spLocks noChangeShapeType="1"/>
                </p:cNvSpPr>
                <p:nvPr/>
              </p:nvSpPr>
              <p:spPr bwMode="auto">
                <a:xfrm flipV="1">
                  <a:off x="3139"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9" name="Line 571">
                  <a:extLst>
                    <a:ext uri="{FF2B5EF4-FFF2-40B4-BE49-F238E27FC236}">
                      <a16:creationId xmlns:a16="http://schemas.microsoft.com/office/drawing/2014/main" id="{358B1E9C-5F8E-46A7-92DA-E5F2BDB7F12A}"/>
                    </a:ext>
                  </a:extLst>
                </p:cNvPr>
                <p:cNvSpPr>
                  <a:spLocks noChangeShapeType="1"/>
                </p:cNvSpPr>
                <p:nvPr/>
              </p:nvSpPr>
              <p:spPr bwMode="auto">
                <a:xfrm flipV="1">
                  <a:off x="3239"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0" name="Line 572">
                  <a:extLst>
                    <a:ext uri="{FF2B5EF4-FFF2-40B4-BE49-F238E27FC236}">
                      <a16:creationId xmlns:a16="http://schemas.microsoft.com/office/drawing/2014/main" id="{6C24A6A6-63BF-4CBE-9C3C-4A858548FE32}"/>
                    </a:ext>
                  </a:extLst>
                </p:cNvPr>
                <p:cNvSpPr>
                  <a:spLocks noChangeShapeType="1"/>
                </p:cNvSpPr>
                <p:nvPr/>
              </p:nvSpPr>
              <p:spPr bwMode="auto">
                <a:xfrm flipV="1">
                  <a:off x="3335"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1" name="Line 573">
                  <a:extLst>
                    <a:ext uri="{FF2B5EF4-FFF2-40B4-BE49-F238E27FC236}">
                      <a16:creationId xmlns:a16="http://schemas.microsoft.com/office/drawing/2014/main" id="{2E9E22F4-BF83-436C-A328-16B802C1B334}"/>
                    </a:ext>
                  </a:extLst>
                </p:cNvPr>
                <p:cNvSpPr>
                  <a:spLocks noChangeShapeType="1"/>
                </p:cNvSpPr>
                <p:nvPr/>
              </p:nvSpPr>
              <p:spPr bwMode="auto">
                <a:xfrm flipV="1">
                  <a:off x="3435"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2" name="Line 574">
                  <a:extLst>
                    <a:ext uri="{FF2B5EF4-FFF2-40B4-BE49-F238E27FC236}">
                      <a16:creationId xmlns:a16="http://schemas.microsoft.com/office/drawing/2014/main" id="{D0F26D12-429B-4AA1-AB59-D79C4712C21B}"/>
                    </a:ext>
                  </a:extLst>
                </p:cNvPr>
                <p:cNvSpPr>
                  <a:spLocks noChangeShapeType="1"/>
                </p:cNvSpPr>
                <p:nvPr/>
              </p:nvSpPr>
              <p:spPr bwMode="auto">
                <a:xfrm flipV="1">
                  <a:off x="3530"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3" name="Line 575">
                  <a:extLst>
                    <a:ext uri="{FF2B5EF4-FFF2-40B4-BE49-F238E27FC236}">
                      <a16:creationId xmlns:a16="http://schemas.microsoft.com/office/drawing/2014/main" id="{EB08D4F0-4BDF-4A2A-9DCE-9E24E984A647}"/>
                    </a:ext>
                  </a:extLst>
                </p:cNvPr>
                <p:cNvSpPr>
                  <a:spLocks noChangeShapeType="1"/>
                </p:cNvSpPr>
                <p:nvPr/>
              </p:nvSpPr>
              <p:spPr bwMode="auto">
                <a:xfrm flipV="1">
                  <a:off x="3630"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4" name="Line 576">
                  <a:extLst>
                    <a:ext uri="{FF2B5EF4-FFF2-40B4-BE49-F238E27FC236}">
                      <a16:creationId xmlns:a16="http://schemas.microsoft.com/office/drawing/2014/main" id="{508C8EB5-C7C7-47B5-B154-402C584AFFCF}"/>
                    </a:ext>
                  </a:extLst>
                </p:cNvPr>
                <p:cNvSpPr>
                  <a:spLocks noChangeShapeType="1"/>
                </p:cNvSpPr>
                <p:nvPr/>
              </p:nvSpPr>
              <p:spPr bwMode="auto">
                <a:xfrm flipV="1">
                  <a:off x="3726"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5" name="Line 577">
                  <a:extLst>
                    <a:ext uri="{FF2B5EF4-FFF2-40B4-BE49-F238E27FC236}">
                      <a16:creationId xmlns:a16="http://schemas.microsoft.com/office/drawing/2014/main" id="{6E3791A9-60FC-4954-8C8E-C8F77D87126D}"/>
                    </a:ext>
                  </a:extLst>
                </p:cNvPr>
                <p:cNvSpPr>
                  <a:spLocks noChangeShapeType="1"/>
                </p:cNvSpPr>
                <p:nvPr/>
              </p:nvSpPr>
              <p:spPr bwMode="auto">
                <a:xfrm flipV="1">
                  <a:off x="3826"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6" name="Line 578">
                  <a:extLst>
                    <a:ext uri="{FF2B5EF4-FFF2-40B4-BE49-F238E27FC236}">
                      <a16:creationId xmlns:a16="http://schemas.microsoft.com/office/drawing/2014/main" id="{EEEDE9CD-9A8C-44D0-AB2F-33A49B587B4D}"/>
                    </a:ext>
                  </a:extLst>
                </p:cNvPr>
                <p:cNvSpPr>
                  <a:spLocks noChangeShapeType="1"/>
                </p:cNvSpPr>
                <p:nvPr/>
              </p:nvSpPr>
              <p:spPr bwMode="auto">
                <a:xfrm flipV="1">
                  <a:off x="3922"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7" name="Line 579">
                  <a:extLst>
                    <a:ext uri="{FF2B5EF4-FFF2-40B4-BE49-F238E27FC236}">
                      <a16:creationId xmlns:a16="http://schemas.microsoft.com/office/drawing/2014/main" id="{0500432D-EA01-408F-A4B9-2DAB52379FFB}"/>
                    </a:ext>
                  </a:extLst>
                </p:cNvPr>
                <p:cNvSpPr>
                  <a:spLocks noChangeShapeType="1"/>
                </p:cNvSpPr>
                <p:nvPr/>
              </p:nvSpPr>
              <p:spPr bwMode="auto">
                <a:xfrm flipV="1">
                  <a:off x="4022"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8" name="Line 580">
                  <a:extLst>
                    <a:ext uri="{FF2B5EF4-FFF2-40B4-BE49-F238E27FC236}">
                      <a16:creationId xmlns:a16="http://schemas.microsoft.com/office/drawing/2014/main" id="{86B26BB3-A2A4-4605-AE4D-D0EF3152C9FE}"/>
                    </a:ext>
                  </a:extLst>
                </p:cNvPr>
                <p:cNvSpPr>
                  <a:spLocks noChangeShapeType="1"/>
                </p:cNvSpPr>
                <p:nvPr/>
              </p:nvSpPr>
              <p:spPr bwMode="auto">
                <a:xfrm flipV="1">
                  <a:off x="4122"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9" name="Line 581">
                  <a:extLst>
                    <a:ext uri="{FF2B5EF4-FFF2-40B4-BE49-F238E27FC236}">
                      <a16:creationId xmlns:a16="http://schemas.microsoft.com/office/drawing/2014/main" id="{1A0357A2-5211-43CE-855D-F01D34CF8B0E}"/>
                    </a:ext>
                  </a:extLst>
                </p:cNvPr>
                <p:cNvSpPr>
                  <a:spLocks noChangeShapeType="1"/>
                </p:cNvSpPr>
                <p:nvPr/>
              </p:nvSpPr>
              <p:spPr bwMode="auto">
                <a:xfrm flipV="1">
                  <a:off x="4217"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0" name="Line 582">
                  <a:extLst>
                    <a:ext uri="{FF2B5EF4-FFF2-40B4-BE49-F238E27FC236}">
                      <a16:creationId xmlns:a16="http://schemas.microsoft.com/office/drawing/2014/main" id="{B8BC6EAD-80A6-4074-A1A2-E728C80A186D}"/>
                    </a:ext>
                  </a:extLst>
                </p:cNvPr>
                <p:cNvSpPr>
                  <a:spLocks noChangeShapeType="1"/>
                </p:cNvSpPr>
                <p:nvPr/>
              </p:nvSpPr>
              <p:spPr bwMode="auto">
                <a:xfrm flipV="1">
                  <a:off x="4317"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1" name="Line 583">
                  <a:extLst>
                    <a:ext uri="{FF2B5EF4-FFF2-40B4-BE49-F238E27FC236}">
                      <a16:creationId xmlns:a16="http://schemas.microsoft.com/office/drawing/2014/main" id="{D22F235F-97B0-4369-AD16-AADC9C8DFF97}"/>
                    </a:ext>
                  </a:extLst>
                </p:cNvPr>
                <p:cNvSpPr>
                  <a:spLocks noChangeShapeType="1"/>
                </p:cNvSpPr>
                <p:nvPr/>
              </p:nvSpPr>
              <p:spPr bwMode="auto">
                <a:xfrm flipV="1">
                  <a:off x="4413"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2" name="Line 584">
                  <a:extLst>
                    <a:ext uri="{FF2B5EF4-FFF2-40B4-BE49-F238E27FC236}">
                      <a16:creationId xmlns:a16="http://schemas.microsoft.com/office/drawing/2014/main" id="{B3E40FA6-1B63-4DF2-82D1-89C22D7C6DEE}"/>
                    </a:ext>
                  </a:extLst>
                </p:cNvPr>
                <p:cNvSpPr>
                  <a:spLocks noChangeShapeType="1"/>
                </p:cNvSpPr>
                <p:nvPr/>
              </p:nvSpPr>
              <p:spPr bwMode="auto">
                <a:xfrm flipV="1">
                  <a:off x="2948" y="2148"/>
                  <a:ext cx="12" cy="12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3" name="Line 585">
                  <a:extLst>
                    <a:ext uri="{FF2B5EF4-FFF2-40B4-BE49-F238E27FC236}">
                      <a16:creationId xmlns:a16="http://schemas.microsoft.com/office/drawing/2014/main" id="{8D50B4C8-D122-4FBF-858A-0CD050CD40DB}"/>
                    </a:ext>
                  </a:extLst>
                </p:cNvPr>
                <p:cNvSpPr>
                  <a:spLocks noChangeShapeType="1"/>
                </p:cNvSpPr>
                <p:nvPr/>
              </p:nvSpPr>
              <p:spPr bwMode="auto">
                <a:xfrm flipV="1">
                  <a:off x="2960" y="2056"/>
                  <a:ext cx="13" cy="9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4" name="Line 586">
                  <a:extLst>
                    <a:ext uri="{FF2B5EF4-FFF2-40B4-BE49-F238E27FC236}">
                      <a16:creationId xmlns:a16="http://schemas.microsoft.com/office/drawing/2014/main" id="{5C758124-8EA5-486A-B0B6-8E00255A0AE4}"/>
                    </a:ext>
                  </a:extLst>
                </p:cNvPr>
                <p:cNvSpPr>
                  <a:spLocks noChangeShapeType="1"/>
                </p:cNvSpPr>
                <p:nvPr/>
              </p:nvSpPr>
              <p:spPr bwMode="auto">
                <a:xfrm flipV="1">
                  <a:off x="2973" y="1969"/>
                  <a:ext cx="12" cy="8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5" name="Line 587">
                  <a:extLst>
                    <a:ext uri="{FF2B5EF4-FFF2-40B4-BE49-F238E27FC236}">
                      <a16:creationId xmlns:a16="http://schemas.microsoft.com/office/drawing/2014/main" id="{BC8F8920-3025-4E19-86AD-59A665E57457}"/>
                    </a:ext>
                  </a:extLst>
                </p:cNvPr>
                <p:cNvSpPr>
                  <a:spLocks noChangeShapeType="1"/>
                </p:cNvSpPr>
                <p:nvPr/>
              </p:nvSpPr>
              <p:spPr bwMode="auto">
                <a:xfrm flipV="1">
                  <a:off x="2985" y="1881"/>
                  <a:ext cx="12"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6" name="Line 588">
                  <a:extLst>
                    <a:ext uri="{FF2B5EF4-FFF2-40B4-BE49-F238E27FC236}">
                      <a16:creationId xmlns:a16="http://schemas.microsoft.com/office/drawing/2014/main" id="{EE191125-208A-4C20-9063-67C56B5E76A6}"/>
                    </a:ext>
                  </a:extLst>
                </p:cNvPr>
                <p:cNvSpPr>
                  <a:spLocks noChangeShapeType="1"/>
                </p:cNvSpPr>
                <p:nvPr/>
              </p:nvSpPr>
              <p:spPr bwMode="auto">
                <a:xfrm flipV="1">
                  <a:off x="2997" y="1819"/>
                  <a:ext cx="13" cy="6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7" name="Line 589">
                  <a:extLst>
                    <a:ext uri="{FF2B5EF4-FFF2-40B4-BE49-F238E27FC236}">
                      <a16:creationId xmlns:a16="http://schemas.microsoft.com/office/drawing/2014/main" id="{C6DE4DF7-A052-4BCE-8776-0A7B7C10A860}"/>
                    </a:ext>
                  </a:extLst>
                </p:cNvPr>
                <p:cNvSpPr>
                  <a:spLocks noChangeShapeType="1"/>
                </p:cNvSpPr>
                <p:nvPr/>
              </p:nvSpPr>
              <p:spPr bwMode="auto">
                <a:xfrm flipV="1">
                  <a:off x="3010" y="1760"/>
                  <a:ext cx="12" cy="5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8" name="Line 590">
                  <a:extLst>
                    <a:ext uri="{FF2B5EF4-FFF2-40B4-BE49-F238E27FC236}">
                      <a16:creationId xmlns:a16="http://schemas.microsoft.com/office/drawing/2014/main" id="{D388DD96-BE06-4BA0-9719-5CE2E84B0951}"/>
                    </a:ext>
                  </a:extLst>
                </p:cNvPr>
                <p:cNvSpPr>
                  <a:spLocks noChangeShapeType="1"/>
                </p:cNvSpPr>
                <p:nvPr/>
              </p:nvSpPr>
              <p:spPr bwMode="auto">
                <a:xfrm flipV="1">
                  <a:off x="3022" y="1706"/>
                  <a:ext cx="13" cy="5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9" name="Line 591">
                  <a:extLst>
                    <a:ext uri="{FF2B5EF4-FFF2-40B4-BE49-F238E27FC236}">
                      <a16:creationId xmlns:a16="http://schemas.microsoft.com/office/drawing/2014/main" id="{BAA9FC4F-C672-4D7A-A5F2-CD414DA46938}"/>
                    </a:ext>
                  </a:extLst>
                </p:cNvPr>
                <p:cNvSpPr>
                  <a:spLocks noChangeShapeType="1"/>
                </p:cNvSpPr>
                <p:nvPr/>
              </p:nvSpPr>
              <p:spPr bwMode="auto">
                <a:xfrm flipV="1">
                  <a:off x="3035" y="1652"/>
                  <a:ext cx="12" cy="5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0" name="Line 592">
                  <a:extLst>
                    <a:ext uri="{FF2B5EF4-FFF2-40B4-BE49-F238E27FC236}">
                      <a16:creationId xmlns:a16="http://schemas.microsoft.com/office/drawing/2014/main" id="{33588265-C51A-4189-8D06-AEB82A28ED10}"/>
                    </a:ext>
                  </a:extLst>
                </p:cNvPr>
                <p:cNvSpPr>
                  <a:spLocks noChangeShapeType="1"/>
                </p:cNvSpPr>
                <p:nvPr/>
              </p:nvSpPr>
              <p:spPr bwMode="auto">
                <a:xfrm flipV="1">
                  <a:off x="3047" y="1602"/>
                  <a:ext cx="13" cy="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1" name="Line 593">
                  <a:extLst>
                    <a:ext uri="{FF2B5EF4-FFF2-40B4-BE49-F238E27FC236}">
                      <a16:creationId xmlns:a16="http://schemas.microsoft.com/office/drawing/2014/main" id="{BC988179-BB24-49F0-A440-4753C21E5DEF}"/>
                    </a:ext>
                  </a:extLst>
                </p:cNvPr>
                <p:cNvSpPr>
                  <a:spLocks noChangeShapeType="1"/>
                </p:cNvSpPr>
                <p:nvPr/>
              </p:nvSpPr>
              <p:spPr bwMode="auto">
                <a:xfrm flipV="1">
                  <a:off x="3060" y="1548"/>
                  <a:ext cx="12" cy="5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2" name="Line 594">
                  <a:extLst>
                    <a:ext uri="{FF2B5EF4-FFF2-40B4-BE49-F238E27FC236}">
                      <a16:creationId xmlns:a16="http://schemas.microsoft.com/office/drawing/2014/main" id="{374BB689-4ADD-49C1-B98B-F37D95590F93}"/>
                    </a:ext>
                  </a:extLst>
                </p:cNvPr>
                <p:cNvSpPr>
                  <a:spLocks noChangeShapeType="1"/>
                </p:cNvSpPr>
                <p:nvPr/>
              </p:nvSpPr>
              <p:spPr bwMode="auto">
                <a:xfrm flipV="1">
                  <a:off x="3072" y="1498"/>
                  <a:ext cx="13" cy="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3" name="Line 595">
                  <a:extLst>
                    <a:ext uri="{FF2B5EF4-FFF2-40B4-BE49-F238E27FC236}">
                      <a16:creationId xmlns:a16="http://schemas.microsoft.com/office/drawing/2014/main" id="{C56971D6-4DCC-4C88-AB39-EA8994022BF4}"/>
                    </a:ext>
                  </a:extLst>
                </p:cNvPr>
                <p:cNvSpPr>
                  <a:spLocks noChangeShapeType="1"/>
                </p:cNvSpPr>
                <p:nvPr/>
              </p:nvSpPr>
              <p:spPr bwMode="auto">
                <a:xfrm flipV="1">
                  <a:off x="3085" y="1456"/>
                  <a:ext cx="12" cy="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4" name="Line 596">
                  <a:extLst>
                    <a:ext uri="{FF2B5EF4-FFF2-40B4-BE49-F238E27FC236}">
                      <a16:creationId xmlns:a16="http://schemas.microsoft.com/office/drawing/2014/main" id="{C5B4C118-950D-41EF-8A7A-E97455BCEA17}"/>
                    </a:ext>
                  </a:extLst>
                </p:cNvPr>
                <p:cNvSpPr>
                  <a:spLocks noChangeShapeType="1"/>
                </p:cNvSpPr>
                <p:nvPr/>
              </p:nvSpPr>
              <p:spPr bwMode="auto">
                <a:xfrm flipV="1">
                  <a:off x="3097" y="1423"/>
                  <a:ext cx="13" cy="3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5" name="Line 597">
                  <a:extLst>
                    <a:ext uri="{FF2B5EF4-FFF2-40B4-BE49-F238E27FC236}">
                      <a16:creationId xmlns:a16="http://schemas.microsoft.com/office/drawing/2014/main" id="{22DDC96B-66C8-4DA9-BAF3-9BF9F5FCAB4A}"/>
                    </a:ext>
                  </a:extLst>
                </p:cNvPr>
                <p:cNvSpPr>
                  <a:spLocks noChangeShapeType="1"/>
                </p:cNvSpPr>
                <p:nvPr/>
              </p:nvSpPr>
              <p:spPr bwMode="auto">
                <a:xfrm flipV="1">
                  <a:off x="3110" y="1398"/>
                  <a:ext cx="12"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6" name="Line 598">
                  <a:extLst>
                    <a:ext uri="{FF2B5EF4-FFF2-40B4-BE49-F238E27FC236}">
                      <a16:creationId xmlns:a16="http://schemas.microsoft.com/office/drawing/2014/main" id="{C2447801-238B-4639-832E-754A0F48D8E6}"/>
                    </a:ext>
                  </a:extLst>
                </p:cNvPr>
                <p:cNvSpPr>
                  <a:spLocks noChangeShapeType="1"/>
                </p:cNvSpPr>
                <p:nvPr/>
              </p:nvSpPr>
              <p:spPr bwMode="auto">
                <a:xfrm flipV="1">
                  <a:off x="3122" y="1369"/>
                  <a:ext cx="13" cy="2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7" name="Line 599">
                  <a:extLst>
                    <a:ext uri="{FF2B5EF4-FFF2-40B4-BE49-F238E27FC236}">
                      <a16:creationId xmlns:a16="http://schemas.microsoft.com/office/drawing/2014/main" id="{0A3768E4-2D3C-48D7-BAEA-2889548FE27F}"/>
                    </a:ext>
                  </a:extLst>
                </p:cNvPr>
                <p:cNvSpPr>
                  <a:spLocks noChangeShapeType="1"/>
                </p:cNvSpPr>
                <p:nvPr/>
              </p:nvSpPr>
              <p:spPr bwMode="auto">
                <a:xfrm flipV="1">
                  <a:off x="3135" y="1344"/>
                  <a:ext cx="12"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8" name="Line 600">
                  <a:extLst>
                    <a:ext uri="{FF2B5EF4-FFF2-40B4-BE49-F238E27FC236}">
                      <a16:creationId xmlns:a16="http://schemas.microsoft.com/office/drawing/2014/main" id="{E3345701-AEDB-4F9E-A86C-3FC4935D2DAE}"/>
                    </a:ext>
                  </a:extLst>
                </p:cNvPr>
                <p:cNvSpPr>
                  <a:spLocks noChangeShapeType="1"/>
                </p:cNvSpPr>
                <p:nvPr/>
              </p:nvSpPr>
              <p:spPr bwMode="auto">
                <a:xfrm flipV="1">
                  <a:off x="3147" y="1315"/>
                  <a:ext cx="13" cy="2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9" name="Line 601">
                  <a:extLst>
                    <a:ext uri="{FF2B5EF4-FFF2-40B4-BE49-F238E27FC236}">
                      <a16:creationId xmlns:a16="http://schemas.microsoft.com/office/drawing/2014/main" id="{9F598DE2-A009-4C00-A276-FF7D64CA6B1B}"/>
                    </a:ext>
                  </a:extLst>
                </p:cNvPr>
                <p:cNvSpPr>
                  <a:spLocks noChangeShapeType="1"/>
                </p:cNvSpPr>
                <p:nvPr/>
              </p:nvSpPr>
              <p:spPr bwMode="auto">
                <a:xfrm flipV="1">
                  <a:off x="3160" y="1290"/>
                  <a:ext cx="8"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0" name="Line 602">
                  <a:extLst>
                    <a:ext uri="{FF2B5EF4-FFF2-40B4-BE49-F238E27FC236}">
                      <a16:creationId xmlns:a16="http://schemas.microsoft.com/office/drawing/2014/main" id="{91A45343-96EC-4CB8-B4A9-14692A69A8FA}"/>
                    </a:ext>
                  </a:extLst>
                </p:cNvPr>
                <p:cNvSpPr>
                  <a:spLocks noChangeShapeType="1"/>
                </p:cNvSpPr>
                <p:nvPr/>
              </p:nvSpPr>
              <p:spPr bwMode="auto">
                <a:xfrm flipV="1">
                  <a:off x="3168" y="1265"/>
                  <a:ext cx="13"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1" name="Line 603">
                  <a:extLst>
                    <a:ext uri="{FF2B5EF4-FFF2-40B4-BE49-F238E27FC236}">
                      <a16:creationId xmlns:a16="http://schemas.microsoft.com/office/drawing/2014/main" id="{D1A39B49-EC14-4712-BEBF-236D4809E2A2}"/>
                    </a:ext>
                  </a:extLst>
                </p:cNvPr>
                <p:cNvSpPr>
                  <a:spLocks noChangeShapeType="1"/>
                </p:cNvSpPr>
                <p:nvPr/>
              </p:nvSpPr>
              <p:spPr bwMode="auto">
                <a:xfrm flipV="1">
                  <a:off x="3181" y="1240"/>
                  <a:ext cx="12"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2" name="Line 604">
                  <a:extLst>
                    <a:ext uri="{FF2B5EF4-FFF2-40B4-BE49-F238E27FC236}">
                      <a16:creationId xmlns:a16="http://schemas.microsoft.com/office/drawing/2014/main" id="{BDF3E764-09CE-445A-9040-D858C2C28A7D}"/>
                    </a:ext>
                  </a:extLst>
                </p:cNvPr>
                <p:cNvSpPr>
                  <a:spLocks noChangeShapeType="1"/>
                </p:cNvSpPr>
                <p:nvPr/>
              </p:nvSpPr>
              <p:spPr bwMode="auto">
                <a:xfrm flipV="1">
                  <a:off x="3193" y="1215"/>
                  <a:ext cx="13"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3" name="Line 605">
                  <a:extLst>
                    <a:ext uri="{FF2B5EF4-FFF2-40B4-BE49-F238E27FC236}">
                      <a16:creationId xmlns:a16="http://schemas.microsoft.com/office/drawing/2014/main" id="{6AA6E282-00C3-43FD-8B85-E1497F95E62E}"/>
                    </a:ext>
                  </a:extLst>
                </p:cNvPr>
                <p:cNvSpPr>
                  <a:spLocks noChangeShapeType="1"/>
                </p:cNvSpPr>
                <p:nvPr/>
              </p:nvSpPr>
              <p:spPr bwMode="auto">
                <a:xfrm flipV="1">
                  <a:off x="3206" y="1194"/>
                  <a:ext cx="12" cy="2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4" name="Line 606">
                  <a:extLst>
                    <a:ext uri="{FF2B5EF4-FFF2-40B4-BE49-F238E27FC236}">
                      <a16:creationId xmlns:a16="http://schemas.microsoft.com/office/drawing/2014/main" id="{E80B1CF4-674B-4055-8754-9BCF4395DDD0}"/>
                    </a:ext>
                  </a:extLst>
                </p:cNvPr>
                <p:cNvSpPr>
                  <a:spLocks noChangeShapeType="1"/>
                </p:cNvSpPr>
                <p:nvPr/>
              </p:nvSpPr>
              <p:spPr bwMode="auto">
                <a:xfrm flipV="1">
                  <a:off x="3218" y="1178"/>
                  <a:ext cx="13" cy="1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5" name="Line 607">
                  <a:extLst>
                    <a:ext uri="{FF2B5EF4-FFF2-40B4-BE49-F238E27FC236}">
                      <a16:creationId xmlns:a16="http://schemas.microsoft.com/office/drawing/2014/main" id="{D4EF6BB4-1654-4B62-8BFA-4B083D7C40A4}"/>
                    </a:ext>
                  </a:extLst>
                </p:cNvPr>
                <p:cNvSpPr>
                  <a:spLocks noChangeShapeType="1"/>
                </p:cNvSpPr>
                <p:nvPr/>
              </p:nvSpPr>
              <p:spPr bwMode="auto">
                <a:xfrm flipV="1">
                  <a:off x="3231" y="1161"/>
                  <a:ext cx="12"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6" name="Line 608">
                  <a:extLst>
                    <a:ext uri="{FF2B5EF4-FFF2-40B4-BE49-F238E27FC236}">
                      <a16:creationId xmlns:a16="http://schemas.microsoft.com/office/drawing/2014/main" id="{F8E8580A-0FCD-4942-96D3-30479494906F}"/>
                    </a:ext>
                  </a:extLst>
                </p:cNvPr>
                <p:cNvSpPr>
                  <a:spLocks noChangeShapeType="1"/>
                </p:cNvSpPr>
                <p:nvPr/>
              </p:nvSpPr>
              <p:spPr bwMode="auto">
                <a:xfrm flipV="1">
                  <a:off x="3243" y="1144"/>
                  <a:ext cx="13"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7" name="Line 609">
                  <a:extLst>
                    <a:ext uri="{FF2B5EF4-FFF2-40B4-BE49-F238E27FC236}">
                      <a16:creationId xmlns:a16="http://schemas.microsoft.com/office/drawing/2014/main" id="{F4D43FE6-B374-4103-BC35-953C2C3B7BF8}"/>
                    </a:ext>
                  </a:extLst>
                </p:cNvPr>
                <p:cNvSpPr>
                  <a:spLocks noChangeShapeType="1"/>
                </p:cNvSpPr>
                <p:nvPr/>
              </p:nvSpPr>
              <p:spPr bwMode="auto">
                <a:xfrm flipV="1">
                  <a:off x="3256" y="1128"/>
                  <a:ext cx="12" cy="1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8" name="Line 610">
                  <a:extLst>
                    <a:ext uri="{FF2B5EF4-FFF2-40B4-BE49-F238E27FC236}">
                      <a16:creationId xmlns:a16="http://schemas.microsoft.com/office/drawing/2014/main" id="{4AFB5B08-FACE-4B5B-8C28-D0FC404F8F1D}"/>
                    </a:ext>
                  </a:extLst>
                </p:cNvPr>
                <p:cNvSpPr>
                  <a:spLocks noChangeShapeType="1"/>
                </p:cNvSpPr>
                <p:nvPr/>
              </p:nvSpPr>
              <p:spPr bwMode="auto">
                <a:xfrm flipV="1">
                  <a:off x="3268" y="1111"/>
                  <a:ext cx="13"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9" name="Line 611">
                  <a:extLst>
                    <a:ext uri="{FF2B5EF4-FFF2-40B4-BE49-F238E27FC236}">
                      <a16:creationId xmlns:a16="http://schemas.microsoft.com/office/drawing/2014/main" id="{2E7E6193-9F05-438F-B732-0236DD6B3028}"/>
                    </a:ext>
                  </a:extLst>
                </p:cNvPr>
                <p:cNvSpPr>
                  <a:spLocks noChangeShapeType="1"/>
                </p:cNvSpPr>
                <p:nvPr/>
              </p:nvSpPr>
              <p:spPr bwMode="auto">
                <a:xfrm flipV="1">
                  <a:off x="3281" y="1098"/>
                  <a:ext cx="12" cy="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0" name="Line 612">
                  <a:extLst>
                    <a:ext uri="{FF2B5EF4-FFF2-40B4-BE49-F238E27FC236}">
                      <a16:creationId xmlns:a16="http://schemas.microsoft.com/office/drawing/2014/main" id="{3D16A242-9B9B-4D02-8D6C-36ED633F966B}"/>
                    </a:ext>
                  </a:extLst>
                </p:cNvPr>
                <p:cNvSpPr>
                  <a:spLocks noChangeShapeType="1"/>
                </p:cNvSpPr>
                <p:nvPr/>
              </p:nvSpPr>
              <p:spPr bwMode="auto">
                <a:xfrm flipV="1">
                  <a:off x="3293" y="1090"/>
                  <a:ext cx="13"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1" name="Line 613">
                  <a:extLst>
                    <a:ext uri="{FF2B5EF4-FFF2-40B4-BE49-F238E27FC236}">
                      <a16:creationId xmlns:a16="http://schemas.microsoft.com/office/drawing/2014/main" id="{DC7DD511-D4CB-478C-99D3-2AC1DC246A47}"/>
                    </a:ext>
                  </a:extLst>
                </p:cNvPr>
                <p:cNvSpPr>
                  <a:spLocks noChangeShapeType="1"/>
                </p:cNvSpPr>
                <p:nvPr/>
              </p:nvSpPr>
              <p:spPr bwMode="auto">
                <a:xfrm flipV="1">
                  <a:off x="3306" y="1082"/>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2" name="Line 614">
                  <a:extLst>
                    <a:ext uri="{FF2B5EF4-FFF2-40B4-BE49-F238E27FC236}">
                      <a16:creationId xmlns:a16="http://schemas.microsoft.com/office/drawing/2014/main" id="{FDDC6302-CF8B-448F-A2BC-3F78AFCA1CE3}"/>
                    </a:ext>
                  </a:extLst>
                </p:cNvPr>
                <p:cNvSpPr>
                  <a:spLocks noChangeShapeType="1"/>
                </p:cNvSpPr>
                <p:nvPr/>
              </p:nvSpPr>
              <p:spPr bwMode="auto">
                <a:xfrm flipV="1">
                  <a:off x="3318" y="1073"/>
                  <a:ext cx="13" cy="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3" name="Line 615">
                  <a:extLst>
                    <a:ext uri="{FF2B5EF4-FFF2-40B4-BE49-F238E27FC236}">
                      <a16:creationId xmlns:a16="http://schemas.microsoft.com/office/drawing/2014/main" id="{8B72B5CE-575E-40B8-9DB6-20DC8659A3E8}"/>
                    </a:ext>
                  </a:extLst>
                </p:cNvPr>
                <p:cNvSpPr>
                  <a:spLocks noChangeShapeType="1"/>
                </p:cNvSpPr>
                <p:nvPr/>
              </p:nvSpPr>
              <p:spPr bwMode="auto">
                <a:xfrm flipV="1">
                  <a:off x="3331" y="1065"/>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4" name="Line 616">
                  <a:extLst>
                    <a:ext uri="{FF2B5EF4-FFF2-40B4-BE49-F238E27FC236}">
                      <a16:creationId xmlns:a16="http://schemas.microsoft.com/office/drawing/2014/main" id="{1C05003D-CF95-41E2-AFAD-C4FE3FEC316C}"/>
                    </a:ext>
                  </a:extLst>
                </p:cNvPr>
                <p:cNvSpPr>
                  <a:spLocks noChangeShapeType="1"/>
                </p:cNvSpPr>
                <p:nvPr/>
              </p:nvSpPr>
              <p:spPr bwMode="auto">
                <a:xfrm flipV="1">
                  <a:off x="3343" y="1057"/>
                  <a:ext cx="13"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5" name="Line 617">
                  <a:extLst>
                    <a:ext uri="{FF2B5EF4-FFF2-40B4-BE49-F238E27FC236}">
                      <a16:creationId xmlns:a16="http://schemas.microsoft.com/office/drawing/2014/main" id="{693363FA-074B-4578-B199-21CF25364901}"/>
                    </a:ext>
                  </a:extLst>
                </p:cNvPr>
                <p:cNvSpPr>
                  <a:spLocks noChangeShapeType="1"/>
                </p:cNvSpPr>
                <p:nvPr/>
              </p:nvSpPr>
              <p:spPr bwMode="auto">
                <a:xfrm flipV="1">
                  <a:off x="3356" y="1048"/>
                  <a:ext cx="12" cy="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6" name="Line 618">
                  <a:extLst>
                    <a:ext uri="{FF2B5EF4-FFF2-40B4-BE49-F238E27FC236}">
                      <a16:creationId xmlns:a16="http://schemas.microsoft.com/office/drawing/2014/main" id="{87A47FB3-5AE1-4580-B823-918F2D1E7460}"/>
                    </a:ext>
                  </a:extLst>
                </p:cNvPr>
                <p:cNvSpPr>
                  <a:spLocks noChangeShapeType="1"/>
                </p:cNvSpPr>
                <p:nvPr/>
              </p:nvSpPr>
              <p:spPr bwMode="auto">
                <a:xfrm flipV="1">
                  <a:off x="3368" y="1044"/>
                  <a:ext cx="8"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7" name="Line 619">
                  <a:extLst>
                    <a:ext uri="{FF2B5EF4-FFF2-40B4-BE49-F238E27FC236}">
                      <a16:creationId xmlns:a16="http://schemas.microsoft.com/office/drawing/2014/main" id="{CC13FC3E-AA21-4993-9DDA-14020EBC2DBF}"/>
                    </a:ext>
                  </a:extLst>
                </p:cNvPr>
                <p:cNvSpPr>
                  <a:spLocks noChangeShapeType="1"/>
                </p:cNvSpPr>
                <p:nvPr/>
              </p:nvSpPr>
              <p:spPr bwMode="auto">
                <a:xfrm flipV="1">
                  <a:off x="3376" y="1036"/>
                  <a:ext cx="13"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8" name="Line 620">
                  <a:extLst>
                    <a:ext uri="{FF2B5EF4-FFF2-40B4-BE49-F238E27FC236}">
                      <a16:creationId xmlns:a16="http://schemas.microsoft.com/office/drawing/2014/main" id="{547B6ABB-75B9-4889-BDFB-C8A8EC696259}"/>
                    </a:ext>
                  </a:extLst>
                </p:cNvPr>
                <p:cNvSpPr>
                  <a:spLocks noChangeShapeType="1"/>
                </p:cNvSpPr>
                <p:nvPr/>
              </p:nvSpPr>
              <p:spPr bwMode="auto">
                <a:xfrm flipV="1">
                  <a:off x="3389" y="1032"/>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9" name="Line 621">
                  <a:extLst>
                    <a:ext uri="{FF2B5EF4-FFF2-40B4-BE49-F238E27FC236}">
                      <a16:creationId xmlns:a16="http://schemas.microsoft.com/office/drawing/2014/main" id="{2358632B-E50F-4DA0-A90F-BAB6AA5CC473}"/>
                    </a:ext>
                  </a:extLst>
                </p:cNvPr>
                <p:cNvSpPr>
                  <a:spLocks noChangeShapeType="1"/>
                </p:cNvSpPr>
                <p:nvPr/>
              </p:nvSpPr>
              <p:spPr bwMode="auto">
                <a:xfrm flipV="1">
                  <a:off x="3401" y="1028"/>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0" name="Line 622">
                  <a:extLst>
                    <a:ext uri="{FF2B5EF4-FFF2-40B4-BE49-F238E27FC236}">
                      <a16:creationId xmlns:a16="http://schemas.microsoft.com/office/drawing/2014/main" id="{D9226724-E47C-482B-87D5-616FD643AFE9}"/>
                    </a:ext>
                  </a:extLst>
                </p:cNvPr>
                <p:cNvSpPr>
                  <a:spLocks noChangeShapeType="1"/>
                </p:cNvSpPr>
                <p:nvPr/>
              </p:nvSpPr>
              <p:spPr bwMode="auto">
                <a:xfrm flipV="1">
                  <a:off x="3414" y="1023"/>
                  <a:ext cx="12" cy="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1" name="Line 623">
                  <a:extLst>
                    <a:ext uri="{FF2B5EF4-FFF2-40B4-BE49-F238E27FC236}">
                      <a16:creationId xmlns:a16="http://schemas.microsoft.com/office/drawing/2014/main" id="{2E748067-181B-4446-AD16-A9F6734F2AEA}"/>
                    </a:ext>
                  </a:extLst>
                </p:cNvPr>
                <p:cNvSpPr>
                  <a:spLocks noChangeShapeType="1"/>
                </p:cNvSpPr>
                <p:nvPr/>
              </p:nvSpPr>
              <p:spPr bwMode="auto">
                <a:xfrm flipV="1">
                  <a:off x="3426" y="1019"/>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2" name="Line 624">
                  <a:extLst>
                    <a:ext uri="{FF2B5EF4-FFF2-40B4-BE49-F238E27FC236}">
                      <a16:creationId xmlns:a16="http://schemas.microsoft.com/office/drawing/2014/main" id="{4A952716-FEC3-4119-8531-4C33259EC81C}"/>
                    </a:ext>
                  </a:extLst>
                </p:cNvPr>
                <p:cNvSpPr>
                  <a:spLocks noChangeShapeType="1"/>
                </p:cNvSpPr>
                <p:nvPr/>
              </p:nvSpPr>
              <p:spPr bwMode="auto">
                <a:xfrm flipV="1">
                  <a:off x="3439" y="1015"/>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3" name="Line 625">
                  <a:extLst>
                    <a:ext uri="{FF2B5EF4-FFF2-40B4-BE49-F238E27FC236}">
                      <a16:creationId xmlns:a16="http://schemas.microsoft.com/office/drawing/2014/main" id="{4C91A2BE-FC0C-44B6-90B7-2C15495C38AA}"/>
                    </a:ext>
                  </a:extLst>
                </p:cNvPr>
                <p:cNvSpPr>
                  <a:spLocks noChangeShapeType="1"/>
                </p:cNvSpPr>
                <p:nvPr/>
              </p:nvSpPr>
              <p:spPr bwMode="auto">
                <a:xfrm flipV="1">
                  <a:off x="3451" y="1011"/>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4" name="Line 626">
                  <a:extLst>
                    <a:ext uri="{FF2B5EF4-FFF2-40B4-BE49-F238E27FC236}">
                      <a16:creationId xmlns:a16="http://schemas.microsoft.com/office/drawing/2014/main" id="{5748E404-4D4E-41C8-A0B2-5FFAD1713833}"/>
                    </a:ext>
                  </a:extLst>
                </p:cNvPr>
                <p:cNvSpPr>
                  <a:spLocks noChangeShapeType="1"/>
                </p:cNvSpPr>
                <p:nvPr/>
              </p:nvSpPr>
              <p:spPr bwMode="auto">
                <a:xfrm flipV="1">
                  <a:off x="3464" y="1007"/>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5" name="Line 627">
                  <a:extLst>
                    <a:ext uri="{FF2B5EF4-FFF2-40B4-BE49-F238E27FC236}">
                      <a16:creationId xmlns:a16="http://schemas.microsoft.com/office/drawing/2014/main" id="{FB8BF232-6165-4128-9026-C1F13B3ECD13}"/>
                    </a:ext>
                  </a:extLst>
                </p:cNvPr>
                <p:cNvSpPr>
                  <a:spLocks noChangeShapeType="1"/>
                </p:cNvSpPr>
                <p:nvPr/>
              </p:nvSpPr>
              <p:spPr bwMode="auto">
                <a:xfrm flipV="1">
                  <a:off x="3476" y="1003"/>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6" name="Line 628">
                  <a:extLst>
                    <a:ext uri="{FF2B5EF4-FFF2-40B4-BE49-F238E27FC236}">
                      <a16:creationId xmlns:a16="http://schemas.microsoft.com/office/drawing/2014/main" id="{E8DC8CC4-00C1-4D86-8234-2A2557BFCF28}"/>
                    </a:ext>
                  </a:extLst>
                </p:cNvPr>
                <p:cNvSpPr>
                  <a:spLocks noChangeShapeType="1"/>
                </p:cNvSpPr>
                <p:nvPr/>
              </p:nvSpPr>
              <p:spPr bwMode="auto">
                <a:xfrm flipV="1">
                  <a:off x="3489" y="999"/>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7" name="Line 629">
                  <a:extLst>
                    <a:ext uri="{FF2B5EF4-FFF2-40B4-BE49-F238E27FC236}">
                      <a16:creationId xmlns:a16="http://schemas.microsoft.com/office/drawing/2014/main" id="{AE2EAB93-C760-4AA7-B4CC-3988D9A1686E}"/>
                    </a:ext>
                  </a:extLst>
                </p:cNvPr>
                <p:cNvSpPr>
                  <a:spLocks noChangeShapeType="1"/>
                </p:cNvSpPr>
                <p:nvPr/>
              </p:nvSpPr>
              <p:spPr bwMode="auto">
                <a:xfrm>
                  <a:off x="3501" y="999"/>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8" name="Line 630">
                  <a:extLst>
                    <a:ext uri="{FF2B5EF4-FFF2-40B4-BE49-F238E27FC236}">
                      <a16:creationId xmlns:a16="http://schemas.microsoft.com/office/drawing/2014/main" id="{48D4BE35-ABFD-4A77-B7D9-ADA2DE568351}"/>
                    </a:ext>
                  </a:extLst>
                </p:cNvPr>
                <p:cNvSpPr>
                  <a:spLocks noChangeShapeType="1"/>
                </p:cNvSpPr>
                <p:nvPr/>
              </p:nvSpPr>
              <p:spPr bwMode="auto">
                <a:xfrm flipV="1">
                  <a:off x="3514" y="994"/>
                  <a:ext cx="12" cy="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9" name="Line 631">
                  <a:extLst>
                    <a:ext uri="{FF2B5EF4-FFF2-40B4-BE49-F238E27FC236}">
                      <a16:creationId xmlns:a16="http://schemas.microsoft.com/office/drawing/2014/main" id="{BE16D7DA-0AB9-4256-A269-59642705D35B}"/>
                    </a:ext>
                  </a:extLst>
                </p:cNvPr>
                <p:cNvSpPr>
                  <a:spLocks noChangeShapeType="1"/>
                </p:cNvSpPr>
                <p:nvPr/>
              </p:nvSpPr>
              <p:spPr bwMode="auto">
                <a:xfrm>
                  <a:off x="3526" y="994"/>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0" name="Line 632">
                  <a:extLst>
                    <a:ext uri="{FF2B5EF4-FFF2-40B4-BE49-F238E27FC236}">
                      <a16:creationId xmlns:a16="http://schemas.microsoft.com/office/drawing/2014/main" id="{BE3D7E85-C5BB-4082-AE59-F44A662AEA16}"/>
                    </a:ext>
                  </a:extLst>
                </p:cNvPr>
                <p:cNvSpPr>
                  <a:spLocks noChangeShapeType="1"/>
                </p:cNvSpPr>
                <p:nvPr/>
              </p:nvSpPr>
              <p:spPr bwMode="auto">
                <a:xfrm flipV="1">
                  <a:off x="3539" y="990"/>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1" name="Line 633">
                  <a:extLst>
                    <a:ext uri="{FF2B5EF4-FFF2-40B4-BE49-F238E27FC236}">
                      <a16:creationId xmlns:a16="http://schemas.microsoft.com/office/drawing/2014/main" id="{F03137FA-9736-4815-B66D-DCED7D062878}"/>
                    </a:ext>
                  </a:extLst>
                </p:cNvPr>
                <p:cNvSpPr>
                  <a:spLocks noChangeShapeType="1"/>
                </p:cNvSpPr>
                <p:nvPr/>
              </p:nvSpPr>
              <p:spPr bwMode="auto">
                <a:xfrm>
                  <a:off x="3551" y="990"/>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2" name="Line 634">
                  <a:extLst>
                    <a:ext uri="{FF2B5EF4-FFF2-40B4-BE49-F238E27FC236}">
                      <a16:creationId xmlns:a16="http://schemas.microsoft.com/office/drawing/2014/main" id="{D75CD743-D7CC-4A42-A1BD-5CEE76B37740}"/>
                    </a:ext>
                  </a:extLst>
                </p:cNvPr>
                <p:cNvSpPr>
                  <a:spLocks noChangeShapeType="1"/>
                </p:cNvSpPr>
                <p:nvPr/>
              </p:nvSpPr>
              <p:spPr bwMode="auto">
                <a:xfrm>
                  <a:off x="3564" y="990"/>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3" name="Line 635">
                  <a:extLst>
                    <a:ext uri="{FF2B5EF4-FFF2-40B4-BE49-F238E27FC236}">
                      <a16:creationId xmlns:a16="http://schemas.microsoft.com/office/drawing/2014/main" id="{F7BDE748-2144-401E-A7A1-EACABBFBEB51}"/>
                    </a:ext>
                  </a:extLst>
                </p:cNvPr>
                <p:cNvSpPr>
                  <a:spLocks noChangeShapeType="1"/>
                </p:cNvSpPr>
                <p:nvPr/>
              </p:nvSpPr>
              <p:spPr bwMode="auto">
                <a:xfrm flipV="1">
                  <a:off x="3576" y="986"/>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4" name="Line 636">
                  <a:extLst>
                    <a:ext uri="{FF2B5EF4-FFF2-40B4-BE49-F238E27FC236}">
                      <a16:creationId xmlns:a16="http://schemas.microsoft.com/office/drawing/2014/main" id="{ED92D5DA-D636-4DCD-9522-40DDECB37794}"/>
                    </a:ext>
                  </a:extLst>
                </p:cNvPr>
                <p:cNvSpPr>
                  <a:spLocks noChangeShapeType="1"/>
                </p:cNvSpPr>
                <p:nvPr/>
              </p:nvSpPr>
              <p:spPr bwMode="auto">
                <a:xfrm>
                  <a:off x="3589" y="986"/>
                  <a:ext cx="8"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5" name="Line 637">
                  <a:extLst>
                    <a:ext uri="{FF2B5EF4-FFF2-40B4-BE49-F238E27FC236}">
                      <a16:creationId xmlns:a16="http://schemas.microsoft.com/office/drawing/2014/main" id="{2D97AE23-4356-4DEE-A4E2-E5CAB47F8193}"/>
                    </a:ext>
                  </a:extLst>
                </p:cNvPr>
                <p:cNvSpPr>
                  <a:spLocks noChangeShapeType="1"/>
                </p:cNvSpPr>
                <p:nvPr/>
              </p:nvSpPr>
              <p:spPr bwMode="auto">
                <a:xfrm>
                  <a:off x="3597" y="986"/>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6" name="Line 638">
                  <a:extLst>
                    <a:ext uri="{FF2B5EF4-FFF2-40B4-BE49-F238E27FC236}">
                      <a16:creationId xmlns:a16="http://schemas.microsoft.com/office/drawing/2014/main" id="{3C4B1C6D-D69B-4EFF-AB6D-BB43B8BFF58D}"/>
                    </a:ext>
                  </a:extLst>
                </p:cNvPr>
                <p:cNvSpPr>
                  <a:spLocks noChangeShapeType="1"/>
                </p:cNvSpPr>
                <p:nvPr/>
              </p:nvSpPr>
              <p:spPr bwMode="auto">
                <a:xfrm>
                  <a:off x="3610" y="986"/>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7" name="Line 639">
                  <a:extLst>
                    <a:ext uri="{FF2B5EF4-FFF2-40B4-BE49-F238E27FC236}">
                      <a16:creationId xmlns:a16="http://schemas.microsoft.com/office/drawing/2014/main" id="{F2A6CEF2-798C-4E1B-B240-9BDC630973FC}"/>
                    </a:ext>
                  </a:extLst>
                </p:cNvPr>
                <p:cNvSpPr>
                  <a:spLocks noChangeShapeType="1"/>
                </p:cNvSpPr>
                <p:nvPr/>
              </p:nvSpPr>
              <p:spPr bwMode="auto">
                <a:xfrm flipV="1">
                  <a:off x="3622" y="982"/>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8" name="Line 640">
                  <a:extLst>
                    <a:ext uri="{FF2B5EF4-FFF2-40B4-BE49-F238E27FC236}">
                      <a16:creationId xmlns:a16="http://schemas.microsoft.com/office/drawing/2014/main" id="{B7ECCA54-6A0A-44A9-8012-F90147BEFED9}"/>
                    </a:ext>
                  </a:extLst>
                </p:cNvPr>
                <p:cNvSpPr>
                  <a:spLocks noChangeShapeType="1"/>
                </p:cNvSpPr>
                <p:nvPr/>
              </p:nvSpPr>
              <p:spPr bwMode="auto">
                <a:xfrm>
                  <a:off x="3635"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9" name="Line 641">
                  <a:extLst>
                    <a:ext uri="{FF2B5EF4-FFF2-40B4-BE49-F238E27FC236}">
                      <a16:creationId xmlns:a16="http://schemas.microsoft.com/office/drawing/2014/main" id="{D773AABC-6C36-4EBF-A800-CFBADFCAB8F7}"/>
                    </a:ext>
                  </a:extLst>
                </p:cNvPr>
                <p:cNvSpPr>
                  <a:spLocks noChangeShapeType="1"/>
                </p:cNvSpPr>
                <p:nvPr/>
              </p:nvSpPr>
              <p:spPr bwMode="auto">
                <a:xfrm>
                  <a:off x="3647"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0" name="Line 642">
                  <a:extLst>
                    <a:ext uri="{FF2B5EF4-FFF2-40B4-BE49-F238E27FC236}">
                      <a16:creationId xmlns:a16="http://schemas.microsoft.com/office/drawing/2014/main" id="{FC349A8C-707A-4412-A684-1246EB849060}"/>
                    </a:ext>
                  </a:extLst>
                </p:cNvPr>
                <p:cNvSpPr>
                  <a:spLocks noChangeShapeType="1"/>
                </p:cNvSpPr>
                <p:nvPr/>
              </p:nvSpPr>
              <p:spPr bwMode="auto">
                <a:xfrm>
                  <a:off x="3659"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1" name="Line 643">
                  <a:extLst>
                    <a:ext uri="{FF2B5EF4-FFF2-40B4-BE49-F238E27FC236}">
                      <a16:creationId xmlns:a16="http://schemas.microsoft.com/office/drawing/2014/main" id="{BF81D260-5C8C-422E-843F-73E55D0E6027}"/>
                    </a:ext>
                  </a:extLst>
                </p:cNvPr>
                <p:cNvSpPr>
                  <a:spLocks noChangeShapeType="1"/>
                </p:cNvSpPr>
                <p:nvPr/>
              </p:nvSpPr>
              <p:spPr bwMode="auto">
                <a:xfrm>
                  <a:off x="3672"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2" name="Line 644">
                  <a:extLst>
                    <a:ext uri="{FF2B5EF4-FFF2-40B4-BE49-F238E27FC236}">
                      <a16:creationId xmlns:a16="http://schemas.microsoft.com/office/drawing/2014/main" id="{F6883BF1-99B1-4D81-B904-655C96753EC2}"/>
                    </a:ext>
                  </a:extLst>
                </p:cNvPr>
                <p:cNvSpPr>
                  <a:spLocks noChangeShapeType="1"/>
                </p:cNvSpPr>
                <p:nvPr/>
              </p:nvSpPr>
              <p:spPr bwMode="auto">
                <a:xfrm>
                  <a:off x="3684"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3" name="Line 645">
                  <a:extLst>
                    <a:ext uri="{FF2B5EF4-FFF2-40B4-BE49-F238E27FC236}">
                      <a16:creationId xmlns:a16="http://schemas.microsoft.com/office/drawing/2014/main" id="{C35B2FFF-E46E-4C63-84BD-9D3F547ED1A5}"/>
                    </a:ext>
                  </a:extLst>
                </p:cNvPr>
                <p:cNvSpPr>
                  <a:spLocks noChangeShapeType="1"/>
                </p:cNvSpPr>
                <p:nvPr/>
              </p:nvSpPr>
              <p:spPr bwMode="auto">
                <a:xfrm>
                  <a:off x="3697"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4" name="Line 646">
                  <a:extLst>
                    <a:ext uri="{FF2B5EF4-FFF2-40B4-BE49-F238E27FC236}">
                      <a16:creationId xmlns:a16="http://schemas.microsoft.com/office/drawing/2014/main" id="{6C65C1AF-4CD7-4CA5-B88F-DFDD070DC731}"/>
                    </a:ext>
                  </a:extLst>
                </p:cNvPr>
                <p:cNvSpPr>
                  <a:spLocks noChangeShapeType="1"/>
                </p:cNvSpPr>
                <p:nvPr/>
              </p:nvSpPr>
              <p:spPr bwMode="auto">
                <a:xfrm>
                  <a:off x="3709"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5" name="Line 647">
                  <a:extLst>
                    <a:ext uri="{FF2B5EF4-FFF2-40B4-BE49-F238E27FC236}">
                      <a16:creationId xmlns:a16="http://schemas.microsoft.com/office/drawing/2014/main" id="{3B1D01B0-EB06-4E0E-9A5E-B4A83A458B28}"/>
                    </a:ext>
                  </a:extLst>
                </p:cNvPr>
                <p:cNvSpPr>
                  <a:spLocks noChangeShapeType="1"/>
                </p:cNvSpPr>
                <p:nvPr/>
              </p:nvSpPr>
              <p:spPr bwMode="auto">
                <a:xfrm>
                  <a:off x="3722"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6" name="Line 648">
                  <a:extLst>
                    <a:ext uri="{FF2B5EF4-FFF2-40B4-BE49-F238E27FC236}">
                      <a16:creationId xmlns:a16="http://schemas.microsoft.com/office/drawing/2014/main" id="{C218B001-22B8-4016-BE43-814B5DDCE343}"/>
                    </a:ext>
                  </a:extLst>
                </p:cNvPr>
                <p:cNvSpPr>
                  <a:spLocks noChangeShapeType="1"/>
                </p:cNvSpPr>
                <p:nvPr/>
              </p:nvSpPr>
              <p:spPr bwMode="auto">
                <a:xfrm>
                  <a:off x="3734"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7" name="Line 649">
                  <a:extLst>
                    <a:ext uri="{FF2B5EF4-FFF2-40B4-BE49-F238E27FC236}">
                      <a16:creationId xmlns:a16="http://schemas.microsoft.com/office/drawing/2014/main" id="{1B1FB162-FEBF-49FD-9440-B3AA134733E1}"/>
                    </a:ext>
                  </a:extLst>
                </p:cNvPr>
                <p:cNvSpPr>
                  <a:spLocks noChangeShapeType="1"/>
                </p:cNvSpPr>
                <p:nvPr/>
              </p:nvSpPr>
              <p:spPr bwMode="auto">
                <a:xfrm>
                  <a:off x="3747"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8" name="Line 650">
                  <a:extLst>
                    <a:ext uri="{FF2B5EF4-FFF2-40B4-BE49-F238E27FC236}">
                      <a16:creationId xmlns:a16="http://schemas.microsoft.com/office/drawing/2014/main" id="{4B592526-5230-4159-87DB-B029FBB197D4}"/>
                    </a:ext>
                  </a:extLst>
                </p:cNvPr>
                <p:cNvSpPr>
                  <a:spLocks noChangeShapeType="1"/>
                </p:cNvSpPr>
                <p:nvPr/>
              </p:nvSpPr>
              <p:spPr bwMode="auto">
                <a:xfrm>
                  <a:off x="3759"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9" name="Line 651">
                  <a:extLst>
                    <a:ext uri="{FF2B5EF4-FFF2-40B4-BE49-F238E27FC236}">
                      <a16:creationId xmlns:a16="http://schemas.microsoft.com/office/drawing/2014/main" id="{4BA5C487-108B-417F-A2AA-8E7E913087C5}"/>
                    </a:ext>
                  </a:extLst>
                </p:cNvPr>
                <p:cNvSpPr>
                  <a:spLocks noChangeShapeType="1"/>
                </p:cNvSpPr>
                <p:nvPr/>
              </p:nvSpPr>
              <p:spPr bwMode="auto">
                <a:xfrm>
                  <a:off x="3772"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0" name="Line 652">
                  <a:extLst>
                    <a:ext uri="{FF2B5EF4-FFF2-40B4-BE49-F238E27FC236}">
                      <a16:creationId xmlns:a16="http://schemas.microsoft.com/office/drawing/2014/main" id="{3A259F4F-3D26-45B7-8C23-3F73EA727EC5}"/>
                    </a:ext>
                  </a:extLst>
                </p:cNvPr>
                <p:cNvSpPr>
                  <a:spLocks noChangeShapeType="1"/>
                </p:cNvSpPr>
                <p:nvPr/>
              </p:nvSpPr>
              <p:spPr bwMode="auto">
                <a:xfrm>
                  <a:off x="3784"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1" name="Line 653">
                  <a:extLst>
                    <a:ext uri="{FF2B5EF4-FFF2-40B4-BE49-F238E27FC236}">
                      <a16:creationId xmlns:a16="http://schemas.microsoft.com/office/drawing/2014/main" id="{D00683A0-1646-41E3-B558-647AE8A05BAB}"/>
                    </a:ext>
                  </a:extLst>
                </p:cNvPr>
                <p:cNvSpPr>
                  <a:spLocks noChangeShapeType="1"/>
                </p:cNvSpPr>
                <p:nvPr/>
              </p:nvSpPr>
              <p:spPr bwMode="auto">
                <a:xfrm>
                  <a:off x="3797" y="982"/>
                  <a:ext cx="8"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2" name="Line 654">
                  <a:extLst>
                    <a:ext uri="{FF2B5EF4-FFF2-40B4-BE49-F238E27FC236}">
                      <a16:creationId xmlns:a16="http://schemas.microsoft.com/office/drawing/2014/main" id="{73E0E469-62EF-4AF8-9186-9DFBAF672D86}"/>
                    </a:ext>
                  </a:extLst>
                </p:cNvPr>
                <p:cNvSpPr>
                  <a:spLocks noChangeShapeType="1"/>
                </p:cNvSpPr>
                <p:nvPr/>
              </p:nvSpPr>
              <p:spPr bwMode="auto">
                <a:xfrm>
                  <a:off x="3805"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3" name="Line 655">
                  <a:extLst>
                    <a:ext uri="{FF2B5EF4-FFF2-40B4-BE49-F238E27FC236}">
                      <a16:creationId xmlns:a16="http://schemas.microsoft.com/office/drawing/2014/main" id="{AEED59D1-0C7F-4D4D-B31B-3F3E80B354E4}"/>
                    </a:ext>
                  </a:extLst>
                </p:cNvPr>
                <p:cNvSpPr>
                  <a:spLocks noChangeShapeType="1"/>
                </p:cNvSpPr>
                <p:nvPr/>
              </p:nvSpPr>
              <p:spPr bwMode="auto">
                <a:xfrm>
                  <a:off x="3818"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4" name="Line 656">
                  <a:extLst>
                    <a:ext uri="{FF2B5EF4-FFF2-40B4-BE49-F238E27FC236}">
                      <a16:creationId xmlns:a16="http://schemas.microsoft.com/office/drawing/2014/main" id="{D62060F2-FF5D-4473-9F9F-33ACD4CAA14A}"/>
                    </a:ext>
                  </a:extLst>
                </p:cNvPr>
                <p:cNvSpPr>
                  <a:spLocks noChangeShapeType="1"/>
                </p:cNvSpPr>
                <p:nvPr/>
              </p:nvSpPr>
              <p:spPr bwMode="auto">
                <a:xfrm>
                  <a:off x="3830"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5" name="Line 657">
                  <a:extLst>
                    <a:ext uri="{FF2B5EF4-FFF2-40B4-BE49-F238E27FC236}">
                      <a16:creationId xmlns:a16="http://schemas.microsoft.com/office/drawing/2014/main" id="{B386D928-8496-4A40-8769-406A237F23C0}"/>
                    </a:ext>
                  </a:extLst>
                </p:cNvPr>
                <p:cNvSpPr>
                  <a:spLocks noChangeShapeType="1"/>
                </p:cNvSpPr>
                <p:nvPr/>
              </p:nvSpPr>
              <p:spPr bwMode="auto">
                <a:xfrm>
                  <a:off x="3843"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6" name="Line 658">
                  <a:extLst>
                    <a:ext uri="{FF2B5EF4-FFF2-40B4-BE49-F238E27FC236}">
                      <a16:creationId xmlns:a16="http://schemas.microsoft.com/office/drawing/2014/main" id="{FCD2015F-3B1A-4C76-AF1B-2A7D29D75AC7}"/>
                    </a:ext>
                  </a:extLst>
                </p:cNvPr>
                <p:cNvSpPr>
                  <a:spLocks noChangeShapeType="1"/>
                </p:cNvSpPr>
                <p:nvPr/>
              </p:nvSpPr>
              <p:spPr bwMode="auto">
                <a:xfrm>
                  <a:off x="3855"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7" name="Line 659">
                  <a:extLst>
                    <a:ext uri="{FF2B5EF4-FFF2-40B4-BE49-F238E27FC236}">
                      <a16:creationId xmlns:a16="http://schemas.microsoft.com/office/drawing/2014/main" id="{1AE52CCE-FD28-4F21-911C-70CF61368073}"/>
                    </a:ext>
                  </a:extLst>
                </p:cNvPr>
                <p:cNvSpPr>
                  <a:spLocks noChangeShapeType="1"/>
                </p:cNvSpPr>
                <p:nvPr/>
              </p:nvSpPr>
              <p:spPr bwMode="auto">
                <a:xfrm>
                  <a:off x="3868"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8" name="Line 660">
                  <a:extLst>
                    <a:ext uri="{FF2B5EF4-FFF2-40B4-BE49-F238E27FC236}">
                      <a16:creationId xmlns:a16="http://schemas.microsoft.com/office/drawing/2014/main" id="{D04CF61D-1D8A-463C-917E-39233F6F330D}"/>
                    </a:ext>
                  </a:extLst>
                </p:cNvPr>
                <p:cNvSpPr>
                  <a:spLocks noChangeShapeType="1"/>
                </p:cNvSpPr>
                <p:nvPr/>
              </p:nvSpPr>
              <p:spPr bwMode="auto">
                <a:xfrm>
                  <a:off x="3880" y="982"/>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9" name="Line 661">
                  <a:extLst>
                    <a:ext uri="{FF2B5EF4-FFF2-40B4-BE49-F238E27FC236}">
                      <a16:creationId xmlns:a16="http://schemas.microsoft.com/office/drawing/2014/main" id="{9C19C485-7996-43DB-9141-D7723305A264}"/>
                    </a:ext>
                  </a:extLst>
                </p:cNvPr>
                <p:cNvSpPr>
                  <a:spLocks noChangeShapeType="1"/>
                </p:cNvSpPr>
                <p:nvPr/>
              </p:nvSpPr>
              <p:spPr bwMode="auto">
                <a:xfrm>
                  <a:off x="3893" y="986"/>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0" name="Line 662">
                  <a:extLst>
                    <a:ext uri="{FF2B5EF4-FFF2-40B4-BE49-F238E27FC236}">
                      <a16:creationId xmlns:a16="http://schemas.microsoft.com/office/drawing/2014/main" id="{D94140CE-CFF2-4A3F-B6C1-F1BF6B6D2334}"/>
                    </a:ext>
                  </a:extLst>
                </p:cNvPr>
                <p:cNvSpPr>
                  <a:spLocks noChangeShapeType="1"/>
                </p:cNvSpPr>
                <p:nvPr/>
              </p:nvSpPr>
              <p:spPr bwMode="auto">
                <a:xfrm>
                  <a:off x="3905" y="986"/>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1" name="Line 663">
                  <a:extLst>
                    <a:ext uri="{FF2B5EF4-FFF2-40B4-BE49-F238E27FC236}">
                      <a16:creationId xmlns:a16="http://schemas.microsoft.com/office/drawing/2014/main" id="{DB60123C-971E-4F11-BA42-42D5E1AC4169}"/>
                    </a:ext>
                  </a:extLst>
                </p:cNvPr>
                <p:cNvSpPr>
                  <a:spLocks noChangeShapeType="1"/>
                </p:cNvSpPr>
                <p:nvPr/>
              </p:nvSpPr>
              <p:spPr bwMode="auto">
                <a:xfrm>
                  <a:off x="3918" y="986"/>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2" name="Line 664">
                  <a:extLst>
                    <a:ext uri="{FF2B5EF4-FFF2-40B4-BE49-F238E27FC236}">
                      <a16:creationId xmlns:a16="http://schemas.microsoft.com/office/drawing/2014/main" id="{B4283CB6-7FD0-47C7-9985-4E77B22A1293}"/>
                    </a:ext>
                  </a:extLst>
                </p:cNvPr>
                <p:cNvSpPr>
                  <a:spLocks noChangeShapeType="1"/>
                </p:cNvSpPr>
                <p:nvPr/>
              </p:nvSpPr>
              <p:spPr bwMode="auto">
                <a:xfrm>
                  <a:off x="3930" y="986"/>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3" name="Line 665">
                  <a:extLst>
                    <a:ext uri="{FF2B5EF4-FFF2-40B4-BE49-F238E27FC236}">
                      <a16:creationId xmlns:a16="http://schemas.microsoft.com/office/drawing/2014/main" id="{C924D7C5-333B-486D-9273-CFF5B4578175}"/>
                    </a:ext>
                  </a:extLst>
                </p:cNvPr>
                <p:cNvSpPr>
                  <a:spLocks noChangeShapeType="1"/>
                </p:cNvSpPr>
                <p:nvPr/>
              </p:nvSpPr>
              <p:spPr bwMode="auto">
                <a:xfrm>
                  <a:off x="3943" y="990"/>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4" name="Line 666">
                  <a:extLst>
                    <a:ext uri="{FF2B5EF4-FFF2-40B4-BE49-F238E27FC236}">
                      <a16:creationId xmlns:a16="http://schemas.microsoft.com/office/drawing/2014/main" id="{D83F2A3D-06FF-4B6E-9B1E-7365A1EFCAC4}"/>
                    </a:ext>
                  </a:extLst>
                </p:cNvPr>
                <p:cNvSpPr>
                  <a:spLocks noChangeShapeType="1"/>
                </p:cNvSpPr>
                <p:nvPr/>
              </p:nvSpPr>
              <p:spPr bwMode="auto">
                <a:xfrm>
                  <a:off x="3955" y="990"/>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5" name="Line 667">
                  <a:extLst>
                    <a:ext uri="{FF2B5EF4-FFF2-40B4-BE49-F238E27FC236}">
                      <a16:creationId xmlns:a16="http://schemas.microsoft.com/office/drawing/2014/main" id="{EC69F186-D50F-4DE4-BE31-0235CC670470}"/>
                    </a:ext>
                  </a:extLst>
                </p:cNvPr>
                <p:cNvSpPr>
                  <a:spLocks noChangeShapeType="1"/>
                </p:cNvSpPr>
                <p:nvPr/>
              </p:nvSpPr>
              <p:spPr bwMode="auto">
                <a:xfrm>
                  <a:off x="3968" y="994"/>
                  <a:ext cx="12" cy="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6" name="Line 668">
                  <a:extLst>
                    <a:ext uri="{FF2B5EF4-FFF2-40B4-BE49-F238E27FC236}">
                      <a16:creationId xmlns:a16="http://schemas.microsoft.com/office/drawing/2014/main" id="{67FF37B1-DBF3-4BF2-BB83-7E0D428B309F}"/>
                    </a:ext>
                  </a:extLst>
                </p:cNvPr>
                <p:cNvSpPr>
                  <a:spLocks noChangeShapeType="1"/>
                </p:cNvSpPr>
                <p:nvPr/>
              </p:nvSpPr>
              <p:spPr bwMode="auto">
                <a:xfrm>
                  <a:off x="3980" y="999"/>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7" name="Line 669">
                  <a:extLst>
                    <a:ext uri="{FF2B5EF4-FFF2-40B4-BE49-F238E27FC236}">
                      <a16:creationId xmlns:a16="http://schemas.microsoft.com/office/drawing/2014/main" id="{BF457592-3172-4D42-86E7-350A6626D768}"/>
                    </a:ext>
                  </a:extLst>
                </p:cNvPr>
                <p:cNvSpPr>
                  <a:spLocks noChangeShapeType="1"/>
                </p:cNvSpPr>
                <p:nvPr/>
              </p:nvSpPr>
              <p:spPr bwMode="auto">
                <a:xfrm>
                  <a:off x="3993" y="999"/>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8" name="Line 670">
                  <a:extLst>
                    <a:ext uri="{FF2B5EF4-FFF2-40B4-BE49-F238E27FC236}">
                      <a16:creationId xmlns:a16="http://schemas.microsoft.com/office/drawing/2014/main" id="{060377C7-4CF7-4F57-B69F-7571B2E8207D}"/>
                    </a:ext>
                  </a:extLst>
                </p:cNvPr>
                <p:cNvSpPr>
                  <a:spLocks noChangeShapeType="1"/>
                </p:cNvSpPr>
                <p:nvPr/>
              </p:nvSpPr>
              <p:spPr bwMode="auto">
                <a:xfrm>
                  <a:off x="4005" y="1003"/>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9" name="Line 671">
                  <a:extLst>
                    <a:ext uri="{FF2B5EF4-FFF2-40B4-BE49-F238E27FC236}">
                      <a16:creationId xmlns:a16="http://schemas.microsoft.com/office/drawing/2014/main" id="{CE5DA72F-19E9-4745-9292-A25590723314}"/>
                    </a:ext>
                  </a:extLst>
                </p:cNvPr>
                <p:cNvSpPr>
                  <a:spLocks noChangeShapeType="1"/>
                </p:cNvSpPr>
                <p:nvPr/>
              </p:nvSpPr>
              <p:spPr bwMode="auto">
                <a:xfrm>
                  <a:off x="4018" y="1007"/>
                  <a:ext cx="8"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0" name="Line 672">
                  <a:extLst>
                    <a:ext uri="{FF2B5EF4-FFF2-40B4-BE49-F238E27FC236}">
                      <a16:creationId xmlns:a16="http://schemas.microsoft.com/office/drawing/2014/main" id="{75E029B2-22F3-4AD8-956B-83B93E21C6A1}"/>
                    </a:ext>
                  </a:extLst>
                </p:cNvPr>
                <p:cNvSpPr>
                  <a:spLocks noChangeShapeType="1"/>
                </p:cNvSpPr>
                <p:nvPr/>
              </p:nvSpPr>
              <p:spPr bwMode="auto">
                <a:xfrm>
                  <a:off x="4026" y="1011"/>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1" name="Line 673">
                  <a:extLst>
                    <a:ext uri="{FF2B5EF4-FFF2-40B4-BE49-F238E27FC236}">
                      <a16:creationId xmlns:a16="http://schemas.microsoft.com/office/drawing/2014/main" id="{5F2A979D-73D7-4288-A9B6-5868636836A2}"/>
                    </a:ext>
                  </a:extLst>
                </p:cNvPr>
                <p:cNvSpPr>
                  <a:spLocks noChangeShapeType="1"/>
                </p:cNvSpPr>
                <p:nvPr/>
              </p:nvSpPr>
              <p:spPr bwMode="auto">
                <a:xfrm>
                  <a:off x="4038" y="1019"/>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2" name="Line 674">
                  <a:extLst>
                    <a:ext uri="{FF2B5EF4-FFF2-40B4-BE49-F238E27FC236}">
                      <a16:creationId xmlns:a16="http://schemas.microsoft.com/office/drawing/2014/main" id="{2DF4096E-BA46-48C1-BDD7-6EADF6C6FC87}"/>
                    </a:ext>
                  </a:extLst>
                </p:cNvPr>
                <p:cNvSpPr>
                  <a:spLocks noChangeShapeType="1"/>
                </p:cNvSpPr>
                <p:nvPr/>
              </p:nvSpPr>
              <p:spPr bwMode="auto">
                <a:xfrm>
                  <a:off x="4051" y="1023"/>
                  <a:ext cx="12" cy="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3" name="Line 675">
                  <a:extLst>
                    <a:ext uri="{FF2B5EF4-FFF2-40B4-BE49-F238E27FC236}">
                      <a16:creationId xmlns:a16="http://schemas.microsoft.com/office/drawing/2014/main" id="{1387C0CB-759A-4980-8D42-7E8F053D6DB9}"/>
                    </a:ext>
                  </a:extLst>
                </p:cNvPr>
                <p:cNvSpPr>
                  <a:spLocks noChangeShapeType="1"/>
                </p:cNvSpPr>
                <p:nvPr/>
              </p:nvSpPr>
              <p:spPr bwMode="auto">
                <a:xfrm>
                  <a:off x="4063" y="1028"/>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4" name="Line 676">
                  <a:extLst>
                    <a:ext uri="{FF2B5EF4-FFF2-40B4-BE49-F238E27FC236}">
                      <a16:creationId xmlns:a16="http://schemas.microsoft.com/office/drawing/2014/main" id="{21FF153A-15A1-4097-83B3-FC8AFC54FDD6}"/>
                    </a:ext>
                  </a:extLst>
                </p:cNvPr>
                <p:cNvSpPr>
                  <a:spLocks noChangeShapeType="1"/>
                </p:cNvSpPr>
                <p:nvPr/>
              </p:nvSpPr>
              <p:spPr bwMode="auto">
                <a:xfrm>
                  <a:off x="4076" y="1032"/>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5" name="Line 677">
                  <a:extLst>
                    <a:ext uri="{FF2B5EF4-FFF2-40B4-BE49-F238E27FC236}">
                      <a16:creationId xmlns:a16="http://schemas.microsoft.com/office/drawing/2014/main" id="{39B8F8DA-2838-4ABF-9213-5BA0DCE76230}"/>
                    </a:ext>
                  </a:extLst>
                </p:cNvPr>
                <p:cNvSpPr>
                  <a:spLocks noChangeShapeType="1"/>
                </p:cNvSpPr>
                <p:nvPr/>
              </p:nvSpPr>
              <p:spPr bwMode="auto">
                <a:xfrm>
                  <a:off x="4088" y="1040"/>
                  <a:ext cx="13"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6" name="Line 678">
                  <a:extLst>
                    <a:ext uri="{FF2B5EF4-FFF2-40B4-BE49-F238E27FC236}">
                      <a16:creationId xmlns:a16="http://schemas.microsoft.com/office/drawing/2014/main" id="{5CC526C3-8C71-4D17-AF24-600583608062}"/>
                    </a:ext>
                  </a:extLst>
                </p:cNvPr>
                <p:cNvSpPr>
                  <a:spLocks noChangeShapeType="1"/>
                </p:cNvSpPr>
                <p:nvPr/>
              </p:nvSpPr>
              <p:spPr bwMode="auto">
                <a:xfrm>
                  <a:off x="4101" y="1048"/>
                  <a:ext cx="12" cy="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7" name="Line 679">
                  <a:extLst>
                    <a:ext uri="{FF2B5EF4-FFF2-40B4-BE49-F238E27FC236}">
                      <a16:creationId xmlns:a16="http://schemas.microsoft.com/office/drawing/2014/main" id="{F29B8E4C-3B3F-48B5-981D-D55794FF8112}"/>
                    </a:ext>
                  </a:extLst>
                </p:cNvPr>
                <p:cNvSpPr>
                  <a:spLocks noChangeShapeType="1"/>
                </p:cNvSpPr>
                <p:nvPr/>
              </p:nvSpPr>
              <p:spPr bwMode="auto">
                <a:xfrm>
                  <a:off x="4113" y="1053"/>
                  <a:ext cx="13"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8" name="Line 680">
                  <a:extLst>
                    <a:ext uri="{FF2B5EF4-FFF2-40B4-BE49-F238E27FC236}">
                      <a16:creationId xmlns:a16="http://schemas.microsoft.com/office/drawing/2014/main" id="{A0E93C5F-A94B-4959-8874-075DBB32D079}"/>
                    </a:ext>
                  </a:extLst>
                </p:cNvPr>
                <p:cNvSpPr>
                  <a:spLocks noChangeShapeType="1"/>
                </p:cNvSpPr>
                <p:nvPr/>
              </p:nvSpPr>
              <p:spPr bwMode="auto">
                <a:xfrm>
                  <a:off x="4126" y="1061"/>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9" name="Line 681">
                  <a:extLst>
                    <a:ext uri="{FF2B5EF4-FFF2-40B4-BE49-F238E27FC236}">
                      <a16:creationId xmlns:a16="http://schemas.microsoft.com/office/drawing/2014/main" id="{B0DC7106-B120-411C-8675-6F6C1727D262}"/>
                    </a:ext>
                  </a:extLst>
                </p:cNvPr>
                <p:cNvSpPr>
                  <a:spLocks noChangeShapeType="1"/>
                </p:cNvSpPr>
                <p:nvPr/>
              </p:nvSpPr>
              <p:spPr bwMode="auto">
                <a:xfrm>
                  <a:off x="4138" y="1069"/>
                  <a:ext cx="13" cy="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0" name="Line 682">
                  <a:extLst>
                    <a:ext uri="{FF2B5EF4-FFF2-40B4-BE49-F238E27FC236}">
                      <a16:creationId xmlns:a16="http://schemas.microsoft.com/office/drawing/2014/main" id="{E91FBCE2-FA6A-4245-97FE-2EB499F13083}"/>
                    </a:ext>
                  </a:extLst>
                </p:cNvPr>
                <p:cNvSpPr>
                  <a:spLocks noChangeShapeType="1"/>
                </p:cNvSpPr>
                <p:nvPr/>
              </p:nvSpPr>
              <p:spPr bwMode="auto">
                <a:xfrm>
                  <a:off x="4151" y="1082"/>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1" name="Line 683">
                  <a:extLst>
                    <a:ext uri="{FF2B5EF4-FFF2-40B4-BE49-F238E27FC236}">
                      <a16:creationId xmlns:a16="http://schemas.microsoft.com/office/drawing/2014/main" id="{0A018CA2-2A69-47ED-B65F-A29925B471EA}"/>
                    </a:ext>
                  </a:extLst>
                </p:cNvPr>
                <p:cNvSpPr>
                  <a:spLocks noChangeShapeType="1"/>
                </p:cNvSpPr>
                <p:nvPr/>
              </p:nvSpPr>
              <p:spPr bwMode="auto">
                <a:xfrm>
                  <a:off x="4163" y="1090"/>
                  <a:ext cx="13" cy="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2" name="Line 684">
                  <a:extLst>
                    <a:ext uri="{FF2B5EF4-FFF2-40B4-BE49-F238E27FC236}">
                      <a16:creationId xmlns:a16="http://schemas.microsoft.com/office/drawing/2014/main" id="{DE56ADF2-260E-4503-8CB8-FB97476C978C}"/>
                    </a:ext>
                  </a:extLst>
                </p:cNvPr>
                <p:cNvSpPr>
                  <a:spLocks noChangeShapeType="1"/>
                </p:cNvSpPr>
                <p:nvPr/>
              </p:nvSpPr>
              <p:spPr bwMode="auto">
                <a:xfrm>
                  <a:off x="4176" y="1103"/>
                  <a:ext cx="12" cy="1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3" name="Line 685">
                  <a:extLst>
                    <a:ext uri="{FF2B5EF4-FFF2-40B4-BE49-F238E27FC236}">
                      <a16:creationId xmlns:a16="http://schemas.microsoft.com/office/drawing/2014/main" id="{F946F230-4E6C-4B44-B413-0C0A464827F9}"/>
                    </a:ext>
                  </a:extLst>
                </p:cNvPr>
                <p:cNvSpPr>
                  <a:spLocks noChangeShapeType="1"/>
                </p:cNvSpPr>
                <p:nvPr/>
              </p:nvSpPr>
              <p:spPr bwMode="auto">
                <a:xfrm>
                  <a:off x="4188" y="1115"/>
                  <a:ext cx="13" cy="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4" name="Line 686">
                  <a:extLst>
                    <a:ext uri="{FF2B5EF4-FFF2-40B4-BE49-F238E27FC236}">
                      <a16:creationId xmlns:a16="http://schemas.microsoft.com/office/drawing/2014/main" id="{B38301BA-6CC5-47FC-8AE1-CBABFCBCC037}"/>
                    </a:ext>
                  </a:extLst>
                </p:cNvPr>
                <p:cNvSpPr>
                  <a:spLocks noChangeShapeType="1"/>
                </p:cNvSpPr>
                <p:nvPr/>
              </p:nvSpPr>
              <p:spPr bwMode="auto">
                <a:xfrm>
                  <a:off x="4201" y="1128"/>
                  <a:ext cx="12" cy="1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5" name="Line 687">
                  <a:extLst>
                    <a:ext uri="{FF2B5EF4-FFF2-40B4-BE49-F238E27FC236}">
                      <a16:creationId xmlns:a16="http://schemas.microsoft.com/office/drawing/2014/main" id="{06DCE483-5BE9-4EB9-A3B7-34DC214150D8}"/>
                    </a:ext>
                  </a:extLst>
                </p:cNvPr>
                <p:cNvSpPr>
                  <a:spLocks noChangeShapeType="1"/>
                </p:cNvSpPr>
                <p:nvPr/>
              </p:nvSpPr>
              <p:spPr bwMode="auto">
                <a:xfrm>
                  <a:off x="4213" y="1144"/>
                  <a:ext cx="13"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6" name="Line 688">
                  <a:extLst>
                    <a:ext uri="{FF2B5EF4-FFF2-40B4-BE49-F238E27FC236}">
                      <a16:creationId xmlns:a16="http://schemas.microsoft.com/office/drawing/2014/main" id="{7C0A9481-B1B2-4724-9F5D-853F7623100A}"/>
                    </a:ext>
                  </a:extLst>
                </p:cNvPr>
                <p:cNvSpPr>
                  <a:spLocks noChangeShapeType="1"/>
                </p:cNvSpPr>
                <p:nvPr/>
              </p:nvSpPr>
              <p:spPr bwMode="auto">
                <a:xfrm>
                  <a:off x="4226" y="1161"/>
                  <a:ext cx="8"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7" name="Line 689">
                  <a:extLst>
                    <a:ext uri="{FF2B5EF4-FFF2-40B4-BE49-F238E27FC236}">
                      <a16:creationId xmlns:a16="http://schemas.microsoft.com/office/drawing/2014/main" id="{F2B91AD1-AFB9-4062-925B-8F419970E211}"/>
                    </a:ext>
                  </a:extLst>
                </p:cNvPr>
                <p:cNvSpPr>
                  <a:spLocks noChangeShapeType="1"/>
                </p:cNvSpPr>
                <p:nvPr/>
              </p:nvSpPr>
              <p:spPr bwMode="auto">
                <a:xfrm>
                  <a:off x="4234" y="1178"/>
                  <a:ext cx="13" cy="1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8" name="Line 690">
                  <a:extLst>
                    <a:ext uri="{FF2B5EF4-FFF2-40B4-BE49-F238E27FC236}">
                      <a16:creationId xmlns:a16="http://schemas.microsoft.com/office/drawing/2014/main" id="{9706453C-B6D2-420D-B8F9-7745AB894A3C}"/>
                    </a:ext>
                  </a:extLst>
                </p:cNvPr>
                <p:cNvSpPr>
                  <a:spLocks noChangeShapeType="1"/>
                </p:cNvSpPr>
                <p:nvPr/>
              </p:nvSpPr>
              <p:spPr bwMode="auto">
                <a:xfrm>
                  <a:off x="4247" y="1194"/>
                  <a:ext cx="12"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9" name="Line 691">
                  <a:extLst>
                    <a:ext uri="{FF2B5EF4-FFF2-40B4-BE49-F238E27FC236}">
                      <a16:creationId xmlns:a16="http://schemas.microsoft.com/office/drawing/2014/main" id="{4A573EB9-0EF3-4EC2-8531-E482ABB19A4F}"/>
                    </a:ext>
                  </a:extLst>
                </p:cNvPr>
                <p:cNvSpPr>
                  <a:spLocks noChangeShapeType="1"/>
                </p:cNvSpPr>
                <p:nvPr/>
              </p:nvSpPr>
              <p:spPr bwMode="auto">
                <a:xfrm>
                  <a:off x="4259" y="1211"/>
                  <a:ext cx="13" cy="2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0" name="Line 692">
                  <a:extLst>
                    <a:ext uri="{FF2B5EF4-FFF2-40B4-BE49-F238E27FC236}">
                      <a16:creationId xmlns:a16="http://schemas.microsoft.com/office/drawing/2014/main" id="{CA046C93-66EB-4C28-9062-116879578F80}"/>
                    </a:ext>
                  </a:extLst>
                </p:cNvPr>
                <p:cNvSpPr>
                  <a:spLocks noChangeShapeType="1"/>
                </p:cNvSpPr>
                <p:nvPr/>
              </p:nvSpPr>
              <p:spPr bwMode="auto">
                <a:xfrm>
                  <a:off x="4272" y="1232"/>
                  <a:ext cx="12" cy="2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1" name="Line 693">
                  <a:extLst>
                    <a:ext uri="{FF2B5EF4-FFF2-40B4-BE49-F238E27FC236}">
                      <a16:creationId xmlns:a16="http://schemas.microsoft.com/office/drawing/2014/main" id="{49486EFF-7404-4562-AE75-84F95DA01B99}"/>
                    </a:ext>
                  </a:extLst>
                </p:cNvPr>
                <p:cNvSpPr>
                  <a:spLocks noChangeShapeType="1"/>
                </p:cNvSpPr>
                <p:nvPr/>
              </p:nvSpPr>
              <p:spPr bwMode="auto">
                <a:xfrm>
                  <a:off x="4284" y="1252"/>
                  <a:ext cx="12" cy="2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2" name="Line 694">
                  <a:extLst>
                    <a:ext uri="{FF2B5EF4-FFF2-40B4-BE49-F238E27FC236}">
                      <a16:creationId xmlns:a16="http://schemas.microsoft.com/office/drawing/2014/main" id="{7873A2B4-8E8E-4246-A05C-69DC43771804}"/>
                    </a:ext>
                  </a:extLst>
                </p:cNvPr>
                <p:cNvSpPr>
                  <a:spLocks noChangeShapeType="1"/>
                </p:cNvSpPr>
                <p:nvPr/>
              </p:nvSpPr>
              <p:spPr bwMode="auto">
                <a:xfrm>
                  <a:off x="4296" y="1273"/>
                  <a:ext cx="13"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3" name="Line 695">
                  <a:extLst>
                    <a:ext uri="{FF2B5EF4-FFF2-40B4-BE49-F238E27FC236}">
                      <a16:creationId xmlns:a16="http://schemas.microsoft.com/office/drawing/2014/main" id="{429C86D3-5CC0-4697-94F4-F00FE977F286}"/>
                    </a:ext>
                  </a:extLst>
                </p:cNvPr>
                <p:cNvSpPr>
                  <a:spLocks noChangeShapeType="1"/>
                </p:cNvSpPr>
                <p:nvPr/>
              </p:nvSpPr>
              <p:spPr bwMode="auto">
                <a:xfrm>
                  <a:off x="4309" y="1298"/>
                  <a:ext cx="12" cy="2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4" name="Line 696">
                  <a:extLst>
                    <a:ext uri="{FF2B5EF4-FFF2-40B4-BE49-F238E27FC236}">
                      <a16:creationId xmlns:a16="http://schemas.microsoft.com/office/drawing/2014/main" id="{B9608320-8AE3-45D9-9313-8A9CD3905A49}"/>
                    </a:ext>
                  </a:extLst>
                </p:cNvPr>
                <p:cNvSpPr>
                  <a:spLocks noChangeShapeType="1"/>
                </p:cNvSpPr>
                <p:nvPr/>
              </p:nvSpPr>
              <p:spPr bwMode="auto">
                <a:xfrm>
                  <a:off x="4321" y="1327"/>
                  <a:ext cx="13" cy="3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5" name="Line 697">
                  <a:extLst>
                    <a:ext uri="{FF2B5EF4-FFF2-40B4-BE49-F238E27FC236}">
                      <a16:creationId xmlns:a16="http://schemas.microsoft.com/office/drawing/2014/main" id="{5D1CE11A-0C24-4505-8084-8AB175C94C62}"/>
                    </a:ext>
                  </a:extLst>
                </p:cNvPr>
                <p:cNvSpPr>
                  <a:spLocks noChangeShapeType="1"/>
                </p:cNvSpPr>
                <p:nvPr/>
              </p:nvSpPr>
              <p:spPr bwMode="auto">
                <a:xfrm>
                  <a:off x="4334" y="1361"/>
                  <a:ext cx="12" cy="4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6" name="Line 698">
                  <a:extLst>
                    <a:ext uri="{FF2B5EF4-FFF2-40B4-BE49-F238E27FC236}">
                      <a16:creationId xmlns:a16="http://schemas.microsoft.com/office/drawing/2014/main" id="{C999A510-6265-4E72-B410-162F72E7AF3B}"/>
                    </a:ext>
                  </a:extLst>
                </p:cNvPr>
                <p:cNvSpPr>
                  <a:spLocks noChangeShapeType="1"/>
                </p:cNvSpPr>
                <p:nvPr/>
              </p:nvSpPr>
              <p:spPr bwMode="auto">
                <a:xfrm>
                  <a:off x="4346" y="1402"/>
                  <a:ext cx="13" cy="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7" name="Line 699">
                  <a:extLst>
                    <a:ext uri="{FF2B5EF4-FFF2-40B4-BE49-F238E27FC236}">
                      <a16:creationId xmlns:a16="http://schemas.microsoft.com/office/drawing/2014/main" id="{71FB1946-2A10-4662-9D2F-7A12C9241D44}"/>
                    </a:ext>
                  </a:extLst>
                </p:cNvPr>
                <p:cNvSpPr>
                  <a:spLocks noChangeShapeType="1"/>
                </p:cNvSpPr>
                <p:nvPr/>
              </p:nvSpPr>
              <p:spPr bwMode="auto">
                <a:xfrm>
                  <a:off x="4359" y="1444"/>
                  <a:ext cx="12" cy="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8" name="Line 700">
                  <a:extLst>
                    <a:ext uri="{FF2B5EF4-FFF2-40B4-BE49-F238E27FC236}">
                      <a16:creationId xmlns:a16="http://schemas.microsoft.com/office/drawing/2014/main" id="{0FC000AE-4345-469E-9475-FB840E5194EA}"/>
                    </a:ext>
                  </a:extLst>
                </p:cNvPr>
                <p:cNvSpPr>
                  <a:spLocks noChangeShapeType="1"/>
                </p:cNvSpPr>
                <p:nvPr/>
              </p:nvSpPr>
              <p:spPr bwMode="auto">
                <a:xfrm>
                  <a:off x="4371" y="1494"/>
                  <a:ext cx="13" cy="6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9" name="Line 701">
                  <a:extLst>
                    <a:ext uri="{FF2B5EF4-FFF2-40B4-BE49-F238E27FC236}">
                      <a16:creationId xmlns:a16="http://schemas.microsoft.com/office/drawing/2014/main" id="{9E4E9536-6BF2-45C0-93B4-705D3991FEC5}"/>
                    </a:ext>
                  </a:extLst>
                </p:cNvPr>
                <p:cNvSpPr>
                  <a:spLocks noChangeShapeType="1"/>
                </p:cNvSpPr>
                <p:nvPr/>
              </p:nvSpPr>
              <p:spPr bwMode="auto">
                <a:xfrm>
                  <a:off x="4384" y="1561"/>
                  <a:ext cx="12" cy="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30" name="Line 702">
                  <a:extLst>
                    <a:ext uri="{FF2B5EF4-FFF2-40B4-BE49-F238E27FC236}">
                      <a16:creationId xmlns:a16="http://schemas.microsoft.com/office/drawing/2014/main" id="{84FEFED7-176E-4CF8-8B68-D92CD1CA96C4}"/>
                    </a:ext>
                  </a:extLst>
                </p:cNvPr>
                <p:cNvSpPr>
                  <a:spLocks noChangeShapeType="1"/>
                </p:cNvSpPr>
                <p:nvPr/>
              </p:nvSpPr>
              <p:spPr bwMode="auto">
                <a:xfrm>
                  <a:off x="4396" y="1636"/>
                  <a:ext cx="13" cy="10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31" name="Line 703">
                  <a:extLst>
                    <a:ext uri="{FF2B5EF4-FFF2-40B4-BE49-F238E27FC236}">
                      <a16:creationId xmlns:a16="http://schemas.microsoft.com/office/drawing/2014/main" id="{3F429247-6346-46CB-A44F-26A28FDD72DF}"/>
                    </a:ext>
                  </a:extLst>
                </p:cNvPr>
                <p:cNvSpPr>
                  <a:spLocks noChangeShapeType="1"/>
                </p:cNvSpPr>
                <p:nvPr/>
              </p:nvSpPr>
              <p:spPr bwMode="auto">
                <a:xfrm>
                  <a:off x="4409" y="1744"/>
                  <a:ext cx="12" cy="1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32" name="Line 704">
                  <a:extLst>
                    <a:ext uri="{FF2B5EF4-FFF2-40B4-BE49-F238E27FC236}">
                      <a16:creationId xmlns:a16="http://schemas.microsoft.com/office/drawing/2014/main" id="{72CFBBDC-BD5F-47FA-A2CE-B20E069A41ED}"/>
                    </a:ext>
                  </a:extLst>
                </p:cNvPr>
                <p:cNvSpPr>
                  <a:spLocks noChangeShapeType="1"/>
                </p:cNvSpPr>
                <p:nvPr/>
              </p:nvSpPr>
              <p:spPr bwMode="auto">
                <a:xfrm>
                  <a:off x="4421" y="1869"/>
                  <a:ext cx="13" cy="58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grpSp>
          <p:sp>
            <p:nvSpPr>
              <p:cNvPr id="69" name="Freeform 716">
                <a:extLst>
                  <a:ext uri="{FF2B5EF4-FFF2-40B4-BE49-F238E27FC236}">
                    <a16:creationId xmlns:a16="http://schemas.microsoft.com/office/drawing/2014/main" id="{7DA64E91-D9DA-406C-B7AE-03C3DB82EF48}"/>
                  </a:ext>
                </a:extLst>
              </p:cNvPr>
              <p:cNvSpPr>
                <a:spLocks/>
              </p:cNvSpPr>
              <p:nvPr/>
            </p:nvSpPr>
            <p:spPr bwMode="auto">
              <a:xfrm>
                <a:off x="1641" y="3204"/>
                <a:ext cx="129" cy="377"/>
              </a:xfrm>
              <a:custGeom>
                <a:avLst/>
                <a:gdLst>
                  <a:gd name="T0" fmla="*/ 2147483647 w 578"/>
                  <a:gd name="T1" fmla="*/ 2147483647 h 2995"/>
                  <a:gd name="T2" fmla="*/ 2147483647 w 578"/>
                  <a:gd name="T3" fmla="*/ 2147483647 h 2995"/>
                  <a:gd name="T4" fmla="*/ 2147483647 w 578"/>
                  <a:gd name="T5" fmla="*/ 2147483647 h 2995"/>
                  <a:gd name="T6" fmla="*/ 2147483647 w 578"/>
                  <a:gd name="T7" fmla="*/ 2147483647 h 2995"/>
                  <a:gd name="T8" fmla="*/ 2147483647 w 578"/>
                  <a:gd name="T9" fmla="*/ 2147483647 h 2995"/>
                  <a:gd name="T10" fmla="*/ 2147483647 w 578"/>
                  <a:gd name="T11" fmla="*/ 2147483647 h 2995"/>
                  <a:gd name="T12" fmla="*/ 2147483647 w 578"/>
                  <a:gd name="T13" fmla="*/ 2147483647 h 2995"/>
                  <a:gd name="T14" fmla="*/ 2147483647 w 578"/>
                  <a:gd name="T15" fmla="*/ 2147483647 h 2995"/>
                  <a:gd name="T16" fmla="*/ 2147483647 w 578"/>
                  <a:gd name="T17" fmla="*/ 2147483647 h 2995"/>
                  <a:gd name="T18" fmla="*/ 2147483647 w 578"/>
                  <a:gd name="T19" fmla="*/ 2147483647 h 2995"/>
                  <a:gd name="T20" fmla="*/ 2147483647 w 578"/>
                  <a:gd name="T21" fmla="*/ 2147483647 h 2995"/>
                  <a:gd name="T22" fmla="*/ 2147483647 w 578"/>
                  <a:gd name="T23" fmla="*/ 2147483647 h 2995"/>
                  <a:gd name="T24" fmla="*/ 2147483647 w 578"/>
                  <a:gd name="T25" fmla="*/ 2147483647 h 2995"/>
                  <a:gd name="T26" fmla="*/ 2147483647 w 578"/>
                  <a:gd name="T27" fmla="*/ 2147483647 h 2995"/>
                  <a:gd name="T28" fmla="*/ 2147483647 w 578"/>
                  <a:gd name="T29" fmla="*/ 2147483647 h 2995"/>
                  <a:gd name="T30" fmla="*/ 2147483647 w 578"/>
                  <a:gd name="T31" fmla="*/ 2147483647 h 2995"/>
                  <a:gd name="T32" fmla="*/ 2147483647 w 578"/>
                  <a:gd name="T33" fmla="*/ 2147483647 h 2995"/>
                  <a:gd name="T34" fmla="*/ 2147483647 w 578"/>
                  <a:gd name="T35" fmla="*/ 2147483647 h 2995"/>
                  <a:gd name="T36" fmla="*/ 2147483647 w 578"/>
                  <a:gd name="T37" fmla="*/ 2147483647 h 2995"/>
                  <a:gd name="T38" fmla="*/ 2147483647 w 578"/>
                  <a:gd name="T39" fmla="*/ 2147483647 h 2995"/>
                  <a:gd name="T40" fmla="*/ 2147483647 w 578"/>
                  <a:gd name="T41" fmla="*/ 2147483647 h 2995"/>
                  <a:gd name="T42" fmla="*/ 2147483647 w 578"/>
                  <a:gd name="T43" fmla="*/ 2147483647 h 2995"/>
                  <a:gd name="T44" fmla="*/ 2147483647 w 578"/>
                  <a:gd name="T45" fmla="*/ 2147483647 h 2995"/>
                  <a:gd name="T46" fmla="*/ 2147483647 w 578"/>
                  <a:gd name="T47" fmla="*/ 2147483647 h 2995"/>
                  <a:gd name="T48" fmla="*/ 2147483647 w 578"/>
                  <a:gd name="T49" fmla="*/ 2147483647 h 2995"/>
                  <a:gd name="T50" fmla="*/ 2147483647 w 578"/>
                  <a:gd name="T51" fmla="*/ 2147483647 h 2995"/>
                  <a:gd name="T52" fmla="*/ 2147483647 w 578"/>
                  <a:gd name="T53" fmla="*/ 2147483647 h 2995"/>
                  <a:gd name="T54" fmla="*/ 2147483647 w 578"/>
                  <a:gd name="T55" fmla="*/ 2147483647 h 2995"/>
                  <a:gd name="T56" fmla="*/ 2147483647 w 578"/>
                  <a:gd name="T57" fmla="*/ 2147483647 h 2995"/>
                  <a:gd name="T58" fmla="*/ 2147483647 w 578"/>
                  <a:gd name="T59" fmla="*/ 2147483647 h 2995"/>
                  <a:gd name="T60" fmla="*/ 2147483647 w 578"/>
                  <a:gd name="T61" fmla="*/ 2147483647 h 2995"/>
                  <a:gd name="T62" fmla="*/ 2147483647 w 578"/>
                  <a:gd name="T63" fmla="*/ 2147483647 h 2995"/>
                  <a:gd name="T64" fmla="*/ 2147483647 w 578"/>
                  <a:gd name="T65" fmla="*/ 2147483647 h 2995"/>
                  <a:gd name="T66" fmla="*/ 2147483647 w 578"/>
                  <a:gd name="T67" fmla="*/ 2147483647 h 2995"/>
                  <a:gd name="T68" fmla="*/ 2147483647 w 578"/>
                  <a:gd name="T69" fmla="*/ 2147483647 h 2995"/>
                  <a:gd name="T70" fmla="*/ 2147483647 w 578"/>
                  <a:gd name="T71" fmla="*/ 2147483647 h 2995"/>
                  <a:gd name="T72" fmla="*/ 2147483647 w 578"/>
                  <a:gd name="T73" fmla="*/ 2147483647 h 2995"/>
                  <a:gd name="T74" fmla="*/ 2147483647 w 578"/>
                  <a:gd name="T75" fmla="*/ 2147483647 h 2995"/>
                  <a:gd name="T76" fmla="*/ 2147483647 w 578"/>
                  <a:gd name="T77" fmla="*/ 2147483647 h 2995"/>
                  <a:gd name="T78" fmla="*/ 2147483647 w 578"/>
                  <a:gd name="T79" fmla="*/ 2147483647 h 2995"/>
                  <a:gd name="T80" fmla="*/ 2147483647 w 578"/>
                  <a:gd name="T81" fmla="*/ 2147483647 h 2995"/>
                  <a:gd name="T82" fmla="*/ 2147483647 w 578"/>
                  <a:gd name="T83" fmla="*/ 2147483647 h 2995"/>
                  <a:gd name="T84" fmla="*/ 2147483647 w 578"/>
                  <a:gd name="T85" fmla="*/ 2147483647 h 2995"/>
                  <a:gd name="T86" fmla="*/ 2147483647 w 578"/>
                  <a:gd name="T87" fmla="*/ 2147483647 h 2995"/>
                  <a:gd name="T88" fmla="*/ 2147483647 w 578"/>
                  <a:gd name="T89" fmla="*/ 2147483647 h 2995"/>
                  <a:gd name="T90" fmla="*/ 2147483647 w 578"/>
                  <a:gd name="T91" fmla="*/ 2147483647 h 2995"/>
                  <a:gd name="T92" fmla="*/ 2147483647 w 578"/>
                  <a:gd name="T93" fmla="*/ 2147483647 h 2995"/>
                  <a:gd name="T94" fmla="*/ 2147483647 w 578"/>
                  <a:gd name="T95" fmla="*/ 2147483647 h 2995"/>
                  <a:gd name="T96" fmla="*/ 2147483647 w 578"/>
                  <a:gd name="T97" fmla="*/ 2147483647 h 2995"/>
                  <a:gd name="T98" fmla="*/ 2147483647 w 578"/>
                  <a:gd name="T99" fmla="*/ 2147483647 h 2995"/>
                  <a:gd name="T100" fmla="*/ 2147483647 w 578"/>
                  <a:gd name="T101" fmla="*/ 2147483647 h 2995"/>
                  <a:gd name="T102" fmla="*/ 2147483647 w 578"/>
                  <a:gd name="T103" fmla="*/ 2147483647 h 2995"/>
                  <a:gd name="T104" fmla="*/ 2147483647 w 578"/>
                  <a:gd name="T105" fmla="*/ 2147483647 h 2995"/>
                  <a:gd name="T106" fmla="*/ 2147483647 w 578"/>
                  <a:gd name="T107" fmla="*/ 2147483647 h 2995"/>
                  <a:gd name="T108" fmla="*/ 2147483647 w 578"/>
                  <a:gd name="T109" fmla="*/ 2147483647 h 2995"/>
                  <a:gd name="T110" fmla="*/ 2147483647 w 578"/>
                  <a:gd name="T111" fmla="*/ 0 h 299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8"/>
                  <a:gd name="T169" fmla="*/ 0 h 2995"/>
                  <a:gd name="T170" fmla="*/ 578 w 578"/>
                  <a:gd name="T171" fmla="*/ 2995 h 299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8" h="2995">
                    <a:moveTo>
                      <a:pt x="149" y="0"/>
                    </a:moveTo>
                    <a:lnTo>
                      <a:pt x="137" y="4"/>
                    </a:lnTo>
                    <a:lnTo>
                      <a:pt x="125" y="11"/>
                    </a:lnTo>
                    <a:lnTo>
                      <a:pt x="112" y="21"/>
                    </a:lnTo>
                    <a:lnTo>
                      <a:pt x="102" y="36"/>
                    </a:lnTo>
                    <a:lnTo>
                      <a:pt x="91" y="53"/>
                    </a:lnTo>
                    <a:lnTo>
                      <a:pt x="81" y="74"/>
                    </a:lnTo>
                    <a:lnTo>
                      <a:pt x="72" y="99"/>
                    </a:lnTo>
                    <a:lnTo>
                      <a:pt x="63" y="127"/>
                    </a:lnTo>
                    <a:lnTo>
                      <a:pt x="54" y="157"/>
                    </a:lnTo>
                    <a:lnTo>
                      <a:pt x="45" y="192"/>
                    </a:lnTo>
                    <a:lnTo>
                      <a:pt x="38" y="229"/>
                    </a:lnTo>
                    <a:lnTo>
                      <a:pt x="31" y="268"/>
                    </a:lnTo>
                    <a:lnTo>
                      <a:pt x="26" y="311"/>
                    </a:lnTo>
                    <a:lnTo>
                      <a:pt x="21" y="356"/>
                    </a:lnTo>
                    <a:lnTo>
                      <a:pt x="15" y="404"/>
                    </a:lnTo>
                    <a:lnTo>
                      <a:pt x="12" y="455"/>
                    </a:lnTo>
                    <a:lnTo>
                      <a:pt x="8" y="508"/>
                    </a:lnTo>
                    <a:lnTo>
                      <a:pt x="5" y="563"/>
                    </a:lnTo>
                    <a:lnTo>
                      <a:pt x="3" y="621"/>
                    </a:lnTo>
                    <a:lnTo>
                      <a:pt x="1" y="679"/>
                    </a:lnTo>
                    <a:lnTo>
                      <a:pt x="1" y="741"/>
                    </a:lnTo>
                    <a:lnTo>
                      <a:pt x="0" y="804"/>
                    </a:lnTo>
                    <a:lnTo>
                      <a:pt x="1" y="869"/>
                    </a:lnTo>
                    <a:lnTo>
                      <a:pt x="1" y="936"/>
                    </a:lnTo>
                    <a:lnTo>
                      <a:pt x="7" y="1074"/>
                    </a:lnTo>
                    <a:lnTo>
                      <a:pt x="14" y="1218"/>
                    </a:lnTo>
                    <a:lnTo>
                      <a:pt x="24" y="1368"/>
                    </a:lnTo>
                    <a:lnTo>
                      <a:pt x="37" y="1521"/>
                    </a:lnTo>
                    <a:lnTo>
                      <a:pt x="52" y="1675"/>
                    </a:lnTo>
                    <a:lnTo>
                      <a:pt x="70" y="1823"/>
                    </a:lnTo>
                    <a:lnTo>
                      <a:pt x="89" y="1966"/>
                    </a:lnTo>
                    <a:lnTo>
                      <a:pt x="111" y="2103"/>
                    </a:lnTo>
                    <a:lnTo>
                      <a:pt x="121" y="2168"/>
                    </a:lnTo>
                    <a:lnTo>
                      <a:pt x="132" y="2232"/>
                    </a:lnTo>
                    <a:lnTo>
                      <a:pt x="144" y="2295"/>
                    </a:lnTo>
                    <a:lnTo>
                      <a:pt x="156" y="2355"/>
                    </a:lnTo>
                    <a:lnTo>
                      <a:pt x="169" y="2413"/>
                    </a:lnTo>
                    <a:lnTo>
                      <a:pt x="181" y="2468"/>
                    </a:lnTo>
                    <a:lnTo>
                      <a:pt x="195" y="2523"/>
                    </a:lnTo>
                    <a:lnTo>
                      <a:pt x="208" y="2574"/>
                    </a:lnTo>
                    <a:lnTo>
                      <a:pt x="222" y="2623"/>
                    </a:lnTo>
                    <a:lnTo>
                      <a:pt x="234" y="2669"/>
                    </a:lnTo>
                    <a:lnTo>
                      <a:pt x="248" y="2713"/>
                    </a:lnTo>
                    <a:lnTo>
                      <a:pt x="262" y="2754"/>
                    </a:lnTo>
                    <a:lnTo>
                      <a:pt x="276" y="2791"/>
                    </a:lnTo>
                    <a:lnTo>
                      <a:pt x="290" y="2826"/>
                    </a:lnTo>
                    <a:lnTo>
                      <a:pt x="305" y="2858"/>
                    </a:lnTo>
                    <a:lnTo>
                      <a:pt x="319" y="2887"/>
                    </a:lnTo>
                    <a:lnTo>
                      <a:pt x="333" y="2912"/>
                    </a:lnTo>
                    <a:lnTo>
                      <a:pt x="347" y="2935"/>
                    </a:lnTo>
                    <a:lnTo>
                      <a:pt x="359" y="2954"/>
                    </a:lnTo>
                    <a:lnTo>
                      <a:pt x="373" y="2970"/>
                    </a:lnTo>
                    <a:lnTo>
                      <a:pt x="387" y="2981"/>
                    </a:lnTo>
                    <a:lnTo>
                      <a:pt x="401" y="2990"/>
                    </a:lnTo>
                    <a:lnTo>
                      <a:pt x="414" y="2995"/>
                    </a:lnTo>
                    <a:lnTo>
                      <a:pt x="428" y="2995"/>
                    </a:lnTo>
                    <a:lnTo>
                      <a:pt x="440" y="2991"/>
                    </a:lnTo>
                    <a:lnTo>
                      <a:pt x="453" y="2984"/>
                    </a:lnTo>
                    <a:lnTo>
                      <a:pt x="465" y="2974"/>
                    </a:lnTo>
                    <a:lnTo>
                      <a:pt x="476" y="2960"/>
                    </a:lnTo>
                    <a:lnTo>
                      <a:pt x="486" y="2942"/>
                    </a:lnTo>
                    <a:lnTo>
                      <a:pt x="497" y="2921"/>
                    </a:lnTo>
                    <a:lnTo>
                      <a:pt x="506" y="2896"/>
                    </a:lnTo>
                    <a:lnTo>
                      <a:pt x="516" y="2868"/>
                    </a:lnTo>
                    <a:lnTo>
                      <a:pt x="523" y="2838"/>
                    </a:lnTo>
                    <a:lnTo>
                      <a:pt x="532" y="2803"/>
                    </a:lnTo>
                    <a:lnTo>
                      <a:pt x="539" y="2766"/>
                    </a:lnTo>
                    <a:lnTo>
                      <a:pt x="546" y="2727"/>
                    </a:lnTo>
                    <a:lnTo>
                      <a:pt x="551" y="2685"/>
                    </a:lnTo>
                    <a:lnTo>
                      <a:pt x="557" y="2639"/>
                    </a:lnTo>
                    <a:lnTo>
                      <a:pt x="562" y="2591"/>
                    </a:lnTo>
                    <a:lnTo>
                      <a:pt x="565" y="2540"/>
                    </a:lnTo>
                    <a:lnTo>
                      <a:pt x="569" y="2487"/>
                    </a:lnTo>
                    <a:lnTo>
                      <a:pt x="572" y="2433"/>
                    </a:lnTo>
                    <a:lnTo>
                      <a:pt x="574" y="2375"/>
                    </a:lnTo>
                    <a:lnTo>
                      <a:pt x="576" y="2316"/>
                    </a:lnTo>
                    <a:lnTo>
                      <a:pt x="576" y="2255"/>
                    </a:lnTo>
                    <a:lnTo>
                      <a:pt x="578" y="2191"/>
                    </a:lnTo>
                    <a:lnTo>
                      <a:pt x="576" y="2126"/>
                    </a:lnTo>
                    <a:lnTo>
                      <a:pt x="576" y="2059"/>
                    </a:lnTo>
                    <a:lnTo>
                      <a:pt x="571" y="1922"/>
                    </a:lnTo>
                    <a:lnTo>
                      <a:pt x="564" y="1777"/>
                    </a:lnTo>
                    <a:lnTo>
                      <a:pt x="553" y="1627"/>
                    </a:lnTo>
                    <a:lnTo>
                      <a:pt x="541" y="1474"/>
                    </a:lnTo>
                    <a:lnTo>
                      <a:pt x="525" y="1321"/>
                    </a:lnTo>
                    <a:lnTo>
                      <a:pt x="507" y="1172"/>
                    </a:lnTo>
                    <a:lnTo>
                      <a:pt x="488" y="1030"/>
                    </a:lnTo>
                    <a:lnTo>
                      <a:pt x="467" y="892"/>
                    </a:lnTo>
                    <a:lnTo>
                      <a:pt x="456" y="827"/>
                    </a:lnTo>
                    <a:lnTo>
                      <a:pt x="446" y="764"/>
                    </a:lnTo>
                    <a:lnTo>
                      <a:pt x="433" y="700"/>
                    </a:lnTo>
                    <a:lnTo>
                      <a:pt x="421" y="640"/>
                    </a:lnTo>
                    <a:lnTo>
                      <a:pt x="409" y="582"/>
                    </a:lnTo>
                    <a:lnTo>
                      <a:pt x="396" y="527"/>
                    </a:lnTo>
                    <a:lnTo>
                      <a:pt x="382" y="473"/>
                    </a:lnTo>
                    <a:lnTo>
                      <a:pt x="370" y="422"/>
                    </a:lnTo>
                    <a:lnTo>
                      <a:pt x="356" y="372"/>
                    </a:lnTo>
                    <a:lnTo>
                      <a:pt x="343" y="326"/>
                    </a:lnTo>
                    <a:lnTo>
                      <a:pt x="329" y="284"/>
                    </a:lnTo>
                    <a:lnTo>
                      <a:pt x="315" y="242"/>
                    </a:lnTo>
                    <a:lnTo>
                      <a:pt x="301" y="205"/>
                    </a:lnTo>
                    <a:lnTo>
                      <a:pt x="287" y="170"/>
                    </a:lnTo>
                    <a:lnTo>
                      <a:pt x="273" y="138"/>
                    </a:lnTo>
                    <a:lnTo>
                      <a:pt x="259" y="108"/>
                    </a:lnTo>
                    <a:lnTo>
                      <a:pt x="245" y="83"/>
                    </a:lnTo>
                    <a:lnTo>
                      <a:pt x="232" y="60"/>
                    </a:lnTo>
                    <a:lnTo>
                      <a:pt x="218" y="41"/>
                    </a:lnTo>
                    <a:lnTo>
                      <a:pt x="204" y="25"/>
                    </a:lnTo>
                    <a:lnTo>
                      <a:pt x="190" y="14"/>
                    </a:lnTo>
                    <a:lnTo>
                      <a:pt x="176" y="6"/>
                    </a:lnTo>
                    <a:lnTo>
                      <a:pt x="163" y="0"/>
                    </a:lnTo>
                    <a:lnTo>
                      <a:pt x="149" y="0"/>
                    </a:lnTo>
                    <a:close/>
                  </a:path>
                </a:pathLst>
              </a:custGeom>
              <a:noFill/>
              <a:ln w="25400">
                <a:solidFill>
                  <a:srgbClr val="000099"/>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70" name="Rectangle 12">
                <a:extLst>
                  <a:ext uri="{FF2B5EF4-FFF2-40B4-BE49-F238E27FC236}">
                    <a16:creationId xmlns:a16="http://schemas.microsoft.com/office/drawing/2014/main" id="{4C63713D-B096-4679-9CDE-E446B7C1A986}"/>
                  </a:ext>
                </a:extLst>
              </p:cNvPr>
              <p:cNvSpPr>
                <a:spLocks noChangeArrowheads="1"/>
              </p:cNvSpPr>
              <p:nvPr/>
            </p:nvSpPr>
            <p:spPr bwMode="auto">
              <a:xfrm rot="-5400000">
                <a:off x="553" y="3314"/>
                <a:ext cx="315"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Value</a:t>
                </a:r>
              </a:p>
            </p:txBody>
          </p:sp>
          <p:sp>
            <p:nvSpPr>
              <p:cNvPr id="71" name="Rectangle 12">
                <a:extLst>
                  <a:ext uri="{FF2B5EF4-FFF2-40B4-BE49-F238E27FC236}">
                    <a16:creationId xmlns:a16="http://schemas.microsoft.com/office/drawing/2014/main" id="{77CC7929-0167-4A37-83E1-397CC6BF536B}"/>
                  </a:ext>
                </a:extLst>
              </p:cNvPr>
              <p:cNvSpPr>
                <a:spLocks noChangeArrowheads="1"/>
              </p:cNvSpPr>
              <p:nvPr/>
            </p:nvSpPr>
            <p:spPr bwMode="auto">
              <a:xfrm>
                <a:off x="985" y="3615"/>
                <a:ext cx="540"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Tariffs</a:t>
                </a:r>
              </a:p>
            </p:txBody>
          </p:sp>
          <p:sp>
            <p:nvSpPr>
              <p:cNvPr id="72" name="Rectangle 12">
                <a:extLst>
                  <a:ext uri="{FF2B5EF4-FFF2-40B4-BE49-F238E27FC236}">
                    <a16:creationId xmlns:a16="http://schemas.microsoft.com/office/drawing/2014/main" id="{98DED600-BA8F-499B-803F-AD1E808C66DB}"/>
                  </a:ext>
                </a:extLst>
              </p:cNvPr>
              <p:cNvSpPr>
                <a:spLocks noChangeArrowheads="1"/>
              </p:cNvSpPr>
              <p:nvPr/>
            </p:nvSpPr>
            <p:spPr bwMode="auto">
              <a:xfrm>
                <a:off x="1002" y="3061"/>
                <a:ext cx="540"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Cumulative Profit</a:t>
                </a:r>
              </a:p>
            </p:txBody>
          </p:sp>
          <p:sp>
            <p:nvSpPr>
              <p:cNvPr id="73" name="Rectangle 534">
                <a:extLst>
                  <a:ext uri="{FF2B5EF4-FFF2-40B4-BE49-F238E27FC236}">
                    <a16:creationId xmlns:a16="http://schemas.microsoft.com/office/drawing/2014/main" id="{3ED12EA1-6BE6-4C57-827C-1C398E0717AB}"/>
                  </a:ext>
                </a:extLst>
              </p:cNvPr>
              <p:cNvSpPr>
                <a:spLocks noChangeArrowheads="1"/>
              </p:cNvSpPr>
              <p:nvPr/>
            </p:nvSpPr>
            <p:spPr bwMode="auto">
              <a:xfrm rot="-5400000">
                <a:off x="87" y="3293"/>
                <a:ext cx="793"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Profit</a:t>
                </a:r>
              </a:p>
            </p:txBody>
          </p:sp>
          <p:sp>
            <p:nvSpPr>
              <p:cNvPr id="74" name="Rectangle 12">
                <a:extLst>
                  <a:ext uri="{FF2B5EF4-FFF2-40B4-BE49-F238E27FC236}">
                    <a16:creationId xmlns:a16="http://schemas.microsoft.com/office/drawing/2014/main" id="{C69738D0-9576-437C-8883-0DEB6AE44079}"/>
                  </a:ext>
                </a:extLst>
              </p:cNvPr>
              <p:cNvSpPr>
                <a:spLocks noChangeArrowheads="1"/>
              </p:cNvSpPr>
              <p:nvPr/>
            </p:nvSpPr>
            <p:spPr bwMode="auto">
              <a:xfrm>
                <a:off x="1755" y="3084"/>
                <a:ext cx="270"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700" b="1"/>
                  <a:t>Negative Profit</a:t>
                </a:r>
              </a:p>
            </p:txBody>
          </p:sp>
          <p:cxnSp>
            <p:nvCxnSpPr>
              <p:cNvPr id="75" name="Straight Arrow Connector 642">
                <a:extLst>
                  <a:ext uri="{FF2B5EF4-FFF2-40B4-BE49-F238E27FC236}">
                    <a16:creationId xmlns:a16="http://schemas.microsoft.com/office/drawing/2014/main" id="{80574525-7D5C-4354-BFE7-129947307B6C}"/>
                  </a:ext>
                </a:extLst>
              </p:cNvPr>
              <p:cNvCxnSpPr>
                <a:cxnSpLocks noChangeShapeType="1"/>
              </p:cNvCxnSpPr>
              <p:nvPr/>
            </p:nvCxnSpPr>
            <p:spPr bwMode="auto">
              <a:xfrm flipH="1">
                <a:off x="1775" y="3201"/>
                <a:ext cx="129" cy="15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cxnSp>
          <p:nvCxnSpPr>
            <p:cNvPr id="235" name="Straight Arrow Connector 234">
              <a:extLst>
                <a:ext uri="{FF2B5EF4-FFF2-40B4-BE49-F238E27FC236}">
                  <a16:creationId xmlns:a16="http://schemas.microsoft.com/office/drawing/2014/main" id="{97C45747-CD11-4B6B-B90A-662AE73EF136}"/>
                </a:ext>
              </a:extLst>
            </p:cNvPr>
            <p:cNvCxnSpPr>
              <a:cxnSpLocks noChangeShapeType="1"/>
            </p:cNvCxnSpPr>
            <p:nvPr/>
          </p:nvCxnSpPr>
          <p:spPr bwMode="auto">
            <a:xfrm flipH="1">
              <a:off x="488950" y="2033588"/>
              <a:ext cx="1588" cy="3527425"/>
            </a:xfrm>
            <a:prstGeom prst="straightConnector1">
              <a:avLst/>
            </a:prstGeom>
            <a:noFill/>
            <a:ln w="34925" algn="ctr">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cxnSp>
        <p:sp>
          <p:nvSpPr>
            <p:cNvPr id="236" name="Text Box 539">
              <a:extLst>
                <a:ext uri="{FF2B5EF4-FFF2-40B4-BE49-F238E27FC236}">
                  <a16:creationId xmlns:a16="http://schemas.microsoft.com/office/drawing/2014/main" id="{FC189870-8AD6-4245-AE80-07A202D806C5}"/>
                </a:ext>
              </a:extLst>
            </p:cNvPr>
            <p:cNvSpPr txBox="1">
              <a:spLocks noChangeArrowheads="1"/>
            </p:cNvSpPr>
            <p:nvPr/>
          </p:nvSpPr>
          <p:spPr bwMode="auto">
            <a:xfrm rot="16200000">
              <a:off x="-89694" y="4936332"/>
              <a:ext cx="903287"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b="1"/>
                <a:t>Analytical</a:t>
              </a:r>
            </a:p>
          </p:txBody>
        </p:sp>
        <p:sp>
          <p:nvSpPr>
            <p:cNvPr id="237" name="Rectangle 15">
              <a:extLst>
                <a:ext uri="{FF2B5EF4-FFF2-40B4-BE49-F238E27FC236}">
                  <a16:creationId xmlns:a16="http://schemas.microsoft.com/office/drawing/2014/main" id="{8D7292A3-CE54-42D4-BDC5-49A86CCA57A5}"/>
                </a:ext>
              </a:extLst>
            </p:cNvPr>
            <p:cNvSpPr>
              <a:spLocks noChangeArrowheads="1"/>
            </p:cNvSpPr>
            <p:nvPr/>
          </p:nvSpPr>
          <p:spPr bwMode="auto">
            <a:xfrm>
              <a:off x="3611563" y="1700213"/>
              <a:ext cx="2944812" cy="233362"/>
            </a:xfrm>
            <a:prstGeom prst="rect">
              <a:avLst/>
            </a:prstGeom>
            <a:solidFill>
              <a:schemeClr val="accent2"/>
            </a:solidFill>
            <a:ln w="12700" algn="ctr">
              <a:no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b="1" i="1">
                  <a:solidFill>
                    <a:schemeClr val="bg1"/>
                  </a:solidFill>
                </a:rPr>
                <a:t>Market</a:t>
              </a:r>
            </a:p>
          </p:txBody>
        </p:sp>
        <p:sp>
          <p:nvSpPr>
            <p:cNvPr id="238" name="Rectangle 15">
              <a:extLst>
                <a:ext uri="{FF2B5EF4-FFF2-40B4-BE49-F238E27FC236}">
                  <a16:creationId xmlns:a16="http://schemas.microsoft.com/office/drawing/2014/main" id="{855A28BC-716A-4360-851B-B2E4748FFF58}"/>
                </a:ext>
              </a:extLst>
            </p:cNvPr>
            <p:cNvSpPr>
              <a:spLocks noChangeArrowheads="1"/>
            </p:cNvSpPr>
            <p:nvPr/>
          </p:nvSpPr>
          <p:spPr bwMode="auto">
            <a:xfrm>
              <a:off x="6637338" y="1700213"/>
              <a:ext cx="2943225" cy="233362"/>
            </a:xfrm>
            <a:prstGeom prst="rect">
              <a:avLst/>
            </a:prstGeom>
            <a:solidFill>
              <a:schemeClr val="accent2"/>
            </a:solidFill>
            <a:ln w="12700" algn="ctr">
              <a:no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b="1" i="1">
                  <a:solidFill>
                    <a:schemeClr val="bg1"/>
                  </a:solidFill>
                </a:rPr>
                <a:t>Technology</a:t>
              </a:r>
            </a:p>
          </p:txBody>
        </p:sp>
        <p:cxnSp>
          <p:nvCxnSpPr>
            <p:cNvPr id="239" name="Straight Arrow Connector 238">
              <a:extLst>
                <a:ext uri="{FF2B5EF4-FFF2-40B4-BE49-F238E27FC236}">
                  <a16:creationId xmlns:a16="http://schemas.microsoft.com/office/drawing/2014/main" id="{FF86D11A-E17F-4731-B8C1-53A82070A1A2}"/>
                </a:ext>
              </a:extLst>
            </p:cNvPr>
            <p:cNvCxnSpPr>
              <a:cxnSpLocks noChangeShapeType="1"/>
            </p:cNvCxnSpPr>
            <p:nvPr/>
          </p:nvCxnSpPr>
          <p:spPr bwMode="auto">
            <a:xfrm>
              <a:off x="696913" y="1612900"/>
              <a:ext cx="8001000" cy="1588"/>
            </a:xfrm>
            <a:prstGeom prst="straightConnector1">
              <a:avLst/>
            </a:prstGeom>
            <a:noFill/>
            <a:ln w="34925" algn="ctr">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cxnSp>
        <p:sp>
          <p:nvSpPr>
            <p:cNvPr id="240" name="Text Box 539">
              <a:extLst>
                <a:ext uri="{FF2B5EF4-FFF2-40B4-BE49-F238E27FC236}">
                  <a16:creationId xmlns:a16="http://schemas.microsoft.com/office/drawing/2014/main" id="{AB55481B-053C-4A35-AE1E-B5D28E9AB3B3}"/>
                </a:ext>
              </a:extLst>
            </p:cNvPr>
            <p:cNvSpPr txBox="1">
              <a:spLocks noChangeArrowheads="1"/>
            </p:cNvSpPr>
            <p:nvPr/>
          </p:nvSpPr>
          <p:spPr bwMode="auto">
            <a:xfrm>
              <a:off x="3738563" y="1355725"/>
              <a:ext cx="2808287"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b="1"/>
                <a:t>Focus of Rationalisation Activity </a:t>
              </a:r>
            </a:p>
          </p:txBody>
        </p:sp>
        <p:grpSp>
          <p:nvGrpSpPr>
            <p:cNvPr id="242" name="Group 245">
              <a:extLst>
                <a:ext uri="{FF2B5EF4-FFF2-40B4-BE49-F238E27FC236}">
                  <a16:creationId xmlns:a16="http://schemas.microsoft.com/office/drawing/2014/main" id="{26EACAD5-6D59-4158-B428-9B9AF5875992}"/>
                </a:ext>
              </a:extLst>
            </p:cNvPr>
            <p:cNvGrpSpPr>
              <a:grpSpLocks/>
            </p:cNvGrpSpPr>
            <p:nvPr/>
          </p:nvGrpSpPr>
          <p:grpSpPr bwMode="auto">
            <a:xfrm>
              <a:off x="6642100" y="3832225"/>
              <a:ext cx="2928938" cy="1762125"/>
              <a:chOff x="3876" y="2746"/>
              <a:chExt cx="1703" cy="1124"/>
            </a:xfrm>
          </p:grpSpPr>
          <p:sp>
            <p:nvSpPr>
              <p:cNvPr id="243" name="Rectangle 113">
                <a:extLst>
                  <a:ext uri="{FF2B5EF4-FFF2-40B4-BE49-F238E27FC236}">
                    <a16:creationId xmlns:a16="http://schemas.microsoft.com/office/drawing/2014/main" id="{85573AFA-5583-44A7-995A-0D3885E7F5D9}"/>
                  </a:ext>
                </a:extLst>
              </p:cNvPr>
              <p:cNvSpPr>
                <a:spLocks noChangeArrowheads="1"/>
              </p:cNvSpPr>
              <p:nvPr/>
            </p:nvSpPr>
            <p:spPr bwMode="auto">
              <a:xfrm>
                <a:off x="3879" y="2746"/>
                <a:ext cx="1700" cy="1124"/>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44" name="Rectangle 532">
                <a:extLst>
                  <a:ext uri="{FF2B5EF4-FFF2-40B4-BE49-F238E27FC236}">
                    <a16:creationId xmlns:a16="http://schemas.microsoft.com/office/drawing/2014/main" id="{2371168B-4391-4179-8163-F4C44B31D9FA}"/>
                  </a:ext>
                </a:extLst>
              </p:cNvPr>
              <p:cNvSpPr>
                <a:spLocks noChangeArrowheads="1"/>
              </p:cNvSpPr>
              <p:nvPr/>
            </p:nvSpPr>
            <p:spPr bwMode="auto">
              <a:xfrm rot="-5400000">
                <a:off x="3408" y="3214"/>
                <a:ext cx="1124"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Impact Analysis</a:t>
                </a:r>
              </a:p>
            </p:txBody>
          </p:sp>
          <p:sp>
            <p:nvSpPr>
              <p:cNvPr id="245" name="AutoShape 3">
                <a:extLst>
                  <a:ext uri="{FF2B5EF4-FFF2-40B4-BE49-F238E27FC236}">
                    <a16:creationId xmlns:a16="http://schemas.microsoft.com/office/drawing/2014/main" id="{0152BB58-01A5-4935-8B35-6B458969A139}"/>
                  </a:ext>
                </a:extLst>
              </p:cNvPr>
              <p:cNvSpPr>
                <a:spLocks noChangeArrowheads="1"/>
              </p:cNvSpPr>
              <p:nvPr/>
            </p:nvSpPr>
            <p:spPr bwMode="auto">
              <a:xfrm>
                <a:off x="4236" y="3148"/>
                <a:ext cx="192" cy="284"/>
              </a:xfrm>
              <a:prstGeom prst="rightArrow">
                <a:avLst>
                  <a:gd name="adj1" fmla="val 50000"/>
                  <a:gd name="adj2" fmla="val 25000"/>
                </a:avLst>
              </a:prstGeom>
              <a:solidFill>
                <a:schemeClr val="accent2"/>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grpSp>
            <p:nvGrpSpPr>
              <p:cNvPr id="246" name="Group 316">
                <a:extLst>
                  <a:ext uri="{FF2B5EF4-FFF2-40B4-BE49-F238E27FC236}">
                    <a16:creationId xmlns:a16="http://schemas.microsoft.com/office/drawing/2014/main" id="{F15A9C42-3B81-4C96-B44E-B767EABAFD27}"/>
                  </a:ext>
                </a:extLst>
              </p:cNvPr>
              <p:cNvGrpSpPr>
                <a:grpSpLocks/>
              </p:cNvGrpSpPr>
              <p:nvPr/>
            </p:nvGrpSpPr>
            <p:grpSpPr bwMode="auto">
              <a:xfrm>
                <a:off x="4472" y="2849"/>
                <a:ext cx="651" cy="904"/>
                <a:chOff x="4736" y="1335"/>
                <a:chExt cx="622" cy="813"/>
              </a:xfrm>
            </p:grpSpPr>
            <p:sp>
              <p:nvSpPr>
                <p:cNvPr id="252" name="Rectangle 317">
                  <a:extLst>
                    <a:ext uri="{FF2B5EF4-FFF2-40B4-BE49-F238E27FC236}">
                      <a16:creationId xmlns:a16="http://schemas.microsoft.com/office/drawing/2014/main" id="{2947D700-7304-40F6-87B3-1F71ED6574F3}"/>
                    </a:ext>
                  </a:extLst>
                </p:cNvPr>
                <p:cNvSpPr>
                  <a:spLocks noChangeArrowheads="1"/>
                </p:cNvSpPr>
                <p:nvPr/>
              </p:nvSpPr>
              <p:spPr bwMode="auto">
                <a:xfrm>
                  <a:off x="4736" y="1335"/>
                  <a:ext cx="622" cy="146"/>
                </a:xfrm>
                <a:prstGeom prst="rect">
                  <a:avLst/>
                </a:prstGeom>
                <a:solidFill>
                  <a:srgbClr val="F8F8F8"/>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t>Simple Elimination</a:t>
                  </a:r>
                </a:p>
              </p:txBody>
            </p:sp>
            <p:sp>
              <p:nvSpPr>
                <p:cNvPr id="253" name="Rectangle 318">
                  <a:extLst>
                    <a:ext uri="{FF2B5EF4-FFF2-40B4-BE49-F238E27FC236}">
                      <a16:creationId xmlns:a16="http://schemas.microsoft.com/office/drawing/2014/main" id="{FDD46E95-7C55-42F9-BCEC-2727437C2F00}"/>
                    </a:ext>
                  </a:extLst>
                </p:cNvPr>
                <p:cNvSpPr>
                  <a:spLocks noChangeArrowheads="1"/>
                </p:cNvSpPr>
                <p:nvPr/>
              </p:nvSpPr>
              <p:spPr bwMode="auto">
                <a:xfrm>
                  <a:off x="4736" y="1501"/>
                  <a:ext cx="622" cy="146"/>
                </a:xfrm>
                <a:prstGeom prst="rect">
                  <a:avLst/>
                </a:prstGeom>
                <a:solidFill>
                  <a:srgbClr val="DDDDDD"/>
                </a:solidFill>
                <a:ln w="12700" algn="ctr">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t>Partial Reconfiguration</a:t>
                  </a:r>
                </a:p>
              </p:txBody>
            </p:sp>
            <p:sp>
              <p:nvSpPr>
                <p:cNvPr id="254" name="Rectangle 319">
                  <a:extLst>
                    <a:ext uri="{FF2B5EF4-FFF2-40B4-BE49-F238E27FC236}">
                      <a16:creationId xmlns:a16="http://schemas.microsoft.com/office/drawing/2014/main" id="{99B92E6A-98F4-4A99-94B0-16387BDD88F3}"/>
                    </a:ext>
                  </a:extLst>
                </p:cNvPr>
                <p:cNvSpPr>
                  <a:spLocks noChangeArrowheads="1"/>
                </p:cNvSpPr>
                <p:nvPr/>
              </p:nvSpPr>
              <p:spPr bwMode="auto">
                <a:xfrm>
                  <a:off x="4736" y="1668"/>
                  <a:ext cx="622" cy="146"/>
                </a:xfrm>
                <a:prstGeom prst="rect">
                  <a:avLst/>
                </a:prstGeom>
                <a:solidFill>
                  <a:srgbClr val="B2B2B2"/>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t>Full Reconfiguration</a:t>
                  </a:r>
                </a:p>
              </p:txBody>
            </p:sp>
            <p:sp>
              <p:nvSpPr>
                <p:cNvPr id="255" name="Rectangle 320">
                  <a:extLst>
                    <a:ext uri="{FF2B5EF4-FFF2-40B4-BE49-F238E27FC236}">
                      <a16:creationId xmlns:a16="http://schemas.microsoft.com/office/drawing/2014/main" id="{24EC5767-2226-4E9E-93F7-F2F043F964E1}"/>
                    </a:ext>
                  </a:extLst>
                </p:cNvPr>
                <p:cNvSpPr>
                  <a:spLocks noChangeArrowheads="1"/>
                </p:cNvSpPr>
                <p:nvPr/>
              </p:nvSpPr>
              <p:spPr bwMode="auto">
                <a:xfrm>
                  <a:off x="4736" y="1835"/>
                  <a:ext cx="622" cy="146"/>
                </a:xfrm>
                <a:prstGeom prst="rect">
                  <a:avLst/>
                </a:prstGeom>
                <a:solidFill>
                  <a:srgbClr val="808080"/>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System Migration</a:t>
                  </a:r>
                </a:p>
              </p:txBody>
            </p:sp>
            <p:sp>
              <p:nvSpPr>
                <p:cNvPr id="256" name="Rectangle 321">
                  <a:extLst>
                    <a:ext uri="{FF2B5EF4-FFF2-40B4-BE49-F238E27FC236}">
                      <a16:creationId xmlns:a16="http://schemas.microsoft.com/office/drawing/2014/main" id="{2D672482-3FAB-4C09-B43F-0B88AAEE859A}"/>
                    </a:ext>
                  </a:extLst>
                </p:cNvPr>
                <p:cNvSpPr>
                  <a:spLocks noChangeArrowheads="1"/>
                </p:cNvSpPr>
                <p:nvPr/>
              </p:nvSpPr>
              <p:spPr bwMode="auto">
                <a:xfrm>
                  <a:off x="4736" y="2002"/>
                  <a:ext cx="622" cy="146"/>
                </a:xfrm>
                <a:prstGeom prst="rect">
                  <a:avLst/>
                </a:prstGeom>
                <a:solidFill>
                  <a:srgbClr val="5F5F5F"/>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System Upgrade</a:t>
                  </a:r>
                </a:p>
              </p:txBody>
            </p:sp>
          </p:grpSp>
          <p:sp>
            <p:nvSpPr>
              <p:cNvPr id="247" name="Line 322">
                <a:extLst>
                  <a:ext uri="{FF2B5EF4-FFF2-40B4-BE49-F238E27FC236}">
                    <a16:creationId xmlns:a16="http://schemas.microsoft.com/office/drawing/2014/main" id="{4C6BF979-A98D-4F7A-8A9E-854152C9367F}"/>
                  </a:ext>
                </a:extLst>
              </p:cNvPr>
              <p:cNvSpPr>
                <a:spLocks noChangeShapeType="1"/>
              </p:cNvSpPr>
              <p:nvPr/>
            </p:nvSpPr>
            <p:spPr bwMode="auto">
              <a:xfrm>
                <a:off x="4232" y="2913"/>
                <a:ext cx="0" cy="795"/>
              </a:xfrm>
              <a:prstGeom prst="line">
                <a:avLst/>
              </a:prstGeom>
              <a:noFill/>
              <a:ln w="1270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nl-BE"/>
              </a:p>
            </p:txBody>
          </p:sp>
          <p:sp>
            <p:nvSpPr>
              <p:cNvPr id="248" name="Text Box 323">
                <a:extLst>
                  <a:ext uri="{FF2B5EF4-FFF2-40B4-BE49-F238E27FC236}">
                    <a16:creationId xmlns:a16="http://schemas.microsoft.com/office/drawing/2014/main" id="{C40D6C87-4E23-4384-AE69-11C83BA4910E}"/>
                  </a:ext>
                </a:extLst>
              </p:cNvPr>
              <p:cNvSpPr txBox="1">
                <a:spLocks noChangeArrowheads="1"/>
              </p:cNvSpPr>
              <p:nvPr/>
            </p:nvSpPr>
            <p:spPr bwMode="auto">
              <a:xfrm rot="-5400000">
                <a:off x="3846" y="3255"/>
                <a:ext cx="64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800"/>
                  <a:t>Define Positioning</a:t>
                </a:r>
              </a:p>
            </p:txBody>
          </p:sp>
          <p:sp>
            <p:nvSpPr>
              <p:cNvPr id="249" name="Text Box 324">
                <a:extLst>
                  <a:ext uri="{FF2B5EF4-FFF2-40B4-BE49-F238E27FC236}">
                    <a16:creationId xmlns:a16="http://schemas.microsoft.com/office/drawing/2014/main" id="{497F0096-A333-4BEB-9AB3-C0A40F8B8177}"/>
                  </a:ext>
                </a:extLst>
              </p:cNvPr>
              <p:cNvSpPr txBox="1">
                <a:spLocks noChangeArrowheads="1"/>
              </p:cNvSpPr>
              <p:nvPr/>
            </p:nvSpPr>
            <p:spPr bwMode="auto">
              <a:xfrm>
                <a:off x="5107" y="2867"/>
                <a:ext cx="42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800"/>
                  <a:t>Less Effort</a:t>
                </a:r>
              </a:p>
            </p:txBody>
          </p:sp>
          <p:sp>
            <p:nvSpPr>
              <p:cNvPr id="250" name="Text Box 325">
                <a:extLst>
                  <a:ext uri="{FF2B5EF4-FFF2-40B4-BE49-F238E27FC236}">
                    <a16:creationId xmlns:a16="http://schemas.microsoft.com/office/drawing/2014/main" id="{AAC8A182-211E-441A-9398-F6C20ABF7C51}"/>
                  </a:ext>
                </a:extLst>
              </p:cNvPr>
              <p:cNvSpPr txBox="1">
                <a:spLocks noChangeArrowheads="1"/>
              </p:cNvSpPr>
              <p:nvPr/>
            </p:nvSpPr>
            <p:spPr bwMode="auto">
              <a:xfrm>
                <a:off x="5107" y="3599"/>
                <a:ext cx="43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800"/>
                  <a:t>More Effort</a:t>
                </a:r>
              </a:p>
            </p:txBody>
          </p:sp>
          <p:sp>
            <p:nvSpPr>
              <p:cNvPr id="251" name="AutoShape 326">
                <a:extLst>
                  <a:ext uri="{FF2B5EF4-FFF2-40B4-BE49-F238E27FC236}">
                    <a16:creationId xmlns:a16="http://schemas.microsoft.com/office/drawing/2014/main" id="{F17625F5-323B-46C7-BE0A-E17FE08AF1C2}"/>
                  </a:ext>
                </a:extLst>
              </p:cNvPr>
              <p:cNvSpPr>
                <a:spLocks noChangeArrowheads="1"/>
              </p:cNvSpPr>
              <p:nvPr/>
            </p:nvSpPr>
            <p:spPr bwMode="auto">
              <a:xfrm>
                <a:off x="5248" y="3013"/>
                <a:ext cx="77" cy="595"/>
              </a:xfrm>
              <a:prstGeom prst="upDownArrow">
                <a:avLst>
                  <a:gd name="adj1" fmla="val 50000"/>
                  <a:gd name="adj2" fmla="val 154545"/>
                </a:avLst>
              </a:prstGeom>
              <a:solidFill>
                <a:schemeClr val="accent2"/>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grpSp>
        <p:grpSp>
          <p:nvGrpSpPr>
            <p:cNvPr id="257" name="Group 260">
              <a:extLst>
                <a:ext uri="{FF2B5EF4-FFF2-40B4-BE49-F238E27FC236}">
                  <a16:creationId xmlns:a16="http://schemas.microsoft.com/office/drawing/2014/main" id="{E58EB2E5-9F30-4EAD-94FC-6CA3AAA3774E}"/>
                </a:ext>
              </a:extLst>
            </p:cNvPr>
            <p:cNvGrpSpPr>
              <a:grpSpLocks/>
            </p:cNvGrpSpPr>
            <p:nvPr/>
          </p:nvGrpSpPr>
          <p:grpSpPr bwMode="auto">
            <a:xfrm>
              <a:off x="6642100" y="1973263"/>
              <a:ext cx="2928938" cy="1792287"/>
              <a:chOff x="3876" y="1313"/>
              <a:chExt cx="1703" cy="1164"/>
            </a:xfrm>
          </p:grpSpPr>
          <p:sp>
            <p:nvSpPr>
              <p:cNvPr id="258" name="Rectangle 113">
                <a:extLst>
                  <a:ext uri="{FF2B5EF4-FFF2-40B4-BE49-F238E27FC236}">
                    <a16:creationId xmlns:a16="http://schemas.microsoft.com/office/drawing/2014/main" id="{39344B61-AAC8-4E65-BF5E-96F88E823608}"/>
                  </a:ext>
                </a:extLst>
              </p:cNvPr>
              <p:cNvSpPr>
                <a:spLocks noChangeArrowheads="1"/>
              </p:cNvSpPr>
              <p:nvPr/>
            </p:nvSpPr>
            <p:spPr bwMode="auto">
              <a:xfrm>
                <a:off x="3879" y="1313"/>
                <a:ext cx="1700" cy="1164"/>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59" name="Rectangle 532">
                <a:extLst>
                  <a:ext uri="{FF2B5EF4-FFF2-40B4-BE49-F238E27FC236}">
                    <a16:creationId xmlns:a16="http://schemas.microsoft.com/office/drawing/2014/main" id="{3F2AAE24-4C34-402D-A06C-4D9F5C2EDD24}"/>
                  </a:ext>
                </a:extLst>
              </p:cNvPr>
              <p:cNvSpPr>
                <a:spLocks noChangeArrowheads="1"/>
              </p:cNvSpPr>
              <p:nvPr/>
            </p:nvSpPr>
            <p:spPr bwMode="auto">
              <a:xfrm rot="-5400000">
                <a:off x="3388" y="1801"/>
                <a:ext cx="1164"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Lever Assessment</a:t>
                </a:r>
              </a:p>
            </p:txBody>
          </p:sp>
          <p:pic>
            <p:nvPicPr>
              <p:cNvPr id="260" name="Picture 40">
                <a:extLst>
                  <a:ext uri="{FF2B5EF4-FFF2-40B4-BE49-F238E27FC236}">
                    <a16:creationId xmlns:a16="http://schemas.microsoft.com/office/drawing/2014/main" id="{B4F91A10-83DE-4AE4-ACD9-C67885AFD65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72" y="1331"/>
                <a:ext cx="1467" cy="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1" name="Group 264">
              <a:extLst>
                <a:ext uri="{FF2B5EF4-FFF2-40B4-BE49-F238E27FC236}">
                  <a16:creationId xmlns:a16="http://schemas.microsoft.com/office/drawing/2014/main" id="{C9B3A559-87A2-48AA-92C4-31245BB40D0A}"/>
                </a:ext>
              </a:extLst>
            </p:cNvPr>
            <p:cNvGrpSpPr>
              <a:grpSpLocks/>
            </p:cNvGrpSpPr>
            <p:nvPr/>
          </p:nvGrpSpPr>
          <p:grpSpPr bwMode="auto">
            <a:xfrm>
              <a:off x="3609975" y="4403725"/>
              <a:ext cx="2924175" cy="1187450"/>
              <a:chOff x="2133" y="2965"/>
              <a:chExt cx="1700" cy="793"/>
            </a:xfrm>
          </p:grpSpPr>
          <p:sp>
            <p:nvSpPr>
              <p:cNvPr id="262" name="Rectangle 112">
                <a:extLst>
                  <a:ext uri="{FF2B5EF4-FFF2-40B4-BE49-F238E27FC236}">
                    <a16:creationId xmlns:a16="http://schemas.microsoft.com/office/drawing/2014/main" id="{8D8EB751-6B97-4D7A-B3D9-87D215758547}"/>
                  </a:ext>
                </a:extLst>
              </p:cNvPr>
              <p:cNvSpPr>
                <a:spLocks noChangeArrowheads="1"/>
              </p:cNvSpPr>
              <p:nvPr/>
            </p:nvSpPr>
            <p:spPr bwMode="auto">
              <a:xfrm>
                <a:off x="2133" y="2965"/>
                <a:ext cx="1700" cy="793"/>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63" name="Rectangle 534">
                <a:extLst>
                  <a:ext uri="{FF2B5EF4-FFF2-40B4-BE49-F238E27FC236}">
                    <a16:creationId xmlns:a16="http://schemas.microsoft.com/office/drawing/2014/main" id="{74180AB1-FDDE-4F90-957F-F858EAF4F711}"/>
                  </a:ext>
                </a:extLst>
              </p:cNvPr>
              <p:cNvSpPr>
                <a:spLocks noChangeArrowheads="1"/>
              </p:cNvSpPr>
              <p:nvPr/>
            </p:nvSpPr>
            <p:spPr bwMode="auto">
              <a:xfrm rot="-5400000">
                <a:off x="1830" y="3268"/>
                <a:ext cx="793"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Attractiveness</a:t>
                </a:r>
              </a:p>
            </p:txBody>
          </p:sp>
          <p:sp>
            <p:nvSpPr>
              <p:cNvPr id="264" name="Rectangle 12">
                <a:extLst>
                  <a:ext uri="{FF2B5EF4-FFF2-40B4-BE49-F238E27FC236}">
                    <a16:creationId xmlns:a16="http://schemas.microsoft.com/office/drawing/2014/main" id="{CE995531-F9D1-4F86-8F08-7E5BA6CA5C15}"/>
                  </a:ext>
                </a:extLst>
              </p:cNvPr>
              <p:cNvSpPr>
                <a:spLocks noChangeArrowheads="1"/>
              </p:cNvSpPr>
              <p:nvPr/>
            </p:nvSpPr>
            <p:spPr bwMode="auto">
              <a:xfrm>
                <a:off x="2551" y="3084"/>
                <a:ext cx="1125"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Future Market Attractiveness </a:t>
                </a:r>
              </a:p>
            </p:txBody>
          </p:sp>
          <p:grpSp>
            <p:nvGrpSpPr>
              <p:cNvPr id="265" name="Group 263">
                <a:extLst>
                  <a:ext uri="{FF2B5EF4-FFF2-40B4-BE49-F238E27FC236}">
                    <a16:creationId xmlns:a16="http://schemas.microsoft.com/office/drawing/2014/main" id="{A65E0726-A7FC-44BD-BBC8-D296E7DFF660}"/>
                  </a:ext>
                </a:extLst>
              </p:cNvPr>
              <p:cNvGrpSpPr>
                <a:grpSpLocks/>
              </p:cNvGrpSpPr>
              <p:nvPr/>
            </p:nvGrpSpPr>
            <p:grpSpPr bwMode="auto">
              <a:xfrm>
                <a:off x="2468" y="3191"/>
                <a:ext cx="1161" cy="456"/>
                <a:chOff x="2379" y="2184"/>
                <a:chExt cx="1161" cy="456"/>
              </a:xfrm>
            </p:grpSpPr>
            <p:sp>
              <p:nvSpPr>
                <p:cNvPr id="266" name="Rectangle 264">
                  <a:extLst>
                    <a:ext uri="{FF2B5EF4-FFF2-40B4-BE49-F238E27FC236}">
                      <a16:creationId xmlns:a16="http://schemas.microsoft.com/office/drawing/2014/main" id="{9631A6A7-D11E-4971-ABF0-F15D52A1CD77}"/>
                    </a:ext>
                  </a:extLst>
                </p:cNvPr>
                <p:cNvSpPr>
                  <a:spLocks noChangeArrowheads="1"/>
                </p:cNvSpPr>
                <p:nvPr/>
              </p:nvSpPr>
              <p:spPr bwMode="auto">
                <a:xfrm>
                  <a:off x="2615" y="2184"/>
                  <a:ext cx="370" cy="103"/>
                </a:xfrm>
                <a:prstGeom prst="rect">
                  <a:avLst/>
                </a:prstGeom>
                <a:solidFill>
                  <a:schemeClr val="bg2"/>
                </a:solidFill>
                <a:ln w="12700">
                  <a:solidFill>
                    <a:schemeClr val="bg1"/>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Voice</a:t>
                  </a:r>
                </a:p>
              </p:txBody>
            </p:sp>
            <p:sp>
              <p:nvSpPr>
                <p:cNvPr id="267" name="Rectangle 265">
                  <a:extLst>
                    <a:ext uri="{FF2B5EF4-FFF2-40B4-BE49-F238E27FC236}">
                      <a16:creationId xmlns:a16="http://schemas.microsoft.com/office/drawing/2014/main" id="{42C36E54-C4D6-4B2A-A018-54E582693478}"/>
                    </a:ext>
                  </a:extLst>
                </p:cNvPr>
                <p:cNvSpPr>
                  <a:spLocks noChangeArrowheads="1"/>
                </p:cNvSpPr>
                <p:nvPr/>
              </p:nvSpPr>
              <p:spPr bwMode="auto">
                <a:xfrm>
                  <a:off x="2760" y="2271"/>
                  <a:ext cx="370" cy="103"/>
                </a:xfrm>
                <a:prstGeom prst="rect">
                  <a:avLst/>
                </a:prstGeom>
                <a:solidFill>
                  <a:schemeClr val="bg2"/>
                </a:solidFill>
                <a:ln w="12700">
                  <a:solidFill>
                    <a:schemeClr val="bg1"/>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Data</a:t>
                  </a:r>
                </a:p>
              </p:txBody>
            </p:sp>
            <p:sp>
              <p:nvSpPr>
                <p:cNvPr id="268" name="Rectangle 266">
                  <a:extLst>
                    <a:ext uri="{FF2B5EF4-FFF2-40B4-BE49-F238E27FC236}">
                      <a16:creationId xmlns:a16="http://schemas.microsoft.com/office/drawing/2014/main" id="{259D3423-0B97-4BD9-BA98-A6ED4B19C2C2}"/>
                    </a:ext>
                  </a:extLst>
                </p:cNvPr>
                <p:cNvSpPr>
                  <a:spLocks noChangeArrowheads="1"/>
                </p:cNvSpPr>
                <p:nvPr/>
              </p:nvSpPr>
              <p:spPr bwMode="auto">
                <a:xfrm>
                  <a:off x="2905" y="2359"/>
                  <a:ext cx="371" cy="102"/>
                </a:xfrm>
                <a:prstGeom prst="rect">
                  <a:avLst/>
                </a:prstGeom>
                <a:solidFill>
                  <a:schemeClr val="bg2"/>
                </a:solidFill>
                <a:ln w="12700">
                  <a:solidFill>
                    <a:schemeClr val="bg1"/>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Messaging</a:t>
                  </a:r>
                </a:p>
              </p:txBody>
            </p:sp>
            <p:sp>
              <p:nvSpPr>
                <p:cNvPr id="269" name="Rectangle 267">
                  <a:extLst>
                    <a:ext uri="{FF2B5EF4-FFF2-40B4-BE49-F238E27FC236}">
                      <a16:creationId xmlns:a16="http://schemas.microsoft.com/office/drawing/2014/main" id="{5927A18F-5B53-445F-9DDD-AEC20A453312}"/>
                    </a:ext>
                  </a:extLst>
                </p:cNvPr>
                <p:cNvSpPr>
                  <a:spLocks noChangeArrowheads="1"/>
                </p:cNvSpPr>
                <p:nvPr/>
              </p:nvSpPr>
              <p:spPr bwMode="auto">
                <a:xfrm>
                  <a:off x="3050" y="2446"/>
                  <a:ext cx="371" cy="102"/>
                </a:xfrm>
                <a:prstGeom prst="rect">
                  <a:avLst/>
                </a:prstGeom>
                <a:solidFill>
                  <a:schemeClr val="bg2"/>
                </a:solidFill>
                <a:ln w="12700">
                  <a:solidFill>
                    <a:schemeClr val="bg1"/>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Content</a:t>
                  </a:r>
                </a:p>
              </p:txBody>
            </p:sp>
            <p:sp>
              <p:nvSpPr>
                <p:cNvPr id="270" name="AutoShape 268">
                  <a:extLst>
                    <a:ext uri="{FF2B5EF4-FFF2-40B4-BE49-F238E27FC236}">
                      <a16:creationId xmlns:a16="http://schemas.microsoft.com/office/drawing/2014/main" id="{4570ACF0-4A90-42A9-8807-FE2D40B02B56}"/>
                    </a:ext>
                  </a:extLst>
                </p:cNvPr>
                <p:cNvSpPr>
                  <a:spLocks noChangeArrowheads="1"/>
                </p:cNvSpPr>
                <p:nvPr/>
              </p:nvSpPr>
              <p:spPr bwMode="auto">
                <a:xfrm>
                  <a:off x="3118" y="2287"/>
                  <a:ext cx="242" cy="66"/>
                </a:xfrm>
                <a:prstGeom prst="rightArrow">
                  <a:avLst>
                    <a:gd name="adj1" fmla="val 50000"/>
                    <a:gd name="adj2" fmla="val 91667"/>
                  </a:avLst>
                </a:prstGeom>
                <a:solidFill>
                  <a:srgbClr val="009900"/>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71" name="AutoShape 269">
                  <a:extLst>
                    <a:ext uri="{FF2B5EF4-FFF2-40B4-BE49-F238E27FC236}">
                      <a16:creationId xmlns:a16="http://schemas.microsoft.com/office/drawing/2014/main" id="{B1D7C715-5779-4610-8FD1-5A10CF8D7E96}"/>
                    </a:ext>
                  </a:extLst>
                </p:cNvPr>
                <p:cNvSpPr>
                  <a:spLocks noChangeArrowheads="1"/>
                </p:cNvSpPr>
                <p:nvPr/>
              </p:nvSpPr>
              <p:spPr bwMode="auto">
                <a:xfrm>
                  <a:off x="3259" y="2374"/>
                  <a:ext cx="53" cy="67"/>
                </a:xfrm>
                <a:prstGeom prst="rightArrow">
                  <a:avLst>
                    <a:gd name="adj1" fmla="val 50000"/>
                    <a:gd name="adj2" fmla="val 25000"/>
                  </a:avLst>
                </a:prstGeom>
                <a:solidFill>
                  <a:srgbClr val="009900"/>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72" name="AutoShape 270">
                  <a:extLst>
                    <a:ext uri="{FF2B5EF4-FFF2-40B4-BE49-F238E27FC236}">
                      <a16:creationId xmlns:a16="http://schemas.microsoft.com/office/drawing/2014/main" id="{7B9487D0-F34B-45B7-96A5-E15B0D8382D4}"/>
                    </a:ext>
                  </a:extLst>
                </p:cNvPr>
                <p:cNvSpPr>
                  <a:spLocks noChangeArrowheads="1"/>
                </p:cNvSpPr>
                <p:nvPr/>
              </p:nvSpPr>
              <p:spPr bwMode="auto">
                <a:xfrm>
                  <a:off x="3413" y="2468"/>
                  <a:ext cx="127" cy="67"/>
                </a:xfrm>
                <a:prstGeom prst="rightArrow">
                  <a:avLst>
                    <a:gd name="adj1" fmla="val 50000"/>
                    <a:gd name="adj2" fmla="val 47388"/>
                  </a:avLst>
                </a:prstGeom>
                <a:solidFill>
                  <a:srgbClr val="009900"/>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73" name="AutoShape 271">
                  <a:extLst>
                    <a:ext uri="{FF2B5EF4-FFF2-40B4-BE49-F238E27FC236}">
                      <a16:creationId xmlns:a16="http://schemas.microsoft.com/office/drawing/2014/main" id="{F32B9CB1-69F4-44C5-86C8-79DD2D8E66DB}"/>
                    </a:ext>
                  </a:extLst>
                </p:cNvPr>
                <p:cNvSpPr>
                  <a:spLocks noChangeArrowheads="1"/>
                </p:cNvSpPr>
                <p:nvPr/>
              </p:nvSpPr>
              <p:spPr bwMode="auto">
                <a:xfrm flipH="1">
                  <a:off x="2488" y="2199"/>
                  <a:ext cx="127" cy="67"/>
                </a:xfrm>
                <a:prstGeom prst="rightArrow">
                  <a:avLst>
                    <a:gd name="adj1" fmla="val 50000"/>
                    <a:gd name="adj2" fmla="val 47388"/>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grpSp>
              <p:nvGrpSpPr>
                <p:cNvPr id="274" name="Group 272">
                  <a:extLst>
                    <a:ext uri="{FF2B5EF4-FFF2-40B4-BE49-F238E27FC236}">
                      <a16:creationId xmlns:a16="http://schemas.microsoft.com/office/drawing/2014/main" id="{BEF4C96C-07C6-48E7-8791-70AF783861F2}"/>
                    </a:ext>
                  </a:extLst>
                </p:cNvPr>
                <p:cNvGrpSpPr>
                  <a:grpSpLocks/>
                </p:cNvGrpSpPr>
                <p:nvPr/>
              </p:nvGrpSpPr>
              <p:grpSpPr bwMode="auto">
                <a:xfrm>
                  <a:off x="2379" y="2438"/>
                  <a:ext cx="716" cy="202"/>
                  <a:chOff x="1896" y="4010"/>
                  <a:chExt cx="716" cy="202"/>
                </a:xfrm>
              </p:grpSpPr>
              <p:sp>
                <p:nvSpPr>
                  <p:cNvPr id="275" name="AutoShape 273">
                    <a:extLst>
                      <a:ext uri="{FF2B5EF4-FFF2-40B4-BE49-F238E27FC236}">
                        <a16:creationId xmlns:a16="http://schemas.microsoft.com/office/drawing/2014/main" id="{3334E50F-EED3-49DC-B584-42D67CEEA44C}"/>
                      </a:ext>
                    </a:extLst>
                  </p:cNvPr>
                  <p:cNvSpPr>
                    <a:spLocks noChangeArrowheads="1"/>
                  </p:cNvSpPr>
                  <p:nvPr/>
                </p:nvSpPr>
                <p:spPr bwMode="auto">
                  <a:xfrm flipH="1">
                    <a:off x="1896" y="4115"/>
                    <a:ext cx="105" cy="43"/>
                  </a:xfrm>
                  <a:prstGeom prst="rightArrow">
                    <a:avLst>
                      <a:gd name="adj1" fmla="val 50000"/>
                      <a:gd name="adj2" fmla="val 61047"/>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76" name="AutoShape 274">
                    <a:extLst>
                      <a:ext uri="{FF2B5EF4-FFF2-40B4-BE49-F238E27FC236}">
                        <a16:creationId xmlns:a16="http://schemas.microsoft.com/office/drawing/2014/main" id="{1F271CDB-546E-463E-AC2F-EB44001B52D7}"/>
                      </a:ext>
                    </a:extLst>
                  </p:cNvPr>
                  <p:cNvSpPr>
                    <a:spLocks noChangeArrowheads="1"/>
                  </p:cNvSpPr>
                  <p:nvPr/>
                </p:nvSpPr>
                <p:spPr bwMode="auto">
                  <a:xfrm>
                    <a:off x="1901" y="4056"/>
                    <a:ext cx="106" cy="42"/>
                  </a:xfrm>
                  <a:prstGeom prst="rightArrow">
                    <a:avLst>
                      <a:gd name="adj1" fmla="val 50000"/>
                      <a:gd name="adj2" fmla="val 63095"/>
                    </a:avLst>
                  </a:prstGeom>
                  <a:solidFill>
                    <a:srgbClr val="009900"/>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77" name="Text Box 275">
                    <a:extLst>
                      <a:ext uri="{FF2B5EF4-FFF2-40B4-BE49-F238E27FC236}">
                        <a16:creationId xmlns:a16="http://schemas.microsoft.com/office/drawing/2014/main" id="{8D17BEAC-82F4-4314-BDE8-FB66F85FC707}"/>
                      </a:ext>
                    </a:extLst>
                  </p:cNvPr>
                  <p:cNvSpPr txBox="1">
                    <a:spLocks noChangeArrowheads="1"/>
                  </p:cNvSpPr>
                  <p:nvPr/>
                </p:nvSpPr>
                <p:spPr bwMode="auto">
                  <a:xfrm>
                    <a:off x="2015" y="4010"/>
                    <a:ext cx="5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800"/>
                      <a:t>Positive outlook</a:t>
                    </a:r>
                  </a:p>
                </p:txBody>
              </p:sp>
              <p:sp>
                <p:nvSpPr>
                  <p:cNvPr id="278" name="Text Box 276">
                    <a:extLst>
                      <a:ext uri="{FF2B5EF4-FFF2-40B4-BE49-F238E27FC236}">
                        <a16:creationId xmlns:a16="http://schemas.microsoft.com/office/drawing/2014/main" id="{95FFD536-A726-4B2D-B3DA-3244ACE11E95}"/>
                      </a:ext>
                    </a:extLst>
                  </p:cNvPr>
                  <p:cNvSpPr txBox="1">
                    <a:spLocks noChangeArrowheads="1"/>
                  </p:cNvSpPr>
                  <p:nvPr/>
                </p:nvSpPr>
                <p:spPr bwMode="auto">
                  <a:xfrm>
                    <a:off x="2016" y="4069"/>
                    <a:ext cx="596"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800"/>
                      <a:t>Negative outlook</a:t>
                    </a:r>
                  </a:p>
                </p:txBody>
              </p:sp>
            </p:grpSp>
          </p:grpSp>
        </p:grpSp>
        <p:grpSp>
          <p:nvGrpSpPr>
            <p:cNvPr id="279" name="Group 282">
              <a:extLst>
                <a:ext uri="{FF2B5EF4-FFF2-40B4-BE49-F238E27FC236}">
                  <a16:creationId xmlns:a16="http://schemas.microsoft.com/office/drawing/2014/main" id="{DB6865E1-887C-4653-B742-DE1074ED4517}"/>
                </a:ext>
              </a:extLst>
            </p:cNvPr>
            <p:cNvGrpSpPr>
              <a:grpSpLocks/>
            </p:cNvGrpSpPr>
            <p:nvPr/>
          </p:nvGrpSpPr>
          <p:grpSpPr bwMode="auto">
            <a:xfrm>
              <a:off x="3609975" y="1966913"/>
              <a:ext cx="2928938" cy="1187450"/>
              <a:chOff x="2126" y="1337"/>
              <a:chExt cx="1703" cy="793"/>
            </a:xfrm>
          </p:grpSpPr>
          <p:sp>
            <p:nvSpPr>
              <p:cNvPr id="280" name="Rectangle 113">
                <a:extLst>
                  <a:ext uri="{FF2B5EF4-FFF2-40B4-BE49-F238E27FC236}">
                    <a16:creationId xmlns:a16="http://schemas.microsoft.com/office/drawing/2014/main" id="{1588BFE4-ECCB-4666-B434-F860BDCAC52E}"/>
                  </a:ext>
                </a:extLst>
              </p:cNvPr>
              <p:cNvSpPr>
                <a:spLocks noChangeArrowheads="1"/>
              </p:cNvSpPr>
              <p:nvPr/>
            </p:nvSpPr>
            <p:spPr bwMode="auto">
              <a:xfrm>
                <a:off x="2129" y="1337"/>
                <a:ext cx="1700" cy="793"/>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81" name="Rectangle 532">
                <a:extLst>
                  <a:ext uri="{FF2B5EF4-FFF2-40B4-BE49-F238E27FC236}">
                    <a16:creationId xmlns:a16="http://schemas.microsoft.com/office/drawing/2014/main" id="{B1C8B5A2-F2C0-4046-AB9F-7061E27CA7BC}"/>
                  </a:ext>
                </a:extLst>
              </p:cNvPr>
              <p:cNvSpPr>
                <a:spLocks noChangeArrowheads="1"/>
              </p:cNvSpPr>
              <p:nvPr/>
            </p:nvSpPr>
            <p:spPr bwMode="auto">
              <a:xfrm rot="-5400000">
                <a:off x="1823" y="1640"/>
                <a:ext cx="793"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Portfolio Mix</a:t>
                </a:r>
              </a:p>
            </p:txBody>
          </p:sp>
          <p:sp>
            <p:nvSpPr>
              <p:cNvPr id="282" name="Rectangle 12">
                <a:extLst>
                  <a:ext uri="{FF2B5EF4-FFF2-40B4-BE49-F238E27FC236}">
                    <a16:creationId xmlns:a16="http://schemas.microsoft.com/office/drawing/2014/main" id="{A4DAD750-D268-4536-937D-A6AF9AFE21D0}"/>
                  </a:ext>
                </a:extLst>
              </p:cNvPr>
              <p:cNvSpPr>
                <a:spLocks noChangeArrowheads="1"/>
              </p:cNvSpPr>
              <p:nvPr/>
            </p:nvSpPr>
            <p:spPr bwMode="auto">
              <a:xfrm>
                <a:off x="2351" y="1455"/>
                <a:ext cx="144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Market Segment Mix</a:t>
                </a:r>
              </a:p>
            </p:txBody>
          </p:sp>
          <p:sp>
            <p:nvSpPr>
              <p:cNvPr id="283" name="Rectangle 260">
                <a:extLst>
                  <a:ext uri="{FF2B5EF4-FFF2-40B4-BE49-F238E27FC236}">
                    <a16:creationId xmlns:a16="http://schemas.microsoft.com/office/drawing/2014/main" id="{1444B04F-FD98-4D50-8A1C-7372C4169FCA}"/>
                  </a:ext>
                </a:extLst>
              </p:cNvPr>
              <p:cNvSpPr>
                <a:spLocks noChangeArrowheads="1"/>
              </p:cNvSpPr>
              <p:nvPr/>
            </p:nvSpPr>
            <p:spPr bwMode="auto">
              <a:xfrm>
                <a:off x="2888" y="1991"/>
                <a:ext cx="400" cy="46"/>
              </a:xfrm>
              <a:prstGeom prst="rect">
                <a:avLst/>
              </a:prstGeom>
              <a:gradFill rotWithShape="1">
                <a:gsLst>
                  <a:gs pos="0">
                    <a:srgbClr val="FFFFFF"/>
                  </a:gs>
                  <a:gs pos="100000">
                    <a:srgbClr val="5F5F5F"/>
                  </a:gs>
                </a:gsLst>
                <a:lin ang="0" scaled="1"/>
              </a:gra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84" name="Text Box 261">
                <a:extLst>
                  <a:ext uri="{FF2B5EF4-FFF2-40B4-BE49-F238E27FC236}">
                    <a16:creationId xmlns:a16="http://schemas.microsoft.com/office/drawing/2014/main" id="{6E1C9C5D-545C-4AF7-8903-75D0991C5957}"/>
                  </a:ext>
                </a:extLst>
              </p:cNvPr>
              <p:cNvSpPr txBox="1">
                <a:spLocks noChangeArrowheads="1"/>
              </p:cNvSpPr>
              <p:nvPr/>
            </p:nvSpPr>
            <p:spPr bwMode="auto">
              <a:xfrm>
                <a:off x="3241" y="1958"/>
                <a:ext cx="463"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Full Coverage</a:t>
                </a:r>
              </a:p>
            </p:txBody>
          </p:sp>
          <p:sp>
            <p:nvSpPr>
              <p:cNvPr id="285" name="Text Box 262">
                <a:extLst>
                  <a:ext uri="{FF2B5EF4-FFF2-40B4-BE49-F238E27FC236}">
                    <a16:creationId xmlns:a16="http://schemas.microsoft.com/office/drawing/2014/main" id="{727FC736-6CE6-4F33-8CEB-026A84A23183}"/>
                  </a:ext>
                </a:extLst>
              </p:cNvPr>
              <p:cNvSpPr txBox="1">
                <a:spLocks noChangeArrowheads="1"/>
              </p:cNvSpPr>
              <p:nvPr/>
            </p:nvSpPr>
            <p:spPr bwMode="auto">
              <a:xfrm>
                <a:off x="2490" y="1958"/>
                <a:ext cx="429"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Underweight</a:t>
                </a:r>
              </a:p>
            </p:txBody>
          </p:sp>
          <p:sp>
            <p:nvSpPr>
              <p:cNvPr id="286" name="Rectangle 277">
                <a:extLst>
                  <a:ext uri="{FF2B5EF4-FFF2-40B4-BE49-F238E27FC236}">
                    <a16:creationId xmlns:a16="http://schemas.microsoft.com/office/drawing/2014/main" id="{040F0549-14B7-4F1C-A9B7-F1B6BB300BEB}"/>
                  </a:ext>
                </a:extLst>
              </p:cNvPr>
              <p:cNvSpPr>
                <a:spLocks noChangeArrowheads="1"/>
              </p:cNvSpPr>
              <p:nvPr/>
            </p:nvSpPr>
            <p:spPr bwMode="auto">
              <a:xfrm>
                <a:off x="3182" y="1862"/>
                <a:ext cx="292" cy="100"/>
              </a:xfrm>
              <a:prstGeom prst="rect">
                <a:avLst/>
              </a:prstGeom>
              <a:solidFill>
                <a:srgbClr val="5F5F5F"/>
              </a:solidFill>
              <a:ln w="9525" algn="ctr">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87" name="Rectangle 278">
                <a:extLst>
                  <a:ext uri="{FF2B5EF4-FFF2-40B4-BE49-F238E27FC236}">
                    <a16:creationId xmlns:a16="http://schemas.microsoft.com/office/drawing/2014/main" id="{0B173839-89E2-4ECF-8EC5-1B221FFC59BF}"/>
                  </a:ext>
                </a:extLst>
              </p:cNvPr>
              <p:cNvSpPr>
                <a:spLocks noChangeArrowheads="1"/>
              </p:cNvSpPr>
              <p:nvPr/>
            </p:nvSpPr>
            <p:spPr bwMode="auto">
              <a:xfrm>
                <a:off x="2890" y="1862"/>
                <a:ext cx="292" cy="100"/>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88" name="Rectangle 279">
                <a:extLst>
                  <a:ext uri="{FF2B5EF4-FFF2-40B4-BE49-F238E27FC236}">
                    <a16:creationId xmlns:a16="http://schemas.microsoft.com/office/drawing/2014/main" id="{16DE7041-AEFD-48E0-9F8E-8A9D27EB00BD}"/>
                  </a:ext>
                </a:extLst>
              </p:cNvPr>
              <p:cNvSpPr>
                <a:spLocks noChangeArrowheads="1"/>
              </p:cNvSpPr>
              <p:nvPr/>
            </p:nvSpPr>
            <p:spPr bwMode="auto">
              <a:xfrm>
                <a:off x="2599" y="1862"/>
                <a:ext cx="291" cy="100"/>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89" name="Rectangle 280">
                <a:extLst>
                  <a:ext uri="{FF2B5EF4-FFF2-40B4-BE49-F238E27FC236}">
                    <a16:creationId xmlns:a16="http://schemas.microsoft.com/office/drawing/2014/main" id="{B834EBA4-4FB7-4735-A1BC-3C303D93E462}"/>
                  </a:ext>
                </a:extLst>
              </p:cNvPr>
              <p:cNvSpPr>
                <a:spLocks noChangeArrowheads="1"/>
              </p:cNvSpPr>
              <p:nvPr/>
            </p:nvSpPr>
            <p:spPr bwMode="auto">
              <a:xfrm>
                <a:off x="3182" y="1752"/>
                <a:ext cx="292" cy="110"/>
              </a:xfrm>
              <a:prstGeom prst="rect">
                <a:avLst/>
              </a:prstGeom>
              <a:solidFill>
                <a:srgbClr val="5F5F5F"/>
              </a:solidFill>
              <a:ln w="9525" algn="ctr">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0" name="Rectangle 281">
                <a:extLst>
                  <a:ext uri="{FF2B5EF4-FFF2-40B4-BE49-F238E27FC236}">
                    <a16:creationId xmlns:a16="http://schemas.microsoft.com/office/drawing/2014/main" id="{34BD8B54-F04D-4E4B-93BD-3DA9396C52C5}"/>
                  </a:ext>
                </a:extLst>
              </p:cNvPr>
              <p:cNvSpPr>
                <a:spLocks noChangeArrowheads="1"/>
              </p:cNvSpPr>
              <p:nvPr/>
            </p:nvSpPr>
            <p:spPr bwMode="auto">
              <a:xfrm>
                <a:off x="2890" y="1752"/>
                <a:ext cx="292" cy="110"/>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1" name="Rectangle 282">
                <a:extLst>
                  <a:ext uri="{FF2B5EF4-FFF2-40B4-BE49-F238E27FC236}">
                    <a16:creationId xmlns:a16="http://schemas.microsoft.com/office/drawing/2014/main" id="{72E763F2-C7D3-436D-BC49-B45BA7A93A3E}"/>
                  </a:ext>
                </a:extLst>
              </p:cNvPr>
              <p:cNvSpPr>
                <a:spLocks noChangeArrowheads="1"/>
              </p:cNvSpPr>
              <p:nvPr/>
            </p:nvSpPr>
            <p:spPr bwMode="auto">
              <a:xfrm>
                <a:off x="2599" y="1752"/>
                <a:ext cx="291" cy="110"/>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2" name="Rectangle 283">
                <a:extLst>
                  <a:ext uri="{FF2B5EF4-FFF2-40B4-BE49-F238E27FC236}">
                    <a16:creationId xmlns:a16="http://schemas.microsoft.com/office/drawing/2014/main" id="{703037EE-311D-4746-A2A3-101E6DB65892}"/>
                  </a:ext>
                </a:extLst>
              </p:cNvPr>
              <p:cNvSpPr>
                <a:spLocks noChangeArrowheads="1"/>
              </p:cNvSpPr>
              <p:nvPr/>
            </p:nvSpPr>
            <p:spPr bwMode="auto">
              <a:xfrm>
                <a:off x="2890" y="1643"/>
                <a:ext cx="292" cy="109"/>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3" name="Rectangle 284">
                <a:extLst>
                  <a:ext uri="{FF2B5EF4-FFF2-40B4-BE49-F238E27FC236}">
                    <a16:creationId xmlns:a16="http://schemas.microsoft.com/office/drawing/2014/main" id="{868CB062-8A85-4B76-91C1-BAD75A48F0BE}"/>
                  </a:ext>
                </a:extLst>
              </p:cNvPr>
              <p:cNvSpPr>
                <a:spLocks noChangeArrowheads="1"/>
              </p:cNvSpPr>
              <p:nvPr/>
            </p:nvSpPr>
            <p:spPr bwMode="auto">
              <a:xfrm>
                <a:off x="2599" y="1643"/>
                <a:ext cx="291" cy="109"/>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4" name="Rectangle 285">
                <a:extLst>
                  <a:ext uri="{FF2B5EF4-FFF2-40B4-BE49-F238E27FC236}">
                    <a16:creationId xmlns:a16="http://schemas.microsoft.com/office/drawing/2014/main" id="{055853B1-34D8-4FC7-B5AD-2D9730BA8B67}"/>
                  </a:ext>
                </a:extLst>
              </p:cNvPr>
              <p:cNvSpPr>
                <a:spLocks noChangeArrowheads="1"/>
              </p:cNvSpPr>
              <p:nvPr/>
            </p:nvSpPr>
            <p:spPr bwMode="auto">
              <a:xfrm>
                <a:off x="2890" y="1862"/>
                <a:ext cx="292" cy="100"/>
              </a:xfrm>
              <a:prstGeom prst="rect">
                <a:avLst/>
              </a:prstGeom>
              <a:solidFill>
                <a:srgbClr val="5F5F5F"/>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5" name="Rectangle 286">
                <a:extLst>
                  <a:ext uri="{FF2B5EF4-FFF2-40B4-BE49-F238E27FC236}">
                    <a16:creationId xmlns:a16="http://schemas.microsoft.com/office/drawing/2014/main" id="{B65C8DF7-14C5-4CAD-ABD7-5CA7416EB8E7}"/>
                  </a:ext>
                </a:extLst>
              </p:cNvPr>
              <p:cNvSpPr>
                <a:spLocks noChangeArrowheads="1"/>
              </p:cNvSpPr>
              <p:nvPr/>
            </p:nvSpPr>
            <p:spPr bwMode="auto">
              <a:xfrm>
                <a:off x="2599" y="1862"/>
                <a:ext cx="291" cy="100"/>
              </a:xfrm>
              <a:prstGeom prst="rect">
                <a:avLst/>
              </a:prstGeom>
              <a:solidFill>
                <a:schemeClr val="hlink"/>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6" name="Rectangle 287">
                <a:extLst>
                  <a:ext uri="{FF2B5EF4-FFF2-40B4-BE49-F238E27FC236}">
                    <a16:creationId xmlns:a16="http://schemas.microsoft.com/office/drawing/2014/main" id="{D16337E2-9312-497E-AD3E-830B62FE57E9}"/>
                  </a:ext>
                </a:extLst>
              </p:cNvPr>
              <p:cNvSpPr>
                <a:spLocks noChangeArrowheads="1"/>
              </p:cNvSpPr>
              <p:nvPr/>
            </p:nvSpPr>
            <p:spPr bwMode="auto">
              <a:xfrm>
                <a:off x="2890" y="1752"/>
                <a:ext cx="292" cy="110"/>
              </a:xfrm>
              <a:prstGeom prst="rect">
                <a:avLst/>
              </a:prstGeom>
              <a:solidFill>
                <a:schemeClr val="hlink"/>
              </a:solidFill>
              <a:ln w="9525" algn="ctr">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7" name="Rectangle 288">
                <a:extLst>
                  <a:ext uri="{FF2B5EF4-FFF2-40B4-BE49-F238E27FC236}">
                    <a16:creationId xmlns:a16="http://schemas.microsoft.com/office/drawing/2014/main" id="{D122C45E-FF79-4696-B51D-BC65B7BE8C0C}"/>
                  </a:ext>
                </a:extLst>
              </p:cNvPr>
              <p:cNvSpPr>
                <a:spLocks noChangeArrowheads="1"/>
              </p:cNvSpPr>
              <p:nvPr/>
            </p:nvSpPr>
            <p:spPr bwMode="auto">
              <a:xfrm>
                <a:off x="2599" y="1752"/>
                <a:ext cx="291" cy="110"/>
              </a:xfrm>
              <a:prstGeom prst="rect">
                <a:avLst/>
              </a:prstGeom>
              <a:solidFill>
                <a:schemeClr val="hlink"/>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8" name="Rectangle 289">
                <a:extLst>
                  <a:ext uri="{FF2B5EF4-FFF2-40B4-BE49-F238E27FC236}">
                    <a16:creationId xmlns:a16="http://schemas.microsoft.com/office/drawing/2014/main" id="{CC9AD539-E65E-4F56-A62F-E8F6F4562260}"/>
                  </a:ext>
                </a:extLst>
              </p:cNvPr>
              <p:cNvSpPr>
                <a:spLocks noChangeArrowheads="1"/>
              </p:cNvSpPr>
              <p:nvPr/>
            </p:nvSpPr>
            <p:spPr bwMode="auto">
              <a:xfrm>
                <a:off x="3182" y="1643"/>
                <a:ext cx="292" cy="109"/>
              </a:xfrm>
              <a:prstGeom prst="rect">
                <a:avLst/>
              </a:prstGeom>
              <a:solidFill>
                <a:srgbClr val="5F5F5F"/>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9" name="Rectangle 290">
                <a:extLst>
                  <a:ext uri="{FF2B5EF4-FFF2-40B4-BE49-F238E27FC236}">
                    <a16:creationId xmlns:a16="http://schemas.microsoft.com/office/drawing/2014/main" id="{80F99437-525C-4C27-A7F8-9CE72914299D}"/>
                  </a:ext>
                </a:extLst>
              </p:cNvPr>
              <p:cNvSpPr>
                <a:spLocks noChangeArrowheads="1"/>
              </p:cNvSpPr>
              <p:nvPr/>
            </p:nvSpPr>
            <p:spPr bwMode="auto">
              <a:xfrm>
                <a:off x="2890" y="1643"/>
                <a:ext cx="292" cy="109"/>
              </a:xfrm>
              <a:prstGeom prst="rect">
                <a:avLst/>
              </a:prstGeom>
              <a:solidFill>
                <a:srgbClr val="5F5F5F"/>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00" name="Rectangle 291">
                <a:extLst>
                  <a:ext uri="{FF2B5EF4-FFF2-40B4-BE49-F238E27FC236}">
                    <a16:creationId xmlns:a16="http://schemas.microsoft.com/office/drawing/2014/main" id="{E926A1DF-8792-42E8-9A3E-AEA49D8A432A}"/>
                  </a:ext>
                </a:extLst>
              </p:cNvPr>
              <p:cNvSpPr>
                <a:spLocks noChangeArrowheads="1"/>
              </p:cNvSpPr>
              <p:nvPr/>
            </p:nvSpPr>
            <p:spPr bwMode="auto">
              <a:xfrm>
                <a:off x="2599" y="1643"/>
                <a:ext cx="291" cy="109"/>
              </a:xfrm>
              <a:prstGeom prst="rect">
                <a:avLst/>
              </a:prstGeom>
              <a:solidFill>
                <a:srgbClr val="5F5F5F"/>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01" name="Rectangle 292">
                <a:extLst>
                  <a:ext uri="{FF2B5EF4-FFF2-40B4-BE49-F238E27FC236}">
                    <a16:creationId xmlns:a16="http://schemas.microsoft.com/office/drawing/2014/main" id="{9E6405E1-CE92-4187-A0B6-DB8999A4D198}"/>
                  </a:ext>
                </a:extLst>
              </p:cNvPr>
              <p:cNvSpPr>
                <a:spLocks noChangeArrowheads="1"/>
              </p:cNvSpPr>
              <p:nvPr/>
            </p:nvSpPr>
            <p:spPr bwMode="auto">
              <a:xfrm>
                <a:off x="2358" y="1882"/>
                <a:ext cx="231"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a:solidFill>
                      <a:srgbClr val="00468C"/>
                    </a:solidFill>
                  </a:rPr>
                  <a:t>Corp</a:t>
                </a:r>
                <a:endParaRPr lang="en-GB" altLang="nl-BE" sz="700"/>
              </a:p>
            </p:txBody>
          </p:sp>
          <p:sp>
            <p:nvSpPr>
              <p:cNvPr id="302" name="Rectangle 293">
                <a:extLst>
                  <a:ext uri="{FF2B5EF4-FFF2-40B4-BE49-F238E27FC236}">
                    <a16:creationId xmlns:a16="http://schemas.microsoft.com/office/drawing/2014/main" id="{C9C415E1-4F92-4EF4-866C-75CD98650190}"/>
                  </a:ext>
                </a:extLst>
              </p:cNvPr>
              <p:cNvSpPr>
                <a:spLocks noChangeArrowheads="1"/>
              </p:cNvSpPr>
              <p:nvPr/>
            </p:nvSpPr>
            <p:spPr bwMode="auto">
              <a:xfrm>
                <a:off x="2364" y="1732"/>
                <a:ext cx="293"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a:solidFill>
                      <a:srgbClr val="00468C"/>
                    </a:solidFill>
                  </a:rPr>
                  <a:t>SME/</a:t>
                </a:r>
              </a:p>
              <a:p>
                <a:pPr eaLnBrk="1" hangingPunct="1"/>
                <a:r>
                  <a:rPr lang="en-GB" altLang="nl-BE" sz="700" b="1">
                    <a:solidFill>
                      <a:srgbClr val="00468C"/>
                    </a:solidFill>
                  </a:rPr>
                  <a:t>SOHO</a:t>
                </a:r>
                <a:endParaRPr lang="en-GB" altLang="nl-BE" sz="700"/>
              </a:p>
            </p:txBody>
          </p:sp>
          <p:sp>
            <p:nvSpPr>
              <p:cNvPr id="303" name="Rectangle 294">
                <a:extLst>
                  <a:ext uri="{FF2B5EF4-FFF2-40B4-BE49-F238E27FC236}">
                    <a16:creationId xmlns:a16="http://schemas.microsoft.com/office/drawing/2014/main" id="{82CE729C-FD4C-42CF-8D6E-A7B3410BA030}"/>
                  </a:ext>
                </a:extLst>
              </p:cNvPr>
              <p:cNvSpPr>
                <a:spLocks noChangeArrowheads="1"/>
              </p:cNvSpPr>
              <p:nvPr/>
            </p:nvSpPr>
            <p:spPr bwMode="auto">
              <a:xfrm>
                <a:off x="2370" y="1646"/>
                <a:ext cx="2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a:solidFill>
                      <a:srgbClr val="00468C"/>
                    </a:solidFill>
                  </a:rPr>
                  <a:t>Cons</a:t>
                </a:r>
                <a:endParaRPr lang="en-GB" altLang="nl-BE" sz="700"/>
              </a:p>
            </p:txBody>
          </p:sp>
          <p:sp>
            <p:nvSpPr>
              <p:cNvPr id="304" name="Rectangle 295">
                <a:extLst>
                  <a:ext uri="{FF2B5EF4-FFF2-40B4-BE49-F238E27FC236}">
                    <a16:creationId xmlns:a16="http://schemas.microsoft.com/office/drawing/2014/main" id="{2341B207-792E-4753-BB34-20A0EB51AD1E}"/>
                  </a:ext>
                </a:extLst>
              </p:cNvPr>
              <p:cNvSpPr>
                <a:spLocks noChangeArrowheads="1"/>
              </p:cNvSpPr>
              <p:nvPr/>
            </p:nvSpPr>
            <p:spPr bwMode="auto">
              <a:xfrm>
                <a:off x="2649" y="1555"/>
                <a:ext cx="158"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i="1">
                    <a:solidFill>
                      <a:srgbClr val="00468C"/>
                    </a:solidFill>
                  </a:rPr>
                  <a:t>PAYG</a:t>
                </a:r>
                <a:endParaRPr lang="en-GB" altLang="nl-BE" sz="700"/>
              </a:p>
            </p:txBody>
          </p:sp>
          <p:sp>
            <p:nvSpPr>
              <p:cNvPr id="305" name="Rectangle 296">
                <a:extLst>
                  <a:ext uri="{FF2B5EF4-FFF2-40B4-BE49-F238E27FC236}">
                    <a16:creationId xmlns:a16="http://schemas.microsoft.com/office/drawing/2014/main" id="{0DA3ACC2-401D-4DCA-8195-D81B351EF264}"/>
                  </a:ext>
                </a:extLst>
              </p:cNvPr>
              <p:cNvSpPr>
                <a:spLocks noChangeArrowheads="1"/>
              </p:cNvSpPr>
              <p:nvPr/>
            </p:nvSpPr>
            <p:spPr bwMode="auto">
              <a:xfrm>
                <a:off x="2918" y="1555"/>
                <a:ext cx="252"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i="1">
                    <a:solidFill>
                      <a:srgbClr val="00468C"/>
                    </a:solidFill>
                  </a:rPr>
                  <a:t>Post paid</a:t>
                </a:r>
                <a:endParaRPr lang="en-GB" altLang="nl-BE" sz="700"/>
              </a:p>
            </p:txBody>
          </p:sp>
          <p:sp>
            <p:nvSpPr>
              <p:cNvPr id="306" name="Rectangle 297">
                <a:extLst>
                  <a:ext uri="{FF2B5EF4-FFF2-40B4-BE49-F238E27FC236}">
                    <a16:creationId xmlns:a16="http://schemas.microsoft.com/office/drawing/2014/main" id="{71438A86-FC9D-41A3-B970-BF0668E16C57}"/>
                  </a:ext>
                </a:extLst>
              </p:cNvPr>
              <p:cNvSpPr>
                <a:spLocks noChangeArrowheads="1"/>
              </p:cNvSpPr>
              <p:nvPr/>
            </p:nvSpPr>
            <p:spPr bwMode="auto">
              <a:xfrm>
                <a:off x="3276" y="1555"/>
                <a:ext cx="121"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i="1">
                    <a:solidFill>
                      <a:srgbClr val="00468C"/>
                    </a:solidFill>
                  </a:rPr>
                  <a:t>FMC</a:t>
                </a:r>
                <a:endParaRPr lang="en-GB" altLang="nl-BE" sz="700"/>
              </a:p>
            </p:txBody>
          </p:sp>
          <p:sp>
            <p:nvSpPr>
              <p:cNvPr id="307" name="Rectangle 298">
                <a:extLst>
                  <a:ext uri="{FF2B5EF4-FFF2-40B4-BE49-F238E27FC236}">
                    <a16:creationId xmlns:a16="http://schemas.microsoft.com/office/drawing/2014/main" id="{744664BF-6100-46AF-AE30-ADC0FDCCC376}"/>
                  </a:ext>
                </a:extLst>
              </p:cNvPr>
              <p:cNvSpPr>
                <a:spLocks noChangeArrowheads="1"/>
              </p:cNvSpPr>
              <p:nvPr/>
            </p:nvSpPr>
            <p:spPr bwMode="auto">
              <a:xfrm>
                <a:off x="3472" y="1862"/>
                <a:ext cx="291" cy="100"/>
              </a:xfrm>
              <a:prstGeom prst="rect">
                <a:avLst/>
              </a:prstGeom>
              <a:solidFill>
                <a:srgbClr val="5F5F5F"/>
              </a:solidFill>
              <a:ln w="9525" algn="ctr">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08" name="Rectangle 299">
                <a:extLst>
                  <a:ext uri="{FF2B5EF4-FFF2-40B4-BE49-F238E27FC236}">
                    <a16:creationId xmlns:a16="http://schemas.microsoft.com/office/drawing/2014/main" id="{11E65819-2433-4566-9E21-FDCC134E7BEF}"/>
                  </a:ext>
                </a:extLst>
              </p:cNvPr>
              <p:cNvSpPr>
                <a:spLocks noChangeArrowheads="1"/>
              </p:cNvSpPr>
              <p:nvPr/>
            </p:nvSpPr>
            <p:spPr bwMode="auto">
              <a:xfrm>
                <a:off x="3472" y="1752"/>
                <a:ext cx="291" cy="110"/>
              </a:xfrm>
              <a:prstGeom prst="rect">
                <a:avLst/>
              </a:prstGeom>
              <a:solidFill>
                <a:srgbClr val="5F5F5F"/>
              </a:solidFill>
              <a:ln w="9525" algn="ctr">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09" name="Rectangle 300">
                <a:extLst>
                  <a:ext uri="{FF2B5EF4-FFF2-40B4-BE49-F238E27FC236}">
                    <a16:creationId xmlns:a16="http://schemas.microsoft.com/office/drawing/2014/main" id="{99DD4584-E1DE-4258-980D-78235801D28A}"/>
                  </a:ext>
                </a:extLst>
              </p:cNvPr>
              <p:cNvSpPr>
                <a:spLocks noChangeArrowheads="1"/>
              </p:cNvSpPr>
              <p:nvPr/>
            </p:nvSpPr>
            <p:spPr bwMode="auto">
              <a:xfrm>
                <a:off x="3472" y="1643"/>
                <a:ext cx="291" cy="109"/>
              </a:xfrm>
              <a:prstGeom prst="rect">
                <a:avLst/>
              </a:prstGeom>
              <a:solidFill>
                <a:srgbClr val="5F5F5F"/>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10" name="Rectangle 301">
                <a:extLst>
                  <a:ext uri="{FF2B5EF4-FFF2-40B4-BE49-F238E27FC236}">
                    <a16:creationId xmlns:a16="http://schemas.microsoft.com/office/drawing/2014/main" id="{E77190CD-3ACE-45AE-A57C-96E15B6B65F3}"/>
                  </a:ext>
                </a:extLst>
              </p:cNvPr>
              <p:cNvSpPr>
                <a:spLocks noChangeArrowheads="1"/>
              </p:cNvSpPr>
              <p:nvPr/>
            </p:nvSpPr>
            <p:spPr bwMode="auto">
              <a:xfrm>
                <a:off x="3566" y="1555"/>
                <a:ext cx="146"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i="1">
                    <a:solidFill>
                      <a:srgbClr val="00468C"/>
                    </a:solidFill>
                  </a:rPr>
                  <a:t>Fixed</a:t>
                </a:r>
                <a:endParaRPr lang="en-GB" altLang="nl-BE" sz="700"/>
              </a:p>
            </p:txBody>
          </p:sp>
        </p:grpSp>
        <p:grpSp>
          <p:nvGrpSpPr>
            <p:cNvPr id="311" name="Group 314">
              <a:extLst>
                <a:ext uri="{FF2B5EF4-FFF2-40B4-BE49-F238E27FC236}">
                  <a16:creationId xmlns:a16="http://schemas.microsoft.com/office/drawing/2014/main" id="{58464725-455B-40BF-89E7-DB193BC3D87B}"/>
                </a:ext>
              </a:extLst>
            </p:cNvPr>
            <p:cNvGrpSpPr>
              <a:grpSpLocks/>
            </p:cNvGrpSpPr>
            <p:nvPr/>
          </p:nvGrpSpPr>
          <p:grpSpPr bwMode="auto">
            <a:xfrm>
              <a:off x="3609975" y="3184525"/>
              <a:ext cx="2928938" cy="1179513"/>
              <a:chOff x="2099" y="1999"/>
              <a:chExt cx="1703" cy="743"/>
            </a:xfrm>
          </p:grpSpPr>
          <p:sp>
            <p:nvSpPr>
              <p:cNvPr id="312" name="Rectangle 111">
                <a:extLst>
                  <a:ext uri="{FF2B5EF4-FFF2-40B4-BE49-F238E27FC236}">
                    <a16:creationId xmlns:a16="http://schemas.microsoft.com/office/drawing/2014/main" id="{D29C2F49-5118-46FF-A05B-6B53A3FF61C3}"/>
                  </a:ext>
                </a:extLst>
              </p:cNvPr>
              <p:cNvSpPr>
                <a:spLocks noChangeArrowheads="1"/>
              </p:cNvSpPr>
              <p:nvPr/>
            </p:nvSpPr>
            <p:spPr bwMode="auto">
              <a:xfrm>
                <a:off x="2102" y="1999"/>
                <a:ext cx="1700" cy="742"/>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13" name="Rectangle 533">
                <a:extLst>
                  <a:ext uri="{FF2B5EF4-FFF2-40B4-BE49-F238E27FC236}">
                    <a16:creationId xmlns:a16="http://schemas.microsoft.com/office/drawing/2014/main" id="{608FF871-EEEC-45A0-865B-149A853E7A98}"/>
                  </a:ext>
                </a:extLst>
              </p:cNvPr>
              <p:cNvSpPr>
                <a:spLocks noChangeArrowheads="1"/>
              </p:cNvSpPr>
              <p:nvPr/>
            </p:nvSpPr>
            <p:spPr bwMode="auto">
              <a:xfrm rot="-5400000">
                <a:off x="1822" y="2277"/>
                <a:ext cx="742"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Marketing Plan</a:t>
                </a:r>
              </a:p>
            </p:txBody>
          </p:sp>
          <p:sp>
            <p:nvSpPr>
              <p:cNvPr id="314" name="Rectangle 5">
                <a:extLst>
                  <a:ext uri="{FF2B5EF4-FFF2-40B4-BE49-F238E27FC236}">
                    <a16:creationId xmlns:a16="http://schemas.microsoft.com/office/drawing/2014/main" id="{0B7E8D90-543F-4076-872F-BE5C7A8E8FD6}"/>
                  </a:ext>
                </a:extLst>
              </p:cNvPr>
              <p:cNvSpPr>
                <a:spLocks noChangeArrowheads="1"/>
              </p:cNvSpPr>
              <p:nvPr/>
            </p:nvSpPr>
            <p:spPr bwMode="auto">
              <a:xfrm>
                <a:off x="2431" y="2257"/>
                <a:ext cx="1222" cy="382"/>
              </a:xfrm>
              <a:prstGeom prst="rect">
                <a:avLst/>
              </a:prstGeom>
              <a:solidFill>
                <a:schemeClr val="tx2"/>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15" name="Rectangle 6">
                <a:extLst>
                  <a:ext uri="{FF2B5EF4-FFF2-40B4-BE49-F238E27FC236}">
                    <a16:creationId xmlns:a16="http://schemas.microsoft.com/office/drawing/2014/main" id="{B2EB03A4-7AD0-41BC-BFFD-3639EF608BA2}"/>
                  </a:ext>
                </a:extLst>
              </p:cNvPr>
              <p:cNvSpPr>
                <a:spLocks noChangeArrowheads="1"/>
              </p:cNvSpPr>
              <p:nvPr/>
            </p:nvSpPr>
            <p:spPr bwMode="auto">
              <a:xfrm>
                <a:off x="2467" y="2274"/>
                <a:ext cx="1222" cy="382"/>
              </a:xfrm>
              <a:prstGeom prst="rect">
                <a:avLst/>
              </a:prstGeom>
              <a:solidFill>
                <a:schemeClr val="tx2"/>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16" name="Rectangle 12">
                <a:extLst>
                  <a:ext uri="{FF2B5EF4-FFF2-40B4-BE49-F238E27FC236}">
                    <a16:creationId xmlns:a16="http://schemas.microsoft.com/office/drawing/2014/main" id="{2073E2EA-5938-4031-A88E-765EACE8C664}"/>
                  </a:ext>
                </a:extLst>
              </p:cNvPr>
              <p:cNvSpPr>
                <a:spLocks noChangeArrowheads="1"/>
              </p:cNvSpPr>
              <p:nvPr/>
            </p:nvSpPr>
            <p:spPr bwMode="auto">
              <a:xfrm>
                <a:off x="2413" y="2134"/>
                <a:ext cx="1125"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Alignment to Marketing Plan</a:t>
                </a:r>
              </a:p>
            </p:txBody>
          </p:sp>
          <p:sp>
            <p:nvSpPr>
              <p:cNvPr id="317" name="Text Box 302">
                <a:extLst>
                  <a:ext uri="{FF2B5EF4-FFF2-40B4-BE49-F238E27FC236}">
                    <a16:creationId xmlns:a16="http://schemas.microsoft.com/office/drawing/2014/main" id="{18A08423-FE52-482C-8089-EAEBB4109FC9}"/>
                  </a:ext>
                </a:extLst>
              </p:cNvPr>
              <p:cNvSpPr txBox="1">
                <a:spLocks noChangeArrowheads="1"/>
              </p:cNvSpPr>
              <p:nvPr/>
            </p:nvSpPr>
            <p:spPr bwMode="auto">
              <a:xfrm>
                <a:off x="2871" y="2348"/>
                <a:ext cx="42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Price Range</a:t>
                </a:r>
              </a:p>
            </p:txBody>
          </p:sp>
          <p:sp>
            <p:nvSpPr>
              <p:cNvPr id="318" name="Text Box 303">
                <a:extLst>
                  <a:ext uri="{FF2B5EF4-FFF2-40B4-BE49-F238E27FC236}">
                    <a16:creationId xmlns:a16="http://schemas.microsoft.com/office/drawing/2014/main" id="{BBDD5E32-44CC-4721-ACA3-2063CD2B2FC4}"/>
                  </a:ext>
                </a:extLst>
              </p:cNvPr>
              <p:cNvSpPr txBox="1">
                <a:spLocks noChangeArrowheads="1"/>
              </p:cNvSpPr>
              <p:nvPr/>
            </p:nvSpPr>
            <p:spPr bwMode="auto">
              <a:xfrm>
                <a:off x="2871" y="2417"/>
                <a:ext cx="41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Offering Mix</a:t>
                </a:r>
              </a:p>
            </p:txBody>
          </p:sp>
          <p:sp>
            <p:nvSpPr>
              <p:cNvPr id="319" name="Text Box 304">
                <a:extLst>
                  <a:ext uri="{FF2B5EF4-FFF2-40B4-BE49-F238E27FC236}">
                    <a16:creationId xmlns:a16="http://schemas.microsoft.com/office/drawing/2014/main" id="{5090A7B5-E7E1-4293-992F-12FC8AA125D2}"/>
                  </a:ext>
                </a:extLst>
              </p:cNvPr>
              <p:cNvSpPr txBox="1">
                <a:spLocks noChangeArrowheads="1"/>
              </p:cNvSpPr>
              <p:nvPr/>
            </p:nvSpPr>
            <p:spPr bwMode="auto">
              <a:xfrm>
                <a:off x="2871" y="2484"/>
                <a:ext cx="4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Segment Fit</a:t>
                </a:r>
              </a:p>
            </p:txBody>
          </p:sp>
          <p:sp>
            <p:nvSpPr>
              <p:cNvPr id="320" name="Rectangle 305">
                <a:extLst>
                  <a:ext uri="{FF2B5EF4-FFF2-40B4-BE49-F238E27FC236}">
                    <a16:creationId xmlns:a16="http://schemas.microsoft.com/office/drawing/2014/main" id="{1A5BA12C-6111-4693-8D62-26622E2F5A6E}"/>
                  </a:ext>
                </a:extLst>
              </p:cNvPr>
              <p:cNvSpPr>
                <a:spLocks noChangeArrowheads="1"/>
              </p:cNvSpPr>
              <p:nvPr/>
            </p:nvSpPr>
            <p:spPr bwMode="auto">
              <a:xfrm>
                <a:off x="3319" y="2388"/>
                <a:ext cx="84" cy="36"/>
              </a:xfrm>
              <a:prstGeom prst="rect">
                <a:avLst/>
              </a:prstGeom>
              <a:solidFill>
                <a:schemeClr val="bg1"/>
              </a:solidFill>
              <a:ln w="12700">
                <a:solidFill>
                  <a:schemeClr val="bg2"/>
                </a:solidFill>
                <a:miter lim="800000"/>
                <a:headEnd/>
                <a:tailEnd/>
              </a:ln>
            </p:spPr>
            <p:txBody>
              <a:bodyPr wrap="none" lIns="0" tIns="0" rIns="0" bIns="0" anchor="b"/>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endParaRPr lang="en-US" altLang="nl-BE" sz="2000">
                  <a:solidFill>
                    <a:srgbClr val="009900"/>
                  </a:solidFill>
                  <a:sym typeface="Webdings" panose="05030102010509060703" pitchFamily="18" charset="2"/>
                </a:endParaRPr>
              </a:p>
            </p:txBody>
          </p:sp>
          <p:sp>
            <p:nvSpPr>
              <p:cNvPr id="321" name="Rectangle 306">
                <a:extLst>
                  <a:ext uri="{FF2B5EF4-FFF2-40B4-BE49-F238E27FC236}">
                    <a16:creationId xmlns:a16="http://schemas.microsoft.com/office/drawing/2014/main" id="{D359EE79-F6C5-4713-AB35-8A6818A51CEA}"/>
                  </a:ext>
                </a:extLst>
              </p:cNvPr>
              <p:cNvSpPr>
                <a:spLocks noChangeArrowheads="1"/>
              </p:cNvSpPr>
              <p:nvPr/>
            </p:nvSpPr>
            <p:spPr bwMode="auto">
              <a:xfrm>
                <a:off x="3319" y="2456"/>
                <a:ext cx="84" cy="36"/>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22" name="Rectangle 307">
                <a:extLst>
                  <a:ext uri="{FF2B5EF4-FFF2-40B4-BE49-F238E27FC236}">
                    <a16:creationId xmlns:a16="http://schemas.microsoft.com/office/drawing/2014/main" id="{159E42E2-6EE2-4FA4-8BAC-41625AEED175}"/>
                  </a:ext>
                </a:extLst>
              </p:cNvPr>
              <p:cNvSpPr>
                <a:spLocks noChangeArrowheads="1"/>
              </p:cNvSpPr>
              <p:nvPr/>
            </p:nvSpPr>
            <p:spPr bwMode="auto">
              <a:xfrm>
                <a:off x="3319" y="2525"/>
                <a:ext cx="84" cy="35"/>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23" name="Text Box 308">
                <a:extLst>
                  <a:ext uri="{FF2B5EF4-FFF2-40B4-BE49-F238E27FC236}">
                    <a16:creationId xmlns:a16="http://schemas.microsoft.com/office/drawing/2014/main" id="{88C98E2B-AB4F-47BC-8B13-040665528F68}"/>
                  </a:ext>
                </a:extLst>
              </p:cNvPr>
              <p:cNvSpPr txBox="1">
                <a:spLocks noChangeArrowheads="1"/>
              </p:cNvSpPr>
              <p:nvPr/>
            </p:nvSpPr>
            <p:spPr bwMode="auto">
              <a:xfrm>
                <a:off x="2871" y="2553"/>
                <a:ext cx="4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Range Size</a:t>
                </a:r>
              </a:p>
            </p:txBody>
          </p:sp>
          <p:sp>
            <p:nvSpPr>
              <p:cNvPr id="324" name="Rectangle 309">
                <a:extLst>
                  <a:ext uri="{FF2B5EF4-FFF2-40B4-BE49-F238E27FC236}">
                    <a16:creationId xmlns:a16="http://schemas.microsoft.com/office/drawing/2014/main" id="{97601731-726C-479B-A755-6E8BAFBAA53A}"/>
                  </a:ext>
                </a:extLst>
              </p:cNvPr>
              <p:cNvSpPr>
                <a:spLocks noChangeArrowheads="1"/>
              </p:cNvSpPr>
              <p:nvPr/>
            </p:nvSpPr>
            <p:spPr bwMode="auto">
              <a:xfrm>
                <a:off x="3319" y="2593"/>
                <a:ext cx="84" cy="36"/>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25" name="Rectangle 310">
                <a:extLst>
                  <a:ext uri="{FF2B5EF4-FFF2-40B4-BE49-F238E27FC236}">
                    <a16:creationId xmlns:a16="http://schemas.microsoft.com/office/drawing/2014/main" id="{AEACEBB1-3AE1-44A2-A51D-7CE7CD5F37F2}"/>
                  </a:ext>
                </a:extLst>
              </p:cNvPr>
              <p:cNvSpPr>
                <a:spLocks noChangeArrowheads="1"/>
              </p:cNvSpPr>
              <p:nvPr/>
            </p:nvSpPr>
            <p:spPr bwMode="auto">
              <a:xfrm>
                <a:off x="3294" y="2283"/>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2000">
                    <a:solidFill>
                      <a:srgbClr val="009900"/>
                    </a:solidFill>
                    <a:sym typeface="Webdings" panose="05030102010509060703" pitchFamily="18" charset="2"/>
                  </a:rPr>
                  <a:t></a:t>
                </a:r>
              </a:p>
            </p:txBody>
          </p:sp>
          <p:sp>
            <p:nvSpPr>
              <p:cNvPr id="326" name="Rectangle 311">
                <a:extLst>
                  <a:ext uri="{FF2B5EF4-FFF2-40B4-BE49-F238E27FC236}">
                    <a16:creationId xmlns:a16="http://schemas.microsoft.com/office/drawing/2014/main" id="{CBE335B1-F821-43E8-A8DF-0573FE208C5C}"/>
                  </a:ext>
                </a:extLst>
              </p:cNvPr>
              <p:cNvSpPr>
                <a:spLocks noChangeArrowheads="1"/>
              </p:cNvSpPr>
              <p:nvPr/>
            </p:nvSpPr>
            <p:spPr bwMode="auto">
              <a:xfrm>
                <a:off x="3294" y="2360"/>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2000">
                    <a:solidFill>
                      <a:srgbClr val="009900"/>
                    </a:solidFill>
                    <a:sym typeface="Webdings" panose="05030102010509060703" pitchFamily="18" charset="2"/>
                  </a:rPr>
                  <a:t></a:t>
                </a:r>
              </a:p>
            </p:txBody>
          </p:sp>
          <p:sp>
            <p:nvSpPr>
              <p:cNvPr id="327" name="Rectangle 312">
                <a:extLst>
                  <a:ext uri="{FF2B5EF4-FFF2-40B4-BE49-F238E27FC236}">
                    <a16:creationId xmlns:a16="http://schemas.microsoft.com/office/drawing/2014/main" id="{BB6654A4-B48F-4F17-8592-2303CD29B365}"/>
                  </a:ext>
                </a:extLst>
              </p:cNvPr>
              <p:cNvSpPr>
                <a:spLocks noChangeArrowheads="1"/>
              </p:cNvSpPr>
              <p:nvPr/>
            </p:nvSpPr>
            <p:spPr bwMode="auto">
              <a:xfrm>
                <a:off x="3294" y="2429"/>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2000">
                    <a:solidFill>
                      <a:srgbClr val="009900"/>
                    </a:solidFill>
                    <a:sym typeface="Webdings" panose="05030102010509060703" pitchFamily="18" charset="2"/>
                  </a:rPr>
                  <a:t></a:t>
                </a:r>
              </a:p>
            </p:txBody>
          </p:sp>
          <p:sp>
            <p:nvSpPr>
              <p:cNvPr id="328" name="Rectangle 313">
                <a:extLst>
                  <a:ext uri="{FF2B5EF4-FFF2-40B4-BE49-F238E27FC236}">
                    <a16:creationId xmlns:a16="http://schemas.microsoft.com/office/drawing/2014/main" id="{86A4AF7F-0854-4BE0-8F52-994A6170E91A}"/>
                  </a:ext>
                </a:extLst>
              </p:cNvPr>
              <p:cNvSpPr>
                <a:spLocks noChangeArrowheads="1"/>
              </p:cNvSpPr>
              <p:nvPr/>
            </p:nvSpPr>
            <p:spPr bwMode="auto">
              <a:xfrm>
                <a:off x="3294" y="2506"/>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2000">
                    <a:solidFill>
                      <a:srgbClr val="009900"/>
                    </a:solidFill>
                    <a:sym typeface="Webdings" panose="05030102010509060703" pitchFamily="18" charset="2"/>
                  </a:rPr>
                  <a:t></a:t>
                </a:r>
              </a:p>
            </p:txBody>
          </p:sp>
          <p:sp>
            <p:nvSpPr>
              <p:cNvPr id="329" name="Rectangle 314">
                <a:extLst>
                  <a:ext uri="{FF2B5EF4-FFF2-40B4-BE49-F238E27FC236}">
                    <a16:creationId xmlns:a16="http://schemas.microsoft.com/office/drawing/2014/main" id="{D393AAD7-4C73-4353-BD6B-7226AE81D73D}"/>
                  </a:ext>
                </a:extLst>
              </p:cNvPr>
              <p:cNvSpPr>
                <a:spLocks noChangeArrowheads="1"/>
              </p:cNvSpPr>
              <p:nvPr/>
            </p:nvSpPr>
            <p:spPr bwMode="auto">
              <a:xfrm rot="-5400000">
                <a:off x="2669" y="2448"/>
                <a:ext cx="256" cy="122"/>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700">
                    <a:solidFill>
                      <a:schemeClr val="bg1"/>
                    </a:solidFill>
                  </a:rPr>
                  <a:t>Criteria</a:t>
                </a:r>
              </a:p>
            </p:txBody>
          </p:sp>
          <p:sp>
            <p:nvSpPr>
              <p:cNvPr id="330" name="Text Box 315">
                <a:extLst>
                  <a:ext uri="{FF2B5EF4-FFF2-40B4-BE49-F238E27FC236}">
                    <a16:creationId xmlns:a16="http://schemas.microsoft.com/office/drawing/2014/main" id="{2A6D7102-B338-4FCA-9C29-57BCDDDFDFA4}"/>
                  </a:ext>
                </a:extLst>
              </p:cNvPr>
              <p:cNvSpPr txBox="1">
                <a:spLocks noChangeArrowheads="1"/>
              </p:cNvSpPr>
              <p:nvPr/>
            </p:nvSpPr>
            <p:spPr bwMode="auto">
              <a:xfrm>
                <a:off x="2482" y="2269"/>
                <a:ext cx="118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Consumer Segment – Young Professionals</a:t>
                </a:r>
              </a:p>
            </p:txBody>
          </p:sp>
        </p:grpSp>
        <p:sp>
          <p:nvSpPr>
            <p:cNvPr id="331" name="AutoShape 217">
              <a:extLst>
                <a:ext uri="{FF2B5EF4-FFF2-40B4-BE49-F238E27FC236}">
                  <a16:creationId xmlns:a16="http://schemas.microsoft.com/office/drawing/2014/main" id="{A91654B3-34FF-4464-9522-C718F3F9A0AC}"/>
                </a:ext>
              </a:extLst>
            </p:cNvPr>
            <p:cNvSpPr>
              <a:spLocks noChangeArrowheads="1"/>
            </p:cNvSpPr>
            <p:nvPr>
              <p:custDataLst>
                <p:tags r:id="rId1"/>
              </p:custDataLst>
            </p:nvPr>
          </p:nvSpPr>
          <p:spPr bwMode="auto">
            <a:xfrm rot="10800000">
              <a:off x="654050" y="5629275"/>
              <a:ext cx="2754313" cy="69850"/>
            </a:xfrm>
            <a:prstGeom prst="triangle">
              <a:avLst>
                <a:gd name="adj" fmla="val 50000"/>
              </a:avLst>
            </a:prstGeom>
            <a:solidFill>
              <a:schemeClr val="accent2"/>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rot="10800000" vert="eaVert"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32" name="AutoShape 217">
              <a:extLst>
                <a:ext uri="{FF2B5EF4-FFF2-40B4-BE49-F238E27FC236}">
                  <a16:creationId xmlns:a16="http://schemas.microsoft.com/office/drawing/2014/main" id="{A1E788DF-BA32-4703-942F-07B73D604ACB}"/>
                </a:ext>
              </a:extLst>
            </p:cNvPr>
            <p:cNvSpPr>
              <a:spLocks noChangeArrowheads="1"/>
            </p:cNvSpPr>
            <p:nvPr>
              <p:custDataLst>
                <p:tags r:id="rId2"/>
              </p:custDataLst>
            </p:nvPr>
          </p:nvSpPr>
          <p:spPr bwMode="auto">
            <a:xfrm rot="10800000">
              <a:off x="3733800" y="5629275"/>
              <a:ext cx="2754313" cy="69850"/>
            </a:xfrm>
            <a:prstGeom prst="triangle">
              <a:avLst>
                <a:gd name="adj" fmla="val 50000"/>
              </a:avLst>
            </a:prstGeom>
            <a:solidFill>
              <a:schemeClr val="accent2"/>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rot="10800000" vert="eaVert"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33" name="AutoShape 217">
              <a:extLst>
                <a:ext uri="{FF2B5EF4-FFF2-40B4-BE49-F238E27FC236}">
                  <a16:creationId xmlns:a16="http://schemas.microsoft.com/office/drawing/2014/main" id="{BD86CD07-0139-4CCF-BC69-BF9674642F9C}"/>
                </a:ext>
              </a:extLst>
            </p:cNvPr>
            <p:cNvSpPr>
              <a:spLocks noChangeArrowheads="1"/>
            </p:cNvSpPr>
            <p:nvPr>
              <p:custDataLst>
                <p:tags r:id="rId3"/>
              </p:custDataLst>
            </p:nvPr>
          </p:nvSpPr>
          <p:spPr bwMode="auto">
            <a:xfrm rot="10800000">
              <a:off x="6826250" y="5629275"/>
              <a:ext cx="2754313" cy="69850"/>
            </a:xfrm>
            <a:prstGeom prst="triangle">
              <a:avLst>
                <a:gd name="adj" fmla="val 50000"/>
              </a:avLst>
            </a:prstGeom>
            <a:solidFill>
              <a:schemeClr val="accent2"/>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rot="10800000" vert="eaVert"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34" name="AutoShape 15">
              <a:extLst>
                <a:ext uri="{FF2B5EF4-FFF2-40B4-BE49-F238E27FC236}">
                  <a16:creationId xmlns:a16="http://schemas.microsoft.com/office/drawing/2014/main" id="{8F603E13-F7E9-424F-B8AA-541063E93ADB}"/>
                </a:ext>
              </a:extLst>
            </p:cNvPr>
            <p:cNvSpPr>
              <a:spLocks noChangeArrowheads="1"/>
            </p:cNvSpPr>
            <p:nvPr/>
          </p:nvSpPr>
          <p:spPr bwMode="auto">
            <a:xfrm>
              <a:off x="650875" y="5741988"/>
              <a:ext cx="2779713" cy="536575"/>
            </a:xfrm>
            <a:prstGeom prst="roundRect">
              <a:avLst>
                <a:gd name="adj" fmla="val 16667"/>
              </a:avLst>
            </a:prstGeom>
            <a:solidFill>
              <a:schemeClr val="bg2"/>
            </a:solidFill>
            <a:ln w="15875">
              <a:noFill/>
              <a:round/>
              <a:headEnd/>
              <a:tailEnd/>
            </a:ln>
          </p:spPr>
          <p:txBody>
            <a:bodyPr lIns="54000" rIns="5400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000" b="1">
                  <a:solidFill>
                    <a:schemeClr val="accent2"/>
                  </a:solidFill>
                </a:rPr>
                <a:t>Aims to identify poor performing tariffs / products / service from simple subscriber numbers through to profit contribution</a:t>
              </a:r>
            </a:p>
          </p:txBody>
        </p:sp>
        <p:sp>
          <p:nvSpPr>
            <p:cNvPr id="335" name="AutoShape 15">
              <a:extLst>
                <a:ext uri="{FF2B5EF4-FFF2-40B4-BE49-F238E27FC236}">
                  <a16:creationId xmlns:a16="http://schemas.microsoft.com/office/drawing/2014/main" id="{CAEF769B-9BBD-49EC-8761-BFFFC4D3B08D}"/>
                </a:ext>
              </a:extLst>
            </p:cNvPr>
            <p:cNvSpPr>
              <a:spLocks noChangeArrowheads="1"/>
            </p:cNvSpPr>
            <p:nvPr/>
          </p:nvSpPr>
          <p:spPr bwMode="auto">
            <a:xfrm>
              <a:off x="3681413" y="5741988"/>
              <a:ext cx="2781300" cy="536575"/>
            </a:xfrm>
            <a:prstGeom prst="roundRect">
              <a:avLst>
                <a:gd name="adj" fmla="val 16667"/>
              </a:avLst>
            </a:prstGeom>
            <a:solidFill>
              <a:schemeClr val="bg2"/>
            </a:solidFill>
            <a:ln w="15875">
              <a:noFill/>
              <a:round/>
              <a:headEnd/>
              <a:tailEnd/>
            </a:ln>
          </p:spPr>
          <p:txBody>
            <a:bodyPr lIns="54000" rIns="5400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000" b="1">
                  <a:solidFill>
                    <a:schemeClr val="accent2"/>
                  </a:solidFill>
                </a:rPr>
                <a:t>Focuses on the changes that are required to existing portfolio to better align tariffs with consumer needs</a:t>
              </a:r>
            </a:p>
          </p:txBody>
        </p:sp>
        <p:sp>
          <p:nvSpPr>
            <p:cNvPr id="336" name="AutoShape 15">
              <a:extLst>
                <a:ext uri="{FF2B5EF4-FFF2-40B4-BE49-F238E27FC236}">
                  <a16:creationId xmlns:a16="http://schemas.microsoft.com/office/drawing/2014/main" id="{7260200A-3115-42D3-B4B8-840DCEEEE784}"/>
                </a:ext>
              </a:extLst>
            </p:cNvPr>
            <p:cNvSpPr>
              <a:spLocks noChangeArrowheads="1"/>
            </p:cNvSpPr>
            <p:nvPr/>
          </p:nvSpPr>
          <p:spPr bwMode="auto">
            <a:xfrm>
              <a:off x="6750050" y="5741988"/>
              <a:ext cx="2781300" cy="536575"/>
            </a:xfrm>
            <a:prstGeom prst="roundRect">
              <a:avLst>
                <a:gd name="adj" fmla="val 16667"/>
              </a:avLst>
            </a:prstGeom>
            <a:solidFill>
              <a:schemeClr val="bg2"/>
            </a:solidFill>
            <a:ln w="15875">
              <a:noFill/>
              <a:round/>
              <a:headEnd/>
              <a:tailEnd/>
            </a:ln>
          </p:spPr>
          <p:txBody>
            <a:bodyPr lIns="54000" rIns="5400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000" b="1">
                  <a:solidFill>
                    <a:schemeClr val="accent2"/>
                  </a:solidFill>
                </a:rPr>
                <a:t>Aims to establish the implications of rationalisation on the cost of managing and maintaining IT</a:t>
              </a:r>
            </a:p>
          </p:txBody>
        </p:sp>
      </p:grpSp>
    </p:spTree>
    <p:extLst>
      <p:ext uri="{BB962C8B-B14F-4D97-AF65-F5344CB8AC3E}">
        <p14:creationId xmlns:p14="http://schemas.microsoft.com/office/powerpoint/2010/main" val="1156966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8140" y="187170"/>
            <a:ext cx="10947772" cy="716711"/>
          </a:xfrm>
        </p:spPr>
        <p:txBody>
          <a:bodyPr/>
          <a:lstStyle/>
          <a:p>
            <a:r>
              <a:rPr lang="en-US">
                <a:solidFill>
                  <a:schemeClr val="tx1"/>
                </a:solidFill>
              </a:rPr>
              <a:t>METHODOLOGY – OPERATING MODEL TRANSFORMATION</a:t>
            </a:r>
            <a:endParaRPr lang="nl-NL">
              <a:solidFill>
                <a:schemeClr val="tx1"/>
              </a:solidFill>
            </a:endParaRPr>
          </a:p>
        </p:txBody>
      </p:sp>
      <p:sp>
        <p:nvSpPr>
          <p:cNvPr id="42" name="Text Placeholder 8"/>
          <p:cNvSpPr>
            <a:spLocks noGrp="1"/>
          </p:cNvSpPr>
          <p:nvPr>
            <p:ph type="body" sz="quarter" idx="14"/>
          </p:nvPr>
        </p:nvSpPr>
        <p:spPr>
          <a:xfrm>
            <a:off x="689829" y="5691277"/>
            <a:ext cx="3182487" cy="1035627"/>
          </a:xfrm>
        </p:spPr>
        <p:txBody>
          <a:bodyPr/>
          <a:lstStyle/>
          <a:p>
            <a:pPr>
              <a:spcBef>
                <a:spcPts val="600"/>
              </a:spcBef>
            </a:pPr>
            <a:r>
              <a:rPr lang="en-GB" sz="1200"/>
              <a:t>The key equation is ‘People &gt; Process &gt; Technology’. In TO-BE, we change ‘Process’ in this equation, so what’s the impact to ‘People’?</a:t>
            </a:r>
          </a:p>
        </p:txBody>
      </p:sp>
      <p:sp>
        <p:nvSpPr>
          <p:cNvPr id="50" name="Text Placeholder 8"/>
          <p:cNvSpPr>
            <a:spLocks noGrp="1"/>
          </p:cNvSpPr>
          <p:nvPr>
            <p:ph sz="quarter" idx="15"/>
          </p:nvPr>
        </p:nvSpPr>
        <p:spPr>
          <a:xfrm>
            <a:off x="4739490" y="4510914"/>
            <a:ext cx="2860078" cy="1035627"/>
          </a:xfrm>
        </p:spPr>
        <p:txBody>
          <a:bodyPr/>
          <a:lstStyle/>
          <a:p>
            <a:pPr>
              <a:spcBef>
                <a:spcPts val="600"/>
              </a:spcBef>
            </a:pPr>
            <a:r>
              <a:rPr lang="en-GB" sz="1200"/>
              <a:t>Analyze the ‘People’ aspect based on how the above parameters change on the processes</a:t>
            </a:r>
          </a:p>
          <a:p>
            <a:pPr>
              <a:spcBef>
                <a:spcPts val="600"/>
              </a:spcBef>
            </a:pPr>
            <a:r>
              <a:rPr lang="en-GB" sz="1200"/>
              <a:t>This is a way to quantify the amount of changes that will be introduced in the organization</a:t>
            </a:r>
          </a:p>
        </p:txBody>
      </p:sp>
      <p:sp>
        <p:nvSpPr>
          <p:cNvPr id="59" name="Text Placeholder 8"/>
          <p:cNvSpPr>
            <a:spLocks noGrp="1"/>
          </p:cNvSpPr>
          <p:nvPr>
            <p:ph type="body" sz="quarter" idx="4294967295"/>
          </p:nvPr>
        </p:nvSpPr>
        <p:spPr>
          <a:xfrm>
            <a:off x="9448800" y="2220913"/>
            <a:ext cx="2743200" cy="2655887"/>
          </a:xfrm>
        </p:spPr>
        <p:txBody>
          <a:bodyPr/>
          <a:lstStyle/>
          <a:p>
            <a:pPr>
              <a:spcBef>
                <a:spcPts val="600"/>
              </a:spcBef>
            </a:pPr>
            <a:r>
              <a:rPr lang="en-GB" sz="1200"/>
              <a:t>Assessment of the current operating model based on these criteria</a:t>
            </a:r>
          </a:p>
          <a:p>
            <a:pPr>
              <a:spcBef>
                <a:spcPts val="600"/>
              </a:spcBef>
            </a:pPr>
            <a:r>
              <a:rPr lang="en-GB" sz="1200"/>
              <a:t>Indicate a High, Medium or Low degree of impacts to the organization</a:t>
            </a:r>
          </a:p>
          <a:p>
            <a:pPr>
              <a:spcBef>
                <a:spcPts val="600"/>
              </a:spcBef>
            </a:pPr>
            <a:r>
              <a:rPr lang="en-GB" sz="1200"/>
              <a:t>Identify other influencing factors, which may be outside the scope of this program that are important</a:t>
            </a:r>
          </a:p>
          <a:p>
            <a:pPr>
              <a:spcBef>
                <a:spcPts val="600"/>
              </a:spcBef>
            </a:pPr>
            <a:r>
              <a:rPr lang="en-GB" sz="1200"/>
              <a:t>Templatized way to address this assessment</a:t>
            </a:r>
          </a:p>
        </p:txBody>
      </p:sp>
      <p:sp>
        <p:nvSpPr>
          <p:cNvPr id="28" name="AutoShape 3"/>
          <p:cNvSpPr>
            <a:spLocks noChangeArrowheads="1"/>
          </p:cNvSpPr>
          <p:nvPr/>
        </p:nvSpPr>
        <p:spPr bwMode="auto">
          <a:xfrm>
            <a:off x="1198718" y="1313076"/>
            <a:ext cx="2743200" cy="754063"/>
          </a:xfrm>
          <a:prstGeom prst="homePlate">
            <a:avLst>
              <a:gd name="adj" fmla="val 18194"/>
            </a:avLst>
          </a:prstGeom>
          <a:solidFill>
            <a:srgbClr val="002D5D">
              <a:alpha val="61000"/>
            </a:srgbClr>
          </a:solidFill>
          <a:ln w="6350" algn="ctr">
            <a:noFill/>
            <a:miter lim="800000"/>
            <a:headEnd/>
            <a:tailEnd/>
          </a:ln>
          <a:effectLst/>
        </p:spPr>
        <p:txBody>
          <a:bodyPr tIns="91440" bIns="91440" anchor="ctr"/>
          <a:lstStyle/>
          <a:p>
            <a:pPr marL="268288" eaLnBrk="0" hangingPunct="0">
              <a:spcBef>
                <a:spcPts val="300"/>
              </a:spcBef>
              <a:defRPr/>
            </a:pPr>
            <a:r>
              <a:rPr lang="en-GB" sz="1100" kern="0">
                <a:solidFill>
                  <a:srgbClr val="FFFFFF"/>
                </a:solidFill>
              </a:rPr>
              <a:t>Assess AS-IS operating model </a:t>
            </a:r>
          </a:p>
        </p:txBody>
      </p:sp>
      <p:sp>
        <p:nvSpPr>
          <p:cNvPr id="29" name="Oval 21"/>
          <p:cNvSpPr>
            <a:spLocks noChangeArrowheads="1"/>
          </p:cNvSpPr>
          <p:nvPr/>
        </p:nvSpPr>
        <p:spPr bwMode="auto">
          <a:xfrm>
            <a:off x="970120" y="1494050"/>
            <a:ext cx="420688" cy="401638"/>
          </a:xfrm>
          <a:prstGeom prst="ellipse">
            <a:avLst/>
          </a:prstGeom>
          <a:solidFill>
            <a:srgbClr val="2666A6"/>
          </a:solidFill>
          <a:ln w="9525" algn="ctr">
            <a:solidFill>
              <a:srgbClr val="FFFFFF"/>
            </a:solidFill>
            <a:round/>
            <a:headEnd/>
            <a:tailEnd/>
          </a:ln>
          <a:effectLst/>
        </p:spPr>
        <p:txBody>
          <a:bodyPr wrap="none" lIns="0" tIns="0" rIns="0" bIns="0" anchor="ctr"/>
          <a:lstStyle/>
          <a:p>
            <a:pPr algn="ctr">
              <a:defRPr/>
            </a:pPr>
            <a:r>
              <a:rPr lang="en-GB" sz="1000" b="1" kern="0">
                <a:solidFill>
                  <a:srgbClr val="FFFFFF"/>
                </a:solidFill>
              </a:rPr>
              <a:t>1</a:t>
            </a:r>
          </a:p>
        </p:txBody>
      </p:sp>
      <p:sp>
        <p:nvSpPr>
          <p:cNvPr id="30" name="AutoShape 3"/>
          <p:cNvSpPr>
            <a:spLocks noChangeArrowheads="1"/>
          </p:cNvSpPr>
          <p:nvPr/>
        </p:nvSpPr>
        <p:spPr bwMode="auto">
          <a:xfrm>
            <a:off x="4919563" y="1279455"/>
            <a:ext cx="2743200" cy="754063"/>
          </a:xfrm>
          <a:prstGeom prst="homePlate">
            <a:avLst>
              <a:gd name="adj" fmla="val 18194"/>
            </a:avLst>
          </a:prstGeom>
          <a:solidFill>
            <a:srgbClr val="002D5D">
              <a:alpha val="61000"/>
            </a:srgbClr>
          </a:solidFill>
          <a:ln w="6350" algn="ctr">
            <a:noFill/>
            <a:miter lim="800000"/>
            <a:headEnd/>
            <a:tailEnd/>
          </a:ln>
          <a:effectLst/>
        </p:spPr>
        <p:txBody>
          <a:bodyPr tIns="91440" bIns="91440" anchor="ctr"/>
          <a:lstStyle/>
          <a:p>
            <a:pPr marL="268288" eaLnBrk="0" hangingPunct="0">
              <a:spcBef>
                <a:spcPts val="300"/>
              </a:spcBef>
              <a:defRPr/>
            </a:pPr>
            <a:r>
              <a:rPr lang="en-GB" sz="1100" kern="0">
                <a:solidFill>
                  <a:srgbClr val="FFFFFF"/>
                </a:solidFill>
              </a:rPr>
              <a:t>Define Operating Model “Change Criteria” </a:t>
            </a:r>
          </a:p>
        </p:txBody>
      </p:sp>
      <p:sp>
        <p:nvSpPr>
          <p:cNvPr id="31" name="Oval 21"/>
          <p:cNvSpPr>
            <a:spLocks noChangeArrowheads="1"/>
          </p:cNvSpPr>
          <p:nvPr/>
        </p:nvSpPr>
        <p:spPr bwMode="auto">
          <a:xfrm>
            <a:off x="4690963" y="1460429"/>
            <a:ext cx="420688" cy="401638"/>
          </a:xfrm>
          <a:prstGeom prst="ellipse">
            <a:avLst/>
          </a:prstGeom>
          <a:solidFill>
            <a:srgbClr val="2666A6"/>
          </a:solidFill>
          <a:ln w="9525" algn="ctr">
            <a:solidFill>
              <a:srgbClr val="FFFFFF"/>
            </a:solidFill>
            <a:round/>
            <a:headEnd/>
            <a:tailEnd/>
          </a:ln>
          <a:effectLst/>
        </p:spPr>
        <p:txBody>
          <a:bodyPr wrap="none" lIns="0" tIns="0" rIns="0" bIns="0" anchor="ctr"/>
          <a:lstStyle/>
          <a:p>
            <a:pPr algn="ctr">
              <a:defRPr/>
            </a:pPr>
            <a:r>
              <a:rPr lang="en-GB" sz="1000" b="1" kern="0">
                <a:solidFill>
                  <a:srgbClr val="FFFFFF"/>
                </a:solidFill>
              </a:rPr>
              <a:t>2</a:t>
            </a:r>
          </a:p>
        </p:txBody>
      </p:sp>
      <p:sp>
        <p:nvSpPr>
          <p:cNvPr id="32" name="AutoShape 3"/>
          <p:cNvSpPr>
            <a:spLocks noChangeArrowheads="1"/>
          </p:cNvSpPr>
          <p:nvPr/>
        </p:nvSpPr>
        <p:spPr bwMode="auto">
          <a:xfrm>
            <a:off x="8620246" y="1313076"/>
            <a:ext cx="2743200" cy="754063"/>
          </a:xfrm>
          <a:prstGeom prst="homePlate">
            <a:avLst>
              <a:gd name="adj" fmla="val 18194"/>
            </a:avLst>
          </a:prstGeom>
          <a:solidFill>
            <a:srgbClr val="002D5D">
              <a:alpha val="61000"/>
            </a:srgbClr>
          </a:solidFill>
          <a:ln w="6350" algn="ctr">
            <a:noFill/>
            <a:miter lim="800000"/>
            <a:headEnd/>
            <a:tailEnd/>
          </a:ln>
          <a:effectLst/>
        </p:spPr>
        <p:txBody>
          <a:bodyPr tIns="91440" bIns="91440" anchor="ctr"/>
          <a:lstStyle/>
          <a:p>
            <a:pPr marL="268288" eaLnBrk="0" hangingPunct="0">
              <a:spcBef>
                <a:spcPts val="300"/>
              </a:spcBef>
              <a:defRPr/>
            </a:pPr>
            <a:r>
              <a:rPr lang="en-GB" sz="1100" kern="0">
                <a:solidFill>
                  <a:srgbClr val="FFFFFF"/>
                </a:solidFill>
              </a:rPr>
              <a:t>Based on Change Criteria, arrive at High, Medium, Low Scale of change</a:t>
            </a:r>
          </a:p>
        </p:txBody>
      </p:sp>
      <p:sp>
        <p:nvSpPr>
          <p:cNvPr id="33" name="Oval 21"/>
          <p:cNvSpPr>
            <a:spLocks noChangeArrowheads="1"/>
          </p:cNvSpPr>
          <p:nvPr/>
        </p:nvSpPr>
        <p:spPr bwMode="auto">
          <a:xfrm>
            <a:off x="8404278" y="1476349"/>
            <a:ext cx="420688" cy="401638"/>
          </a:xfrm>
          <a:prstGeom prst="ellipse">
            <a:avLst/>
          </a:prstGeom>
          <a:solidFill>
            <a:srgbClr val="2666A6"/>
          </a:solidFill>
          <a:ln w="9525" algn="ctr">
            <a:solidFill>
              <a:srgbClr val="FFFFFF"/>
            </a:solidFill>
            <a:round/>
            <a:headEnd/>
            <a:tailEnd/>
          </a:ln>
          <a:effectLst/>
        </p:spPr>
        <p:txBody>
          <a:bodyPr wrap="none" lIns="0" tIns="0" rIns="0" bIns="0" anchor="ctr"/>
          <a:lstStyle/>
          <a:p>
            <a:pPr algn="ctr">
              <a:defRPr/>
            </a:pPr>
            <a:r>
              <a:rPr lang="en-GB" sz="1000" b="1" kern="0">
                <a:solidFill>
                  <a:srgbClr val="FFFFFF"/>
                </a:solidFill>
              </a:rPr>
              <a:t>3</a:t>
            </a:r>
          </a:p>
        </p:txBody>
      </p:sp>
      <p:sp>
        <p:nvSpPr>
          <p:cNvPr id="34" name="Line 39"/>
          <p:cNvSpPr>
            <a:spLocks noChangeShapeType="1"/>
          </p:cNvSpPr>
          <p:nvPr/>
        </p:nvSpPr>
        <p:spPr bwMode="auto">
          <a:xfrm>
            <a:off x="4286983" y="1881959"/>
            <a:ext cx="0" cy="4700209"/>
          </a:xfrm>
          <a:prstGeom prst="line">
            <a:avLst/>
          </a:prstGeom>
          <a:noFill/>
          <a:ln w="28575">
            <a:solidFill>
              <a:schemeClr val="tx1"/>
            </a:solidFill>
            <a:round/>
            <a:headEnd type="none" w="sm" len="sm"/>
            <a:tailEnd type="none" w="sm" len="sm"/>
          </a:ln>
          <a:effectLst/>
        </p:spPr>
        <p:txBody>
          <a:bodyPr/>
          <a:lstStyle/>
          <a:p>
            <a:endParaRPr lang="en-IN">
              <a:solidFill>
                <a:prstClr val="black"/>
              </a:solidFill>
            </a:endParaRPr>
          </a:p>
        </p:txBody>
      </p:sp>
      <p:sp>
        <p:nvSpPr>
          <p:cNvPr id="35" name="Line 39"/>
          <p:cNvSpPr>
            <a:spLocks noChangeShapeType="1"/>
          </p:cNvSpPr>
          <p:nvPr/>
        </p:nvSpPr>
        <p:spPr bwMode="auto">
          <a:xfrm>
            <a:off x="8084069" y="1881959"/>
            <a:ext cx="0" cy="4700209"/>
          </a:xfrm>
          <a:prstGeom prst="line">
            <a:avLst/>
          </a:prstGeom>
          <a:noFill/>
          <a:ln w="28575">
            <a:solidFill>
              <a:schemeClr val="tx1"/>
            </a:solidFill>
            <a:round/>
            <a:headEnd type="none" w="sm" len="sm"/>
            <a:tailEnd type="none" w="sm" len="sm"/>
          </a:ln>
          <a:effectLst/>
        </p:spPr>
        <p:txBody>
          <a:bodyPr/>
          <a:lstStyle/>
          <a:p>
            <a:endParaRPr lang="en-IN">
              <a:solidFill>
                <a:prstClr val="black"/>
              </a:solidFill>
            </a:endParaRPr>
          </a:p>
        </p:txBody>
      </p:sp>
      <p:pic>
        <p:nvPicPr>
          <p:cNvPr id="38" name="Picture 34"/>
          <p:cNvPicPr>
            <a:picLocks noChangeAspect="1" noChangeArrowheads="1"/>
          </p:cNvPicPr>
          <p:nvPr/>
        </p:nvPicPr>
        <p:blipFill>
          <a:blip r:embed="rId2" cstate="print"/>
          <a:srcRect/>
          <a:stretch>
            <a:fillRect/>
          </a:stretch>
        </p:blipFill>
        <p:spPr bwMode="auto">
          <a:xfrm>
            <a:off x="1774394" y="4562509"/>
            <a:ext cx="1851667" cy="1064139"/>
          </a:xfrm>
          <a:prstGeom prst="rect">
            <a:avLst/>
          </a:prstGeom>
          <a:solidFill>
            <a:schemeClr val="bg1"/>
          </a:solidFill>
          <a:ln w="6350">
            <a:noFill/>
            <a:miter lim="800000"/>
            <a:headEnd/>
            <a:tailEnd/>
          </a:ln>
          <a:effectLst/>
        </p:spPr>
      </p:pic>
      <p:pic>
        <p:nvPicPr>
          <p:cNvPr id="37" name="Picture 33"/>
          <p:cNvPicPr>
            <a:picLocks noChangeAspect="1" noChangeArrowheads="1"/>
          </p:cNvPicPr>
          <p:nvPr/>
        </p:nvPicPr>
        <p:blipFill>
          <a:blip r:embed="rId3" cstate="print"/>
          <a:srcRect/>
          <a:stretch>
            <a:fillRect/>
          </a:stretch>
        </p:blipFill>
        <p:spPr bwMode="auto">
          <a:xfrm>
            <a:off x="1806086" y="2205490"/>
            <a:ext cx="1800650" cy="834235"/>
          </a:xfrm>
          <a:prstGeom prst="rect">
            <a:avLst/>
          </a:prstGeom>
          <a:noFill/>
          <a:ln w="6350">
            <a:noFill/>
            <a:miter lim="800000"/>
            <a:headEnd type="none" w="sm" len="sm"/>
            <a:tailEnd type="none" w="sm" len="sm"/>
          </a:ln>
          <a:effectLst/>
        </p:spPr>
      </p:pic>
      <p:pic>
        <p:nvPicPr>
          <p:cNvPr id="36" name="Picture 32"/>
          <p:cNvPicPr>
            <a:picLocks noChangeAspect="1" noChangeArrowheads="1"/>
          </p:cNvPicPr>
          <p:nvPr/>
        </p:nvPicPr>
        <p:blipFill>
          <a:blip r:embed="rId4" cstate="print"/>
          <a:srcRect r="37700"/>
          <a:stretch>
            <a:fillRect/>
          </a:stretch>
        </p:blipFill>
        <p:spPr bwMode="auto">
          <a:xfrm>
            <a:off x="1724704" y="3093095"/>
            <a:ext cx="1851688" cy="1333264"/>
          </a:xfrm>
          <a:prstGeom prst="rect">
            <a:avLst/>
          </a:prstGeom>
          <a:noFill/>
          <a:ln w="12700">
            <a:noFill/>
            <a:miter lim="800000"/>
            <a:headEnd type="none" w="sm" len="sm"/>
            <a:tailEnd type="none" w="sm" len="sm"/>
          </a:ln>
          <a:effectLst/>
        </p:spPr>
      </p:pic>
      <p:grpSp>
        <p:nvGrpSpPr>
          <p:cNvPr id="43" name="Group 27"/>
          <p:cNvGrpSpPr>
            <a:grpSpLocks/>
          </p:cNvGrpSpPr>
          <p:nvPr/>
        </p:nvGrpSpPr>
        <p:grpSpPr bwMode="auto">
          <a:xfrm>
            <a:off x="4877257" y="2372537"/>
            <a:ext cx="2590805" cy="1905000"/>
            <a:chOff x="687387" y="4191001"/>
            <a:chExt cx="2590805" cy="1904999"/>
          </a:xfrm>
        </p:grpSpPr>
        <p:sp>
          <p:nvSpPr>
            <p:cNvPr id="44" name="AutoShape 16"/>
            <p:cNvSpPr>
              <a:spLocks noChangeArrowheads="1"/>
            </p:cNvSpPr>
            <p:nvPr/>
          </p:nvSpPr>
          <p:spPr bwMode="auto">
            <a:xfrm rot="16200000">
              <a:off x="674672" y="4203716"/>
              <a:ext cx="1030318" cy="1004888"/>
            </a:xfrm>
            <a:prstGeom prst="hexagon">
              <a:avLst>
                <a:gd name="adj" fmla="val 23383"/>
                <a:gd name="vf" fmla="val 115470"/>
              </a:avLst>
            </a:prstGeom>
            <a:solidFill>
              <a:srgbClr val="FFC000"/>
            </a:solidFill>
            <a:ln w="9525" algn="ctr">
              <a:noFill/>
              <a:miter lim="800000"/>
              <a:headEnd/>
              <a:tailEnd/>
            </a:ln>
          </p:spPr>
          <p:txBody>
            <a:bodyPr vert="eaVert" wrap="none" anchor="ctr"/>
            <a:lstStyle/>
            <a:p>
              <a:pPr algn="ctr"/>
              <a:r>
                <a:rPr lang="en-US" sz="1200">
                  <a:latin typeface="Calibri" pitchFamily="34" charset="0"/>
                </a:rPr>
                <a:t>Degree </a:t>
              </a:r>
            </a:p>
            <a:p>
              <a:pPr algn="ctr"/>
              <a:r>
                <a:rPr lang="en-US" sz="1200">
                  <a:latin typeface="Calibri" pitchFamily="34" charset="0"/>
                </a:rPr>
                <a:t>of Business &amp; </a:t>
              </a:r>
            </a:p>
            <a:p>
              <a:pPr algn="ctr"/>
              <a:r>
                <a:rPr lang="en-US" sz="1200">
                  <a:latin typeface="Calibri" pitchFamily="34" charset="0"/>
                </a:rPr>
                <a:t>Operating </a:t>
              </a:r>
            </a:p>
            <a:p>
              <a:pPr algn="ctr"/>
              <a:r>
                <a:rPr lang="en-US" sz="1200">
                  <a:latin typeface="Calibri" pitchFamily="34" charset="0"/>
                </a:rPr>
                <a:t>Change</a:t>
              </a:r>
            </a:p>
          </p:txBody>
        </p:sp>
        <p:sp>
          <p:nvSpPr>
            <p:cNvPr id="46" name="AutoShape 18"/>
            <p:cNvSpPr>
              <a:spLocks noChangeArrowheads="1"/>
            </p:cNvSpPr>
            <p:nvPr/>
          </p:nvSpPr>
          <p:spPr bwMode="auto">
            <a:xfrm rot="16200000">
              <a:off x="1729441" y="4203716"/>
              <a:ext cx="1030318" cy="1004888"/>
            </a:xfrm>
            <a:prstGeom prst="hexagon">
              <a:avLst>
                <a:gd name="adj" fmla="val 23383"/>
                <a:gd name="vf" fmla="val 115470"/>
              </a:avLst>
            </a:prstGeom>
            <a:solidFill>
              <a:srgbClr val="E2D52E"/>
            </a:solidFill>
            <a:ln w="9525" algn="ctr">
              <a:noFill/>
              <a:miter lim="800000"/>
              <a:headEnd/>
              <a:tailEnd/>
            </a:ln>
          </p:spPr>
          <p:txBody>
            <a:bodyPr vert="eaVert" wrap="none" anchor="ctr"/>
            <a:lstStyle/>
            <a:p>
              <a:pPr algn="ctr"/>
              <a:r>
                <a:rPr lang="en-US" sz="1200">
                  <a:latin typeface="Calibri" pitchFamily="34" charset="0"/>
                </a:rPr>
                <a:t>% Automation</a:t>
              </a:r>
            </a:p>
          </p:txBody>
        </p:sp>
        <p:sp>
          <p:nvSpPr>
            <p:cNvPr id="47" name="AutoShape 19"/>
            <p:cNvSpPr>
              <a:spLocks noChangeArrowheads="1"/>
            </p:cNvSpPr>
            <p:nvPr/>
          </p:nvSpPr>
          <p:spPr bwMode="auto">
            <a:xfrm rot="-5400000">
              <a:off x="1193785" y="5078397"/>
              <a:ext cx="1030318" cy="1004888"/>
            </a:xfrm>
            <a:prstGeom prst="hexagon">
              <a:avLst>
                <a:gd name="adj" fmla="val 23383"/>
                <a:gd name="vf" fmla="val 115470"/>
              </a:avLst>
            </a:prstGeom>
            <a:solidFill>
              <a:srgbClr val="E2D52E"/>
            </a:solidFill>
            <a:ln w="9525" algn="ctr">
              <a:noFill/>
              <a:miter lim="800000"/>
              <a:headEnd/>
              <a:tailEnd/>
            </a:ln>
          </p:spPr>
          <p:txBody>
            <a:bodyPr vert="eaVert" wrap="none" anchor="ctr"/>
            <a:lstStyle/>
            <a:p>
              <a:pPr algn="ctr"/>
              <a:r>
                <a:rPr lang="en-US" sz="1200">
                  <a:latin typeface="Calibri" pitchFamily="34" charset="0"/>
                </a:rPr>
                <a:t>Time &amp; Material </a:t>
              </a:r>
            </a:p>
            <a:p>
              <a:pPr algn="ctr"/>
              <a:r>
                <a:rPr lang="en-US" sz="1200">
                  <a:latin typeface="Calibri" pitchFamily="34" charset="0"/>
                </a:rPr>
                <a:t>Impacts (FTEs)</a:t>
              </a:r>
            </a:p>
          </p:txBody>
        </p:sp>
        <p:sp>
          <p:nvSpPr>
            <p:cNvPr id="48" name="AutoShape 20"/>
            <p:cNvSpPr>
              <a:spLocks noChangeArrowheads="1"/>
            </p:cNvSpPr>
            <p:nvPr/>
          </p:nvSpPr>
          <p:spPr bwMode="auto">
            <a:xfrm rot="16200000">
              <a:off x="2260587" y="5078395"/>
              <a:ext cx="1030318" cy="1004892"/>
            </a:xfrm>
            <a:prstGeom prst="hexagon">
              <a:avLst>
                <a:gd name="adj" fmla="val 23383"/>
                <a:gd name="vf" fmla="val 115470"/>
              </a:avLst>
            </a:prstGeom>
            <a:solidFill>
              <a:srgbClr val="FFC000"/>
            </a:solidFill>
            <a:ln w="9525" algn="ctr">
              <a:noFill/>
              <a:miter lim="800000"/>
              <a:headEnd/>
              <a:tailEnd/>
            </a:ln>
          </p:spPr>
          <p:txBody>
            <a:bodyPr vert="eaVert" wrap="none" anchor="ctr"/>
            <a:lstStyle/>
            <a:p>
              <a:pPr algn="ctr"/>
              <a:r>
                <a:rPr lang="en-US" sz="1200">
                  <a:latin typeface="Calibri" pitchFamily="34" charset="0"/>
                </a:rPr>
                <a:t>Future </a:t>
              </a:r>
            </a:p>
            <a:p>
              <a:pPr algn="ctr"/>
              <a:r>
                <a:rPr lang="en-US" sz="1200">
                  <a:latin typeface="Calibri" pitchFamily="34" charset="0"/>
                </a:rPr>
                <a:t>Key Performance</a:t>
              </a:r>
            </a:p>
            <a:p>
              <a:pPr algn="ctr"/>
              <a:r>
                <a:rPr lang="en-US" sz="1200">
                  <a:latin typeface="Calibri" pitchFamily="34" charset="0"/>
                </a:rPr>
                <a:t> Indicators  (KPIs)</a:t>
              </a:r>
            </a:p>
          </p:txBody>
        </p:sp>
      </p:grpSp>
      <p:sp>
        <p:nvSpPr>
          <p:cNvPr id="60" name="Text Box 35">
            <a:extLst>
              <a:ext uri="{FF2B5EF4-FFF2-40B4-BE49-F238E27FC236}">
                <a16:creationId xmlns:a16="http://schemas.microsoft.com/office/drawing/2014/main" id="{7FA4FFCC-F0FA-42DC-AB16-E31B6FA9AC4E}"/>
              </a:ext>
            </a:extLst>
          </p:cNvPr>
          <p:cNvSpPr txBox="1">
            <a:spLocks noChangeArrowheads="1"/>
          </p:cNvSpPr>
          <p:nvPr/>
        </p:nvSpPr>
        <p:spPr bwMode="auto">
          <a:xfrm rot="16200000">
            <a:off x="1139779" y="2416963"/>
            <a:ext cx="742511" cy="246221"/>
          </a:xfrm>
          <a:prstGeom prst="rect">
            <a:avLst/>
          </a:prstGeom>
          <a:noFill/>
          <a:ln w="12700">
            <a:noFill/>
            <a:miter lim="800000"/>
            <a:headEnd type="none" w="sm" len="sm"/>
            <a:tailEnd type="none" w="sm" len="sm"/>
          </a:ln>
          <a:effectLst/>
        </p:spPr>
        <p:txBody>
          <a:bodyPr wrap="none">
            <a:spAutoFit/>
          </a:bodyPr>
          <a:lstStyle/>
          <a:p>
            <a:r>
              <a:rPr lang="en-AU" sz="1000" b="1">
                <a:solidFill>
                  <a:prstClr val="black"/>
                </a:solidFill>
              </a:rPr>
              <a:t>Process</a:t>
            </a:r>
          </a:p>
        </p:txBody>
      </p:sp>
      <p:sp>
        <p:nvSpPr>
          <p:cNvPr id="61" name="Text Box 36">
            <a:extLst>
              <a:ext uri="{FF2B5EF4-FFF2-40B4-BE49-F238E27FC236}">
                <a16:creationId xmlns:a16="http://schemas.microsoft.com/office/drawing/2014/main" id="{7443FD30-DFA1-4EE1-8044-B59288BA0C28}"/>
              </a:ext>
            </a:extLst>
          </p:cNvPr>
          <p:cNvSpPr txBox="1">
            <a:spLocks noChangeArrowheads="1"/>
          </p:cNvSpPr>
          <p:nvPr/>
        </p:nvSpPr>
        <p:spPr bwMode="auto">
          <a:xfrm rot="16200000">
            <a:off x="931348" y="5036548"/>
            <a:ext cx="1107996" cy="246221"/>
          </a:xfrm>
          <a:prstGeom prst="rect">
            <a:avLst/>
          </a:prstGeom>
          <a:noFill/>
          <a:ln w="12700">
            <a:noFill/>
            <a:miter lim="800000"/>
            <a:headEnd type="none" w="sm" len="sm"/>
            <a:tailEnd type="none" w="sm" len="sm"/>
          </a:ln>
          <a:effectLst/>
        </p:spPr>
        <p:txBody>
          <a:bodyPr wrap="none">
            <a:spAutoFit/>
          </a:bodyPr>
          <a:lstStyle/>
          <a:p>
            <a:r>
              <a:rPr lang="en-AU" sz="1000" b="1">
                <a:solidFill>
                  <a:prstClr val="black"/>
                </a:solidFill>
              </a:rPr>
              <a:t>Organisation</a:t>
            </a:r>
          </a:p>
        </p:txBody>
      </p:sp>
      <p:sp>
        <p:nvSpPr>
          <p:cNvPr id="62" name="Text Box 37">
            <a:extLst>
              <a:ext uri="{FF2B5EF4-FFF2-40B4-BE49-F238E27FC236}">
                <a16:creationId xmlns:a16="http://schemas.microsoft.com/office/drawing/2014/main" id="{72BE2306-0B92-4CA3-BEBB-51E607B7E20E}"/>
              </a:ext>
            </a:extLst>
          </p:cNvPr>
          <p:cNvSpPr txBox="1">
            <a:spLocks noChangeArrowheads="1"/>
          </p:cNvSpPr>
          <p:nvPr/>
        </p:nvSpPr>
        <p:spPr bwMode="auto">
          <a:xfrm rot="16200000">
            <a:off x="1126059" y="3505607"/>
            <a:ext cx="788999" cy="246221"/>
          </a:xfrm>
          <a:prstGeom prst="rect">
            <a:avLst/>
          </a:prstGeom>
          <a:noFill/>
          <a:ln w="12700">
            <a:noFill/>
            <a:miter lim="800000"/>
            <a:headEnd type="none" w="sm" len="sm"/>
            <a:tailEnd type="none" w="sm" len="sm"/>
          </a:ln>
          <a:effectLst/>
        </p:spPr>
        <p:txBody>
          <a:bodyPr wrap="none">
            <a:spAutoFit/>
          </a:bodyPr>
          <a:lstStyle/>
          <a:p>
            <a:r>
              <a:rPr lang="en-AU" sz="1000" b="1">
                <a:solidFill>
                  <a:prstClr val="black"/>
                </a:solidFill>
              </a:rPr>
              <a:t>Systems</a:t>
            </a:r>
          </a:p>
        </p:txBody>
      </p:sp>
    </p:spTree>
    <p:extLst>
      <p:ext uri="{BB962C8B-B14F-4D97-AF65-F5344CB8AC3E}">
        <p14:creationId xmlns:p14="http://schemas.microsoft.com/office/powerpoint/2010/main" val="2715071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Group 53"/>
          <p:cNvGrpSpPr/>
          <p:nvPr/>
        </p:nvGrpSpPr>
        <p:grpSpPr>
          <a:xfrm>
            <a:off x="91449" y="987205"/>
            <a:ext cx="11988800" cy="5692996"/>
            <a:chOff x="68586" y="615949"/>
            <a:chExt cx="8991600" cy="6273800"/>
          </a:xfrm>
        </p:grpSpPr>
        <p:sp>
          <p:nvSpPr>
            <p:cNvPr id="55" name="Rectangle 54"/>
            <p:cNvSpPr>
              <a:spLocks noChangeArrowheads="1"/>
            </p:cNvSpPr>
            <p:nvPr/>
          </p:nvSpPr>
          <p:spPr bwMode="auto">
            <a:xfrm>
              <a:off x="68586" y="615949"/>
              <a:ext cx="8991600" cy="6273800"/>
            </a:xfrm>
            <a:prstGeom prst="rect">
              <a:avLst/>
            </a:prstGeom>
            <a:solidFill>
              <a:schemeClr val="bg1"/>
            </a:solidFill>
            <a:ln w="9525" algn="ctr">
              <a:solidFill>
                <a:schemeClr val="bg1">
                  <a:lumMod val="50000"/>
                </a:schemeClr>
              </a:solidFill>
              <a:miter lim="800000"/>
              <a:headEnd/>
              <a:tailEnd/>
            </a:ln>
            <a:effectLst>
              <a:outerShdw blurRad="50800" dist="38100" dir="5400000" algn="ctr" rotWithShape="0">
                <a:srgbClr val="000000">
                  <a:alpha val="40000"/>
                </a:srgbClr>
              </a:outerShdw>
            </a:effectLst>
          </p:spPr>
          <p:txBody>
            <a:bodyPr wrap="none" anchor="ctr"/>
            <a:lstStyle/>
            <a:p>
              <a:pPr algn="ctr" eaLnBrk="0" fontAlgn="base" hangingPunct="0">
                <a:lnSpc>
                  <a:spcPct val="80000"/>
                </a:lnSpc>
                <a:spcBef>
                  <a:spcPct val="0"/>
                </a:spcBef>
                <a:spcAft>
                  <a:spcPct val="0"/>
                </a:spcAft>
              </a:pPr>
              <a:endParaRPr lang="en-US" sz="800" b="1">
                <a:solidFill>
                  <a:prstClr val="white"/>
                </a:solidFill>
                <a:latin typeface="Calibri" panose="020F0502020204030204" pitchFamily="34" charset="0"/>
                <a:cs typeface="Calibri" panose="020F0502020204030204" pitchFamily="34" charset="0"/>
              </a:endParaRPr>
            </a:p>
          </p:txBody>
        </p:sp>
        <p:sp>
          <p:nvSpPr>
            <p:cNvPr id="56" name="Rectangle 55"/>
            <p:cNvSpPr>
              <a:spLocks noChangeArrowheads="1"/>
            </p:cNvSpPr>
            <p:nvPr/>
          </p:nvSpPr>
          <p:spPr bwMode="auto">
            <a:xfrm>
              <a:off x="119765" y="791209"/>
              <a:ext cx="1280160" cy="1463040"/>
            </a:xfrm>
            <a:prstGeom prst="rect">
              <a:avLst/>
            </a:prstGeom>
            <a:solidFill>
              <a:srgbClr val="154F67"/>
            </a:solidFill>
            <a:ln w="9525">
              <a:solidFill>
                <a:schemeClr val="tx1"/>
              </a:solidFill>
              <a:miter lim="800000"/>
              <a:headEnd/>
              <a:tailEnd/>
            </a:ln>
          </p:spPr>
          <p:txBody>
            <a:bodyPr wrap="none" anchor="ctr"/>
            <a:lstStyle/>
            <a:p>
              <a:pPr algn="ctr" fontAlgn="base">
                <a:spcBef>
                  <a:spcPct val="0"/>
                </a:spcBef>
                <a:spcAft>
                  <a:spcPct val="0"/>
                </a:spcAft>
              </a:pPr>
              <a:r>
                <a:rPr lang="en-US" sz="1867">
                  <a:solidFill>
                    <a:prstClr val="white"/>
                  </a:solidFill>
                  <a:latin typeface="Calibri" panose="020F0502020204030204" pitchFamily="34" charset="0"/>
                  <a:cs typeface="Calibri" panose="020F0502020204030204" pitchFamily="34" charset="0"/>
                </a:rPr>
                <a:t>Discovery &amp; </a:t>
              </a:r>
            </a:p>
            <a:p>
              <a:pPr algn="ctr" fontAlgn="base">
                <a:spcBef>
                  <a:spcPct val="0"/>
                </a:spcBef>
                <a:spcAft>
                  <a:spcPct val="0"/>
                </a:spcAft>
              </a:pPr>
              <a:r>
                <a:rPr lang="en-US" sz="1867">
                  <a:solidFill>
                    <a:prstClr val="white"/>
                  </a:solidFill>
                  <a:latin typeface="Calibri" panose="020F0502020204030204" pitchFamily="34" charset="0"/>
                  <a:cs typeface="Calibri" panose="020F0502020204030204" pitchFamily="34" charset="0"/>
                </a:rPr>
                <a:t>Scoping</a:t>
              </a:r>
            </a:p>
          </p:txBody>
        </p:sp>
        <p:sp>
          <p:nvSpPr>
            <p:cNvPr id="57" name="Rectangle 56"/>
            <p:cNvSpPr>
              <a:spLocks noChangeArrowheads="1"/>
            </p:cNvSpPr>
            <p:nvPr/>
          </p:nvSpPr>
          <p:spPr bwMode="auto">
            <a:xfrm>
              <a:off x="119765" y="2851149"/>
              <a:ext cx="1280160" cy="1463040"/>
            </a:xfrm>
            <a:prstGeom prst="rect">
              <a:avLst/>
            </a:prstGeom>
            <a:solidFill>
              <a:srgbClr val="154F67"/>
            </a:solidFill>
            <a:ln w="9525">
              <a:solidFill>
                <a:schemeClr val="tx1"/>
              </a:solidFill>
              <a:miter lim="800000"/>
              <a:headEnd/>
              <a:tailEnd/>
            </a:ln>
          </p:spPr>
          <p:txBody>
            <a:bodyPr wrap="none" anchor="ctr"/>
            <a:lstStyle/>
            <a:p>
              <a:pPr algn="ctr" fontAlgn="base">
                <a:spcBef>
                  <a:spcPct val="0"/>
                </a:spcBef>
                <a:spcAft>
                  <a:spcPct val="0"/>
                </a:spcAft>
              </a:pPr>
              <a:r>
                <a:rPr lang="en-US" sz="1867">
                  <a:solidFill>
                    <a:prstClr val="white"/>
                  </a:solidFill>
                  <a:latin typeface="Calibri" panose="020F0502020204030204" pitchFamily="34" charset="0"/>
                  <a:cs typeface="Calibri" panose="020F0502020204030204" pitchFamily="34" charset="0"/>
                </a:rPr>
                <a:t>Assessment</a:t>
              </a:r>
            </a:p>
          </p:txBody>
        </p:sp>
        <p:sp>
          <p:nvSpPr>
            <p:cNvPr id="58" name="Rectangle 57"/>
            <p:cNvSpPr>
              <a:spLocks noChangeArrowheads="1"/>
            </p:cNvSpPr>
            <p:nvPr/>
          </p:nvSpPr>
          <p:spPr bwMode="auto">
            <a:xfrm>
              <a:off x="119765" y="4944109"/>
              <a:ext cx="1280160" cy="1463040"/>
            </a:xfrm>
            <a:prstGeom prst="rect">
              <a:avLst/>
            </a:prstGeom>
            <a:solidFill>
              <a:srgbClr val="154F67"/>
            </a:solidFill>
            <a:ln w="9525">
              <a:solidFill>
                <a:schemeClr val="tx1"/>
              </a:solidFill>
              <a:miter lim="800000"/>
              <a:headEnd/>
              <a:tailEnd/>
            </a:ln>
          </p:spPr>
          <p:txBody>
            <a:bodyPr wrap="none" anchor="ctr"/>
            <a:lstStyle/>
            <a:p>
              <a:pPr algn="ctr" fontAlgn="base">
                <a:spcBef>
                  <a:spcPct val="0"/>
                </a:spcBef>
                <a:spcAft>
                  <a:spcPct val="0"/>
                </a:spcAft>
              </a:pPr>
              <a:r>
                <a:rPr lang="en-US" sz="1867">
                  <a:solidFill>
                    <a:prstClr val="white"/>
                  </a:solidFill>
                  <a:latin typeface="Calibri" panose="020F0502020204030204" pitchFamily="34" charset="0"/>
                  <a:cs typeface="Calibri" panose="020F0502020204030204" pitchFamily="34" charset="0"/>
                </a:rPr>
                <a:t>Recommendation</a:t>
              </a:r>
            </a:p>
          </p:txBody>
        </p:sp>
        <p:grpSp>
          <p:nvGrpSpPr>
            <p:cNvPr id="59" name="Group 47"/>
            <p:cNvGrpSpPr/>
            <p:nvPr/>
          </p:nvGrpSpPr>
          <p:grpSpPr>
            <a:xfrm>
              <a:off x="1533486" y="728481"/>
              <a:ext cx="7399914" cy="1741667"/>
              <a:chOff x="1578837" y="1491525"/>
              <a:chExt cx="7399914" cy="1306251"/>
            </a:xfrm>
          </p:grpSpPr>
          <p:sp>
            <p:nvSpPr>
              <p:cNvPr id="90" name="Line 5"/>
              <p:cNvSpPr>
                <a:spLocks noChangeShapeType="1"/>
              </p:cNvSpPr>
              <p:nvPr/>
            </p:nvSpPr>
            <p:spPr bwMode="auto">
              <a:xfrm>
                <a:off x="1663551" y="2797776"/>
                <a:ext cx="7315200" cy="0"/>
              </a:xfrm>
              <a:prstGeom prst="line">
                <a:avLst/>
              </a:prstGeom>
              <a:noFill/>
              <a:ln w="28575">
                <a:solidFill>
                  <a:schemeClr val="bg2"/>
                </a:solidFill>
                <a:round/>
                <a:headEnd/>
                <a:tailEnd type="triangle" w="med" len="med"/>
              </a:ln>
            </p:spPr>
            <p:txBody>
              <a:bodyPr/>
              <a:lstStyle/>
              <a:p>
                <a:pPr fontAlgn="base">
                  <a:spcBef>
                    <a:spcPct val="0"/>
                  </a:spcBef>
                  <a:spcAft>
                    <a:spcPct val="0"/>
                  </a:spcAft>
                </a:pPr>
                <a:endParaRPr lang="en-US" sz="2400">
                  <a:solidFill>
                    <a:prstClr val="black"/>
                  </a:solidFill>
                  <a:latin typeface="Calibri" panose="020F0502020204030204" pitchFamily="34" charset="0"/>
                  <a:cs typeface="Calibri" panose="020F0502020204030204" pitchFamily="34" charset="0"/>
                </a:endParaRPr>
              </a:p>
            </p:txBody>
          </p:sp>
          <p:sp>
            <p:nvSpPr>
              <p:cNvPr id="91" name="Text Box 8"/>
              <p:cNvSpPr txBox="1">
                <a:spLocks noChangeArrowheads="1"/>
              </p:cNvSpPr>
              <p:nvPr/>
            </p:nvSpPr>
            <p:spPr bwMode="auto">
              <a:xfrm>
                <a:off x="1578837" y="2194921"/>
                <a:ext cx="1005253"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AS-IS Process</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Analysis</a:t>
                </a:r>
              </a:p>
            </p:txBody>
          </p:sp>
          <p:sp>
            <p:nvSpPr>
              <p:cNvPr id="92" name="Text Box 10"/>
              <p:cNvSpPr txBox="1">
                <a:spLocks noChangeArrowheads="1"/>
              </p:cNvSpPr>
              <p:nvPr/>
            </p:nvSpPr>
            <p:spPr bwMode="auto">
              <a:xfrm>
                <a:off x="2709980" y="2226276"/>
                <a:ext cx="1018548" cy="415385"/>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Issue-Hypothesis</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Heat maps</a:t>
                </a:r>
              </a:p>
            </p:txBody>
          </p:sp>
          <p:sp>
            <p:nvSpPr>
              <p:cNvPr id="93" name="Text Box 12"/>
              <p:cNvSpPr txBox="1">
                <a:spLocks noChangeArrowheads="1"/>
              </p:cNvSpPr>
              <p:nvPr/>
            </p:nvSpPr>
            <p:spPr bwMode="auto">
              <a:xfrm>
                <a:off x="3943202" y="2169126"/>
                <a:ext cx="965698" cy="584920"/>
              </a:xfrm>
              <a:prstGeom prst="rect">
                <a:avLst/>
              </a:prstGeom>
              <a:noFill/>
              <a:ln w="9525">
                <a:noFill/>
                <a:miter lim="800000"/>
                <a:headEnd/>
                <a:tailEnd/>
              </a:ln>
            </p:spPr>
            <p:txBody>
              <a:bodyPr wrap="none">
                <a:spAutoFit/>
              </a:bodyPr>
              <a:lstStyle/>
              <a:p>
                <a:pP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Process</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Definition &amp; </a:t>
                </a:r>
              </a:p>
              <a:p>
                <a:pP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Blueprinting</a:t>
                </a:r>
              </a:p>
            </p:txBody>
          </p:sp>
          <p:sp>
            <p:nvSpPr>
              <p:cNvPr id="94" name="Text Box 14"/>
              <p:cNvSpPr txBox="1">
                <a:spLocks noChangeArrowheads="1"/>
              </p:cNvSpPr>
              <p:nvPr/>
            </p:nvSpPr>
            <p:spPr bwMode="auto">
              <a:xfrm>
                <a:off x="5012081" y="2226276"/>
                <a:ext cx="1005318"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User-stories</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Decomposition</a:t>
                </a:r>
              </a:p>
            </p:txBody>
          </p:sp>
          <p:sp>
            <p:nvSpPr>
              <p:cNvPr id="95" name="Text Box 16"/>
              <p:cNvSpPr txBox="1">
                <a:spLocks noChangeArrowheads="1"/>
              </p:cNvSpPr>
              <p:nvPr/>
            </p:nvSpPr>
            <p:spPr bwMode="auto">
              <a:xfrm>
                <a:off x="6267302" y="2226276"/>
                <a:ext cx="1363300"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Measurement, User Adoption Frameworks</a:t>
                </a:r>
              </a:p>
            </p:txBody>
          </p:sp>
          <p:sp>
            <p:nvSpPr>
              <p:cNvPr id="96" name="Text Box 18"/>
              <p:cNvSpPr txBox="1">
                <a:spLocks noChangeArrowheads="1"/>
              </p:cNvSpPr>
              <p:nvPr/>
            </p:nvSpPr>
            <p:spPr bwMode="auto">
              <a:xfrm>
                <a:off x="7711517" y="2226276"/>
                <a:ext cx="1127810"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AS IS Product Catalog</a:t>
                </a:r>
              </a:p>
            </p:txBody>
          </p:sp>
          <p:pic>
            <p:nvPicPr>
              <p:cNvPr id="97" name="Picture 51"/>
              <p:cNvPicPr>
                <a:picLocks noChangeAspect="1" noChangeArrowheads="1"/>
              </p:cNvPicPr>
              <p:nvPr/>
            </p:nvPicPr>
            <p:blipFill>
              <a:blip r:embed="rId2"/>
              <a:srcRect/>
              <a:stretch>
                <a:fillRect/>
              </a:stretch>
            </p:blipFill>
            <p:spPr bwMode="auto">
              <a:xfrm>
                <a:off x="1597887" y="1662975"/>
                <a:ext cx="971550" cy="596900"/>
              </a:xfrm>
              <a:prstGeom prst="rect">
                <a:avLst/>
              </a:prstGeom>
              <a:noFill/>
              <a:ln w="9525">
                <a:noFill/>
                <a:miter lim="800000"/>
                <a:headEnd/>
                <a:tailEnd/>
              </a:ln>
            </p:spPr>
          </p:pic>
          <p:pic>
            <p:nvPicPr>
              <p:cNvPr id="98" name="Picture 52"/>
              <p:cNvPicPr>
                <a:picLocks noChangeAspect="1" noChangeArrowheads="1"/>
              </p:cNvPicPr>
              <p:nvPr/>
            </p:nvPicPr>
            <p:blipFill>
              <a:blip r:embed="rId3"/>
              <a:srcRect/>
              <a:stretch>
                <a:fillRect/>
              </a:stretch>
            </p:blipFill>
            <p:spPr bwMode="auto">
              <a:xfrm>
                <a:off x="2686912" y="1614174"/>
                <a:ext cx="1114425" cy="645701"/>
              </a:xfrm>
              <a:prstGeom prst="rect">
                <a:avLst/>
              </a:prstGeom>
              <a:noFill/>
              <a:ln w="9525">
                <a:noFill/>
                <a:miter lim="800000"/>
                <a:headEnd/>
                <a:tailEnd/>
              </a:ln>
            </p:spPr>
          </p:pic>
          <p:pic>
            <p:nvPicPr>
              <p:cNvPr id="99" name="Picture 56"/>
              <p:cNvPicPr>
                <a:picLocks noChangeAspect="1" noChangeArrowheads="1"/>
              </p:cNvPicPr>
              <p:nvPr/>
            </p:nvPicPr>
            <p:blipFill>
              <a:blip r:embed="rId4"/>
              <a:srcRect/>
              <a:stretch>
                <a:fillRect/>
              </a:stretch>
            </p:blipFill>
            <p:spPr bwMode="auto">
              <a:xfrm>
                <a:off x="7740307" y="1570900"/>
                <a:ext cx="1066800" cy="688975"/>
              </a:xfrm>
              <a:prstGeom prst="rect">
                <a:avLst/>
              </a:prstGeom>
              <a:noFill/>
              <a:ln w="9525">
                <a:noFill/>
                <a:miter lim="800000"/>
                <a:headEnd/>
                <a:tailEnd/>
              </a:ln>
            </p:spPr>
          </p:pic>
          <p:pic>
            <p:nvPicPr>
              <p:cNvPr id="100" name="Picture 58"/>
              <p:cNvPicPr>
                <a:picLocks noChangeAspect="1" noChangeArrowheads="1"/>
              </p:cNvPicPr>
              <p:nvPr/>
            </p:nvPicPr>
            <p:blipFill>
              <a:blip r:embed="rId5"/>
              <a:srcRect/>
              <a:stretch>
                <a:fillRect/>
              </a:stretch>
            </p:blipFill>
            <p:spPr bwMode="auto">
              <a:xfrm>
                <a:off x="6361328" y="1491525"/>
                <a:ext cx="1035050" cy="768350"/>
              </a:xfrm>
              <a:prstGeom prst="rect">
                <a:avLst/>
              </a:prstGeom>
              <a:noFill/>
              <a:ln w="9525">
                <a:noFill/>
                <a:miter lim="800000"/>
                <a:headEnd/>
                <a:tailEnd/>
              </a:ln>
            </p:spPr>
          </p:pic>
          <p:pic>
            <p:nvPicPr>
              <p:cNvPr id="101" name="Picture 59"/>
              <p:cNvPicPr>
                <a:picLocks noChangeAspect="1" noChangeArrowheads="1"/>
              </p:cNvPicPr>
              <p:nvPr/>
            </p:nvPicPr>
            <p:blipFill>
              <a:blip r:embed="rId6"/>
              <a:srcRect/>
              <a:stretch>
                <a:fillRect/>
              </a:stretch>
            </p:blipFill>
            <p:spPr bwMode="auto">
              <a:xfrm>
                <a:off x="5034306" y="1653450"/>
                <a:ext cx="1008062" cy="606425"/>
              </a:xfrm>
              <a:prstGeom prst="rect">
                <a:avLst/>
              </a:prstGeom>
              <a:noFill/>
              <a:ln w="9525">
                <a:noFill/>
                <a:miter lim="800000"/>
                <a:headEnd/>
                <a:tailEnd/>
              </a:ln>
            </p:spPr>
          </p:pic>
          <p:pic>
            <p:nvPicPr>
              <p:cNvPr id="102" name="Picture 5"/>
              <p:cNvPicPr>
                <a:picLocks noChangeAspect="1" noChangeArrowheads="1"/>
              </p:cNvPicPr>
              <p:nvPr/>
            </p:nvPicPr>
            <p:blipFill>
              <a:blip r:embed="rId7"/>
              <a:srcRect/>
              <a:stretch>
                <a:fillRect/>
              </a:stretch>
            </p:blipFill>
            <p:spPr bwMode="auto">
              <a:xfrm>
                <a:off x="3994454" y="1662974"/>
                <a:ext cx="923925" cy="563301"/>
              </a:xfrm>
              <a:prstGeom prst="rect">
                <a:avLst/>
              </a:prstGeom>
              <a:noFill/>
              <a:ln w="9525">
                <a:noFill/>
                <a:miter lim="800000"/>
                <a:headEnd/>
                <a:tailEnd/>
              </a:ln>
            </p:spPr>
          </p:pic>
        </p:grpSp>
        <p:grpSp>
          <p:nvGrpSpPr>
            <p:cNvPr id="60" name="Group 50"/>
            <p:cNvGrpSpPr/>
            <p:nvPr/>
          </p:nvGrpSpPr>
          <p:grpSpPr>
            <a:xfrm>
              <a:off x="1529820" y="4643111"/>
              <a:ext cx="7507455" cy="2168842"/>
              <a:chOff x="1369885" y="4427499"/>
              <a:chExt cx="7507455" cy="1626632"/>
            </a:xfrm>
          </p:grpSpPr>
          <p:sp>
            <p:nvSpPr>
              <p:cNvPr id="78" name="Text Box 32"/>
              <p:cNvSpPr txBox="1">
                <a:spLocks noChangeArrowheads="1"/>
              </p:cNvSpPr>
              <p:nvPr/>
            </p:nvSpPr>
            <p:spPr bwMode="auto">
              <a:xfrm>
                <a:off x="1379769" y="5299676"/>
                <a:ext cx="1193226" cy="245850"/>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To-Be Process</a:t>
                </a:r>
              </a:p>
            </p:txBody>
          </p:sp>
          <p:sp>
            <p:nvSpPr>
              <p:cNvPr id="79" name="Text Box 34"/>
              <p:cNvSpPr txBox="1">
                <a:spLocks noChangeArrowheads="1"/>
              </p:cNvSpPr>
              <p:nvPr/>
            </p:nvSpPr>
            <p:spPr bwMode="auto">
              <a:xfrm>
                <a:off x="2591081" y="5299676"/>
                <a:ext cx="1232309" cy="245850"/>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To-Be Product Model</a:t>
                </a:r>
              </a:p>
            </p:txBody>
          </p:sp>
          <p:sp>
            <p:nvSpPr>
              <p:cNvPr id="80" name="Text Box 36"/>
              <p:cNvSpPr txBox="1">
                <a:spLocks noChangeArrowheads="1"/>
              </p:cNvSpPr>
              <p:nvPr/>
            </p:nvSpPr>
            <p:spPr bwMode="auto">
              <a:xfrm>
                <a:off x="3901645" y="5299676"/>
                <a:ext cx="1256270"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System</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Blue-printing</a:t>
                </a:r>
              </a:p>
            </p:txBody>
          </p:sp>
          <p:sp>
            <p:nvSpPr>
              <p:cNvPr id="81" name="Text Box 38"/>
              <p:cNvSpPr txBox="1">
                <a:spLocks noChangeArrowheads="1"/>
              </p:cNvSpPr>
              <p:nvPr/>
            </p:nvSpPr>
            <p:spPr bwMode="auto">
              <a:xfrm>
                <a:off x="5309358" y="5299676"/>
                <a:ext cx="1076208" cy="584920"/>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Work-stream </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&amp; Transformation </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Roadmap</a:t>
                </a:r>
              </a:p>
            </p:txBody>
          </p:sp>
          <p:sp>
            <p:nvSpPr>
              <p:cNvPr id="82" name="Text Box 40"/>
              <p:cNvSpPr txBox="1">
                <a:spLocks noChangeArrowheads="1"/>
              </p:cNvSpPr>
              <p:nvPr/>
            </p:nvSpPr>
            <p:spPr bwMode="auto">
              <a:xfrm>
                <a:off x="6390645" y="5299676"/>
                <a:ext cx="1151246" cy="75445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Deliver TO-BE </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User Stories,</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Architecture</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Compliance plans</a:t>
                </a:r>
              </a:p>
            </p:txBody>
          </p:sp>
          <p:sp>
            <p:nvSpPr>
              <p:cNvPr id="83" name="Text Box 42"/>
              <p:cNvSpPr txBox="1">
                <a:spLocks noChangeArrowheads="1"/>
              </p:cNvSpPr>
              <p:nvPr/>
            </p:nvSpPr>
            <p:spPr bwMode="auto">
              <a:xfrm>
                <a:off x="7672091" y="5299676"/>
                <a:ext cx="1154018" cy="245850"/>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Streams Definitions</a:t>
                </a:r>
              </a:p>
            </p:txBody>
          </p:sp>
          <p:pic>
            <p:nvPicPr>
              <p:cNvPr id="84" name="Picture 54"/>
              <p:cNvPicPr>
                <a:picLocks noChangeAspect="1" noChangeArrowheads="1"/>
              </p:cNvPicPr>
              <p:nvPr/>
            </p:nvPicPr>
            <p:blipFill>
              <a:blip r:embed="rId8"/>
              <a:srcRect/>
              <a:stretch>
                <a:fillRect/>
              </a:stretch>
            </p:blipFill>
            <p:spPr bwMode="auto">
              <a:xfrm>
                <a:off x="2720074" y="4540210"/>
                <a:ext cx="1060450" cy="781050"/>
              </a:xfrm>
              <a:prstGeom prst="rect">
                <a:avLst/>
              </a:prstGeom>
              <a:noFill/>
              <a:ln w="9525">
                <a:noFill/>
                <a:miter lim="800000"/>
                <a:headEnd/>
                <a:tailEnd/>
              </a:ln>
            </p:spPr>
          </p:pic>
          <p:pic>
            <p:nvPicPr>
              <p:cNvPr id="85" name="Picture 68"/>
              <p:cNvPicPr>
                <a:picLocks noChangeAspect="1" noChangeArrowheads="1"/>
              </p:cNvPicPr>
              <p:nvPr/>
            </p:nvPicPr>
            <p:blipFill>
              <a:blip r:embed="rId9"/>
              <a:srcRect/>
              <a:stretch>
                <a:fillRect/>
              </a:stretch>
            </p:blipFill>
            <p:spPr bwMode="auto">
              <a:xfrm>
                <a:off x="1369885" y="4544973"/>
                <a:ext cx="1254125" cy="771525"/>
              </a:xfrm>
              <a:prstGeom prst="rect">
                <a:avLst/>
              </a:prstGeom>
              <a:noFill/>
              <a:ln w="9525">
                <a:noFill/>
                <a:miter lim="800000"/>
                <a:headEnd/>
                <a:tailEnd/>
              </a:ln>
            </p:spPr>
          </p:pic>
          <p:pic>
            <p:nvPicPr>
              <p:cNvPr id="86" name="Picture 4" descr="BTGS Application Architecture Target v2 5"/>
              <p:cNvPicPr>
                <a:picLocks noChangeAspect="1" noChangeArrowheads="1"/>
              </p:cNvPicPr>
              <p:nvPr/>
            </p:nvPicPr>
            <p:blipFill>
              <a:blip r:embed="rId10"/>
              <a:srcRect/>
              <a:stretch>
                <a:fillRect/>
              </a:stretch>
            </p:blipFill>
            <p:spPr bwMode="auto">
              <a:xfrm>
                <a:off x="3878390" y="4540210"/>
                <a:ext cx="1279525" cy="781050"/>
              </a:xfrm>
              <a:prstGeom prst="rect">
                <a:avLst/>
              </a:prstGeom>
              <a:noFill/>
              <a:ln w="9525">
                <a:noFill/>
                <a:miter lim="800000"/>
                <a:headEnd/>
                <a:tailEnd/>
              </a:ln>
            </p:spPr>
          </p:pic>
          <p:pic>
            <p:nvPicPr>
              <p:cNvPr id="87" name="Picture 3"/>
              <p:cNvPicPr>
                <a:picLocks noChangeAspect="1" noChangeArrowheads="1"/>
              </p:cNvPicPr>
              <p:nvPr/>
            </p:nvPicPr>
            <p:blipFill>
              <a:blip r:embed="rId11"/>
              <a:srcRect/>
              <a:stretch>
                <a:fillRect/>
              </a:stretch>
            </p:blipFill>
            <p:spPr bwMode="auto">
              <a:xfrm>
                <a:off x="5264748" y="4570373"/>
                <a:ext cx="1114425" cy="720725"/>
              </a:xfrm>
              <a:prstGeom prst="rect">
                <a:avLst/>
              </a:prstGeom>
              <a:noFill/>
              <a:ln w="3175">
                <a:solidFill>
                  <a:schemeClr val="tx1"/>
                </a:solidFill>
                <a:miter lim="800000"/>
                <a:headEnd/>
                <a:tailEnd/>
              </a:ln>
            </p:spPr>
          </p:pic>
          <p:pic>
            <p:nvPicPr>
              <p:cNvPr id="88" name="Picture 71"/>
              <p:cNvPicPr>
                <a:picLocks noChangeAspect="1" noChangeArrowheads="1"/>
              </p:cNvPicPr>
              <p:nvPr/>
            </p:nvPicPr>
            <p:blipFill>
              <a:blip r:embed="rId12" cstate="print"/>
              <a:srcRect/>
              <a:stretch>
                <a:fillRect/>
              </a:stretch>
            </p:blipFill>
            <p:spPr bwMode="auto">
              <a:xfrm>
                <a:off x="6616613" y="4427499"/>
                <a:ext cx="778904" cy="878692"/>
              </a:xfrm>
              <a:prstGeom prst="rect">
                <a:avLst/>
              </a:prstGeom>
              <a:noFill/>
              <a:ln w="9525">
                <a:noFill/>
                <a:miter lim="800000"/>
                <a:headEnd/>
                <a:tailEnd/>
              </a:ln>
            </p:spPr>
          </p:pic>
          <p:pic>
            <p:nvPicPr>
              <p:cNvPr id="89" name="Picture 73"/>
              <p:cNvPicPr>
                <a:picLocks noChangeAspect="1" noChangeArrowheads="1"/>
              </p:cNvPicPr>
              <p:nvPr/>
            </p:nvPicPr>
            <p:blipFill>
              <a:blip r:embed="rId13"/>
              <a:srcRect/>
              <a:stretch>
                <a:fillRect/>
              </a:stretch>
            </p:blipFill>
            <p:spPr bwMode="auto">
              <a:xfrm>
                <a:off x="7648615" y="4544973"/>
                <a:ext cx="1228725" cy="771525"/>
              </a:xfrm>
              <a:prstGeom prst="rect">
                <a:avLst/>
              </a:prstGeom>
              <a:noFill/>
              <a:ln w="9525">
                <a:noFill/>
                <a:miter lim="800000"/>
                <a:headEnd/>
                <a:tailEnd/>
              </a:ln>
            </p:spPr>
          </p:pic>
        </p:grpSp>
        <p:grpSp>
          <p:nvGrpSpPr>
            <p:cNvPr id="61" name="Group 48"/>
            <p:cNvGrpSpPr/>
            <p:nvPr/>
          </p:nvGrpSpPr>
          <p:grpSpPr>
            <a:xfrm>
              <a:off x="1478825" y="2709329"/>
              <a:ext cx="7431664" cy="1792816"/>
              <a:chOff x="1351306" y="2977163"/>
              <a:chExt cx="7431664" cy="1344613"/>
            </a:xfrm>
          </p:grpSpPr>
          <p:sp>
            <p:nvSpPr>
              <p:cNvPr id="66" name="Line 6"/>
              <p:cNvSpPr>
                <a:spLocks noChangeShapeType="1"/>
              </p:cNvSpPr>
              <p:nvPr/>
            </p:nvSpPr>
            <p:spPr bwMode="auto">
              <a:xfrm>
                <a:off x="1467770" y="4321776"/>
                <a:ext cx="7315200" cy="0"/>
              </a:xfrm>
              <a:prstGeom prst="line">
                <a:avLst/>
              </a:prstGeom>
              <a:noFill/>
              <a:ln w="28575">
                <a:solidFill>
                  <a:schemeClr val="bg2"/>
                </a:solidFill>
                <a:round/>
                <a:headEnd/>
                <a:tailEnd type="triangle" w="med" len="med"/>
              </a:ln>
            </p:spPr>
            <p:txBody>
              <a:bodyPr/>
              <a:lstStyle/>
              <a:p>
                <a:pPr fontAlgn="base">
                  <a:spcBef>
                    <a:spcPct val="0"/>
                  </a:spcBef>
                  <a:spcAft>
                    <a:spcPct val="0"/>
                  </a:spcAft>
                </a:pPr>
                <a:endParaRPr lang="en-US" sz="2400">
                  <a:solidFill>
                    <a:prstClr val="black"/>
                  </a:solidFill>
                  <a:latin typeface="Calibri" panose="020F0502020204030204" pitchFamily="34" charset="0"/>
                  <a:cs typeface="Calibri" panose="020F0502020204030204" pitchFamily="34" charset="0"/>
                </a:endParaRPr>
              </a:p>
            </p:txBody>
          </p:sp>
          <p:sp>
            <p:nvSpPr>
              <p:cNvPr id="67" name="Text Box 20"/>
              <p:cNvSpPr txBox="1">
                <a:spLocks noChangeArrowheads="1"/>
              </p:cNvSpPr>
              <p:nvPr/>
            </p:nvSpPr>
            <p:spPr bwMode="auto">
              <a:xfrm>
                <a:off x="1368768" y="3664551"/>
                <a:ext cx="992188" cy="584920"/>
              </a:xfrm>
              <a:prstGeom prst="rect">
                <a:avLst/>
              </a:prstGeom>
              <a:noFill/>
              <a:ln w="9525">
                <a:noFill/>
                <a:miter lim="800000"/>
                <a:headEnd/>
                <a:tailEnd/>
              </a:ln>
            </p:spPr>
            <p:txBody>
              <a:bodyPr>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AS-IS System</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Analysis &amp;</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Validation</a:t>
                </a:r>
              </a:p>
            </p:txBody>
          </p:sp>
          <p:sp>
            <p:nvSpPr>
              <p:cNvPr id="68" name="Text Box 22"/>
              <p:cNvSpPr txBox="1">
                <a:spLocks noChangeArrowheads="1"/>
              </p:cNvSpPr>
              <p:nvPr/>
            </p:nvSpPr>
            <p:spPr bwMode="auto">
              <a:xfrm>
                <a:off x="2446357" y="3674074"/>
                <a:ext cx="1352550"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Application Criticality </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vs Technology Maturity</a:t>
                </a:r>
              </a:p>
            </p:txBody>
          </p:sp>
          <p:sp>
            <p:nvSpPr>
              <p:cNvPr id="69" name="Text Box 24"/>
              <p:cNvSpPr txBox="1">
                <a:spLocks noChangeArrowheads="1"/>
              </p:cNvSpPr>
              <p:nvPr/>
            </p:nvSpPr>
            <p:spPr bwMode="auto">
              <a:xfrm>
                <a:off x="3816693" y="3783613"/>
                <a:ext cx="1289050" cy="245851"/>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Pain-Gain Analysis</a:t>
                </a:r>
              </a:p>
            </p:txBody>
          </p:sp>
          <p:sp>
            <p:nvSpPr>
              <p:cNvPr id="70" name="Text Box 26"/>
              <p:cNvSpPr txBox="1">
                <a:spLocks noChangeArrowheads="1"/>
              </p:cNvSpPr>
              <p:nvPr/>
            </p:nvSpPr>
            <p:spPr bwMode="auto">
              <a:xfrm>
                <a:off x="5349216" y="3783613"/>
                <a:ext cx="1051346" cy="245851"/>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Product Selection</a:t>
                </a:r>
              </a:p>
            </p:txBody>
          </p:sp>
          <p:sp>
            <p:nvSpPr>
              <p:cNvPr id="71" name="Text Box 28"/>
              <p:cNvSpPr txBox="1">
                <a:spLocks noChangeArrowheads="1"/>
              </p:cNvSpPr>
              <p:nvPr/>
            </p:nvSpPr>
            <p:spPr bwMode="auto">
              <a:xfrm>
                <a:off x="6573988" y="3783613"/>
                <a:ext cx="1121701" cy="245851"/>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Migration Planning</a:t>
                </a:r>
              </a:p>
            </p:txBody>
          </p:sp>
          <p:pic>
            <p:nvPicPr>
              <p:cNvPr id="73" name="Picture 57"/>
              <p:cNvPicPr>
                <a:picLocks noChangeAspect="1" noChangeArrowheads="1"/>
              </p:cNvPicPr>
              <p:nvPr/>
            </p:nvPicPr>
            <p:blipFill>
              <a:blip r:embed="rId6"/>
              <a:srcRect/>
              <a:stretch>
                <a:fillRect/>
              </a:stretch>
            </p:blipFill>
            <p:spPr bwMode="auto">
              <a:xfrm>
                <a:off x="1351306" y="3029551"/>
                <a:ext cx="1008062" cy="606425"/>
              </a:xfrm>
              <a:prstGeom prst="rect">
                <a:avLst/>
              </a:prstGeom>
              <a:noFill/>
              <a:ln w="9525">
                <a:noFill/>
                <a:miter lim="800000"/>
                <a:headEnd/>
                <a:tailEnd/>
              </a:ln>
            </p:spPr>
          </p:pic>
          <p:pic>
            <p:nvPicPr>
              <p:cNvPr id="75" name="Picture 64"/>
              <p:cNvPicPr>
                <a:picLocks noChangeAspect="1" noChangeArrowheads="1"/>
              </p:cNvPicPr>
              <p:nvPr/>
            </p:nvPicPr>
            <p:blipFill>
              <a:blip r:embed="rId14"/>
              <a:srcRect/>
              <a:stretch>
                <a:fillRect/>
              </a:stretch>
            </p:blipFill>
            <p:spPr bwMode="auto">
              <a:xfrm>
                <a:off x="6675781" y="3007324"/>
                <a:ext cx="898525" cy="746128"/>
              </a:xfrm>
              <a:prstGeom prst="rect">
                <a:avLst/>
              </a:prstGeom>
              <a:noFill/>
              <a:ln w="9525">
                <a:noFill/>
                <a:miter lim="800000"/>
                <a:headEnd/>
                <a:tailEnd/>
              </a:ln>
            </p:spPr>
          </p:pic>
          <p:pic>
            <p:nvPicPr>
              <p:cNvPr id="76" name="Picture 66"/>
              <p:cNvPicPr>
                <a:picLocks noChangeAspect="1" noChangeArrowheads="1"/>
              </p:cNvPicPr>
              <p:nvPr/>
            </p:nvPicPr>
            <p:blipFill>
              <a:blip r:embed="rId15"/>
              <a:srcRect/>
              <a:stretch>
                <a:fillRect/>
              </a:stretch>
            </p:blipFill>
            <p:spPr bwMode="auto">
              <a:xfrm>
                <a:off x="5245443" y="3029551"/>
                <a:ext cx="1139825" cy="701034"/>
              </a:xfrm>
              <a:prstGeom prst="rect">
                <a:avLst/>
              </a:prstGeom>
              <a:noFill/>
              <a:ln w="9525">
                <a:noFill/>
                <a:miter lim="800000"/>
                <a:headEnd/>
                <a:tailEnd/>
              </a:ln>
            </p:spPr>
          </p:pic>
          <p:pic>
            <p:nvPicPr>
              <p:cNvPr id="77" name="Picture 67"/>
              <p:cNvPicPr>
                <a:picLocks noChangeAspect="1" noChangeArrowheads="1"/>
              </p:cNvPicPr>
              <p:nvPr/>
            </p:nvPicPr>
            <p:blipFill>
              <a:blip r:embed="rId16"/>
              <a:srcRect/>
              <a:stretch>
                <a:fillRect/>
              </a:stretch>
            </p:blipFill>
            <p:spPr bwMode="auto">
              <a:xfrm>
                <a:off x="3854793" y="2977163"/>
                <a:ext cx="1250950" cy="711200"/>
              </a:xfrm>
              <a:prstGeom prst="rect">
                <a:avLst/>
              </a:prstGeom>
              <a:noFill/>
              <a:ln w="9525">
                <a:noFill/>
                <a:miter lim="800000"/>
                <a:headEnd/>
                <a:tailEnd/>
              </a:ln>
            </p:spPr>
          </p:pic>
        </p:grpSp>
        <p:sp>
          <p:nvSpPr>
            <p:cNvPr id="62" name="Isosceles Triangle 61"/>
            <p:cNvSpPr/>
            <p:nvPr/>
          </p:nvSpPr>
          <p:spPr>
            <a:xfrm rot="10800000">
              <a:off x="129650" y="2436510"/>
              <a:ext cx="1260390" cy="313037"/>
            </a:xfrm>
            <a:prstGeom prst="triangle">
              <a:avLst/>
            </a:prstGeom>
            <a:solidFill>
              <a:schemeClr val="bg1">
                <a:lumMod val="50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spcBef>
                  <a:spcPct val="0"/>
                </a:spcBef>
                <a:spcAft>
                  <a:spcPct val="0"/>
                </a:spcAft>
              </a:pPr>
              <a:endParaRPr lang="en-US" sz="2400">
                <a:solidFill>
                  <a:prstClr val="black"/>
                </a:solidFill>
                <a:latin typeface="Calibri" panose="020F0502020204030204" pitchFamily="34" charset="0"/>
                <a:cs typeface="Calibri" panose="020F0502020204030204" pitchFamily="34" charset="0"/>
              </a:endParaRPr>
            </a:p>
          </p:txBody>
        </p:sp>
        <p:sp>
          <p:nvSpPr>
            <p:cNvPr id="63" name="Isosceles Triangle 62"/>
            <p:cNvSpPr/>
            <p:nvPr/>
          </p:nvSpPr>
          <p:spPr>
            <a:xfrm rot="10800000">
              <a:off x="129651" y="4481212"/>
              <a:ext cx="1260390" cy="313037"/>
            </a:xfrm>
            <a:prstGeom prst="triangle">
              <a:avLst/>
            </a:prstGeom>
            <a:solidFill>
              <a:schemeClr val="bg1">
                <a:lumMod val="50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spcBef>
                  <a:spcPct val="0"/>
                </a:spcBef>
                <a:spcAft>
                  <a:spcPct val="0"/>
                </a:spcAft>
              </a:pPr>
              <a:endParaRPr lang="en-US" sz="2400">
                <a:solidFill>
                  <a:prstClr val="black"/>
                </a:solidFill>
                <a:latin typeface="Calibri" panose="020F0502020204030204" pitchFamily="34" charset="0"/>
                <a:cs typeface="Calibri" panose="020F0502020204030204" pitchFamily="34" charset="0"/>
              </a:endParaRPr>
            </a:p>
          </p:txBody>
        </p:sp>
        <p:sp>
          <p:nvSpPr>
            <p:cNvPr id="64" name="Line 5"/>
            <p:cNvSpPr>
              <a:spLocks noChangeShapeType="1"/>
            </p:cNvSpPr>
            <p:nvPr/>
          </p:nvSpPr>
          <p:spPr bwMode="auto">
            <a:xfrm>
              <a:off x="1548178" y="6775449"/>
              <a:ext cx="7315200" cy="0"/>
            </a:xfrm>
            <a:prstGeom prst="line">
              <a:avLst/>
            </a:prstGeom>
            <a:noFill/>
            <a:ln w="28575">
              <a:solidFill>
                <a:schemeClr val="bg2"/>
              </a:solidFill>
              <a:round/>
              <a:headEnd/>
              <a:tailEnd type="triangle" w="med" len="med"/>
            </a:ln>
          </p:spPr>
          <p:txBody>
            <a:bodyPr/>
            <a:lstStyle/>
            <a:p>
              <a:pPr fontAlgn="base">
                <a:spcBef>
                  <a:spcPct val="0"/>
                </a:spcBef>
                <a:spcAft>
                  <a:spcPct val="0"/>
                </a:spcAft>
              </a:pPr>
              <a:endParaRPr lang="en-US" sz="2400">
                <a:solidFill>
                  <a:prstClr val="black"/>
                </a:solidFill>
                <a:latin typeface="Calibri" panose="020F0502020204030204" pitchFamily="34" charset="0"/>
                <a:cs typeface="Calibri" panose="020F0502020204030204" pitchFamily="34" charset="0"/>
              </a:endParaRPr>
            </a:p>
          </p:txBody>
        </p:sp>
        <p:pic>
          <p:nvPicPr>
            <p:cNvPr id="65" name="Picture 4"/>
            <p:cNvPicPr>
              <a:picLocks noChangeAspect="1" noChangeArrowheads="1"/>
            </p:cNvPicPr>
            <p:nvPr/>
          </p:nvPicPr>
          <p:blipFill>
            <a:blip r:embed="rId17" cstate="print"/>
            <a:srcRect/>
            <a:stretch>
              <a:fillRect/>
            </a:stretch>
          </p:blipFill>
          <p:spPr bwMode="auto">
            <a:xfrm>
              <a:off x="2877768" y="2761392"/>
              <a:ext cx="685800" cy="827964"/>
            </a:xfrm>
            <a:prstGeom prst="rect">
              <a:avLst/>
            </a:prstGeom>
            <a:solidFill>
              <a:schemeClr val="bg1"/>
            </a:solidFill>
            <a:ln>
              <a:solidFill>
                <a:schemeClr val="tx2"/>
              </a:solidFill>
            </a:ln>
            <a:effectLst>
              <a:outerShdw sx="1000" sy="1000" algn="ctr" rotWithShape="0">
                <a:srgbClr val="000000"/>
              </a:outerShdw>
            </a:effectLst>
          </p:spPr>
        </p:pic>
      </p:grpSp>
      <p:sp>
        <p:nvSpPr>
          <p:cNvPr id="53" name="Title 1"/>
          <p:cNvSpPr>
            <a:spLocks noGrp="1"/>
          </p:cNvSpPr>
          <p:nvPr>
            <p:ph type="title"/>
          </p:nvPr>
        </p:nvSpPr>
        <p:spPr>
          <a:xfrm>
            <a:off x="153461" y="240533"/>
            <a:ext cx="8530255" cy="595111"/>
          </a:xfrm>
        </p:spPr>
        <p:txBody>
          <a:bodyPr/>
          <a:lstStyle/>
          <a:p>
            <a:pPr defTabSz="1219170" eaLnBrk="0" fontAlgn="base" hangingPunct="0">
              <a:lnSpc>
                <a:spcPct val="98000"/>
              </a:lnSpc>
              <a:spcAft>
                <a:spcPct val="0"/>
              </a:spcAft>
              <a:tabLst>
                <a:tab pos="609585" algn="l"/>
              </a:tabLst>
            </a:pPr>
            <a:r>
              <a:rPr lang="en-US" altLang="en-US" sz="2600"/>
              <a:t>ACCELERATOR Toolkit FOR PROPOSED APPROACH</a:t>
            </a:r>
          </a:p>
        </p:txBody>
      </p:sp>
    </p:spTree>
    <p:extLst>
      <p:ext uri="{BB962C8B-B14F-4D97-AF65-F5344CB8AC3E}">
        <p14:creationId xmlns:p14="http://schemas.microsoft.com/office/powerpoint/2010/main" val="12862736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9B2D289-1236-364B-9E53-7DF05CDFC930}"/>
              </a:ext>
            </a:extLst>
          </p:cNvPr>
          <p:cNvSpPr>
            <a:spLocks noGrp="1"/>
          </p:cNvSpPr>
          <p:nvPr>
            <p:ph type="title" idx="4294967295"/>
          </p:nvPr>
        </p:nvSpPr>
        <p:spPr>
          <a:xfrm>
            <a:off x="6536184" y="2939130"/>
            <a:ext cx="2219960" cy="2296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Ubuntu" panose="020B0504030602030204" pitchFamily="34" charset="0"/>
                <a:ea typeface="+mn-ea"/>
                <a:cs typeface="+mn-cs"/>
              </a:rPr>
              <a:t>About Capgemini</a:t>
            </a:r>
          </a:p>
        </p:txBody>
      </p:sp>
      <p:sp>
        <p:nvSpPr>
          <p:cNvPr id="18" name="Rectangle 17">
            <a:extLst>
              <a:ext uri="{FF2B5EF4-FFF2-40B4-BE49-F238E27FC236}">
                <a16:creationId xmlns:a16="http://schemas.microsoft.com/office/drawing/2014/main" id="{208CE49A-DF70-704F-B1B3-609712CC9C64}"/>
              </a:ext>
            </a:extLst>
          </p:cNvPr>
          <p:cNvSpPr/>
          <p:nvPr/>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360,000 team members more than 50 countries. With its strong 55-year heritage and deep industry expertise, Capgemini is trusted by its clients to address the entire breadth of their business needs, from strategy and design to operations, </a:t>
            </a:r>
            <a:r>
              <a:rPr kumimoji="0" lang="en-US"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rPr>
              <a:t>fueled</a:t>
            </a:r>
            <a:r>
              <a:rPr kumimoji="0" lang="en-GB"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rPr>
              <a:t> by the fast evolving and innovative world of cloud, data, AI, connectivity, software, digital engineering and platforms. The Group reported in 2022 global revenues of €22 billion.</a:t>
            </a:r>
            <a:endParaRPr kumimoji="0" lang="en-US"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endParaRPr>
          </a:p>
        </p:txBody>
      </p:sp>
      <p:sp>
        <p:nvSpPr>
          <p:cNvPr id="19" name="Rectangle 18">
            <a:extLst>
              <a:ext uri="{FF2B5EF4-FFF2-40B4-BE49-F238E27FC236}">
                <a16:creationId xmlns:a16="http://schemas.microsoft.com/office/drawing/2014/main" id="{4EB6E078-947A-8242-837C-CEA45876B3E9}"/>
              </a:ext>
            </a:extLst>
          </p:cNvPr>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Get The Future You Want </a:t>
            </a:r>
            <a:r>
              <a:rPr kumimoji="0" lang="en-US"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a:t>
            </a:r>
            <a:r>
              <a:rPr kumimoji="0" lang="en-GB"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 </a:t>
            </a:r>
            <a:r>
              <a:rPr kumimoji="0" lang="en-US" sz="1050" b="0" i="0" u="none" strike="noStrike" kern="1200" cap="none" spc="0" normalizeH="0" baseline="0" noProof="0">
                <a:ln>
                  <a:noFill/>
                </a:ln>
                <a:solidFill>
                  <a:srgbClr val="12ABDB"/>
                </a:solidFill>
                <a:effectLst/>
                <a:uLnTx/>
                <a:uFillTx/>
                <a:latin typeface="Ubuntu" panose="020B0504030602030204" pitchFamily="34" charset="0"/>
                <a:ea typeface="+mn-ea"/>
                <a:cs typeface="+mn-cs"/>
              </a:rPr>
              <a:t>www.capgemini.com</a:t>
            </a:r>
          </a:p>
        </p:txBody>
      </p:sp>
    </p:spTree>
    <p:extLst>
      <p:ext uri="{BB962C8B-B14F-4D97-AF65-F5344CB8AC3E}">
        <p14:creationId xmlns:p14="http://schemas.microsoft.com/office/powerpoint/2010/main" val="9030154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BULLETS" val="true"/>
</p:tagLst>
</file>

<file path=ppt/tags/tag36.xml><?xml version="1.0" encoding="utf-8"?>
<p:tagLst xmlns:a="http://schemas.openxmlformats.org/drawingml/2006/main" xmlns:r="http://schemas.openxmlformats.org/officeDocument/2006/relationships" xmlns:p="http://schemas.openxmlformats.org/presentationml/2006/main">
  <p:tag name="EE4P_STYLE_ID" val="9b477f76-6bd4-4f20-a560-95ac8dc7855c"/>
  <p:tag name="EE4P_STYLE_NAME" val="Capgemini Invent"/>
  <p:tag name="EE4P_SMART_ELEMENT_XML" val="&lt;smartelement id=&quot;ProcessArrow&quot; custom=&quot;1&quot;&gt;&lt;value angle=&quot;4&quot; /&gt;&lt;/smartelement&gt;"/>
</p:tagLst>
</file>

<file path=ppt/tags/tag37.xml><?xml version="1.0" encoding="utf-8"?>
<p:tagLst xmlns:a="http://schemas.openxmlformats.org/drawingml/2006/main" xmlns:r="http://schemas.openxmlformats.org/officeDocument/2006/relationships" xmlns:p="http://schemas.openxmlformats.org/presentationml/2006/main">
  <p:tag name="EE4P_STYLE_ID" val="9b477f76-6bd4-4f20-a560-95ac8dc7855c"/>
  <p:tag name="EE4P_STYLE_NAME" val="Capgemini Invent"/>
  <p:tag name="EE4P_SMART_ELEMENT_XML" val="&lt;smartelement id=&quot;ProcessArrow&quot; custom=&quot;1&quot;&gt;&lt;value angle=&quot;4&quot; /&gt;&lt;/smartelement&gt;"/>
</p:tagLst>
</file>

<file path=ppt/tags/tag38.xml><?xml version="1.0" encoding="utf-8"?>
<p:tagLst xmlns:a="http://schemas.openxmlformats.org/drawingml/2006/main" xmlns:r="http://schemas.openxmlformats.org/officeDocument/2006/relationships" xmlns:p="http://schemas.openxmlformats.org/presentationml/2006/main">
  <p:tag name="EE4P_STYLE_ID" val="9b477f76-6bd4-4f20-a560-95ac8dc7855c"/>
  <p:tag name="EE4P_STYLE_NAME" val="Capgemini Invent"/>
  <p:tag name="EE4P_SMART_ELEMENT_XML" val="&lt;smartelement id=&quot;ProcessArrow&quot; custom=&quot;1&quot;&gt;&lt;value angle=&quot;4&quot; /&gt;&lt;/smartelement&gt;"/>
</p:tagLst>
</file>

<file path=ppt/tags/tag39.xml><?xml version="1.0" encoding="utf-8"?>
<p:tagLst xmlns:a="http://schemas.openxmlformats.org/drawingml/2006/main" xmlns:r="http://schemas.openxmlformats.org/officeDocument/2006/relationships" xmlns:p="http://schemas.openxmlformats.org/presentationml/2006/main">
  <p:tag name="EE4P_STYLE_ID" val="9b477f76-6bd4-4f20-a560-95ac8dc7855c"/>
  <p:tag name="EE4P_STYLE_NAME" val="Capgemini Invent"/>
  <p:tag name="EE4P_SMART_ELEMENT_XML" val="&lt;smartelement id=&quot;ProcessArrow&quot; custom=&quot;1&quot;&gt;&lt;value angle=&quot;4&quot; /&gt;&lt;/smartelement&gt;"/>
</p:tagLst>
</file>

<file path=ppt/tags/tag40.xml><?xml version="1.0" encoding="utf-8"?>
<p:tagLst xmlns:a="http://schemas.openxmlformats.org/drawingml/2006/main" xmlns:r="http://schemas.openxmlformats.org/officeDocument/2006/relationships" xmlns:p="http://schemas.openxmlformats.org/presentationml/2006/main">
  <p:tag name="EE4P_STYLE_ID" val="9b477f76-6bd4-4f20-a560-95ac8dc7855c"/>
  <p:tag name="EE4P_STYLE_NAME" val="Capgemini Invent"/>
  <p:tag name="EE4P_SMART_ELEMENT_XML" val="&lt;smartelement id=&quot;ProcessArrow&quot; custom=&quot;1&quot;&gt;&lt;value angle=&quot;4&quot; /&gt;&lt;/smartelement&g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dxl6MObbWUe9Q3CdZwx17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dxl6MObbWUe9Q3CdZwx17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dxl6MObbWUe9Q3CdZwx17Q"/>
</p:tagLst>
</file>

<file path=ppt/theme/theme1.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elco ppt_Template_20210805_V03 " id="{EECEA458-C40C-5C49-9103-5FAC21D56946}" vid="{D618CB8B-E59D-8D4E-8405-01341F347C71}"/>
    </a:ext>
  </a:extLst>
</a:theme>
</file>

<file path=ppt/theme/theme3.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4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1_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 Template.potx" id="{CBFF93A5-2DF8-4330-839D-D3D65D7386C8}" vid="{B804656F-51A1-4CCF-9635-ED739E54375F}"/>
    </a:ext>
  </a:extLst>
</a:theme>
</file>

<file path=ppt/theme/theme6.xml><?xml version="1.0" encoding="utf-8"?>
<a:theme xmlns:a="http://schemas.openxmlformats.org/drawingml/2006/main" name="2_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 Template.potx" id="{CBFF93A5-2DF8-4330-839D-D3D65D7386C8}" vid="{B804656F-51A1-4CCF-9635-ED739E54375F}"/>
    </a:ext>
  </a:extLst>
</a:theme>
</file>

<file path=ppt/theme/theme7.xml><?xml version="1.0" encoding="utf-8"?>
<a:theme xmlns:a="http://schemas.openxmlformats.org/drawingml/2006/main" name="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pt-Capgemini_MasterTemplateCustomcolors.potx" id="{825B9D35-2592-4CA9-BA23-58B006335B2A}" vid="{B094C477-C962-4A54-95AE-F74EAD58A671}"/>
    </a:ext>
  </a:extLst>
</a:theme>
</file>

<file path=ppt/theme/theme8.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FolderDescription xmlns="6a00c37a-6f72-4698-9b02-81ff9fa7b20d" xsi:nil="true"/>
    <TaxCatchAll xmlns="17de28ac-b190-4cd4-a606-47e679de9d2c" xsi:nil="true"/>
    <ReuseCount xmlns="6a00c37a-6f72-4698-9b02-81ff9fa7b20d">0</ReuseCount>
    <Date xmlns="6a00c37a-6f72-4698-9b02-81ff9fa7b20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7329BD-08AC-4434-9FFF-C3A1F54DE8D4}"/>
</file>

<file path=customXml/itemProps2.xml><?xml version="1.0" encoding="utf-8"?>
<ds:datastoreItem xmlns:ds="http://schemas.openxmlformats.org/officeDocument/2006/customXml" ds:itemID="{D74854E3-7CA2-45C9-AEDE-B3EB92F1ACFE}">
  <ds:schemaRefs>
    <ds:schemaRef ds:uri="17de28ac-b190-4cd4-a606-47e679de9d2c"/>
    <ds:schemaRef ds:uri="340af655-5367-4c7d-8465-16f638f1f80c"/>
    <ds:schemaRef ds:uri="6a00c37a-6f72-4698-9b02-81ff9fa7b20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97FF438-1B09-4E8C-9B90-573B73922F51}">
  <ds:schemaRefs>
    <ds:schemaRef ds:uri="http://schemas.microsoft.com/sharepoint/v3/contenttype/forms"/>
  </ds:schemaRefs>
</ds:datastoreItem>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emplate>Capgemini_Template</Template>
  <TotalTime>0</TotalTime>
  <Words>3452</Words>
  <Application>Microsoft Office PowerPoint</Application>
  <PresentationFormat>Widescreen</PresentationFormat>
  <Paragraphs>680</Paragraphs>
  <Slides>23</Slides>
  <Notes>10</Notes>
  <HiddenSlides>0</HiddenSlides>
  <MMClips>0</MMClips>
  <ScaleCrop>false</ScaleCrop>
  <HeadingPairs>
    <vt:vector size="8" baseType="variant">
      <vt:variant>
        <vt:lpstr>Fonts Used</vt:lpstr>
      </vt:variant>
      <vt:variant>
        <vt:i4>15</vt:i4>
      </vt:variant>
      <vt:variant>
        <vt:lpstr>Theme</vt:lpstr>
      </vt:variant>
      <vt:variant>
        <vt:i4>7</vt:i4>
      </vt:variant>
      <vt:variant>
        <vt:lpstr>Embedded OLE Servers</vt:lpstr>
      </vt:variant>
      <vt:variant>
        <vt:i4>2</vt:i4>
      </vt:variant>
      <vt:variant>
        <vt:lpstr>Slide Titles</vt:lpstr>
      </vt:variant>
      <vt:variant>
        <vt:i4>23</vt:i4>
      </vt:variant>
    </vt:vector>
  </HeadingPairs>
  <TitlesOfParts>
    <vt:vector size="47" baseType="lpstr">
      <vt:lpstr>Arial</vt:lpstr>
      <vt:lpstr>Arial Black</vt:lpstr>
      <vt:lpstr>BenchNine</vt:lpstr>
      <vt:lpstr>BentonSansF Medium</vt:lpstr>
      <vt:lpstr>Calibri</vt:lpstr>
      <vt:lpstr>Helvetica</vt:lpstr>
      <vt:lpstr>Nuu</vt:lpstr>
      <vt:lpstr>Ubuntu</vt:lpstr>
      <vt:lpstr>Ubuntu Light</vt:lpstr>
      <vt:lpstr>Ubuntu Medium</vt:lpstr>
      <vt:lpstr>Ubuntu,Sans-Serif</vt:lpstr>
      <vt:lpstr>Verdana</vt:lpstr>
      <vt:lpstr>Vodafone Rg</vt:lpstr>
      <vt:lpstr>Webdings</vt:lpstr>
      <vt:lpstr>Wingdings</vt:lpstr>
      <vt:lpstr>1_Capgemini Master 2021</vt:lpstr>
      <vt:lpstr>Capgemini Master 2021</vt:lpstr>
      <vt:lpstr>2_Capgemini Master 2021</vt:lpstr>
      <vt:lpstr>4_Capgemini Master 2021</vt:lpstr>
      <vt:lpstr>1_Capgemini2021</vt:lpstr>
      <vt:lpstr>2_Capgemini2021</vt:lpstr>
      <vt:lpstr>Capgemini2021</vt:lpstr>
      <vt:lpstr>think-cell Slide</vt:lpstr>
      <vt:lpstr>Chart</vt:lpstr>
      <vt:lpstr>PowerPoint Presentation</vt:lpstr>
      <vt:lpstr>agenda </vt:lpstr>
      <vt:lpstr>Our Understanding of Client’s BUSINESS ecosystem</vt:lpstr>
      <vt:lpstr>PowerPoint Presentation</vt:lpstr>
      <vt:lpstr>Proposed engagement Timeline</vt:lpstr>
      <vt:lpstr>Proposed key stakeholders from Client &amp; capgemini</vt:lpstr>
      <vt:lpstr>BUSINESS MODEL assessment</vt:lpstr>
      <vt:lpstr>PowerPoint Presentation</vt:lpstr>
      <vt:lpstr>TRANSFORMATION ROADMAP</vt:lpstr>
      <vt:lpstr>We recommend key FOLLOW UP initiatives to HELP Client ACHIEVE ITS VISION</vt:lpstr>
      <vt:lpstr> ..AND HAVE LOGICALLY SEQUENCED INITIATIVES POST BUSINESS VALIDATION and  PRODUCT STRATEGY Assessment Exercise</vt:lpstr>
      <vt:lpstr>APPENDIX</vt:lpstr>
      <vt:lpstr>Success stories  &amp;  use cases</vt:lpstr>
      <vt:lpstr>ENTERPRISE MARKETING &amp; SALES TRANSFORMATION FOR A LEADING APAC TELCO</vt:lpstr>
      <vt:lpstr>TELECOM PRODUCT CONSULTING &amp; IMPLEMENTATION FOR A LEADING APAC TELCO</vt:lpstr>
      <vt:lpstr>DIGITAL TRANSFORMATION FOR ENTERPRISE BUSINESS OF A LEADING APAC TELCO</vt:lpstr>
      <vt:lpstr>OPERATING MODEL TRANSFORMATION FOR A LEADING APAC TELCO</vt:lpstr>
      <vt:lpstr>METHODOLOGY - mARKET SEGMENT &amp; GTM STRATEGY</vt:lpstr>
      <vt:lpstr>METHODOLOGY – PRODUCT PORTFOLIO OPTIMIZATION (1/2)</vt:lpstr>
      <vt:lpstr>METHODOLOGY – PRODUCT PORTFOLIO OPTIMIZATION (2/2)</vt:lpstr>
      <vt:lpstr>METHODOLOGY – OPERATING MODEL TRANSFORMATION</vt:lpstr>
      <vt:lpstr>ACCELERATOR Toolkit FOR PROPOSED APPROACH</vt:lpstr>
      <vt:lpstr>About Capgemini</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 to insert title title</dc:title>
  <dc:creator>Nemec, Reanna L</dc:creator>
  <cp:lastModifiedBy>Dasani, Kajal</cp:lastModifiedBy>
  <cp:revision>1</cp:revision>
  <cp:lastPrinted>2019-12-04T09:32:14Z</cp:lastPrinted>
  <dcterms:created xsi:type="dcterms:W3CDTF">2017-10-31T14:29:35Z</dcterms:created>
  <dcterms:modified xsi:type="dcterms:W3CDTF">2025-02-26T10:46:12Z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Order">
    <vt:r8>1100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MediaServiceImageTags">
    <vt:lpwstr/>
  </property>
</Properties>
</file>