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pn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4.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slideLayouts/slideLayout5.xml" ContentType="application/vnd.openxmlformats-officedocument.presentationml.slideLayout+xml"/>
  <Override PartName="/ppt/theme/theme3.xml" ContentType="application/vnd.openxmlformats-officedocument.theme+xml"/>
  <Override PartName="/ppt/tags/tag5.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4.xml" ContentType="application/vnd.openxmlformats-officedocument.theme+xml"/>
  <Override PartName="/ppt/tags/tag6.xml" ContentType="application/vnd.openxmlformats-officedocument.presentationml.tags+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91" r:id="rId4"/>
    <p:sldMasterId id="2147484193" r:id="rId5"/>
    <p:sldMasterId id="2147484196" r:id="rId6"/>
    <p:sldMasterId id="2147484274" r:id="rId7"/>
  </p:sldMasterIdLst>
  <p:notesMasterIdLst>
    <p:notesMasterId r:id="rId29"/>
  </p:notesMasterIdLst>
  <p:handoutMasterIdLst>
    <p:handoutMasterId r:id="rId30"/>
  </p:handoutMasterIdLst>
  <p:sldIdLst>
    <p:sldId id="1044" r:id="rId8"/>
    <p:sldId id="2076137989" r:id="rId9"/>
    <p:sldId id="257238" r:id="rId10"/>
    <p:sldId id="2076137990" r:id="rId11"/>
    <p:sldId id="14994" r:id="rId12"/>
    <p:sldId id="2146846776" r:id="rId13"/>
    <p:sldId id="2146846766" r:id="rId14"/>
    <p:sldId id="2146846770" r:id="rId15"/>
    <p:sldId id="2146846767" r:id="rId16"/>
    <p:sldId id="14987" r:id="rId17"/>
    <p:sldId id="2076137996" r:id="rId18"/>
    <p:sldId id="2146846764" r:id="rId19"/>
    <p:sldId id="2146846760" r:id="rId20"/>
    <p:sldId id="2146846761" r:id="rId21"/>
    <p:sldId id="2146846773" r:id="rId22"/>
    <p:sldId id="2146846772" r:id="rId23"/>
    <p:sldId id="2146846763" r:id="rId24"/>
    <p:sldId id="2076137994" r:id="rId25"/>
    <p:sldId id="2146846762" r:id="rId26"/>
    <p:sldId id="2146846740" r:id="rId27"/>
    <p:sldId id="1027" r:id="rId28"/>
  </p:sldIdLst>
  <p:sldSz cx="12192000" cy="6858000"/>
  <p:notesSz cx="6858000" cy="9144000"/>
  <p:custDataLst>
    <p:tags r:id="rId31"/>
  </p:custDataLst>
  <p:defaultTextStyle>
    <a:defPPr>
      <a:defRPr lang="de-DE"/>
    </a:defPPr>
    <a:lvl1pPr marL="0" algn="l" defTabSz="1088239" rtl="0" eaLnBrk="1" latinLnBrk="0" hangingPunct="1">
      <a:defRPr sz="2133" kern="1200">
        <a:solidFill>
          <a:schemeClr val="tx1"/>
        </a:solidFill>
        <a:latin typeface="+mn-lt"/>
        <a:ea typeface="+mn-ea"/>
        <a:cs typeface="+mn-cs"/>
      </a:defRPr>
    </a:lvl1pPr>
    <a:lvl2pPr marL="544120" algn="l" defTabSz="1088239" rtl="0" eaLnBrk="1" latinLnBrk="0" hangingPunct="1">
      <a:defRPr sz="2133" kern="1200">
        <a:solidFill>
          <a:schemeClr val="tx1"/>
        </a:solidFill>
        <a:latin typeface="+mn-lt"/>
        <a:ea typeface="+mn-ea"/>
        <a:cs typeface="+mn-cs"/>
      </a:defRPr>
    </a:lvl2pPr>
    <a:lvl3pPr marL="1088239" algn="l" defTabSz="1088239" rtl="0" eaLnBrk="1" latinLnBrk="0" hangingPunct="1">
      <a:defRPr sz="2133" kern="1200">
        <a:solidFill>
          <a:schemeClr val="tx1"/>
        </a:solidFill>
        <a:latin typeface="+mn-lt"/>
        <a:ea typeface="+mn-ea"/>
        <a:cs typeface="+mn-cs"/>
      </a:defRPr>
    </a:lvl3pPr>
    <a:lvl4pPr marL="1632358" algn="l" defTabSz="1088239" rtl="0" eaLnBrk="1" latinLnBrk="0" hangingPunct="1">
      <a:defRPr sz="2133" kern="1200">
        <a:solidFill>
          <a:schemeClr val="tx1"/>
        </a:solidFill>
        <a:latin typeface="+mn-lt"/>
        <a:ea typeface="+mn-ea"/>
        <a:cs typeface="+mn-cs"/>
      </a:defRPr>
    </a:lvl4pPr>
    <a:lvl5pPr marL="2176476" algn="l" defTabSz="1088239" rtl="0" eaLnBrk="1" latinLnBrk="0" hangingPunct="1">
      <a:defRPr sz="2133" kern="1200">
        <a:solidFill>
          <a:schemeClr val="tx1"/>
        </a:solidFill>
        <a:latin typeface="+mn-lt"/>
        <a:ea typeface="+mn-ea"/>
        <a:cs typeface="+mn-cs"/>
      </a:defRPr>
    </a:lvl5pPr>
    <a:lvl6pPr marL="2720595" algn="l" defTabSz="1088239" rtl="0" eaLnBrk="1" latinLnBrk="0" hangingPunct="1">
      <a:defRPr sz="2133" kern="1200">
        <a:solidFill>
          <a:schemeClr val="tx1"/>
        </a:solidFill>
        <a:latin typeface="+mn-lt"/>
        <a:ea typeface="+mn-ea"/>
        <a:cs typeface="+mn-cs"/>
      </a:defRPr>
    </a:lvl6pPr>
    <a:lvl7pPr marL="3264713" algn="l" defTabSz="1088239" rtl="0" eaLnBrk="1" latinLnBrk="0" hangingPunct="1">
      <a:defRPr sz="2133" kern="1200">
        <a:solidFill>
          <a:schemeClr val="tx1"/>
        </a:solidFill>
        <a:latin typeface="+mn-lt"/>
        <a:ea typeface="+mn-ea"/>
        <a:cs typeface="+mn-cs"/>
      </a:defRPr>
    </a:lvl7pPr>
    <a:lvl8pPr marL="3808833" algn="l" defTabSz="1088239" rtl="0" eaLnBrk="1" latinLnBrk="0" hangingPunct="1">
      <a:defRPr sz="2133" kern="1200">
        <a:solidFill>
          <a:schemeClr val="tx1"/>
        </a:solidFill>
        <a:latin typeface="+mn-lt"/>
        <a:ea typeface="+mn-ea"/>
        <a:cs typeface="+mn-cs"/>
      </a:defRPr>
    </a:lvl8pPr>
    <a:lvl9pPr marL="4352953" algn="l" defTabSz="1088239" rtl="0" eaLnBrk="1" latinLnBrk="0" hangingPunct="1">
      <a:defRPr sz="2133"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9A74887-82C3-4C32-8502-7B5A085C1C20}">
          <p14:sldIdLst>
            <p14:sldId id="1044"/>
            <p14:sldId id="2076137989"/>
            <p14:sldId id="257238"/>
            <p14:sldId id="2076137990"/>
            <p14:sldId id="14994"/>
            <p14:sldId id="2146846776"/>
            <p14:sldId id="2146846766"/>
            <p14:sldId id="2146846770"/>
            <p14:sldId id="2146846767"/>
            <p14:sldId id="14987"/>
            <p14:sldId id="2076137996"/>
            <p14:sldId id="2146846764"/>
            <p14:sldId id="2146846760"/>
            <p14:sldId id="2146846761"/>
            <p14:sldId id="2146846773"/>
            <p14:sldId id="2146846772"/>
            <p14:sldId id="2146846763"/>
            <p14:sldId id="2076137994"/>
            <p14:sldId id="2146846762"/>
            <p14:sldId id="2146846740"/>
            <p14:sldId id="1027"/>
          </p14:sldIdLst>
        </p14:section>
      </p14:sectionLst>
    </p:ext>
    <p:ext uri="{EFAFB233-063F-42B5-8137-9DF3F51BA10A}">
      <p15:sldGuideLst xmlns:p15="http://schemas.microsoft.com/office/powerpoint/2012/main">
        <p15:guide id="1" orient="horz" pos="368" userDrawn="1">
          <p15:clr>
            <a:srgbClr val="A4A3A4"/>
          </p15:clr>
        </p15:guide>
        <p15:guide id="2" pos="3840">
          <p15:clr>
            <a:srgbClr val="A4A3A4"/>
          </p15:clr>
        </p15:guide>
        <p15:guide id="3" pos="166" userDrawn="1">
          <p15:clr>
            <a:srgbClr val="A4A3A4"/>
          </p15:clr>
        </p15:guide>
      </p15:sldGuideLst>
    </p:ext>
    <p:ext uri="{2D200454-40CA-4A62-9FC3-DE9A4176ACB9}">
      <p15:notesGuideLst xmlns:p15="http://schemas.microsoft.com/office/powerpoint/2012/main">
        <p15:guide id="1" orient="horz" pos="4753" userDrawn="1">
          <p15:clr>
            <a:srgbClr val="A4A3A4"/>
          </p15:clr>
        </p15:guide>
        <p15:guide id="2" pos="3025"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avid Williams" initials="DBW" lastIdx="3" clrIdx="0"/>
  <p:cmAuthor id="1" name="Ezlakowski, Mat" initials="EM" lastIdx="1" clrIdx="1"/>
  <p:cmAuthor id="2" name="Howton, Ashlee" initials="HA" lastIdx="7" clrIdx="2">
    <p:extLst>
      <p:ext uri="{19B8F6BF-5375-455C-9EA6-DF929625EA0E}">
        <p15:presenceInfo xmlns:p15="http://schemas.microsoft.com/office/powerpoint/2012/main" userId="S-1-5-21-1531082355-734649621-3782574898-1385108" providerId="AD"/>
      </p:ext>
    </p:extLst>
  </p:cmAuthor>
  <p:cmAuthor id="3" name="Thompson, Phyllis A" initials="TPA" lastIdx="2" clrIdx="3">
    <p:extLst>
      <p:ext uri="{19B8F6BF-5375-455C-9EA6-DF929625EA0E}">
        <p15:presenceInfo xmlns:p15="http://schemas.microsoft.com/office/powerpoint/2012/main" userId="S-1-5-21-1531082355-734649621-3782574898-1924836" providerId="AD"/>
      </p:ext>
    </p:extLst>
  </p:cmAuthor>
  <p:cmAuthor id="4" name="Koerper, Pam" initials="KP" lastIdx="2" clrIdx="4">
    <p:extLst>
      <p:ext uri="{19B8F6BF-5375-455C-9EA6-DF929625EA0E}">
        <p15:presenceInfo xmlns:p15="http://schemas.microsoft.com/office/powerpoint/2012/main" userId="S::pam.koerper@capgemini.com::f6912bce-5ece-47d5-97c2-536159bf3638" providerId="AD"/>
      </p:ext>
    </p:extLst>
  </p:cmAuthor>
  <p:cmAuthor id="5" name="Murudkar, Rahul" initials="MR" lastIdx="3" clrIdx="5">
    <p:extLst>
      <p:ext uri="{19B8F6BF-5375-455C-9EA6-DF929625EA0E}">
        <p15:presenceInfo xmlns:p15="http://schemas.microsoft.com/office/powerpoint/2012/main" userId="S::rahul.murudkar@capgemini.com::8128f11c-92a8-471a-b091-08e70ab15b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24A0C2"/>
    <a:srgbClr val="0091E2"/>
    <a:srgbClr val="D4D4D4"/>
    <a:srgbClr val="0081C8"/>
    <a:srgbClr val="00A3FE"/>
    <a:srgbClr val="9AE1F7"/>
    <a:srgbClr val="2B3F45"/>
    <a:srgbClr val="F2F2F2"/>
    <a:srgbClr val="0E80A4"/>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21" autoAdjust="0"/>
    <p:restoredTop sz="93522" autoAdjust="0"/>
  </p:normalViewPr>
  <p:slideViewPr>
    <p:cSldViewPr snapToGrid="0">
      <p:cViewPr varScale="1">
        <p:scale>
          <a:sx n="66" d="100"/>
          <a:sy n="66" d="100"/>
        </p:scale>
        <p:origin x="708" y="52"/>
      </p:cViewPr>
      <p:guideLst>
        <p:guide orient="horz" pos="368"/>
        <p:guide pos="3840"/>
        <p:guide pos="166"/>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45" d="100"/>
          <a:sy n="45" d="100"/>
        </p:scale>
        <p:origin x="2760" y="24"/>
      </p:cViewPr>
      <p:guideLst>
        <p:guide orient="horz" pos="4753"/>
        <p:guide pos="3025"/>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21" Type="http://schemas.openxmlformats.org/officeDocument/2006/relationships/slide" Target="slides/slide14.xml"/><Relationship Id="rId34"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handoutMaster" Target="handoutMasters/handoutMaster1.xml"/><Relationship Id="rId35" Type="http://schemas.openxmlformats.org/officeDocument/2006/relationships/theme" Target="theme/theme1.xml"/><Relationship Id="rId8" Type="http://schemas.openxmlformats.org/officeDocument/2006/relationships/slide" Target="slides/slide1.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nde, Ajinkya" userId="5a84c906-089d-40a6-a10e-4fc3bc319328" providerId="ADAL" clId="{B3989FB4-D93A-4056-AEF3-F58551844365}"/>
    <pc:docChg chg="modSld sldOrd">
      <pc:chgData name="Shinde, Ajinkya" userId="5a84c906-089d-40a6-a10e-4fc3bc319328" providerId="ADAL" clId="{B3989FB4-D93A-4056-AEF3-F58551844365}" dt="2025-10-07T08:56:31.477" v="1"/>
      <pc:docMkLst>
        <pc:docMk/>
      </pc:docMkLst>
      <pc:sldChg chg="ord">
        <pc:chgData name="Shinde, Ajinkya" userId="5a84c906-089d-40a6-a10e-4fc3bc319328" providerId="ADAL" clId="{B3989FB4-D93A-4056-AEF3-F58551844365}" dt="2025-10-07T08:56:31.477" v="1"/>
        <pc:sldMkLst>
          <pc:docMk/>
          <pc:sldMk cId="2575173642" sldId="2146846767"/>
        </pc:sldMkLst>
      </pc:sldChg>
    </pc:docChg>
  </pc:docChgLst>
  <pc:docChgLst>
    <pc:chgData name="SINGH, SHIKHA" userId="S::shikha.j.singh@capgemini.com::d6dbfe43-ac40-4fdc-90c9-c5a3baa9d1ad" providerId="AD" clId="Web-{758CABFA-A024-41E0-8434-4817968A8825}"/>
    <pc:docChg chg="modSld">
      <pc:chgData name="SINGH, SHIKHA" userId="S::shikha.j.singh@capgemini.com::d6dbfe43-ac40-4fdc-90c9-c5a3baa9d1ad" providerId="AD" clId="Web-{758CABFA-A024-41E0-8434-4817968A8825}" dt="2022-08-05T14:58:34.909" v="37"/>
      <pc:docMkLst>
        <pc:docMk/>
      </pc:docMkLst>
      <pc:sldChg chg="modSp">
        <pc:chgData name="SINGH, SHIKHA" userId="S::shikha.j.singh@capgemini.com::d6dbfe43-ac40-4fdc-90c9-c5a3baa9d1ad" providerId="AD" clId="Web-{758CABFA-A024-41E0-8434-4817968A8825}" dt="2022-08-05T14:58:34.909" v="37"/>
        <pc:sldMkLst>
          <pc:docMk/>
          <pc:sldMk cId="1851187781" sldId="2146846772"/>
        </pc:sldMkLst>
      </pc:sldChg>
    </pc:docChg>
  </pc:docChgLst>
  <pc:docChgLst>
    <pc:chgData name="SINGH, SHIKHA" userId="d6dbfe43-ac40-4fdc-90c9-c5a3baa9d1ad" providerId="ADAL" clId="{84E0C46E-B275-4EE5-83F7-2038D1126E61}"/>
    <pc:docChg chg="undo custSel addSld delSld modSld modSection">
      <pc:chgData name="SINGH, SHIKHA" userId="d6dbfe43-ac40-4fdc-90c9-c5a3baa9d1ad" providerId="ADAL" clId="{84E0C46E-B275-4EE5-83F7-2038D1126E61}" dt="2022-08-05T14:55:25.901" v="1220" actId="20577"/>
      <pc:docMkLst>
        <pc:docMk/>
      </pc:docMkLst>
      <pc:sldChg chg="del">
        <pc:chgData name="SINGH, SHIKHA" userId="d6dbfe43-ac40-4fdc-90c9-c5a3baa9d1ad" providerId="ADAL" clId="{84E0C46E-B275-4EE5-83F7-2038D1126E61}" dt="2022-08-05T14:05:00.160" v="1" actId="47"/>
        <pc:sldMkLst>
          <pc:docMk/>
          <pc:sldMk cId="3445811528" sldId="1061"/>
        </pc:sldMkLst>
      </pc:sldChg>
      <pc:sldChg chg="modSp add mod">
        <pc:chgData name="SINGH, SHIKHA" userId="d6dbfe43-ac40-4fdc-90c9-c5a3baa9d1ad" providerId="ADAL" clId="{84E0C46E-B275-4EE5-83F7-2038D1126E61}" dt="2022-08-05T14:51:37.444" v="1141" actId="1035"/>
        <pc:sldMkLst>
          <pc:docMk/>
          <pc:sldMk cId="168568376" sldId="2146846771"/>
        </pc:sldMkLst>
      </pc:sldChg>
      <pc:sldChg chg="modSp add mod">
        <pc:chgData name="SINGH, SHIKHA" userId="d6dbfe43-ac40-4fdc-90c9-c5a3baa9d1ad" providerId="ADAL" clId="{84E0C46E-B275-4EE5-83F7-2038D1126E61}" dt="2022-08-05T14:55:25.901" v="1220" actId="20577"/>
        <pc:sldMkLst>
          <pc:docMk/>
          <pc:sldMk cId="1851187781" sldId="2146846772"/>
        </pc:sldMkLst>
      </pc:sldChg>
    </pc:docChg>
  </pc:docChgLst>
  <pc:docChgLst>
    <pc:chgData name="Chaudhari, Abhishek A" userId="edaf08a7-af2e-4434-84d6-ee00555d1303" providerId="ADAL" clId="{523C5E3C-0E51-4BAD-B33E-155D5908ADD6}"/>
    <pc:docChg chg="modSld">
      <pc:chgData name="Chaudhari, Abhishek A" userId="edaf08a7-af2e-4434-84d6-ee00555d1303" providerId="ADAL" clId="{523C5E3C-0E51-4BAD-B33E-155D5908ADD6}" dt="2023-10-17T13:12:54.613" v="2" actId="14100"/>
      <pc:docMkLst>
        <pc:docMk/>
      </pc:docMkLst>
      <pc:sldChg chg="modSp mod">
        <pc:chgData name="Chaudhari, Abhishek A" userId="edaf08a7-af2e-4434-84d6-ee00555d1303" providerId="ADAL" clId="{523C5E3C-0E51-4BAD-B33E-155D5908ADD6}" dt="2023-10-17T13:12:54.613" v="2" actId="14100"/>
        <pc:sldMkLst>
          <pc:docMk/>
          <pc:sldMk cId="501457319" sldId="2146846770"/>
        </pc:sldMkLst>
      </pc:sldChg>
    </pc:docChg>
  </pc:docChgLst>
  <pc:docChgLst>
    <pc:chgData name="SINGH, SHIKHA" userId="S::shikha.j.singh@capgemini.com::d6dbfe43-ac40-4fdc-90c9-c5a3baa9d1ad" providerId="AD" clId="Web-{0AD13B26-61CA-4AC1-8C65-49D19F2BA90D}"/>
    <pc:docChg chg="modSld">
      <pc:chgData name="SINGH, SHIKHA" userId="S::shikha.j.singh@capgemini.com::d6dbfe43-ac40-4fdc-90c9-c5a3baa9d1ad" providerId="AD" clId="Web-{0AD13B26-61CA-4AC1-8C65-49D19F2BA90D}" dt="2022-08-05T15:01:48.900" v="55"/>
      <pc:docMkLst>
        <pc:docMk/>
      </pc:docMkLst>
      <pc:sldChg chg="modSp">
        <pc:chgData name="SINGH, SHIKHA" userId="S::shikha.j.singh@capgemini.com::d6dbfe43-ac40-4fdc-90c9-c5a3baa9d1ad" providerId="AD" clId="Web-{0AD13B26-61CA-4AC1-8C65-49D19F2BA90D}" dt="2022-08-05T15:01:48.900" v="55"/>
        <pc:sldMkLst>
          <pc:docMk/>
          <pc:sldMk cId="1851187781" sldId="2146846772"/>
        </pc:sldMkLst>
      </pc:sldChg>
    </pc:docChg>
  </pc:docChgLst>
  <pc:docChgLst>
    <pc:chgData name="SINGH, SHIKHA" userId="S::shikha.j.singh@capgemini.com::d6dbfe43-ac40-4fdc-90c9-c5a3baa9d1ad" providerId="AD" clId="Web-{53A4A5F4-034B-4CB4-A6A7-973142A85637}"/>
    <pc:docChg chg="modSld">
      <pc:chgData name="SINGH, SHIKHA" userId="S::shikha.j.singh@capgemini.com::d6dbfe43-ac40-4fdc-90c9-c5a3baa9d1ad" providerId="AD" clId="Web-{53A4A5F4-034B-4CB4-A6A7-973142A85637}" dt="2022-08-11T06:29:36.114" v="9" actId="20577"/>
      <pc:docMkLst>
        <pc:docMk/>
      </pc:docMkLst>
      <pc:sldChg chg="modSp">
        <pc:chgData name="SINGH, SHIKHA" userId="S::shikha.j.singh@capgemini.com::d6dbfe43-ac40-4fdc-90c9-c5a3baa9d1ad" providerId="AD" clId="Web-{53A4A5F4-034B-4CB4-A6A7-973142A85637}" dt="2022-08-11T06:29:36.114" v="9" actId="20577"/>
        <pc:sldMkLst>
          <pc:docMk/>
          <pc:sldMk cId="2575173642" sldId="2146846767"/>
        </pc:sldMkLst>
      </pc:sldChg>
    </pc:docChg>
  </pc:docChgLst>
  <pc:docChgLst>
    <pc:chgData name="Mandke, Kaustubh" userId="4ecf97ac-a5f2-43c0-b519-1a3f42d1f443" providerId="ADAL" clId="{15688F00-FC43-4F11-87AB-C649B53F4759}"/>
    <pc:docChg chg="undo redo custSel addSld delSld modSld modMainMaster modSection">
      <pc:chgData name="Mandke, Kaustubh" userId="4ecf97ac-a5f2-43c0-b519-1a3f42d1f443" providerId="ADAL" clId="{15688F00-FC43-4F11-87AB-C649B53F4759}" dt="2022-08-05T17:41:34.039" v="3565"/>
      <pc:docMkLst>
        <pc:docMk/>
      </pc:docMkLst>
      <pc:sldChg chg="delSp modSp add mod modTransition">
        <pc:chgData name="Mandke, Kaustubh" userId="4ecf97ac-a5f2-43c0-b519-1a3f42d1f443" providerId="ADAL" clId="{15688F00-FC43-4F11-87AB-C649B53F4759}" dt="2022-08-05T17:36:47.340" v="3547" actId="20577"/>
        <pc:sldMkLst>
          <pc:docMk/>
          <pc:sldMk cId="2265314637" sldId="463"/>
        </pc:sldMkLst>
      </pc:sldChg>
      <pc:sldChg chg="delSp modSp add mod modTransition">
        <pc:chgData name="Mandke, Kaustubh" userId="4ecf97ac-a5f2-43c0-b519-1a3f42d1f443" providerId="ADAL" clId="{15688F00-FC43-4F11-87AB-C649B53F4759}" dt="2022-08-05T17:20:28.552" v="3307"/>
        <pc:sldMkLst>
          <pc:docMk/>
          <pc:sldMk cId="1219040680" sldId="464"/>
        </pc:sldMkLst>
      </pc:sldChg>
      <pc:sldChg chg="modTransition">
        <pc:chgData name="Mandke, Kaustubh" userId="4ecf97ac-a5f2-43c0-b519-1a3f42d1f443" providerId="ADAL" clId="{15688F00-FC43-4F11-87AB-C649B53F4759}" dt="2022-08-05T17:20:28.552" v="3307"/>
        <pc:sldMkLst>
          <pc:docMk/>
          <pc:sldMk cId="1044416223" sldId="1027"/>
        </pc:sldMkLst>
      </pc:sldChg>
      <pc:sldChg chg="addSp delSp modSp mod modTransition">
        <pc:chgData name="Mandke, Kaustubh" userId="4ecf97ac-a5f2-43c0-b519-1a3f42d1f443" providerId="ADAL" clId="{15688F00-FC43-4F11-87AB-C649B53F4759}" dt="2022-08-05T17:20:28.552" v="3307"/>
        <pc:sldMkLst>
          <pc:docMk/>
          <pc:sldMk cId="2800007003" sldId="1044"/>
        </pc:sldMkLst>
      </pc:sldChg>
      <pc:sldChg chg="modTransition">
        <pc:chgData name="Mandke, Kaustubh" userId="4ecf97ac-a5f2-43c0-b519-1a3f42d1f443" providerId="ADAL" clId="{15688F00-FC43-4F11-87AB-C649B53F4759}" dt="2022-08-05T17:20:28.552" v="3307"/>
        <pc:sldMkLst>
          <pc:docMk/>
          <pc:sldMk cId="3647124663" sldId="7778"/>
        </pc:sldMkLst>
      </pc:sldChg>
      <pc:sldChg chg="modSp mod modTransition">
        <pc:chgData name="Mandke, Kaustubh" userId="4ecf97ac-a5f2-43c0-b519-1a3f42d1f443" providerId="ADAL" clId="{15688F00-FC43-4F11-87AB-C649B53F4759}" dt="2022-08-05T17:30:12.623" v="3391" actId="1076"/>
        <pc:sldMkLst>
          <pc:docMk/>
          <pc:sldMk cId="361925904" sldId="14987"/>
        </pc:sldMkLst>
      </pc:sldChg>
      <pc:sldChg chg="modSp mod modTransition">
        <pc:chgData name="Mandke, Kaustubh" userId="4ecf97ac-a5f2-43c0-b519-1a3f42d1f443" providerId="ADAL" clId="{15688F00-FC43-4F11-87AB-C649B53F4759}" dt="2022-08-05T17:28:30.327" v="3356" actId="1076"/>
        <pc:sldMkLst>
          <pc:docMk/>
          <pc:sldMk cId="621600116" sldId="14994"/>
        </pc:sldMkLst>
      </pc:sldChg>
      <pc:sldChg chg="modSp mod modTransition">
        <pc:chgData name="Mandke, Kaustubh" userId="4ecf97ac-a5f2-43c0-b519-1a3f42d1f443" providerId="ADAL" clId="{15688F00-FC43-4F11-87AB-C649B53F4759}" dt="2022-08-05T17:23:02.144" v="3324" actId="20577"/>
        <pc:sldMkLst>
          <pc:docMk/>
          <pc:sldMk cId="478565831" sldId="257238"/>
        </pc:sldMkLst>
      </pc:sldChg>
      <pc:sldChg chg="addSp modSp mod modTransition">
        <pc:chgData name="Mandke, Kaustubh" userId="4ecf97ac-a5f2-43c0-b519-1a3f42d1f443" providerId="ADAL" clId="{15688F00-FC43-4F11-87AB-C649B53F4759}" dt="2022-08-05T17:20:46.540" v="3308" actId="20577"/>
        <pc:sldMkLst>
          <pc:docMk/>
          <pc:sldMk cId="2701786628" sldId="2076137989"/>
        </pc:sldMkLst>
      </pc:sldChg>
      <pc:sldChg chg="modSp mod modTransition">
        <pc:chgData name="Mandke, Kaustubh" userId="4ecf97ac-a5f2-43c0-b519-1a3f42d1f443" providerId="ADAL" clId="{15688F00-FC43-4F11-87AB-C649B53F4759}" dt="2022-08-05T17:39:04.219" v="3550" actId="20577"/>
        <pc:sldMkLst>
          <pc:docMk/>
          <pc:sldMk cId="3042733504" sldId="2076137990"/>
        </pc:sldMkLst>
      </pc:sldChg>
      <pc:sldChg chg="delSp modSp mod modTransition">
        <pc:chgData name="Mandke, Kaustubh" userId="4ecf97ac-a5f2-43c0-b519-1a3f42d1f443" providerId="ADAL" clId="{15688F00-FC43-4F11-87AB-C649B53F4759}" dt="2022-08-05T17:41:01.109" v="3564" actId="478"/>
        <pc:sldMkLst>
          <pc:docMk/>
          <pc:sldMk cId="3976196667" sldId="2076137994"/>
        </pc:sldMkLst>
      </pc:sldChg>
      <pc:sldChg chg="delSp modSp mod modTransition">
        <pc:chgData name="Mandke, Kaustubh" userId="4ecf97ac-a5f2-43c0-b519-1a3f42d1f443" providerId="ADAL" clId="{15688F00-FC43-4F11-87AB-C649B53F4759}" dt="2022-08-05T17:30:29.830" v="3405" actId="1035"/>
        <pc:sldMkLst>
          <pc:docMk/>
          <pc:sldMk cId="792481792" sldId="2076137996"/>
        </pc:sldMkLst>
      </pc:sldChg>
      <pc:sldChg chg="modSp mod modTransition">
        <pc:chgData name="Mandke, Kaustubh" userId="4ecf97ac-a5f2-43c0-b519-1a3f42d1f443" providerId="ADAL" clId="{15688F00-FC43-4F11-87AB-C649B53F4759}" dt="2022-08-05T17:36:25.592" v="3527" actId="1076"/>
        <pc:sldMkLst>
          <pc:docMk/>
          <pc:sldMk cId="4085548212" sldId="2146846740"/>
        </pc:sldMkLst>
      </pc:sldChg>
      <pc:sldChg chg="addSp delSp modSp del mod">
        <pc:chgData name="Mandke, Kaustubh" userId="4ecf97ac-a5f2-43c0-b519-1a3f42d1f443" providerId="ADAL" clId="{15688F00-FC43-4F11-87AB-C649B53F4759}" dt="2022-08-05T16:36:44.525" v="2249" actId="47"/>
        <pc:sldMkLst>
          <pc:docMk/>
          <pc:sldMk cId="2530063256" sldId="2146846748"/>
        </pc:sldMkLst>
      </pc:sldChg>
      <pc:sldChg chg="addSp delSp modSp mod modTransition">
        <pc:chgData name="Mandke, Kaustubh" userId="4ecf97ac-a5f2-43c0-b519-1a3f42d1f443" providerId="ADAL" clId="{15688F00-FC43-4F11-87AB-C649B53F4759}" dt="2022-08-05T17:31:28.036" v="3414" actId="113"/>
        <pc:sldMkLst>
          <pc:docMk/>
          <pc:sldMk cId="2416590116" sldId="2146846760"/>
        </pc:sldMkLst>
      </pc:sldChg>
      <pc:sldChg chg="modSp mod modTransition">
        <pc:chgData name="Mandke, Kaustubh" userId="4ecf97ac-a5f2-43c0-b519-1a3f42d1f443" providerId="ADAL" clId="{15688F00-FC43-4F11-87AB-C649B53F4759}" dt="2022-08-05T17:40:13.732" v="3562" actId="20577"/>
        <pc:sldMkLst>
          <pc:docMk/>
          <pc:sldMk cId="3053589184" sldId="2146846761"/>
        </pc:sldMkLst>
      </pc:sldChg>
      <pc:sldChg chg="modSp modTransition">
        <pc:chgData name="Mandke, Kaustubh" userId="4ecf97ac-a5f2-43c0-b519-1a3f42d1f443" providerId="ADAL" clId="{15688F00-FC43-4F11-87AB-C649B53F4759}" dt="2022-08-05T17:41:34.039" v="3565"/>
        <pc:sldMkLst>
          <pc:docMk/>
          <pc:sldMk cId="2635694332" sldId="2146846762"/>
        </pc:sldMkLst>
      </pc:sldChg>
      <pc:sldChg chg="modSp modTransition">
        <pc:chgData name="Mandke, Kaustubh" userId="4ecf97ac-a5f2-43c0-b519-1a3f42d1f443" providerId="ADAL" clId="{15688F00-FC43-4F11-87AB-C649B53F4759}" dt="2022-08-05T17:40:45.669" v="3563"/>
        <pc:sldMkLst>
          <pc:docMk/>
          <pc:sldMk cId="1523007031" sldId="2146846763"/>
        </pc:sldMkLst>
      </pc:sldChg>
      <pc:sldChg chg="modSp modTransition">
        <pc:chgData name="Mandke, Kaustubh" userId="4ecf97ac-a5f2-43c0-b519-1a3f42d1f443" providerId="ADAL" clId="{15688F00-FC43-4F11-87AB-C649B53F4759}" dt="2022-08-05T17:39:41.340" v="3551"/>
        <pc:sldMkLst>
          <pc:docMk/>
          <pc:sldMk cId="2123602814" sldId="2146846764"/>
        </pc:sldMkLst>
      </pc:sldChg>
      <pc:sldChg chg="addSp delSp modSp mod modTransition">
        <pc:chgData name="Mandke, Kaustubh" userId="4ecf97ac-a5f2-43c0-b519-1a3f42d1f443" providerId="ADAL" clId="{15688F00-FC43-4F11-87AB-C649B53F4759}" dt="2022-08-05T17:28:58.720" v="3370" actId="1035"/>
        <pc:sldMkLst>
          <pc:docMk/>
          <pc:sldMk cId="157281179" sldId="2146846766"/>
        </pc:sldMkLst>
      </pc:sldChg>
      <pc:sldChg chg="addSp delSp modSp mod modTransition">
        <pc:chgData name="Mandke, Kaustubh" userId="4ecf97ac-a5f2-43c0-b519-1a3f42d1f443" providerId="ADAL" clId="{15688F00-FC43-4F11-87AB-C649B53F4759}" dt="2022-08-05T17:20:28.552" v="3307"/>
        <pc:sldMkLst>
          <pc:docMk/>
          <pc:sldMk cId="2575173642" sldId="2146846767"/>
        </pc:sldMkLst>
      </pc:sldChg>
      <pc:sldChg chg="addSp delSp del mod modTransition">
        <pc:chgData name="Mandke, Kaustubh" userId="4ecf97ac-a5f2-43c0-b519-1a3f42d1f443" providerId="ADAL" clId="{15688F00-FC43-4F11-87AB-C649B53F4759}" dt="2022-08-05T17:27:14.376" v="3355" actId="47"/>
        <pc:sldMkLst>
          <pc:docMk/>
          <pc:sldMk cId="3589509970" sldId="2146846768"/>
        </pc:sldMkLst>
      </pc:sldChg>
      <pc:sldChg chg="modSp mod modTransition">
        <pc:chgData name="Mandke, Kaustubh" userId="4ecf97ac-a5f2-43c0-b519-1a3f42d1f443" providerId="ADAL" clId="{15688F00-FC43-4F11-87AB-C649B53F4759}" dt="2022-08-05T17:36:36.070" v="3540" actId="20577"/>
        <pc:sldMkLst>
          <pc:docMk/>
          <pc:sldMk cId="1671150931" sldId="2146846769"/>
        </pc:sldMkLst>
      </pc:sldChg>
      <pc:sldChg chg="addSp delSp modSp add mod modTransition">
        <pc:chgData name="Mandke, Kaustubh" userId="4ecf97ac-a5f2-43c0-b519-1a3f42d1f443" providerId="ADAL" clId="{15688F00-FC43-4F11-87AB-C649B53F4759}" dt="2022-08-05T17:29:49.074" v="3390" actId="20577"/>
        <pc:sldMkLst>
          <pc:docMk/>
          <pc:sldMk cId="501457319" sldId="2146846770"/>
        </pc:sldMkLst>
      </pc:sldChg>
      <pc:sldChg chg="addSp delSp modSp del mod">
        <pc:chgData name="Mandke, Kaustubh" userId="4ecf97ac-a5f2-43c0-b519-1a3f42d1f443" providerId="ADAL" clId="{15688F00-FC43-4F11-87AB-C649B53F4759}" dt="2022-08-05T15:38:21.258" v="1175" actId="47"/>
        <pc:sldMkLst>
          <pc:docMk/>
          <pc:sldMk cId="168568376" sldId="2146846771"/>
        </pc:sldMkLst>
      </pc:sldChg>
      <pc:sldChg chg="addSp modSp mod modTransition">
        <pc:chgData name="Mandke, Kaustubh" userId="4ecf97ac-a5f2-43c0-b519-1a3f42d1f443" providerId="ADAL" clId="{15688F00-FC43-4F11-87AB-C649B53F4759}" dt="2022-08-05T17:33:59.435" v="3485" actId="403"/>
        <pc:sldMkLst>
          <pc:docMk/>
          <pc:sldMk cId="1851187781" sldId="2146846772"/>
        </pc:sldMkLst>
      </pc:sldChg>
      <pc:sldChg chg="addSp delSp modSp add mod modTransition">
        <pc:chgData name="Mandke, Kaustubh" userId="4ecf97ac-a5f2-43c0-b519-1a3f42d1f443" providerId="ADAL" clId="{15688F00-FC43-4F11-87AB-C649B53F4759}" dt="2022-08-05T17:32:40.080" v="3422" actId="20577"/>
        <pc:sldMkLst>
          <pc:docMk/>
          <pc:sldMk cId="384990828" sldId="2146846773"/>
        </pc:sldMkLst>
      </pc:sldChg>
      <pc:sldChg chg="addSp delSp modSp add mod modTransition">
        <pc:chgData name="Mandke, Kaustubh" userId="4ecf97ac-a5f2-43c0-b519-1a3f42d1f443" providerId="ADAL" clId="{15688F00-FC43-4F11-87AB-C649B53F4759}" dt="2022-08-05T17:20:28.552" v="3307"/>
        <pc:sldMkLst>
          <pc:docMk/>
          <pc:sldMk cId="3010603490" sldId="2146846774"/>
        </pc:sldMkLst>
      </pc:sldChg>
      <pc:sldChg chg="modSp add mod modTransition">
        <pc:chgData name="Mandke, Kaustubh" userId="4ecf97ac-a5f2-43c0-b519-1a3f42d1f443" providerId="ADAL" clId="{15688F00-FC43-4F11-87AB-C649B53F4759}" dt="2022-08-05T17:20:28.552" v="3307"/>
        <pc:sldMkLst>
          <pc:docMk/>
          <pc:sldMk cId="515414045" sldId="2146846775"/>
        </pc:sldMkLst>
      </pc:sldChg>
      <pc:sldChg chg="add del">
        <pc:chgData name="Mandke, Kaustubh" userId="4ecf97ac-a5f2-43c0-b519-1a3f42d1f443" providerId="ADAL" clId="{15688F00-FC43-4F11-87AB-C649B53F4759}" dt="2022-08-05T17:09:28.977" v="3199"/>
        <pc:sldMkLst>
          <pc:docMk/>
          <pc:sldMk cId="3735622511" sldId="2146846776"/>
        </pc:sldMkLst>
      </pc:sldChg>
      <pc:sldMasterChg chg="modSldLayout">
        <pc:chgData name="Mandke, Kaustubh" userId="4ecf97ac-a5f2-43c0-b519-1a3f42d1f443" providerId="ADAL" clId="{15688F00-FC43-4F11-87AB-C649B53F4759}" dt="2022-08-05T17:11:52.048" v="3253"/>
        <pc:sldMasterMkLst>
          <pc:docMk/>
          <pc:sldMasterMk cId="1483379218" sldId="2147484191"/>
        </pc:sldMasterMkLst>
        <pc:sldLayoutChg chg="addSp delSp modSp mod">
          <pc:chgData name="Mandke, Kaustubh" userId="4ecf97ac-a5f2-43c0-b519-1a3f42d1f443" providerId="ADAL" clId="{15688F00-FC43-4F11-87AB-C649B53F4759}" dt="2022-08-05T15:15:57.212" v="1029" actId="1076"/>
          <pc:sldLayoutMkLst>
            <pc:docMk/>
            <pc:sldMasterMk cId="1483379218" sldId="2147484191"/>
            <pc:sldLayoutMk cId="2658981289" sldId="2147484192"/>
          </pc:sldLayoutMkLst>
        </pc:sldLayoutChg>
        <pc:sldLayoutChg chg="addSp modSp">
          <pc:chgData name="Mandke, Kaustubh" userId="4ecf97ac-a5f2-43c0-b519-1a3f42d1f443" providerId="ADAL" clId="{15688F00-FC43-4F11-87AB-C649B53F4759}" dt="2022-08-05T17:11:52.048" v="3253"/>
          <pc:sldLayoutMkLst>
            <pc:docMk/>
            <pc:sldMasterMk cId="1483379218" sldId="2147484191"/>
            <pc:sldLayoutMk cId="2541305426" sldId="2147484283"/>
          </pc:sldLayoutMkLst>
        </pc:sldLayoutChg>
      </pc:sldMasterChg>
      <pc:sldMasterChg chg="modSldLayout">
        <pc:chgData name="Mandke, Kaustubh" userId="4ecf97ac-a5f2-43c0-b519-1a3f42d1f443" providerId="ADAL" clId="{15688F00-FC43-4F11-87AB-C649B53F4759}" dt="2022-08-05T15:24:53.755" v="1080" actId="14100"/>
        <pc:sldMasterMkLst>
          <pc:docMk/>
          <pc:sldMasterMk cId="252764525" sldId="2147484193"/>
        </pc:sldMasterMkLst>
        <pc:sldLayoutChg chg="addSp delSp modSp mod">
          <pc:chgData name="Mandke, Kaustubh" userId="4ecf97ac-a5f2-43c0-b519-1a3f42d1f443" providerId="ADAL" clId="{15688F00-FC43-4F11-87AB-C649B53F4759}" dt="2022-08-05T15:24:53.755" v="1080" actId="14100"/>
          <pc:sldLayoutMkLst>
            <pc:docMk/>
            <pc:sldMasterMk cId="252764525" sldId="2147484193"/>
            <pc:sldLayoutMk cId="2034523033" sldId="2147484194"/>
          </pc:sldLayoutMkLst>
        </pc:sldLayoutChg>
      </pc:sldMasterChg>
      <pc:sldMasterChg chg="modSldLayout">
        <pc:chgData name="Mandke, Kaustubh" userId="4ecf97ac-a5f2-43c0-b519-1a3f42d1f443" providerId="ADAL" clId="{15688F00-FC43-4F11-87AB-C649B53F4759}" dt="2022-08-05T15:26:04.109" v="1082" actId="207"/>
        <pc:sldMasterMkLst>
          <pc:docMk/>
          <pc:sldMasterMk cId="771766795" sldId="2147484196"/>
        </pc:sldMasterMkLst>
        <pc:sldLayoutChg chg="addSp delSp modSp mod">
          <pc:chgData name="Mandke, Kaustubh" userId="4ecf97ac-a5f2-43c0-b519-1a3f42d1f443" providerId="ADAL" clId="{15688F00-FC43-4F11-87AB-C649B53F4759}" dt="2022-08-05T15:23:49.185" v="1076" actId="1076"/>
          <pc:sldLayoutMkLst>
            <pc:docMk/>
            <pc:sldMasterMk cId="771766795" sldId="2147484196"/>
            <pc:sldLayoutMk cId="2976490259" sldId="2147484199"/>
          </pc:sldLayoutMkLst>
        </pc:sldLayoutChg>
        <pc:sldLayoutChg chg="addSp modSp mod">
          <pc:chgData name="Mandke, Kaustubh" userId="4ecf97ac-a5f2-43c0-b519-1a3f42d1f443" providerId="ADAL" clId="{15688F00-FC43-4F11-87AB-C649B53F4759}" dt="2022-08-05T15:26:04.109" v="1082" actId="207"/>
          <pc:sldLayoutMkLst>
            <pc:docMk/>
            <pc:sldMasterMk cId="771766795" sldId="2147484196"/>
            <pc:sldLayoutMk cId="1318551894" sldId="2147484278"/>
          </pc:sldLayoutMkLst>
        </pc:sldLayoutChg>
      </pc:sldMasterChg>
      <pc:sldMasterChg chg="modSldLayout">
        <pc:chgData name="Mandke, Kaustubh" userId="4ecf97ac-a5f2-43c0-b519-1a3f42d1f443" providerId="ADAL" clId="{15688F00-FC43-4F11-87AB-C649B53F4759}" dt="2022-08-05T15:26:25.722" v="1084" actId="207"/>
        <pc:sldMasterMkLst>
          <pc:docMk/>
          <pc:sldMasterMk cId="177540162" sldId="2147484274"/>
        </pc:sldMasterMkLst>
        <pc:sldLayoutChg chg="addSp delSp modSp mod">
          <pc:chgData name="Mandke, Kaustubh" userId="4ecf97ac-a5f2-43c0-b519-1a3f42d1f443" providerId="ADAL" clId="{15688F00-FC43-4F11-87AB-C649B53F4759}" dt="2022-08-05T15:26:25.722" v="1084" actId="207"/>
          <pc:sldLayoutMkLst>
            <pc:docMk/>
            <pc:sldMasterMk cId="177540162" sldId="2147484274"/>
            <pc:sldLayoutMk cId="1999334831" sldId="2147484279"/>
          </pc:sldLayoutMkLst>
        </pc:sldLayoutChg>
      </pc:sldMasterChg>
    </pc:docChg>
  </pc:docChgLst>
  <pc:docChgLst>
    <pc:chgData name="Kumar Malyan, Vikas" userId="S::vikas.kumar-malyan@capgemini.com::a681583e-2421-4d37-b7ab-a3b49cb83246" providerId="AD" clId="Web-{8FFC693A-C025-4D80-B28E-6F5CD4CED71F}"/>
    <pc:docChg chg="sldOrd">
      <pc:chgData name="Kumar Malyan, Vikas" userId="S::vikas.kumar-malyan@capgemini.com::a681583e-2421-4d37-b7ab-a3b49cb83246" providerId="AD" clId="Web-{8FFC693A-C025-4D80-B28E-6F5CD4CED71F}" dt="2023-07-13T18:38:12.725" v="0"/>
      <pc:docMkLst>
        <pc:docMk/>
      </pc:docMkLst>
      <pc:sldChg chg="ord">
        <pc:chgData name="Kumar Malyan, Vikas" userId="S::vikas.kumar-malyan@capgemini.com::a681583e-2421-4d37-b7ab-a3b49cb83246" providerId="AD" clId="Web-{8FFC693A-C025-4D80-B28E-6F5CD4CED71F}" dt="2023-07-13T18:38:12.725" v="0"/>
        <pc:sldMkLst>
          <pc:docMk/>
          <pc:sldMk cId="2701786628" sldId="2076137989"/>
        </pc:sldMkLst>
      </pc:sldChg>
    </pc:docChg>
  </pc:docChgLst>
  <pc:docChgLst>
    <pc:chgData name="Dasani, Kajal" userId="724b87a8-2479-43e9-b7e1-42f88ac2ba97" providerId="ADAL" clId="{0B357369-156B-443B-888C-34A9A3A0999D}"/>
    <pc:docChg chg="undo custSel delSld modSld modMainMaster modSection">
      <pc:chgData name="Dasani, Kajal" userId="724b87a8-2479-43e9-b7e1-42f88ac2ba97" providerId="ADAL" clId="{0B357369-156B-443B-888C-34A9A3A0999D}" dt="2025-02-25T11:16:34.575" v="212" actId="478"/>
      <pc:docMkLst>
        <pc:docMk/>
      </pc:docMkLst>
      <pc:sldChg chg="del">
        <pc:chgData name="Dasani, Kajal" userId="724b87a8-2479-43e9-b7e1-42f88ac2ba97" providerId="ADAL" clId="{0B357369-156B-443B-888C-34A9A3A0999D}" dt="2025-02-25T10:52:46.103" v="192" actId="47"/>
        <pc:sldMkLst>
          <pc:docMk/>
          <pc:sldMk cId="2265314637" sldId="463"/>
        </pc:sldMkLst>
      </pc:sldChg>
      <pc:sldChg chg="del">
        <pc:chgData name="Dasani, Kajal" userId="724b87a8-2479-43e9-b7e1-42f88ac2ba97" providerId="ADAL" clId="{0B357369-156B-443B-888C-34A9A3A0999D}" dt="2025-02-25T10:52:46.103" v="192" actId="47"/>
        <pc:sldMkLst>
          <pc:docMk/>
          <pc:sldMk cId="1219040680" sldId="464"/>
        </pc:sldMkLst>
      </pc:sldChg>
      <pc:sldChg chg="modSp mod">
        <pc:chgData name="Dasani, Kajal" userId="724b87a8-2479-43e9-b7e1-42f88ac2ba97" providerId="ADAL" clId="{0B357369-156B-443B-888C-34A9A3A0999D}" dt="2025-02-25T11:05:28.650" v="193" actId="13926"/>
        <pc:sldMkLst>
          <pc:docMk/>
          <pc:sldMk cId="2800007003" sldId="1044"/>
        </pc:sldMkLst>
      </pc:sldChg>
      <pc:sldChg chg="addSp modSp del mod modShow">
        <pc:chgData name="Dasani, Kajal" userId="724b87a8-2479-43e9-b7e1-42f88ac2ba97" providerId="ADAL" clId="{0B357369-156B-443B-888C-34A9A3A0999D}" dt="2025-02-25T11:06:26.991" v="195" actId="47"/>
        <pc:sldMkLst>
          <pc:docMk/>
          <pc:sldMk cId="3647124663" sldId="7778"/>
        </pc:sldMkLst>
      </pc:sldChg>
      <pc:sldChg chg="addSp delSp modSp mod">
        <pc:chgData name="Dasani, Kajal" userId="724b87a8-2479-43e9-b7e1-42f88ac2ba97" providerId="ADAL" clId="{0B357369-156B-443B-888C-34A9A3A0999D}" dt="2025-02-25T11:16:17.637" v="206" actId="478"/>
        <pc:sldMkLst>
          <pc:docMk/>
          <pc:sldMk cId="361925904" sldId="14987"/>
        </pc:sldMkLst>
      </pc:sldChg>
      <pc:sldChg chg="addSp delSp modSp mod">
        <pc:chgData name="Dasani, Kajal" userId="724b87a8-2479-43e9-b7e1-42f88ac2ba97" providerId="ADAL" clId="{0B357369-156B-443B-888C-34A9A3A0999D}" dt="2025-02-25T11:15:14.407" v="197" actId="478"/>
        <pc:sldMkLst>
          <pc:docMk/>
          <pc:sldMk cId="621600116" sldId="14994"/>
        </pc:sldMkLst>
      </pc:sldChg>
      <pc:sldChg chg="addSp delSp modSp mod">
        <pc:chgData name="Dasani, Kajal" userId="724b87a8-2479-43e9-b7e1-42f88ac2ba97" providerId="ADAL" clId="{0B357369-156B-443B-888C-34A9A3A0999D}" dt="2025-02-25T11:14:50.502" v="196" actId="478"/>
        <pc:sldMkLst>
          <pc:docMk/>
          <pc:sldMk cId="478565831" sldId="257238"/>
        </pc:sldMkLst>
      </pc:sldChg>
      <pc:sldChg chg="modSp mod">
        <pc:chgData name="Dasani, Kajal" userId="724b87a8-2479-43e9-b7e1-42f88ac2ba97" providerId="ADAL" clId="{0B357369-156B-443B-888C-34A9A3A0999D}" dt="2025-02-25T10:44:05.302" v="38" actId="20577"/>
        <pc:sldMkLst>
          <pc:docMk/>
          <pc:sldMk cId="2701786628" sldId="2076137989"/>
        </pc:sldMkLst>
      </pc:sldChg>
      <pc:sldChg chg="addSp delSp modSp mod modShow">
        <pc:chgData name="Dasani, Kajal" userId="724b87a8-2479-43e9-b7e1-42f88ac2ba97" providerId="ADAL" clId="{0B357369-156B-443B-888C-34A9A3A0999D}" dt="2025-02-25T11:16:31.377" v="211" actId="478"/>
        <pc:sldMkLst>
          <pc:docMk/>
          <pc:sldMk cId="3976196667" sldId="2076137994"/>
        </pc:sldMkLst>
      </pc:sldChg>
      <pc:sldChg chg="addSp delSp modSp mod">
        <pc:chgData name="Dasani, Kajal" userId="724b87a8-2479-43e9-b7e1-42f88ac2ba97" providerId="ADAL" clId="{0B357369-156B-443B-888C-34A9A3A0999D}" dt="2025-02-25T11:16:20.757" v="207" actId="478"/>
        <pc:sldMkLst>
          <pc:docMk/>
          <pc:sldMk cId="792481792" sldId="2076137996"/>
        </pc:sldMkLst>
      </pc:sldChg>
      <pc:sldChg chg="addSp delSp modSp mod">
        <pc:chgData name="Dasani, Kajal" userId="724b87a8-2479-43e9-b7e1-42f88ac2ba97" providerId="ADAL" clId="{0B357369-156B-443B-888C-34A9A3A0999D}" dt="2025-02-25T11:16:34.575" v="212" actId="478"/>
        <pc:sldMkLst>
          <pc:docMk/>
          <pc:sldMk cId="4085548212" sldId="2146846740"/>
        </pc:sldMkLst>
      </pc:sldChg>
      <pc:sldChg chg="addSp delSp modSp mod">
        <pc:chgData name="Dasani, Kajal" userId="724b87a8-2479-43e9-b7e1-42f88ac2ba97" providerId="ADAL" clId="{0B357369-156B-443B-888C-34A9A3A0999D}" dt="2025-02-25T11:16:23.876" v="208" actId="478"/>
        <pc:sldMkLst>
          <pc:docMk/>
          <pc:sldMk cId="2416590116" sldId="2146846760"/>
        </pc:sldMkLst>
      </pc:sldChg>
      <pc:sldChg chg="addSp delSp modSp mod">
        <pc:chgData name="Dasani, Kajal" userId="724b87a8-2479-43e9-b7e1-42f88ac2ba97" providerId="ADAL" clId="{0B357369-156B-443B-888C-34A9A3A0999D}" dt="2025-02-25T11:15:21.111" v="198" actId="478"/>
        <pc:sldMkLst>
          <pc:docMk/>
          <pc:sldMk cId="157281179" sldId="2146846766"/>
        </pc:sldMkLst>
      </pc:sldChg>
      <pc:sldChg chg="addSp delSp modSp mod">
        <pc:chgData name="Dasani, Kajal" userId="724b87a8-2479-43e9-b7e1-42f88ac2ba97" providerId="ADAL" clId="{0B357369-156B-443B-888C-34A9A3A0999D}" dt="2025-02-25T11:16:11.562" v="205" actId="14100"/>
        <pc:sldMkLst>
          <pc:docMk/>
          <pc:sldMk cId="2575173642" sldId="2146846767"/>
        </pc:sldMkLst>
      </pc:sldChg>
      <pc:sldChg chg="del">
        <pc:chgData name="Dasani, Kajal" userId="724b87a8-2479-43e9-b7e1-42f88ac2ba97" providerId="ADAL" clId="{0B357369-156B-443B-888C-34A9A3A0999D}" dt="2025-02-25T10:52:46.103" v="192" actId="47"/>
        <pc:sldMkLst>
          <pc:docMk/>
          <pc:sldMk cId="1671150931" sldId="2146846769"/>
        </pc:sldMkLst>
      </pc:sldChg>
      <pc:sldChg chg="addSp delSp modSp mod">
        <pc:chgData name="Dasani, Kajal" userId="724b87a8-2479-43e9-b7e1-42f88ac2ba97" providerId="ADAL" clId="{0B357369-156B-443B-888C-34A9A3A0999D}" dt="2025-02-25T11:15:24.998" v="199" actId="478"/>
        <pc:sldMkLst>
          <pc:docMk/>
          <pc:sldMk cId="501457319" sldId="2146846770"/>
        </pc:sldMkLst>
      </pc:sldChg>
      <pc:sldChg chg="addSp delSp modSp mod">
        <pc:chgData name="Dasani, Kajal" userId="724b87a8-2479-43e9-b7e1-42f88ac2ba97" providerId="ADAL" clId="{0B357369-156B-443B-888C-34A9A3A0999D}" dt="2025-02-25T11:16:28.352" v="210" actId="478"/>
        <pc:sldMkLst>
          <pc:docMk/>
          <pc:sldMk cId="1851187781" sldId="2146846772"/>
        </pc:sldMkLst>
      </pc:sldChg>
      <pc:sldChg chg="addSp delSp modSp mod">
        <pc:chgData name="Dasani, Kajal" userId="724b87a8-2479-43e9-b7e1-42f88ac2ba97" providerId="ADAL" clId="{0B357369-156B-443B-888C-34A9A3A0999D}" dt="2025-02-25T11:16:26.513" v="209" actId="478"/>
        <pc:sldMkLst>
          <pc:docMk/>
          <pc:sldMk cId="384990828" sldId="2146846773"/>
        </pc:sldMkLst>
      </pc:sldChg>
      <pc:sldChg chg="del">
        <pc:chgData name="Dasani, Kajal" userId="724b87a8-2479-43e9-b7e1-42f88ac2ba97" providerId="ADAL" clId="{0B357369-156B-443B-888C-34A9A3A0999D}" dt="2025-02-25T10:52:46.103" v="192" actId="47"/>
        <pc:sldMkLst>
          <pc:docMk/>
          <pc:sldMk cId="3010603490" sldId="2146846774"/>
        </pc:sldMkLst>
      </pc:sldChg>
      <pc:sldChg chg="del">
        <pc:chgData name="Dasani, Kajal" userId="724b87a8-2479-43e9-b7e1-42f88ac2ba97" providerId="ADAL" clId="{0B357369-156B-443B-888C-34A9A3A0999D}" dt="2025-02-25T10:52:46.103" v="192" actId="47"/>
        <pc:sldMkLst>
          <pc:docMk/>
          <pc:sldMk cId="515414045" sldId="2146846775"/>
        </pc:sldMkLst>
      </pc:sldChg>
      <pc:sldMasterChg chg="delSldLayout">
        <pc:chgData name="Dasani, Kajal" userId="724b87a8-2479-43e9-b7e1-42f88ac2ba97" providerId="ADAL" clId="{0B357369-156B-443B-888C-34A9A3A0999D}" dt="2025-02-25T10:52:46.103" v="192" actId="47"/>
        <pc:sldMasterMkLst>
          <pc:docMk/>
          <pc:sldMasterMk cId="1483379218" sldId="2147484191"/>
        </pc:sldMasterMkLst>
        <pc:sldLayoutChg chg="del">
          <pc:chgData name="Dasani, Kajal" userId="724b87a8-2479-43e9-b7e1-42f88ac2ba97" providerId="ADAL" clId="{0B357369-156B-443B-888C-34A9A3A0999D}" dt="2025-02-25T10:52:46.103" v="192" actId="47"/>
          <pc:sldLayoutMkLst>
            <pc:docMk/>
            <pc:sldMasterMk cId="1483379218" sldId="2147484191"/>
            <pc:sldLayoutMk cId="2541305426" sldId="2147484283"/>
          </pc:sldLayoutMkLst>
        </pc:sldLayoutChg>
      </pc:sldMasterChg>
      <pc:sldMasterChg chg="delSldLayout modSldLayout">
        <pc:chgData name="Dasani, Kajal" userId="724b87a8-2479-43e9-b7e1-42f88ac2ba97" providerId="ADAL" clId="{0B357369-156B-443B-888C-34A9A3A0999D}" dt="2025-02-25T11:06:26.991" v="195" actId="47"/>
        <pc:sldMasterMkLst>
          <pc:docMk/>
          <pc:sldMasterMk cId="771766795" sldId="2147484196"/>
        </pc:sldMasterMkLst>
        <pc:sldLayoutChg chg="delSp mod">
          <pc:chgData name="Dasani, Kajal" userId="724b87a8-2479-43e9-b7e1-42f88ac2ba97" providerId="ADAL" clId="{0B357369-156B-443B-888C-34A9A3A0999D}" dt="2025-02-25T11:05:55.348" v="194" actId="478"/>
          <pc:sldLayoutMkLst>
            <pc:docMk/>
            <pc:sldMasterMk cId="771766795" sldId="2147484196"/>
            <pc:sldLayoutMk cId="2976490259" sldId="2147484199"/>
          </pc:sldLayoutMkLst>
        </pc:sldLayoutChg>
        <pc:sldLayoutChg chg="del">
          <pc:chgData name="Dasani, Kajal" userId="724b87a8-2479-43e9-b7e1-42f88ac2ba97" providerId="ADAL" clId="{0B357369-156B-443B-888C-34A9A3A0999D}" dt="2025-02-25T11:06:26.991" v="195" actId="47"/>
          <pc:sldLayoutMkLst>
            <pc:docMk/>
            <pc:sldMasterMk cId="771766795" sldId="2147484196"/>
            <pc:sldLayoutMk cId="1318551894" sldId="2147484278"/>
          </pc:sldLayoutMkLst>
        </pc:sldLayoutChg>
      </pc:sldMasterChg>
    </pc:docChg>
  </pc:docChgLst>
  <pc:docChgLst>
    <pc:chgData name="SINGH, SHIKHA" userId="S::shikha.j.singh@capgemini.com::d6dbfe43-ac40-4fdc-90c9-c5a3baa9d1ad" providerId="AD" clId="Web-{ACD4CC26-6D44-4AE1-BD42-C711DF682895}"/>
    <pc:docChg chg="addSld delSld modSld modSection">
      <pc:chgData name="SINGH, SHIKHA" userId="S::shikha.j.singh@capgemini.com::d6dbfe43-ac40-4fdc-90c9-c5a3baa9d1ad" providerId="AD" clId="Web-{ACD4CC26-6D44-4AE1-BD42-C711DF682895}" dt="2022-08-11T09:31:45.831" v="5" actId="14100"/>
      <pc:docMkLst>
        <pc:docMk/>
      </pc:docMkLst>
      <pc:sldChg chg="modSp">
        <pc:chgData name="SINGH, SHIKHA" userId="S::shikha.j.singh@capgemini.com::d6dbfe43-ac40-4fdc-90c9-c5a3baa9d1ad" providerId="AD" clId="Web-{ACD4CC26-6D44-4AE1-BD42-C711DF682895}" dt="2022-08-11T09:31:45.831" v="5" actId="14100"/>
        <pc:sldMkLst>
          <pc:docMk/>
          <pc:sldMk cId="2575173642" sldId="2146846767"/>
        </pc:sldMkLst>
      </pc:sldChg>
      <pc:sldChg chg="new">
        <pc:chgData name="SINGH, SHIKHA" userId="S::shikha.j.singh@capgemini.com::d6dbfe43-ac40-4fdc-90c9-c5a3baa9d1ad" providerId="AD" clId="Web-{ACD4CC26-6D44-4AE1-BD42-C711DF682895}" dt="2022-08-11T09:11:33.770" v="0"/>
        <pc:sldMkLst>
          <pc:docMk/>
          <pc:sldMk cId="447393847" sldId="2146846776"/>
        </pc:sldMkLst>
      </pc:sldChg>
      <pc:sldChg chg="new del">
        <pc:chgData name="SINGH, SHIKHA" userId="S::shikha.j.singh@capgemini.com::d6dbfe43-ac40-4fdc-90c9-c5a3baa9d1ad" providerId="AD" clId="Web-{ACD4CC26-6D44-4AE1-BD42-C711DF682895}" dt="2022-08-11T09:17:32.674" v="2"/>
        <pc:sldMkLst>
          <pc:docMk/>
          <pc:sldMk cId="640716486" sldId="2146846777"/>
        </pc:sldMkLst>
      </pc:sldChg>
    </pc:docChg>
  </pc:docChgLst>
  <pc:docChgLst>
    <pc:chgData name="SINGH, SHIKHA" userId="S::shikha.j.singh@capgemini.com::d6dbfe43-ac40-4fdc-90c9-c5a3baa9d1ad" providerId="AD" clId="Web-{BA559BEB-EDFF-4B5D-A96A-3F42FF45482A}"/>
    <pc:docChg chg="addSld delSld modSld modSection">
      <pc:chgData name="SINGH, SHIKHA" userId="S::shikha.j.singh@capgemini.com::d6dbfe43-ac40-4fdc-90c9-c5a3baa9d1ad" providerId="AD" clId="Web-{BA559BEB-EDFF-4B5D-A96A-3F42FF45482A}" dt="2022-08-05T11:20:22.792" v="269"/>
      <pc:docMkLst>
        <pc:docMk/>
      </pc:docMkLst>
      <pc:sldChg chg="addSp delSp modSp">
        <pc:chgData name="SINGH, SHIKHA" userId="S::shikha.j.singh@capgemini.com::d6dbfe43-ac40-4fdc-90c9-c5a3baa9d1ad" providerId="AD" clId="Web-{BA559BEB-EDFF-4B5D-A96A-3F42FF45482A}" dt="2022-08-05T11:20:22.792" v="269"/>
        <pc:sldMkLst>
          <pc:docMk/>
          <pc:sldMk cId="3445811528" sldId="1061"/>
        </pc:sldMkLst>
      </pc:sldChg>
      <pc:sldChg chg="addSp delSp modSp">
        <pc:chgData name="SINGH, SHIKHA" userId="S::shikha.j.singh@capgemini.com::d6dbfe43-ac40-4fdc-90c9-c5a3baa9d1ad" providerId="AD" clId="Web-{BA559BEB-EDFF-4B5D-A96A-3F42FF45482A}" dt="2022-08-05T11:18:47.304" v="252" actId="1076"/>
        <pc:sldMkLst>
          <pc:docMk/>
          <pc:sldMk cId="792481792" sldId="2076137996"/>
        </pc:sldMkLst>
      </pc:sldChg>
      <pc:sldChg chg="new del">
        <pc:chgData name="SINGH, SHIKHA" userId="S::shikha.j.singh@capgemini.com::d6dbfe43-ac40-4fdc-90c9-c5a3baa9d1ad" providerId="AD" clId="Web-{BA559BEB-EDFF-4B5D-A96A-3F42FF45482A}" dt="2022-08-05T11:07:35.812" v="5"/>
        <pc:sldMkLst>
          <pc:docMk/>
          <pc:sldMk cId="2665936076" sldId="2146846771"/>
        </pc:sldMkLst>
      </pc:sldChg>
      <pc:sldChg chg="new del">
        <pc:chgData name="SINGH, SHIKHA" userId="S::shikha.j.singh@capgemini.com::d6dbfe43-ac40-4fdc-90c9-c5a3baa9d1ad" providerId="AD" clId="Web-{BA559BEB-EDFF-4B5D-A96A-3F42FF45482A}" dt="2022-08-05T11:07:34.594" v="4"/>
        <pc:sldMkLst>
          <pc:docMk/>
          <pc:sldMk cId="162718734" sldId="2146846772"/>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2383909589905143"/>
          <c:y val="0.12102966429357159"/>
          <c:w val="0.42134853852856902"/>
          <c:h val="0.8336001444390948"/>
        </c:manualLayout>
      </c:layout>
      <c:pie3DChart>
        <c:varyColors val="1"/>
        <c:ser>
          <c:idx val="0"/>
          <c:order val="0"/>
          <c:tx>
            <c:strRef>
              <c:f>Sheet1!$B$1</c:f>
              <c:strCache>
                <c:ptCount val="1"/>
                <c:pt idx="0">
                  <c:v>Sales</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2-74FA-478B-A88C-A036B8001FE4}"/>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16A2-4A31-98CB-377CB91E0945}"/>
              </c:ext>
            </c:extLst>
          </c:dPt>
          <c:dLbls>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CW Seychelles</c:v>
                </c:pt>
                <c:pt idx="1">
                  <c:v>Airtel</c:v>
                </c:pt>
              </c:strCache>
            </c:strRef>
          </c:cat>
          <c:val>
            <c:numRef>
              <c:f>Sheet1!$B$2:$B$3</c:f>
              <c:numCache>
                <c:formatCode>0%</c:formatCode>
                <c:ptCount val="2"/>
                <c:pt idx="0">
                  <c:v>0.45</c:v>
                </c:pt>
                <c:pt idx="1">
                  <c:v>0.55000000000000004</c:v>
                </c:pt>
              </c:numCache>
            </c:numRef>
          </c:val>
          <c:extLst>
            <c:ext xmlns:c16="http://schemas.microsoft.com/office/drawing/2014/chart" uri="{C3380CC4-5D6E-409C-BE32-E72D297353CC}">
              <c16:uniqueId val="{00000000-74FA-478B-A88C-A036B8001FE4}"/>
            </c:ext>
          </c:extLst>
        </c:ser>
        <c:dLbls>
          <c:showLegendKey val="0"/>
          <c:showVal val="0"/>
          <c:showCatName val="0"/>
          <c:showSerName val="0"/>
          <c:showPercent val="0"/>
          <c:showBubbleSize val="0"/>
          <c:showLeaderLines val="1"/>
        </c:dLbls>
      </c:pie3D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9601200" cy="753560"/>
          </a:xfrm>
          <a:prstGeom prst="rect">
            <a:avLst/>
          </a:prstGeom>
        </p:spPr>
        <p:txBody>
          <a:bodyPr vert="horz" lIns="51271" tIns="51271" rIns="358893" bIns="51271" rtlCol="0" anchor="ctr"/>
          <a:lstStyle>
            <a:lvl1pPr algn="l">
              <a:defRPr sz="1800"/>
            </a:lvl1pPr>
          </a:lstStyle>
          <a:p>
            <a:pPr algn="r"/>
            <a:endParaRPr lang="de-DE" sz="2200">
              <a:latin typeface="Arial" pitchFamily="34" charset="0"/>
              <a:cs typeface="Arial" pitchFamily="34" charset="0"/>
            </a:endParaRPr>
          </a:p>
        </p:txBody>
      </p:sp>
      <p:sp>
        <p:nvSpPr>
          <p:cNvPr id="4" name="Footer Placeholder 3"/>
          <p:cNvSpPr>
            <a:spLocks noGrp="1"/>
          </p:cNvSpPr>
          <p:nvPr>
            <p:ph type="ftr" sz="quarter" idx="2"/>
          </p:nvPr>
        </p:nvSpPr>
        <p:spPr>
          <a:xfrm>
            <a:off x="0" y="14331700"/>
            <a:ext cx="4160806" cy="753560"/>
          </a:xfrm>
          <a:prstGeom prst="rect">
            <a:avLst/>
          </a:prstGeom>
        </p:spPr>
        <p:txBody>
          <a:bodyPr vert="horz" lIns="130226" tIns="65112" rIns="130226" bIns="65112" rtlCol="0" anchor="b"/>
          <a:lstStyle>
            <a:lvl1pPr algn="l">
              <a:defRPr sz="1800"/>
            </a:lvl1pPr>
          </a:lstStyle>
          <a:p>
            <a:r>
              <a:rPr lang="de-DE" sz="1200">
                <a:latin typeface="Arial" pitchFamily="34" charset="0"/>
                <a:cs typeface="Arial" pitchFamily="34" charset="0"/>
              </a:rPr>
              <a:t>© 2012 Capgemini. All </a:t>
            </a:r>
            <a:r>
              <a:rPr lang="de-DE" sz="1200" err="1">
                <a:latin typeface="Arial" pitchFamily="34" charset="0"/>
                <a:cs typeface="Arial" pitchFamily="34" charset="0"/>
              </a:rPr>
              <a:t>rights</a:t>
            </a:r>
            <a:r>
              <a:rPr lang="de-DE" sz="1200">
                <a:latin typeface="Arial" pitchFamily="34" charset="0"/>
                <a:cs typeface="Arial" pitchFamily="34" charset="0"/>
              </a:rPr>
              <a:t> </a:t>
            </a:r>
            <a:r>
              <a:rPr lang="de-DE" sz="1200" err="1">
                <a:latin typeface="Arial" pitchFamily="34" charset="0"/>
                <a:cs typeface="Arial" pitchFamily="34" charset="0"/>
              </a:rPr>
              <a:t>reserved</a:t>
            </a:r>
            <a:r>
              <a:rPr lang="de-DE" sz="1200">
                <a:latin typeface="Arial" pitchFamily="34" charset="0"/>
                <a:cs typeface="Arial" pitchFamily="34" charset="0"/>
              </a:rPr>
              <a:t>.</a:t>
            </a:r>
          </a:p>
        </p:txBody>
      </p:sp>
      <p:sp>
        <p:nvSpPr>
          <p:cNvPr id="5" name="Slide Number Placeholder 4"/>
          <p:cNvSpPr>
            <a:spLocks noGrp="1"/>
          </p:cNvSpPr>
          <p:nvPr>
            <p:ph type="sldNum" sz="quarter" idx="3"/>
          </p:nvPr>
        </p:nvSpPr>
        <p:spPr>
          <a:xfrm>
            <a:off x="5438248" y="14331700"/>
            <a:ext cx="4160806" cy="753560"/>
          </a:xfrm>
          <a:prstGeom prst="rect">
            <a:avLst/>
          </a:prstGeom>
        </p:spPr>
        <p:txBody>
          <a:bodyPr vert="horz" lIns="130226" tIns="65112" rIns="130226" bIns="65112" rtlCol="0" anchor="b"/>
          <a:lstStyle>
            <a:lvl1pPr algn="r">
              <a:defRPr sz="1800"/>
            </a:lvl1pPr>
          </a:lstStyle>
          <a:p>
            <a:fld id="{9EC16AE0-9542-4D5B-AF70-A50F5AFBFBE0}" type="slidenum">
              <a:rPr lang="de-DE" sz="1200">
                <a:latin typeface="Arial" pitchFamily="34" charset="0"/>
                <a:cs typeface="Arial" pitchFamily="34" charset="0"/>
              </a:rPr>
              <a:pPr/>
              <a:t>‹#›</a:t>
            </a:fld>
            <a:endParaRPr lang="de-DE" sz="1200">
              <a:latin typeface="Arial" pitchFamily="34" charset="0"/>
              <a:cs typeface="Arial" pitchFamily="34" charset="0"/>
            </a:endParaRPr>
          </a:p>
        </p:txBody>
      </p:sp>
    </p:spTree>
    <p:extLst>
      <p:ext uri="{BB962C8B-B14F-4D97-AF65-F5344CB8AC3E}">
        <p14:creationId xmlns:p14="http://schemas.microsoft.com/office/powerpoint/2010/main" val="17733540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4160520" cy="754380"/>
          </a:xfrm>
          <a:prstGeom prst="rect">
            <a:avLst/>
          </a:prstGeom>
        </p:spPr>
        <p:txBody>
          <a:bodyPr vert="horz" lIns="141062" tIns="70531" rIns="141062" bIns="70531" rtlCol="0"/>
          <a:lstStyle>
            <a:lvl1pPr algn="l">
              <a:defRPr sz="1900"/>
            </a:lvl1pPr>
          </a:lstStyle>
          <a:p>
            <a:endParaRPr lang="en-US" dirty="0"/>
          </a:p>
        </p:txBody>
      </p:sp>
      <p:sp>
        <p:nvSpPr>
          <p:cNvPr id="3" name="Date Placeholder 2"/>
          <p:cNvSpPr>
            <a:spLocks noGrp="1"/>
          </p:cNvSpPr>
          <p:nvPr>
            <p:ph type="dt" idx="1"/>
          </p:nvPr>
        </p:nvSpPr>
        <p:spPr>
          <a:xfrm>
            <a:off x="5438460" y="2"/>
            <a:ext cx="4160520" cy="754380"/>
          </a:xfrm>
          <a:prstGeom prst="rect">
            <a:avLst/>
          </a:prstGeom>
        </p:spPr>
        <p:txBody>
          <a:bodyPr vert="horz" lIns="141062" tIns="70531" rIns="141062" bIns="70531" rtlCol="0"/>
          <a:lstStyle>
            <a:lvl1pPr algn="r">
              <a:defRPr sz="1900"/>
            </a:lvl1pPr>
          </a:lstStyle>
          <a:p>
            <a:fld id="{2FB4FF29-EE9A-4D47-9F1A-289A80693C0F}" type="datetimeFigureOut">
              <a:rPr lang="en-US" smtClean="0"/>
              <a:pPr/>
              <a:t>10/7/2025</a:t>
            </a:fld>
            <a:endParaRPr lang="en-US" dirty="0"/>
          </a:p>
        </p:txBody>
      </p:sp>
      <p:sp>
        <p:nvSpPr>
          <p:cNvPr id="4" name="Slide Image Placeholder 3"/>
          <p:cNvSpPr>
            <a:spLocks noGrp="1" noRot="1" noChangeAspect="1"/>
          </p:cNvSpPr>
          <p:nvPr>
            <p:ph type="sldImg" idx="2"/>
          </p:nvPr>
        </p:nvSpPr>
        <p:spPr>
          <a:xfrm>
            <a:off x="-227013" y="1131888"/>
            <a:ext cx="10055226" cy="5656262"/>
          </a:xfrm>
          <a:prstGeom prst="rect">
            <a:avLst/>
          </a:prstGeom>
          <a:noFill/>
          <a:ln w="12700">
            <a:solidFill>
              <a:prstClr val="black"/>
            </a:solidFill>
          </a:ln>
        </p:spPr>
        <p:txBody>
          <a:bodyPr vert="horz" lIns="141062" tIns="70531" rIns="141062" bIns="70531" rtlCol="0" anchor="ctr"/>
          <a:lstStyle/>
          <a:p>
            <a:endParaRPr lang="de-DE"/>
          </a:p>
        </p:txBody>
      </p:sp>
      <p:sp>
        <p:nvSpPr>
          <p:cNvPr id="5" name="Notes Placeholder 4"/>
          <p:cNvSpPr>
            <a:spLocks noGrp="1"/>
          </p:cNvSpPr>
          <p:nvPr>
            <p:ph type="body" sz="quarter" idx="3"/>
          </p:nvPr>
        </p:nvSpPr>
        <p:spPr>
          <a:xfrm>
            <a:off x="960121" y="7166610"/>
            <a:ext cx="7680959" cy="6789421"/>
          </a:xfrm>
          <a:prstGeom prst="rect">
            <a:avLst/>
          </a:prstGeom>
        </p:spPr>
        <p:txBody>
          <a:bodyPr vert="horz" lIns="141062" tIns="70531" rIns="141062" bIns="705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14330604"/>
            <a:ext cx="4160520" cy="754380"/>
          </a:xfrm>
          <a:prstGeom prst="rect">
            <a:avLst/>
          </a:prstGeom>
        </p:spPr>
        <p:txBody>
          <a:bodyPr vert="horz" lIns="141062" tIns="70531" rIns="141062" bIns="70531" rtlCol="0" anchor="b"/>
          <a:lstStyle>
            <a:lvl1pPr algn="l">
              <a:defRPr sz="1900"/>
            </a:lvl1pPr>
          </a:lstStyle>
          <a:p>
            <a:endParaRPr lang="en-US" dirty="0"/>
          </a:p>
        </p:txBody>
      </p:sp>
      <p:sp>
        <p:nvSpPr>
          <p:cNvPr id="7" name="Slide Number Placeholder 6"/>
          <p:cNvSpPr>
            <a:spLocks noGrp="1"/>
          </p:cNvSpPr>
          <p:nvPr>
            <p:ph type="sldNum" sz="quarter" idx="5"/>
          </p:nvPr>
        </p:nvSpPr>
        <p:spPr>
          <a:xfrm>
            <a:off x="5438460" y="14330604"/>
            <a:ext cx="4160520" cy="754380"/>
          </a:xfrm>
          <a:prstGeom prst="rect">
            <a:avLst/>
          </a:prstGeom>
        </p:spPr>
        <p:txBody>
          <a:bodyPr vert="horz" lIns="141062" tIns="70531" rIns="141062" bIns="70531" rtlCol="0" anchor="b"/>
          <a:lstStyle>
            <a:lvl1pPr algn="r">
              <a:defRPr sz="1900"/>
            </a:lvl1pPr>
          </a:lstStyle>
          <a:p>
            <a:fld id="{71E7D22E-2FCF-4181-8686-08BDCDF94062}" type="slidenum">
              <a:rPr lang="en-US" smtClean="0"/>
              <a:pPr/>
              <a:t>‹#›</a:t>
            </a:fld>
            <a:endParaRPr lang="en-US" dirty="0"/>
          </a:p>
        </p:txBody>
      </p:sp>
    </p:spTree>
    <p:extLst>
      <p:ext uri="{BB962C8B-B14F-4D97-AF65-F5344CB8AC3E}">
        <p14:creationId xmlns:p14="http://schemas.microsoft.com/office/powerpoint/2010/main" val="2623213213"/>
      </p:ext>
    </p:extLst>
  </p:cSld>
  <p:clrMap bg1="lt1" tx1="dk1" bg2="lt2" tx2="dk2" accent1="accent1" accent2="accent2" accent3="accent3" accent4="accent4" accent5="accent5" accent6="accent6" hlink="hlink" folHlink="folHlink"/>
  <p:notesStyle>
    <a:lvl1pPr marL="0" algn="l" defTabSz="1038910" rtl="0" eaLnBrk="1" latinLnBrk="0" hangingPunct="1">
      <a:defRPr sz="1333" kern="1200">
        <a:solidFill>
          <a:schemeClr val="tx1"/>
        </a:solidFill>
        <a:latin typeface="+mn-lt"/>
        <a:ea typeface="+mn-ea"/>
        <a:cs typeface="+mn-cs"/>
      </a:defRPr>
    </a:lvl1pPr>
    <a:lvl2pPr marL="519455" algn="l" defTabSz="1038910" rtl="0" eaLnBrk="1" latinLnBrk="0" hangingPunct="1">
      <a:defRPr sz="1333" kern="1200">
        <a:solidFill>
          <a:schemeClr val="tx1"/>
        </a:solidFill>
        <a:latin typeface="+mn-lt"/>
        <a:ea typeface="+mn-ea"/>
        <a:cs typeface="+mn-cs"/>
      </a:defRPr>
    </a:lvl2pPr>
    <a:lvl3pPr marL="1038910" algn="l" defTabSz="1038910" rtl="0" eaLnBrk="1" latinLnBrk="0" hangingPunct="1">
      <a:defRPr sz="1333" kern="1200">
        <a:solidFill>
          <a:schemeClr val="tx1"/>
        </a:solidFill>
        <a:latin typeface="+mn-lt"/>
        <a:ea typeface="+mn-ea"/>
        <a:cs typeface="+mn-cs"/>
      </a:defRPr>
    </a:lvl3pPr>
    <a:lvl4pPr marL="1558365" algn="l" defTabSz="1038910" rtl="0" eaLnBrk="1" latinLnBrk="0" hangingPunct="1">
      <a:defRPr sz="1333" kern="1200">
        <a:solidFill>
          <a:schemeClr val="tx1"/>
        </a:solidFill>
        <a:latin typeface="+mn-lt"/>
        <a:ea typeface="+mn-ea"/>
        <a:cs typeface="+mn-cs"/>
      </a:defRPr>
    </a:lvl4pPr>
    <a:lvl5pPr marL="2077821" algn="l" defTabSz="1038910" rtl="0" eaLnBrk="1" latinLnBrk="0" hangingPunct="1">
      <a:defRPr sz="1333" kern="1200">
        <a:solidFill>
          <a:schemeClr val="tx1"/>
        </a:solidFill>
        <a:latin typeface="+mn-lt"/>
        <a:ea typeface="+mn-ea"/>
        <a:cs typeface="+mn-cs"/>
      </a:defRPr>
    </a:lvl5pPr>
    <a:lvl6pPr marL="2597276" algn="l" defTabSz="1038910" rtl="0" eaLnBrk="1" latinLnBrk="0" hangingPunct="1">
      <a:defRPr sz="1333" kern="1200">
        <a:solidFill>
          <a:schemeClr val="tx1"/>
        </a:solidFill>
        <a:latin typeface="+mn-lt"/>
        <a:ea typeface="+mn-ea"/>
        <a:cs typeface="+mn-cs"/>
      </a:defRPr>
    </a:lvl6pPr>
    <a:lvl7pPr marL="3116731" algn="l" defTabSz="1038910" rtl="0" eaLnBrk="1" latinLnBrk="0" hangingPunct="1">
      <a:defRPr sz="1333" kern="1200">
        <a:solidFill>
          <a:schemeClr val="tx1"/>
        </a:solidFill>
        <a:latin typeface="+mn-lt"/>
        <a:ea typeface="+mn-ea"/>
        <a:cs typeface="+mn-cs"/>
      </a:defRPr>
    </a:lvl7pPr>
    <a:lvl8pPr marL="3636188" algn="l" defTabSz="1038910" rtl="0" eaLnBrk="1" latinLnBrk="0" hangingPunct="1">
      <a:defRPr sz="1333" kern="1200">
        <a:solidFill>
          <a:schemeClr val="tx1"/>
        </a:solidFill>
        <a:latin typeface="+mn-lt"/>
        <a:ea typeface="+mn-ea"/>
        <a:cs typeface="+mn-cs"/>
      </a:defRPr>
    </a:lvl8pPr>
    <a:lvl9pPr marL="4155643" algn="l" defTabSz="1038910" rtl="0" eaLnBrk="1" latinLnBrk="0" hangingPunct="1">
      <a:defRPr sz="1333"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E7D22E-2FCF-4181-8686-08BDCDF94062}" type="slidenum">
              <a:rPr lang="en-US" smtClean="0"/>
              <a:pPr/>
              <a:t>3</a:t>
            </a:fld>
            <a:endParaRPr lang="en-US" dirty="0"/>
          </a:p>
        </p:txBody>
      </p:sp>
    </p:spTree>
    <p:extLst>
      <p:ext uri="{BB962C8B-B14F-4D97-AF65-F5344CB8AC3E}">
        <p14:creationId xmlns:p14="http://schemas.microsoft.com/office/powerpoint/2010/main" val="5598821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1E7D22E-2FCF-4181-8686-08BDCDF94062}" type="slidenum">
              <a:rPr lang="en-US" smtClean="0"/>
              <a:pPr/>
              <a:t>4</a:t>
            </a:fld>
            <a:endParaRPr lang="en-US" dirty="0"/>
          </a:p>
        </p:txBody>
      </p:sp>
    </p:spTree>
    <p:extLst>
      <p:ext uri="{BB962C8B-B14F-4D97-AF65-F5344CB8AC3E}">
        <p14:creationId xmlns:p14="http://schemas.microsoft.com/office/powerpoint/2010/main" val="10632660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1E7D22E-2FCF-4181-8686-08BDCDF94062}" type="slidenum">
              <a:rPr lang="en-US" smtClean="0"/>
              <a:pPr/>
              <a:t>5</a:t>
            </a:fld>
            <a:endParaRPr lang="en-US" dirty="0"/>
          </a:p>
        </p:txBody>
      </p:sp>
    </p:spTree>
    <p:extLst>
      <p:ext uri="{BB962C8B-B14F-4D97-AF65-F5344CB8AC3E}">
        <p14:creationId xmlns:p14="http://schemas.microsoft.com/office/powerpoint/2010/main" val="2097088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1E7D22E-2FCF-4181-8686-08BDCDF94062}" type="slidenum">
              <a:rPr lang="en-US" smtClean="0"/>
              <a:pPr/>
              <a:t>8</a:t>
            </a:fld>
            <a:endParaRPr lang="en-US" dirty="0"/>
          </a:p>
        </p:txBody>
      </p:sp>
    </p:spTree>
    <p:extLst>
      <p:ext uri="{BB962C8B-B14F-4D97-AF65-F5344CB8AC3E}">
        <p14:creationId xmlns:p14="http://schemas.microsoft.com/office/powerpoint/2010/main" val="23508254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D1C6C21-3530-4617-89EE-86AF9D30FEAB}" type="slidenum">
              <a:rPr lang="en-IN" smtClean="0"/>
              <a:t>13</a:t>
            </a:fld>
            <a:endParaRPr lang="en-IN" dirty="0"/>
          </a:p>
        </p:txBody>
      </p:sp>
    </p:spTree>
    <p:extLst>
      <p:ext uri="{BB962C8B-B14F-4D97-AF65-F5344CB8AC3E}">
        <p14:creationId xmlns:p14="http://schemas.microsoft.com/office/powerpoint/2010/main" val="8582496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9.png"/><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8.png"/><Relationship Id="rId2" Type="http://schemas.openxmlformats.org/officeDocument/2006/relationships/hyperlink" Target="http://www.linkedin.com/company/capgemini" TargetMode="External"/><Relationship Id="rId1" Type="http://schemas.openxmlformats.org/officeDocument/2006/relationships/slideMaster" Target="../slideMasters/slideMaster2.xml"/><Relationship Id="rId6" Type="http://schemas.openxmlformats.org/officeDocument/2006/relationships/hyperlink" Target="http://www.twitter.com/capgemini" TargetMode="External"/><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a:extLst>
              <a:ext uri="{FF2B5EF4-FFF2-40B4-BE49-F238E27FC236}">
                <a16:creationId xmlns:a16="http://schemas.microsoft.com/office/drawing/2014/main" id="{866446E4-78C0-4B66-B1B2-627A465B69B2}"/>
              </a:ext>
            </a:extLst>
          </p:cNvPr>
          <p:cNvSpPr>
            <a:spLocks noGrp="1"/>
          </p:cNvSpPr>
          <p:nvPr>
            <p:ph type="title"/>
          </p:nvPr>
        </p:nvSpPr>
        <p:spPr/>
        <p:txBody>
          <a:bodyPr/>
          <a:lstStyle/>
          <a:p>
            <a:r>
              <a:rPr lang="en-US"/>
              <a:t>Click to edit Master title style</a:t>
            </a:r>
            <a:endParaRPr lang="en-IN"/>
          </a:p>
        </p:txBody>
      </p:sp>
      <p:sp>
        <p:nvSpPr>
          <p:cNvPr id="4" name="Rectangle 3">
            <a:extLst>
              <a:ext uri="{FF2B5EF4-FFF2-40B4-BE49-F238E27FC236}">
                <a16:creationId xmlns:a16="http://schemas.microsoft.com/office/drawing/2014/main" id="{415B856B-98B5-4FB7-AAE2-8521C8681343}"/>
              </a:ext>
            </a:extLst>
          </p:cNvPr>
          <p:cNvSpPr/>
          <p:nvPr userDrawn="1"/>
        </p:nvSpPr>
        <p:spPr>
          <a:xfrm>
            <a:off x="8378686" y="6549887"/>
            <a:ext cx="3409122" cy="2186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dirty="0">
                <a:solidFill>
                  <a:schemeClr val="bg1">
                    <a:lumMod val="65000"/>
                  </a:schemeClr>
                </a:solidFill>
              </a:rPr>
              <a:t>Company Confidential Capgemini 2022. All Rights Reserved |</a:t>
            </a:r>
          </a:p>
        </p:txBody>
      </p:sp>
    </p:spTree>
    <p:extLst>
      <p:ext uri="{BB962C8B-B14F-4D97-AF65-F5344CB8AC3E}">
        <p14:creationId xmlns:p14="http://schemas.microsoft.com/office/powerpoint/2010/main" val="2658981289"/>
      </p:ext>
    </p:extLst>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Title Slide 2">
    <p:bg>
      <p:bgPr>
        <a:solidFill>
          <a:srgbClr val="1F292B"/>
        </a:solidFill>
        <a:effectLst/>
      </p:bgPr>
    </p:bg>
    <p:spTree>
      <p:nvGrpSpPr>
        <p:cNvPr id="1" name=""/>
        <p:cNvGrpSpPr/>
        <p:nvPr/>
      </p:nvGrpSpPr>
      <p:grpSpPr>
        <a:xfrm>
          <a:off x="0" y="0"/>
          <a:ext cx="0" cy="0"/>
          <a:chOff x="0" y="0"/>
          <a:chExt cx="0" cy="0"/>
        </a:xfrm>
      </p:grpSpPr>
      <p:pic>
        <p:nvPicPr>
          <p:cNvPr id="4" name="Picture 3" descr="A person holding a pen&#10;&#10;Description automatically generated with low confidence">
            <a:extLst>
              <a:ext uri="{FF2B5EF4-FFF2-40B4-BE49-F238E27FC236}">
                <a16:creationId xmlns:a16="http://schemas.microsoft.com/office/drawing/2014/main" id="{52CE26EC-3183-42C1-A843-FDB6E34AFB5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0219" r="24141"/>
          <a:stretch/>
        </p:blipFill>
        <p:spPr>
          <a:xfrm>
            <a:off x="5422605" y="0"/>
            <a:ext cx="6769395" cy="6858000"/>
          </a:xfrm>
          <a:prstGeom prst="rect">
            <a:avLst/>
          </a:prstGeom>
        </p:spPr>
      </p:pic>
      <p:sp>
        <p:nvSpPr>
          <p:cNvPr id="8" name="Graphic 6">
            <a:extLst>
              <a:ext uri="{FF2B5EF4-FFF2-40B4-BE49-F238E27FC236}">
                <a16:creationId xmlns:a16="http://schemas.microsoft.com/office/drawing/2014/main" id="{C23AC481-086F-4D12-8799-AF718C0C2425}"/>
              </a:ext>
            </a:extLst>
          </p:cNvPr>
          <p:cNvSpPr>
            <a:spLocks/>
          </p:cNvSpPr>
          <p:nvPr userDrawn="1"/>
        </p:nvSpPr>
        <p:spPr>
          <a:xfrm rot="14203607">
            <a:off x="2792196" y="982201"/>
            <a:ext cx="12519514" cy="6871588"/>
          </a:xfrm>
          <a:custGeom>
            <a:avLst/>
            <a:gdLst>
              <a:gd name="connsiteX0" fmla="*/ 359093 w 8112442"/>
              <a:gd name="connsiteY0" fmla="*/ 4061460 h 4061459"/>
              <a:gd name="connsiteX1" fmla="*/ 0 w 8112442"/>
              <a:gd name="connsiteY1" fmla="*/ 4050983 h 4061459"/>
              <a:gd name="connsiteX2" fmla="*/ 1905 w 8112442"/>
              <a:gd name="connsiteY2" fmla="*/ 4012883 h 4061459"/>
              <a:gd name="connsiteX3" fmla="*/ 3440430 w 8112442"/>
              <a:gd name="connsiteY3" fmla="*/ 1951673 h 4061459"/>
              <a:gd name="connsiteX4" fmla="*/ 3753803 w 8112442"/>
              <a:gd name="connsiteY4" fmla="*/ 1336358 h 4061459"/>
              <a:gd name="connsiteX5" fmla="*/ 4995863 w 8112442"/>
              <a:gd name="connsiteY5" fmla="*/ 397193 h 4061459"/>
              <a:gd name="connsiteX6" fmla="*/ 5687378 w 8112442"/>
              <a:gd name="connsiteY6" fmla="*/ 307658 h 4061459"/>
              <a:gd name="connsiteX7" fmla="*/ 5698808 w 8112442"/>
              <a:gd name="connsiteY7" fmla="*/ 308610 h 4061459"/>
              <a:gd name="connsiteX8" fmla="*/ 5703570 w 8112442"/>
              <a:gd name="connsiteY8" fmla="*/ 319088 h 4061459"/>
              <a:gd name="connsiteX9" fmla="*/ 6342698 w 8112442"/>
              <a:gd name="connsiteY9" fmla="*/ 802958 h 4061459"/>
              <a:gd name="connsiteX10" fmla="*/ 7061835 w 8112442"/>
              <a:gd name="connsiteY10" fmla="*/ 707708 h 4061459"/>
              <a:gd name="connsiteX11" fmla="*/ 8086725 w 8112442"/>
              <a:gd name="connsiteY11" fmla="*/ 0 h 4061459"/>
              <a:gd name="connsiteX12" fmla="*/ 8112443 w 8112442"/>
              <a:gd name="connsiteY12" fmla="*/ 27623 h 4061459"/>
              <a:gd name="connsiteX13" fmla="*/ 7074218 w 8112442"/>
              <a:gd name="connsiteY13" fmla="*/ 742950 h 4061459"/>
              <a:gd name="connsiteX14" fmla="*/ 6334125 w 8112442"/>
              <a:gd name="connsiteY14" fmla="*/ 840105 h 4061459"/>
              <a:gd name="connsiteX15" fmla="*/ 5673090 w 8112442"/>
              <a:gd name="connsiteY15" fmla="*/ 344805 h 4061459"/>
              <a:gd name="connsiteX16" fmla="*/ 5005388 w 8112442"/>
              <a:gd name="connsiteY16" fmla="*/ 433388 h 4061459"/>
              <a:gd name="connsiteX17" fmla="*/ 3786188 w 8112442"/>
              <a:gd name="connsiteY17" fmla="*/ 1356360 h 4061459"/>
              <a:gd name="connsiteX18" fmla="*/ 3475673 w 8112442"/>
              <a:gd name="connsiteY18" fmla="*/ 1966913 h 4061459"/>
              <a:gd name="connsiteX19" fmla="*/ 2500313 w 8112442"/>
              <a:gd name="connsiteY19" fmla="*/ 3420428 h 4061459"/>
              <a:gd name="connsiteX20" fmla="*/ 359093 w 8112442"/>
              <a:gd name="connsiteY20" fmla="*/ 4061460 h 4061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112442" h="4061459">
                <a:moveTo>
                  <a:pt x="359093" y="4061460"/>
                </a:moveTo>
                <a:cubicBezTo>
                  <a:pt x="242888" y="4061460"/>
                  <a:pt x="122873" y="4057650"/>
                  <a:pt x="0" y="4050983"/>
                </a:cubicBezTo>
                <a:lnTo>
                  <a:pt x="1905" y="4012883"/>
                </a:lnTo>
                <a:cubicBezTo>
                  <a:pt x="2445068" y="4147185"/>
                  <a:pt x="2996565" y="2929890"/>
                  <a:pt x="3440430" y="1951673"/>
                </a:cubicBezTo>
                <a:cubicBezTo>
                  <a:pt x="3543300" y="1724978"/>
                  <a:pt x="3640455" y="1510665"/>
                  <a:pt x="3753803" y="1336358"/>
                </a:cubicBezTo>
                <a:cubicBezTo>
                  <a:pt x="4133850" y="750570"/>
                  <a:pt x="4638675" y="501968"/>
                  <a:pt x="4995863" y="397193"/>
                </a:cubicBezTo>
                <a:cubicBezTo>
                  <a:pt x="5382578" y="282893"/>
                  <a:pt x="5684520" y="307658"/>
                  <a:pt x="5687378" y="307658"/>
                </a:cubicBezTo>
                <a:lnTo>
                  <a:pt x="5698808" y="308610"/>
                </a:lnTo>
                <a:lnTo>
                  <a:pt x="5703570" y="319088"/>
                </a:lnTo>
                <a:cubicBezTo>
                  <a:pt x="5771198" y="465773"/>
                  <a:pt x="5980748" y="732473"/>
                  <a:pt x="6342698" y="802958"/>
                </a:cubicBezTo>
                <a:cubicBezTo>
                  <a:pt x="6558915" y="845820"/>
                  <a:pt x="6800850" y="813435"/>
                  <a:pt x="7061835" y="707708"/>
                </a:cubicBezTo>
                <a:cubicBezTo>
                  <a:pt x="7376160" y="579120"/>
                  <a:pt x="7721918" y="340995"/>
                  <a:pt x="8086725" y="0"/>
                </a:cubicBezTo>
                <a:lnTo>
                  <a:pt x="8112443" y="27623"/>
                </a:lnTo>
                <a:cubicBezTo>
                  <a:pt x="7744778" y="372428"/>
                  <a:pt x="7395210" y="612458"/>
                  <a:pt x="7074218" y="742950"/>
                </a:cubicBezTo>
                <a:cubicBezTo>
                  <a:pt x="6806565" y="851535"/>
                  <a:pt x="6557963" y="883920"/>
                  <a:pt x="6334125" y="840105"/>
                </a:cubicBezTo>
                <a:cubicBezTo>
                  <a:pt x="5966460" y="767715"/>
                  <a:pt x="5748338" y="499110"/>
                  <a:pt x="5673090" y="344805"/>
                </a:cubicBezTo>
                <a:cubicBezTo>
                  <a:pt x="5616893" y="341948"/>
                  <a:pt x="5344478" y="333375"/>
                  <a:pt x="5005388" y="433388"/>
                </a:cubicBezTo>
                <a:cubicBezTo>
                  <a:pt x="4654868" y="537210"/>
                  <a:pt x="4159568" y="781050"/>
                  <a:pt x="3786188" y="1356360"/>
                </a:cubicBezTo>
                <a:cubicBezTo>
                  <a:pt x="3674745" y="1528763"/>
                  <a:pt x="3578543" y="1741170"/>
                  <a:pt x="3475673" y="1966913"/>
                </a:cubicBezTo>
                <a:cubicBezTo>
                  <a:pt x="3255645" y="2452688"/>
                  <a:pt x="3006090" y="3002280"/>
                  <a:pt x="2500313" y="3420428"/>
                </a:cubicBezTo>
                <a:cubicBezTo>
                  <a:pt x="1979295" y="3850958"/>
                  <a:pt x="1276350" y="4061460"/>
                  <a:pt x="359093" y="4061460"/>
                </a:cubicBezTo>
                <a:close/>
              </a:path>
            </a:pathLst>
          </a:custGeom>
          <a:gradFill>
            <a:gsLst>
              <a:gs pos="92000">
                <a:schemeClr val="accent2">
                  <a:alpha val="0"/>
                </a:schemeClr>
              </a:gs>
              <a:gs pos="32000">
                <a:srgbClr val="12ABDB">
                  <a:alpha val="17000"/>
                </a:srgbClr>
              </a:gs>
              <a:gs pos="17000">
                <a:schemeClr val="accent2">
                  <a:alpha val="0"/>
                </a:schemeClr>
              </a:gs>
              <a:gs pos="49000">
                <a:srgbClr val="12ABDB"/>
              </a:gs>
              <a:gs pos="70000">
                <a:schemeClr val="accent2"/>
              </a:gs>
            </a:gsLst>
            <a:lin ang="540000" scaled="0"/>
          </a:gradFill>
          <a:ln w="9525" cap="flat">
            <a:noFill/>
            <a:prstDash val="solid"/>
            <a:miter/>
          </a:ln>
        </p:spPr>
        <p:txBody>
          <a:bodyPr rtlCol="0" anchor="ctr"/>
          <a:lstStyle/>
          <a:p>
            <a:endParaRPr lang="en-GB" dirty="0"/>
          </a:p>
        </p:txBody>
      </p:sp>
    </p:spTree>
    <p:extLst>
      <p:ext uri="{BB962C8B-B14F-4D97-AF65-F5344CB8AC3E}">
        <p14:creationId xmlns:p14="http://schemas.microsoft.com/office/powerpoint/2010/main" val="344070404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22192551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dirty="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dirty="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dirty="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290,000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dirty="0">
              <a:solidFill>
                <a:schemeClr val="bg1"/>
              </a:solidFill>
              <a:effectLst/>
              <a:latin typeface="Ubuntu" panose="020B0504030602030204" pitchFamily="34" charset="0"/>
            </a:endParaRP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dirty="0">
                <a:solidFill>
                  <a:schemeClr val="bg1"/>
                </a:solidFill>
                <a:effectLst/>
                <a:latin typeface="Ubuntu" panose="020B0504030602030204" pitchFamily="34" charset="0"/>
              </a:rPr>
              <a:t>Get the Future You Want </a:t>
            </a:r>
            <a:r>
              <a:rPr lang="en-US" sz="900" dirty="0">
                <a:solidFill>
                  <a:schemeClr val="bg1"/>
                </a:solidFill>
                <a:effectLst/>
                <a:latin typeface="Ubuntu" panose="020B0504030602030204" pitchFamily="34" charset="0"/>
              </a:rPr>
              <a:t>|</a:t>
            </a:r>
            <a:r>
              <a:rPr lang="en-GB" sz="900" dirty="0">
                <a:solidFill>
                  <a:schemeClr val="bg1"/>
                </a:solidFill>
                <a:effectLst/>
                <a:latin typeface="Ubuntu" panose="020B0504030602030204" pitchFamily="34" charset="0"/>
              </a:rPr>
              <a:t> </a:t>
            </a:r>
            <a:r>
              <a:rPr lang="en-US" sz="1050" dirty="0">
                <a:solidFill>
                  <a:schemeClr val="accent2"/>
                </a:solidFill>
                <a:latin typeface="Ubuntu" panose="020B0504030602030204" pitchFamily="34" charset="0"/>
              </a:rPr>
              <a:t>www.capgemini.com</a:t>
            </a:r>
          </a:p>
        </p:txBody>
      </p:sp>
      <p:pic>
        <p:nvPicPr>
          <p:cNvPr id="22" name="Picture 21" descr="Logo&#10;&#10;Description automatically generated with low confidence">
            <a:extLst>
              <a:ext uri="{FF2B5EF4-FFF2-40B4-BE49-F238E27FC236}">
                <a16:creationId xmlns:a16="http://schemas.microsoft.com/office/drawing/2014/main" id="{8BBC114C-8972-4578-A421-9E0BC1CFB762}"/>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7908" y="1061758"/>
            <a:ext cx="4231178" cy="1272879"/>
          </a:xfrm>
          <a:prstGeom prst="rect">
            <a:avLst/>
          </a:prstGeom>
        </p:spPr>
      </p:pic>
    </p:spTree>
    <p:extLst>
      <p:ext uri="{BB962C8B-B14F-4D97-AF65-F5344CB8AC3E}">
        <p14:creationId xmlns:p14="http://schemas.microsoft.com/office/powerpoint/2010/main" val="203452303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pic>
        <p:nvPicPr>
          <p:cNvPr id="7" name="Picture 6" descr="Two people walking down a flight of stairs&#10;&#10;Description automatically generated with low confidence">
            <a:extLst>
              <a:ext uri="{FF2B5EF4-FFF2-40B4-BE49-F238E27FC236}">
                <a16:creationId xmlns:a16="http://schemas.microsoft.com/office/drawing/2014/main" id="{E926103A-F4CE-4610-BF18-86A7BAF6B682}"/>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b="10000"/>
          <a:stretch/>
        </p:blipFill>
        <p:spPr>
          <a:xfrm>
            <a:off x="0" y="685800"/>
            <a:ext cx="12192000" cy="6172200"/>
          </a:xfrm>
          <a:prstGeom prst="rect">
            <a:avLst/>
          </a:prstGeom>
        </p:spPr>
      </p:pic>
      <p:sp>
        <p:nvSpPr>
          <p:cNvPr id="12" name="Rectangle 11">
            <a:extLst>
              <a:ext uri="{FF2B5EF4-FFF2-40B4-BE49-F238E27FC236}">
                <a16:creationId xmlns:a16="http://schemas.microsoft.com/office/drawing/2014/main" id="{AB0B6E6B-5C25-4494-A930-224B04086727}"/>
              </a:ext>
            </a:extLst>
          </p:cNvPr>
          <p:cNvSpPr/>
          <p:nvPr userDrawn="1"/>
        </p:nvSpPr>
        <p:spPr>
          <a:xfrm>
            <a:off x="0" y="0"/>
            <a:ext cx="12192000" cy="1679944"/>
          </a:xfrm>
          <a:prstGeom prst="rect">
            <a:avLst/>
          </a:prstGeom>
          <a:gradFill flip="none" rotWithShape="1">
            <a:gsLst>
              <a:gs pos="100000">
                <a:schemeClr val="bg1">
                  <a:alpha val="0"/>
                </a:schemeClr>
              </a:gs>
              <a:gs pos="35000">
                <a:schemeClr val="bg1">
                  <a:lumMod val="96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6137474"/>
            <a:ext cx="501808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3841520"/>
            <a:ext cx="5018087" cy="2243691"/>
          </a:xfrm>
        </p:spPr>
        <p:txBody>
          <a:bodyPr wrap="square" lIns="36000" rIns="36000" bIns="0" anchor="b" anchorCtr="0">
            <a:spAutoFit/>
          </a:bodyPr>
          <a:lstStyle>
            <a:lvl1pPr algn="l">
              <a:lnSpc>
                <a:spcPct val="90000"/>
              </a:lnSpc>
              <a:defRPr sz="5400" b="1" baseline="0">
                <a:solidFill>
                  <a:schemeClr val="bg1"/>
                </a:solidFill>
                <a:latin typeface="Ubuntu" panose="020B0504030602030204" pitchFamily="34" charset="0"/>
              </a:defRPr>
            </a:lvl1pPr>
          </a:lstStyle>
          <a:p>
            <a:r>
              <a:rPr lang="en-US" dirty="0"/>
              <a:t>Click to edit Master title style</a:t>
            </a:r>
            <a:endParaRPr lang="en-GB" dirty="0"/>
          </a:p>
        </p:txBody>
      </p:sp>
      <p:sp>
        <p:nvSpPr>
          <p:cNvPr id="17" name="Graphic 13">
            <a:extLst>
              <a:ext uri="{FF2B5EF4-FFF2-40B4-BE49-F238E27FC236}">
                <a16:creationId xmlns:a16="http://schemas.microsoft.com/office/drawing/2014/main" id="{CE10DB64-AF16-4D4D-B1DE-3F34E56B7E3F}"/>
              </a:ext>
            </a:extLst>
          </p:cNvPr>
          <p:cNvSpPr>
            <a:spLocks/>
          </p:cNvSpPr>
          <p:nvPr userDrawn="1"/>
        </p:nvSpPr>
        <p:spPr>
          <a:xfrm rot="234207" flipH="1">
            <a:off x="1600735" y="924647"/>
            <a:ext cx="8351985" cy="6323030"/>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2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Ubuntu"/>
              <a:ea typeface="+mn-ea"/>
              <a:cs typeface="+mn-cs"/>
            </a:endParaRPr>
          </a:p>
        </p:txBody>
      </p:sp>
      <p:pic>
        <p:nvPicPr>
          <p:cNvPr id="14" name="Picture 13" descr="Logo&#10;&#10;Description automatically generated with low confidence">
            <a:extLst>
              <a:ext uri="{FF2B5EF4-FFF2-40B4-BE49-F238E27FC236}">
                <a16:creationId xmlns:a16="http://schemas.microsoft.com/office/drawing/2014/main" id="{152F9F7E-C1FF-4C7D-8D08-7541E623C0F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947683" y="-239859"/>
            <a:ext cx="6246337" cy="1879106"/>
          </a:xfrm>
          <a:prstGeom prst="rect">
            <a:avLst/>
          </a:prstGeom>
        </p:spPr>
      </p:pic>
    </p:spTree>
    <p:extLst>
      <p:ext uri="{BB962C8B-B14F-4D97-AF65-F5344CB8AC3E}">
        <p14:creationId xmlns:p14="http://schemas.microsoft.com/office/powerpoint/2010/main" val="297649025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rgbClr val="1F292B"/>
        </a:solidFill>
        <a:effectLst/>
      </p:bgPr>
    </p:bg>
    <p:spTree>
      <p:nvGrpSpPr>
        <p:cNvPr id="1" name=""/>
        <p:cNvGrpSpPr/>
        <p:nvPr/>
      </p:nvGrpSpPr>
      <p:grpSpPr>
        <a:xfrm>
          <a:off x="0" y="0"/>
          <a:ext cx="0" cy="0"/>
          <a:chOff x="0" y="0"/>
          <a:chExt cx="0" cy="0"/>
        </a:xfrm>
      </p:grpSpPr>
      <p:pic>
        <p:nvPicPr>
          <p:cNvPr id="4" name="Picture 3" descr="A person holding a pen&#10;&#10;Description automatically generated with low confidence">
            <a:extLst>
              <a:ext uri="{FF2B5EF4-FFF2-40B4-BE49-F238E27FC236}">
                <a16:creationId xmlns:a16="http://schemas.microsoft.com/office/drawing/2014/main" id="{52CE26EC-3183-42C1-A843-FDB6E34AFB5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0219" r="24141"/>
          <a:stretch/>
        </p:blipFill>
        <p:spPr>
          <a:xfrm>
            <a:off x="5422605" y="0"/>
            <a:ext cx="6769395" cy="6858000"/>
          </a:xfrm>
          <a:prstGeom prst="rect">
            <a:avLst/>
          </a:prstGeom>
        </p:spPr>
      </p:pic>
      <p:sp>
        <p:nvSpPr>
          <p:cNvPr id="8" name="Graphic 6">
            <a:extLst>
              <a:ext uri="{FF2B5EF4-FFF2-40B4-BE49-F238E27FC236}">
                <a16:creationId xmlns:a16="http://schemas.microsoft.com/office/drawing/2014/main" id="{C23AC481-086F-4D12-8799-AF718C0C2425}"/>
              </a:ext>
            </a:extLst>
          </p:cNvPr>
          <p:cNvSpPr>
            <a:spLocks/>
          </p:cNvSpPr>
          <p:nvPr userDrawn="1"/>
        </p:nvSpPr>
        <p:spPr>
          <a:xfrm rot="14203607">
            <a:off x="2792196" y="982201"/>
            <a:ext cx="12519514" cy="6871588"/>
          </a:xfrm>
          <a:custGeom>
            <a:avLst/>
            <a:gdLst>
              <a:gd name="connsiteX0" fmla="*/ 359093 w 8112442"/>
              <a:gd name="connsiteY0" fmla="*/ 4061460 h 4061459"/>
              <a:gd name="connsiteX1" fmla="*/ 0 w 8112442"/>
              <a:gd name="connsiteY1" fmla="*/ 4050983 h 4061459"/>
              <a:gd name="connsiteX2" fmla="*/ 1905 w 8112442"/>
              <a:gd name="connsiteY2" fmla="*/ 4012883 h 4061459"/>
              <a:gd name="connsiteX3" fmla="*/ 3440430 w 8112442"/>
              <a:gd name="connsiteY3" fmla="*/ 1951673 h 4061459"/>
              <a:gd name="connsiteX4" fmla="*/ 3753803 w 8112442"/>
              <a:gd name="connsiteY4" fmla="*/ 1336358 h 4061459"/>
              <a:gd name="connsiteX5" fmla="*/ 4995863 w 8112442"/>
              <a:gd name="connsiteY5" fmla="*/ 397193 h 4061459"/>
              <a:gd name="connsiteX6" fmla="*/ 5687378 w 8112442"/>
              <a:gd name="connsiteY6" fmla="*/ 307658 h 4061459"/>
              <a:gd name="connsiteX7" fmla="*/ 5698808 w 8112442"/>
              <a:gd name="connsiteY7" fmla="*/ 308610 h 4061459"/>
              <a:gd name="connsiteX8" fmla="*/ 5703570 w 8112442"/>
              <a:gd name="connsiteY8" fmla="*/ 319088 h 4061459"/>
              <a:gd name="connsiteX9" fmla="*/ 6342698 w 8112442"/>
              <a:gd name="connsiteY9" fmla="*/ 802958 h 4061459"/>
              <a:gd name="connsiteX10" fmla="*/ 7061835 w 8112442"/>
              <a:gd name="connsiteY10" fmla="*/ 707708 h 4061459"/>
              <a:gd name="connsiteX11" fmla="*/ 8086725 w 8112442"/>
              <a:gd name="connsiteY11" fmla="*/ 0 h 4061459"/>
              <a:gd name="connsiteX12" fmla="*/ 8112443 w 8112442"/>
              <a:gd name="connsiteY12" fmla="*/ 27623 h 4061459"/>
              <a:gd name="connsiteX13" fmla="*/ 7074218 w 8112442"/>
              <a:gd name="connsiteY13" fmla="*/ 742950 h 4061459"/>
              <a:gd name="connsiteX14" fmla="*/ 6334125 w 8112442"/>
              <a:gd name="connsiteY14" fmla="*/ 840105 h 4061459"/>
              <a:gd name="connsiteX15" fmla="*/ 5673090 w 8112442"/>
              <a:gd name="connsiteY15" fmla="*/ 344805 h 4061459"/>
              <a:gd name="connsiteX16" fmla="*/ 5005388 w 8112442"/>
              <a:gd name="connsiteY16" fmla="*/ 433388 h 4061459"/>
              <a:gd name="connsiteX17" fmla="*/ 3786188 w 8112442"/>
              <a:gd name="connsiteY17" fmla="*/ 1356360 h 4061459"/>
              <a:gd name="connsiteX18" fmla="*/ 3475673 w 8112442"/>
              <a:gd name="connsiteY18" fmla="*/ 1966913 h 4061459"/>
              <a:gd name="connsiteX19" fmla="*/ 2500313 w 8112442"/>
              <a:gd name="connsiteY19" fmla="*/ 3420428 h 4061459"/>
              <a:gd name="connsiteX20" fmla="*/ 359093 w 8112442"/>
              <a:gd name="connsiteY20" fmla="*/ 4061460 h 4061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112442" h="4061459">
                <a:moveTo>
                  <a:pt x="359093" y="4061460"/>
                </a:moveTo>
                <a:cubicBezTo>
                  <a:pt x="242888" y="4061460"/>
                  <a:pt x="122873" y="4057650"/>
                  <a:pt x="0" y="4050983"/>
                </a:cubicBezTo>
                <a:lnTo>
                  <a:pt x="1905" y="4012883"/>
                </a:lnTo>
                <a:cubicBezTo>
                  <a:pt x="2445068" y="4147185"/>
                  <a:pt x="2996565" y="2929890"/>
                  <a:pt x="3440430" y="1951673"/>
                </a:cubicBezTo>
                <a:cubicBezTo>
                  <a:pt x="3543300" y="1724978"/>
                  <a:pt x="3640455" y="1510665"/>
                  <a:pt x="3753803" y="1336358"/>
                </a:cubicBezTo>
                <a:cubicBezTo>
                  <a:pt x="4133850" y="750570"/>
                  <a:pt x="4638675" y="501968"/>
                  <a:pt x="4995863" y="397193"/>
                </a:cubicBezTo>
                <a:cubicBezTo>
                  <a:pt x="5382578" y="282893"/>
                  <a:pt x="5684520" y="307658"/>
                  <a:pt x="5687378" y="307658"/>
                </a:cubicBezTo>
                <a:lnTo>
                  <a:pt x="5698808" y="308610"/>
                </a:lnTo>
                <a:lnTo>
                  <a:pt x="5703570" y="319088"/>
                </a:lnTo>
                <a:cubicBezTo>
                  <a:pt x="5771198" y="465773"/>
                  <a:pt x="5980748" y="732473"/>
                  <a:pt x="6342698" y="802958"/>
                </a:cubicBezTo>
                <a:cubicBezTo>
                  <a:pt x="6558915" y="845820"/>
                  <a:pt x="6800850" y="813435"/>
                  <a:pt x="7061835" y="707708"/>
                </a:cubicBezTo>
                <a:cubicBezTo>
                  <a:pt x="7376160" y="579120"/>
                  <a:pt x="7721918" y="340995"/>
                  <a:pt x="8086725" y="0"/>
                </a:cubicBezTo>
                <a:lnTo>
                  <a:pt x="8112443" y="27623"/>
                </a:lnTo>
                <a:cubicBezTo>
                  <a:pt x="7744778" y="372428"/>
                  <a:pt x="7395210" y="612458"/>
                  <a:pt x="7074218" y="742950"/>
                </a:cubicBezTo>
                <a:cubicBezTo>
                  <a:pt x="6806565" y="851535"/>
                  <a:pt x="6557963" y="883920"/>
                  <a:pt x="6334125" y="840105"/>
                </a:cubicBezTo>
                <a:cubicBezTo>
                  <a:pt x="5966460" y="767715"/>
                  <a:pt x="5748338" y="499110"/>
                  <a:pt x="5673090" y="344805"/>
                </a:cubicBezTo>
                <a:cubicBezTo>
                  <a:pt x="5616893" y="341948"/>
                  <a:pt x="5344478" y="333375"/>
                  <a:pt x="5005388" y="433388"/>
                </a:cubicBezTo>
                <a:cubicBezTo>
                  <a:pt x="4654868" y="537210"/>
                  <a:pt x="4159568" y="781050"/>
                  <a:pt x="3786188" y="1356360"/>
                </a:cubicBezTo>
                <a:cubicBezTo>
                  <a:pt x="3674745" y="1528763"/>
                  <a:pt x="3578543" y="1741170"/>
                  <a:pt x="3475673" y="1966913"/>
                </a:cubicBezTo>
                <a:cubicBezTo>
                  <a:pt x="3255645" y="2452688"/>
                  <a:pt x="3006090" y="3002280"/>
                  <a:pt x="2500313" y="3420428"/>
                </a:cubicBezTo>
                <a:cubicBezTo>
                  <a:pt x="1979295" y="3850958"/>
                  <a:pt x="1276350" y="4061460"/>
                  <a:pt x="359093" y="4061460"/>
                </a:cubicBezTo>
                <a:close/>
              </a:path>
            </a:pathLst>
          </a:custGeom>
          <a:gradFill>
            <a:gsLst>
              <a:gs pos="92000">
                <a:schemeClr val="accent2">
                  <a:alpha val="0"/>
                </a:schemeClr>
              </a:gs>
              <a:gs pos="32000">
                <a:srgbClr val="12ABDB">
                  <a:alpha val="17000"/>
                </a:srgbClr>
              </a:gs>
              <a:gs pos="17000">
                <a:schemeClr val="accent2">
                  <a:alpha val="0"/>
                </a:schemeClr>
              </a:gs>
              <a:gs pos="49000">
                <a:srgbClr val="12ABDB"/>
              </a:gs>
              <a:gs pos="70000">
                <a:schemeClr val="accent2"/>
              </a:gs>
            </a:gsLst>
            <a:lin ang="540000" scaled="0"/>
          </a:gradFill>
          <a:ln w="9525" cap="flat">
            <a:noFill/>
            <a:prstDash val="solid"/>
            <a:miter/>
          </a:ln>
        </p:spPr>
        <p:txBody>
          <a:bodyPr rtlCol="0" anchor="ctr"/>
          <a:lstStyle/>
          <a:p>
            <a:endParaRPr lang="en-GB" dirty="0"/>
          </a:p>
        </p:txBody>
      </p:sp>
    </p:spTree>
    <p:extLst>
      <p:ext uri="{BB962C8B-B14F-4D97-AF65-F5344CB8AC3E}">
        <p14:creationId xmlns:p14="http://schemas.microsoft.com/office/powerpoint/2010/main" val="2074279133"/>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C928E-2153-42D9-81E5-AB23837C1D5D}"/>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ru-UA"/>
          </a:p>
        </p:txBody>
      </p:sp>
      <p:sp>
        <p:nvSpPr>
          <p:cNvPr id="3" name="Subtitle 2">
            <a:extLst>
              <a:ext uri="{FF2B5EF4-FFF2-40B4-BE49-F238E27FC236}">
                <a16:creationId xmlns:a16="http://schemas.microsoft.com/office/drawing/2014/main" id="{01F48D02-6396-48C9-A804-9F064E022FEC}"/>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u-UA"/>
          </a:p>
        </p:txBody>
      </p:sp>
      <p:sp>
        <p:nvSpPr>
          <p:cNvPr id="7" name="Rectangle 6">
            <a:extLst>
              <a:ext uri="{FF2B5EF4-FFF2-40B4-BE49-F238E27FC236}">
                <a16:creationId xmlns:a16="http://schemas.microsoft.com/office/drawing/2014/main" id="{2056E365-0C02-4C46-BF85-CBBA73C60277}"/>
              </a:ext>
            </a:extLst>
          </p:cNvPr>
          <p:cNvSpPr/>
          <p:nvPr userDrawn="1"/>
        </p:nvSpPr>
        <p:spPr>
          <a:xfrm>
            <a:off x="8378686" y="6549887"/>
            <a:ext cx="3409122" cy="2186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dirty="0">
                <a:solidFill>
                  <a:schemeClr val="bg1">
                    <a:lumMod val="65000"/>
                  </a:schemeClr>
                </a:solidFill>
              </a:rPr>
              <a:t>Company Confidential Capgemini 2022. All Rights Reserved |</a:t>
            </a:r>
          </a:p>
        </p:txBody>
      </p:sp>
      <p:sp>
        <p:nvSpPr>
          <p:cNvPr id="8" name="Rectangle 7">
            <a:extLst>
              <a:ext uri="{FF2B5EF4-FFF2-40B4-BE49-F238E27FC236}">
                <a16:creationId xmlns:a16="http://schemas.microsoft.com/office/drawing/2014/main" id="{6C0FA91C-40FB-4D31-B81C-CC4014C22550}"/>
              </a:ext>
            </a:extLst>
          </p:cNvPr>
          <p:cNvSpPr/>
          <p:nvPr userDrawn="1"/>
        </p:nvSpPr>
        <p:spPr>
          <a:xfrm>
            <a:off x="266700" y="6451600"/>
            <a:ext cx="1574800" cy="3169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Tree>
    <p:extLst>
      <p:ext uri="{BB962C8B-B14F-4D97-AF65-F5344CB8AC3E}">
        <p14:creationId xmlns:p14="http://schemas.microsoft.com/office/powerpoint/2010/main" val="19993348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oleObject" Target="../embeddings/oleObject1.bin"/><Relationship Id="rId5" Type="http://schemas.openxmlformats.org/officeDocument/2006/relationships/tags" Target="../tags/tag2.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heme" Target="../theme/theme2.xml"/><Relationship Id="rId1" Type="http://schemas.openxmlformats.org/officeDocument/2006/relationships/slideLayout" Target="../slideLayouts/slideLayout4.xml"/><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3.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heme" Target="../theme/theme3.xml"/><Relationship Id="rId1" Type="http://schemas.openxmlformats.org/officeDocument/2006/relationships/slideLayout" Target="../slideLayouts/slideLayout5.xml"/><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image" Target="../media/image1.emf"/><Relationship Id="rId5" Type="http://schemas.openxmlformats.org/officeDocument/2006/relationships/oleObject" Target="../embeddings/oleObject1.bin"/><Relationship Id="rId4" Type="http://schemas.openxmlformats.org/officeDocument/2006/relationships/tags" Target="../tags/tag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5"/>
            </p:custDataLst>
            <p:extLst>
              <p:ext uri="{D42A27DB-BD31-4B8C-83A1-F6EECF244321}">
                <p14:modId xmlns:p14="http://schemas.microsoft.com/office/powerpoint/2010/main" val="1781920928"/>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6" imgW="270" imgH="270" progId="TCLayout.ActiveDocument.1">
                  <p:embed/>
                </p:oleObj>
              </mc:Choice>
              <mc:Fallback>
                <p:oleObj name="think-cell Slide" r:id="rId6" imgW="270" imgH="270" progId="TCLayout.ActiveDocument.1">
                  <p:embed/>
                  <p:pic>
                    <p:nvPicPr>
                      <p:cNvPr id="21" name="Object 20"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dirty="0"/>
              <a:t>CLICK TO INSERT TITLE</a:t>
            </a:r>
            <a:endParaRPr lang="en-US" dirty="0"/>
          </a:p>
        </p:txBody>
      </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dirty="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solidFill>
                  <a:srgbClr val="A6A6A6"/>
                </a:solidFill>
                <a:latin typeface="Ubuntu" panose="020B0504030602030204" pitchFamily="34" charset="0"/>
                <a:cs typeface="Arial" panose="020B0604020202020204" pitchFamily="34" charset="0"/>
              </a:rPr>
              <a:t>Company Confidential © Capgemini 2021. All rights reserved |</a:t>
            </a:r>
          </a:p>
        </p:txBody>
      </p:sp>
    </p:spTree>
    <p:extLst>
      <p:ext uri="{BB962C8B-B14F-4D97-AF65-F5344CB8AC3E}">
        <p14:creationId xmlns:p14="http://schemas.microsoft.com/office/powerpoint/2010/main" val="1483379218"/>
      </p:ext>
    </p:extLst>
  </p:cSld>
  <p:clrMap bg1="lt1" tx1="dk1" bg2="lt2" tx2="dk2" accent1="accent1" accent2="accent2" accent3="accent3" accent4="accent4" accent5="accent5" accent6="accent6" hlink="hlink" folHlink="folHlink"/>
  <p:sldLayoutIdLst>
    <p:sldLayoutId id="2147484192" r:id="rId1"/>
    <p:sldLayoutId id="2147484281" r:id="rId2"/>
    <p:sldLayoutId id="2147484282" r:id="rId3"/>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
            </p:custDataLst>
            <p:extLst>
              <p:ext uri="{D42A27DB-BD31-4B8C-83A1-F6EECF244321}">
                <p14:modId xmlns:p14="http://schemas.microsoft.com/office/powerpoint/2010/main" val="3809774223"/>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1" name="Object 20"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dirty="0"/>
              <a:t>CLICK TO INSERT TITLE</a:t>
            </a:r>
            <a:endParaRPr lang="en-US" dirty="0"/>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1</a:t>
              </a:r>
            </a:p>
            <a:p>
              <a:pPr algn="ctr">
                <a:lnSpc>
                  <a:spcPct val="90000"/>
                </a:lnSpc>
                <a:spcAft>
                  <a:spcPts val="0"/>
                </a:spcAft>
              </a:pPr>
              <a:r>
                <a:rPr lang="en-GB" sz="700" dirty="0">
                  <a:latin typeface="Ubuntu" panose="020B0504030602030204" pitchFamily="34" charset="0"/>
                </a:rPr>
                <a:t>112</a:t>
              </a:r>
            </a:p>
            <a:p>
              <a:pPr algn="ctr">
                <a:lnSpc>
                  <a:spcPct val="90000"/>
                </a:lnSpc>
                <a:spcAft>
                  <a:spcPts val="0"/>
                </a:spcAft>
              </a:pPr>
              <a:r>
                <a:rPr lang="en-GB" sz="700" dirty="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solidFill>
                    <a:schemeClr val="tx1"/>
                  </a:solidFill>
                  <a:latin typeface="Ubuntu" panose="020B0504030602030204" pitchFamily="34" charset="0"/>
                </a:rPr>
                <a:t>18</a:t>
              </a:r>
            </a:p>
            <a:p>
              <a:pPr algn="ctr">
                <a:lnSpc>
                  <a:spcPct val="90000"/>
                </a:lnSpc>
                <a:spcAft>
                  <a:spcPts val="0"/>
                </a:spcAft>
              </a:pPr>
              <a:r>
                <a:rPr lang="en-GB" sz="700" dirty="0">
                  <a:solidFill>
                    <a:schemeClr val="tx1"/>
                  </a:solidFill>
                  <a:latin typeface="Ubuntu" panose="020B0504030602030204" pitchFamily="34" charset="0"/>
                </a:rPr>
                <a:t>171</a:t>
              </a:r>
            </a:p>
            <a:p>
              <a:pPr algn="ctr">
                <a:lnSpc>
                  <a:spcPct val="90000"/>
                </a:lnSpc>
                <a:spcAft>
                  <a:spcPts val="0"/>
                </a:spcAft>
              </a:pPr>
              <a:r>
                <a:rPr lang="en-GB" sz="700" dirty="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43</a:t>
              </a:r>
            </a:p>
            <a:p>
              <a:pPr algn="ctr">
                <a:lnSpc>
                  <a:spcPct val="90000"/>
                </a:lnSpc>
                <a:spcAft>
                  <a:spcPts val="0"/>
                </a:spcAft>
              </a:pPr>
              <a:r>
                <a:rPr lang="en-GB" sz="700" dirty="0">
                  <a:latin typeface="Ubuntu" panose="020B0504030602030204" pitchFamily="34" charset="0"/>
                </a:rPr>
                <a:t>10</a:t>
              </a:r>
            </a:p>
            <a:p>
              <a:pPr algn="ctr">
                <a:lnSpc>
                  <a:spcPct val="90000"/>
                </a:lnSpc>
                <a:spcAft>
                  <a:spcPts val="0"/>
                </a:spcAft>
              </a:pPr>
              <a:r>
                <a:rPr lang="en-GB" sz="700" dirty="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39</a:t>
              </a:r>
            </a:p>
            <a:p>
              <a:pPr algn="ctr">
                <a:lnSpc>
                  <a:spcPct val="90000"/>
                </a:lnSpc>
                <a:spcAft>
                  <a:spcPts val="0"/>
                </a:spcAft>
              </a:pPr>
              <a:r>
                <a:rPr lang="en-GB" sz="700" dirty="0">
                  <a:latin typeface="Ubuntu" panose="020B0504030602030204" pitchFamily="34" charset="0"/>
                </a:rPr>
                <a:t>41</a:t>
              </a:r>
            </a:p>
            <a:p>
              <a:pPr algn="ctr">
                <a:lnSpc>
                  <a:spcPct val="90000"/>
                </a:lnSpc>
                <a:spcAft>
                  <a:spcPts val="0"/>
                </a:spcAft>
              </a:pPr>
              <a:r>
                <a:rPr lang="en-GB" sz="700" dirty="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solidFill>
                    <a:schemeClr val="tx1"/>
                  </a:solidFill>
                  <a:latin typeface="Ubuntu" panose="020B0504030602030204" pitchFamily="34" charset="0"/>
                </a:rPr>
                <a:t>236</a:t>
              </a:r>
            </a:p>
            <a:p>
              <a:pPr algn="ctr">
                <a:lnSpc>
                  <a:spcPct val="90000"/>
                </a:lnSpc>
                <a:spcAft>
                  <a:spcPts val="0"/>
                </a:spcAft>
              </a:pPr>
              <a:r>
                <a:rPr lang="en-GB" sz="700" dirty="0">
                  <a:solidFill>
                    <a:schemeClr val="tx1"/>
                  </a:solidFill>
                  <a:latin typeface="Ubuntu" panose="020B0504030602030204" pitchFamily="34" charset="0"/>
                </a:rPr>
                <a:t>236</a:t>
              </a:r>
            </a:p>
            <a:p>
              <a:pPr algn="ctr">
                <a:lnSpc>
                  <a:spcPct val="90000"/>
                </a:lnSpc>
                <a:spcAft>
                  <a:spcPts val="0"/>
                </a:spcAft>
              </a:pPr>
              <a:r>
                <a:rPr lang="en-GB" sz="700" dirty="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142</a:t>
              </a:r>
            </a:p>
            <a:p>
              <a:pPr algn="ctr">
                <a:lnSpc>
                  <a:spcPct val="90000"/>
                </a:lnSpc>
                <a:spcAft>
                  <a:spcPts val="0"/>
                </a:spcAft>
              </a:pPr>
              <a:r>
                <a:rPr lang="en-US" sz="700" dirty="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156</a:t>
              </a:r>
            </a:p>
            <a:p>
              <a:pPr algn="ctr">
                <a:lnSpc>
                  <a:spcPct val="90000"/>
                </a:lnSpc>
                <a:spcAft>
                  <a:spcPts val="0"/>
                </a:spcAft>
              </a:pPr>
              <a:r>
                <a:rPr lang="en-US" sz="700" dirty="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178</a:t>
              </a:r>
            </a:p>
            <a:p>
              <a:pPr algn="ctr">
                <a:lnSpc>
                  <a:spcPct val="90000"/>
                </a:lnSpc>
                <a:spcAft>
                  <a:spcPts val="0"/>
                </a:spcAft>
              </a:pPr>
              <a:r>
                <a:rPr lang="en-US" sz="700" dirty="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208</a:t>
              </a:r>
            </a:p>
            <a:p>
              <a:pPr algn="ctr">
                <a:lnSpc>
                  <a:spcPct val="90000"/>
                </a:lnSpc>
                <a:spcAft>
                  <a:spcPts val="0"/>
                </a:spcAft>
              </a:pPr>
              <a:r>
                <a:rPr lang="en-US" sz="700" dirty="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218</a:t>
              </a:r>
            </a:p>
            <a:p>
              <a:pPr algn="ctr">
                <a:lnSpc>
                  <a:spcPct val="90000"/>
                </a:lnSpc>
                <a:spcAft>
                  <a:spcPts val="0"/>
                </a:spcAft>
              </a:pPr>
              <a:r>
                <a:rPr lang="en-US" sz="700" dirty="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66</a:t>
              </a:r>
            </a:p>
            <a:p>
              <a:pPr algn="ctr">
                <a:lnSpc>
                  <a:spcPct val="90000"/>
                </a:lnSpc>
                <a:spcAft>
                  <a:spcPts val="0"/>
                </a:spcAft>
              </a:pPr>
              <a:r>
                <a:rPr lang="en-US" sz="700" dirty="0">
                  <a:solidFill>
                    <a:schemeClr val="bg1"/>
                  </a:solidFill>
                  <a:latin typeface="Ubuntu" panose="020B0504030602030204" pitchFamily="34" charset="0"/>
                </a:rPr>
                <a:t>20</a:t>
              </a:r>
            </a:p>
            <a:p>
              <a:pPr algn="ctr">
                <a:lnSpc>
                  <a:spcPct val="90000"/>
                </a:lnSpc>
                <a:spcAft>
                  <a:spcPts val="0"/>
                </a:spcAft>
              </a:pPr>
              <a:r>
                <a:rPr lang="en-US" sz="700" dirty="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89</a:t>
              </a:r>
            </a:p>
            <a:p>
              <a:pPr algn="ctr">
                <a:lnSpc>
                  <a:spcPct val="90000"/>
                </a:lnSpc>
                <a:spcAft>
                  <a:spcPts val="0"/>
                </a:spcAft>
              </a:pPr>
              <a:r>
                <a:rPr lang="en-US" sz="700" dirty="0">
                  <a:solidFill>
                    <a:schemeClr val="bg1"/>
                  </a:solidFill>
                  <a:latin typeface="Ubuntu" panose="020B0504030602030204" pitchFamily="34" charset="0"/>
                </a:rPr>
                <a:t>10</a:t>
              </a:r>
            </a:p>
            <a:p>
              <a:pPr algn="ctr">
                <a:lnSpc>
                  <a:spcPct val="90000"/>
                </a:lnSpc>
                <a:spcAft>
                  <a:spcPts val="0"/>
                </a:spcAft>
              </a:pPr>
              <a:r>
                <a:rPr lang="en-US" sz="700" dirty="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117</a:t>
              </a:r>
            </a:p>
            <a:p>
              <a:pPr algn="ctr">
                <a:lnSpc>
                  <a:spcPct val="90000"/>
                </a:lnSpc>
                <a:spcAft>
                  <a:spcPts val="0"/>
                </a:spcAft>
              </a:pPr>
              <a:r>
                <a:rPr lang="en-US" sz="700" dirty="0">
                  <a:solidFill>
                    <a:schemeClr val="bg1"/>
                  </a:solidFill>
                  <a:latin typeface="Ubuntu" panose="020B0504030602030204" pitchFamily="34" charset="0"/>
                </a:rPr>
                <a:t>13</a:t>
              </a:r>
            </a:p>
            <a:p>
              <a:pPr algn="ctr">
                <a:lnSpc>
                  <a:spcPct val="90000"/>
                </a:lnSpc>
                <a:spcAft>
                  <a:spcPts val="0"/>
                </a:spcAft>
              </a:pPr>
              <a:r>
                <a:rPr lang="en-US" sz="700" dirty="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128</a:t>
              </a:r>
            </a:p>
            <a:p>
              <a:pPr algn="ctr">
                <a:lnSpc>
                  <a:spcPct val="90000"/>
                </a:lnSpc>
                <a:spcAft>
                  <a:spcPts val="0"/>
                </a:spcAft>
              </a:pPr>
              <a:r>
                <a:rPr lang="en-US" sz="700" dirty="0">
                  <a:solidFill>
                    <a:schemeClr val="bg1"/>
                  </a:solidFill>
                  <a:latin typeface="Ubuntu" panose="020B0504030602030204" pitchFamily="34" charset="0"/>
                </a:rPr>
                <a:t>43</a:t>
              </a:r>
            </a:p>
            <a:p>
              <a:pPr algn="ctr">
                <a:lnSpc>
                  <a:spcPct val="90000"/>
                </a:lnSpc>
                <a:spcAft>
                  <a:spcPts val="0"/>
                </a:spcAft>
              </a:pPr>
              <a:r>
                <a:rPr lang="en-US" sz="700" dirty="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158</a:t>
              </a:r>
            </a:p>
            <a:p>
              <a:pPr algn="ctr">
                <a:lnSpc>
                  <a:spcPct val="90000"/>
                </a:lnSpc>
                <a:spcAft>
                  <a:spcPts val="0"/>
                </a:spcAft>
              </a:pPr>
              <a:r>
                <a:rPr lang="en-US" sz="700" dirty="0">
                  <a:solidFill>
                    <a:schemeClr val="bg1"/>
                  </a:solidFill>
                  <a:latin typeface="Ubuntu" panose="020B0504030602030204" pitchFamily="34" charset="0"/>
                </a:rPr>
                <a:t>71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166</a:t>
              </a:r>
            </a:p>
            <a:p>
              <a:pPr algn="ctr">
                <a:lnSpc>
                  <a:spcPct val="90000"/>
                </a:lnSpc>
                <a:spcAft>
                  <a:spcPts val="0"/>
                </a:spcAft>
              </a:pPr>
              <a:r>
                <a:rPr lang="en-US" sz="700" dirty="0">
                  <a:solidFill>
                    <a:schemeClr val="bg1"/>
                  </a:solidFill>
                  <a:latin typeface="Ubuntu" panose="020B0504030602030204" pitchFamily="34" charset="0"/>
                </a:rPr>
                <a:t>0</a:t>
              </a:r>
            </a:p>
            <a:p>
              <a:pPr algn="ctr">
                <a:lnSpc>
                  <a:spcPct val="90000"/>
                </a:lnSpc>
                <a:spcAft>
                  <a:spcPts val="0"/>
                </a:spcAft>
              </a:pPr>
              <a:r>
                <a:rPr lang="en-US" sz="700" dirty="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227</a:t>
              </a:r>
            </a:p>
            <a:p>
              <a:pPr algn="ctr">
                <a:lnSpc>
                  <a:spcPct val="90000"/>
                </a:lnSpc>
                <a:spcAft>
                  <a:spcPts val="0"/>
                </a:spcAft>
              </a:pPr>
              <a:r>
                <a:rPr lang="en-US" sz="700" dirty="0">
                  <a:solidFill>
                    <a:schemeClr val="bg1"/>
                  </a:solidFill>
                  <a:latin typeface="Ubuntu" panose="020B0504030602030204" pitchFamily="34" charset="0"/>
                </a:rPr>
                <a:t>03</a:t>
              </a:r>
            </a:p>
            <a:p>
              <a:pPr algn="ctr">
                <a:lnSpc>
                  <a:spcPct val="90000"/>
                </a:lnSpc>
                <a:spcAft>
                  <a:spcPts val="0"/>
                </a:spcAft>
              </a:pPr>
              <a:r>
                <a:rPr lang="en-US" sz="700" dirty="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48</a:t>
              </a:r>
            </a:p>
            <a:p>
              <a:pPr algn="ctr">
                <a:lnSpc>
                  <a:spcPct val="90000"/>
                </a:lnSpc>
                <a:spcAft>
                  <a:spcPts val="0"/>
                </a:spcAft>
              </a:pPr>
              <a:r>
                <a:rPr lang="en-US" sz="700" dirty="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69</a:t>
              </a:r>
            </a:p>
            <a:p>
              <a:pPr algn="ctr">
                <a:lnSpc>
                  <a:spcPct val="90000"/>
                </a:lnSpc>
                <a:spcAft>
                  <a:spcPts val="0"/>
                </a:spcAft>
              </a:pPr>
              <a:r>
                <a:rPr lang="en-US" sz="700" dirty="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87</a:t>
              </a:r>
            </a:p>
            <a:p>
              <a:pPr algn="ctr">
                <a:lnSpc>
                  <a:spcPct val="90000"/>
                </a:lnSpc>
                <a:spcAft>
                  <a:spcPts val="0"/>
                </a:spcAft>
              </a:pPr>
              <a:r>
                <a:rPr lang="en-US" sz="700" dirty="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129</a:t>
              </a:r>
            </a:p>
            <a:p>
              <a:pPr algn="ctr">
                <a:lnSpc>
                  <a:spcPct val="90000"/>
                </a:lnSpc>
                <a:spcAft>
                  <a:spcPts val="0"/>
                </a:spcAft>
              </a:pPr>
              <a:r>
                <a:rPr lang="en-US" sz="700" dirty="0">
                  <a:solidFill>
                    <a:schemeClr val="bg1"/>
                  </a:solidFill>
                  <a:latin typeface="Ubuntu" panose="020B0504030602030204" pitchFamily="34" charset="0"/>
                </a:rPr>
                <a:t>27</a:t>
              </a:r>
            </a:p>
            <a:p>
              <a:pPr algn="ctr">
                <a:lnSpc>
                  <a:spcPct val="90000"/>
                </a:lnSpc>
                <a:spcAft>
                  <a:spcPts val="0"/>
                </a:spcAft>
              </a:pPr>
              <a:r>
                <a:rPr lang="en-US" sz="700" dirty="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161</a:t>
              </a:r>
            </a:p>
            <a:p>
              <a:pPr algn="ctr">
                <a:lnSpc>
                  <a:spcPct val="90000"/>
                </a:lnSpc>
                <a:spcAft>
                  <a:spcPts val="0"/>
                </a:spcAft>
              </a:pPr>
              <a:r>
                <a:rPr lang="en-US" sz="700" dirty="0">
                  <a:solidFill>
                    <a:schemeClr val="bg1"/>
                  </a:solidFill>
                  <a:latin typeface="Ubuntu" panose="020B0504030602030204" pitchFamily="34" charset="0"/>
                </a:rPr>
                <a:t>41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186</a:t>
              </a:r>
            </a:p>
            <a:p>
              <a:pPr algn="ctr">
                <a:lnSpc>
                  <a:spcPct val="90000"/>
                </a:lnSpc>
                <a:spcAft>
                  <a:spcPts val="0"/>
                </a:spcAft>
              </a:pPr>
              <a:r>
                <a:rPr lang="en-US" sz="700" dirty="0">
                  <a:solidFill>
                    <a:schemeClr val="bg1"/>
                  </a:solidFill>
                  <a:latin typeface="Ubuntu" panose="020B0504030602030204" pitchFamily="34" charset="0"/>
                </a:rPr>
                <a:t>41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209</a:t>
              </a:r>
            </a:p>
            <a:p>
              <a:pPr algn="ctr">
                <a:lnSpc>
                  <a:spcPct val="90000"/>
                </a:lnSpc>
                <a:spcAft>
                  <a:spcPts val="0"/>
                </a:spcAft>
              </a:pPr>
              <a:r>
                <a:rPr lang="en-US" sz="700" dirty="0">
                  <a:latin typeface="Ubuntu" panose="020B0504030602030204" pitchFamily="34" charset="0"/>
                </a:rPr>
                <a:t>58</a:t>
              </a:r>
            </a:p>
            <a:p>
              <a:pPr algn="ctr">
                <a:lnSpc>
                  <a:spcPct val="90000"/>
                </a:lnSpc>
                <a:spcAft>
                  <a:spcPts val="0"/>
                </a:spcAft>
              </a:pPr>
              <a:r>
                <a:rPr lang="en-US" sz="700" dirty="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229</a:t>
              </a:r>
            </a:p>
            <a:p>
              <a:pPr algn="ctr">
                <a:lnSpc>
                  <a:spcPct val="90000"/>
                </a:lnSpc>
                <a:spcAft>
                  <a:spcPts val="0"/>
                </a:spcAft>
              </a:pPr>
              <a:r>
                <a:rPr lang="en-US" sz="700" dirty="0">
                  <a:latin typeface="Ubuntu" panose="020B0504030602030204" pitchFamily="34" charset="0"/>
                </a:rPr>
                <a:t>87</a:t>
              </a:r>
            </a:p>
            <a:p>
              <a:pPr algn="ctr">
                <a:lnSpc>
                  <a:spcPct val="90000"/>
                </a:lnSpc>
                <a:spcAft>
                  <a:spcPts val="0"/>
                </a:spcAft>
              </a:pPr>
              <a:r>
                <a:rPr lang="en-US" sz="700" dirty="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dirty="0">
                <a:latin typeface="Ubuntu" panose="020B0504030602030204" pitchFamily="34" charset="0"/>
              </a:rPr>
              <a:t>Security Classification:</a:t>
            </a:r>
          </a:p>
          <a:p>
            <a:r>
              <a:rPr lang="en-GB" sz="800" dirty="0">
                <a:latin typeface="Ubuntu" panose="020B0504030602030204" pitchFamily="34" charset="0"/>
              </a:rPr>
              <a:t>SEC0: Public</a:t>
            </a:r>
          </a:p>
          <a:p>
            <a:r>
              <a:rPr lang="en-GB" sz="800" dirty="0">
                <a:latin typeface="Ubuntu" panose="020B0504030602030204" pitchFamily="34" charset="0"/>
              </a:rPr>
              <a:t>SEC1: Company Confidential</a:t>
            </a:r>
          </a:p>
          <a:p>
            <a:r>
              <a:rPr lang="en-GB" sz="800" dirty="0">
                <a:latin typeface="Ubuntu" panose="020B0504030602030204" pitchFamily="34" charset="0"/>
              </a:rPr>
              <a:t>SEC2: Company Restricted / Customer restricted</a:t>
            </a:r>
          </a:p>
          <a:p>
            <a:r>
              <a:rPr lang="en-GB" sz="800" dirty="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67</a:t>
              </a:r>
            </a:p>
            <a:p>
              <a:pPr algn="ctr">
                <a:lnSpc>
                  <a:spcPct val="90000"/>
                </a:lnSpc>
                <a:spcAft>
                  <a:spcPts val="0"/>
                </a:spcAft>
              </a:pPr>
              <a:r>
                <a:rPr lang="en-US" sz="700" b="0" dirty="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106</a:t>
              </a:r>
            </a:p>
            <a:p>
              <a:pPr algn="ctr">
                <a:lnSpc>
                  <a:spcPct val="90000"/>
                </a:lnSpc>
                <a:spcAft>
                  <a:spcPts val="0"/>
                </a:spcAft>
              </a:pPr>
              <a:r>
                <a:rPr lang="en-US" sz="700" b="0" dirty="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135</a:t>
              </a:r>
            </a:p>
            <a:p>
              <a:pPr algn="ctr">
                <a:lnSpc>
                  <a:spcPct val="90000"/>
                </a:lnSpc>
                <a:spcAft>
                  <a:spcPts val="0"/>
                </a:spcAft>
              </a:pPr>
              <a:r>
                <a:rPr lang="en-US" sz="700" b="0" dirty="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178</a:t>
              </a:r>
            </a:p>
            <a:p>
              <a:pPr algn="ctr">
                <a:lnSpc>
                  <a:spcPct val="90000"/>
                </a:lnSpc>
                <a:spcAft>
                  <a:spcPts val="0"/>
                </a:spcAft>
              </a:pPr>
              <a:r>
                <a:rPr lang="en-US" sz="700" b="0" dirty="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244</a:t>
              </a:r>
            </a:p>
            <a:p>
              <a:pPr algn="ctr">
                <a:lnSpc>
                  <a:spcPct val="90000"/>
                </a:lnSpc>
                <a:spcAft>
                  <a:spcPts val="0"/>
                </a:spcAft>
              </a:pPr>
              <a:r>
                <a:rPr lang="en-US" sz="700" b="0" dirty="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128</a:t>
              </a:r>
            </a:p>
            <a:p>
              <a:pPr algn="ctr">
                <a:lnSpc>
                  <a:spcPct val="90000"/>
                </a:lnSpc>
                <a:spcAft>
                  <a:spcPts val="0"/>
                </a:spcAft>
              </a:pPr>
              <a:r>
                <a:rPr lang="en-US" sz="700" b="0" dirty="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140</a:t>
              </a:r>
            </a:p>
            <a:p>
              <a:pPr algn="ctr">
                <a:lnSpc>
                  <a:spcPct val="90000"/>
                </a:lnSpc>
                <a:spcAft>
                  <a:spcPts val="0"/>
                </a:spcAft>
              </a:pPr>
              <a:r>
                <a:rPr lang="en-US" sz="700" b="0" dirty="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46</a:t>
              </a:r>
            </a:p>
            <a:p>
              <a:pPr algn="ctr">
                <a:lnSpc>
                  <a:spcPct val="90000"/>
                </a:lnSpc>
                <a:spcAft>
                  <a:spcPts val="0"/>
                </a:spcAft>
              </a:pPr>
              <a:r>
                <a:rPr lang="en-US" sz="700" b="0" dirty="0">
                  <a:latin typeface="Ubuntu" panose="020B0504030602030204" pitchFamily="34" charset="0"/>
                </a:rPr>
                <a:t>166</a:t>
              </a:r>
            </a:p>
            <a:p>
              <a:pPr algn="ctr">
                <a:lnSpc>
                  <a:spcPct val="90000"/>
                </a:lnSpc>
                <a:spcAft>
                  <a:spcPts val="0"/>
                </a:spcAft>
              </a:pPr>
              <a:r>
                <a:rPr lang="en-US" sz="700" b="0" dirty="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51</a:t>
              </a:r>
            </a:p>
            <a:p>
              <a:pPr algn="ctr">
                <a:lnSpc>
                  <a:spcPct val="90000"/>
                </a:lnSpc>
                <a:spcAft>
                  <a:spcPts val="0"/>
                </a:spcAft>
              </a:pPr>
              <a:r>
                <a:rPr lang="en-US" sz="700" b="0" dirty="0">
                  <a:latin typeface="Ubuntu" panose="020B0504030602030204" pitchFamily="34" charset="0"/>
                </a:rPr>
                <a:t>181</a:t>
              </a:r>
            </a:p>
            <a:p>
              <a:pPr algn="ctr">
                <a:lnSpc>
                  <a:spcPct val="90000"/>
                </a:lnSpc>
                <a:spcAft>
                  <a:spcPts val="0"/>
                </a:spcAft>
              </a:pPr>
              <a:r>
                <a:rPr lang="en-US" sz="700" b="0" dirty="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dirty="0">
                <a:latin typeface="Ubuntu" panose="020B0504030602030204" pitchFamily="34" charset="0"/>
              </a:endParaRPr>
            </a:p>
            <a:p>
              <a:pPr algn="ctr">
                <a:lnSpc>
                  <a:spcPct val="90000"/>
                </a:lnSpc>
                <a:spcAft>
                  <a:spcPts val="0"/>
                </a:spcAft>
              </a:pPr>
              <a:r>
                <a:rPr lang="en-US" sz="700" b="0" dirty="0">
                  <a:latin typeface="Ubuntu" panose="020B0504030602030204" pitchFamily="34" charset="0"/>
                </a:rPr>
                <a:t>87</a:t>
              </a:r>
            </a:p>
            <a:p>
              <a:pPr algn="ctr">
                <a:lnSpc>
                  <a:spcPct val="90000"/>
                </a:lnSpc>
                <a:spcAft>
                  <a:spcPts val="0"/>
                </a:spcAft>
              </a:pPr>
              <a:r>
                <a:rPr lang="en-US" sz="700" b="0" dirty="0">
                  <a:latin typeface="Ubuntu" panose="020B0504030602030204" pitchFamily="34" charset="0"/>
                </a:rPr>
                <a:t>207</a:t>
              </a:r>
            </a:p>
            <a:p>
              <a:pPr algn="ctr">
                <a:lnSpc>
                  <a:spcPct val="90000"/>
                </a:lnSpc>
                <a:spcAft>
                  <a:spcPts val="0"/>
                </a:spcAft>
              </a:pPr>
              <a:r>
                <a:rPr lang="en-US" sz="700" b="0" dirty="0">
                  <a:latin typeface="Ubuntu" panose="020B0504030602030204" pitchFamily="34" charset="0"/>
                </a:rPr>
                <a:t>128</a:t>
              </a:r>
            </a:p>
            <a:p>
              <a:pPr algn="ctr">
                <a:lnSpc>
                  <a:spcPct val="90000"/>
                </a:lnSpc>
                <a:spcAft>
                  <a:spcPts val="0"/>
                </a:spcAft>
              </a:pPr>
              <a:endParaRPr lang="en-US" sz="700" b="0" dirty="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33</a:t>
              </a:r>
            </a:p>
            <a:p>
              <a:pPr algn="ctr">
                <a:lnSpc>
                  <a:spcPct val="90000"/>
                </a:lnSpc>
                <a:spcAft>
                  <a:spcPts val="0"/>
                </a:spcAft>
              </a:pPr>
              <a:r>
                <a:rPr lang="en-US" sz="700" b="0" dirty="0">
                  <a:solidFill>
                    <a:schemeClr val="bg1"/>
                  </a:solidFill>
                  <a:latin typeface="Ubuntu" panose="020B0504030602030204" pitchFamily="34" charset="0"/>
                </a:rPr>
                <a:t>69</a:t>
              </a:r>
            </a:p>
            <a:p>
              <a:pPr algn="ctr">
                <a:lnSpc>
                  <a:spcPct val="90000"/>
                </a:lnSpc>
                <a:spcAft>
                  <a:spcPts val="0"/>
                </a:spcAft>
              </a:pPr>
              <a:r>
                <a:rPr lang="en-US" sz="700" b="0" dirty="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20</a:t>
              </a:r>
            </a:p>
            <a:p>
              <a:pPr algn="ctr">
                <a:lnSpc>
                  <a:spcPct val="90000"/>
                </a:lnSpc>
                <a:spcAft>
                  <a:spcPts val="0"/>
                </a:spcAft>
              </a:pPr>
              <a:r>
                <a:rPr lang="en-US" sz="700" b="0" dirty="0">
                  <a:solidFill>
                    <a:schemeClr val="bg1"/>
                  </a:solidFill>
                  <a:latin typeface="Ubuntu" panose="020B0504030602030204" pitchFamily="34" charset="0"/>
                </a:rPr>
                <a:t>89</a:t>
              </a:r>
            </a:p>
            <a:p>
              <a:pPr algn="ctr">
                <a:lnSpc>
                  <a:spcPct val="90000"/>
                </a:lnSpc>
                <a:spcAft>
                  <a:spcPts val="0"/>
                </a:spcAft>
              </a:pPr>
              <a:r>
                <a:rPr lang="en-US" sz="700" b="0" dirty="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107</a:t>
              </a:r>
            </a:p>
            <a:p>
              <a:pPr algn="ctr">
                <a:lnSpc>
                  <a:spcPct val="90000"/>
                </a:lnSpc>
                <a:spcAft>
                  <a:spcPts val="0"/>
                </a:spcAft>
              </a:pPr>
              <a:r>
                <a:rPr lang="en-US" sz="700" b="0" dirty="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128</a:t>
              </a:r>
            </a:p>
            <a:p>
              <a:pPr algn="ctr">
                <a:lnSpc>
                  <a:spcPct val="90000"/>
                </a:lnSpc>
                <a:spcAft>
                  <a:spcPts val="0"/>
                </a:spcAft>
              </a:pPr>
              <a:r>
                <a:rPr lang="en-US" sz="700" b="0" dirty="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0</a:t>
              </a:r>
            </a:p>
            <a:p>
              <a:pPr algn="ctr">
                <a:lnSpc>
                  <a:spcPct val="90000"/>
                </a:lnSpc>
                <a:spcAft>
                  <a:spcPts val="0"/>
                </a:spcAft>
              </a:pPr>
              <a:r>
                <a:rPr lang="en-US" sz="700" b="0" dirty="0">
                  <a:solidFill>
                    <a:schemeClr val="bg1"/>
                  </a:solidFill>
                  <a:latin typeface="Ubuntu" panose="020B0504030602030204" pitchFamily="34" charset="0"/>
                </a:rPr>
                <a:t>125</a:t>
              </a:r>
            </a:p>
            <a:p>
              <a:pPr algn="ctr">
                <a:lnSpc>
                  <a:spcPct val="90000"/>
                </a:lnSpc>
                <a:spcAft>
                  <a:spcPts val="0"/>
                </a:spcAft>
              </a:pPr>
              <a:r>
                <a:rPr lang="en-US" sz="700" b="0" dirty="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0</a:t>
              </a:r>
            </a:p>
            <a:p>
              <a:pPr algn="ctr">
                <a:lnSpc>
                  <a:spcPct val="90000"/>
                </a:lnSpc>
                <a:spcAft>
                  <a:spcPts val="0"/>
                </a:spcAft>
              </a:pPr>
              <a:r>
                <a:rPr lang="en-US" sz="700" b="0" dirty="0">
                  <a:solidFill>
                    <a:schemeClr val="bg1"/>
                  </a:solidFill>
                  <a:latin typeface="Ubuntu" panose="020B0504030602030204" pitchFamily="34" charset="0"/>
                </a:rPr>
                <a:t>146</a:t>
              </a:r>
            </a:p>
            <a:p>
              <a:pPr algn="ctr">
                <a:lnSpc>
                  <a:spcPct val="90000"/>
                </a:lnSpc>
                <a:spcAft>
                  <a:spcPts val="0"/>
                </a:spcAft>
              </a:pPr>
              <a:r>
                <a:rPr lang="en-US" sz="700" b="0" dirty="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191</a:t>
              </a:r>
            </a:p>
            <a:p>
              <a:pPr algn="ctr">
                <a:lnSpc>
                  <a:spcPct val="90000"/>
                </a:lnSpc>
                <a:spcAft>
                  <a:spcPts val="0"/>
                </a:spcAft>
              </a:pPr>
              <a:r>
                <a:rPr lang="en-US" sz="700" b="0" dirty="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213</a:t>
              </a:r>
            </a:p>
            <a:p>
              <a:pPr algn="ctr">
                <a:lnSpc>
                  <a:spcPct val="90000"/>
                </a:lnSpc>
                <a:spcAft>
                  <a:spcPts val="0"/>
                </a:spcAft>
              </a:pPr>
              <a:r>
                <a:rPr lang="en-US" sz="700" b="0" dirty="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230</a:t>
              </a:r>
            </a:p>
            <a:p>
              <a:pPr algn="ctr">
                <a:lnSpc>
                  <a:spcPct val="90000"/>
                </a:lnSpc>
                <a:spcAft>
                  <a:spcPts val="0"/>
                </a:spcAft>
              </a:pPr>
              <a:r>
                <a:rPr lang="en-US" sz="700" b="0" dirty="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dirty="0">
                <a:solidFill>
                  <a:srgbClr val="A6A6A6"/>
                </a:solidFill>
                <a:latin typeface="Ubuntu" panose="020B0504030602030204" pitchFamily="34" charset="0"/>
                <a:cs typeface="Arial" panose="020B0604020202020204" pitchFamily="34" charset="0"/>
              </a:rPr>
              <a:t>Presentation Title | Author | Date</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dirty="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solidFill>
                  <a:srgbClr val="A6A6A6"/>
                </a:solidFill>
                <a:latin typeface="Ubuntu" panose="020B0504030602030204" pitchFamily="34" charset="0"/>
                <a:cs typeface="Arial" panose="020B0604020202020204" pitchFamily="34" charset="0"/>
              </a:rPr>
              <a:t>Company Confidential © Capgemini 2021. All rights reserved |</a:t>
            </a:r>
          </a:p>
        </p:txBody>
      </p:sp>
    </p:spTree>
    <p:extLst>
      <p:ext uri="{BB962C8B-B14F-4D97-AF65-F5344CB8AC3E}">
        <p14:creationId xmlns:p14="http://schemas.microsoft.com/office/powerpoint/2010/main" val="252764525"/>
      </p:ext>
    </p:extLst>
  </p:cSld>
  <p:clrMap bg1="lt1" tx1="dk1" bg2="lt2" tx2="dk2" accent1="accent1" accent2="accent2" accent3="accent3" accent4="accent4" accent5="accent5" accent6="accent6" hlink="hlink" folHlink="folHlink"/>
  <p:sldLayoutIdLst>
    <p:sldLayoutId id="2147484194" r:id="rId1"/>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
            </p:custDataLst>
            <p:extLst>
              <p:ext uri="{D42A27DB-BD31-4B8C-83A1-F6EECF244321}">
                <p14:modId xmlns:p14="http://schemas.microsoft.com/office/powerpoint/2010/main" val="824220672"/>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1" name="Object 20"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dirty="0"/>
              <a:t>CLICK TO INSERT TITLE</a:t>
            </a:r>
            <a:endParaRPr lang="en-US" dirty="0"/>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1</a:t>
              </a:r>
            </a:p>
            <a:p>
              <a:pPr algn="ctr">
                <a:lnSpc>
                  <a:spcPct val="90000"/>
                </a:lnSpc>
                <a:spcAft>
                  <a:spcPts val="0"/>
                </a:spcAft>
              </a:pPr>
              <a:r>
                <a:rPr lang="en-GB" sz="700" dirty="0">
                  <a:latin typeface="Ubuntu" panose="020B0504030602030204" pitchFamily="34" charset="0"/>
                </a:rPr>
                <a:t>112</a:t>
              </a:r>
            </a:p>
            <a:p>
              <a:pPr algn="ctr">
                <a:lnSpc>
                  <a:spcPct val="90000"/>
                </a:lnSpc>
                <a:spcAft>
                  <a:spcPts val="0"/>
                </a:spcAft>
              </a:pPr>
              <a:r>
                <a:rPr lang="en-GB" sz="700" dirty="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solidFill>
                    <a:schemeClr val="tx1"/>
                  </a:solidFill>
                  <a:latin typeface="Ubuntu" panose="020B0504030602030204" pitchFamily="34" charset="0"/>
                </a:rPr>
                <a:t>18</a:t>
              </a:r>
            </a:p>
            <a:p>
              <a:pPr algn="ctr">
                <a:lnSpc>
                  <a:spcPct val="90000"/>
                </a:lnSpc>
                <a:spcAft>
                  <a:spcPts val="0"/>
                </a:spcAft>
              </a:pPr>
              <a:r>
                <a:rPr lang="en-GB" sz="700" dirty="0">
                  <a:solidFill>
                    <a:schemeClr val="tx1"/>
                  </a:solidFill>
                  <a:latin typeface="Ubuntu" panose="020B0504030602030204" pitchFamily="34" charset="0"/>
                </a:rPr>
                <a:t>171</a:t>
              </a:r>
            </a:p>
            <a:p>
              <a:pPr algn="ctr">
                <a:lnSpc>
                  <a:spcPct val="90000"/>
                </a:lnSpc>
                <a:spcAft>
                  <a:spcPts val="0"/>
                </a:spcAft>
              </a:pPr>
              <a:r>
                <a:rPr lang="en-GB" sz="700" dirty="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43</a:t>
              </a:r>
            </a:p>
            <a:p>
              <a:pPr algn="ctr">
                <a:lnSpc>
                  <a:spcPct val="90000"/>
                </a:lnSpc>
                <a:spcAft>
                  <a:spcPts val="0"/>
                </a:spcAft>
              </a:pPr>
              <a:r>
                <a:rPr lang="en-GB" sz="700" dirty="0">
                  <a:latin typeface="Ubuntu" panose="020B0504030602030204" pitchFamily="34" charset="0"/>
                </a:rPr>
                <a:t>10</a:t>
              </a:r>
            </a:p>
            <a:p>
              <a:pPr algn="ctr">
                <a:lnSpc>
                  <a:spcPct val="90000"/>
                </a:lnSpc>
                <a:spcAft>
                  <a:spcPts val="0"/>
                </a:spcAft>
              </a:pPr>
              <a:r>
                <a:rPr lang="en-GB" sz="700" dirty="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39</a:t>
              </a:r>
            </a:p>
            <a:p>
              <a:pPr algn="ctr">
                <a:lnSpc>
                  <a:spcPct val="90000"/>
                </a:lnSpc>
                <a:spcAft>
                  <a:spcPts val="0"/>
                </a:spcAft>
              </a:pPr>
              <a:r>
                <a:rPr lang="en-GB" sz="700" dirty="0">
                  <a:latin typeface="Ubuntu" panose="020B0504030602030204" pitchFamily="34" charset="0"/>
                </a:rPr>
                <a:t>41</a:t>
              </a:r>
            </a:p>
            <a:p>
              <a:pPr algn="ctr">
                <a:lnSpc>
                  <a:spcPct val="90000"/>
                </a:lnSpc>
                <a:spcAft>
                  <a:spcPts val="0"/>
                </a:spcAft>
              </a:pPr>
              <a:r>
                <a:rPr lang="en-GB" sz="700" dirty="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solidFill>
                    <a:schemeClr val="tx1"/>
                  </a:solidFill>
                  <a:latin typeface="Ubuntu" panose="020B0504030602030204" pitchFamily="34" charset="0"/>
                </a:rPr>
                <a:t>236</a:t>
              </a:r>
            </a:p>
            <a:p>
              <a:pPr algn="ctr">
                <a:lnSpc>
                  <a:spcPct val="90000"/>
                </a:lnSpc>
                <a:spcAft>
                  <a:spcPts val="0"/>
                </a:spcAft>
              </a:pPr>
              <a:r>
                <a:rPr lang="en-GB" sz="700" dirty="0">
                  <a:solidFill>
                    <a:schemeClr val="tx1"/>
                  </a:solidFill>
                  <a:latin typeface="Ubuntu" panose="020B0504030602030204" pitchFamily="34" charset="0"/>
                </a:rPr>
                <a:t>236</a:t>
              </a:r>
            </a:p>
            <a:p>
              <a:pPr algn="ctr">
                <a:lnSpc>
                  <a:spcPct val="90000"/>
                </a:lnSpc>
                <a:spcAft>
                  <a:spcPts val="0"/>
                </a:spcAft>
              </a:pPr>
              <a:r>
                <a:rPr lang="en-GB" sz="700" dirty="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142</a:t>
              </a:r>
            </a:p>
            <a:p>
              <a:pPr algn="ctr">
                <a:lnSpc>
                  <a:spcPct val="90000"/>
                </a:lnSpc>
                <a:spcAft>
                  <a:spcPts val="0"/>
                </a:spcAft>
              </a:pPr>
              <a:r>
                <a:rPr lang="en-US" sz="700" dirty="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156</a:t>
              </a:r>
            </a:p>
            <a:p>
              <a:pPr algn="ctr">
                <a:lnSpc>
                  <a:spcPct val="90000"/>
                </a:lnSpc>
                <a:spcAft>
                  <a:spcPts val="0"/>
                </a:spcAft>
              </a:pPr>
              <a:r>
                <a:rPr lang="en-US" sz="700" dirty="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178</a:t>
              </a:r>
            </a:p>
            <a:p>
              <a:pPr algn="ctr">
                <a:lnSpc>
                  <a:spcPct val="90000"/>
                </a:lnSpc>
                <a:spcAft>
                  <a:spcPts val="0"/>
                </a:spcAft>
              </a:pPr>
              <a:r>
                <a:rPr lang="en-US" sz="700" dirty="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208</a:t>
              </a:r>
            </a:p>
            <a:p>
              <a:pPr algn="ctr">
                <a:lnSpc>
                  <a:spcPct val="90000"/>
                </a:lnSpc>
                <a:spcAft>
                  <a:spcPts val="0"/>
                </a:spcAft>
              </a:pPr>
              <a:r>
                <a:rPr lang="en-US" sz="700" dirty="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218</a:t>
              </a:r>
            </a:p>
            <a:p>
              <a:pPr algn="ctr">
                <a:lnSpc>
                  <a:spcPct val="90000"/>
                </a:lnSpc>
                <a:spcAft>
                  <a:spcPts val="0"/>
                </a:spcAft>
              </a:pPr>
              <a:r>
                <a:rPr lang="en-US" sz="700" dirty="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66</a:t>
              </a:r>
            </a:p>
            <a:p>
              <a:pPr algn="ctr">
                <a:lnSpc>
                  <a:spcPct val="90000"/>
                </a:lnSpc>
                <a:spcAft>
                  <a:spcPts val="0"/>
                </a:spcAft>
              </a:pPr>
              <a:r>
                <a:rPr lang="en-US" sz="700" dirty="0">
                  <a:solidFill>
                    <a:schemeClr val="bg1"/>
                  </a:solidFill>
                  <a:latin typeface="Ubuntu" panose="020B0504030602030204" pitchFamily="34" charset="0"/>
                </a:rPr>
                <a:t>20</a:t>
              </a:r>
            </a:p>
            <a:p>
              <a:pPr algn="ctr">
                <a:lnSpc>
                  <a:spcPct val="90000"/>
                </a:lnSpc>
                <a:spcAft>
                  <a:spcPts val="0"/>
                </a:spcAft>
              </a:pPr>
              <a:r>
                <a:rPr lang="en-US" sz="700" dirty="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89</a:t>
              </a:r>
            </a:p>
            <a:p>
              <a:pPr algn="ctr">
                <a:lnSpc>
                  <a:spcPct val="90000"/>
                </a:lnSpc>
                <a:spcAft>
                  <a:spcPts val="0"/>
                </a:spcAft>
              </a:pPr>
              <a:r>
                <a:rPr lang="en-US" sz="700" dirty="0">
                  <a:solidFill>
                    <a:schemeClr val="bg1"/>
                  </a:solidFill>
                  <a:latin typeface="Ubuntu" panose="020B0504030602030204" pitchFamily="34" charset="0"/>
                </a:rPr>
                <a:t>10</a:t>
              </a:r>
            </a:p>
            <a:p>
              <a:pPr algn="ctr">
                <a:lnSpc>
                  <a:spcPct val="90000"/>
                </a:lnSpc>
                <a:spcAft>
                  <a:spcPts val="0"/>
                </a:spcAft>
              </a:pPr>
              <a:r>
                <a:rPr lang="en-US" sz="700" dirty="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117</a:t>
              </a:r>
            </a:p>
            <a:p>
              <a:pPr algn="ctr">
                <a:lnSpc>
                  <a:spcPct val="90000"/>
                </a:lnSpc>
                <a:spcAft>
                  <a:spcPts val="0"/>
                </a:spcAft>
              </a:pPr>
              <a:r>
                <a:rPr lang="en-US" sz="700" dirty="0">
                  <a:solidFill>
                    <a:schemeClr val="bg1"/>
                  </a:solidFill>
                  <a:latin typeface="Ubuntu" panose="020B0504030602030204" pitchFamily="34" charset="0"/>
                </a:rPr>
                <a:t>13</a:t>
              </a:r>
            </a:p>
            <a:p>
              <a:pPr algn="ctr">
                <a:lnSpc>
                  <a:spcPct val="90000"/>
                </a:lnSpc>
                <a:spcAft>
                  <a:spcPts val="0"/>
                </a:spcAft>
              </a:pPr>
              <a:r>
                <a:rPr lang="en-US" sz="700" dirty="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128</a:t>
              </a:r>
            </a:p>
            <a:p>
              <a:pPr algn="ctr">
                <a:lnSpc>
                  <a:spcPct val="90000"/>
                </a:lnSpc>
                <a:spcAft>
                  <a:spcPts val="0"/>
                </a:spcAft>
              </a:pPr>
              <a:r>
                <a:rPr lang="en-US" sz="700" dirty="0">
                  <a:solidFill>
                    <a:schemeClr val="bg1"/>
                  </a:solidFill>
                  <a:latin typeface="Ubuntu" panose="020B0504030602030204" pitchFamily="34" charset="0"/>
                </a:rPr>
                <a:t>43</a:t>
              </a:r>
            </a:p>
            <a:p>
              <a:pPr algn="ctr">
                <a:lnSpc>
                  <a:spcPct val="90000"/>
                </a:lnSpc>
                <a:spcAft>
                  <a:spcPts val="0"/>
                </a:spcAft>
              </a:pPr>
              <a:r>
                <a:rPr lang="en-US" sz="700" dirty="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158</a:t>
              </a:r>
            </a:p>
            <a:p>
              <a:pPr algn="ctr">
                <a:lnSpc>
                  <a:spcPct val="90000"/>
                </a:lnSpc>
                <a:spcAft>
                  <a:spcPts val="0"/>
                </a:spcAft>
              </a:pPr>
              <a:r>
                <a:rPr lang="en-US" sz="700" dirty="0">
                  <a:solidFill>
                    <a:schemeClr val="bg1"/>
                  </a:solidFill>
                  <a:latin typeface="Ubuntu" panose="020B0504030602030204" pitchFamily="34" charset="0"/>
                </a:rPr>
                <a:t>71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166</a:t>
              </a:r>
            </a:p>
            <a:p>
              <a:pPr algn="ctr">
                <a:lnSpc>
                  <a:spcPct val="90000"/>
                </a:lnSpc>
                <a:spcAft>
                  <a:spcPts val="0"/>
                </a:spcAft>
              </a:pPr>
              <a:r>
                <a:rPr lang="en-US" sz="700" dirty="0">
                  <a:solidFill>
                    <a:schemeClr val="bg1"/>
                  </a:solidFill>
                  <a:latin typeface="Ubuntu" panose="020B0504030602030204" pitchFamily="34" charset="0"/>
                </a:rPr>
                <a:t>0</a:t>
              </a:r>
            </a:p>
            <a:p>
              <a:pPr algn="ctr">
                <a:lnSpc>
                  <a:spcPct val="90000"/>
                </a:lnSpc>
                <a:spcAft>
                  <a:spcPts val="0"/>
                </a:spcAft>
              </a:pPr>
              <a:r>
                <a:rPr lang="en-US" sz="700" dirty="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227</a:t>
              </a:r>
            </a:p>
            <a:p>
              <a:pPr algn="ctr">
                <a:lnSpc>
                  <a:spcPct val="90000"/>
                </a:lnSpc>
                <a:spcAft>
                  <a:spcPts val="0"/>
                </a:spcAft>
              </a:pPr>
              <a:r>
                <a:rPr lang="en-US" sz="700" dirty="0">
                  <a:solidFill>
                    <a:schemeClr val="bg1"/>
                  </a:solidFill>
                  <a:latin typeface="Ubuntu" panose="020B0504030602030204" pitchFamily="34" charset="0"/>
                </a:rPr>
                <a:t>03</a:t>
              </a:r>
            </a:p>
            <a:p>
              <a:pPr algn="ctr">
                <a:lnSpc>
                  <a:spcPct val="90000"/>
                </a:lnSpc>
                <a:spcAft>
                  <a:spcPts val="0"/>
                </a:spcAft>
              </a:pPr>
              <a:r>
                <a:rPr lang="en-US" sz="700" dirty="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48</a:t>
              </a:r>
            </a:p>
            <a:p>
              <a:pPr algn="ctr">
                <a:lnSpc>
                  <a:spcPct val="90000"/>
                </a:lnSpc>
                <a:spcAft>
                  <a:spcPts val="0"/>
                </a:spcAft>
              </a:pPr>
              <a:r>
                <a:rPr lang="en-US" sz="700" dirty="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69</a:t>
              </a:r>
            </a:p>
            <a:p>
              <a:pPr algn="ctr">
                <a:lnSpc>
                  <a:spcPct val="90000"/>
                </a:lnSpc>
                <a:spcAft>
                  <a:spcPts val="0"/>
                </a:spcAft>
              </a:pPr>
              <a:r>
                <a:rPr lang="en-US" sz="700" dirty="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87</a:t>
              </a:r>
            </a:p>
            <a:p>
              <a:pPr algn="ctr">
                <a:lnSpc>
                  <a:spcPct val="90000"/>
                </a:lnSpc>
                <a:spcAft>
                  <a:spcPts val="0"/>
                </a:spcAft>
              </a:pPr>
              <a:r>
                <a:rPr lang="en-US" sz="700" dirty="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129</a:t>
              </a:r>
            </a:p>
            <a:p>
              <a:pPr algn="ctr">
                <a:lnSpc>
                  <a:spcPct val="90000"/>
                </a:lnSpc>
                <a:spcAft>
                  <a:spcPts val="0"/>
                </a:spcAft>
              </a:pPr>
              <a:r>
                <a:rPr lang="en-US" sz="700" dirty="0">
                  <a:solidFill>
                    <a:schemeClr val="bg1"/>
                  </a:solidFill>
                  <a:latin typeface="Ubuntu" panose="020B0504030602030204" pitchFamily="34" charset="0"/>
                </a:rPr>
                <a:t>27</a:t>
              </a:r>
            </a:p>
            <a:p>
              <a:pPr algn="ctr">
                <a:lnSpc>
                  <a:spcPct val="90000"/>
                </a:lnSpc>
                <a:spcAft>
                  <a:spcPts val="0"/>
                </a:spcAft>
              </a:pPr>
              <a:r>
                <a:rPr lang="en-US" sz="700" dirty="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161</a:t>
              </a:r>
            </a:p>
            <a:p>
              <a:pPr algn="ctr">
                <a:lnSpc>
                  <a:spcPct val="90000"/>
                </a:lnSpc>
                <a:spcAft>
                  <a:spcPts val="0"/>
                </a:spcAft>
              </a:pPr>
              <a:r>
                <a:rPr lang="en-US" sz="700" dirty="0">
                  <a:solidFill>
                    <a:schemeClr val="bg1"/>
                  </a:solidFill>
                  <a:latin typeface="Ubuntu" panose="020B0504030602030204" pitchFamily="34" charset="0"/>
                </a:rPr>
                <a:t>41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186</a:t>
              </a:r>
            </a:p>
            <a:p>
              <a:pPr algn="ctr">
                <a:lnSpc>
                  <a:spcPct val="90000"/>
                </a:lnSpc>
                <a:spcAft>
                  <a:spcPts val="0"/>
                </a:spcAft>
              </a:pPr>
              <a:r>
                <a:rPr lang="en-US" sz="700" dirty="0">
                  <a:solidFill>
                    <a:schemeClr val="bg1"/>
                  </a:solidFill>
                  <a:latin typeface="Ubuntu" panose="020B0504030602030204" pitchFamily="34" charset="0"/>
                </a:rPr>
                <a:t>41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209</a:t>
              </a:r>
            </a:p>
            <a:p>
              <a:pPr algn="ctr">
                <a:lnSpc>
                  <a:spcPct val="90000"/>
                </a:lnSpc>
                <a:spcAft>
                  <a:spcPts val="0"/>
                </a:spcAft>
              </a:pPr>
              <a:r>
                <a:rPr lang="en-US" sz="700" dirty="0">
                  <a:latin typeface="Ubuntu" panose="020B0504030602030204" pitchFamily="34" charset="0"/>
                </a:rPr>
                <a:t>58</a:t>
              </a:r>
            </a:p>
            <a:p>
              <a:pPr algn="ctr">
                <a:lnSpc>
                  <a:spcPct val="90000"/>
                </a:lnSpc>
                <a:spcAft>
                  <a:spcPts val="0"/>
                </a:spcAft>
              </a:pPr>
              <a:r>
                <a:rPr lang="en-US" sz="700" dirty="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229</a:t>
              </a:r>
            </a:p>
            <a:p>
              <a:pPr algn="ctr">
                <a:lnSpc>
                  <a:spcPct val="90000"/>
                </a:lnSpc>
                <a:spcAft>
                  <a:spcPts val="0"/>
                </a:spcAft>
              </a:pPr>
              <a:r>
                <a:rPr lang="en-US" sz="700" dirty="0">
                  <a:latin typeface="Ubuntu" panose="020B0504030602030204" pitchFamily="34" charset="0"/>
                </a:rPr>
                <a:t>87</a:t>
              </a:r>
            </a:p>
            <a:p>
              <a:pPr algn="ctr">
                <a:lnSpc>
                  <a:spcPct val="90000"/>
                </a:lnSpc>
                <a:spcAft>
                  <a:spcPts val="0"/>
                </a:spcAft>
              </a:pPr>
              <a:r>
                <a:rPr lang="en-US" sz="700" dirty="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dirty="0">
                <a:latin typeface="Ubuntu" panose="020B0504030602030204" pitchFamily="34" charset="0"/>
              </a:rPr>
              <a:t>Security Classification:</a:t>
            </a:r>
          </a:p>
          <a:p>
            <a:r>
              <a:rPr lang="en-GB" sz="800" dirty="0">
                <a:latin typeface="Ubuntu" panose="020B0504030602030204" pitchFamily="34" charset="0"/>
              </a:rPr>
              <a:t>SEC0: Public</a:t>
            </a:r>
          </a:p>
          <a:p>
            <a:r>
              <a:rPr lang="en-GB" sz="800" dirty="0">
                <a:latin typeface="Ubuntu" panose="020B0504030602030204" pitchFamily="34" charset="0"/>
              </a:rPr>
              <a:t>SEC1: Company Confidential</a:t>
            </a:r>
          </a:p>
          <a:p>
            <a:r>
              <a:rPr lang="en-GB" sz="800" dirty="0">
                <a:latin typeface="Ubuntu" panose="020B0504030602030204" pitchFamily="34" charset="0"/>
              </a:rPr>
              <a:t>SEC2: Company Restricted / Customer restricted</a:t>
            </a:r>
          </a:p>
          <a:p>
            <a:r>
              <a:rPr lang="en-GB" sz="800" dirty="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67</a:t>
              </a:r>
            </a:p>
            <a:p>
              <a:pPr algn="ctr">
                <a:lnSpc>
                  <a:spcPct val="90000"/>
                </a:lnSpc>
                <a:spcAft>
                  <a:spcPts val="0"/>
                </a:spcAft>
              </a:pPr>
              <a:r>
                <a:rPr lang="en-US" sz="700" b="0" dirty="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106</a:t>
              </a:r>
            </a:p>
            <a:p>
              <a:pPr algn="ctr">
                <a:lnSpc>
                  <a:spcPct val="90000"/>
                </a:lnSpc>
                <a:spcAft>
                  <a:spcPts val="0"/>
                </a:spcAft>
              </a:pPr>
              <a:r>
                <a:rPr lang="en-US" sz="700" b="0" dirty="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135</a:t>
              </a:r>
            </a:p>
            <a:p>
              <a:pPr algn="ctr">
                <a:lnSpc>
                  <a:spcPct val="90000"/>
                </a:lnSpc>
                <a:spcAft>
                  <a:spcPts val="0"/>
                </a:spcAft>
              </a:pPr>
              <a:r>
                <a:rPr lang="en-US" sz="700" b="0" dirty="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178</a:t>
              </a:r>
            </a:p>
            <a:p>
              <a:pPr algn="ctr">
                <a:lnSpc>
                  <a:spcPct val="90000"/>
                </a:lnSpc>
                <a:spcAft>
                  <a:spcPts val="0"/>
                </a:spcAft>
              </a:pPr>
              <a:r>
                <a:rPr lang="en-US" sz="700" b="0" dirty="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244</a:t>
              </a:r>
            </a:p>
            <a:p>
              <a:pPr algn="ctr">
                <a:lnSpc>
                  <a:spcPct val="90000"/>
                </a:lnSpc>
                <a:spcAft>
                  <a:spcPts val="0"/>
                </a:spcAft>
              </a:pPr>
              <a:r>
                <a:rPr lang="en-US" sz="700" b="0" dirty="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128</a:t>
              </a:r>
            </a:p>
            <a:p>
              <a:pPr algn="ctr">
                <a:lnSpc>
                  <a:spcPct val="90000"/>
                </a:lnSpc>
                <a:spcAft>
                  <a:spcPts val="0"/>
                </a:spcAft>
              </a:pPr>
              <a:r>
                <a:rPr lang="en-US" sz="700" b="0" dirty="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140</a:t>
              </a:r>
            </a:p>
            <a:p>
              <a:pPr algn="ctr">
                <a:lnSpc>
                  <a:spcPct val="90000"/>
                </a:lnSpc>
                <a:spcAft>
                  <a:spcPts val="0"/>
                </a:spcAft>
              </a:pPr>
              <a:r>
                <a:rPr lang="en-US" sz="700" b="0" dirty="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46</a:t>
              </a:r>
            </a:p>
            <a:p>
              <a:pPr algn="ctr">
                <a:lnSpc>
                  <a:spcPct val="90000"/>
                </a:lnSpc>
                <a:spcAft>
                  <a:spcPts val="0"/>
                </a:spcAft>
              </a:pPr>
              <a:r>
                <a:rPr lang="en-US" sz="700" b="0" dirty="0">
                  <a:latin typeface="Ubuntu" panose="020B0504030602030204" pitchFamily="34" charset="0"/>
                </a:rPr>
                <a:t>166</a:t>
              </a:r>
            </a:p>
            <a:p>
              <a:pPr algn="ctr">
                <a:lnSpc>
                  <a:spcPct val="90000"/>
                </a:lnSpc>
                <a:spcAft>
                  <a:spcPts val="0"/>
                </a:spcAft>
              </a:pPr>
              <a:r>
                <a:rPr lang="en-US" sz="700" b="0" dirty="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51</a:t>
              </a:r>
            </a:p>
            <a:p>
              <a:pPr algn="ctr">
                <a:lnSpc>
                  <a:spcPct val="90000"/>
                </a:lnSpc>
                <a:spcAft>
                  <a:spcPts val="0"/>
                </a:spcAft>
              </a:pPr>
              <a:r>
                <a:rPr lang="en-US" sz="700" b="0" dirty="0">
                  <a:latin typeface="Ubuntu" panose="020B0504030602030204" pitchFamily="34" charset="0"/>
                </a:rPr>
                <a:t>181</a:t>
              </a:r>
            </a:p>
            <a:p>
              <a:pPr algn="ctr">
                <a:lnSpc>
                  <a:spcPct val="90000"/>
                </a:lnSpc>
                <a:spcAft>
                  <a:spcPts val="0"/>
                </a:spcAft>
              </a:pPr>
              <a:r>
                <a:rPr lang="en-US" sz="700" b="0" dirty="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dirty="0">
                <a:latin typeface="Ubuntu" panose="020B0504030602030204" pitchFamily="34" charset="0"/>
              </a:endParaRPr>
            </a:p>
            <a:p>
              <a:pPr algn="ctr">
                <a:lnSpc>
                  <a:spcPct val="90000"/>
                </a:lnSpc>
                <a:spcAft>
                  <a:spcPts val="0"/>
                </a:spcAft>
              </a:pPr>
              <a:r>
                <a:rPr lang="en-US" sz="700" b="0" dirty="0">
                  <a:latin typeface="Ubuntu" panose="020B0504030602030204" pitchFamily="34" charset="0"/>
                </a:rPr>
                <a:t>87</a:t>
              </a:r>
            </a:p>
            <a:p>
              <a:pPr algn="ctr">
                <a:lnSpc>
                  <a:spcPct val="90000"/>
                </a:lnSpc>
                <a:spcAft>
                  <a:spcPts val="0"/>
                </a:spcAft>
              </a:pPr>
              <a:r>
                <a:rPr lang="en-US" sz="700" b="0" dirty="0">
                  <a:latin typeface="Ubuntu" panose="020B0504030602030204" pitchFamily="34" charset="0"/>
                </a:rPr>
                <a:t>207</a:t>
              </a:r>
            </a:p>
            <a:p>
              <a:pPr algn="ctr">
                <a:lnSpc>
                  <a:spcPct val="90000"/>
                </a:lnSpc>
                <a:spcAft>
                  <a:spcPts val="0"/>
                </a:spcAft>
              </a:pPr>
              <a:r>
                <a:rPr lang="en-US" sz="700" b="0" dirty="0">
                  <a:latin typeface="Ubuntu" panose="020B0504030602030204" pitchFamily="34" charset="0"/>
                </a:rPr>
                <a:t>128</a:t>
              </a:r>
            </a:p>
            <a:p>
              <a:pPr algn="ctr">
                <a:lnSpc>
                  <a:spcPct val="90000"/>
                </a:lnSpc>
                <a:spcAft>
                  <a:spcPts val="0"/>
                </a:spcAft>
              </a:pPr>
              <a:endParaRPr lang="en-US" sz="700" b="0" dirty="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33</a:t>
              </a:r>
            </a:p>
            <a:p>
              <a:pPr algn="ctr">
                <a:lnSpc>
                  <a:spcPct val="90000"/>
                </a:lnSpc>
                <a:spcAft>
                  <a:spcPts val="0"/>
                </a:spcAft>
              </a:pPr>
              <a:r>
                <a:rPr lang="en-US" sz="700" b="0" dirty="0">
                  <a:solidFill>
                    <a:schemeClr val="bg1"/>
                  </a:solidFill>
                  <a:latin typeface="Ubuntu" panose="020B0504030602030204" pitchFamily="34" charset="0"/>
                </a:rPr>
                <a:t>69</a:t>
              </a:r>
            </a:p>
            <a:p>
              <a:pPr algn="ctr">
                <a:lnSpc>
                  <a:spcPct val="90000"/>
                </a:lnSpc>
                <a:spcAft>
                  <a:spcPts val="0"/>
                </a:spcAft>
              </a:pPr>
              <a:r>
                <a:rPr lang="en-US" sz="700" b="0" dirty="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20</a:t>
              </a:r>
            </a:p>
            <a:p>
              <a:pPr algn="ctr">
                <a:lnSpc>
                  <a:spcPct val="90000"/>
                </a:lnSpc>
                <a:spcAft>
                  <a:spcPts val="0"/>
                </a:spcAft>
              </a:pPr>
              <a:r>
                <a:rPr lang="en-US" sz="700" b="0" dirty="0">
                  <a:solidFill>
                    <a:schemeClr val="bg1"/>
                  </a:solidFill>
                  <a:latin typeface="Ubuntu" panose="020B0504030602030204" pitchFamily="34" charset="0"/>
                </a:rPr>
                <a:t>89</a:t>
              </a:r>
            </a:p>
            <a:p>
              <a:pPr algn="ctr">
                <a:lnSpc>
                  <a:spcPct val="90000"/>
                </a:lnSpc>
                <a:spcAft>
                  <a:spcPts val="0"/>
                </a:spcAft>
              </a:pPr>
              <a:r>
                <a:rPr lang="en-US" sz="700" b="0" dirty="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107</a:t>
              </a:r>
            </a:p>
            <a:p>
              <a:pPr algn="ctr">
                <a:lnSpc>
                  <a:spcPct val="90000"/>
                </a:lnSpc>
                <a:spcAft>
                  <a:spcPts val="0"/>
                </a:spcAft>
              </a:pPr>
              <a:r>
                <a:rPr lang="en-US" sz="700" b="0" dirty="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128</a:t>
              </a:r>
            </a:p>
            <a:p>
              <a:pPr algn="ctr">
                <a:lnSpc>
                  <a:spcPct val="90000"/>
                </a:lnSpc>
                <a:spcAft>
                  <a:spcPts val="0"/>
                </a:spcAft>
              </a:pPr>
              <a:r>
                <a:rPr lang="en-US" sz="700" b="0" dirty="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0</a:t>
              </a:r>
            </a:p>
            <a:p>
              <a:pPr algn="ctr">
                <a:lnSpc>
                  <a:spcPct val="90000"/>
                </a:lnSpc>
                <a:spcAft>
                  <a:spcPts val="0"/>
                </a:spcAft>
              </a:pPr>
              <a:r>
                <a:rPr lang="en-US" sz="700" b="0" dirty="0">
                  <a:solidFill>
                    <a:schemeClr val="bg1"/>
                  </a:solidFill>
                  <a:latin typeface="Ubuntu" panose="020B0504030602030204" pitchFamily="34" charset="0"/>
                </a:rPr>
                <a:t>125</a:t>
              </a:r>
            </a:p>
            <a:p>
              <a:pPr algn="ctr">
                <a:lnSpc>
                  <a:spcPct val="90000"/>
                </a:lnSpc>
                <a:spcAft>
                  <a:spcPts val="0"/>
                </a:spcAft>
              </a:pPr>
              <a:r>
                <a:rPr lang="en-US" sz="700" b="0" dirty="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0</a:t>
              </a:r>
            </a:p>
            <a:p>
              <a:pPr algn="ctr">
                <a:lnSpc>
                  <a:spcPct val="90000"/>
                </a:lnSpc>
                <a:spcAft>
                  <a:spcPts val="0"/>
                </a:spcAft>
              </a:pPr>
              <a:r>
                <a:rPr lang="en-US" sz="700" b="0" dirty="0">
                  <a:solidFill>
                    <a:schemeClr val="bg1"/>
                  </a:solidFill>
                  <a:latin typeface="Ubuntu" panose="020B0504030602030204" pitchFamily="34" charset="0"/>
                </a:rPr>
                <a:t>146</a:t>
              </a:r>
            </a:p>
            <a:p>
              <a:pPr algn="ctr">
                <a:lnSpc>
                  <a:spcPct val="90000"/>
                </a:lnSpc>
                <a:spcAft>
                  <a:spcPts val="0"/>
                </a:spcAft>
              </a:pPr>
              <a:r>
                <a:rPr lang="en-US" sz="700" b="0" dirty="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191</a:t>
              </a:r>
            </a:p>
            <a:p>
              <a:pPr algn="ctr">
                <a:lnSpc>
                  <a:spcPct val="90000"/>
                </a:lnSpc>
                <a:spcAft>
                  <a:spcPts val="0"/>
                </a:spcAft>
              </a:pPr>
              <a:r>
                <a:rPr lang="en-US" sz="700" b="0" dirty="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213</a:t>
              </a:r>
            </a:p>
            <a:p>
              <a:pPr algn="ctr">
                <a:lnSpc>
                  <a:spcPct val="90000"/>
                </a:lnSpc>
                <a:spcAft>
                  <a:spcPts val="0"/>
                </a:spcAft>
              </a:pPr>
              <a:r>
                <a:rPr lang="en-US" sz="700" b="0" dirty="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230</a:t>
              </a:r>
            </a:p>
            <a:p>
              <a:pPr algn="ctr">
                <a:lnSpc>
                  <a:spcPct val="90000"/>
                </a:lnSpc>
                <a:spcAft>
                  <a:spcPts val="0"/>
                </a:spcAft>
              </a:pPr>
              <a:r>
                <a:rPr lang="en-US" sz="700" b="0" dirty="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dirty="0">
                <a:solidFill>
                  <a:srgbClr val="A6A6A6"/>
                </a:solidFill>
                <a:latin typeface="Ubuntu" panose="020B0504030602030204" pitchFamily="34" charset="0"/>
                <a:cs typeface="Arial" panose="020B0604020202020204" pitchFamily="34" charset="0"/>
              </a:rPr>
              <a:t>Presentation Title | Author | Date</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dirty="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solidFill>
                  <a:srgbClr val="A6A6A6"/>
                </a:solidFill>
                <a:latin typeface="Ubuntu" panose="020B0504030602030204" pitchFamily="34" charset="0"/>
                <a:cs typeface="Arial" panose="020B0604020202020204" pitchFamily="34" charset="0"/>
              </a:rPr>
              <a:t>Company Confidential © Capgemini 2021. All rights reserved |</a:t>
            </a:r>
          </a:p>
        </p:txBody>
      </p:sp>
    </p:spTree>
    <p:extLst>
      <p:ext uri="{BB962C8B-B14F-4D97-AF65-F5344CB8AC3E}">
        <p14:creationId xmlns:p14="http://schemas.microsoft.com/office/powerpoint/2010/main" val="771766795"/>
      </p:ext>
    </p:extLst>
  </p:cSld>
  <p:clrMap bg1="lt1" tx1="dk1" bg2="lt2" tx2="dk2" accent1="accent1" accent2="accent2" accent3="accent3" accent4="accent4" accent5="accent5" accent6="accent6" hlink="hlink" folHlink="folHlink"/>
  <p:sldLayoutIdLst>
    <p:sldLayoutId id="2147484199" r:id="rId1"/>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4"/>
            </p:custDataLst>
            <p:extLst>
              <p:ext uri="{D42A27DB-BD31-4B8C-83A1-F6EECF244321}">
                <p14:modId xmlns:p14="http://schemas.microsoft.com/office/powerpoint/2010/main" val="3149156926"/>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1" name="Object 20"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1</a:t>
              </a:r>
            </a:p>
            <a:p>
              <a:pPr algn="ctr">
                <a:lnSpc>
                  <a:spcPct val="90000"/>
                </a:lnSpc>
                <a:spcAft>
                  <a:spcPts val="0"/>
                </a:spcAft>
              </a:pPr>
              <a:r>
                <a:rPr lang="en-GB" sz="700" dirty="0">
                  <a:latin typeface="Ubuntu" panose="020B0504030602030204" pitchFamily="34" charset="0"/>
                </a:rPr>
                <a:t>112</a:t>
              </a:r>
            </a:p>
            <a:p>
              <a:pPr algn="ctr">
                <a:lnSpc>
                  <a:spcPct val="90000"/>
                </a:lnSpc>
                <a:spcAft>
                  <a:spcPts val="0"/>
                </a:spcAft>
              </a:pPr>
              <a:r>
                <a:rPr lang="en-GB" sz="700" dirty="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solidFill>
                    <a:schemeClr val="tx1"/>
                  </a:solidFill>
                  <a:latin typeface="Ubuntu" panose="020B0504030602030204" pitchFamily="34" charset="0"/>
                </a:rPr>
                <a:t>18</a:t>
              </a:r>
            </a:p>
            <a:p>
              <a:pPr algn="ctr">
                <a:lnSpc>
                  <a:spcPct val="90000"/>
                </a:lnSpc>
                <a:spcAft>
                  <a:spcPts val="0"/>
                </a:spcAft>
              </a:pPr>
              <a:r>
                <a:rPr lang="en-GB" sz="700" dirty="0">
                  <a:solidFill>
                    <a:schemeClr val="tx1"/>
                  </a:solidFill>
                  <a:latin typeface="Ubuntu" panose="020B0504030602030204" pitchFamily="34" charset="0"/>
                </a:rPr>
                <a:t>171</a:t>
              </a:r>
            </a:p>
            <a:p>
              <a:pPr algn="ctr">
                <a:lnSpc>
                  <a:spcPct val="90000"/>
                </a:lnSpc>
                <a:spcAft>
                  <a:spcPts val="0"/>
                </a:spcAft>
              </a:pPr>
              <a:r>
                <a:rPr lang="en-GB" sz="700" dirty="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43</a:t>
              </a:r>
            </a:p>
            <a:p>
              <a:pPr algn="ctr">
                <a:lnSpc>
                  <a:spcPct val="90000"/>
                </a:lnSpc>
                <a:spcAft>
                  <a:spcPts val="0"/>
                </a:spcAft>
              </a:pPr>
              <a:r>
                <a:rPr lang="en-GB" sz="700" dirty="0">
                  <a:latin typeface="Ubuntu" panose="020B0504030602030204" pitchFamily="34" charset="0"/>
                </a:rPr>
                <a:t>10</a:t>
              </a:r>
            </a:p>
            <a:p>
              <a:pPr algn="ctr">
                <a:lnSpc>
                  <a:spcPct val="90000"/>
                </a:lnSpc>
                <a:spcAft>
                  <a:spcPts val="0"/>
                </a:spcAft>
              </a:pPr>
              <a:r>
                <a:rPr lang="en-GB" sz="700" dirty="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39</a:t>
              </a:r>
            </a:p>
            <a:p>
              <a:pPr algn="ctr">
                <a:lnSpc>
                  <a:spcPct val="90000"/>
                </a:lnSpc>
                <a:spcAft>
                  <a:spcPts val="0"/>
                </a:spcAft>
              </a:pPr>
              <a:r>
                <a:rPr lang="en-GB" sz="700" dirty="0">
                  <a:latin typeface="Ubuntu" panose="020B0504030602030204" pitchFamily="34" charset="0"/>
                </a:rPr>
                <a:t>41</a:t>
              </a:r>
            </a:p>
            <a:p>
              <a:pPr algn="ctr">
                <a:lnSpc>
                  <a:spcPct val="90000"/>
                </a:lnSpc>
                <a:spcAft>
                  <a:spcPts val="0"/>
                </a:spcAft>
              </a:pPr>
              <a:r>
                <a:rPr lang="en-GB" sz="700" dirty="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solidFill>
                    <a:schemeClr val="tx1"/>
                  </a:solidFill>
                  <a:latin typeface="Ubuntu" panose="020B0504030602030204" pitchFamily="34" charset="0"/>
                </a:rPr>
                <a:t>236</a:t>
              </a:r>
            </a:p>
            <a:p>
              <a:pPr algn="ctr">
                <a:lnSpc>
                  <a:spcPct val="90000"/>
                </a:lnSpc>
                <a:spcAft>
                  <a:spcPts val="0"/>
                </a:spcAft>
              </a:pPr>
              <a:r>
                <a:rPr lang="en-GB" sz="700" dirty="0">
                  <a:solidFill>
                    <a:schemeClr val="tx1"/>
                  </a:solidFill>
                  <a:latin typeface="Ubuntu" panose="020B0504030602030204" pitchFamily="34" charset="0"/>
                </a:rPr>
                <a:t>236</a:t>
              </a:r>
            </a:p>
            <a:p>
              <a:pPr algn="ctr">
                <a:lnSpc>
                  <a:spcPct val="90000"/>
                </a:lnSpc>
                <a:spcAft>
                  <a:spcPts val="0"/>
                </a:spcAft>
              </a:pPr>
              <a:r>
                <a:rPr lang="en-GB" sz="700" dirty="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142</a:t>
              </a:r>
            </a:p>
            <a:p>
              <a:pPr algn="ctr">
                <a:lnSpc>
                  <a:spcPct val="90000"/>
                </a:lnSpc>
                <a:spcAft>
                  <a:spcPts val="0"/>
                </a:spcAft>
              </a:pPr>
              <a:r>
                <a:rPr lang="en-US" sz="700" dirty="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156</a:t>
              </a:r>
            </a:p>
            <a:p>
              <a:pPr algn="ctr">
                <a:lnSpc>
                  <a:spcPct val="90000"/>
                </a:lnSpc>
                <a:spcAft>
                  <a:spcPts val="0"/>
                </a:spcAft>
              </a:pPr>
              <a:r>
                <a:rPr lang="en-US" sz="700" dirty="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178</a:t>
              </a:r>
            </a:p>
            <a:p>
              <a:pPr algn="ctr">
                <a:lnSpc>
                  <a:spcPct val="90000"/>
                </a:lnSpc>
                <a:spcAft>
                  <a:spcPts val="0"/>
                </a:spcAft>
              </a:pPr>
              <a:r>
                <a:rPr lang="en-US" sz="700" dirty="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208</a:t>
              </a:r>
            </a:p>
            <a:p>
              <a:pPr algn="ctr">
                <a:lnSpc>
                  <a:spcPct val="90000"/>
                </a:lnSpc>
                <a:spcAft>
                  <a:spcPts val="0"/>
                </a:spcAft>
              </a:pPr>
              <a:r>
                <a:rPr lang="en-US" sz="700" dirty="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218</a:t>
              </a:r>
            </a:p>
            <a:p>
              <a:pPr algn="ctr">
                <a:lnSpc>
                  <a:spcPct val="90000"/>
                </a:lnSpc>
                <a:spcAft>
                  <a:spcPts val="0"/>
                </a:spcAft>
              </a:pPr>
              <a:r>
                <a:rPr lang="en-US" sz="700" dirty="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66</a:t>
              </a:r>
            </a:p>
            <a:p>
              <a:pPr algn="ctr">
                <a:lnSpc>
                  <a:spcPct val="90000"/>
                </a:lnSpc>
                <a:spcAft>
                  <a:spcPts val="0"/>
                </a:spcAft>
              </a:pPr>
              <a:r>
                <a:rPr lang="en-US" sz="700" dirty="0">
                  <a:solidFill>
                    <a:schemeClr val="bg1"/>
                  </a:solidFill>
                  <a:latin typeface="Ubuntu" panose="020B0504030602030204" pitchFamily="34" charset="0"/>
                </a:rPr>
                <a:t>20</a:t>
              </a:r>
            </a:p>
            <a:p>
              <a:pPr algn="ctr">
                <a:lnSpc>
                  <a:spcPct val="90000"/>
                </a:lnSpc>
                <a:spcAft>
                  <a:spcPts val="0"/>
                </a:spcAft>
              </a:pPr>
              <a:r>
                <a:rPr lang="en-US" sz="700" dirty="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89</a:t>
              </a:r>
            </a:p>
            <a:p>
              <a:pPr algn="ctr">
                <a:lnSpc>
                  <a:spcPct val="90000"/>
                </a:lnSpc>
                <a:spcAft>
                  <a:spcPts val="0"/>
                </a:spcAft>
              </a:pPr>
              <a:r>
                <a:rPr lang="en-US" sz="700" dirty="0">
                  <a:solidFill>
                    <a:schemeClr val="bg1"/>
                  </a:solidFill>
                  <a:latin typeface="Ubuntu" panose="020B0504030602030204" pitchFamily="34" charset="0"/>
                </a:rPr>
                <a:t>10</a:t>
              </a:r>
            </a:p>
            <a:p>
              <a:pPr algn="ctr">
                <a:lnSpc>
                  <a:spcPct val="90000"/>
                </a:lnSpc>
                <a:spcAft>
                  <a:spcPts val="0"/>
                </a:spcAft>
              </a:pPr>
              <a:r>
                <a:rPr lang="en-US" sz="700" dirty="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117</a:t>
              </a:r>
            </a:p>
            <a:p>
              <a:pPr algn="ctr">
                <a:lnSpc>
                  <a:spcPct val="90000"/>
                </a:lnSpc>
                <a:spcAft>
                  <a:spcPts val="0"/>
                </a:spcAft>
              </a:pPr>
              <a:r>
                <a:rPr lang="en-US" sz="700" dirty="0">
                  <a:solidFill>
                    <a:schemeClr val="bg1"/>
                  </a:solidFill>
                  <a:latin typeface="Ubuntu" panose="020B0504030602030204" pitchFamily="34" charset="0"/>
                </a:rPr>
                <a:t>13</a:t>
              </a:r>
            </a:p>
            <a:p>
              <a:pPr algn="ctr">
                <a:lnSpc>
                  <a:spcPct val="90000"/>
                </a:lnSpc>
                <a:spcAft>
                  <a:spcPts val="0"/>
                </a:spcAft>
              </a:pPr>
              <a:r>
                <a:rPr lang="en-US" sz="700" dirty="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128</a:t>
              </a:r>
            </a:p>
            <a:p>
              <a:pPr algn="ctr">
                <a:lnSpc>
                  <a:spcPct val="90000"/>
                </a:lnSpc>
                <a:spcAft>
                  <a:spcPts val="0"/>
                </a:spcAft>
              </a:pPr>
              <a:r>
                <a:rPr lang="en-US" sz="700" dirty="0">
                  <a:solidFill>
                    <a:schemeClr val="bg1"/>
                  </a:solidFill>
                  <a:latin typeface="Ubuntu" panose="020B0504030602030204" pitchFamily="34" charset="0"/>
                </a:rPr>
                <a:t>43</a:t>
              </a:r>
            </a:p>
            <a:p>
              <a:pPr algn="ctr">
                <a:lnSpc>
                  <a:spcPct val="90000"/>
                </a:lnSpc>
                <a:spcAft>
                  <a:spcPts val="0"/>
                </a:spcAft>
              </a:pPr>
              <a:r>
                <a:rPr lang="en-US" sz="700" dirty="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158</a:t>
              </a:r>
            </a:p>
            <a:p>
              <a:pPr algn="ctr">
                <a:lnSpc>
                  <a:spcPct val="90000"/>
                </a:lnSpc>
                <a:spcAft>
                  <a:spcPts val="0"/>
                </a:spcAft>
              </a:pPr>
              <a:r>
                <a:rPr lang="en-US" sz="700" dirty="0">
                  <a:solidFill>
                    <a:schemeClr val="bg1"/>
                  </a:solidFill>
                  <a:latin typeface="Ubuntu" panose="020B0504030602030204" pitchFamily="34" charset="0"/>
                </a:rPr>
                <a:t>71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166</a:t>
              </a:r>
            </a:p>
            <a:p>
              <a:pPr algn="ctr">
                <a:lnSpc>
                  <a:spcPct val="90000"/>
                </a:lnSpc>
                <a:spcAft>
                  <a:spcPts val="0"/>
                </a:spcAft>
              </a:pPr>
              <a:r>
                <a:rPr lang="en-US" sz="700" dirty="0">
                  <a:solidFill>
                    <a:schemeClr val="bg1"/>
                  </a:solidFill>
                  <a:latin typeface="Ubuntu" panose="020B0504030602030204" pitchFamily="34" charset="0"/>
                </a:rPr>
                <a:t>0</a:t>
              </a:r>
            </a:p>
            <a:p>
              <a:pPr algn="ctr">
                <a:lnSpc>
                  <a:spcPct val="90000"/>
                </a:lnSpc>
                <a:spcAft>
                  <a:spcPts val="0"/>
                </a:spcAft>
              </a:pPr>
              <a:r>
                <a:rPr lang="en-US" sz="700" dirty="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227</a:t>
              </a:r>
            </a:p>
            <a:p>
              <a:pPr algn="ctr">
                <a:lnSpc>
                  <a:spcPct val="90000"/>
                </a:lnSpc>
                <a:spcAft>
                  <a:spcPts val="0"/>
                </a:spcAft>
              </a:pPr>
              <a:r>
                <a:rPr lang="en-US" sz="700" dirty="0">
                  <a:solidFill>
                    <a:schemeClr val="bg1"/>
                  </a:solidFill>
                  <a:latin typeface="Ubuntu" panose="020B0504030602030204" pitchFamily="34" charset="0"/>
                </a:rPr>
                <a:t>03</a:t>
              </a:r>
            </a:p>
            <a:p>
              <a:pPr algn="ctr">
                <a:lnSpc>
                  <a:spcPct val="90000"/>
                </a:lnSpc>
                <a:spcAft>
                  <a:spcPts val="0"/>
                </a:spcAft>
              </a:pPr>
              <a:r>
                <a:rPr lang="en-US" sz="700" dirty="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48</a:t>
              </a:r>
            </a:p>
            <a:p>
              <a:pPr algn="ctr">
                <a:lnSpc>
                  <a:spcPct val="90000"/>
                </a:lnSpc>
                <a:spcAft>
                  <a:spcPts val="0"/>
                </a:spcAft>
              </a:pPr>
              <a:r>
                <a:rPr lang="en-US" sz="700" dirty="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69</a:t>
              </a:r>
            </a:p>
            <a:p>
              <a:pPr algn="ctr">
                <a:lnSpc>
                  <a:spcPct val="90000"/>
                </a:lnSpc>
                <a:spcAft>
                  <a:spcPts val="0"/>
                </a:spcAft>
              </a:pPr>
              <a:r>
                <a:rPr lang="en-US" sz="700" dirty="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87</a:t>
              </a:r>
            </a:p>
            <a:p>
              <a:pPr algn="ctr">
                <a:lnSpc>
                  <a:spcPct val="90000"/>
                </a:lnSpc>
                <a:spcAft>
                  <a:spcPts val="0"/>
                </a:spcAft>
              </a:pPr>
              <a:r>
                <a:rPr lang="en-US" sz="700" dirty="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129</a:t>
              </a:r>
            </a:p>
            <a:p>
              <a:pPr algn="ctr">
                <a:lnSpc>
                  <a:spcPct val="90000"/>
                </a:lnSpc>
                <a:spcAft>
                  <a:spcPts val="0"/>
                </a:spcAft>
              </a:pPr>
              <a:r>
                <a:rPr lang="en-US" sz="700" dirty="0">
                  <a:solidFill>
                    <a:schemeClr val="bg1"/>
                  </a:solidFill>
                  <a:latin typeface="Ubuntu" panose="020B0504030602030204" pitchFamily="34" charset="0"/>
                </a:rPr>
                <a:t>27</a:t>
              </a:r>
            </a:p>
            <a:p>
              <a:pPr algn="ctr">
                <a:lnSpc>
                  <a:spcPct val="90000"/>
                </a:lnSpc>
                <a:spcAft>
                  <a:spcPts val="0"/>
                </a:spcAft>
              </a:pPr>
              <a:r>
                <a:rPr lang="en-US" sz="700" dirty="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161</a:t>
              </a:r>
            </a:p>
            <a:p>
              <a:pPr algn="ctr">
                <a:lnSpc>
                  <a:spcPct val="90000"/>
                </a:lnSpc>
                <a:spcAft>
                  <a:spcPts val="0"/>
                </a:spcAft>
              </a:pPr>
              <a:r>
                <a:rPr lang="en-US" sz="700" dirty="0">
                  <a:solidFill>
                    <a:schemeClr val="bg1"/>
                  </a:solidFill>
                  <a:latin typeface="Ubuntu" panose="020B0504030602030204" pitchFamily="34" charset="0"/>
                </a:rPr>
                <a:t>41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186</a:t>
              </a:r>
            </a:p>
            <a:p>
              <a:pPr algn="ctr">
                <a:lnSpc>
                  <a:spcPct val="90000"/>
                </a:lnSpc>
                <a:spcAft>
                  <a:spcPts val="0"/>
                </a:spcAft>
              </a:pPr>
              <a:r>
                <a:rPr lang="en-US" sz="700" dirty="0">
                  <a:solidFill>
                    <a:schemeClr val="bg1"/>
                  </a:solidFill>
                  <a:latin typeface="Ubuntu" panose="020B0504030602030204" pitchFamily="34" charset="0"/>
                </a:rPr>
                <a:t>41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209</a:t>
              </a:r>
            </a:p>
            <a:p>
              <a:pPr algn="ctr">
                <a:lnSpc>
                  <a:spcPct val="90000"/>
                </a:lnSpc>
                <a:spcAft>
                  <a:spcPts val="0"/>
                </a:spcAft>
              </a:pPr>
              <a:r>
                <a:rPr lang="en-US" sz="700" dirty="0">
                  <a:latin typeface="Ubuntu" panose="020B0504030602030204" pitchFamily="34" charset="0"/>
                </a:rPr>
                <a:t>58</a:t>
              </a:r>
            </a:p>
            <a:p>
              <a:pPr algn="ctr">
                <a:lnSpc>
                  <a:spcPct val="90000"/>
                </a:lnSpc>
                <a:spcAft>
                  <a:spcPts val="0"/>
                </a:spcAft>
              </a:pPr>
              <a:r>
                <a:rPr lang="en-US" sz="700" dirty="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229</a:t>
              </a:r>
            </a:p>
            <a:p>
              <a:pPr algn="ctr">
                <a:lnSpc>
                  <a:spcPct val="90000"/>
                </a:lnSpc>
                <a:spcAft>
                  <a:spcPts val="0"/>
                </a:spcAft>
              </a:pPr>
              <a:r>
                <a:rPr lang="en-US" sz="700" dirty="0">
                  <a:latin typeface="Ubuntu" panose="020B0504030602030204" pitchFamily="34" charset="0"/>
                </a:rPr>
                <a:t>87</a:t>
              </a:r>
            </a:p>
            <a:p>
              <a:pPr algn="ctr">
                <a:lnSpc>
                  <a:spcPct val="90000"/>
                </a:lnSpc>
                <a:spcAft>
                  <a:spcPts val="0"/>
                </a:spcAft>
              </a:pPr>
              <a:r>
                <a:rPr lang="en-US" sz="700" dirty="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dirty="0">
                <a:latin typeface="Ubuntu" panose="020B0504030602030204" pitchFamily="34" charset="0"/>
              </a:rPr>
              <a:t>Security Classification:</a:t>
            </a:r>
          </a:p>
          <a:p>
            <a:r>
              <a:rPr lang="en-GB" sz="800" dirty="0">
                <a:latin typeface="Ubuntu" panose="020B0504030602030204" pitchFamily="34" charset="0"/>
              </a:rPr>
              <a:t>SEC0: Public</a:t>
            </a:r>
          </a:p>
          <a:p>
            <a:r>
              <a:rPr lang="en-GB" sz="800" dirty="0">
                <a:latin typeface="Ubuntu" panose="020B0504030602030204" pitchFamily="34" charset="0"/>
              </a:rPr>
              <a:t>SEC1: Company Confidential</a:t>
            </a:r>
          </a:p>
          <a:p>
            <a:r>
              <a:rPr lang="en-GB" sz="800" dirty="0">
                <a:latin typeface="Ubuntu" panose="020B0504030602030204" pitchFamily="34" charset="0"/>
              </a:rPr>
              <a:t>SEC2: Company Restricted / Customer restricted</a:t>
            </a:r>
          </a:p>
          <a:p>
            <a:r>
              <a:rPr lang="en-GB" sz="800" dirty="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67</a:t>
              </a:r>
            </a:p>
            <a:p>
              <a:pPr algn="ctr">
                <a:lnSpc>
                  <a:spcPct val="90000"/>
                </a:lnSpc>
                <a:spcAft>
                  <a:spcPts val="0"/>
                </a:spcAft>
              </a:pPr>
              <a:r>
                <a:rPr lang="en-US" sz="700" b="0" dirty="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106</a:t>
              </a:r>
            </a:p>
            <a:p>
              <a:pPr algn="ctr">
                <a:lnSpc>
                  <a:spcPct val="90000"/>
                </a:lnSpc>
                <a:spcAft>
                  <a:spcPts val="0"/>
                </a:spcAft>
              </a:pPr>
              <a:r>
                <a:rPr lang="en-US" sz="700" b="0" dirty="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135</a:t>
              </a:r>
            </a:p>
            <a:p>
              <a:pPr algn="ctr">
                <a:lnSpc>
                  <a:spcPct val="90000"/>
                </a:lnSpc>
                <a:spcAft>
                  <a:spcPts val="0"/>
                </a:spcAft>
              </a:pPr>
              <a:r>
                <a:rPr lang="en-US" sz="700" b="0" dirty="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178</a:t>
              </a:r>
            </a:p>
            <a:p>
              <a:pPr algn="ctr">
                <a:lnSpc>
                  <a:spcPct val="90000"/>
                </a:lnSpc>
                <a:spcAft>
                  <a:spcPts val="0"/>
                </a:spcAft>
              </a:pPr>
              <a:r>
                <a:rPr lang="en-US" sz="700" b="0" dirty="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244</a:t>
              </a:r>
            </a:p>
            <a:p>
              <a:pPr algn="ctr">
                <a:lnSpc>
                  <a:spcPct val="90000"/>
                </a:lnSpc>
                <a:spcAft>
                  <a:spcPts val="0"/>
                </a:spcAft>
              </a:pPr>
              <a:r>
                <a:rPr lang="en-US" sz="700" b="0" dirty="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128</a:t>
              </a:r>
            </a:p>
            <a:p>
              <a:pPr algn="ctr">
                <a:lnSpc>
                  <a:spcPct val="90000"/>
                </a:lnSpc>
                <a:spcAft>
                  <a:spcPts val="0"/>
                </a:spcAft>
              </a:pPr>
              <a:r>
                <a:rPr lang="en-US" sz="700" b="0" dirty="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140</a:t>
              </a:r>
            </a:p>
            <a:p>
              <a:pPr algn="ctr">
                <a:lnSpc>
                  <a:spcPct val="90000"/>
                </a:lnSpc>
                <a:spcAft>
                  <a:spcPts val="0"/>
                </a:spcAft>
              </a:pPr>
              <a:r>
                <a:rPr lang="en-US" sz="700" b="0" dirty="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46</a:t>
              </a:r>
            </a:p>
            <a:p>
              <a:pPr algn="ctr">
                <a:lnSpc>
                  <a:spcPct val="90000"/>
                </a:lnSpc>
                <a:spcAft>
                  <a:spcPts val="0"/>
                </a:spcAft>
              </a:pPr>
              <a:r>
                <a:rPr lang="en-US" sz="700" b="0" dirty="0">
                  <a:latin typeface="Ubuntu" panose="020B0504030602030204" pitchFamily="34" charset="0"/>
                </a:rPr>
                <a:t>166</a:t>
              </a:r>
            </a:p>
            <a:p>
              <a:pPr algn="ctr">
                <a:lnSpc>
                  <a:spcPct val="90000"/>
                </a:lnSpc>
                <a:spcAft>
                  <a:spcPts val="0"/>
                </a:spcAft>
              </a:pPr>
              <a:r>
                <a:rPr lang="en-US" sz="700" b="0" dirty="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51</a:t>
              </a:r>
            </a:p>
            <a:p>
              <a:pPr algn="ctr">
                <a:lnSpc>
                  <a:spcPct val="90000"/>
                </a:lnSpc>
                <a:spcAft>
                  <a:spcPts val="0"/>
                </a:spcAft>
              </a:pPr>
              <a:r>
                <a:rPr lang="en-US" sz="700" b="0" dirty="0">
                  <a:latin typeface="Ubuntu" panose="020B0504030602030204" pitchFamily="34" charset="0"/>
                </a:rPr>
                <a:t>181</a:t>
              </a:r>
            </a:p>
            <a:p>
              <a:pPr algn="ctr">
                <a:lnSpc>
                  <a:spcPct val="90000"/>
                </a:lnSpc>
                <a:spcAft>
                  <a:spcPts val="0"/>
                </a:spcAft>
              </a:pPr>
              <a:r>
                <a:rPr lang="en-US" sz="700" b="0" dirty="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dirty="0">
                <a:latin typeface="Ubuntu" panose="020B0504030602030204" pitchFamily="34" charset="0"/>
              </a:endParaRPr>
            </a:p>
            <a:p>
              <a:pPr algn="ctr">
                <a:lnSpc>
                  <a:spcPct val="90000"/>
                </a:lnSpc>
                <a:spcAft>
                  <a:spcPts val="0"/>
                </a:spcAft>
              </a:pPr>
              <a:r>
                <a:rPr lang="en-US" sz="700" b="0" dirty="0">
                  <a:latin typeface="Ubuntu" panose="020B0504030602030204" pitchFamily="34" charset="0"/>
                </a:rPr>
                <a:t>87</a:t>
              </a:r>
            </a:p>
            <a:p>
              <a:pPr algn="ctr">
                <a:lnSpc>
                  <a:spcPct val="90000"/>
                </a:lnSpc>
                <a:spcAft>
                  <a:spcPts val="0"/>
                </a:spcAft>
              </a:pPr>
              <a:r>
                <a:rPr lang="en-US" sz="700" b="0" dirty="0">
                  <a:latin typeface="Ubuntu" panose="020B0504030602030204" pitchFamily="34" charset="0"/>
                </a:rPr>
                <a:t>207</a:t>
              </a:r>
            </a:p>
            <a:p>
              <a:pPr algn="ctr">
                <a:lnSpc>
                  <a:spcPct val="90000"/>
                </a:lnSpc>
                <a:spcAft>
                  <a:spcPts val="0"/>
                </a:spcAft>
              </a:pPr>
              <a:r>
                <a:rPr lang="en-US" sz="700" b="0" dirty="0">
                  <a:latin typeface="Ubuntu" panose="020B0504030602030204" pitchFamily="34" charset="0"/>
                </a:rPr>
                <a:t>128</a:t>
              </a:r>
            </a:p>
            <a:p>
              <a:pPr algn="ctr">
                <a:lnSpc>
                  <a:spcPct val="90000"/>
                </a:lnSpc>
                <a:spcAft>
                  <a:spcPts val="0"/>
                </a:spcAft>
              </a:pPr>
              <a:endParaRPr lang="en-US" sz="700" b="0" dirty="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33</a:t>
              </a:r>
            </a:p>
            <a:p>
              <a:pPr algn="ctr">
                <a:lnSpc>
                  <a:spcPct val="90000"/>
                </a:lnSpc>
                <a:spcAft>
                  <a:spcPts val="0"/>
                </a:spcAft>
              </a:pPr>
              <a:r>
                <a:rPr lang="en-US" sz="700" b="0" dirty="0">
                  <a:solidFill>
                    <a:schemeClr val="bg1"/>
                  </a:solidFill>
                  <a:latin typeface="Ubuntu" panose="020B0504030602030204" pitchFamily="34" charset="0"/>
                </a:rPr>
                <a:t>69</a:t>
              </a:r>
            </a:p>
            <a:p>
              <a:pPr algn="ctr">
                <a:lnSpc>
                  <a:spcPct val="90000"/>
                </a:lnSpc>
                <a:spcAft>
                  <a:spcPts val="0"/>
                </a:spcAft>
              </a:pPr>
              <a:r>
                <a:rPr lang="en-US" sz="700" b="0" dirty="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20</a:t>
              </a:r>
            </a:p>
            <a:p>
              <a:pPr algn="ctr">
                <a:lnSpc>
                  <a:spcPct val="90000"/>
                </a:lnSpc>
                <a:spcAft>
                  <a:spcPts val="0"/>
                </a:spcAft>
              </a:pPr>
              <a:r>
                <a:rPr lang="en-US" sz="700" b="0" dirty="0">
                  <a:solidFill>
                    <a:schemeClr val="bg1"/>
                  </a:solidFill>
                  <a:latin typeface="Ubuntu" panose="020B0504030602030204" pitchFamily="34" charset="0"/>
                </a:rPr>
                <a:t>89</a:t>
              </a:r>
            </a:p>
            <a:p>
              <a:pPr algn="ctr">
                <a:lnSpc>
                  <a:spcPct val="90000"/>
                </a:lnSpc>
                <a:spcAft>
                  <a:spcPts val="0"/>
                </a:spcAft>
              </a:pPr>
              <a:r>
                <a:rPr lang="en-US" sz="700" b="0" dirty="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107</a:t>
              </a:r>
            </a:p>
            <a:p>
              <a:pPr algn="ctr">
                <a:lnSpc>
                  <a:spcPct val="90000"/>
                </a:lnSpc>
                <a:spcAft>
                  <a:spcPts val="0"/>
                </a:spcAft>
              </a:pPr>
              <a:r>
                <a:rPr lang="en-US" sz="700" b="0" dirty="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128</a:t>
              </a:r>
            </a:p>
            <a:p>
              <a:pPr algn="ctr">
                <a:lnSpc>
                  <a:spcPct val="90000"/>
                </a:lnSpc>
                <a:spcAft>
                  <a:spcPts val="0"/>
                </a:spcAft>
              </a:pPr>
              <a:r>
                <a:rPr lang="en-US" sz="700" b="0" dirty="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0</a:t>
              </a:r>
            </a:p>
            <a:p>
              <a:pPr algn="ctr">
                <a:lnSpc>
                  <a:spcPct val="90000"/>
                </a:lnSpc>
                <a:spcAft>
                  <a:spcPts val="0"/>
                </a:spcAft>
              </a:pPr>
              <a:r>
                <a:rPr lang="en-US" sz="700" b="0" dirty="0">
                  <a:solidFill>
                    <a:schemeClr val="bg1"/>
                  </a:solidFill>
                  <a:latin typeface="Ubuntu" panose="020B0504030602030204" pitchFamily="34" charset="0"/>
                </a:rPr>
                <a:t>125</a:t>
              </a:r>
            </a:p>
            <a:p>
              <a:pPr algn="ctr">
                <a:lnSpc>
                  <a:spcPct val="90000"/>
                </a:lnSpc>
                <a:spcAft>
                  <a:spcPts val="0"/>
                </a:spcAft>
              </a:pPr>
              <a:r>
                <a:rPr lang="en-US" sz="700" b="0" dirty="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0</a:t>
              </a:r>
            </a:p>
            <a:p>
              <a:pPr algn="ctr">
                <a:lnSpc>
                  <a:spcPct val="90000"/>
                </a:lnSpc>
                <a:spcAft>
                  <a:spcPts val="0"/>
                </a:spcAft>
              </a:pPr>
              <a:r>
                <a:rPr lang="en-US" sz="700" b="0" dirty="0">
                  <a:solidFill>
                    <a:schemeClr val="bg1"/>
                  </a:solidFill>
                  <a:latin typeface="Ubuntu" panose="020B0504030602030204" pitchFamily="34" charset="0"/>
                </a:rPr>
                <a:t>146</a:t>
              </a:r>
            </a:p>
            <a:p>
              <a:pPr algn="ctr">
                <a:lnSpc>
                  <a:spcPct val="90000"/>
                </a:lnSpc>
                <a:spcAft>
                  <a:spcPts val="0"/>
                </a:spcAft>
              </a:pPr>
              <a:r>
                <a:rPr lang="en-US" sz="700" b="0" dirty="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191</a:t>
              </a:r>
            </a:p>
            <a:p>
              <a:pPr algn="ctr">
                <a:lnSpc>
                  <a:spcPct val="90000"/>
                </a:lnSpc>
                <a:spcAft>
                  <a:spcPts val="0"/>
                </a:spcAft>
              </a:pPr>
              <a:r>
                <a:rPr lang="en-US" sz="700" b="0" dirty="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213</a:t>
              </a:r>
            </a:p>
            <a:p>
              <a:pPr algn="ctr">
                <a:lnSpc>
                  <a:spcPct val="90000"/>
                </a:lnSpc>
                <a:spcAft>
                  <a:spcPts val="0"/>
                </a:spcAft>
              </a:pPr>
              <a:r>
                <a:rPr lang="en-US" sz="700" b="0" dirty="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230</a:t>
              </a:r>
            </a:p>
            <a:p>
              <a:pPr algn="ctr">
                <a:lnSpc>
                  <a:spcPct val="90000"/>
                </a:lnSpc>
                <a:spcAft>
                  <a:spcPts val="0"/>
                </a:spcAft>
              </a:pPr>
              <a:r>
                <a:rPr lang="en-US" sz="700" b="0" dirty="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dirty="0">
                <a:solidFill>
                  <a:srgbClr val="A6A6A6"/>
                </a:solidFill>
                <a:latin typeface="Ubuntu" panose="020B0504030602030204" pitchFamily="34" charset="0"/>
                <a:cs typeface="Arial" panose="020B0604020202020204" pitchFamily="34" charset="0"/>
              </a:rPr>
              <a:t>Presentation Title | Author | Date</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dirty="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solidFill>
                  <a:srgbClr val="A6A6A6"/>
                </a:solidFill>
                <a:latin typeface="Ubuntu" panose="020B0504030602030204" pitchFamily="34" charset="0"/>
                <a:cs typeface="Arial" panose="020B0604020202020204" pitchFamily="34" charset="0"/>
              </a:rPr>
              <a:t>Company Confidential © Capgemini 2021. All rights reserved |</a:t>
            </a:r>
          </a:p>
        </p:txBody>
      </p:sp>
    </p:spTree>
    <p:extLst>
      <p:ext uri="{BB962C8B-B14F-4D97-AF65-F5344CB8AC3E}">
        <p14:creationId xmlns:p14="http://schemas.microsoft.com/office/powerpoint/2010/main" val="177540162"/>
      </p:ext>
    </p:extLst>
  </p:cSld>
  <p:clrMap bg1="lt1" tx1="dk1" bg2="lt2" tx2="dk2" accent1="accent1" accent2="accent2" accent3="accent3" accent4="accent4" accent5="accent5" accent6="accent6" hlink="hlink" folHlink="folHlink"/>
  <p:sldLayoutIdLst>
    <p:sldLayoutId id="2147484276" r:id="rId1"/>
    <p:sldLayoutId id="2147484279" r:id="rId2"/>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microsoft.com/office/2007/relationships/hdphoto" Target="../media/hdphoto2.wdp"/><Relationship Id="rId13" Type="http://schemas.openxmlformats.org/officeDocument/2006/relationships/image" Target="../media/image18.png"/><Relationship Id="rId18" Type="http://schemas.openxmlformats.org/officeDocument/2006/relationships/image" Target="../media/image21.png"/><Relationship Id="rId3" Type="http://schemas.openxmlformats.org/officeDocument/2006/relationships/image" Target="../media/image11.png"/><Relationship Id="rId21" Type="http://schemas.openxmlformats.org/officeDocument/2006/relationships/hyperlink" Target="https://www.worldometers.info/" TargetMode="External"/><Relationship Id="rId7" Type="http://schemas.openxmlformats.org/officeDocument/2006/relationships/image" Target="../media/image14.png"/><Relationship Id="rId12" Type="http://schemas.openxmlformats.org/officeDocument/2006/relationships/image" Target="../media/image17.png"/><Relationship Id="rId17" Type="http://schemas.openxmlformats.org/officeDocument/2006/relationships/image" Target="../media/image20.png"/><Relationship Id="rId2" Type="http://schemas.openxmlformats.org/officeDocument/2006/relationships/notesSlide" Target="../notesSlides/notesSlide3.xml"/><Relationship Id="rId16" Type="http://schemas.microsoft.com/office/2007/relationships/hdphoto" Target="../media/hdphoto5.wdp"/><Relationship Id="rId20" Type="http://schemas.openxmlformats.org/officeDocument/2006/relationships/hyperlink" Target="https://www.ict.gov.sc/" TargetMode="External"/><Relationship Id="rId1" Type="http://schemas.openxmlformats.org/officeDocument/2006/relationships/slideLayout" Target="../slideLayouts/slideLayout1.xml"/><Relationship Id="rId6" Type="http://schemas.openxmlformats.org/officeDocument/2006/relationships/image" Target="../media/image13.jpg"/><Relationship Id="rId11" Type="http://schemas.openxmlformats.org/officeDocument/2006/relationships/image" Target="../media/image16.png"/><Relationship Id="rId5" Type="http://schemas.openxmlformats.org/officeDocument/2006/relationships/chart" Target="../charts/chart1.xml"/><Relationship Id="rId15" Type="http://schemas.openxmlformats.org/officeDocument/2006/relationships/image" Target="../media/image19.png"/><Relationship Id="rId10" Type="http://schemas.microsoft.com/office/2007/relationships/hdphoto" Target="../media/hdphoto3.wdp"/><Relationship Id="rId19" Type="http://schemas.microsoft.com/office/2007/relationships/hdphoto" Target="../media/hdphoto6.wdp"/><Relationship Id="rId4" Type="http://schemas.openxmlformats.org/officeDocument/2006/relationships/image" Target="../media/image12.png"/><Relationship Id="rId9" Type="http://schemas.openxmlformats.org/officeDocument/2006/relationships/image" Target="../media/image15.png"/><Relationship Id="rId14" Type="http://schemas.microsoft.com/office/2007/relationships/hdphoto" Target="../media/hdphoto4.wdp"/></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microsoft.com/office/2007/relationships/hdphoto" Target="../media/hdphoto8.wdp"/><Relationship Id="rId3" Type="http://schemas.openxmlformats.org/officeDocument/2006/relationships/image" Target="../media/image23.svg"/><Relationship Id="rId7" Type="http://schemas.openxmlformats.org/officeDocument/2006/relationships/image" Target="../media/image26.png"/><Relationship Id="rId2" Type="http://schemas.openxmlformats.org/officeDocument/2006/relationships/image" Target="../media/image22.png"/><Relationship Id="rId1" Type="http://schemas.openxmlformats.org/officeDocument/2006/relationships/slideLayout" Target="../slideLayouts/slideLayout1.xml"/><Relationship Id="rId6" Type="http://schemas.openxmlformats.org/officeDocument/2006/relationships/image" Target="../media/image25.jpeg"/><Relationship Id="rId5" Type="http://schemas.microsoft.com/office/2007/relationships/hdphoto" Target="../media/hdphoto7.wdp"/><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microsoft.com/office/2007/relationships/hdphoto" Target="../media/hdphoto9.wdp"/></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png"/><Relationship Id="rId2" Type="http://schemas.openxmlformats.org/officeDocument/2006/relationships/image" Target="../media/image28.png"/><Relationship Id="rId16" Type="http://schemas.openxmlformats.org/officeDocument/2006/relationships/image" Target="../media/image42.png"/><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5" Type="http://schemas.openxmlformats.org/officeDocument/2006/relationships/image" Target="../media/image4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 Id="rId14" Type="http://schemas.openxmlformats.org/officeDocument/2006/relationships/image" Target="../media/image4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3.xml"/><Relationship Id="rId5" Type="http://schemas.openxmlformats.org/officeDocument/2006/relationships/image" Target="../media/image46.png"/><Relationship Id="rId4" Type="http://schemas.openxmlformats.org/officeDocument/2006/relationships/image" Target="../media/image4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48D41A3F-AE40-4329-88F5-C5AA18AE49D3}"/>
              </a:ext>
            </a:extLst>
          </p:cNvPr>
          <p:cNvSpPr>
            <a:spLocks noGrp="1"/>
          </p:cNvSpPr>
          <p:nvPr>
            <p:ph type="subTitle" idx="1"/>
          </p:nvPr>
        </p:nvSpPr>
        <p:spPr/>
        <p:txBody>
          <a:bodyPr/>
          <a:lstStyle/>
          <a:p>
            <a:r>
              <a:rPr lang="en-US" dirty="0"/>
              <a:t>August 2022</a:t>
            </a:r>
          </a:p>
        </p:txBody>
      </p:sp>
      <p:sp>
        <p:nvSpPr>
          <p:cNvPr id="11" name="Title 10">
            <a:extLst>
              <a:ext uri="{FF2B5EF4-FFF2-40B4-BE49-F238E27FC236}">
                <a16:creationId xmlns:a16="http://schemas.microsoft.com/office/drawing/2014/main" id="{33940544-1F8D-47E0-8BF8-BEED038F26D9}"/>
              </a:ext>
            </a:extLst>
          </p:cNvPr>
          <p:cNvSpPr>
            <a:spLocks noGrp="1"/>
          </p:cNvSpPr>
          <p:nvPr>
            <p:ph type="ctrTitle"/>
          </p:nvPr>
        </p:nvSpPr>
        <p:spPr>
          <a:xfrm>
            <a:off x="404813" y="3980917"/>
            <a:ext cx="11558587" cy="1329595"/>
          </a:xfrm>
        </p:spPr>
        <p:txBody>
          <a:bodyPr/>
          <a:lstStyle/>
          <a:p>
            <a:r>
              <a:rPr lang="en-US" sz="6000" cap="none" dirty="0"/>
              <a:t>Seychelles Telecom Operator</a:t>
            </a:r>
            <a:br>
              <a:rPr lang="en-US" cap="none" dirty="0"/>
            </a:br>
            <a:r>
              <a:rPr lang="en-US" sz="3600" b="0" cap="none" dirty="0"/>
              <a:t>Approach Note – MNP readiness assessment</a:t>
            </a:r>
            <a:endParaRPr lang="en-GB" sz="3600" b="0" cap="none" dirty="0"/>
          </a:p>
        </p:txBody>
      </p:sp>
    </p:spTree>
    <p:extLst>
      <p:ext uri="{BB962C8B-B14F-4D97-AF65-F5344CB8AC3E}">
        <p14:creationId xmlns:p14="http://schemas.microsoft.com/office/powerpoint/2010/main" val="28000070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7E066EDF-5048-440C-805D-92957D794DA0}"/>
              </a:ext>
            </a:extLst>
          </p:cNvPr>
          <p:cNvSpPr txBox="1">
            <a:spLocks/>
          </p:cNvSpPr>
          <p:nvPr/>
        </p:nvSpPr>
        <p:spPr>
          <a:xfrm>
            <a:off x="1084310" y="2034898"/>
            <a:ext cx="7805690" cy="3751001"/>
          </a:xfrm>
          <a:prstGeom prst="rect">
            <a:avLst/>
          </a:prstGeom>
        </p:spPr>
        <p:txBody>
          <a:bodyPr vert="horz" lIns="0" tIns="0" rIns="0" bIns="0" rtlCol="0" anchor="t" anchorCtr="0">
            <a:noAutofit/>
          </a:bodyPr>
          <a:lstStyle>
            <a:lvl1pPr indent="0">
              <a:lnSpc>
                <a:spcPct val="100000"/>
              </a:lnSpc>
              <a:spcBef>
                <a:spcPts val="1000"/>
              </a:spcBef>
              <a:buFont typeface="Arial" panose="020B0604020202020204" pitchFamily="34" charset="0"/>
              <a:buNone/>
              <a:defRPr b="1">
                <a:solidFill>
                  <a:srgbClr val="12ABDB"/>
                </a:solidFill>
                <a:latin typeface="+mj-lt"/>
              </a:defRPr>
            </a:lvl1pPr>
            <a:lvl2pPr marL="266700" indent="-177800">
              <a:lnSpc>
                <a:spcPct val="100000"/>
              </a:lnSpc>
              <a:spcBef>
                <a:spcPts val="500"/>
              </a:spcBef>
              <a:buClr>
                <a:schemeClr val="accent1"/>
              </a:buClr>
              <a:buFont typeface="Wingdings" panose="05000000000000000000" pitchFamily="2" charset="2"/>
              <a:buChar char="§"/>
              <a:defRPr sz="1200">
                <a:latin typeface="+mj-lt"/>
              </a:defRPr>
            </a:lvl2pPr>
            <a:lvl3pPr marL="444500" indent="-177800">
              <a:lnSpc>
                <a:spcPct val="100000"/>
              </a:lnSpc>
              <a:spcBef>
                <a:spcPts val="500"/>
              </a:spcBef>
              <a:buClr>
                <a:schemeClr val="accent2"/>
              </a:buClr>
              <a:buFont typeface="Arial" panose="020B0604020202020204" pitchFamily="34" charset="0"/>
              <a:buChar char="•"/>
              <a:defRPr sz="1200">
                <a:latin typeface="+mj-lt"/>
              </a:defRPr>
            </a:lvl3pPr>
            <a:lvl4pPr marL="622300" indent="-177800">
              <a:lnSpc>
                <a:spcPct val="100000"/>
              </a:lnSpc>
              <a:spcBef>
                <a:spcPts val="500"/>
              </a:spcBef>
              <a:buClr>
                <a:schemeClr val="accent3"/>
              </a:buClr>
              <a:buFont typeface="Verdana" panose="020B0604030504040204" pitchFamily="34" charset="0"/>
              <a:buChar char="‒"/>
              <a:defRPr sz="1200">
                <a:latin typeface="+mj-lt"/>
              </a:defRPr>
            </a:lvl4pPr>
            <a:lvl5pPr marL="812800" indent="-190500">
              <a:lnSpc>
                <a:spcPct val="100000"/>
              </a:lnSpc>
              <a:spcBef>
                <a:spcPts val="500"/>
              </a:spcBef>
              <a:buClr>
                <a:schemeClr val="accent5"/>
              </a:buClr>
              <a:buFont typeface="Arial" panose="020B0604020202020204" pitchFamily="34" charset="0"/>
              <a:buChar char="•"/>
              <a:defRPr sz="1200">
                <a:latin typeface="+mj-lt"/>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spcBef>
                <a:spcPts val="600"/>
              </a:spcBef>
              <a:spcAft>
                <a:spcPts val="1800"/>
              </a:spcAft>
            </a:pPr>
            <a:r>
              <a:rPr lang="en-US" sz="2400" b="0" dirty="0">
                <a:solidFill>
                  <a:schemeClr val="bg1"/>
                </a:solidFill>
                <a:latin typeface="+mn-lt"/>
              </a:rPr>
              <a:t>Preface</a:t>
            </a:r>
          </a:p>
          <a:p>
            <a:pPr>
              <a:spcBef>
                <a:spcPts val="600"/>
              </a:spcBef>
              <a:spcAft>
                <a:spcPts val="1800"/>
              </a:spcAft>
            </a:pPr>
            <a:r>
              <a:rPr lang="en-US" sz="2400" b="0" dirty="0">
                <a:solidFill>
                  <a:schemeClr val="bg1"/>
                </a:solidFill>
                <a:latin typeface="+mn-lt"/>
              </a:rPr>
              <a:t>MNP Readiness  Assessment Approach &amp; Methodology </a:t>
            </a:r>
          </a:p>
          <a:p>
            <a:pPr>
              <a:spcBef>
                <a:spcPts val="600"/>
              </a:spcBef>
              <a:spcAft>
                <a:spcPts val="1800"/>
              </a:spcAft>
            </a:pPr>
            <a:r>
              <a:rPr lang="en-US" sz="2400" b="0" dirty="0">
                <a:solidFill>
                  <a:schemeClr val="bg1"/>
                </a:solidFill>
                <a:latin typeface="+mn-lt"/>
              </a:rPr>
              <a:t>Project Timelines </a:t>
            </a:r>
          </a:p>
          <a:p>
            <a:pPr>
              <a:spcBef>
                <a:spcPts val="600"/>
              </a:spcBef>
              <a:spcAft>
                <a:spcPts val="1800"/>
              </a:spcAft>
            </a:pPr>
            <a:r>
              <a:rPr lang="en-US" sz="2400" b="0" dirty="0">
                <a:solidFill>
                  <a:schemeClr val="bg1"/>
                </a:solidFill>
                <a:latin typeface="+mn-lt"/>
              </a:rPr>
              <a:t>Credentials </a:t>
            </a:r>
          </a:p>
          <a:p>
            <a:pPr>
              <a:spcBef>
                <a:spcPts val="600"/>
              </a:spcBef>
              <a:spcAft>
                <a:spcPts val="1800"/>
              </a:spcAft>
            </a:pPr>
            <a:r>
              <a:rPr lang="en-US" sz="2400" b="0" dirty="0">
                <a:solidFill>
                  <a:schemeClr val="bg1"/>
                </a:solidFill>
                <a:latin typeface="+mn-lt"/>
                <a:ea typeface="Verdana"/>
                <a:cs typeface="Verdana"/>
              </a:rPr>
              <a:t>Commercials</a:t>
            </a:r>
          </a:p>
          <a:p>
            <a:pPr>
              <a:spcBef>
                <a:spcPts val="600"/>
              </a:spcBef>
              <a:spcAft>
                <a:spcPts val="1800"/>
              </a:spcAft>
            </a:pPr>
            <a:r>
              <a:rPr lang="en-US" sz="2400" b="0" dirty="0">
                <a:solidFill>
                  <a:schemeClr val="bg1"/>
                </a:solidFill>
                <a:latin typeface="+mn-lt"/>
                <a:ea typeface="Verdana"/>
                <a:cs typeface="Verdana"/>
              </a:rPr>
              <a:t>Assumptions/ Dependencies </a:t>
            </a:r>
          </a:p>
          <a:p>
            <a:pPr>
              <a:spcBef>
                <a:spcPts val="600"/>
              </a:spcBef>
              <a:spcAft>
                <a:spcPts val="1800"/>
              </a:spcAft>
            </a:pPr>
            <a:r>
              <a:rPr lang="en-US" sz="2400" b="0" dirty="0">
                <a:solidFill>
                  <a:schemeClr val="bg1"/>
                </a:solidFill>
                <a:latin typeface="+mn-lt"/>
                <a:ea typeface="Verdana"/>
                <a:cs typeface="Verdana"/>
              </a:rPr>
              <a:t>Team Profiles</a:t>
            </a:r>
          </a:p>
          <a:p>
            <a:pPr>
              <a:spcBef>
                <a:spcPts val="600"/>
              </a:spcBef>
              <a:spcAft>
                <a:spcPts val="1800"/>
              </a:spcAft>
            </a:pPr>
            <a:endParaRPr lang="en-US" sz="2400" b="0" dirty="0">
              <a:solidFill>
                <a:schemeClr val="bg1"/>
              </a:solidFill>
              <a:latin typeface="+mn-lt"/>
              <a:ea typeface="Verdana"/>
              <a:cs typeface="Verdana"/>
            </a:endParaRPr>
          </a:p>
        </p:txBody>
      </p:sp>
      <p:sp>
        <p:nvSpPr>
          <p:cNvPr id="4" name="Freeform 20">
            <a:extLst>
              <a:ext uri="{FF2B5EF4-FFF2-40B4-BE49-F238E27FC236}">
                <a16:creationId xmlns:a16="http://schemas.microsoft.com/office/drawing/2014/main" id="{57DEE851-279C-41E5-AA7B-056C25181D1A}"/>
              </a:ext>
            </a:extLst>
          </p:cNvPr>
          <p:cNvSpPr>
            <a:spLocks/>
          </p:cNvSpPr>
          <p:nvPr/>
        </p:nvSpPr>
        <p:spPr bwMode="auto">
          <a:xfrm>
            <a:off x="525433" y="2019704"/>
            <a:ext cx="384576" cy="385014"/>
          </a:xfrm>
          <a:prstGeom prst="ellipse">
            <a:avLst/>
          </a:prstGeom>
          <a:solidFill>
            <a:schemeClr val="accent1"/>
          </a:solidFill>
          <a:ln>
            <a:solidFill>
              <a:schemeClr val="bg1"/>
            </a:solidFill>
          </a:ln>
          <a:effectLst>
            <a:outerShdw blurRad="50800" dist="38100" dir="2700000" algn="tl" rotWithShape="0">
              <a:prstClr val="black">
                <a:alpha val="40000"/>
              </a:prstClr>
            </a:outerShdw>
          </a:effectLst>
          <a:extLst>
            <a:ext uri="{91240B29-F687-4f45-9708-019B960494DF}">
              <a14:hiddenLine xmlns:a14="http://schemas.microsoft.com/office/drawing/2010/main" xmlns=""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2000" b="1">
                <a:solidFill>
                  <a:schemeClr val="bg1"/>
                </a:solidFill>
              </a:rPr>
              <a:t>1</a:t>
            </a:r>
          </a:p>
        </p:txBody>
      </p:sp>
      <p:sp>
        <p:nvSpPr>
          <p:cNvPr id="5" name="Freeform 20">
            <a:extLst>
              <a:ext uri="{FF2B5EF4-FFF2-40B4-BE49-F238E27FC236}">
                <a16:creationId xmlns:a16="http://schemas.microsoft.com/office/drawing/2014/main" id="{E7142421-E8FB-4FA5-B597-25E60C6F8980}"/>
              </a:ext>
            </a:extLst>
          </p:cNvPr>
          <p:cNvSpPr>
            <a:spLocks/>
          </p:cNvSpPr>
          <p:nvPr/>
        </p:nvSpPr>
        <p:spPr bwMode="auto">
          <a:xfrm>
            <a:off x="525433" y="2716781"/>
            <a:ext cx="384576" cy="385014"/>
          </a:xfrm>
          <a:prstGeom prst="ellipse">
            <a:avLst/>
          </a:prstGeom>
          <a:solidFill>
            <a:schemeClr val="accent1"/>
          </a:solidFill>
          <a:ln>
            <a:solidFill>
              <a:schemeClr val="bg1"/>
            </a:solidFill>
          </a:ln>
          <a:effectLst>
            <a:outerShdw blurRad="50800" dist="38100" dir="2700000" algn="tl" rotWithShape="0">
              <a:prstClr val="black">
                <a:alpha val="40000"/>
              </a:prstClr>
            </a:outerShdw>
          </a:effectLst>
          <a:extLst>
            <a:ext uri="{91240B29-F687-4f45-9708-019B960494DF}">
              <a14:hiddenLine xmlns:a14="http://schemas.microsoft.com/office/drawing/2010/main" xmlns=""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2000" b="1">
                <a:solidFill>
                  <a:schemeClr val="bg1"/>
                </a:solidFill>
              </a:rPr>
              <a:t>2</a:t>
            </a:r>
          </a:p>
        </p:txBody>
      </p:sp>
      <p:sp>
        <p:nvSpPr>
          <p:cNvPr id="6" name="Freeform 20">
            <a:extLst>
              <a:ext uri="{FF2B5EF4-FFF2-40B4-BE49-F238E27FC236}">
                <a16:creationId xmlns:a16="http://schemas.microsoft.com/office/drawing/2014/main" id="{768CC9EA-06E6-4F77-84BB-4490E382404F}"/>
              </a:ext>
            </a:extLst>
          </p:cNvPr>
          <p:cNvSpPr>
            <a:spLocks/>
          </p:cNvSpPr>
          <p:nvPr/>
        </p:nvSpPr>
        <p:spPr bwMode="auto">
          <a:xfrm>
            <a:off x="525433" y="3388457"/>
            <a:ext cx="384576" cy="385014"/>
          </a:xfrm>
          <a:prstGeom prst="ellipse">
            <a:avLst/>
          </a:prstGeom>
          <a:solidFill>
            <a:schemeClr val="accent1"/>
          </a:solidFill>
          <a:ln>
            <a:solidFill>
              <a:schemeClr val="bg1"/>
            </a:solidFill>
          </a:ln>
          <a:effectLst>
            <a:outerShdw blurRad="50800" dist="38100" dir="2700000" algn="tl" rotWithShape="0">
              <a:prstClr val="black">
                <a:alpha val="40000"/>
              </a:prstClr>
            </a:outerShdw>
          </a:effectLst>
          <a:extLst>
            <a:ext uri="{91240B29-F687-4f45-9708-019B960494DF}">
              <a14:hiddenLine xmlns:a14="http://schemas.microsoft.com/office/drawing/2010/main" xmlns=""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2000" b="1">
                <a:solidFill>
                  <a:schemeClr val="bg1"/>
                </a:solidFill>
              </a:rPr>
              <a:t>3</a:t>
            </a:r>
          </a:p>
        </p:txBody>
      </p:sp>
      <p:sp>
        <p:nvSpPr>
          <p:cNvPr id="7" name="Freeform 20">
            <a:extLst>
              <a:ext uri="{FF2B5EF4-FFF2-40B4-BE49-F238E27FC236}">
                <a16:creationId xmlns:a16="http://schemas.microsoft.com/office/drawing/2014/main" id="{09D08184-77AC-4658-9EBC-21086568988F}"/>
              </a:ext>
            </a:extLst>
          </p:cNvPr>
          <p:cNvSpPr>
            <a:spLocks/>
          </p:cNvSpPr>
          <p:nvPr/>
        </p:nvSpPr>
        <p:spPr bwMode="auto">
          <a:xfrm>
            <a:off x="525433" y="4060133"/>
            <a:ext cx="384576" cy="385014"/>
          </a:xfrm>
          <a:prstGeom prst="ellipse">
            <a:avLst/>
          </a:prstGeom>
          <a:solidFill>
            <a:schemeClr val="accent1"/>
          </a:solidFill>
          <a:ln>
            <a:solidFill>
              <a:schemeClr val="bg1"/>
            </a:solidFill>
          </a:ln>
          <a:effectLst>
            <a:outerShdw blurRad="50800" dist="38100" dir="2700000" algn="tl" rotWithShape="0">
              <a:prstClr val="black">
                <a:alpha val="40000"/>
              </a:prstClr>
            </a:outerShdw>
          </a:effectLst>
          <a:extLst>
            <a:ext uri="{91240B29-F687-4f45-9708-019B960494DF}">
              <a14:hiddenLine xmlns:a14="http://schemas.microsoft.com/office/drawing/2010/main" xmlns=""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2000" b="1">
                <a:solidFill>
                  <a:schemeClr val="bg1"/>
                </a:solidFill>
              </a:rPr>
              <a:t>4</a:t>
            </a:r>
          </a:p>
        </p:txBody>
      </p:sp>
      <p:sp>
        <p:nvSpPr>
          <p:cNvPr id="9" name="Title 2">
            <a:extLst>
              <a:ext uri="{FF2B5EF4-FFF2-40B4-BE49-F238E27FC236}">
                <a16:creationId xmlns:a16="http://schemas.microsoft.com/office/drawing/2014/main" id="{A1B88872-D02A-4806-BA33-192C2067A966}"/>
              </a:ext>
            </a:extLst>
          </p:cNvPr>
          <p:cNvSpPr txBox="1">
            <a:spLocks/>
          </p:cNvSpPr>
          <p:nvPr/>
        </p:nvSpPr>
        <p:spPr>
          <a:xfrm>
            <a:off x="0" y="1402602"/>
            <a:ext cx="10908958" cy="548640"/>
          </a:xfrm>
          <a:prstGeom prst="rect">
            <a:avLst/>
          </a:prstGeom>
        </p:spPr>
        <p:txBody>
          <a:bodyPr>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sz="2000" i="1" dirty="0">
                <a:solidFill>
                  <a:schemeClr val="bg1"/>
                </a:solidFill>
              </a:rPr>
              <a:t>Capgemini Proposal </a:t>
            </a:r>
          </a:p>
        </p:txBody>
      </p:sp>
      <p:sp>
        <p:nvSpPr>
          <p:cNvPr id="10" name="Freeform 20">
            <a:extLst>
              <a:ext uri="{FF2B5EF4-FFF2-40B4-BE49-F238E27FC236}">
                <a16:creationId xmlns:a16="http://schemas.microsoft.com/office/drawing/2014/main" id="{FA4F8F36-0167-4B98-AD26-10F9687FD025}"/>
              </a:ext>
            </a:extLst>
          </p:cNvPr>
          <p:cNvSpPr>
            <a:spLocks/>
          </p:cNvSpPr>
          <p:nvPr/>
        </p:nvSpPr>
        <p:spPr bwMode="auto">
          <a:xfrm>
            <a:off x="521042" y="4730509"/>
            <a:ext cx="384576" cy="385014"/>
          </a:xfrm>
          <a:prstGeom prst="ellipse">
            <a:avLst/>
          </a:prstGeom>
          <a:solidFill>
            <a:schemeClr val="accent1"/>
          </a:solidFill>
          <a:ln>
            <a:solidFill>
              <a:schemeClr val="bg1"/>
            </a:solidFill>
          </a:ln>
          <a:effectLst>
            <a:outerShdw blurRad="50800" dist="38100" dir="2700000" algn="tl" rotWithShape="0">
              <a:prstClr val="black">
                <a:alpha val="40000"/>
              </a:prstClr>
            </a:outerShdw>
          </a:effectLst>
          <a:extLst>
            <a:ext uri="{91240B29-F687-4f45-9708-019B960494DF}">
              <a14:hiddenLine xmlns:a14="http://schemas.microsoft.com/office/drawing/2010/main" xmlns=""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2000" b="1">
                <a:solidFill>
                  <a:schemeClr val="bg1"/>
                </a:solidFill>
              </a:rPr>
              <a:t>5</a:t>
            </a:r>
          </a:p>
        </p:txBody>
      </p:sp>
      <p:sp>
        <p:nvSpPr>
          <p:cNvPr id="11" name="Freeform 20">
            <a:extLst>
              <a:ext uri="{FF2B5EF4-FFF2-40B4-BE49-F238E27FC236}">
                <a16:creationId xmlns:a16="http://schemas.microsoft.com/office/drawing/2014/main" id="{FC8E2E98-CA7E-49A3-8F2B-80C856341642}"/>
              </a:ext>
            </a:extLst>
          </p:cNvPr>
          <p:cNvSpPr>
            <a:spLocks/>
          </p:cNvSpPr>
          <p:nvPr/>
        </p:nvSpPr>
        <p:spPr bwMode="auto">
          <a:xfrm>
            <a:off x="521042" y="5400885"/>
            <a:ext cx="384576" cy="385014"/>
          </a:xfrm>
          <a:prstGeom prst="ellipse">
            <a:avLst/>
          </a:prstGeom>
          <a:solidFill>
            <a:schemeClr val="accent1"/>
          </a:solidFill>
          <a:ln>
            <a:solidFill>
              <a:schemeClr val="bg1"/>
            </a:solidFill>
          </a:ln>
          <a:effectLst>
            <a:outerShdw blurRad="50800" dist="38100" dir="2700000" algn="tl" rotWithShape="0">
              <a:prstClr val="black">
                <a:alpha val="40000"/>
              </a:prstClr>
            </a:outerShdw>
          </a:effectLst>
          <a:extLst>
            <a:ext uri="{91240B29-F687-4f45-9708-019B960494DF}">
              <a14:hiddenLine xmlns:a14="http://schemas.microsoft.com/office/drawing/2010/main" xmlns=""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2000" b="1" dirty="0">
                <a:solidFill>
                  <a:schemeClr val="bg1"/>
                </a:solidFill>
              </a:rPr>
              <a:t>6</a:t>
            </a:r>
          </a:p>
        </p:txBody>
      </p:sp>
      <p:sp>
        <p:nvSpPr>
          <p:cNvPr id="12" name="Freeform 20">
            <a:extLst>
              <a:ext uri="{FF2B5EF4-FFF2-40B4-BE49-F238E27FC236}">
                <a16:creationId xmlns:a16="http://schemas.microsoft.com/office/drawing/2014/main" id="{82289321-3CE5-4138-8573-D93D6F54CC8A}"/>
              </a:ext>
            </a:extLst>
          </p:cNvPr>
          <p:cNvSpPr>
            <a:spLocks/>
          </p:cNvSpPr>
          <p:nvPr/>
        </p:nvSpPr>
        <p:spPr bwMode="auto">
          <a:xfrm>
            <a:off x="521042" y="6099262"/>
            <a:ext cx="384576" cy="385014"/>
          </a:xfrm>
          <a:prstGeom prst="ellipse">
            <a:avLst/>
          </a:prstGeom>
          <a:solidFill>
            <a:schemeClr val="accent1"/>
          </a:solidFill>
          <a:ln>
            <a:solidFill>
              <a:schemeClr val="bg1"/>
            </a:solidFill>
          </a:ln>
          <a:effectLst>
            <a:outerShdw blurRad="50800" dist="38100" dir="2700000" algn="tl" rotWithShape="0">
              <a:prstClr val="black">
                <a:alpha val="40000"/>
              </a:prstClr>
            </a:outerShdw>
          </a:effectLst>
          <a:extLst>
            <a:ext uri="{91240B29-F687-4f45-9708-019B960494DF}">
              <a14:hiddenLine xmlns:a14="http://schemas.microsoft.com/office/drawing/2010/main" xmlns=""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2000" b="1" dirty="0">
                <a:solidFill>
                  <a:schemeClr val="bg1"/>
                </a:solidFill>
              </a:rPr>
              <a:t>7</a:t>
            </a:r>
          </a:p>
        </p:txBody>
      </p:sp>
    </p:spTree>
    <p:extLst>
      <p:ext uri="{BB962C8B-B14F-4D97-AF65-F5344CB8AC3E}">
        <p14:creationId xmlns:p14="http://schemas.microsoft.com/office/powerpoint/2010/main" val="27017866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Arrow: Pentagon 17">
            <a:extLst>
              <a:ext uri="{FF2B5EF4-FFF2-40B4-BE49-F238E27FC236}">
                <a16:creationId xmlns:a16="http://schemas.microsoft.com/office/drawing/2014/main" id="{D6AE173C-8D81-4CFA-8EFA-1D63118FF952}"/>
              </a:ext>
            </a:extLst>
          </p:cNvPr>
          <p:cNvSpPr/>
          <p:nvPr/>
        </p:nvSpPr>
        <p:spPr>
          <a:xfrm>
            <a:off x="340891" y="2933200"/>
            <a:ext cx="2188949" cy="1493879"/>
          </a:xfrm>
          <a:prstGeom prst="homePlate">
            <a:avLst>
              <a:gd name="adj" fmla="val 21410"/>
            </a:avLst>
          </a:prstGeom>
          <a:gradFill flip="none" rotWithShape="1">
            <a:gsLst>
              <a:gs pos="0">
                <a:srgbClr val="12ABDB">
                  <a:shade val="30000"/>
                  <a:satMod val="115000"/>
                </a:srgbClr>
              </a:gs>
              <a:gs pos="50000">
                <a:srgbClr val="12ABDB">
                  <a:shade val="67500"/>
                  <a:satMod val="115000"/>
                </a:srgbClr>
              </a:gs>
              <a:gs pos="100000">
                <a:srgbClr val="12ABDB">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b="1" dirty="0">
                <a:latin typeface="Ubuntu" panose="020B0504030602030204" pitchFamily="34" charset="0"/>
              </a:rPr>
              <a:t>Considerations</a:t>
            </a:r>
          </a:p>
        </p:txBody>
      </p:sp>
      <p:sp>
        <p:nvSpPr>
          <p:cNvPr id="20" name="Arrow: Chevron 19">
            <a:extLst>
              <a:ext uri="{FF2B5EF4-FFF2-40B4-BE49-F238E27FC236}">
                <a16:creationId xmlns:a16="http://schemas.microsoft.com/office/drawing/2014/main" id="{E852105D-A81F-43E3-B296-FC44E1E30116}"/>
              </a:ext>
            </a:extLst>
          </p:cNvPr>
          <p:cNvSpPr/>
          <p:nvPr/>
        </p:nvSpPr>
        <p:spPr>
          <a:xfrm>
            <a:off x="1945332" y="2921567"/>
            <a:ext cx="10210800" cy="1505512"/>
          </a:xfrm>
          <a:prstGeom prst="chevron">
            <a:avLst>
              <a:gd name="adj" fmla="val 20274"/>
            </a:avLst>
          </a:prstGeom>
          <a:solidFill>
            <a:schemeClr val="bg1">
              <a:alpha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3" name="Arrow: Pentagon 2">
            <a:extLst>
              <a:ext uri="{FF2B5EF4-FFF2-40B4-BE49-F238E27FC236}">
                <a16:creationId xmlns:a16="http://schemas.microsoft.com/office/drawing/2014/main" id="{516DD3CB-2D89-4C34-8CD1-16C1009C5A97}"/>
              </a:ext>
            </a:extLst>
          </p:cNvPr>
          <p:cNvSpPr/>
          <p:nvPr/>
        </p:nvSpPr>
        <p:spPr>
          <a:xfrm>
            <a:off x="335360" y="1125540"/>
            <a:ext cx="2194480" cy="1363660"/>
          </a:xfrm>
          <a:prstGeom prst="homePlate">
            <a:avLst>
              <a:gd name="adj" fmla="val 20533"/>
            </a:avLst>
          </a:prstGeom>
          <a:gradFill flip="none" rotWithShape="1">
            <a:gsLst>
              <a:gs pos="0">
                <a:schemeClr val="accent2">
                  <a:lumMod val="75000"/>
                  <a:shade val="30000"/>
                  <a:satMod val="115000"/>
                </a:schemeClr>
              </a:gs>
              <a:gs pos="50000">
                <a:schemeClr val="accent2">
                  <a:lumMod val="75000"/>
                  <a:shade val="67500"/>
                  <a:satMod val="115000"/>
                </a:schemeClr>
              </a:gs>
              <a:gs pos="100000">
                <a:schemeClr val="accent2">
                  <a:lumMod val="75000"/>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b="1" dirty="0">
                <a:latin typeface="Ubuntu" panose="020B0504030602030204" pitchFamily="34" charset="0"/>
              </a:rPr>
              <a:t>Background</a:t>
            </a:r>
          </a:p>
        </p:txBody>
      </p:sp>
      <p:sp>
        <p:nvSpPr>
          <p:cNvPr id="15" name="Arrow: Chevron 14">
            <a:extLst>
              <a:ext uri="{FF2B5EF4-FFF2-40B4-BE49-F238E27FC236}">
                <a16:creationId xmlns:a16="http://schemas.microsoft.com/office/drawing/2014/main" id="{FE38BE06-1AD1-4C1D-BCB9-D83CDFBB0823}"/>
              </a:ext>
            </a:extLst>
          </p:cNvPr>
          <p:cNvSpPr/>
          <p:nvPr/>
        </p:nvSpPr>
        <p:spPr>
          <a:xfrm>
            <a:off x="1981200" y="1125539"/>
            <a:ext cx="10210800" cy="1363660"/>
          </a:xfrm>
          <a:prstGeom prst="chevron">
            <a:avLst>
              <a:gd name="adj" fmla="val 20574"/>
            </a:avLst>
          </a:prstGeom>
          <a:solidFill>
            <a:schemeClr val="bg1">
              <a:alpha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59" name="TextBox 58">
            <a:extLst>
              <a:ext uri="{FF2B5EF4-FFF2-40B4-BE49-F238E27FC236}">
                <a16:creationId xmlns:a16="http://schemas.microsoft.com/office/drawing/2014/main" id="{7AE0D93C-A401-AA4B-B976-5B621D0F2402}"/>
              </a:ext>
            </a:extLst>
          </p:cNvPr>
          <p:cNvSpPr txBox="1"/>
          <p:nvPr/>
        </p:nvSpPr>
        <p:spPr>
          <a:xfrm>
            <a:off x="235277" y="268263"/>
            <a:ext cx="11333331" cy="595035"/>
          </a:xfrm>
          <a:prstGeom prst="rect">
            <a:avLst/>
          </a:prstGeom>
        </p:spPr>
        <p:txBody>
          <a:bodyPr vert="horz" lIns="0" tIns="0" rIns="0" bIns="0" rtlCol="0" anchor="t" anchorCtr="0">
            <a:noAutofit/>
          </a:bodyPr>
          <a:lstStyle>
            <a:lvl1pPr marR="0" indent="0" fontAlgn="auto">
              <a:lnSpc>
                <a:spcPct val="90000"/>
              </a:lnSpc>
              <a:spcBef>
                <a:spcPct val="0"/>
              </a:spcBef>
              <a:spcAft>
                <a:spcPts val="0"/>
              </a:spcAft>
              <a:buClrTx/>
              <a:buSzTx/>
              <a:buFontTx/>
              <a:buNone/>
              <a:tabLst/>
              <a:defRPr kumimoji="0" lang="en-US" sz="2600" b="0" i="0" u="none" strike="noStrike" cap="all" spc="0" normalizeH="0" baseline="0" noProof="0" dirty="0">
                <a:ln>
                  <a:noFill/>
                </a:ln>
                <a:solidFill>
                  <a:schemeClr val="accent4"/>
                </a:solidFill>
                <a:effectLst/>
                <a:uLnTx/>
                <a:uFillTx/>
                <a:latin typeface="+mj-lt"/>
                <a:ea typeface="+mj-ea"/>
                <a:cs typeface="+mj-cs"/>
              </a:defRPr>
            </a:lvl1pPr>
          </a:lstStyle>
          <a:p>
            <a:r>
              <a:rPr lang="en-US" dirty="0"/>
              <a:t>PREFACE</a:t>
            </a:r>
          </a:p>
        </p:txBody>
      </p:sp>
      <p:sp>
        <p:nvSpPr>
          <p:cNvPr id="2" name="TextBox 1">
            <a:extLst>
              <a:ext uri="{FF2B5EF4-FFF2-40B4-BE49-F238E27FC236}">
                <a16:creationId xmlns:a16="http://schemas.microsoft.com/office/drawing/2014/main" id="{D44CEF98-1803-4743-A17E-CC646AE3B5A3}"/>
              </a:ext>
            </a:extLst>
          </p:cNvPr>
          <p:cNvSpPr txBox="1"/>
          <p:nvPr/>
        </p:nvSpPr>
        <p:spPr>
          <a:xfrm flipH="1">
            <a:off x="2589194" y="1207204"/>
            <a:ext cx="9076500" cy="1200329"/>
          </a:xfrm>
          <a:prstGeom prst="rect">
            <a:avLst/>
          </a:prstGeom>
          <a:noFill/>
        </p:spPr>
        <p:txBody>
          <a:bodyPr wrap="square" rtlCol="0">
            <a:spAutoFit/>
          </a:bodyPr>
          <a:lstStyle/>
          <a:p>
            <a:pPr marL="285750" indent="-285750" algn="just">
              <a:buFont typeface="Arial" panose="020B0604020202020204" pitchFamily="34" charset="0"/>
              <a:buChar char="•"/>
            </a:pPr>
            <a:r>
              <a:rPr lang="en-IN" sz="1200" dirty="0">
                <a:latin typeface="Ubuntu" panose="020B0504030602030204" pitchFamily="34" charset="0"/>
              </a:rPr>
              <a:t>Government of Seychelles is expected to pass a law in Q4’22 to introduce Mobile Number Portability (MNP) service in Seychelles.</a:t>
            </a:r>
          </a:p>
          <a:p>
            <a:pPr marL="285750" indent="-285750" algn="just">
              <a:buFont typeface="Arial" panose="020B0604020202020204" pitchFamily="34" charset="0"/>
              <a:buChar char="•"/>
            </a:pPr>
            <a:r>
              <a:rPr lang="en-IN" sz="1200" dirty="0">
                <a:latin typeface="Ubuntu" panose="020B0504030602030204" pitchFamily="34" charset="0"/>
              </a:rPr>
              <a:t>As a regulatory mandate, all incumbent and new mobile operators in Seychelles will be required equip their network &amp; IT systems to enable MNP functionality</a:t>
            </a:r>
          </a:p>
          <a:p>
            <a:pPr marL="285750" indent="-285750" algn="just">
              <a:buFont typeface="Arial" panose="020B0604020202020204" pitchFamily="34" charset="0"/>
              <a:buChar char="•"/>
            </a:pPr>
            <a:r>
              <a:rPr lang="en-IN" sz="1200" dirty="0">
                <a:latin typeface="Ubuntu" panose="020B0504030602030204" pitchFamily="34" charset="0"/>
              </a:rPr>
              <a:t>The procedures and guidelines for implementing MNP are expected to be published soon by the Seychelles telecom regulator</a:t>
            </a:r>
          </a:p>
        </p:txBody>
      </p:sp>
      <p:sp>
        <p:nvSpPr>
          <p:cNvPr id="13" name="TextBox 12">
            <a:extLst>
              <a:ext uri="{FF2B5EF4-FFF2-40B4-BE49-F238E27FC236}">
                <a16:creationId xmlns:a16="http://schemas.microsoft.com/office/drawing/2014/main" id="{C4C4DDC0-1ED1-4582-8F17-6756CC38E566}"/>
              </a:ext>
            </a:extLst>
          </p:cNvPr>
          <p:cNvSpPr txBox="1"/>
          <p:nvPr/>
        </p:nvSpPr>
        <p:spPr>
          <a:xfrm flipH="1">
            <a:off x="2589194" y="3147356"/>
            <a:ext cx="9192690" cy="1015663"/>
          </a:xfrm>
          <a:prstGeom prst="rect">
            <a:avLst/>
          </a:prstGeom>
          <a:noFill/>
        </p:spPr>
        <p:txBody>
          <a:bodyPr wrap="square" rtlCol="0">
            <a:spAutoFit/>
          </a:bodyPr>
          <a:lstStyle/>
          <a:p>
            <a:pPr marL="285750" indent="-285750" algn="just">
              <a:buFont typeface="Arial" panose="020B0604020202020204" pitchFamily="34" charset="0"/>
              <a:buChar char="•"/>
            </a:pPr>
            <a:r>
              <a:rPr lang="en-IN" sz="1200" dirty="0">
                <a:latin typeface="Ubuntu" panose="020B0504030602030204" pitchFamily="34" charset="0"/>
              </a:rPr>
              <a:t>Introduction of MNP, is a disruptive development both from technology and business perspective</a:t>
            </a:r>
          </a:p>
          <a:p>
            <a:pPr marL="285750" indent="-285750" algn="just">
              <a:buFont typeface="Arial" panose="020B0604020202020204" pitchFamily="34" charset="0"/>
              <a:buChar char="•"/>
            </a:pPr>
            <a:r>
              <a:rPr lang="en-IN" sz="1200" dirty="0">
                <a:latin typeface="Ubuntu" panose="020B0504030602030204" pitchFamily="34" charset="0"/>
              </a:rPr>
              <a:t>MNP solution is majorly driven by the regulatory requirements of the country. Therefore, the detailed technical solution would have key dependency on the MNP guidelines from regulator</a:t>
            </a:r>
          </a:p>
          <a:p>
            <a:pPr marL="285750" indent="-285750" algn="just">
              <a:buFont typeface="Arial" panose="020B0604020202020204" pitchFamily="34" charset="0"/>
              <a:buChar char="•"/>
            </a:pPr>
            <a:r>
              <a:rPr lang="en-IN" sz="1200" dirty="0">
                <a:latin typeface="Ubuntu" panose="020B0504030602030204" pitchFamily="34" charset="0"/>
              </a:rPr>
              <a:t>On the business front, MNP would make the market competition more intense. At the same time MNP would bring in opportunities for business growth and can become a catalyst in improving customer experience</a:t>
            </a:r>
          </a:p>
        </p:txBody>
      </p:sp>
      <p:sp>
        <p:nvSpPr>
          <p:cNvPr id="9" name="Arrow: Pentagon 8">
            <a:extLst>
              <a:ext uri="{FF2B5EF4-FFF2-40B4-BE49-F238E27FC236}">
                <a16:creationId xmlns:a16="http://schemas.microsoft.com/office/drawing/2014/main" id="{626EA9FD-503F-442A-AEBB-FDE8C4B2D0F5}"/>
              </a:ext>
            </a:extLst>
          </p:cNvPr>
          <p:cNvSpPr/>
          <p:nvPr/>
        </p:nvSpPr>
        <p:spPr>
          <a:xfrm>
            <a:off x="340891" y="4813951"/>
            <a:ext cx="2248303" cy="1787419"/>
          </a:xfrm>
          <a:prstGeom prst="homePlate">
            <a:avLst>
              <a:gd name="adj" fmla="val 21410"/>
            </a:avLst>
          </a:prstGeom>
          <a:gradFill flip="none" rotWithShape="1">
            <a:gsLst>
              <a:gs pos="0">
                <a:schemeClr val="accent2">
                  <a:lumMod val="60000"/>
                  <a:lumOff val="40000"/>
                  <a:shade val="30000"/>
                  <a:satMod val="115000"/>
                </a:schemeClr>
              </a:gs>
              <a:gs pos="50000">
                <a:schemeClr val="accent2">
                  <a:lumMod val="60000"/>
                  <a:lumOff val="40000"/>
                  <a:shade val="67500"/>
                  <a:satMod val="115000"/>
                </a:schemeClr>
              </a:gs>
              <a:gs pos="100000">
                <a:schemeClr val="accent2">
                  <a:lumMod val="60000"/>
                  <a:lumOff val="40000"/>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b="1" dirty="0">
                <a:latin typeface="Ubuntu" panose="020B0504030602030204" pitchFamily="34" charset="0"/>
              </a:rPr>
              <a:t>Our Proposal</a:t>
            </a:r>
          </a:p>
        </p:txBody>
      </p:sp>
      <p:sp>
        <p:nvSpPr>
          <p:cNvPr id="10" name="Arrow: Chevron 9">
            <a:extLst>
              <a:ext uri="{FF2B5EF4-FFF2-40B4-BE49-F238E27FC236}">
                <a16:creationId xmlns:a16="http://schemas.microsoft.com/office/drawing/2014/main" id="{0D7E7EF5-8E24-4F50-BF16-5FDFA8A1B28F}"/>
              </a:ext>
            </a:extLst>
          </p:cNvPr>
          <p:cNvSpPr/>
          <p:nvPr/>
        </p:nvSpPr>
        <p:spPr>
          <a:xfrm>
            <a:off x="1945332" y="4802317"/>
            <a:ext cx="10210799" cy="1787419"/>
          </a:xfrm>
          <a:prstGeom prst="chevron">
            <a:avLst>
              <a:gd name="adj" fmla="val 20274"/>
            </a:avLst>
          </a:prstGeom>
          <a:solidFill>
            <a:schemeClr val="bg1">
              <a:alpha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11" name="TextBox 10">
            <a:extLst>
              <a:ext uri="{FF2B5EF4-FFF2-40B4-BE49-F238E27FC236}">
                <a16:creationId xmlns:a16="http://schemas.microsoft.com/office/drawing/2014/main" id="{784282C9-BD97-4207-8443-D05713DE26EB}"/>
              </a:ext>
            </a:extLst>
          </p:cNvPr>
          <p:cNvSpPr txBox="1"/>
          <p:nvPr/>
        </p:nvSpPr>
        <p:spPr>
          <a:xfrm flipH="1">
            <a:off x="2589194" y="4822406"/>
            <a:ext cx="9076499" cy="2292935"/>
          </a:xfrm>
          <a:prstGeom prst="rect">
            <a:avLst/>
          </a:prstGeom>
          <a:noFill/>
        </p:spPr>
        <p:txBody>
          <a:bodyPr wrap="square" rtlCol="0">
            <a:spAutoFit/>
          </a:bodyPr>
          <a:lstStyle/>
          <a:p>
            <a:pPr marL="285750" indent="-285750" algn="just">
              <a:buFont typeface="Arial" panose="020B0604020202020204" pitchFamily="34" charset="0"/>
              <a:buChar char="•"/>
            </a:pPr>
            <a:r>
              <a:rPr lang="en-IN" sz="1200" dirty="0">
                <a:latin typeface="Ubuntu" panose="020B0504030602030204" pitchFamily="34" charset="0"/>
              </a:rPr>
              <a:t>Capgemini is submitting this proposal for assessment of the client readiness for adoption of MNP</a:t>
            </a:r>
          </a:p>
          <a:p>
            <a:pPr marL="285750" indent="-285750" algn="just">
              <a:buFont typeface="Arial" panose="020B0604020202020204" pitchFamily="34" charset="0"/>
              <a:buChar char="•"/>
            </a:pPr>
            <a:r>
              <a:rPr lang="en-IN" sz="1200" dirty="0">
                <a:latin typeface="Ubuntu" panose="020B0504030602030204" pitchFamily="34" charset="0"/>
              </a:rPr>
              <a:t>The assessment exercise will be carried out through following key levers of MNP readiness – </a:t>
            </a:r>
          </a:p>
          <a:p>
            <a:pPr marL="742950" lvl="1" indent="-285750" algn="just">
              <a:buFont typeface="Arial" panose="020B0604020202020204" pitchFamily="34" charset="0"/>
              <a:buChar char="•"/>
            </a:pPr>
            <a:r>
              <a:rPr lang="en-IN" sz="1200" dirty="0">
                <a:latin typeface="Ubuntu" panose="020B0504030602030204" pitchFamily="34" charset="0"/>
              </a:rPr>
              <a:t>Customer Experience Readiness Assessment</a:t>
            </a:r>
          </a:p>
          <a:p>
            <a:pPr marL="742950" lvl="1" indent="-285750" algn="just">
              <a:buFont typeface="Arial" panose="020B0604020202020204" pitchFamily="34" charset="0"/>
              <a:buChar char="•"/>
            </a:pPr>
            <a:r>
              <a:rPr lang="en-IN" sz="1200" dirty="0">
                <a:latin typeface="Ubuntu" panose="020B0504030602030204" pitchFamily="34" charset="0"/>
              </a:rPr>
              <a:t>Business Processes Readiness Assessment </a:t>
            </a:r>
          </a:p>
          <a:p>
            <a:pPr marL="742950" lvl="1" indent="-285750" algn="just">
              <a:buFont typeface="Arial" panose="020B0604020202020204" pitchFamily="34" charset="0"/>
              <a:buChar char="•"/>
            </a:pPr>
            <a:r>
              <a:rPr lang="en-IN" sz="1200" dirty="0">
                <a:latin typeface="Ubuntu" panose="020B0504030602030204" pitchFamily="34" charset="0"/>
              </a:rPr>
              <a:t>Product Offerings Assessment  </a:t>
            </a:r>
          </a:p>
          <a:p>
            <a:pPr marL="742950" lvl="1" indent="-285750" algn="just">
              <a:buFont typeface="Arial" panose="020B0604020202020204" pitchFamily="34" charset="0"/>
              <a:buChar char="•"/>
            </a:pPr>
            <a:r>
              <a:rPr lang="en-IN" sz="1200" dirty="0">
                <a:latin typeface="Ubuntu" panose="020B0504030602030204" pitchFamily="34" charset="0"/>
              </a:rPr>
              <a:t>BSS/ OSS  functionality Assessment*</a:t>
            </a:r>
          </a:p>
          <a:p>
            <a:pPr marL="457200" lvl="1" algn="just"/>
            <a:endParaRPr lang="en-IN" sz="1200" i="1" dirty="0">
              <a:latin typeface="Ubuntu" panose="020B0504030602030204" pitchFamily="34" charset="0"/>
            </a:endParaRPr>
          </a:p>
          <a:p>
            <a:pPr marL="457200" lvl="1" algn="just"/>
            <a:r>
              <a:rPr lang="en-IN" sz="1200" i="1" dirty="0">
                <a:latin typeface="Ubuntu" panose="020B0504030602030204" pitchFamily="34" charset="0"/>
              </a:rPr>
              <a:t>*</a:t>
            </a:r>
            <a:r>
              <a:rPr lang="en-IN" sz="1100" i="1" dirty="0">
                <a:latin typeface="Ubuntu" panose="020B0504030602030204" pitchFamily="34" charset="0"/>
              </a:rPr>
              <a:t>This would comprise of Internal assessment of capabilities of the client’s BSS &amp; OSS components. This would not cover the integration with third party components (e.g. MCH). Also assessment of any network components (e.g. HLR, MSC etc. ) will be out of scope.</a:t>
            </a:r>
          </a:p>
          <a:p>
            <a:pPr marL="742950" lvl="1" indent="-285750" algn="just">
              <a:buFont typeface="Arial" panose="020B0604020202020204" pitchFamily="34" charset="0"/>
              <a:buChar char="•"/>
            </a:pPr>
            <a:endParaRPr lang="en-IN" sz="1200" dirty="0">
              <a:latin typeface="Ubuntu" panose="020B0504030602030204" pitchFamily="34" charset="0"/>
            </a:endParaRPr>
          </a:p>
          <a:p>
            <a:pPr marL="742950" lvl="1" indent="-285750" algn="just">
              <a:buFont typeface="Arial" panose="020B0604020202020204" pitchFamily="34" charset="0"/>
              <a:buChar char="•"/>
            </a:pPr>
            <a:endParaRPr lang="en-IN" sz="1200" dirty="0">
              <a:latin typeface="Ubuntu" panose="020B0504030602030204" pitchFamily="34" charset="0"/>
            </a:endParaRPr>
          </a:p>
          <a:p>
            <a:pPr marL="742950" lvl="1" indent="-285750" algn="just">
              <a:buFont typeface="Arial" panose="020B0604020202020204" pitchFamily="34" charset="0"/>
              <a:buChar char="•"/>
            </a:pPr>
            <a:endParaRPr lang="en-IN" sz="1200" dirty="0">
              <a:latin typeface="Ubuntu" panose="020B0504030602030204" pitchFamily="34" charset="0"/>
            </a:endParaRPr>
          </a:p>
        </p:txBody>
      </p:sp>
    </p:spTree>
    <p:extLst>
      <p:ext uri="{BB962C8B-B14F-4D97-AF65-F5344CB8AC3E}">
        <p14:creationId xmlns:p14="http://schemas.microsoft.com/office/powerpoint/2010/main" val="4785658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7E066EDF-5048-440C-805D-92957D794DA0}"/>
              </a:ext>
            </a:extLst>
          </p:cNvPr>
          <p:cNvSpPr txBox="1">
            <a:spLocks/>
          </p:cNvSpPr>
          <p:nvPr/>
        </p:nvSpPr>
        <p:spPr>
          <a:xfrm>
            <a:off x="404814" y="2810691"/>
            <a:ext cx="10903266" cy="907869"/>
          </a:xfrm>
          <a:prstGeom prst="rect">
            <a:avLst/>
          </a:prstGeom>
        </p:spPr>
        <p:txBody>
          <a:bodyPr vert="horz" lIns="0" tIns="0" rIns="0" bIns="0" rtlCol="0" anchor="t" anchorCtr="0">
            <a:noAutofit/>
          </a:bodyPr>
          <a:lstStyle>
            <a:lvl1pPr indent="0">
              <a:lnSpc>
                <a:spcPct val="100000"/>
              </a:lnSpc>
              <a:spcBef>
                <a:spcPts val="1000"/>
              </a:spcBef>
              <a:buFont typeface="Arial" panose="020B0604020202020204" pitchFamily="34" charset="0"/>
              <a:buNone/>
              <a:defRPr b="1">
                <a:solidFill>
                  <a:srgbClr val="12ABDB"/>
                </a:solidFill>
                <a:latin typeface="+mj-lt"/>
              </a:defRPr>
            </a:lvl1pPr>
            <a:lvl2pPr marL="266700" indent="-177800">
              <a:lnSpc>
                <a:spcPct val="100000"/>
              </a:lnSpc>
              <a:spcBef>
                <a:spcPts val="500"/>
              </a:spcBef>
              <a:buClr>
                <a:schemeClr val="accent1"/>
              </a:buClr>
              <a:buFont typeface="Wingdings" panose="05000000000000000000" pitchFamily="2" charset="2"/>
              <a:buChar char="§"/>
              <a:defRPr sz="1200">
                <a:latin typeface="+mj-lt"/>
              </a:defRPr>
            </a:lvl2pPr>
            <a:lvl3pPr marL="444500" indent="-177800">
              <a:lnSpc>
                <a:spcPct val="100000"/>
              </a:lnSpc>
              <a:spcBef>
                <a:spcPts val="500"/>
              </a:spcBef>
              <a:buClr>
                <a:schemeClr val="accent2"/>
              </a:buClr>
              <a:buFont typeface="Arial" panose="020B0604020202020204" pitchFamily="34" charset="0"/>
              <a:buChar char="•"/>
              <a:defRPr sz="1200">
                <a:latin typeface="+mj-lt"/>
              </a:defRPr>
            </a:lvl3pPr>
            <a:lvl4pPr marL="622300" indent="-177800">
              <a:lnSpc>
                <a:spcPct val="100000"/>
              </a:lnSpc>
              <a:spcBef>
                <a:spcPts val="500"/>
              </a:spcBef>
              <a:buClr>
                <a:schemeClr val="accent3"/>
              </a:buClr>
              <a:buFont typeface="Verdana" panose="020B0604030504040204" pitchFamily="34" charset="0"/>
              <a:buChar char="‒"/>
              <a:defRPr sz="1200">
                <a:latin typeface="+mj-lt"/>
              </a:defRPr>
            </a:lvl4pPr>
            <a:lvl5pPr marL="812800" indent="-190500">
              <a:lnSpc>
                <a:spcPct val="100000"/>
              </a:lnSpc>
              <a:spcBef>
                <a:spcPts val="500"/>
              </a:spcBef>
              <a:buClr>
                <a:schemeClr val="accent5"/>
              </a:buClr>
              <a:buFont typeface="Arial" panose="020B0604020202020204" pitchFamily="34" charset="0"/>
              <a:buChar char="•"/>
              <a:defRPr sz="1200">
                <a:latin typeface="+mj-lt"/>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spcBef>
                <a:spcPts val="600"/>
              </a:spcBef>
              <a:spcAft>
                <a:spcPts val="1800"/>
              </a:spcAft>
            </a:pPr>
            <a:r>
              <a:rPr lang="en-US" sz="4000" b="0" dirty="0">
                <a:solidFill>
                  <a:schemeClr val="bg1"/>
                </a:solidFill>
                <a:latin typeface="+mn-lt"/>
              </a:rPr>
              <a:t>MNP Readiness Assessment Approach</a:t>
            </a:r>
          </a:p>
        </p:txBody>
      </p:sp>
    </p:spTree>
    <p:extLst>
      <p:ext uri="{BB962C8B-B14F-4D97-AF65-F5344CB8AC3E}">
        <p14:creationId xmlns:p14="http://schemas.microsoft.com/office/powerpoint/2010/main" val="30427335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7170">
            <a:extLst>
              <a:ext uri="{FF2B5EF4-FFF2-40B4-BE49-F238E27FC236}">
                <a16:creationId xmlns:a16="http://schemas.microsoft.com/office/drawing/2014/main" id="{9F8AC600-EC35-45A3-9905-E2E3CD3401BB}"/>
              </a:ext>
            </a:extLst>
          </p:cNvPr>
          <p:cNvSpPr/>
          <p:nvPr/>
        </p:nvSpPr>
        <p:spPr>
          <a:xfrm>
            <a:off x="6217920" y="2153920"/>
            <a:ext cx="5811520" cy="4592212"/>
          </a:xfrm>
          <a:prstGeom prst="rect">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49" name="Rectangle 48">
            <a:extLst>
              <a:ext uri="{FF2B5EF4-FFF2-40B4-BE49-F238E27FC236}">
                <a16:creationId xmlns:a16="http://schemas.microsoft.com/office/drawing/2014/main" id="{D617DBA7-46AF-4A3F-AC6D-FCC001E29EAA}"/>
              </a:ext>
            </a:extLst>
          </p:cNvPr>
          <p:cNvSpPr/>
          <p:nvPr/>
        </p:nvSpPr>
        <p:spPr>
          <a:xfrm>
            <a:off x="221381" y="1045400"/>
            <a:ext cx="2494551" cy="5562069"/>
          </a:xfrm>
          <a:prstGeom prst="rect">
            <a:avLst/>
          </a:prstGeom>
          <a:solidFill>
            <a:schemeClr val="bg1">
              <a:lumMod val="95000"/>
            </a:schemeClr>
          </a:solid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27" name="Rectangle: Diagonal Corners Snipped 26">
            <a:extLst>
              <a:ext uri="{FF2B5EF4-FFF2-40B4-BE49-F238E27FC236}">
                <a16:creationId xmlns:a16="http://schemas.microsoft.com/office/drawing/2014/main" id="{CBE6B6B0-BEE3-4AB9-BE35-9BFFAA060B41}"/>
              </a:ext>
            </a:extLst>
          </p:cNvPr>
          <p:cNvSpPr/>
          <p:nvPr/>
        </p:nvSpPr>
        <p:spPr>
          <a:xfrm rot="5400000">
            <a:off x="608033" y="916737"/>
            <a:ext cx="1747121" cy="2157450"/>
          </a:xfrm>
          <a:prstGeom prst="snip2DiagRect">
            <a:avLst>
              <a:gd name="adj1" fmla="val 0"/>
              <a:gd name="adj2" fmla="val 10056"/>
            </a:avLst>
          </a:prstGeom>
          <a:gradFill flip="none" rotWithShape="1">
            <a:gsLst>
              <a:gs pos="0">
                <a:schemeClr val="accent2">
                  <a:lumMod val="60000"/>
                  <a:lumOff val="40000"/>
                  <a:shade val="30000"/>
                  <a:satMod val="115000"/>
                </a:schemeClr>
              </a:gs>
              <a:gs pos="50000">
                <a:schemeClr val="accent2">
                  <a:lumMod val="60000"/>
                  <a:lumOff val="40000"/>
                  <a:shade val="67500"/>
                  <a:satMod val="115000"/>
                </a:schemeClr>
              </a:gs>
              <a:gs pos="100000">
                <a:schemeClr val="accent2">
                  <a:lumMod val="60000"/>
                  <a:lumOff val="40000"/>
                  <a:shade val="100000"/>
                  <a:satMod val="115000"/>
                </a:scheme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solidFill>
                <a:schemeClr val="bg1"/>
              </a:solidFill>
            </a:endParaRPr>
          </a:p>
        </p:txBody>
      </p:sp>
      <p:sp>
        <p:nvSpPr>
          <p:cNvPr id="2" name="Title 1">
            <a:extLst>
              <a:ext uri="{FF2B5EF4-FFF2-40B4-BE49-F238E27FC236}">
                <a16:creationId xmlns:a16="http://schemas.microsoft.com/office/drawing/2014/main" id="{6A60667E-572D-4D8C-B5F4-DA5A68095B51}"/>
              </a:ext>
            </a:extLst>
          </p:cNvPr>
          <p:cNvSpPr>
            <a:spLocks noGrp="1"/>
          </p:cNvSpPr>
          <p:nvPr>
            <p:ph type="title"/>
          </p:nvPr>
        </p:nvSpPr>
        <p:spPr>
          <a:xfrm>
            <a:off x="263525" y="-92489"/>
            <a:ext cx="10947772" cy="716711"/>
          </a:xfrm>
        </p:spPr>
        <p:txBody>
          <a:bodyPr/>
          <a:lstStyle/>
          <a:p>
            <a:r>
              <a:rPr lang="en-IN" dirty="0"/>
              <a:t>Why MNP READINESS ASSESSMENT? </a:t>
            </a:r>
          </a:p>
        </p:txBody>
      </p:sp>
      <p:grpSp>
        <p:nvGrpSpPr>
          <p:cNvPr id="28" name="Group 27">
            <a:extLst>
              <a:ext uri="{FF2B5EF4-FFF2-40B4-BE49-F238E27FC236}">
                <a16:creationId xmlns:a16="http://schemas.microsoft.com/office/drawing/2014/main" id="{5121BA77-7E44-4AC6-BD96-6241B9D73301}"/>
              </a:ext>
            </a:extLst>
          </p:cNvPr>
          <p:cNvGrpSpPr/>
          <p:nvPr/>
        </p:nvGrpSpPr>
        <p:grpSpPr>
          <a:xfrm>
            <a:off x="2412462" y="1045400"/>
            <a:ext cx="3683537" cy="5562069"/>
            <a:chOff x="-210955" y="1075132"/>
            <a:chExt cx="3683537" cy="5562069"/>
          </a:xfrm>
        </p:grpSpPr>
        <p:sp>
          <p:nvSpPr>
            <p:cNvPr id="13" name="Rectangle 12">
              <a:extLst>
                <a:ext uri="{FF2B5EF4-FFF2-40B4-BE49-F238E27FC236}">
                  <a16:creationId xmlns:a16="http://schemas.microsoft.com/office/drawing/2014/main" id="{F6DE6BC1-A8AF-49EB-8D17-6501F8151DB9}"/>
                </a:ext>
              </a:extLst>
            </p:cNvPr>
            <p:cNvSpPr/>
            <p:nvPr/>
          </p:nvSpPr>
          <p:spPr>
            <a:xfrm>
              <a:off x="231006" y="1075132"/>
              <a:ext cx="2387066" cy="5562069"/>
            </a:xfrm>
            <a:prstGeom prst="rect">
              <a:avLst/>
            </a:prstGeom>
            <a:solidFill>
              <a:schemeClr val="bg1">
                <a:lumMod val="95000"/>
              </a:schemeClr>
            </a:solid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25" name="TextBox 24">
              <a:extLst>
                <a:ext uri="{FF2B5EF4-FFF2-40B4-BE49-F238E27FC236}">
                  <a16:creationId xmlns:a16="http://schemas.microsoft.com/office/drawing/2014/main" id="{6737D740-9CA4-449A-9975-1FD17A784F28}"/>
                </a:ext>
              </a:extLst>
            </p:cNvPr>
            <p:cNvSpPr txBox="1"/>
            <p:nvPr/>
          </p:nvSpPr>
          <p:spPr>
            <a:xfrm>
              <a:off x="880069" y="2380245"/>
              <a:ext cx="1087120" cy="420564"/>
            </a:xfrm>
            <a:prstGeom prst="rect">
              <a:avLst/>
            </a:prstGeom>
            <a:noFill/>
          </p:spPr>
          <p:txBody>
            <a:bodyPr wrap="square">
              <a:spAutoFit/>
            </a:bodyPr>
            <a:lstStyle/>
            <a:p>
              <a:r>
                <a:rPr lang="en-IN" b="1" i="0" dirty="0">
                  <a:solidFill>
                    <a:srgbClr val="202124"/>
                  </a:solidFill>
                  <a:effectLst/>
                  <a:latin typeface="+mj-lt"/>
                </a:rPr>
                <a:t>99,614</a:t>
              </a:r>
              <a:endParaRPr lang="en-IN" dirty="0">
                <a:latin typeface="+mj-lt"/>
              </a:endParaRPr>
            </a:p>
          </p:txBody>
        </p:sp>
        <p:sp>
          <p:nvSpPr>
            <p:cNvPr id="4" name="Rectangle: Rounded Corners 3">
              <a:extLst>
                <a:ext uri="{FF2B5EF4-FFF2-40B4-BE49-F238E27FC236}">
                  <a16:creationId xmlns:a16="http://schemas.microsoft.com/office/drawing/2014/main" id="{83AAB3F2-E628-4C10-8A47-3127DAF9A47C}"/>
                </a:ext>
              </a:extLst>
            </p:cNvPr>
            <p:cNvSpPr/>
            <p:nvPr/>
          </p:nvSpPr>
          <p:spPr>
            <a:xfrm>
              <a:off x="270274" y="1373654"/>
              <a:ext cx="2310611" cy="237060"/>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a:t>POPULATION</a:t>
              </a:r>
            </a:p>
          </p:txBody>
        </p:sp>
        <p:pic>
          <p:nvPicPr>
            <p:cNvPr id="6" name="Picture 5" descr="A group of people in a line&#10;&#10;Description automatically generated with low confidence">
              <a:extLst>
                <a:ext uri="{FF2B5EF4-FFF2-40B4-BE49-F238E27FC236}">
                  <a16:creationId xmlns:a16="http://schemas.microsoft.com/office/drawing/2014/main" id="{2A66BC76-2C8E-45F9-AD95-2E10F7DF416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4711" y="1736359"/>
              <a:ext cx="898661" cy="673996"/>
            </a:xfrm>
            <a:prstGeom prst="rect">
              <a:avLst/>
            </a:prstGeom>
          </p:spPr>
        </p:pic>
        <p:sp>
          <p:nvSpPr>
            <p:cNvPr id="29" name="Rectangle: Rounded Corners 28">
              <a:extLst>
                <a:ext uri="{FF2B5EF4-FFF2-40B4-BE49-F238E27FC236}">
                  <a16:creationId xmlns:a16="http://schemas.microsoft.com/office/drawing/2014/main" id="{EB52BB3D-BB1D-4C5E-955E-1557503D1452}"/>
                </a:ext>
              </a:extLst>
            </p:cNvPr>
            <p:cNvSpPr/>
            <p:nvPr/>
          </p:nvSpPr>
          <p:spPr>
            <a:xfrm>
              <a:off x="270274" y="2829210"/>
              <a:ext cx="2310611" cy="237060"/>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a:t>MOBILE PENETRATION</a:t>
              </a:r>
            </a:p>
          </p:txBody>
        </p:sp>
        <p:pic>
          <p:nvPicPr>
            <p:cNvPr id="8" name="Picture 7" descr="A group of cell phones&#10;&#10;Description automatically generated with medium confidence">
              <a:extLst>
                <a:ext uri="{FF2B5EF4-FFF2-40B4-BE49-F238E27FC236}">
                  <a16:creationId xmlns:a16="http://schemas.microsoft.com/office/drawing/2014/main" id="{EFE78C93-7DF0-47DA-BD96-DE06059880F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1993" y="3212750"/>
              <a:ext cx="1569824" cy="576151"/>
            </a:xfrm>
            <a:prstGeom prst="rect">
              <a:avLst/>
            </a:prstGeom>
          </p:spPr>
        </p:pic>
        <p:sp>
          <p:nvSpPr>
            <p:cNvPr id="35" name="TextBox 34">
              <a:extLst>
                <a:ext uri="{FF2B5EF4-FFF2-40B4-BE49-F238E27FC236}">
                  <a16:creationId xmlns:a16="http://schemas.microsoft.com/office/drawing/2014/main" id="{CDBE01A6-CA2D-4432-873B-35BAFE3AAAC2}"/>
                </a:ext>
              </a:extLst>
            </p:cNvPr>
            <p:cNvSpPr txBox="1"/>
            <p:nvPr/>
          </p:nvSpPr>
          <p:spPr>
            <a:xfrm>
              <a:off x="531537" y="3858436"/>
              <a:ext cx="1865093" cy="1005340"/>
            </a:xfrm>
            <a:prstGeom prst="rect">
              <a:avLst/>
            </a:prstGeom>
            <a:noFill/>
          </p:spPr>
          <p:txBody>
            <a:bodyPr wrap="square">
              <a:spAutoFit/>
            </a:bodyPr>
            <a:lstStyle>
              <a:defPPr>
                <a:defRPr lang="de-DE"/>
              </a:defPPr>
              <a:lvl1pPr>
                <a:defRPr b="1" i="0">
                  <a:solidFill>
                    <a:srgbClr val="202124"/>
                  </a:solidFill>
                  <a:effectLst/>
                  <a:latin typeface="arial" panose="020B0604020202020204" pitchFamily="34" charset="0"/>
                </a:defRPr>
              </a:lvl1pPr>
            </a:lstStyle>
            <a:p>
              <a:pPr algn="ctr"/>
              <a:r>
                <a:rPr lang="en-IN" dirty="0">
                  <a:latin typeface="+mj-lt"/>
                </a:rPr>
                <a:t>189,354 </a:t>
              </a:r>
              <a:r>
                <a:rPr lang="en-IN" sz="1800" dirty="0">
                  <a:latin typeface="+mj-lt"/>
                </a:rPr>
                <a:t>(190%) – </a:t>
              </a:r>
            </a:p>
            <a:p>
              <a:pPr algn="ctr"/>
              <a:endParaRPr lang="en-IN" sz="1000" dirty="0">
                <a:solidFill>
                  <a:srgbClr val="FF0000"/>
                </a:solidFill>
                <a:latin typeface="+mj-lt"/>
              </a:endParaRPr>
            </a:p>
            <a:p>
              <a:pPr algn="ctr"/>
              <a:r>
                <a:rPr lang="en-IN" sz="1000" dirty="0">
                  <a:solidFill>
                    <a:srgbClr val="FF0000"/>
                  </a:solidFill>
                  <a:latin typeface="+mj-lt"/>
                </a:rPr>
                <a:t>Almost flat YoY growth rate</a:t>
              </a:r>
              <a:endParaRPr lang="en-IN" dirty="0">
                <a:solidFill>
                  <a:srgbClr val="FF0000"/>
                </a:solidFill>
                <a:latin typeface="+mj-lt"/>
              </a:endParaRPr>
            </a:p>
          </p:txBody>
        </p:sp>
        <p:graphicFrame>
          <p:nvGraphicFramePr>
            <p:cNvPr id="12" name="Chart 11">
              <a:extLst>
                <a:ext uri="{FF2B5EF4-FFF2-40B4-BE49-F238E27FC236}">
                  <a16:creationId xmlns:a16="http://schemas.microsoft.com/office/drawing/2014/main" id="{35CC4F03-E5E8-4F73-907A-2D8799F055AE}"/>
                </a:ext>
              </a:extLst>
            </p:cNvPr>
            <p:cNvGraphicFramePr/>
            <p:nvPr>
              <p:extLst>
                <p:ext uri="{D42A27DB-BD31-4B8C-83A1-F6EECF244321}">
                  <p14:modId xmlns:p14="http://schemas.microsoft.com/office/powerpoint/2010/main" val="1641258994"/>
                </p:ext>
              </p:extLst>
            </p:nvPr>
          </p:nvGraphicFramePr>
          <p:xfrm>
            <a:off x="-210955" y="5140532"/>
            <a:ext cx="3683537" cy="1329280"/>
          </p:xfrm>
          <a:graphic>
            <a:graphicData uri="http://schemas.openxmlformats.org/drawingml/2006/chart">
              <c:chart xmlns:c="http://schemas.openxmlformats.org/drawingml/2006/chart" xmlns:r="http://schemas.openxmlformats.org/officeDocument/2006/relationships" r:id="rId5"/>
            </a:graphicData>
          </a:graphic>
        </p:graphicFrame>
        <p:sp>
          <p:nvSpPr>
            <p:cNvPr id="40" name="Rectangle: Rounded Corners 39">
              <a:extLst>
                <a:ext uri="{FF2B5EF4-FFF2-40B4-BE49-F238E27FC236}">
                  <a16:creationId xmlns:a16="http://schemas.microsoft.com/office/drawing/2014/main" id="{B42A0F52-79A3-4A33-9419-E7EC7B4F8D6F}"/>
                </a:ext>
              </a:extLst>
            </p:cNvPr>
            <p:cNvSpPr/>
            <p:nvPr/>
          </p:nvSpPr>
          <p:spPr>
            <a:xfrm>
              <a:off x="270274" y="4940497"/>
              <a:ext cx="2310611" cy="237060"/>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a:t>MOBILE MARKET SHARE</a:t>
              </a:r>
            </a:p>
          </p:txBody>
        </p:sp>
      </p:grpSp>
      <p:sp>
        <p:nvSpPr>
          <p:cNvPr id="14" name="TextBox 13">
            <a:extLst>
              <a:ext uri="{FF2B5EF4-FFF2-40B4-BE49-F238E27FC236}">
                <a16:creationId xmlns:a16="http://schemas.microsoft.com/office/drawing/2014/main" id="{3C2D3A3A-038C-48A1-ADAE-BEE2ECBB0BB3}"/>
              </a:ext>
            </a:extLst>
          </p:cNvPr>
          <p:cNvSpPr txBox="1"/>
          <p:nvPr/>
        </p:nvSpPr>
        <p:spPr>
          <a:xfrm>
            <a:off x="1358823" y="750146"/>
            <a:ext cx="2834430" cy="307777"/>
          </a:xfrm>
          <a:prstGeom prst="rect">
            <a:avLst/>
          </a:prstGeom>
          <a:noFill/>
        </p:spPr>
        <p:txBody>
          <a:bodyPr wrap="none" rtlCol="0">
            <a:spAutoFit/>
          </a:bodyPr>
          <a:lstStyle/>
          <a:p>
            <a:r>
              <a:rPr lang="en-IN" sz="1400" b="1" dirty="0">
                <a:solidFill>
                  <a:schemeClr val="accent2">
                    <a:lumMod val="75000"/>
                  </a:schemeClr>
                </a:solidFill>
              </a:rPr>
              <a:t>Key Market Statistics &amp; Trends</a:t>
            </a:r>
          </a:p>
        </p:txBody>
      </p:sp>
      <p:sp>
        <p:nvSpPr>
          <p:cNvPr id="55" name="TextBox 54">
            <a:extLst>
              <a:ext uri="{FF2B5EF4-FFF2-40B4-BE49-F238E27FC236}">
                <a16:creationId xmlns:a16="http://schemas.microsoft.com/office/drawing/2014/main" id="{A873E9A6-4FFA-4AE5-B4F5-40CF5D96657C}"/>
              </a:ext>
            </a:extLst>
          </p:cNvPr>
          <p:cNvSpPr txBox="1"/>
          <p:nvPr/>
        </p:nvSpPr>
        <p:spPr>
          <a:xfrm>
            <a:off x="488613" y="1332177"/>
            <a:ext cx="2106925" cy="1169551"/>
          </a:xfrm>
          <a:prstGeom prst="rect">
            <a:avLst/>
          </a:prstGeom>
          <a:noFill/>
        </p:spPr>
        <p:txBody>
          <a:bodyPr wrap="square" rtlCol="0">
            <a:spAutoFit/>
          </a:bodyPr>
          <a:lstStyle/>
          <a:p>
            <a:r>
              <a:rPr lang="en-IN" sz="1400" dirty="0">
                <a:solidFill>
                  <a:schemeClr val="bg1"/>
                </a:solidFill>
              </a:rPr>
              <a:t>Seychelles telecom regulator is expected to bring the </a:t>
            </a:r>
            <a:r>
              <a:rPr lang="en-IN" sz="1400" b="1" dirty="0">
                <a:solidFill>
                  <a:schemeClr val="bg1"/>
                </a:solidFill>
              </a:rPr>
              <a:t>law for enabling  ‘MNP’ </a:t>
            </a:r>
            <a:r>
              <a:rPr lang="en-IN" sz="1400" dirty="0">
                <a:solidFill>
                  <a:schemeClr val="bg1"/>
                </a:solidFill>
              </a:rPr>
              <a:t>by </a:t>
            </a:r>
            <a:r>
              <a:rPr lang="en-IN" sz="1400" b="1" dirty="0">
                <a:solidFill>
                  <a:schemeClr val="bg1"/>
                </a:solidFill>
              </a:rPr>
              <a:t>Q4 2022</a:t>
            </a:r>
          </a:p>
        </p:txBody>
      </p:sp>
      <p:sp>
        <p:nvSpPr>
          <p:cNvPr id="59" name="Rectangle: Diagonal Corners Snipped 58">
            <a:extLst>
              <a:ext uri="{FF2B5EF4-FFF2-40B4-BE49-F238E27FC236}">
                <a16:creationId xmlns:a16="http://schemas.microsoft.com/office/drawing/2014/main" id="{5AA750DE-769C-49E2-A882-4B171661A3BA}"/>
              </a:ext>
            </a:extLst>
          </p:cNvPr>
          <p:cNvSpPr/>
          <p:nvPr/>
        </p:nvSpPr>
        <p:spPr>
          <a:xfrm rot="5400000">
            <a:off x="653941" y="4553813"/>
            <a:ext cx="1747121" cy="2157450"/>
          </a:xfrm>
          <a:prstGeom prst="snip2DiagRect">
            <a:avLst>
              <a:gd name="adj1" fmla="val 0"/>
              <a:gd name="adj2" fmla="val 10056"/>
            </a:avLst>
          </a:prstGeom>
          <a:gradFill flip="none" rotWithShape="1">
            <a:gsLst>
              <a:gs pos="0">
                <a:srgbClr val="0E80A4">
                  <a:shade val="30000"/>
                  <a:satMod val="115000"/>
                </a:srgbClr>
              </a:gs>
              <a:gs pos="50000">
                <a:srgbClr val="0E80A4">
                  <a:shade val="67500"/>
                  <a:satMod val="115000"/>
                </a:srgbClr>
              </a:gs>
              <a:gs pos="100000">
                <a:srgbClr val="0E80A4">
                  <a:shade val="100000"/>
                  <a:satMod val="115000"/>
                </a:srgbClr>
              </a:gs>
            </a:gsLst>
            <a:lin ang="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56" name="TextBox 55">
            <a:extLst>
              <a:ext uri="{FF2B5EF4-FFF2-40B4-BE49-F238E27FC236}">
                <a16:creationId xmlns:a16="http://schemas.microsoft.com/office/drawing/2014/main" id="{97070B9C-E2A7-44E0-B05A-7A0179B960B3}"/>
              </a:ext>
            </a:extLst>
          </p:cNvPr>
          <p:cNvSpPr txBox="1"/>
          <p:nvPr/>
        </p:nvSpPr>
        <p:spPr>
          <a:xfrm>
            <a:off x="610712" y="4903785"/>
            <a:ext cx="1833578" cy="1600438"/>
          </a:xfrm>
          <a:prstGeom prst="rect">
            <a:avLst/>
          </a:prstGeom>
          <a:noFill/>
        </p:spPr>
        <p:txBody>
          <a:bodyPr wrap="square" rtlCol="0">
            <a:spAutoFit/>
          </a:bodyPr>
          <a:lstStyle>
            <a:defPPr>
              <a:defRPr lang="de-DE"/>
            </a:defPPr>
            <a:lvl1pPr>
              <a:defRPr sz="1400">
                <a:solidFill>
                  <a:schemeClr val="accent2">
                    <a:lumMod val="75000"/>
                  </a:schemeClr>
                </a:solidFill>
              </a:defRPr>
            </a:lvl1pPr>
          </a:lstStyle>
          <a:p>
            <a:r>
              <a:rPr lang="en-IN" dirty="0">
                <a:solidFill>
                  <a:schemeClr val="bg1"/>
                </a:solidFill>
              </a:rPr>
              <a:t>A </a:t>
            </a:r>
            <a:r>
              <a:rPr lang="en-IN" b="1" dirty="0">
                <a:solidFill>
                  <a:schemeClr val="bg1"/>
                </a:solidFill>
              </a:rPr>
              <a:t>new mobile operator could be soon introduced </a:t>
            </a:r>
            <a:r>
              <a:rPr lang="en-IN" dirty="0">
                <a:solidFill>
                  <a:schemeClr val="bg1"/>
                </a:solidFill>
              </a:rPr>
              <a:t>in Seychelles Market – which would lead to more intense competition</a:t>
            </a:r>
          </a:p>
        </p:txBody>
      </p:sp>
      <p:sp>
        <p:nvSpPr>
          <p:cNvPr id="61" name="Rectangle: Diagonal Corners Snipped 60">
            <a:extLst>
              <a:ext uri="{FF2B5EF4-FFF2-40B4-BE49-F238E27FC236}">
                <a16:creationId xmlns:a16="http://schemas.microsoft.com/office/drawing/2014/main" id="{1CC92801-DCA9-49F8-8E13-40566A5D05CC}"/>
              </a:ext>
            </a:extLst>
          </p:cNvPr>
          <p:cNvSpPr/>
          <p:nvPr/>
        </p:nvSpPr>
        <p:spPr>
          <a:xfrm rot="5400000">
            <a:off x="608032" y="2734591"/>
            <a:ext cx="1747121" cy="2157450"/>
          </a:xfrm>
          <a:prstGeom prst="snip2DiagRect">
            <a:avLst>
              <a:gd name="adj1" fmla="val 0"/>
              <a:gd name="adj2" fmla="val 10056"/>
            </a:avLst>
          </a:prstGeom>
          <a:gradFill flip="none" rotWithShape="1">
            <a:gsLst>
              <a:gs pos="0">
                <a:srgbClr val="12ABDB">
                  <a:shade val="30000"/>
                  <a:satMod val="115000"/>
                </a:srgbClr>
              </a:gs>
              <a:gs pos="50000">
                <a:srgbClr val="12ABDB">
                  <a:shade val="67500"/>
                  <a:satMod val="115000"/>
                </a:srgbClr>
              </a:gs>
              <a:gs pos="100000">
                <a:srgbClr val="12ABDB">
                  <a:shade val="100000"/>
                  <a:satMod val="115000"/>
                </a:srgb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62" name="TextBox 61">
            <a:extLst>
              <a:ext uri="{FF2B5EF4-FFF2-40B4-BE49-F238E27FC236}">
                <a16:creationId xmlns:a16="http://schemas.microsoft.com/office/drawing/2014/main" id="{138E2E64-0376-406E-8788-CF72AA5C7CD7}"/>
              </a:ext>
            </a:extLst>
          </p:cNvPr>
          <p:cNvSpPr txBox="1"/>
          <p:nvPr/>
        </p:nvSpPr>
        <p:spPr>
          <a:xfrm>
            <a:off x="499302" y="3400924"/>
            <a:ext cx="2106925" cy="738664"/>
          </a:xfrm>
          <a:prstGeom prst="rect">
            <a:avLst/>
          </a:prstGeom>
          <a:noFill/>
        </p:spPr>
        <p:txBody>
          <a:bodyPr wrap="square" rtlCol="0">
            <a:spAutoFit/>
          </a:bodyPr>
          <a:lstStyle/>
          <a:p>
            <a:r>
              <a:rPr lang="en-IN" sz="1400" b="1" dirty="0">
                <a:solidFill>
                  <a:schemeClr val="bg1"/>
                </a:solidFill>
              </a:rPr>
              <a:t>Client is targeting to implement MNP by early 2023</a:t>
            </a:r>
          </a:p>
        </p:txBody>
      </p:sp>
      <p:sp>
        <p:nvSpPr>
          <p:cNvPr id="64" name="TextBox 63">
            <a:extLst>
              <a:ext uri="{FF2B5EF4-FFF2-40B4-BE49-F238E27FC236}">
                <a16:creationId xmlns:a16="http://schemas.microsoft.com/office/drawing/2014/main" id="{1C9D9891-3E31-4865-AD77-27E81A36EC45}"/>
              </a:ext>
            </a:extLst>
          </p:cNvPr>
          <p:cNvSpPr txBox="1"/>
          <p:nvPr/>
        </p:nvSpPr>
        <p:spPr>
          <a:xfrm>
            <a:off x="3029059" y="6258667"/>
            <a:ext cx="2105329" cy="253916"/>
          </a:xfrm>
          <a:prstGeom prst="rect">
            <a:avLst/>
          </a:prstGeom>
          <a:noFill/>
        </p:spPr>
        <p:txBody>
          <a:bodyPr wrap="square">
            <a:spAutoFit/>
          </a:bodyPr>
          <a:lstStyle/>
          <a:p>
            <a:pPr algn="ctr"/>
            <a:r>
              <a:rPr lang="en-IN" sz="1050" b="1" dirty="0">
                <a:solidFill>
                  <a:srgbClr val="FF0000"/>
                </a:solidFill>
              </a:rPr>
              <a:t>Almost equal Market share </a:t>
            </a:r>
          </a:p>
        </p:txBody>
      </p:sp>
      <p:sp>
        <p:nvSpPr>
          <p:cNvPr id="7169" name="Arrow: Striped Right 7168">
            <a:extLst>
              <a:ext uri="{FF2B5EF4-FFF2-40B4-BE49-F238E27FC236}">
                <a16:creationId xmlns:a16="http://schemas.microsoft.com/office/drawing/2014/main" id="{22553C7A-87D7-4843-A8AE-C42A26187B1C}"/>
              </a:ext>
            </a:extLst>
          </p:cNvPr>
          <p:cNvSpPr/>
          <p:nvPr/>
        </p:nvSpPr>
        <p:spPr>
          <a:xfrm>
            <a:off x="5414654" y="1441797"/>
            <a:ext cx="721120" cy="1329280"/>
          </a:xfrm>
          <a:prstGeom prst="stripedRightArrow">
            <a:avLst/>
          </a:prstGeom>
          <a:gradFill flip="none" rotWithShape="1">
            <a:gsLst>
              <a:gs pos="0">
                <a:schemeClr val="accent4">
                  <a:lumMod val="25000"/>
                  <a:lumOff val="75000"/>
                  <a:shade val="30000"/>
                  <a:satMod val="115000"/>
                </a:schemeClr>
              </a:gs>
              <a:gs pos="50000">
                <a:schemeClr val="accent4">
                  <a:lumMod val="25000"/>
                  <a:lumOff val="75000"/>
                  <a:shade val="67500"/>
                  <a:satMod val="115000"/>
                </a:schemeClr>
              </a:gs>
              <a:gs pos="100000">
                <a:schemeClr val="accent4">
                  <a:lumMod val="25000"/>
                  <a:lumOff val="75000"/>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b="1" dirty="0"/>
          </a:p>
        </p:txBody>
      </p:sp>
      <p:pic>
        <p:nvPicPr>
          <p:cNvPr id="7190" name="Picture 7189" descr="Shape&#10;&#10;Description automatically generated with low confidence">
            <a:extLst>
              <a:ext uri="{FF2B5EF4-FFF2-40B4-BE49-F238E27FC236}">
                <a16:creationId xmlns:a16="http://schemas.microsoft.com/office/drawing/2014/main" id="{67D1AC1E-AE27-47E6-AAED-9D7E92C17162}"/>
              </a:ext>
            </a:extLst>
          </p:cNvPr>
          <p:cNvPicPr>
            <a:picLocks noChangeAspect="1"/>
          </p:cNvPicPr>
          <p:nvPr/>
        </p:nvPicPr>
        <p:blipFill>
          <a:blip r:embed="rId6">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6382769" y="1035495"/>
            <a:ext cx="875677" cy="875677"/>
          </a:xfrm>
          <a:prstGeom prst="rect">
            <a:avLst/>
          </a:prstGeom>
        </p:spPr>
      </p:pic>
      <p:pic>
        <p:nvPicPr>
          <p:cNvPr id="7192" name="Picture 18" descr="Creative Vector Illustration Of Rating Customer Satisfaction Meter  Different Emotions Art Design From Red To Green Abstract Concept Graphic  Element Of Tachometer Speedometer Indicators Score Stock Illustration -  Download Image Now - iStock">
            <a:extLst>
              <a:ext uri="{FF2B5EF4-FFF2-40B4-BE49-F238E27FC236}">
                <a16:creationId xmlns:a16="http://schemas.microsoft.com/office/drawing/2014/main" id="{35457D51-A21F-47D0-BFA6-D1633420FD4F}"/>
              </a:ext>
            </a:extLst>
          </p:cNvPr>
          <p:cNvPicPr>
            <a:picLocks noChangeAspect="1" noChangeArrowheads="1"/>
          </p:cNvPicPr>
          <p:nvPr/>
        </p:nvPicPr>
        <p:blipFill>
          <a:blip r:embed="rId7" cstate="print">
            <a:extLst>
              <a:ext uri="{BEBA8EAE-BF5A-486C-A8C5-ECC9F3942E4B}">
                <a14:imgProps xmlns:a14="http://schemas.microsoft.com/office/drawing/2010/main">
                  <a14:imgLayer r:embed="rId8">
                    <a14:imgEffect>
                      <a14:backgroundRemoval t="10000" b="90000" l="10000" r="90000">
                        <a14:foregroundMark x1="21394" y1="47115" x2="21394" y2="47115"/>
                        <a14:foregroundMark x1="29327" y1="35096" x2="29327" y2="35096"/>
                        <a14:foregroundMark x1="40625" y1="29808" x2="40625" y2="29808"/>
                        <a14:foregroundMark x1="60096" y1="26683" x2="60096" y2="26683"/>
                        <a14:foregroundMark x1="73798" y1="44952" x2="73798" y2="44952"/>
                        <a14:foregroundMark x1="58894" y1="43029" x2="58894" y2="43029"/>
                        <a14:foregroundMark x1="49279" y1="53606" x2="49279" y2="53606"/>
                        <a14:foregroundMark x1="30048" y1="36779" x2="30048" y2="36779"/>
                        <a14:foregroundMark x1="37019" y1="34856" x2="37019" y2="34856"/>
                        <a14:foregroundMark x1="32452" y1="69471" x2="32452" y2="69471"/>
                        <a14:foregroundMark x1="46875" y1="70192" x2="46875" y2="70192"/>
                        <a14:foregroundMark x1="66827" y1="71154" x2="66827" y2="71154"/>
                      </a14:backgroundRemoval>
                    </a14:imgEffect>
                  </a14:imgLayer>
                </a14:imgProps>
              </a:ext>
              <a:ext uri="{28A0092B-C50C-407E-A947-70E740481C1C}">
                <a14:useLocalDpi xmlns:a14="http://schemas.microsoft.com/office/drawing/2010/main" val="0"/>
              </a:ext>
            </a:extLst>
          </a:blip>
          <a:srcRect/>
          <a:stretch>
            <a:fillRect/>
          </a:stretch>
        </p:blipFill>
        <p:spPr bwMode="auto">
          <a:xfrm>
            <a:off x="7884416" y="1015913"/>
            <a:ext cx="887328" cy="828531"/>
          </a:xfrm>
          <a:prstGeom prst="rect">
            <a:avLst/>
          </a:prstGeom>
          <a:noFill/>
          <a:extLst>
            <a:ext uri="{909E8E84-426E-40DD-AFC4-6F175D3DCCD1}">
              <a14:hiddenFill xmlns:a14="http://schemas.microsoft.com/office/drawing/2010/main">
                <a:solidFill>
                  <a:srgbClr val="FFFFFF"/>
                </a:solidFill>
              </a14:hiddenFill>
            </a:ext>
          </a:extLst>
        </p:spPr>
      </p:pic>
      <p:sp>
        <p:nvSpPr>
          <p:cNvPr id="103" name="Rectangle 102">
            <a:extLst>
              <a:ext uri="{FF2B5EF4-FFF2-40B4-BE49-F238E27FC236}">
                <a16:creationId xmlns:a16="http://schemas.microsoft.com/office/drawing/2014/main" id="{C6FFA048-05F8-4E98-87EB-42F60F4C08D4}"/>
              </a:ext>
            </a:extLst>
          </p:cNvPr>
          <p:cNvSpPr/>
          <p:nvPr/>
        </p:nvSpPr>
        <p:spPr>
          <a:xfrm>
            <a:off x="6229391" y="1039228"/>
            <a:ext cx="5811520" cy="1036875"/>
          </a:xfrm>
          <a:prstGeom prst="rect">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104" name="TextBox 103">
            <a:extLst>
              <a:ext uri="{FF2B5EF4-FFF2-40B4-BE49-F238E27FC236}">
                <a16:creationId xmlns:a16="http://schemas.microsoft.com/office/drawing/2014/main" id="{1F675D7D-F71A-4E4F-8C97-02EE876C4234}"/>
              </a:ext>
            </a:extLst>
          </p:cNvPr>
          <p:cNvSpPr txBox="1"/>
          <p:nvPr/>
        </p:nvSpPr>
        <p:spPr>
          <a:xfrm>
            <a:off x="8272934" y="721767"/>
            <a:ext cx="1475084" cy="307777"/>
          </a:xfrm>
          <a:prstGeom prst="rect">
            <a:avLst/>
          </a:prstGeom>
          <a:noFill/>
        </p:spPr>
        <p:txBody>
          <a:bodyPr wrap="none" rtlCol="0">
            <a:spAutoFit/>
          </a:bodyPr>
          <a:lstStyle/>
          <a:p>
            <a:r>
              <a:rPr lang="en-IN" sz="1400" b="1" dirty="0">
                <a:solidFill>
                  <a:schemeClr val="accent2">
                    <a:lumMod val="75000"/>
                  </a:schemeClr>
                </a:solidFill>
              </a:rPr>
              <a:t>Considerations</a:t>
            </a:r>
          </a:p>
        </p:txBody>
      </p:sp>
      <p:sp>
        <p:nvSpPr>
          <p:cNvPr id="7196" name="TextBox 7195">
            <a:extLst>
              <a:ext uri="{FF2B5EF4-FFF2-40B4-BE49-F238E27FC236}">
                <a16:creationId xmlns:a16="http://schemas.microsoft.com/office/drawing/2014/main" id="{9EA3EDB4-C112-4B4C-9E52-D4BCA29E65EF}"/>
              </a:ext>
            </a:extLst>
          </p:cNvPr>
          <p:cNvSpPr txBox="1"/>
          <p:nvPr/>
        </p:nvSpPr>
        <p:spPr>
          <a:xfrm>
            <a:off x="6278606" y="1697934"/>
            <a:ext cx="1222850" cy="369332"/>
          </a:xfrm>
          <a:prstGeom prst="rect">
            <a:avLst/>
          </a:prstGeom>
          <a:noFill/>
        </p:spPr>
        <p:txBody>
          <a:bodyPr wrap="square" rtlCol="0">
            <a:spAutoFit/>
          </a:bodyPr>
          <a:lstStyle/>
          <a:p>
            <a:pPr algn="ctr"/>
            <a:r>
              <a:rPr lang="en-IN" sz="900" b="1" dirty="0"/>
              <a:t>Increased Market Competition</a:t>
            </a:r>
          </a:p>
        </p:txBody>
      </p:sp>
      <p:sp>
        <p:nvSpPr>
          <p:cNvPr id="106" name="TextBox 105">
            <a:extLst>
              <a:ext uri="{FF2B5EF4-FFF2-40B4-BE49-F238E27FC236}">
                <a16:creationId xmlns:a16="http://schemas.microsoft.com/office/drawing/2014/main" id="{CB9DF4B9-3B05-410D-BCFC-FBCC9F965782}"/>
              </a:ext>
            </a:extLst>
          </p:cNvPr>
          <p:cNvSpPr txBox="1"/>
          <p:nvPr/>
        </p:nvSpPr>
        <p:spPr>
          <a:xfrm>
            <a:off x="7618921" y="1686329"/>
            <a:ext cx="1435083" cy="369332"/>
          </a:xfrm>
          <a:prstGeom prst="rect">
            <a:avLst/>
          </a:prstGeom>
          <a:noFill/>
        </p:spPr>
        <p:txBody>
          <a:bodyPr wrap="square" rtlCol="0">
            <a:spAutoFit/>
          </a:bodyPr>
          <a:lstStyle/>
          <a:p>
            <a:pPr algn="ctr"/>
            <a:r>
              <a:rPr lang="en-IN" sz="900" b="1" dirty="0"/>
              <a:t>Impact on Customer Experience</a:t>
            </a:r>
          </a:p>
        </p:txBody>
      </p:sp>
      <p:sp>
        <p:nvSpPr>
          <p:cNvPr id="107" name="TextBox 106">
            <a:extLst>
              <a:ext uri="{FF2B5EF4-FFF2-40B4-BE49-F238E27FC236}">
                <a16:creationId xmlns:a16="http://schemas.microsoft.com/office/drawing/2014/main" id="{82D6604B-E0AD-4055-96D6-C8435812194F}"/>
              </a:ext>
            </a:extLst>
          </p:cNvPr>
          <p:cNvSpPr txBox="1"/>
          <p:nvPr/>
        </p:nvSpPr>
        <p:spPr>
          <a:xfrm>
            <a:off x="10486569" y="1704863"/>
            <a:ext cx="1614269" cy="369332"/>
          </a:xfrm>
          <a:prstGeom prst="rect">
            <a:avLst/>
          </a:prstGeom>
          <a:noFill/>
        </p:spPr>
        <p:txBody>
          <a:bodyPr wrap="square" rtlCol="0">
            <a:spAutoFit/>
          </a:bodyPr>
          <a:lstStyle/>
          <a:p>
            <a:pPr algn="ctr"/>
            <a:r>
              <a:rPr lang="en-IN" sz="900" b="1" dirty="0"/>
              <a:t>Add-on Actives &amp;</a:t>
            </a:r>
          </a:p>
          <a:p>
            <a:pPr algn="ctr"/>
            <a:r>
              <a:rPr lang="en-IN" sz="900" b="1" dirty="0"/>
              <a:t>Impact on Time to Deliver</a:t>
            </a:r>
          </a:p>
        </p:txBody>
      </p:sp>
      <p:pic>
        <p:nvPicPr>
          <p:cNvPr id="110" name="Picture 24" descr="47,896 Update Cliparts, Stock Vector and Royalty Free Update Illustrations">
            <a:extLst>
              <a:ext uri="{FF2B5EF4-FFF2-40B4-BE49-F238E27FC236}">
                <a16:creationId xmlns:a16="http://schemas.microsoft.com/office/drawing/2014/main" id="{0212CC61-D2BD-48D8-B78E-CE712D0F0BCA}"/>
              </a:ext>
            </a:extLst>
          </p:cNvPr>
          <p:cNvPicPr>
            <a:picLocks noChangeAspect="1" noChangeArrowheads="1"/>
          </p:cNvPicPr>
          <p:nvPr/>
        </p:nvPicPr>
        <p:blipFill rotWithShape="1">
          <a:blip r:embed="rId9" cstate="print">
            <a:extLst>
              <a:ext uri="{BEBA8EAE-BF5A-486C-A8C5-ECC9F3942E4B}">
                <a14:imgProps xmlns:a14="http://schemas.microsoft.com/office/drawing/2010/main">
                  <a14:imgLayer r:embed="rId10">
                    <a14:imgEffect>
                      <a14:backgroundRemoval t="10000" b="90000" l="10000" r="90000">
                        <a14:foregroundMark x1="56000" y1="36667" x2="56000" y2="36667"/>
                        <a14:foregroundMark x1="62222" y1="41778" x2="62222" y2="41778"/>
                        <a14:foregroundMark x1="70667" y1="41111" x2="70667" y2="41111"/>
                        <a14:foregroundMark x1="76222" y1="26889" x2="76222" y2="26889"/>
                        <a14:foregroundMark x1="70889" y1="21111" x2="70889" y2="21111"/>
                        <a14:foregroundMark x1="66667" y1="19778" x2="66667" y2="19778"/>
                        <a14:foregroundMark x1="65778" y1="20444" x2="65778" y2="20444"/>
                        <a14:foregroundMark x1="62667" y1="20000" x2="62667" y2="20000"/>
                        <a14:foregroundMark x1="54444" y1="28444" x2="54444" y2="28444"/>
                        <a14:foregroundMark x1="70384" y1="34222" x2="70667" y2="34222"/>
                        <a14:foregroundMark x1="68687" y1="34222" x2="68829" y2="34222"/>
                        <a14:foregroundMark x1="61717" y1="34222" x2="62464" y2="34222"/>
                        <a14:foregroundMark x1="46667" y1="56444" x2="48222" y2="56444"/>
                        <a14:foregroundMark x1="44000" y1="56444" x2="50889" y2="56444"/>
                        <a14:foregroundMark x1="44000" y1="46667" x2="56222" y2="46889"/>
                        <a14:foregroundMark x1="56444" y1="47333" x2="56444" y2="52000"/>
                        <a14:foregroundMark x1="44222" y1="46889" x2="49111" y2="46889"/>
                        <a14:foregroundMark x1="43778" y1="47333" x2="43778" y2="51778"/>
                        <a14:backgroundMark x1="61778" y1="42222" x2="61778" y2="42222"/>
                        <a14:backgroundMark x1="70889" y1="35111" x2="70889" y2="35111"/>
                        <a14:backgroundMark x1="61556" y1="33778" x2="61556" y2="33778"/>
                        <a14:backgroundMark x1="62667" y1="33778" x2="62667" y2="33778"/>
                        <a14:backgroundMark x1="64000" y1="33778" x2="64000" y2="33778"/>
                        <a14:backgroundMark x1="66000" y1="33778" x2="66000" y2="33778"/>
                        <a14:backgroundMark x1="67778" y1="33778" x2="67778" y2="33778"/>
                        <a14:backgroundMark x1="70222" y1="33778" x2="70222" y2="33778"/>
                        <a14:backgroundMark x1="70889" y1="33778" x2="70889" y2="33778"/>
                        <a14:backgroundMark x1="65111" y1="33778" x2="65111" y2="33778"/>
                        <a14:backgroundMark x1="60667" y1="33778" x2="62000" y2="33778"/>
                        <a14:backgroundMark x1="62889" y1="33556" x2="69111" y2="33556"/>
                        <a14:backgroundMark x1="69111" y1="33778" x2="70667" y2="33778"/>
                      </a14:backgroundRemoval>
                    </a14:imgEffect>
                  </a14:imgLayer>
                </a14:imgProps>
              </a:ext>
              <a:ext uri="{28A0092B-C50C-407E-A947-70E740481C1C}">
                <a14:useLocalDpi xmlns:a14="http://schemas.microsoft.com/office/drawing/2010/main" val="0"/>
              </a:ext>
            </a:extLst>
          </a:blip>
          <a:srcRect l="14676" t="15701" r="11726" b="15794"/>
          <a:stretch/>
        </p:blipFill>
        <p:spPr bwMode="auto">
          <a:xfrm>
            <a:off x="9462613" y="1158120"/>
            <a:ext cx="700413" cy="651932"/>
          </a:xfrm>
          <a:prstGeom prst="rect">
            <a:avLst/>
          </a:prstGeom>
          <a:noFill/>
          <a:extLst>
            <a:ext uri="{909E8E84-426E-40DD-AFC4-6F175D3DCCD1}">
              <a14:hiddenFill xmlns:a14="http://schemas.microsoft.com/office/drawing/2010/main">
                <a:solidFill>
                  <a:srgbClr val="FFFFFF"/>
                </a:solidFill>
              </a14:hiddenFill>
            </a:ext>
          </a:extLst>
        </p:spPr>
      </p:pic>
      <p:sp>
        <p:nvSpPr>
          <p:cNvPr id="111" name="TextBox 110">
            <a:extLst>
              <a:ext uri="{FF2B5EF4-FFF2-40B4-BE49-F238E27FC236}">
                <a16:creationId xmlns:a16="http://schemas.microsoft.com/office/drawing/2014/main" id="{9359354E-1639-4005-A58B-6F3A50C0D11C}"/>
              </a:ext>
            </a:extLst>
          </p:cNvPr>
          <p:cNvSpPr txBox="1"/>
          <p:nvPr/>
        </p:nvSpPr>
        <p:spPr>
          <a:xfrm>
            <a:off x="9103119" y="1807854"/>
            <a:ext cx="1435083" cy="230832"/>
          </a:xfrm>
          <a:prstGeom prst="rect">
            <a:avLst/>
          </a:prstGeom>
          <a:noFill/>
        </p:spPr>
        <p:txBody>
          <a:bodyPr wrap="square" rtlCol="0">
            <a:spAutoFit/>
          </a:bodyPr>
          <a:lstStyle/>
          <a:p>
            <a:pPr algn="ctr"/>
            <a:r>
              <a:rPr lang="en-IN" sz="900" b="1" dirty="0"/>
              <a:t>System Capability </a:t>
            </a:r>
          </a:p>
        </p:txBody>
      </p:sp>
      <p:grpSp>
        <p:nvGrpSpPr>
          <p:cNvPr id="7184" name="Group 7183">
            <a:extLst>
              <a:ext uri="{FF2B5EF4-FFF2-40B4-BE49-F238E27FC236}">
                <a16:creationId xmlns:a16="http://schemas.microsoft.com/office/drawing/2014/main" id="{5D6DE781-23EB-43D5-82B6-C5FFD40EEE65}"/>
              </a:ext>
            </a:extLst>
          </p:cNvPr>
          <p:cNvGrpSpPr/>
          <p:nvPr/>
        </p:nvGrpSpPr>
        <p:grpSpPr>
          <a:xfrm>
            <a:off x="6715087" y="2067266"/>
            <a:ext cx="4889967" cy="4615566"/>
            <a:chOff x="6619645" y="704681"/>
            <a:chExt cx="5502871" cy="5418216"/>
          </a:xfrm>
        </p:grpSpPr>
        <p:sp>
          <p:nvSpPr>
            <p:cNvPr id="7168" name="Flowchart: Off-page Connector 7167">
              <a:extLst>
                <a:ext uri="{FF2B5EF4-FFF2-40B4-BE49-F238E27FC236}">
                  <a16:creationId xmlns:a16="http://schemas.microsoft.com/office/drawing/2014/main" id="{E4FB6083-63F7-4A94-8E36-FA6FF9760FFF}"/>
                </a:ext>
              </a:extLst>
            </p:cNvPr>
            <p:cNvSpPr/>
            <p:nvPr/>
          </p:nvSpPr>
          <p:spPr>
            <a:xfrm>
              <a:off x="6639114" y="704681"/>
              <a:ext cx="5483402" cy="809224"/>
            </a:xfrm>
            <a:prstGeom prst="flowChartOffpageConnector">
              <a:avLst/>
            </a:prstGeom>
            <a:gradFill flip="none" rotWithShape="1">
              <a:gsLst>
                <a:gs pos="0">
                  <a:schemeClr val="accent4">
                    <a:lumMod val="50000"/>
                    <a:lumOff val="50000"/>
                    <a:shade val="30000"/>
                    <a:satMod val="115000"/>
                  </a:schemeClr>
                </a:gs>
                <a:gs pos="50000">
                  <a:schemeClr val="accent4">
                    <a:lumMod val="50000"/>
                    <a:lumOff val="50000"/>
                    <a:shade val="67500"/>
                    <a:satMod val="115000"/>
                  </a:schemeClr>
                </a:gs>
                <a:gs pos="100000">
                  <a:schemeClr val="accent4">
                    <a:lumMod val="50000"/>
                    <a:lumOff val="50000"/>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t>The MNP readiness assessment initiative would ensure timely preparation for MNP adoption by - </a:t>
              </a:r>
            </a:p>
          </p:txBody>
        </p:sp>
        <p:sp>
          <p:nvSpPr>
            <p:cNvPr id="7173" name="TextBox 7172">
              <a:extLst>
                <a:ext uri="{FF2B5EF4-FFF2-40B4-BE49-F238E27FC236}">
                  <a16:creationId xmlns:a16="http://schemas.microsoft.com/office/drawing/2014/main" id="{D99712B7-E633-4A36-A306-CB323E543093}"/>
                </a:ext>
              </a:extLst>
            </p:cNvPr>
            <p:cNvSpPr txBox="1"/>
            <p:nvPr/>
          </p:nvSpPr>
          <p:spPr>
            <a:xfrm>
              <a:off x="7242806" y="1765970"/>
              <a:ext cx="4642464" cy="972000"/>
            </a:xfrm>
            <a:prstGeom prst="roundRect">
              <a:avLst/>
            </a:prstGeom>
            <a:gradFill flip="none" rotWithShape="1">
              <a:gsLst>
                <a:gs pos="0">
                  <a:schemeClr val="accent2">
                    <a:lumMod val="75000"/>
                    <a:shade val="30000"/>
                    <a:satMod val="115000"/>
                  </a:schemeClr>
                </a:gs>
                <a:gs pos="50000">
                  <a:schemeClr val="accent2">
                    <a:lumMod val="75000"/>
                    <a:shade val="67500"/>
                    <a:satMod val="115000"/>
                  </a:schemeClr>
                </a:gs>
                <a:gs pos="100000">
                  <a:schemeClr val="accent2">
                    <a:lumMod val="75000"/>
                    <a:shade val="100000"/>
                    <a:satMod val="115000"/>
                  </a:schemeClr>
                </a:gs>
              </a:gsLst>
              <a:lin ang="2700000" scaled="1"/>
              <a:tileRect/>
            </a:gradFill>
            <a:effectLst>
              <a:outerShdw blurRad="50800" dist="38100" dir="2700000" algn="tl" rotWithShape="0">
                <a:prstClr val="black">
                  <a:alpha val="40000"/>
                </a:prstClr>
              </a:outerShdw>
            </a:effectLst>
          </p:spPr>
          <p:txBody>
            <a:bodyPr wrap="square" lIns="288000" rtlCol="0" anchor="ctr">
              <a:noAutofit/>
            </a:bodyPr>
            <a:lstStyle/>
            <a:p>
              <a:r>
                <a:rPr lang="en-IN" sz="1100" dirty="0">
                  <a:solidFill>
                    <a:schemeClr val="bg1"/>
                  </a:solidFill>
                </a:rPr>
                <a:t>Identifying the changes needed in the business processes to handle various number portability scenarios </a:t>
              </a:r>
            </a:p>
          </p:txBody>
        </p:sp>
        <p:sp>
          <p:nvSpPr>
            <p:cNvPr id="73" name="TextBox 72">
              <a:extLst>
                <a:ext uri="{FF2B5EF4-FFF2-40B4-BE49-F238E27FC236}">
                  <a16:creationId xmlns:a16="http://schemas.microsoft.com/office/drawing/2014/main" id="{BE2737BF-D182-480A-B440-B3FC34EFC393}"/>
                </a:ext>
              </a:extLst>
            </p:cNvPr>
            <p:cNvSpPr txBox="1"/>
            <p:nvPr/>
          </p:nvSpPr>
          <p:spPr>
            <a:xfrm>
              <a:off x="7242804" y="2893258"/>
              <a:ext cx="4642464" cy="972000"/>
            </a:xfrm>
            <a:prstGeom prst="roundRect">
              <a:avLst/>
            </a:prstGeom>
            <a:gradFill flip="none" rotWithShape="1">
              <a:gsLst>
                <a:gs pos="0">
                  <a:srgbClr val="12ABDB">
                    <a:shade val="30000"/>
                    <a:satMod val="115000"/>
                  </a:srgbClr>
                </a:gs>
                <a:gs pos="50000">
                  <a:srgbClr val="12ABDB">
                    <a:shade val="67500"/>
                    <a:satMod val="115000"/>
                  </a:srgbClr>
                </a:gs>
                <a:gs pos="100000">
                  <a:srgbClr val="12ABDB">
                    <a:shade val="100000"/>
                    <a:satMod val="115000"/>
                  </a:srgb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88000" rtlCol="0" anchor="ctr">
              <a:noAutofit/>
            </a:bodyPr>
            <a:lstStyle>
              <a:defPPr>
                <a:defRPr lang="de-DE"/>
              </a:defPPr>
              <a:lvl1pPr algn="ctr">
                <a:defRPr sz="16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IN" sz="1100" dirty="0"/>
                <a:t>Defining strategy for modifying existing or creating new products/ offerings and enabling features that would help in winning new customers, retaining existing customers and avoiding churn in the MNP environment</a:t>
              </a:r>
            </a:p>
          </p:txBody>
        </p:sp>
        <p:sp>
          <p:nvSpPr>
            <p:cNvPr id="74" name="TextBox 73">
              <a:extLst>
                <a:ext uri="{FF2B5EF4-FFF2-40B4-BE49-F238E27FC236}">
                  <a16:creationId xmlns:a16="http://schemas.microsoft.com/office/drawing/2014/main" id="{014A35DE-B429-4F22-B5F9-C6D92ECBDDC6}"/>
                </a:ext>
              </a:extLst>
            </p:cNvPr>
            <p:cNvSpPr txBox="1"/>
            <p:nvPr/>
          </p:nvSpPr>
          <p:spPr>
            <a:xfrm>
              <a:off x="7238092" y="4023610"/>
              <a:ext cx="4642463" cy="972000"/>
            </a:xfrm>
            <a:prstGeom prst="roundRect">
              <a:avLst/>
            </a:prstGeom>
            <a:gradFill flip="none" rotWithShape="1">
              <a:gsLst>
                <a:gs pos="0">
                  <a:schemeClr val="accent2">
                    <a:lumMod val="60000"/>
                    <a:lumOff val="40000"/>
                    <a:shade val="30000"/>
                    <a:satMod val="115000"/>
                  </a:schemeClr>
                </a:gs>
                <a:gs pos="50000">
                  <a:schemeClr val="accent2">
                    <a:lumMod val="60000"/>
                    <a:lumOff val="40000"/>
                    <a:shade val="67500"/>
                    <a:satMod val="115000"/>
                  </a:schemeClr>
                </a:gs>
                <a:gs pos="100000">
                  <a:schemeClr val="accent2">
                    <a:lumMod val="60000"/>
                    <a:lumOff val="40000"/>
                    <a:shade val="100000"/>
                    <a:satMod val="115000"/>
                  </a:schemeClr>
                </a:gs>
              </a:gsLst>
              <a:lin ang="2700000" scaled="1"/>
              <a:tileRect/>
            </a:gradFill>
            <a:effectLst>
              <a:outerShdw blurRad="50800" dist="38100" dir="2700000" algn="tl" rotWithShape="0">
                <a:prstClr val="black">
                  <a:alpha val="40000"/>
                </a:prstClr>
              </a:outerShdw>
            </a:effectLst>
          </p:spPr>
          <p:txBody>
            <a:bodyPr wrap="square" lIns="288000" rtlCol="0" anchor="ctr">
              <a:noAutofit/>
            </a:bodyPr>
            <a:lstStyle/>
            <a:p>
              <a:r>
                <a:rPr lang="en-IN" sz="1100" dirty="0">
                  <a:solidFill>
                    <a:schemeClr val="bg1"/>
                  </a:solidFill>
                </a:rPr>
                <a:t>Assessing the minimum readiness needed in the OSS/ BSS environment to enable MNP including integration points.</a:t>
              </a:r>
            </a:p>
          </p:txBody>
        </p:sp>
        <p:sp>
          <p:nvSpPr>
            <p:cNvPr id="75" name="TextBox 74">
              <a:extLst>
                <a:ext uri="{FF2B5EF4-FFF2-40B4-BE49-F238E27FC236}">
                  <a16:creationId xmlns:a16="http://schemas.microsoft.com/office/drawing/2014/main" id="{7314028F-3FD3-46B4-8E48-6E18B305F80F}"/>
                </a:ext>
              </a:extLst>
            </p:cNvPr>
            <p:cNvSpPr txBox="1"/>
            <p:nvPr/>
          </p:nvSpPr>
          <p:spPr>
            <a:xfrm>
              <a:off x="7238092" y="5150897"/>
              <a:ext cx="4647175" cy="972000"/>
            </a:xfrm>
            <a:prstGeom prst="roundRect">
              <a:avLst/>
            </a:prstGeom>
            <a:gradFill flip="none" rotWithShape="1">
              <a:gsLst>
                <a:gs pos="0">
                  <a:srgbClr val="A8D6ED">
                    <a:shade val="30000"/>
                    <a:satMod val="115000"/>
                  </a:srgbClr>
                </a:gs>
                <a:gs pos="50000">
                  <a:srgbClr val="A8D6ED">
                    <a:shade val="67500"/>
                    <a:satMod val="115000"/>
                  </a:srgbClr>
                </a:gs>
                <a:gs pos="100000">
                  <a:srgbClr val="A8D6ED">
                    <a:shade val="100000"/>
                    <a:satMod val="115000"/>
                  </a:srgbClr>
                </a:gs>
              </a:gsLst>
              <a:lin ang="2700000" scaled="1"/>
              <a:tileRect/>
            </a:gradFill>
            <a:effectLst>
              <a:outerShdw blurRad="50800" dist="38100" dir="2700000" algn="tl" rotWithShape="0">
                <a:prstClr val="black">
                  <a:alpha val="40000"/>
                </a:prstClr>
              </a:outerShdw>
            </a:effectLst>
          </p:spPr>
          <p:txBody>
            <a:bodyPr wrap="square" lIns="288000" rtlCol="0" anchor="ctr">
              <a:noAutofit/>
            </a:bodyPr>
            <a:lstStyle/>
            <a:p>
              <a:r>
                <a:rPr lang="en-IN" sz="1100" dirty="0">
                  <a:solidFill>
                    <a:schemeClr val="bg1"/>
                  </a:solidFill>
                </a:rPr>
                <a:t>Evaluating the existing customer touchpoints and identifying opportunities to enable seamless MNP experience for the customers</a:t>
              </a:r>
            </a:p>
          </p:txBody>
        </p:sp>
        <p:sp>
          <p:nvSpPr>
            <p:cNvPr id="7179" name="Oval 7178">
              <a:extLst>
                <a:ext uri="{FF2B5EF4-FFF2-40B4-BE49-F238E27FC236}">
                  <a16:creationId xmlns:a16="http://schemas.microsoft.com/office/drawing/2014/main" id="{97BAC8B8-7139-4DB2-91F7-3C7D3CBEF3FB}"/>
                </a:ext>
              </a:extLst>
            </p:cNvPr>
            <p:cNvSpPr/>
            <p:nvPr/>
          </p:nvSpPr>
          <p:spPr>
            <a:xfrm>
              <a:off x="6639150" y="1852256"/>
              <a:ext cx="792000" cy="791999"/>
            </a:xfrm>
            <a:prstGeom prst="ellipse">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2700000" scaled="1"/>
              <a:tileRect/>
            </a:gra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pic>
          <p:nvPicPr>
            <p:cNvPr id="7176" name="Picture 7175" descr="Icon&#10;&#10;Description automatically generated">
              <a:extLst>
                <a:ext uri="{FF2B5EF4-FFF2-40B4-BE49-F238E27FC236}">
                  <a16:creationId xmlns:a16="http://schemas.microsoft.com/office/drawing/2014/main" id="{2E09D943-374B-438D-A3E3-AE5EA8F1BFEF}"/>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819730" y="2052513"/>
              <a:ext cx="391830" cy="394496"/>
            </a:xfrm>
            <a:prstGeom prst="rect">
              <a:avLst/>
            </a:prstGeom>
            <a:ln>
              <a:noFill/>
            </a:ln>
            <a:effectLst/>
          </p:spPr>
        </p:pic>
        <p:sp>
          <p:nvSpPr>
            <p:cNvPr id="81" name="Oval 80">
              <a:extLst>
                <a:ext uri="{FF2B5EF4-FFF2-40B4-BE49-F238E27FC236}">
                  <a16:creationId xmlns:a16="http://schemas.microsoft.com/office/drawing/2014/main" id="{D75F7CAD-DCA0-41CA-8F49-0C5D7ED6BBDC}"/>
                </a:ext>
              </a:extLst>
            </p:cNvPr>
            <p:cNvSpPr/>
            <p:nvPr/>
          </p:nvSpPr>
          <p:spPr>
            <a:xfrm>
              <a:off x="6639150" y="2969851"/>
              <a:ext cx="792000" cy="791999"/>
            </a:xfrm>
            <a:prstGeom prst="ellipse">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2700000" scaled="1"/>
              <a:tileRect/>
            </a:gra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pic>
          <p:nvPicPr>
            <p:cNvPr id="7178" name="Picture 7177" descr="Shape&#10;&#10;Description automatically generated">
              <a:extLst>
                <a:ext uri="{FF2B5EF4-FFF2-40B4-BE49-F238E27FC236}">
                  <a16:creationId xmlns:a16="http://schemas.microsoft.com/office/drawing/2014/main" id="{44D28CA1-3C74-417A-ABF2-391193CE7790}"/>
                </a:ext>
              </a:extLst>
            </p:cNvPr>
            <p:cNvPicPr>
              <a:picLocks noChangeAspect="1"/>
            </p:cNvPicPr>
            <p:nvPr/>
          </p:nvPicPr>
          <p:blipFill>
            <a:blip r:embed="rId12" cstate="print">
              <a:duotone>
                <a:schemeClr val="accent2">
                  <a:shade val="45000"/>
                  <a:satMod val="135000"/>
                </a:schemeClr>
                <a:prstClr val="white"/>
              </a:duotone>
              <a:alphaModFix amt="70000"/>
              <a:extLst>
                <a:ext uri="{28A0092B-C50C-407E-A947-70E740481C1C}">
                  <a14:useLocalDpi xmlns:a14="http://schemas.microsoft.com/office/drawing/2010/main" val="0"/>
                </a:ext>
              </a:extLst>
            </a:blip>
            <a:stretch>
              <a:fillRect/>
            </a:stretch>
          </p:blipFill>
          <p:spPr>
            <a:xfrm>
              <a:off x="6835656" y="3164420"/>
              <a:ext cx="398916" cy="381630"/>
            </a:xfrm>
            <a:prstGeom prst="rect">
              <a:avLst/>
            </a:prstGeom>
            <a:effectLst>
              <a:outerShdw blurRad="50800" dist="38100" dir="2700000" algn="tl" rotWithShape="0">
                <a:prstClr val="black">
                  <a:alpha val="40000"/>
                </a:prstClr>
              </a:outerShdw>
            </a:effectLst>
          </p:spPr>
        </p:pic>
        <p:sp>
          <p:nvSpPr>
            <p:cNvPr id="83" name="Oval 82">
              <a:extLst>
                <a:ext uri="{FF2B5EF4-FFF2-40B4-BE49-F238E27FC236}">
                  <a16:creationId xmlns:a16="http://schemas.microsoft.com/office/drawing/2014/main" id="{1B3BA09C-752F-48D4-8872-20C2E676B9A6}"/>
                </a:ext>
              </a:extLst>
            </p:cNvPr>
            <p:cNvSpPr/>
            <p:nvPr/>
          </p:nvSpPr>
          <p:spPr>
            <a:xfrm>
              <a:off x="6639114" y="4112077"/>
              <a:ext cx="792000" cy="791999"/>
            </a:xfrm>
            <a:prstGeom prst="ellipse">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2700000" scaled="1"/>
              <a:tileRect/>
            </a:gra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88" name="Oval 87">
              <a:extLst>
                <a:ext uri="{FF2B5EF4-FFF2-40B4-BE49-F238E27FC236}">
                  <a16:creationId xmlns:a16="http://schemas.microsoft.com/office/drawing/2014/main" id="{96739BAE-8EBF-47A4-BD16-7BE47436F82B}"/>
                </a:ext>
              </a:extLst>
            </p:cNvPr>
            <p:cNvSpPr/>
            <p:nvPr/>
          </p:nvSpPr>
          <p:spPr>
            <a:xfrm>
              <a:off x="6619645" y="5242428"/>
              <a:ext cx="792000" cy="792000"/>
            </a:xfrm>
            <a:prstGeom prst="ellipse">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2700000" scaled="1"/>
              <a:tileRect/>
            </a:gra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pic>
          <p:nvPicPr>
            <p:cNvPr id="7182" name="Picture 8" descr="Customer Touch Point Icon, HD Png Download , Transparent Png Image - PNGitem">
              <a:extLst>
                <a:ext uri="{FF2B5EF4-FFF2-40B4-BE49-F238E27FC236}">
                  <a16:creationId xmlns:a16="http://schemas.microsoft.com/office/drawing/2014/main" id="{43BF0BF4-0994-4451-98D6-3009366C461A}"/>
                </a:ext>
              </a:extLst>
            </p:cNvPr>
            <p:cNvPicPr>
              <a:picLocks noChangeAspect="1" noChangeArrowheads="1"/>
            </p:cNvPicPr>
            <p:nvPr/>
          </p:nvPicPr>
          <p:blipFill>
            <a:blip r:embed="rId13" cstate="print">
              <a:extLst>
                <a:ext uri="{BEBA8EAE-BF5A-486C-A8C5-ECC9F3942E4B}">
                  <a14:imgProps xmlns:a14="http://schemas.microsoft.com/office/drawing/2010/main">
                    <a14:imgLayer r:embed="rId14">
                      <a14:imgEffect>
                        <a14:backgroundRemoval t="5823" b="92025" l="10000" r="90000">
                          <a14:foregroundMark x1="30465" y1="15443" x2="29884" y2="18101"/>
                          <a14:foregroundMark x1="43488" y1="5949" x2="45698" y2="6709"/>
                          <a14:foregroundMark x1="48488" y1="13924" x2="49302" y2="14557"/>
                          <a14:foregroundMark x1="39651" y1="24177" x2="39651" y2="24177"/>
                          <a14:foregroundMark x1="53140" y1="92025" x2="53140" y2="92025"/>
                        </a14:backgroundRemoval>
                      </a14:imgEffect>
                    </a14:imgLayer>
                  </a14:imgProps>
                </a:ext>
                <a:ext uri="{28A0092B-C50C-407E-A947-70E740481C1C}">
                  <a14:useLocalDpi xmlns:a14="http://schemas.microsoft.com/office/drawing/2010/main" val="0"/>
                </a:ext>
              </a:extLst>
            </a:blip>
            <a:srcRect/>
            <a:stretch>
              <a:fillRect/>
            </a:stretch>
          </p:blipFill>
          <p:spPr bwMode="auto">
            <a:xfrm>
              <a:off x="6710833" y="5339023"/>
              <a:ext cx="648563" cy="595746"/>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7183" name="Picture 10" descr="Shopping Cart">
              <a:extLst>
                <a:ext uri="{FF2B5EF4-FFF2-40B4-BE49-F238E27FC236}">
                  <a16:creationId xmlns:a16="http://schemas.microsoft.com/office/drawing/2014/main" id="{13CDD0E3-04D0-423B-89CF-54BF70DF6019}"/>
                </a:ext>
              </a:extLst>
            </p:cNvPr>
            <p:cNvPicPr>
              <a:picLocks noChangeAspect="1" noChangeArrowheads="1"/>
            </p:cNvPicPr>
            <p:nvPr/>
          </p:nvPicPr>
          <p:blipFill>
            <a:blip r:embed="rId15" cstate="print">
              <a:duotone>
                <a:schemeClr val="accent1">
                  <a:shade val="45000"/>
                  <a:satMod val="135000"/>
                </a:schemeClr>
                <a:prstClr val="white"/>
              </a:duotone>
              <a:extLst>
                <a:ext uri="{BEBA8EAE-BF5A-486C-A8C5-ECC9F3942E4B}">
                  <a14:imgProps xmlns:a14="http://schemas.microsoft.com/office/drawing/2010/main">
                    <a14:imgLayer r:embed="rId16">
                      <a14:imgEffect>
                        <a14:backgroundRemoval t="2500" b="91923" l="10000" r="90000">
                          <a14:foregroundMark x1="53556" y1="17115" x2="51778" y2="24231"/>
                          <a14:foregroundMark x1="53444" y1="13846" x2="64778" y2="12115"/>
                          <a14:foregroundMark x1="70000" y1="19038" x2="62111" y2="2692"/>
                          <a14:foregroundMark x1="62667" y1="32692" x2="61667" y2="27115"/>
                          <a14:foregroundMark x1="46556" y1="91923" x2="47667" y2="89231"/>
                          <a14:foregroundMark x1="62333" y1="73077" x2="68667" y2="64808"/>
                          <a14:foregroundMark x1="68667" y1="64808" x2="68778" y2="64423"/>
                          <a14:foregroundMark x1="26667" y1="22885" x2="22556" y2="44808"/>
                          <a14:foregroundMark x1="22556" y1="44808" x2="24778" y2="64423"/>
                          <a14:foregroundMark x1="24778" y1="64423" x2="32111" y2="70769"/>
                          <a14:foregroundMark x1="32111" y1="70769" x2="32111" y2="70769"/>
                        </a14:backgroundRemoval>
                      </a14:imgEffect>
                    </a14:imgLayer>
                  </a14:imgProps>
                </a:ext>
                <a:ext uri="{28A0092B-C50C-407E-A947-70E740481C1C}">
                  <a14:useLocalDpi xmlns:a14="http://schemas.microsoft.com/office/drawing/2010/main" val="0"/>
                </a:ext>
              </a:extLst>
            </a:blip>
            <a:srcRect/>
            <a:stretch>
              <a:fillRect/>
            </a:stretch>
          </p:blipFill>
          <p:spPr bwMode="auto">
            <a:xfrm>
              <a:off x="6720796" y="4329771"/>
              <a:ext cx="690849" cy="39915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25" name="Group 224">
            <a:extLst>
              <a:ext uri="{FF2B5EF4-FFF2-40B4-BE49-F238E27FC236}">
                <a16:creationId xmlns:a16="http://schemas.microsoft.com/office/drawing/2014/main" id="{8301E493-CD81-4750-8A22-F44B63296545}"/>
              </a:ext>
            </a:extLst>
          </p:cNvPr>
          <p:cNvGrpSpPr/>
          <p:nvPr/>
        </p:nvGrpSpPr>
        <p:grpSpPr>
          <a:xfrm>
            <a:off x="11086261" y="1251004"/>
            <a:ext cx="518793" cy="530849"/>
            <a:chOff x="11270339" y="1165122"/>
            <a:chExt cx="518793" cy="530849"/>
          </a:xfrm>
        </p:grpSpPr>
        <p:pic>
          <p:nvPicPr>
            <p:cNvPr id="7195" name="Picture 7194" descr="Shape&#10;&#10;Description automatically generated with medium confidence">
              <a:extLst>
                <a:ext uri="{FF2B5EF4-FFF2-40B4-BE49-F238E27FC236}">
                  <a16:creationId xmlns:a16="http://schemas.microsoft.com/office/drawing/2014/main" id="{B4160D5D-24F6-4772-A3CA-555F125FA58D}"/>
                </a:ext>
              </a:extLst>
            </p:cNvPr>
            <p:cNvPicPr>
              <a:picLocks noChangeAspect="1"/>
            </p:cNvPicPr>
            <p:nvPr/>
          </p:nvPicPr>
          <p:blipFill>
            <a:blip r:embed="rId17"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1270339" y="1165122"/>
              <a:ext cx="257713" cy="292565"/>
            </a:xfrm>
            <a:prstGeom prst="rect">
              <a:avLst/>
            </a:prstGeom>
          </p:spPr>
        </p:pic>
        <p:pic>
          <p:nvPicPr>
            <p:cNvPr id="7199" name="Picture 26" descr="47,658 Man Running Illustrations &amp; Clip Art - iStock">
              <a:extLst>
                <a:ext uri="{FF2B5EF4-FFF2-40B4-BE49-F238E27FC236}">
                  <a16:creationId xmlns:a16="http://schemas.microsoft.com/office/drawing/2014/main" id="{4018D381-BF6E-45F2-9B5D-D26BA6CFC3EB}"/>
                </a:ext>
              </a:extLst>
            </p:cNvPr>
            <p:cNvPicPr>
              <a:picLocks noChangeAspect="1" noChangeArrowheads="1"/>
            </p:cNvPicPr>
            <p:nvPr/>
          </p:nvPicPr>
          <p:blipFill rotWithShape="1">
            <a:blip r:embed="rId18" cstate="print">
              <a:duotone>
                <a:schemeClr val="accent1">
                  <a:shade val="45000"/>
                  <a:satMod val="135000"/>
                </a:schemeClr>
                <a:prstClr val="white"/>
              </a:duotone>
              <a:extLst>
                <a:ext uri="{BEBA8EAE-BF5A-486C-A8C5-ECC9F3942E4B}">
                  <a14:imgProps xmlns:a14="http://schemas.microsoft.com/office/drawing/2010/main">
                    <a14:imgLayer r:embed="rId19">
                      <a14:imgEffect>
                        <a14:backgroundRemoval t="10000" b="90000" l="10000" r="90000">
                          <a14:foregroundMark x1="57680" y1="20425" x2="57680" y2="20425"/>
                          <a14:foregroundMark x1="73039" y1="44935" x2="73039" y2="44935"/>
                          <a14:foregroundMark x1="31699" y1="66830" x2="31699" y2="66830"/>
                        </a14:backgroundRemoval>
                      </a14:imgEffect>
                    </a14:imgLayer>
                  </a14:imgProps>
                </a:ext>
                <a:ext uri="{28A0092B-C50C-407E-A947-70E740481C1C}">
                  <a14:useLocalDpi xmlns:a14="http://schemas.microsoft.com/office/drawing/2010/main" val="0"/>
                </a:ext>
              </a:extLst>
            </a:blip>
            <a:srcRect l="17251" t="14079" r="17145" b="15606"/>
            <a:stretch/>
          </p:blipFill>
          <p:spPr bwMode="auto">
            <a:xfrm>
              <a:off x="11314134" y="1186856"/>
              <a:ext cx="474998" cy="509115"/>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227" name="Straight Connector 226">
            <a:extLst>
              <a:ext uri="{FF2B5EF4-FFF2-40B4-BE49-F238E27FC236}">
                <a16:creationId xmlns:a16="http://schemas.microsoft.com/office/drawing/2014/main" id="{F67B83D8-2D94-4ABD-B41C-3A6710EB4F76}"/>
              </a:ext>
            </a:extLst>
          </p:cNvPr>
          <p:cNvCxnSpPr/>
          <p:nvPr/>
        </p:nvCxnSpPr>
        <p:spPr>
          <a:xfrm>
            <a:off x="7598228" y="1182889"/>
            <a:ext cx="0" cy="81741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42EE2DF2-C2DF-4302-B7F9-02E13E1D4D79}"/>
              </a:ext>
            </a:extLst>
          </p:cNvPr>
          <p:cNvCxnSpPr/>
          <p:nvPr/>
        </p:nvCxnSpPr>
        <p:spPr>
          <a:xfrm>
            <a:off x="9081347" y="1182889"/>
            <a:ext cx="0" cy="81741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ACE99854-77D0-486A-8F80-15FEFEDD51AE}"/>
              </a:ext>
            </a:extLst>
          </p:cNvPr>
          <p:cNvCxnSpPr/>
          <p:nvPr/>
        </p:nvCxnSpPr>
        <p:spPr>
          <a:xfrm>
            <a:off x="10546079" y="1182889"/>
            <a:ext cx="0" cy="81741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29" name="TextBox 228">
            <a:extLst>
              <a:ext uri="{FF2B5EF4-FFF2-40B4-BE49-F238E27FC236}">
                <a16:creationId xmlns:a16="http://schemas.microsoft.com/office/drawing/2014/main" id="{99F82B79-4DB7-4809-BE94-72A9234F414B}"/>
              </a:ext>
            </a:extLst>
          </p:cNvPr>
          <p:cNvSpPr txBox="1"/>
          <p:nvPr/>
        </p:nvSpPr>
        <p:spPr>
          <a:xfrm>
            <a:off x="375602" y="6635870"/>
            <a:ext cx="3851339" cy="215444"/>
          </a:xfrm>
          <a:prstGeom prst="rect">
            <a:avLst/>
          </a:prstGeom>
          <a:noFill/>
        </p:spPr>
        <p:txBody>
          <a:bodyPr wrap="square" rtlCol="0">
            <a:spAutoFit/>
          </a:bodyPr>
          <a:lstStyle/>
          <a:p>
            <a:r>
              <a:rPr lang="en-IN" sz="800" dirty="0"/>
              <a:t>Source: </a:t>
            </a:r>
            <a:r>
              <a:rPr lang="en-IN" sz="800" dirty="0">
                <a:hlinkClick r:id="rId20"/>
              </a:rPr>
              <a:t>https://www.ict.gov.sc</a:t>
            </a:r>
            <a:r>
              <a:rPr lang="en-IN" sz="800" dirty="0"/>
              <a:t>, </a:t>
            </a:r>
            <a:r>
              <a:rPr lang="en-IN" sz="800" dirty="0">
                <a:hlinkClick r:id="rId21"/>
              </a:rPr>
              <a:t>https://www.worldometers.info/</a:t>
            </a:r>
            <a:r>
              <a:rPr lang="en-IN" sz="800" dirty="0"/>
              <a:t> </a:t>
            </a:r>
          </a:p>
        </p:txBody>
      </p:sp>
    </p:spTree>
    <p:extLst>
      <p:ext uri="{BB962C8B-B14F-4D97-AF65-F5344CB8AC3E}">
        <p14:creationId xmlns:p14="http://schemas.microsoft.com/office/powerpoint/2010/main" val="62160011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473938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Rectangle: Rounded Corners 81">
            <a:extLst>
              <a:ext uri="{FF2B5EF4-FFF2-40B4-BE49-F238E27FC236}">
                <a16:creationId xmlns:a16="http://schemas.microsoft.com/office/drawing/2014/main" id="{354B70D0-3043-45FD-8537-39AB2F742C23}"/>
              </a:ext>
            </a:extLst>
          </p:cNvPr>
          <p:cNvSpPr/>
          <p:nvPr/>
        </p:nvSpPr>
        <p:spPr>
          <a:xfrm>
            <a:off x="881743" y="4224731"/>
            <a:ext cx="3200727" cy="338554"/>
          </a:xfrm>
          <a:prstGeom prst="roundRect">
            <a:avLst/>
          </a:prstGeom>
          <a:gradFill flip="none" rotWithShape="1">
            <a:gsLst>
              <a:gs pos="0">
                <a:schemeClr val="accent6">
                  <a:lumMod val="40000"/>
                  <a:lumOff val="60000"/>
                  <a:shade val="30000"/>
                  <a:satMod val="115000"/>
                </a:schemeClr>
              </a:gs>
              <a:gs pos="50000">
                <a:schemeClr val="accent6">
                  <a:lumMod val="40000"/>
                  <a:lumOff val="60000"/>
                  <a:shade val="67500"/>
                  <a:satMod val="115000"/>
                </a:schemeClr>
              </a:gs>
              <a:gs pos="100000">
                <a:schemeClr val="accent6">
                  <a:lumMod val="40000"/>
                  <a:lumOff val="60000"/>
                  <a:shade val="100000"/>
                  <a:satMod val="115000"/>
                </a:schemeClr>
              </a:gs>
            </a:gsLst>
            <a:lin ang="2700000" scaled="1"/>
            <a:tileRect/>
          </a:gradFill>
          <a:ln w="28575" cap="flat">
            <a:noFill/>
            <a:prstDash val="solid"/>
            <a:miter/>
          </a:ln>
        </p:spPr>
        <p:txBody>
          <a:bodyPr rtlCol="0" anchor="ctr"/>
          <a:lstStyle/>
          <a:p>
            <a:r>
              <a:rPr lang="en-IN" sz="1200" b="1" dirty="0">
                <a:solidFill>
                  <a:schemeClr val="bg1"/>
                </a:solidFill>
              </a:rPr>
              <a:t>PROCESSES &amp; KPIS</a:t>
            </a:r>
          </a:p>
        </p:txBody>
      </p:sp>
      <p:sp>
        <p:nvSpPr>
          <p:cNvPr id="236" name="Rectangle: Rounded Corners 235">
            <a:extLst>
              <a:ext uri="{FF2B5EF4-FFF2-40B4-BE49-F238E27FC236}">
                <a16:creationId xmlns:a16="http://schemas.microsoft.com/office/drawing/2014/main" id="{2ABDA1A5-B4B1-466A-9731-B48B0D969B11}"/>
              </a:ext>
            </a:extLst>
          </p:cNvPr>
          <p:cNvSpPr/>
          <p:nvPr/>
        </p:nvSpPr>
        <p:spPr>
          <a:xfrm>
            <a:off x="87175" y="1388806"/>
            <a:ext cx="3033307" cy="338555"/>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28575" cap="flat">
            <a:noFill/>
            <a:prstDash val="solid"/>
            <a:miter/>
          </a:ln>
        </p:spPr>
        <p:txBody>
          <a:bodyPr rtlCol="0" anchor="ctr"/>
          <a:lstStyle/>
          <a:p>
            <a:r>
              <a:rPr lang="en-IN" sz="1100" b="1" dirty="0">
                <a:solidFill>
                  <a:schemeClr val="bg1"/>
                </a:solidFill>
              </a:rPr>
              <a:t>PRODUCT OFFERINGS</a:t>
            </a:r>
          </a:p>
        </p:txBody>
      </p:sp>
      <p:sp>
        <p:nvSpPr>
          <p:cNvPr id="2" name="Title 1">
            <a:extLst>
              <a:ext uri="{FF2B5EF4-FFF2-40B4-BE49-F238E27FC236}">
                <a16:creationId xmlns:a16="http://schemas.microsoft.com/office/drawing/2014/main" id="{6A60667E-572D-4D8C-B5F4-DA5A68095B51}"/>
              </a:ext>
            </a:extLst>
          </p:cNvPr>
          <p:cNvSpPr>
            <a:spLocks noGrp="1"/>
          </p:cNvSpPr>
          <p:nvPr>
            <p:ph type="title"/>
          </p:nvPr>
        </p:nvSpPr>
        <p:spPr>
          <a:xfrm>
            <a:off x="263525" y="-68430"/>
            <a:ext cx="10947772" cy="716711"/>
          </a:xfrm>
        </p:spPr>
        <p:txBody>
          <a:bodyPr/>
          <a:lstStyle/>
          <a:p>
            <a:r>
              <a:rPr lang="en-IN" dirty="0"/>
              <a:t>MNP READINESS ASSESSMENT APPROACH </a:t>
            </a:r>
          </a:p>
        </p:txBody>
      </p:sp>
      <p:grpSp>
        <p:nvGrpSpPr>
          <p:cNvPr id="224" name="Group 223">
            <a:extLst>
              <a:ext uri="{FF2B5EF4-FFF2-40B4-BE49-F238E27FC236}">
                <a16:creationId xmlns:a16="http://schemas.microsoft.com/office/drawing/2014/main" id="{AF0C9988-B9EB-4E58-BA0F-3D294C95097C}"/>
              </a:ext>
            </a:extLst>
          </p:cNvPr>
          <p:cNvGrpSpPr/>
          <p:nvPr/>
        </p:nvGrpSpPr>
        <p:grpSpPr>
          <a:xfrm>
            <a:off x="6365453" y="3429687"/>
            <a:ext cx="2202187" cy="2311401"/>
            <a:chOff x="5524861" y="1487299"/>
            <a:chExt cx="1829188" cy="1720639"/>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2700000" scaled="1"/>
            <a:tileRect/>
          </a:gradFill>
        </p:grpSpPr>
        <p:sp>
          <p:nvSpPr>
            <p:cNvPr id="16" name="Freeform: Shape 15">
              <a:extLst>
                <a:ext uri="{FF2B5EF4-FFF2-40B4-BE49-F238E27FC236}">
                  <a16:creationId xmlns:a16="http://schemas.microsoft.com/office/drawing/2014/main" id="{95256D83-1F4D-43C7-9858-E6A711073ED0}"/>
                </a:ext>
              </a:extLst>
            </p:cNvPr>
            <p:cNvSpPr/>
            <p:nvPr/>
          </p:nvSpPr>
          <p:spPr>
            <a:xfrm>
              <a:off x="5524861" y="1487299"/>
              <a:ext cx="1829188" cy="1720639"/>
            </a:xfrm>
            <a:custGeom>
              <a:avLst/>
              <a:gdLst>
                <a:gd name="connsiteX0" fmla="*/ 1009048 w 2018098"/>
                <a:gd name="connsiteY0" fmla="*/ 334549 h 2013362"/>
                <a:gd name="connsiteX1" fmla="*/ 336916 w 2018098"/>
                <a:gd name="connsiteY1" fmla="*/ 1006681 h 2013362"/>
                <a:gd name="connsiteX2" fmla="*/ 1009048 w 2018098"/>
                <a:gd name="connsiteY2" fmla="*/ 1678813 h 2013362"/>
                <a:gd name="connsiteX3" fmla="*/ 1681180 w 2018098"/>
                <a:gd name="connsiteY3" fmla="*/ 1006681 h 2013362"/>
                <a:gd name="connsiteX4" fmla="*/ 1009048 w 2018098"/>
                <a:gd name="connsiteY4" fmla="*/ 334549 h 2013362"/>
                <a:gd name="connsiteX5" fmla="*/ 890616 w 2018098"/>
                <a:gd name="connsiteY5" fmla="*/ 0 h 2013362"/>
                <a:gd name="connsiteX6" fmla="*/ 1127482 w 2018098"/>
                <a:gd name="connsiteY6" fmla="*/ 0 h 2013362"/>
                <a:gd name="connsiteX7" fmla="*/ 1231703 w 2018098"/>
                <a:gd name="connsiteY7" fmla="*/ 208442 h 2013362"/>
                <a:gd name="connsiteX8" fmla="*/ 1416458 w 2018098"/>
                <a:gd name="connsiteY8" fmla="*/ 284239 h 2013362"/>
                <a:gd name="connsiteX9" fmla="*/ 1639112 w 2018098"/>
                <a:gd name="connsiteY9" fmla="*/ 208442 h 2013362"/>
                <a:gd name="connsiteX10" fmla="*/ 1809656 w 2018098"/>
                <a:gd name="connsiteY10" fmla="*/ 378986 h 2013362"/>
                <a:gd name="connsiteX11" fmla="*/ 1733859 w 2018098"/>
                <a:gd name="connsiteY11" fmla="*/ 601640 h 2013362"/>
                <a:gd name="connsiteX12" fmla="*/ 1809656 w 2018098"/>
                <a:gd name="connsiteY12" fmla="*/ 786395 h 2013362"/>
                <a:gd name="connsiteX13" fmla="*/ 2018098 w 2018098"/>
                <a:gd name="connsiteY13" fmla="*/ 890616 h 2013362"/>
                <a:gd name="connsiteX14" fmla="*/ 2018098 w 2018098"/>
                <a:gd name="connsiteY14" fmla="*/ 1127483 h 2013362"/>
                <a:gd name="connsiteX15" fmla="*/ 1809656 w 2018098"/>
                <a:gd name="connsiteY15" fmla="*/ 1231704 h 2013362"/>
                <a:gd name="connsiteX16" fmla="*/ 1729122 w 2018098"/>
                <a:gd name="connsiteY16" fmla="*/ 1416459 h 2013362"/>
                <a:gd name="connsiteX17" fmla="*/ 1804919 w 2018098"/>
                <a:gd name="connsiteY17" fmla="*/ 1639114 h 2013362"/>
                <a:gd name="connsiteX18" fmla="*/ 1634375 w 2018098"/>
                <a:gd name="connsiteY18" fmla="*/ 1804920 h 2013362"/>
                <a:gd name="connsiteX19" fmla="*/ 1411721 w 2018098"/>
                <a:gd name="connsiteY19" fmla="*/ 1729123 h 2013362"/>
                <a:gd name="connsiteX20" fmla="*/ 1226966 w 2018098"/>
                <a:gd name="connsiteY20" fmla="*/ 1804920 h 2013362"/>
                <a:gd name="connsiteX21" fmla="*/ 1122745 w 2018098"/>
                <a:gd name="connsiteY21" fmla="*/ 2013362 h 2013362"/>
                <a:gd name="connsiteX22" fmla="*/ 885879 w 2018098"/>
                <a:gd name="connsiteY22" fmla="*/ 2013362 h 2013362"/>
                <a:gd name="connsiteX23" fmla="*/ 781658 w 2018098"/>
                <a:gd name="connsiteY23" fmla="*/ 1804920 h 2013362"/>
                <a:gd name="connsiteX24" fmla="*/ 596903 w 2018098"/>
                <a:gd name="connsiteY24" fmla="*/ 1729123 h 2013362"/>
                <a:gd name="connsiteX25" fmla="*/ 374248 w 2018098"/>
                <a:gd name="connsiteY25" fmla="*/ 1804920 h 2013362"/>
                <a:gd name="connsiteX26" fmla="*/ 208442 w 2018098"/>
                <a:gd name="connsiteY26" fmla="*/ 1639114 h 2013362"/>
                <a:gd name="connsiteX27" fmla="*/ 284239 w 2018098"/>
                <a:gd name="connsiteY27" fmla="*/ 1416459 h 2013362"/>
                <a:gd name="connsiteX28" fmla="*/ 208442 w 2018098"/>
                <a:gd name="connsiteY28" fmla="*/ 1231704 h 2013362"/>
                <a:gd name="connsiteX29" fmla="*/ 0 w 2018098"/>
                <a:gd name="connsiteY29" fmla="*/ 1127483 h 2013362"/>
                <a:gd name="connsiteX30" fmla="*/ 0 w 2018098"/>
                <a:gd name="connsiteY30" fmla="*/ 890616 h 2013362"/>
                <a:gd name="connsiteX31" fmla="*/ 208442 w 2018098"/>
                <a:gd name="connsiteY31" fmla="*/ 786395 h 2013362"/>
                <a:gd name="connsiteX32" fmla="*/ 284239 w 2018098"/>
                <a:gd name="connsiteY32" fmla="*/ 601640 h 2013362"/>
                <a:gd name="connsiteX33" fmla="*/ 208442 w 2018098"/>
                <a:gd name="connsiteY33" fmla="*/ 378986 h 2013362"/>
                <a:gd name="connsiteX34" fmla="*/ 378986 w 2018098"/>
                <a:gd name="connsiteY34" fmla="*/ 208442 h 2013362"/>
                <a:gd name="connsiteX35" fmla="*/ 601640 w 2018098"/>
                <a:gd name="connsiteY35" fmla="*/ 284239 h 2013362"/>
                <a:gd name="connsiteX36" fmla="*/ 786395 w 2018098"/>
                <a:gd name="connsiteY36" fmla="*/ 208442 h 201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018098" h="2013362">
                  <a:moveTo>
                    <a:pt x="1009048" y="334549"/>
                  </a:moveTo>
                  <a:cubicBezTo>
                    <a:pt x="637840" y="334549"/>
                    <a:pt x="336916" y="635473"/>
                    <a:pt x="336916" y="1006681"/>
                  </a:cubicBezTo>
                  <a:cubicBezTo>
                    <a:pt x="336916" y="1377889"/>
                    <a:pt x="637840" y="1678813"/>
                    <a:pt x="1009048" y="1678813"/>
                  </a:cubicBezTo>
                  <a:cubicBezTo>
                    <a:pt x="1380256" y="1678813"/>
                    <a:pt x="1681180" y="1377889"/>
                    <a:pt x="1681180" y="1006681"/>
                  </a:cubicBezTo>
                  <a:cubicBezTo>
                    <a:pt x="1681180" y="635473"/>
                    <a:pt x="1380256" y="334549"/>
                    <a:pt x="1009048" y="334549"/>
                  </a:cubicBezTo>
                  <a:close/>
                  <a:moveTo>
                    <a:pt x="890616" y="0"/>
                  </a:moveTo>
                  <a:lnTo>
                    <a:pt x="1127482" y="0"/>
                  </a:lnTo>
                  <a:lnTo>
                    <a:pt x="1231703" y="208442"/>
                  </a:lnTo>
                  <a:cubicBezTo>
                    <a:pt x="1298026" y="227392"/>
                    <a:pt x="1359611" y="251078"/>
                    <a:pt x="1416458" y="284239"/>
                  </a:cubicBezTo>
                  <a:lnTo>
                    <a:pt x="1639112" y="208442"/>
                  </a:lnTo>
                  <a:lnTo>
                    <a:pt x="1809656" y="378986"/>
                  </a:lnTo>
                  <a:lnTo>
                    <a:pt x="1733859" y="601640"/>
                  </a:lnTo>
                  <a:cubicBezTo>
                    <a:pt x="1767021" y="658488"/>
                    <a:pt x="1790707" y="720074"/>
                    <a:pt x="1809656" y="786395"/>
                  </a:cubicBezTo>
                  <a:lnTo>
                    <a:pt x="2018098" y="890616"/>
                  </a:lnTo>
                  <a:lnTo>
                    <a:pt x="2018098" y="1127483"/>
                  </a:lnTo>
                  <a:lnTo>
                    <a:pt x="1809656" y="1231704"/>
                  </a:lnTo>
                  <a:cubicBezTo>
                    <a:pt x="1790707" y="1293290"/>
                    <a:pt x="1762283" y="1359612"/>
                    <a:pt x="1729122" y="1416459"/>
                  </a:cubicBezTo>
                  <a:lnTo>
                    <a:pt x="1804919" y="1639114"/>
                  </a:lnTo>
                  <a:lnTo>
                    <a:pt x="1634375" y="1804920"/>
                  </a:lnTo>
                  <a:lnTo>
                    <a:pt x="1411721" y="1729123"/>
                  </a:lnTo>
                  <a:cubicBezTo>
                    <a:pt x="1354874" y="1762284"/>
                    <a:pt x="1293289" y="1785971"/>
                    <a:pt x="1226966" y="1804920"/>
                  </a:cubicBezTo>
                  <a:lnTo>
                    <a:pt x="1122745" y="2013362"/>
                  </a:lnTo>
                  <a:lnTo>
                    <a:pt x="885879" y="2013362"/>
                  </a:lnTo>
                  <a:lnTo>
                    <a:pt x="781658" y="1804920"/>
                  </a:lnTo>
                  <a:cubicBezTo>
                    <a:pt x="715335" y="1785971"/>
                    <a:pt x="653750" y="1762284"/>
                    <a:pt x="596903" y="1729123"/>
                  </a:cubicBezTo>
                  <a:lnTo>
                    <a:pt x="374248" y="1804920"/>
                  </a:lnTo>
                  <a:lnTo>
                    <a:pt x="208442" y="1639114"/>
                  </a:lnTo>
                  <a:lnTo>
                    <a:pt x="284239" y="1416459"/>
                  </a:lnTo>
                  <a:cubicBezTo>
                    <a:pt x="251078" y="1359612"/>
                    <a:pt x="227391" y="1298027"/>
                    <a:pt x="208442" y="1231704"/>
                  </a:cubicBezTo>
                  <a:lnTo>
                    <a:pt x="0" y="1127483"/>
                  </a:lnTo>
                  <a:lnTo>
                    <a:pt x="0" y="890616"/>
                  </a:lnTo>
                  <a:lnTo>
                    <a:pt x="208442" y="786395"/>
                  </a:lnTo>
                  <a:cubicBezTo>
                    <a:pt x="227391" y="720074"/>
                    <a:pt x="251078" y="658488"/>
                    <a:pt x="284239" y="601640"/>
                  </a:cubicBezTo>
                  <a:lnTo>
                    <a:pt x="208442" y="378986"/>
                  </a:lnTo>
                  <a:lnTo>
                    <a:pt x="378986" y="208442"/>
                  </a:lnTo>
                  <a:lnTo>
                    <a:pt x="601640" y="284239"/>
                  </a:lnTo>
                  <a:cubicBezTo>
                    <a:pt x="658487" y="251078"/>
                    <a:pt x="720073" y="227392"/>
                    <a:pt x="786395" y="208442"/>
                  </a:cubicBezTo>
                  <a:close/>
                </a:path>
              </a:pathLst>
            </a:custGeom>
            <a:gradFill flip="none" rotWithShape="1">
              <a:gsLst>
                <a:gs pos="0">
                  <a:schemeClr val="accent1">
                    <a:lumMod val="20000"/>
                    <a:lumOff val="80000"/>
                    <a:shade val="30000"/>
                    <a:satMod val="115000"/>
                  </a:schemeClr>
                </a:gs>
                <a:gs pos="50000">
                  <a:schemeClr val="accent1">
                    <a:lumMod val="20000"/>
                    <a:lumOff val="80000"/>
                    <a:shade val="67500"/>
                    <a:satMod val="115000"/>
                  </a:schemeClr>
                </a:gs>
                <a:gs pos="100000">
                  <a:schemeClr val="accent1">
                    <a:lumMod val="20000"/>
                    <a:lumOff val="80000"/>
                    <a:shade val="100000"/>
                    <a:satMod val="115000"/>
                  </a:schemeClr>
                </a:gs>
              </a:gsLst>
              <a:lin ang="0" scaled="1"/>
              <a:tileRect/>
            </a:gradFill>
            <a:ln w="28575" cap="flat">
              <a:noFill/>
              <a:prstDash val="solid"/>
              <a:miter/>
            </a:ln>
          </p:spPr>
          <p:txBody>
            <a:bodyPr rtlCol="0" anchor="ctr"/>
            <a:lstStyle/>
            <a:p>
              <a:endParaRPr lang="de-DE" sz="1800"/>
            </a:p>
          </p:txBody>
        </p:sp>
        <p:pic>
          <p:nvPicPr>
            <p:cNvPr id="31" name="Graphic 30" descr="Puzzle pieces with solid fill">
              <a:extLst>
                <a:ext uri="{FF2B5EF4-FFF2-40B4-BE49-F238E27FC236}">
                  <a16:creationId xmlns:a16="http://schemas.microsoft.com/office/drawing/2014/main" id="{C6BDAAC2-0B27-43E6-BC52-32D53A7BD7C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52970" y="1986383"/>
              <a:ext cx="769504" cy="722470"/>
            </a:xfrm>
            <a:prstGeom prst="rect">
              <a:avLst/>
            </a:prstGeom>
          </p:spPr>
        </p:pic>
      </p:grpSp>
      <p:grpSp>
        <p:nvGrpSpPr>
          <p:cNvPr id="231" name="Group 230">
            <a:extLst>
              <a:ext uri="{FF2B5EF4-FFF2-40B4-BE49-F238E27FC236}">
                <a16:creationId xmlns:a16="http://schemas.microsoft.com/office/drawing/2014/main" id="{5CEE4676-E1EF-4EDF-B9F7-326FD438AA80}"/>
              </a:ext>
            </a:extLst>
          </p:cNvPr>
          <p:cNvGrpSpPr/>
          <p:nvPr/>
        </p:nvGrpSpPr>
        <p:grpSpPr>
          <a:xfrm>
            <a:off x="3205349" y="2033486"/>
            <a:ext cx="2202187" cy="2311401"/>
            <a:chOff x="2837892" y="1390900"/>
            <a:chExt cx="1829188" cy="1720639"/>
          </a:xfrm>
        </p:grpSpPr>
        <p:sp>
          <p:nvSpPr>
            <p:cNvPr id="17" name="Freeform: Shape 16">
              <a:extLst>
                <a:ext uri="{FF2B5EF4-FFF2-40B4-BE49-F238E27FC236}">
                  <a16:creationId xmlns:a16="http://schemas.microsoft.com/office/drawing/2014/main" id="{C493C9A8-D0CC-4FA0-8832-4D2C175C142D}"/>
                </a:ext>
              </a:extLst>
            </p:cNvPr>
            <p:cNvSpPr/>
            <p:nvPr/>
          </p:nvSpPr>
          <p:spPr>
            <a:xfrm>
              <a:off x="2837892" y="1390900"/>
              <a:ext cx="1829188" cy="1720639"/>
            </a:xfrm>
            <a:custGeom>
              <a:avLst/>
              <a:gdLst>
                <a:gd name="connsiteX0" fmla="*/ 1009048 w 2018098"/>
                <a:gd name="connsiteY0" fmla="*/ 334549 h 2013362"/>
                <a:gd name="connsiteX1" fmla="*/ 336916 w 2018098"/>
                <a:gd name="connsiteY1" fmla="*/ 1006681 h 2013362"/>
                <a:gd name="connsiteX2" fmla="*/ 1009048 w 2018098"/>
                <a:gd name="connsiteY2" fmla="*/ 1678813 h 2013362"/>
                <a:gd name="connsiteX3" fmla="*/ 1681180 w 2018098"/>
                <a:gd name="connsiteY3" fmla="*/ 1006681 h 2013362"/>
                <a:gd name="connsiteX4" fmla="*/ 1009048 w 2018098"/>
                <a:gd name="connsiteY4" fmla="*/ 334549 h 2013362"/>
                <a:gd name="connsiteX5" fmla="*/ 890616 w 2018098"/>
                <a:gd name="connsiteY5" fmla="*/ 0 h 2013362"/>
                <a:gd name="connsiteX6" fmla="*/ 1127482 w 2018098"/>
                <a:gd name="connsiteY6" fmla="*/ 0 h 2013362"/>
                <a:gd name="connsiteX7" fmla="*/ 1231703 w 2018098"/>
                <a:gd name="connsiteY7" fmla="*/ 208442 h 2013362"/>
                <a:gd name="connsiteX8" fmla="*/ 1416458 w 2018098"/>
                <a:gd name="connsiteY8" fmla="*/ 284239 h 2013362"/>
                <a:gd name="connsiteX9" fmla="*/ 1639112 w 2018098"/>
                <a:gd name="connsiteY9" fmla="*/ 208442 h 2013362"/>
                <a:gd name="connsiteX10" fmla="*/ 1809656 w 2018098"/>
                <a:gd name="connsiteY10" fmla="*/ 378986 h 2013362"/>
                <a:gd name="connsiteX11" fmla="*/ 1733859 w 2018098"/>
                <a:gd name="connsiteY11" fmla="*/ 601640 h 2013362"/>
                <a:gd name="connsiteX12" fmla="*/ 1809656 w 2018098"/>
                <a:gd name="connsiteY12" fmla="*/ 786395 h 2013362"/>
                <a:gd name="connsiteX13" fmla="*/ 2018098 w 2018098"/>
                <a:gd name="connsiteY13" fmla="*/ 890616 h 2013362"/>
                <a:gd name="connsiteX14" fmla="*/ 2018098 w 2018098"/>
                <a:gd name="connsiteY14" fmla="*/ 1127483 h 2013362"/>
                <a:gd name="connsiteX15" fmla="*/ 1809656 w 2018098"/>
                <a:gd name="connsiteY15" fmla="*/ 1231704 h 2013362"/>
                <a:gd name="connsiteX16" fmla="*/ 1729122 w 2018098"/>
                <a:gd name="connsiteY16" fmla="*/ 1416459 h 2013362"/>
                <a:gd name="connsiteX17" fmla="*/ 1804919 w 2018098"/>
                <a:gd name="connsiteY17" fmla="*/ 1639114 h 2013362"/>
                <a:gd name="connsiteX18" fmla="*/ 1634375 w 2018098"/>
                <a:gd name="connsiteY18" fmla="*/ 1804920 h 2013362"/>
                <a:gd name="connsiteX19" fmla="*/ 1411721 w 2018098"/>
                <a:gd name="connsiteY19" fmla="*/ 1729123 h 2013362"/>
                <a:gd name="connsiteX20" fmla="*/ 1226966 w 2018098"/>
                <a:gd name="connsiteY20" fmla="*/ 1804920 h 2013362"/>
                <a:gd name="connsiteX21" fmla="*/ 1122745 w 2018098"/>
                <a:gd name="connsiteY21" fmla="*/ 2013362 h 2013362"/>
                <a:gd name="connsiteX22" fmla="*/ 885879 w 2018098"/>
                <a:gd name="connsiteY22" fmla="*/ 2013362 h 2013362"/>
                <a:gd name="connsiteX23" fmla="*/ 781658 w 2018098"/>
                <a:gd name="connsiteY23" fmla="*/ 1804920 h 2013362"/>
                <a:gd name="connsiteX24" fmla="*/ 596903 w 2018098"/>
                <a:gd name="connsiteY24" fmla="*/ 1729123 h 2013362"/>
                <a:gd name="connsiteX25" fmla="*/ 374248 w 2018098"/>
                <a:gd name="connsiteY25" fmla="*/ 1804920 h 2013362"/>
                <a:gd name="connsiteX26" fmla="*/ 208442 w 2018098"/>
                <a:gd name="connsiteY26" fmla="*/ 1639114 h 2013362"/>
                <a:gd name="connsiteX27" fmla="*/ 284239 w 2018098"/>
                <a:gd name="connsiteY27" fmla="*/ 1416459 h 2013362"/>
                <a:gd name="connsiteX28" fmla="*/ 208442 w 2018098"/>
                <a:gd name="connsiteY28" fmla="*/ 1231704 h 2013362"/>
                <a:gd name="connsiteX29" fmla="*/ 0 w 2018098"/>
                <a:gd name="connsiteY29" fmla="*/ 1127483 h 2013362"/>
                <a:gd name="connsiteX30" fmla="*/ 0 w 2018098"/>
                <a:gd name="connsiteY30" fmla="*/ 890616 h 2013362"/>
                <a:gd name="connsiteX31" fmla="*/ 208442 w 2018098"/>
                <a:gd name="connsiteY31" fmla="*/ 786395 h 2013362"/>
                <a:gd name="connsiteX32" fmla="*/ 284239 w 2018098"/>
                <a:gd name="connsiteY32" fmla="*/ 601640 h 2013362"/>
                <a:gd name="connsiteX33" fmla="*/ 208442 w 2018098"/>
                <a:gd name="connsiteY33" fmla="*/ 378986 h 2013362"/>
                <a:gd name="connsiteX34" fmla="*/ 378986 w 2018098"/>
                <a:gd name="connsiteY34" fmla="*/ 208442 h 2013362"/>
                <a:gd name="connsiteX35" fmla="*/ 601640 w 2018098"/>
                <a:gd name="connsiteY35" fmla="*/ 284239 h 2013362"/>
                <a:gd name="connsiteX36" fmla="*/ 786395 w 2018098"/>
                <a:gd name="connsiteY36" fmla="*/ 208442 h 201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018098" h="2013362">
                  <a:moveTo>
                    <a:pt x="1009048" y="334549"/>
                  </a:moveTo>
                  <a:cubicBezTo>
                    <a:pt x="637840" y="334549"/>
                    <a:pt x="336916" y="635473"/>
                    <a:pt x="336916" y="1006681"/>
                  </a:cubicBezTo>
                  <a:cubicBezTo>
                    <a:pt x="336916" y="1377889"/>
                    <a:pt x="637840" y="1678813"/>
                    <a:pt x="1009048" y="1678813"/>
                  </a:cubicBezTo>
                  <a:cubicBezTo>
                    <a:pt x="1380256" y="1678813"/>
                    <a:pt x="1681180" y="1377889"/>
                    <a:pt x="1681180" y="1006681"/>
                  </a:cubicBezTo>
                  <a:cubicBezTo>
                    <a:pt x="1681180" y="635473"/>
                    <a:pt x="1380256" y="334549"/>
                    <a:pt x="1009048" y="334549"/>
                  </a:cubicBezTo>
                  <a:close/>
                  <a:moveTo>
                    <a:pt x="890616" y="0"/>
                  </a:moveTo>
                  <a:lnTo>
                    <a:pt x="1127482" y="0"/>
                  </a:lnTo>
                  <a:lnTo>
                    <a:pt x="1231703" y="208442"/>
                  </a:lnTo>
                  <a:cubicBezTo>
                    <a:pt x="1298026" y="227392"/>
                    <a:pt x="1359611" y="251078"/>
                    <a:pt x="1416458" y="284239"/>
                  </a:cubicBezTo>
                  <a:lnTo>
                    <a:pt x="1639112" y="208442"/>
                  </a:lnTo>
                  <a:lnTo>
                    <a:pt x="1809656" y="378986"/>
                  </a:lnTo>
                  <a:lnTo>
                    <a:pt x="1733859" y="601640"/>
                  </a:lnTo>
                  <a:cubicBezTo>
                    <a:pt x="1767021" y="658488"/>
                    <a:pt x="1790707" y="720074"/>
                    <a:pt x="1809656" y="786395"/>
                  </a:cubicBezTo>
                  <a:lnTo>
                    <a:pt x="2018098" y="890616"/>
                  </a:lnTo>
                  <a:lnTo>
                    <a:pt x="2018098" y="1127483"/>
                  </a:lnTo>
                  <a:lnTo>
                    <a:pt x="1809656" y="1231704"/>
                  </a:lnTo>
                  <a:cubicBezTo>
                    <a:pt x="1790707" y="1293290"/>
                    <a:pt x="1762283" y="1359612"/>
                    <a:pt x="1729122" y="1416459"/>
                  </a:cubicBezTo>
                  <a:lnTo>
                    <a:pt x="1804919" y="1639114"/>
                  </a:lnTo>
                  <a:lnTo>
                    <a:pt x="1634375" y="1804920"/>
                  </a:lnTo>
                  <a:lnTo>
                    <a:pt x="1411721" y="1729123"/>
                  </a:lnTo>
                  <a:cubicBezTo>
                    <a:pt x="1354874" y="1762284"/>
                    <a:pt x="1293289" y="1785971"/>
                    <a:pt x="1226966" y="1804920"/>
                  </a:cubicBezTo>
                  <a:lnTo>
                    <a:pt x="1122745" y="2013362"/>
                  </a:lnTo>
                  <a:lnTo>
                    <a:pt x="885879" y="2013362"/>
                  </a:lnTo>
                  <a:lnTo>
                    <a:pt x="781658" y="1804920"/>
                  </a:lnTo>
                  <a:cubicBezTo>
                    <a:pt x="715335" y="1785971"/>
                    <a:pt x="653750" y="1762284"/>
                    <a:pt x="596903" y="1729123"/>
                  </a:cubicBezTo>
                  <a:lnTo>
                    <a:pt x="374248" y="1804920"/>
                  </a:lnTo>
                  <a:lnTo>
                    <a:pt x="208442" y="1639114"/>
                  </a:lnTo>
                  <a:lnTo>
                    <a:pt x="284239" y="1416459"/>
                  </a:lnTo>
                  <a:cubicBezTo>
                    <a:pt x="251078" y="1359612"/>
                    <a:pt x="227391" y="1298027"/>
                    <a:pt x="208442" y="1231704"/>
                  </a:cubicBezTo>
                  <a:lnTo>
                    <a:pt x="0" y="1127483"/>
                  </a:lnTo>
                  <a:lnTo>
                    <a:pt x="0" y="890616"/>
                  </a:lnTo>
                  <a:lnTo>
                    <a:pt x="208442" y="786395"/>
                  </a:lnTo>
                  <a:cubicBezTo>
                    <a:pt x="227391" y="720074"/>
                    <a:pt x="251078" y="658488"/>
                    <a:pt x="284239" y="601640"/>
                  </a:cubicBezTo>
                  <a:lnTo>
                    <a:pt x="208442" y="378986"/>
                  </a:lnTo>
                  <a:lnTo>
                    <a:pt x="378986" y="208442"/>
                  </a:lnTo>
                  <a:lnTo>
                    <a:pt x="601640" y="284239"/>
                  </a:lnTo>
                  <a:cubicBezTo>
                    <a:pt x="658487" y="251078"/>
                    <a:pt x="720073" y="227392"/>
                    <a:pt x="786395" y="208442"/>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28575" cap="flat">
              <a:noFill/>
              <a:prstDash val="solid"/>
              <a:miter/>
            </a:ln>
          </p:spPr>
          <p:txBody>
            <a:bodyPr rtlCol="0" anchor="ctr"/>
            <a:lstStyle/>
            <a:p>
              <a:endParaRPr lang="de-DE" sz="1800"/>
            </a:p>
          </p:txBody>
        </p:sp>
        <p:pic>
          <p:nvPicPr>
            <p:cNvPr id="228" name="Picture 227" descr="Diagram&#10;&#10;Description automatically generated">
              <a:extLst>
                <a:ext uri="{FF2B5EF4-FFF2-40B4-BE49-F238E27FC236}">
                  <a16:creationId xmlns:a16="http://schemas.microsoft.com/office/drawing/2014/main" id="{D40C0696-DDD9-4EA7-ADA9-C692C92EFEAC}"/>
                </a:ext>
              </a:extLst>
            </p:cNvPr>
            <p:cNvPicPr>
              <a:picLocks noChangeAspect="1"/>
            </p:cNvPicPr>
            <p:nvPr/>
          </p:nvPicPr>
          <p:blipFill>
            <a:blip r:embed="rId4" cstate="print">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11200"/>
                      </a14:imgEffect>
                    </a14:imgLayer>
                  </a14:imgProps>
                </a:ext>
                <a:ext uri="{28A0092B-C50C-407E-A947-70E740481C1C}">
                  <a14:useLocalDpi xmlns:a14="http://schemas.microsoft.com/office/drawing/2010/main" val="0"/>
                </a:ext>
              </a:extLst>
            </a:blip>
            <a:stretch>
              <a:fillRect/>
            </a:stretch>
          </p:blipFill>
          <p:spPr>
            <a:xfrm>
              <a:off x="3296635" y="1897759"/>
              <a:ext cx="781559" cy="660337"/>
            </a:xfrm>
            <a:prstGeom prst="rect">
              <a:avLst/>
            </a:prstGeom>
            <a:ln cmpd="dbl">
              <a:noFill/>
            </a:ln>
          </p:spPr>
        </p:pic>
      </p:grpSp>
      <p:grpSp>
        <p:nvGrpSpPr>
          <p:cNvPr id="232" name="Group 231">
            <a:extLst>
              <a:ext uri="{FF2B5EF4-FFF2-40B4-BE49-F238E27FC236}">
                <a16:creationId xmlns:a16="http://schemas.microsoft.com/office/drawing/2014/main" id="{205D7E3F-875E-4F9D-B72A-765081DB6078}"/>
              </a:ext>
            </a:extLst>
          </p:cNvPr>
          <p:cNvGrpSpPr/>
          <p:nvPr/>
        </p:nvGrpSpPr>
        <p:grpSpPr>
          <a:xfrm>
            <a:off x="4306443" y="3924320"/>
            <a:ext cx="2202187" cy="2311401"/>
            <a:chOff x="3785457" y="3150975"/>
            <a:chExt cx="1829188" cy="1720639"/>
          </a:xfrm>
        </p:grpSpPr>
        <p:sp>
          <p:nvSpPr>
            <p:cNvPr id="18" name="Freeform: Shape 17">
              <a:extLst>
                <a:ext uri="{FF2B5EF4-FFF2-40B4-BE49-F238E27FC236}">
                  <a16:creationId xmlns:a16="http://schemas.microsoft.com/office/drawing/2014/main" id="{EFAF832C-B83F-4381-B9E1-1F86CF0CCAB3}"/>
                </a:ext>
              </a:extLst>
            </p:cNvPr>
            <p:cNvSpPr/>
            <p:nvPr/>
          </p:nvSpPr>
          <p:spPr>
            <a:xfrm>
              <a:off x="3785457" y="3150975"/>
              <a:ext cx="1829188" cy="1720639"/>
            </a:xfrm>
            <a:custGeom>
              <a:avLst/>
              <a:gdLst>
                <a:gd name="connsiteX0" fmla="*/ 1009048 w 2018098"/>
                <a:gd name="connsiteY0" fmla="*/ 334549 h 2013362"/>
                <a:gd name="connsiteX1" fmla="*/ 336916 w 2018098"/>
                <a:gd name="connsiteY1" fmla="*/ 1006681 h 2013362"/>
                <a:gd name="connsiteX2" fmla="*/ 1009048 w 2018098"/>
                <a:gd name="connsiteY2" fmla="*/ 1678813 h 2013362"/>
                <a:gd name="connsiteX3" fmla="*/ 1681180 w 2018098"/>
                <a:gd name="connsiteY3" fmla="*/ 1006681 h 2013362"/>
                <a:gd name="connsiteX4" fmla="*/ 1009048 w 2018098"/>
                <a:gd name="connsiteY4" fmla="*/ 334549 h 2013362"/>
                <a:gd name="connsiteX5" fmla="*/ 890616 w 2018098"/>
                <a:gd name="connsiteY5" fmla="*/ 0 h 2013362"/>
                <a:gd name="connsiteX6" fmla="*/ 1127482 w 2018098"/>
                <a:gd name="connsiteY6" fmla="*/ 0 h 2013362"/>
                <a:gd name="connsiteX7" fmla="*/ 1231703 w 2018098"/>
                <a:gd name="connsiteY7" fmla="*/ 208442 h 2013362"/>
                <a:gd name="connsiteX8" fmla="*/ 1416458 w 2018098"/>
                <a:gd name="connsiteY8" fmla="*/ 284239 h 2013362"/>
                <a:gd name="connsiteX9" fmla="*/ 1639112 w 2018098"/>
                <a:gd name="connsiteY9" fmla="*/ 208442 h 2013362"/>
                <a:gd name="connsiteX10" fmla="*/ 1809656 w 2018098"/>
                <a:gd name="connsiteY10" fmla="*/ 378986 h 2013362"/>
                <a:gd name="connsiteX11" fmla="*/ 1733859 w 2018098"/>
                <a:gd name="connsiteY11" fmla="*/ 601640 h 2013362"/>
                <a:gd name="connsiteX12" fmla="*/ 1809656 w 2018098"/>
                <a:gd name="connsiteY12" fmla="*/ 786395 h 2013362"/>
                <a:gd name="connsiteX13" fmla="*/ 2018098 w 2018098"/>
                <a:gd name="connsiteY13" fmla="*/ 890616 h 2013362"/>
                <a:gd name="connsiteX14" fmla="*/ 2018098 w 2018098"/>
                <a:gd name="connsiteY14" fmla="*/ 1127483 h 2013362"/>
                <a:gd name="connsiteX15" fmla="*/ 1809656 w 2018098"/>
                <a:gd name="connsiteY15" fmla="*/ 1231704 h 2013362"/>
                <a:gd name="connsiteX16" fmla="*/ 1729122 w 2018098"/>
                <a:gd name="connsiteY16" fmla="*/ 1416459 h 2013362"/>
                <a:gd name="connsiteX17" fmla="*/ 1804919 w 2018098"/>
                <a:gd name="connsiteY17" fmla="*/ 1639114 h 2013362"/>
                <a:gd name="connsiteX18" fmla="*/ 1634375 w 2018098"/>
                <a:gd name="connsiteY18" fmla="*/ 1804920 h 2013362"/>
                <a:gd name="connsiteX19" fmla="*/ 1411721 w 2018098"/>
                <a:gd name="connsiteY19" fmla="*/ 1729123 h 2013362"/>
                <a:gd name="connsiteX20" fmla="*/ 1226966 w 2018098"/>
                <a:gd name="connsiteY20" fmla="*/ 1804920 h 2013362"/>
                <a:gd name="connsiteX21" fmla="*/ 1122745 w 2018098"/>
                <a:gd name="connsiteY21" fmla="*/ 2013362 h 2013362"/>
                <a:gd name="connsiteX22" fmla="*/ 885879 w 2018098"/>
                <a:gd name="connsiteY22" fmla="*/ 2013362 h 2013362"/>
                <a:gd name="connsiteX23" fmla="*/ 781658 w 2018098"/>
                <a:gd name="connsiteY23" fmla="*/ 1804920 h 2013362"/>
                <a:gd name="connsiteX24" fmla="*/ 596903 w 2018098"/>
                <a:gd name="connsiteY24" fmla="*/ 1729123 h 2013362"/>
                <a:gd name="connsiteX25" fmla="*/ 374248 w 2018098"/>
                <a:gd name="connsiteY25" fmla="*/ 1804920 h 2013362"/>
                <a:gd name="connsiteX26" fmla="*/ 208442 w 2018098"/>
                <a:gd name="connsiteY26" fmla="*/ 1639114 h 2013362"/>
                <a:gd name="connsiteX27" fmla="*/ 284239 w 2018098"/>
                <a:gd name="connsiteY27" fmla="*/ 1416459 h 2013362"/>
                <a:gd name="connsiteX28" fmla="*/ 208442 w 2018098"/>
                <a:gd name="connsiteY28" fmla="*/ 1231704 h 2013362"/>
                <a:gd name="connsiteX29" fmla="*/ 0 w 2018098"/>
                <a:gd name="connsiteY29" fmla="*/ 1127483 h 2013362"/>
                <a:gd name="connsiteX30" fmla="*/ 0 w 2018098"/>
                <a:gd name="connsiteY30" fmla="*/ 890616 h 2013362"/>
                <a:gd name="connsiteX31" fmla="*/ 208442 w 2018098"/>
                <a:gd name="connsiteY31" fmla="*/ 786395 h 2013362"/>
                <a:gd name="connsiteX32" fmla="*/ 284239 w 2018098"/>
                <a:gd name="connsiteY32" fmla="*/ 601640 h 2013362"/>
                <a:gd name="connsiteX33" fmla="*/ 208442 w 2018098"/>
                <a:gd name="connsiteY33" fmla="*/ 378986 h 2013362"/>
                <a:gd name="connsiteX34" fmla="*/ 378986 w 2018098"/>
                <a:gd name="connsiteY34" fmla="*/ 208442 h 2013362"/>
                <a:gd name="connsiteX35" fmla="*/ 601640 w 2018098"/>
                <a:gd name="connsiteY35" fmla="*/ 284239 h 2013362"/>
                <a:gd name="connsiteX36" fmla="*/ 786395 w 2018098"/>
                <a:gd name="connsiteY36" fmla="*/ 208442 h 201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018098" h="2013362">
                  <a:moveTo>
                    <a:pt x="1009048" y="334549"/>
                  </a:moveTo>
                  <a:cubicBezTo>
                    <a:pt x="637840" y="334549"/>
                    <a:pt x="336916" y="635473"/>
                    <a:pt x="336916" y="1006681"/>
                  </a:cubicBezTo>
                  <a:cubicBezTo>
                    <a:pt x="336916" y="1377889"/>
                    <a:pt x="637840" y="1678813"/>
                    <a:pt x="1009048" y="1678813"/>
                  </a:cubicBezTo>
                  <a:cubicBezTo>
                    <a:pt x="1380256" y="1678813"/>
                    <a:pt x="1681180" y="1377889"/>
                    <a:pt x="1681180" y="1006681"/>
                  </a:cubicBezTo>
                  <a:cubicBezTo>
                    <a:pt x="1681180" y="635473"/>
                    <a:pt x="1380256" y="334549"/>
                    <a:pt x="1009048" y="334549"/>
                  </a:cubicBezTo>
                  <a:close/>
                  <a:moveTo>
                    <a:pt x="890616" y="0"/>
                  </a:moveTo>
                  <a:lnTo>
                    <a:pt x="1127482" y="0"/>
                  </a:lnTo>
                  <a:lnTo>
                    <a:pt x="1231703" y="208442"/>
                  </a:lnTo>
                  <a:cubicBezTo>
                    <a:pt x="1298026" y="227392"/>
                    <a:pt x="1359611" y="251078"/>
                    <a:pt x="1416458" y="284239"/>
                  </a:cubicBezTo>
                  <a:lnTo>
                    <a:pt x="1639112" y="208442"/>
                  </a:lnTo>
                  <a:lnTo>
                    <a:pt x="1809656" y="378986"/>
                  </a:lnTo>
                  <a:lnTo>
                    <a:pt x="1733859" y="601640"/>
                  </a:lnTo>
                  <a:cubicBezTo>
                    <a:pt x="1767021" y="658488"/>
                    <a:pt x="1790707" y="720074"/>
                    <a:pt x="1809656" y="786395"/>
                  </a:cubicBezTo>
                  <a:lnTo>
                    <a:pt x="2018098" y="890616"/>
                  </a:lnTo>
                  <a:lnTo>
                    <a:pt x="2018098" y="1127483"/>
                  </a:lnTo>
                  <a:lnTo>
                    <a:pt x="1809656" y="1231704"/>
                  </a:lnTo>
                  <a:cubicBezTo>
                    <a:pt x="1790707" y="1293290"/>
                    <a:pt x="1762283" y="1359612"/>
                    <a:pt x="1729122" y="1416459"/>
                  </a:cubicBezTo>
                  <a:lnTo>
                    <a:pt x="1804919" y="1639114"/>
                  </a:lnTo>
                  <a:lnTo>
                    <a:pt x="1634375" y="1804920"/>
                  </a:lnTo>
                  <a:lnTo>
                    <a:pt x="1411721" y="1729123"/>
                  </a:lnTo>
                  <a:cubicBezTo>
                    <a:pt x="1354874" y="1762284"/>
                    <a:pt x="1293289" y="1785971"/>
                    <a:pt x="1226966" y="1804920"/>
                  </a:cubicBezTo>
                  <a:lnTo>
                    <a:pt x="1122745" y="2013362"/>
                  </a:lnTo>
                  <a:lnTo>
                    <a:pt x="885879" y="2013362"/>
                  </a:lnTo>
                  <a:lnTo>
                    <a:pt x="781658" y="1804920"/>
                  </a:lnTo>
                  <a:cubicBezTo>
                    <a:pt x="715335" y="1785971"/>
                    <a:pt x="653750" y="1762284"/>
                    <a:pt x="596903" y="1729123"/>
                  </a:cubicBezTo>
                  <a:lnTo>
                    <a:pt x="374248" y="1804920"/>
                  </a:lnTo>
                  <a:lnTo>
                    <a:pt x="208442" y="1639114"/>
                  </a:lnTo>
                  <a:lnTo>
                    <a:pt x="284239" y="1416459"/>
                  </a:lnTo>
                  <a:cubicBezTo>
                    <a:pt x="251078" y="1359612"/>
                    <a:pt x="227391" y="1298027"/>
                    <a:pt x="208442" y="1231704"/>
                  </a:cubicBezTo>
                  <a:lnTo>
                    <a:pt x="0" y="1127483"/>
                  </a:lnTo>
                  <a:lnTo>
                    <a:pt x="0" y="890616"/>
                  </a:lnTo>
                  <a:lnTo>
                    <a:pt x="208442" y="786395"/>
                  </a:lnTo>
                  <a:cubicBezTo>
                    <a:pt x="227391" y="720074"/>
                    <a:pt x="251078" y="658488"/>
                    <a:pt x="284239" y="601640"/>
                  </a:cubicBezTo>
                  <a:lnTo>
                    <a:pt x="208442" y="378986"/>
                  </a:lnTo>
                  <a:lnTo>
                    <a:pt x="378986" y="208442"/>
                  </a:lnTo>
                  <a:lnTo>
                    <a:pt x="601640" y="284239"/>
                  </a:lnTo>
                  <a:cubicBezTo>
                    <a:pt x="658487" y="251078"/>
                    <a:pt x="720073" y="227392"/>
                    <a:pt x="786395" y="208442"/>
                  </a:cubicBezTo>
                  <a:close/>
                </a:path>
              </a:pathLst>
            </a:custGeom>
            <a:gradFill flip="none" rotWithShape="1">
              <a:gsLst>
                <a:gs pos="0">
                  <a:schemeClr val="accent6">
                    <a:lumMod val="40000"/>
                    <a:lumOff val="60000"/>
                    <a:shade val="30000"/>
                    <a:satMod val="115000"/>
                  </a:schemeClr>
                </a:gs>
                <a:gs pos="50000">
                  <a:schemeClr val="accent6">
                    <a:lumMod val="40000"/>
                    <a:lumOff val="60000"/>
                    <a:shade val="67500"/>
                    <a:satMod val="115000"/>
                  </a:schemeClr>
                </a:gs>
                <a:gs pos="100000">
                  <a:schemeClr val="accent6">
                    <a:lumMod val="40000"/>
                    <a:lumOff val="60000"/>
                    <a:shade val="100000"/>
                    <a:satMod val="115000"/>
                  </a:schemeClr>
                </a:gs>
              </a:gsLst>
              <a:lin ang="2700000" scaled="1"/>
              <a:tileRect/>
            </a:gradFill>
            <a:ln w="28575" cap="flat">
              <a:noFill/>
              <a:prstDash val="solid"/>
              <a:miter/>
            </a:ln>
          </p:spPr>
          <p:txBody>
            <a:bodyPr rtlCol="0" anchor="ctr"/>
            <a:lstStyle/>
            <a:p>
              <a:endParaRPr lang="de-DE" sz="1800"/>
            </a:p>
          </p:txBody>
        </p:sp>
        <p:pic>
          <p:nvPicPr>
            <p:cNvPr id="1030" name="Picture 6" descr="Process Flow Clipart 67946 ">
              <a:extLst>
                <a:ext uri="{FF2B5EF4-FFF2-40B4-BE49-F238E27FC236}">
                  <a16:creationId xmlns:a16="http://schemas.microsoft.com/office/drawing/2014/main" id="{710917AB-3AC0-47B1-8AB8-6F9B4D670F69}"/>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251372" y="3645472"/>
              <a:ext cx="897358" cy="673018"/>
            </a:xfrm>
            <a:prstGeom prst="rect">
              <a:avLst/>
            </a:prstGeom>
            <a:noFill/>
            <a:extLst>
              <a:ext uri="{909E8E84-426E-40DD-AFC4-6F175D3DCCD1}">
                <a14:hiddenFill xmlns:a14="http://schemas.microsoft.com/office/drawing/2010/main">
                  <a:solidFill>
                    <a:srgbClr val="FFFFFF"/>
                  </a:solidFill>
                </a14:hiddenFill>
              </a:ext>
            </a:extLst>
          </p:spPr>
        </p:pic>
      </p:grpSp>
      <p:sp>
        <p:nvSpPr>
          <p:cNvPr id="34" name="TextBox 33">
            <a:extLst>
              <a:ext uri="{FF2B5EF4-FFF2-40B4-BE49-F238E27FC236}">
                <a16:creationId xmlns:a16="http://schemas.microsoft.com/office/drawing/2014/main" id="{77A73B79-DB8E-4DAA-B04B-A6A77B623D3E}"/>
              </a:ext>
            </a:extLst>
          </p:cNvPr>
          <p:cNvSpPr txBox="1"/>
          <p:nvPr/>
        </p:nvSpPr>
        <p:spPr>
          <a:xfrm>
            <a:off x="336550" y="930824"/>
            <a:ext cx="11518900" cy="338554"/>
          </a:xfrm>
          <a:prstGeom prst="rect">
            <a:avLst/>
          </a:prstGeom>
          <a:noFill/>
        </p:spPr>
        <p:txBody>
          <a:bodyPr wrap="square" rtlCol="0">
            <a:spAutoFit/>
          </a:bodyPr>
          <a:lstStyle/>
          <a:p>
            <a:r>
              <a:rPr lang="en-IN" sz="1600" dirty="0"/>
              <a:t>The assessment exercise will focus on four key levers for assessing Mobile Number Portability readiness</a:t>
            </a:r>
          </a:p>
        </p:txBody>
      </p:sp>
      <p:sp>
        <p:nvSpPr>
          <p:cNvPr id="37" name="TextBox 36">
            <a:extLst>
              <a:ext uri="{FF2B5EF4-FFF2-40B4-BE49-F238E27FC236}">
                <a16:creationId xmlns:a16="http://schemas.microsoft.com/office/drawing/2014/main" id="{17F6F231-4E95-4044-BACD-8B8AE8D3DC5D}"/>
              </a:ext>
            </a:extLst>
          </p:cNvPr>
          <p:cNvSpPr txBox="1"/>
          <p:nvPr/>
        </p:nvSpPr>
        <p:spPr>
          <a:xfrm>
            <a:off x="87175" y="1765124"/>
            <a:ext cx="3049831" cy="2015936"/>
          </a:xfrm>
          <a:prstGeom prst="rect">
            <a:avLst/>
          </a:prstGeom>
          <a:solidFill>
            <a:schemeClr val="bg1">
              <a:lumMod val="95000"/>
            </a:schemeClr>
          </a:solidFill>
        </p:spPr>
        <p:txBody>
          <a:bodyPr wrap="square" rtlCol="0">
            <a:spAutoFit/>
          </a:bodyPr>
          <a:lstStyle>
            <a:defPPr>
              <a:defRPr lang="de-DE"/>
            </a:defPPr>
            <a:lvl1pPr>
              <a:defRPr sz="1600"/>
            </a:lvl1pPr>
          </a:lstStyle>
          <a:p>
            <a:pPr marL="285750" indent="-285750">
              <a:buFont typeface="Arial" panose="020B0604020202020204" pitchFamily="34" charset="0"/>
              <a:buChar char="•"/>
            </a:pPr>
            <a:r>
              <a:rPr lang="en-IN" sz="1200" dirty="0"/>
              <a:t>Assessment of existing offerings that can be reused for MNP.</a:t>
            </a:r>
          </a:p>
          <a:p>
            <a:pPr marL="285750" indent="-285750">
              <a:buFont typeface="Arial" panose="020B0604020202020204" pitchFamily="34" charset="0"/>
              <a:buChar char="•"/>
            </a:pPr>
            <a:r>
              <a:rPr lang="en-IN" sz="1200" dirty="0"/>
              <a:t>Recommendations for creating new MNP offers</a:t>
            </a:r>
          </a:p>
          <a:p>
            <a:r>
              <a:rPr lang="en-IN" sz="1100" i="1" dirty="0">
                <a:solidFill>
                  <a:schemeClr val="accent2">
                    <a:lumMod val="75000"/>
                  </a:schemeClr>
                </a:solidFill>
              </a:rPr>
              <a:t>e.g.</a:t>
            </a:r>
          </a:p>
          <a:p>
            <a:pPr marL="171450" indent="-171450">
              <a:buFontTx/>
              <a:buChar char="-"/>
            </a:pPr>
            <a:r>
              <a:rPr lang="en-IN" sz="1100" i="1" dirty="0">
                <a:solidFill>
                  <a:schemeClr val="accent2">
                    <a:lumMod val="75000"/>
                  </a:schemeClr>
                </a:solidFill>
              </a:rPr>
              <a:t>New Bundled Offers</a:t>
            </a:r>
          </a:p>
          <a:p>
            <a:pPr marL="171450" indent="-171450">
              <a:buFontTx/>
              <a:buChar char="-"/>
            </a:pPr>
            <a:r>
              <a:rPr lang="en-IN" sz="1100" i="1" dirty="0">
                <a:solidFill>
                  <a:schemeClr val="accent2">
                    <a:lumMod val="75000"/>
                  </a:schemeClr>
                </a:solidFill>
              </a:rPr>
              <a:t>Zero down payment plans</a:t>
            </a:r>
          </a:p>
          <a:p>
            <a:pPr marL="171450" indent="-171450">
              <a:buFontTx/>
              <a:buChar char="-"/>
            </a:pPr>
            <a:r>
              <a:rPr lang="en-IN" sz="1100" i="1" dirty="0">
                <a:solidFill>
                  <a:schemeClr val="accent2">
                    <a:lumMod val="75000"/>
                  </a:schemeClr>
                </a:solidFill>
              </a:rPr>
              <a:t>Unlimited data plans</a:t>
            </a:r>
          </a:p>
          <a:p>
            <a:pPr marL="171450" indent="-171450">
              <a:buFontTx/>
              <a:buChar char="-"/>
            </a:pPr>
            <a:r>
              <a:rPr lang="en-IN" sz="1100" i="1" dirty="0">
                <a:solidFill>
                  <a:schemeClr val="accent2">
                    <a:lumMod val="75000"/>
                  </a:schemeClr>
                </a:solidFill>
              </a:rPr>
              <a:t>Same day SIM delivery offers</a:t>
            </a:r>
          </a:p>
          <a:p>
            <a:pPr marL="171450" indent="-171450">
              <a:buFontTx/>
              <a:buChar char="-"/>
            </a:pPr>
            <a:r>
              <a:rPr lang="en-IN" sz="1100" i="1" dirty="0">
                <a:solidFill>
                  <a:schemeClr val="accent2">
                    <a:lumMod val="75000"/>
                  </a:schemeClr>
                </a:solidFill>
              </a:rPr>
              <a:t>Add-Ons &amp; Freebies etc.</a:t>
            </a:r>
          </a:p>
          <a:p>
            <a:pPr marL="171450" indent="-171450">
              <a:buFontTx/>
              <a:buChar char="-"/>
            </a:pPr>
            <a:r>
              <a:rPr lang="en-IN" sz="1100" i="1" dirty="0">
                <a:solidFill>
                  <a:schemeClr val="accent2">
                    <a:lumMod val="75000"/>
                  </a:schemeClr>
                </a:solidFill>
              </a:rPr>
              <a:t>MNP Referrals</a:t>
            </a:r>
          </a:p>
        </p:txBody>
      </p:sp>
      <p:sp>
        <p:nvSpPr>
          <p:cNvPr id="93" name="TextBox 92">
            <a:extLst>
              <a:ext uri="{FF2B5EF4-FFF2-40B4-BE49-F238E27FC236}">
                <a16:creationId xmlns:a16="http://schemas.microsoft.com/office/drawing/2014/main" id="{44348551-9BE5-4B72-A2E4-27CFEA3D2F6E}"/>
              </a:ext>
            </a:extLst>
          </p:cNvPr>
          <p:cNvSpPr txBox="1"/>
          <p:nvPr/>
        </p:nvSpPr>
        <p:spPr>
          <a:xfrm>
            <a:off x="881743" y="4585388"/>
            <a:ext cx="3200727" cy="2046714"/>
          </a:xfrm>
          <a:prstGeom prst="rect">
            <a:avLst/>
          </a:prstGeom>
          <a:solidFill>
            <a:schemeClr val="bg1">
              <a:lumMod val="95000"/>
            </a:schemeClr>
          </a:solidFill>
        </p:spPr>
        <p:txBody>
          <a:bodyPr wrap="square" rtlCol="0">
            <a:spAutoFit/>
          </a:bodyPr>
          <a:lstStyle>
            <a:defPPr>
              <a:defRPr lang="de-DE"/>
            </a:defPPr>
            <a:lvl1pPr>
              <a:defRPr sz="1600"/>
            </a:lvl1pPr>
          </a:lstStyle>
          <a:p>
            <a:pPr marL="285750" indent="-285750">
              <a:buFont typeface="Arial" panose="020B0604020202020204" pitchFamily="34" charset="0"/>
              <a:buChar char="•"/>
            </a:pPr>
            <a:r>
              <a:rPr lang="en-IN" sz="1200" dirty="0"/>
              <a:t>Review existing processes &amp; KPIs to assess the MNP readiness</a:t>
            </a:r>
          </a:p>
          <a:p>
            <a:pPr marL="285750" indent="-285750">
              <a:buFont typeface="Arial" panose="020B0604020202020204" pitchFamily="34" charset="0"/>
              <a:buChar char="•"/>
            </a:pPr>
            <a:r>
              <a:rPr lang="en-IN" sz="1200" dirty="0"/>
              <a:t>Identify new process scenarios &amp; process gaps that needs to be filled to support mobile number portability</a:t>
            </a:r>
          </a:p>
          <a:p>
            <a:r>
              <a:rPr lang="en-IN" sz="1200" i="1" dirty="0">
                <a:solidFill>
                  <a:schemeClr val="accent2">
                    <a:lumMod val="75000"/>
                  </a:schemeClr>
                </a:solidFill>
              </a:rPr>
              <a:t>e.g. </a:t>
            </a:r>
            <a:endParaRPr lang="en-IN" sz="1100" i="1" dirty="0">
              <a:solidFill>
                <a:schemeClr val="accent2">
                  <a:lumMod val="75000"/>
                </a:schemeClr>
              </a:solidFill>
            </a:endParaRPr>
          </a:p>
          <a:p>
            <a:pPr marL="171450" indent="-171450">
              <a:buFontTx/>
              <a:buChar char="-"/>
            </a:pPr>
            <a:r>
              <a:rPr lang="en-IN" sz="1100" i="1" dirty="0">
                <a:solidFill>
                  <a:schemeClr val="accent2">
                    <a:lumMod val="75000"/>
                  </a:schemeClr>
                </a:solidFill>
              </a:rPr>
              <a:t>Port In/ Port out Processes</a:t>
            </a:r>
          </a:p>
          <a:p>
            <a:pPr marL="171450" indent="-171450">
              <a:buFontTx/>
              <a:buChar char="-"/>
            </a:pPr>
            <a:r>
              <a:rPr lang="en-IN" sz="1100" i="1" dirty="0">
                <a:solidFill>
                  <a:schemeClr val="accent2">
                    <a:lumMod val="75000"/>
                  </a:schemeClr>
                </a:solidFill>
              </a:rPr>
              <a:t>Pre-Post migration with MNP</a:t>
            </a:r>
          </a:p>
          <a:p>
            <a:pPr marL="171450" indent="-171450">
              <a:buFontTx/>
              <a:buChar char="-"/>
            </a:pPr>
            <a:r>
              <a:rPr lang="en-IN" sz="1100" i="1" dirty="0">
                <a:solidFill>
                  <a:schemeClr val="accent2">
                    <a:lumMod val="75000"/>
                  </a:schemeClr>
                </a:solidFill>
              </a:rPr>
              <a:t>MNP Retention Process</a:t>
            </a:r>
          </a:p>
          <a:p>
            <a:pPr marL="171450" indent="-171450">
              <a:buFontTx/>
              <a:buChar char="-"/>
            </a:pPr>
            <a:r>
              <a:rPr lang="en-IN" sz="1100" i="1" dirty="0">
                <a:solidFill>
                  <a:schemeClr val="accent2">
                    <a:lumMod val="75000"/>
                  </a:schemeClr>
                </a:solidFill>
              </a:rPr>
              <a:t>MNP Lead  generation</a:t>
            </a:r>
          </a:p>
          <a:p>
            <a:pPr marL="171450" indent="-171450">
              <a:buFontTx/>
              <a:buChar char="-"/>
            </a:pPr>
            <a:r>
              <a:rPr lang="en-IN" sz="1100" i="1" dirty="0">
                <a:solidFill>
                  <a:schemeClr val="accent2">
                    <a:lumMod val="75000"/>
                  </a:schemeClr>
                </a:solidFill>
              </a:rPr>
              <a:t>BULK MNP Contracting process</a:t>
            </a:r>
          </a:p>
        </p:txBody>
      </p:sp>
      <p:grpSp>
        <p:nvGrpSpPr>
          <p:cNvPr id="5" name="Group 4">
            <a:extLst>
              <a:ext uri="{FF2B5EF4-FFF2-40B4-BE49-F238E27FC236}">
                <a16:creationId xmlns:a16="http://schemas.microsoft.com/office/drawing/2014/main" id="{2D41A75E-F9F4-4593-A214-ED47D29CA5A6}"/>
              </a:ext>
            </a:extLst>
          </p:cNvPr>
          <p:cNvGrpSpPr/>
          <p:nvPr/>
        </p:nvGrpSpPr>
        <p:grpSpPr>
          <a:xfrm>
            <a:off x="8633264" y="4002134"/>
            <a:ext cx="3222186" cy="2415570"/>
            <a:chOff x="7711414" y="1562979"/>
            <a:chExt cx="3222186" cy="2415570"/>
          </a:xfrm>
        </p:grpSpPr>
        <p:sp>
          <p:nvSpPr>
            <p:cNvPr id="84" name="Rectangle: Rounded Corners 83">
              <a:extLst>
                <a:ext uri="{FF2B5EF4-FFF2-40B4-BE49-F238E27FC236}">
                  <a16:creationId xmlns:a16="http://schemas.microsoft.com/office/drawing/2014/main" id="{E413F847-7C6A-4ECC-8CCD-0446EFAED7B7}"/>
                </a:ext>
              </a:extLst>
            </p:cNvPr>
            <p:cNvSpPr/>
            <p:nvPr/>
          </p:nvSpPr>
          <p:spPr>
            <a:xfrm>
              <a:off x="7711414" y="1562979"/>
              <a:ext cx="3222186" cy="338555"/>
            </a:xfrm>
            <a:prstGeom prst="roundRect">
              <a:avLst/>
            </a:prstGeom>
            <a:gradFill flip="none" rotWithShape="1">
              <a:gsLst>
                <a:gs pos="0">
                  <a:schemeClr val="accent1">
                    <a:lumMod val="20000"/>
                    <a:lumOff val="80000"/>
                    <a:shade val="30000"/>
                    <a:satMod val="115000"/>
                  </a:schemeClr>
                </a:gs>
                <a:gs pos="50000">
                  <a:schemeClr val="accent1">
                    <a:lumMod val="20000"/>
                    <a:lumOff val="80000"/>
                    <a:shade val="67500"/>
                    <a:satMod val="115000"/>
                  </a:schemeClr>
                </a:gs>
                <a:gs pos="100000">
                  <a:schemeClr val="accent1">
                    <a:lumMod val="20000"/>
                    <a:lumOff val="80000"/>
                    <a:shade val="100000"/>
                    <a:satMod val="115000"/>
                  </a:schemeClr>
                </a:gs>
              </a:gsLst>
              <a:lin ang="0" scaled="1"/>
              <a:tileRect/>
            </a:gradFill>
            <a:ln w="28575" cap="flat">
              <a:noFill/>
              <a:prstDash val="solid"/>
              <a:miter/>
            </a:ln>
          </p:spPr>
          <p:txBody>
            <a:bodyPr rtlCol="0" anchor="ctr"/>
            <a:lstStyle/>
            <a:p>
              <a:r>
                <a:rPr lang="en-IN" sz="1200" b="1" dirty="0">
                  <a:solidFill>
                    <a:schemeClr val="bg1"/>
                  </a:solidFill>
                </a:rPr>
                <a:t>OSS/ BSS FUNCTIONALITIES</a:t>
              </a:r>
            </a:p>
          </p:txBody>
        </p:sp>
        <p:sp>
          <p:nvSpPr>
            <p:cNvPr id="94" name="TextBox 93">
              <a:extLst>
                <a:ext uri="{FF2B5EF4-FFF2-40B4-BE49-F238E27FC236}">
                  <a16:creationId xmlns:a16="http://schemas.microsoft.com/office/drawing/2014/main" id="{C8DCC20D-B3D5-412D-95E5-9F42EE499565}"/>
                </a:ext>
              </a:extLst>
            </p:cNvPr>
            <p:cNvSpPr txBox="1"/>
            <p:nvPr/>
          </p:nvSpPr>
          <p:spPr>
            <a:xfrm>
              <a:off x="7711414" y="1947224"/>
              <a:ext cx="3222185" cy="2031325"/>
            </a:xfrm>
            <a:prstGeom prst="rect">
              <a:avLst/>
            </a:prstGeom>
            <a:solidFill>
              <a:schemeClr val="bg1">
                <a:lumMod val="95000"/>
              </a:schemeClr>
            </a:solidFill>
          </p:spPr>
          <p:txBody>
            <a:bodyPr wrap="square" rtlCol="0">
              <a:spAutoFit/>
            </a:bodyPr>
            <a:lstStyle>
              <a:defPPr>
                <a:defRPr lang="de-DE"/>
              </a:defPPr>
              <a:lvl1pPr>
                <a:defRPr sz="1600"/>
              </a:lvl1pPr>
            </a:lstStyle>
            <a:p>
              <a:pPr marL="285750" indent="-285750">
                <a:buFont typeface="Arial" panose="020B0604020202020204" pitchFamily="34" charset="0"/>
                <a:buChar char="•"/>
              </a:pPr>
              <a:r>
                <a:rPr lang="en-IN" sz="1200" dirty="0"/>
                <a:t>Identify key OSS/ BSS functionalities required to support MNP</a:t>
              </a:r>
            </a:p>
            <a:p>
              <a:pPr marL="285750" indent="-285750">
                <a:buFont typeface="Arial" panose="020B0604020202020204" pitchFamily="34" charset="0"/>
                <a:buChar char="•"/>
              </a:pPr>
              <a:r>
                <a:rPr lang="en-IN" sz="1200" dirty="0"/>
                <a:t>Prepare functionality map to identify functional gaps that needs to be addressed during MNP Implementation</a:t>
              </a:r>
            </a:p>
            <a:p>
              <a:r>
                <a:rPr lang="en-IN" sz="1100" i="1" dirty="0">
                  <a:solidFill>
                    <a:schemeClr val="accent2">
                      <a:lumMod val="75000"/>
                    </a:schemeClr>
                  </a:solidFill>
                </a:rPr>
                <a:t>e.g. </a:t>
              </a:r>
            </a:p>
            <a:p>
              <a:pPr marL="171450" indent="-171450">
                <a:buFontTx/>
                <a:buChar char="-"/>
              </a:pPr>
              <a:r>
                <a:rPr lang="en-IN" sz="1100" i="1" dirty="0">
                  <a:solidFill>
                    <a:schemeClr val="accent2">
                      <a:lumMod val="75000"/>
                    </a:schemeClr>
                  </a:solidFill>
                </a:rPr>
                <a:t>Rating &amp; Charging</a:t>
              </a:r>
            </a:p>
            <a:p>
              <a:pPr marL="171450" indent="-171450">
                <a:buFontTx/>
                <a:buChar char="-"/>
              </a:pPr>
              <a:r>
                <a:rPr lang="en-IN" sz="1100" i="1" dirty="0">
                  <a:solidFill>
                    <a:schemeClr val="accent2">
                      <a:lumMod val="75000"/>
                    </a:schemeClr>
                  </a:solidFill>
                </a:rPr>
                <a:t>Number Management</a:t>
              </a:r>
            </a:p>
            <a:p>
              <a:pPr marL="171450" indent="-171450">
                <a:buFontTx/>
                <a:buChar char="-"/>
              </a:pPr>
              <a:r>
                <a:rPr lang="en-IN" sz="1100" i="1" dirty="0">
                  <a:solidFill>
                    <a:schemeClr val="accent2">
                      <a:lumMod val="75000"/>
                    </a:schemeClr>
                  </a:solidFill>
                </a:rPr>
                <a:t>SIM inventory Management)</a:t>
              </a:r>
            </a:p>
            <a:p>
              <a:pPr marL="171450" indent="-171450">
                <a:buFontTx/>
                <a:buChar char="-"/>
              </a:pPr>
              <a:r>
                <a:rPr lang="en-IN" sz="1100" i="1" dirty="0">
                  <a:solidFill>
                    <a:schemeClr val="accent2">
                      <a:lumMod val="75000"/>
                    </a:schemeClr>
                  </a:solidFill>
                </a:rPr>
                <a:t>KCI ( Keep customer informed) </a:t>
              </a:r>
            </a:p>
            <a:p>
              <a:pPr marL="171450" indent="-171450">
                <a:buFontTx/>
                <a:buChar char="-"/>
              </a:pPr>
              <a:r>
                <a:rPr lang="en-IN" sz="1100" i="1" dirty="0">
                  <a:solidFill>
                    <a:schemeClr val="accent2">
                      <a:lumMod val="75000"/>
                    </a:schemeClr>
                  </a:solidFill>
                </a:rPr>
                <a:t>Integration Points</a:t>
              </a:r>
            </a:p>
          </p:txBody>
        </p:sp>
      </p:grpSp>
      <p:grpSp>
        <p:nvGrpSpPr>
          <p:cNvPr id="4" name="Group 3">
            <a:extLst>
              <a:ext uri="{FF2B5EF4-FFF2-40B4-BE49-F238E27FC236}">
                <a16:creationId xmlns:a16="http://schemas.microsoft.com/office/drawing/2014/main" id="{AB9B9EBB-D71B-4418-ABEF-B357878B7B74}"/>
              </a:ext>
            </a:extLst>
          </p:cNvPr>
          <p:cNvGrpSpPr/>
          <p:nvPr/>
        </p:nvGrpSpPr>
        <p:grpSpPr>
          <a:xfrm>
            <a:off x="5269975" y="1545015"/>
            <a:ext cx="2202187" cy="2311401"/>
            <a:chOff x="6349862" y="3668431"/>
            <a:chExt cx="2202187" cy="2311401"/>
          </a:xfrm>
        </p:grpSpPr>
        <p:sp>
          <p:nvSpPr>
            <p:cNvPr id="15" name="Freeform: Shape 14">
              <a:extLst>
                <a:ext uri="{FF2B5EF4-FFF2-40B4-BE49-F238E27FC236}">
                  <a16:creationId xmlns:a16="http://schemas.microsoft.com/office/drawing/2014/main" id="{E13038A1-39AA-4D88-8EB4-0C1603D1B344}"/>
                </a:ext>
              </a:extLst>
            </p:cNvPr>
            <p:cNvSpPr/>
            <p:nvPr/>
          </p:nvSpPr>
          <p:spPr>
            <a:xfrm>
              <a:off x="6349862" y="3668431"/>
              <a:ext cx="2202187" cy="2311401"/>
            </a:xfrm>
            <a:custGeom>
              <a:avLst/>
              <a:gdLst>
                <a:gd name="connsiteX0" fmla="*/ 1009048 w 2018098"/>
                <a:gd name="connsiteY0" fmla="*/ 334549 h 2013362"/>
                <a:gd name="connsiteX1" fmla="*/ 336916 w 2018098"/>
                <a:gd name="connsiteY1" fmla="*/ 1006681 h 2013362"/>
                <a:gd name="connsiteX2" fmla="*/ 1009048 w 2018098"/>
                <a:gd name="connsiteY2" fmla="*/ 1678813 h 2013362"/>
                <a:gd name="connsiteX3" fmla="*/ 1681180 w 2018098"/>
                <a:gd name="connsiteY3" fmla="*/ 1006681 h 2013362"/>
                <a:gd name="connsiteX4" fmla="*/ 1009048 w 2018098"/>
                <a:gd name="connsiteY4" fmla="*/ 334549 h 2013362"/>
                <a:gd name="connsiteX5" fmla="*/ 890616 w 2018098"/>
                <a:gd name="connsiteY5" fmla="*/ 0 h 2013362"/>
                <a:gd name="connsiteX6" fmla="*/ 1127482 w 2018098"/>
                <a:gd name="connsiteY6" fmla="*/ 0 h 2013362"/>
                <a:gd name="connsiteX7" fmla="*/ 1231703 w 2018098"/>
                <a:gd name="connsiteY7" fmla="*/ 208442 h 2013362"/>
                <a:gd name="connsiteX8" fmla="*/ 1416458 w 2018098"/>
                <a:gd name="connsiteY8" fmla="*/ 284239 h 2013362"/>
                <a:gd name="connsiteX9" fmla="*/ 1639112 w 2018098"/>
                <a:gd name="connsiteY9" fmla="*/ 208442 h 2013362"/>
                <a:gd name="connsiteX10" fmla="*/ 1809656 w 2018098"/>
                <a:gd name="connsiteY10" fmla="*/ 378986 h 2013362"/>
                <a:gd name="connsiteX11" fmla="*/ 1733859 w 2018098"/>
                <a:gd name="connsiteY11" fmla="*/ 601640 h 2013362"/>
                <a:gd name="connsiteX12" fmla="*/ 1809656 w 2018098"/>
                <a:gd name="connsiteY12" fmla="*/ 786395 h 2013362"/>
                <a:gd name="connsiteX13" fmla="*/ 2018098 w 2018098"/>
                <a:gd name="connsiteY13" fmla="*/ 890616 h 2013362"/>
                <a:gd name="connsiteX14" fmla="*/ 2018098 w 2018098"/>
                <a:gd name="connsiteY14" fmla="*/ 1127483 h 2013362"/>
                <a:gd name="connsiteX15" fmla="*/ 1809656 w 2018098"/>
                <a:gd name="connsiteY15" fmla="*/ 1231704 h 2013362"/>
                <a:gd name="connsiteX16" fmla="*/ 1729122 w 2018098"/>
                <a:gd name="connsiteY16" fmla="*/ 1416459 h 2013362"/>
                <a:gd name="connsiteX17" fmla="*/ 1804919 w 2018098"/>
                <a:gd name="connsiteY17" fmla="*/ 1639114 h 2013362"/>
                <a:gd name="connsiteX18" fmla="*/ 1634375 w 2018098"/>
                <a:gd name="connsiteY18" fmla="*/ 1804920 h 2013362"/>
                <a:gd name="connsiteX19" fmla="*/ 1411721 w 2018098"/>
                <a:gd name="connsiteY19" fmla="*/ 1729123 h 2013362"/>
                <a:gd name="connsiteX20" fmla="*/ 1226966 w 2018098"/>
                <a:gd name="connsiteY20" fmla="*/ 1804920 h 2013362"/>
                <a:gd name="connsiteX21" fmla="*/ 1122745 w 2018098"/>
                <a:gd name="connsiteY21" fmla="*/ 2013362 h 2013362"/>
                <a:gd name="connsiteX22" fmla="*/ 885879 w 2018098"/>
                <a:gd name="connsiteY22" fmla="*/ 2013362 h 2013362"/>
                <a:gd name="connsiteX23" fmla="*/ 781658 w 2018098"/>
                <a:gd name="connsiteY23" fmla="*/ 1804920 h 2013362"/>
                <a:gd name="connsiteX24" fmla="*/ 596903 w 2018098"/>
                <a:gd name="connsiteY24" fmla="*/ 1729123 h 2013362"/>
                <a:gd name="connsiteX25" fmla="*/ 374248 w 2018098"/>
                <a:gd name="connsiteY25" fmla="*/ 1804920 h 2013362"/>
                <a:gd name="connsiteX26" fmla="*/ 208442 w 2018098"/>
                <a:gd name="connsiteY26" fmla="*/ 1639114 h 2013362"/>
                <a:gd name="connsiteX27" fmla="*/ 284239 w 2018098"/>
                <a:gd name="connsiteY27" fmla="*/ 1416459 h 2013362"/>
                <a:gd name="connsiteX28" fmla="*/ 208442 w 2018098"/>
                <a:gd name="connsiteY28" fmla="*/ 1231704 h 2013362"/>
                <a:gd name="connsiteX29" fmla="*/ 0 w 2018098"/>
                <a:gd name="connsiteY29" fmla="*/ 1127483 h 2013362"/>
                <a:gd name="connsiteX30" fmla="*/ 0 w 2018098"/>
                <a:gd name="connsiteY30" fmla="*/ 890616 h 2013362"/>
                <a:gd name="connsiteX31" fmla="*/ 208442 w 2018098"/>
                <a:gd name="connsiteY31" fmla="*/ 786395 h 2013362"/>
                <a:gd name="connsiteX32" fmla="*/ 284239 w 2018098"/>
                <a:gd name="connsiteY32" fmla="*/ 601640 h 2013362"/>
                <a:gd name="connsiteX33" fmla="*/ 208442 w 2018098"/>
                <a:gd name="connsiteY33" fmla="*/ 378986 h 2013362"/>
                <a:gd name="connsiteX34" fmla="*/ 378986 w 2018098"/>
                <a:gd name="connsiteY34" fmla="*/ 208442 h 2013362"/>
                <a:gd name="connsiteX35" fmla="*/ 601640 w 2018098"/>
                <a:gd name="connsiteY35" fmla="*/ 284239 h 2013362"/>
                <a:gd name="connsiteX36" fmla="*/ 786395 w 2018098"/>
                <a:gd name="connsiteY36" fmla="*/ 208442 h 201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018098" h="2013362">
                  <a:moveTo>
                    <a:pt x="1009048" y="334549"/>
                  </a:moveTo>
                  <a:cubicBezTo>
                    <a:pt x="637840" y="334549"/>
                    <a:pt x="336916" y="635473"/>
                    <a:pt x="336916" y="1006681"/>
                  </a:cubicBezTo>
                  <a:cubicBezTo>
                    <a:pt x="336916" y="1377889"/>
                    <a:pt x="637840" y="1678813"/>
                    <a:pt x="1009048" y="1678813"/>
                  </a:cubicBezTo>
                  <a:cubicBezTo>
                    <a:pt x="1380256" y="1678813"/>
                    <a:pt x="1681180" y="1377889"/>
                    <a:pt x="1681180" y="1006681"/>
                  </a:cubicBezTo>
                  <a:cubicBezTo>
                    <a:pt x="1681180" y="635473"/>
                    <a:pt x="1380256" y="334549"/>
                    <a:pt x="1009048" y="334549"/>
                  </a:cubicBezTo>
                  <a:close/>
                  <a:moveTo>
                    <a:pt x="890616" y="0"/>
                  </a:moveTo>
                  <a:lnTo>
                    <a:pt x="1127482" y="0"/>
                  </a:lnTo>
                  <a:lnTo>
                    <a:pt x="1231703" y="208442"/>
                  </a:lnTo>
                  <a:cubicBezTo>
                    <a:pt x="1298026" y="227392"/>
                    <a:pt x="1359611" y="251078"/>
                    <a:pt x="1416458" y="284239"/>
                  </a:cubicBezTo>
                  <a:lnTo>
                    <a:pt x="1639112" y="208442"/>
                  </a:lnTo>
                  <a:lnTo>
                    <a:pt x="1809656" y="378986"/>
                  </a:lnTo>
                  <a:lnTo>
                    <a:pt x="1733859" y="601640"/>
                  </a:lnTo>
                  <a:cubicBezTo>
                    <a:pt x="1767021" y="658488"/>
                    <a:pt x="1790707" y="720074"/>
                    <a:pt x="1809656" y="786395"/>
                  </a:cubicBezTo>
                  <a:lnTo>
                    <a:pt x="2018098" y="890616"/>
                  </a:lnTo>
                  <a:lnTo>
                    <a:pt x="2018098" y="1127483"/>
                  </a:lnTo>
                  <a:lnTo>
                    <a:pt x="1809656" y="1231704"/>
                  </a:lnTo>
                  <a:cubicBezTo>
                    <a:pt x="1790707" y="1293290"/>
                    <a:pt x="1762283" y="1359612"/>
                    <a:pt x="1729122" y="1416459"/>
                  </a:cubicBezTo>
                  <a:lnTo>
                    <a:pt x="1804919" y="1639114"/>
                  </a:lnTo>
                  <a:lnTo>
                    <a:pt x="1634375" y="1804920"/>
                  </a:lnTo>
                  <a:lnTo>
                    <a:pt x="1411721" y="1729123"/>
                  </a:lnTo>
                  <a:cubicBezTo>
                    <a:pt x="1354874" y="1762284"/>
                    <a:pt x="1293289" y="1785971"/>
                    <a:pt x="1226966" y="1804920"/>
                  </a:cubicBezTo>
                  <a:lnTo>
                    <a:pt x="1122745" y="2013362"/>
                  </a:lnTo>
                  <a:lnTo>
                    <a:pt x="885879" y="2013362"/>
                  </a:lnTo>
                  <a:lnTo>
                    <a:pt x="781658" y="1804920"/>
                  </a:lnTo>
                  <a:cubicBezTo>
                    <a:pt x="715335" y="1785971"/>
                    <a:pt x="653750" y="1762284"/>
                    <a:pt x="596903" y="1729123"/>
                  </a:cubicBezTo>
                  <a:lnTo>
                    <a:pt x="374248" y="1804920"/>
                  </a:lnTo>
                  <a:lnTo>
                    <a:pt x="208442" y="1639114"/>
                  </a:lnTo>
                  <a:lnTo>
                    <a:pt x="284239" y="1416459"/>
                  </a:lnTo>
                  <a:cubicBezTo>
                    <a:pt x="251078" y="1359612"/>
                    <a:pt x="227391" y="1298027"/>
                    <a:pt x="208442" y="1231704"/>
                  </a:cubicBezTo>
                  <a:lnTo>
                    <a:pt x="0" y="1127483"/>
                  </a:lnTo>
                  <a:lnTo>
                    <a:pt x="0" y="890616"/>
                  </a:lnTo>
                  <a:lnTo>
                    <a:pt x="208442" y="786395"/>
                  </a:lnTo>
                  <a:cubicBezTo>
                    <a:pt x="227391" y="720074"/>
                    <a:pt x="251078" y="658488"/>
                    <a:pt x="284239" y="601640"/>
                  </a:cubicBezTo>
                  <a:lnTo>
                    <a:pt x="208442" y="378986"/>
                  </a:lnTo>
                  <a:lnTo>
                    <a:pt x="378986" y="208442"/>
                  </a:lnTo>
                  <a:lnTo>
                    <a:pt x="601640" y="284239"/>
                  </a:lnTo>
                  <a:cubicBezTo>
                    <a:pt x="658487" y="251078"/>
                    <a:pt x="720073" y="227392"/>
                    <a:pt x="786395" y="208442"/>
                  </a:cubicBezTo>
                  <a:close/>
                </a:path>
              </a:pathLst>
            </a:custGeom>
            <a:gradFill flip="none" rotWithShape="1">
              <a:gsLst>
                <a:gs pos="0">
                  <a:schemeClr val="accent6">
                    <a:lumMod val="60000"/>
                    <a:lumOff val="40000"/>
                    <a:shade val="30000"/>
                    <a:satMod val="115000"/>
                  </a:schemeClr>
                </a:gs>
                <a:gs pos="50000">
                  <a:schemeClr val="accent6">
                    <a:lumMod val="60000"/>
                    <a:lumOff val="40000"/>
                    <a:shade val="67500"/>
                    <a:satMod val="115000"/>
                  </a:schemeClr>
                </a:gs>
                <a:gs pos="100000">
                  <a:schemeClr val="accent6">
                    <a:lumMod val="60000"/>
                    <a:lumOff val="40000"/>
                    <a:shade val="100000"/>
                    <a:satMod val="115000"/>
                  </a:schemeClr>
                </a:gs>
              </a:gsLst>
              <a:lin ang="2700000" scaled="1"/>
              <a:tileRect/>
            </a:gradFill>
            <a:ln w="28575" cap="flat">
              <a:noFill/>
              <a:prstDash val="solid"/>
              <a:miter/>
            </a:ln>
          </p:spPr>
          <p:txBody>
            <a:bodyPr rtlCol="0" anchor="ctr"/>
            <a:lstStyle/>
            <a:p>
              <a:endParaRPr lang="de-DE" sz="1800"/>
            </a:p>
          </p:txBody>
        </p:sp>
        <p:pic>
          <p:nvPicPr>
            <p:cNvPr id="39" name="Picture 38" descr="Icon&#10;&#10;Description automatically generated">
              <a:extLst>
                <a:ext uri="{FF2B5EF4-FFF2-40B4-BE49-F238E27FC236}">
                  <a16:creationId xmlns:a16="http://schemas.microsoft.com/office/drawing/2014/main" id="{3057203F-C04E-49F3-B539-C4BF11E1FA78}"/>
                </a:ext>
              </a:extLst>
            </p:cNvPr>
            <p:cNvPicPr>
              <a:picLocks noChangeAspect="1"/>
            </p:cNvPicPr>
            <p:nvPr/>
          </p:nvPicPr>
          <p:blipFill>
            <a:blip r:embed="rId7" cstate="print">
              <a:extLst>
                <a:ext uri="{BEBA8EAE-BF5A-486C-A8C5-ECC9F3942E4B}">
                  <a14:imgProps xmlns:a14="http://schemas.microsoft.com/office/drawing/2010/main">
                    <a14:imgLayer r:embed="rId8">
                      <a14:imgEffect>
                        <a14:saturation sat="66000"/>
                      </a14:imgEffect>
                    </a14:imgLayer>
                  </a14:imgProps>
                </a:ext>
                <a:ext uri="{28A0092B-C50C-407E-A947-70E740481C1C}">
                  <a14:useLocalDpi xmlns:a14="http://schemas.microsoft.com/office/drawing/2010/main" val="0"/>
                </a:ext>
              </a:extLst>
            </a:blip>
            <a:stretch>
              <a:fillRect/>
            </a:stretch>
          </p:blipFill>
          <p:spPr>
            <a:xfrm>
              <a:off x="6732558" y="4075555"/>
              <a:ext cx="1441326" cy="1441326"/>
            </a:xfrm>
            <a:prstGeom prst="rect">
              <a:avLst/>
            </a:prstGeom>
          </p:spPr>
        </p:pic>
      </p:grpSp>
      <p:grpSp>
        <p:nvGrpSpPr>
          <p:cNvPr id="6" name="Group 5">
            <a:extLst>
              <a:ext uri="{FF2B5EF4-FFF2-40B4-BE49-F238E27FC236}">
                <a16:creationId xmlns:a16="http://schemas.microsoft.com/office/drawing/2014/main" id="{8324E072-05CC-4B73-B0EA-1E2FB9280F4C}"/>
              </a:ext>
            </a:extLst>
          </p:cNvPr>
          <p:cNvGrpSpPr/>
          <p:nvPr/>
        </p:nvGrpSpPr>
        <p:grpSpPr>
          <a:xfrm>
            <a:off x="7734646" y="1286931"/>
            <a:ext cx="3314726" cy="2314494"/>
            <a:chOff x="8699775" y="4384059"/>
            <a:chExt cx="3314726" cy="2314494"/>
          </a:xfrm>
        </p:grpSpPr>
        <p:sp>
          <p:nvSpPr>
            <p:cNvPr id="95" name="Rectangle: Rounded Corners 94">
              <a:extLst>
                <a:ext uri="{FF2B5EF4-FFF2-40B4-BE49-F238E27FC236}">
                  <a16:creationId xmlns:a16="http://schemas.microsoft.com/office/drawing/2014/main" id="{DA4A5936-7281-4B70-B109-18D3D7888FC3}"/>
                </a:ext>
              </a:extLst>
            </p:cNvPr>
            <p:cNvSpPr/>
            <p:nvPr/>
          </p:nvSpPr>
          <p:spPr>
            <a:xfrm>
              <a:off x="8699775" y="4384059"/>
              <a:ext cx="3314726" cy="338554"/>
            </a:xfrm>
            <a:prstGeom prst="roundRect">
              <a:avLst/>
            </a:prstGeom>
            <a:gradFill flip="none" rotWithShape="1">
              <a:gsLst>
                <a:gs pos="0">
                  <a:schemeClr val="accent6">
                    <a:lumMod val="60000"/>
                    <a:lumOff val="40000"/>
                    <a:shade val="30000"/>
                    <a:satMod val="115000"/>
                  </a:schemeClr>
                </a:gs>
                <a:gs pos="50000">
                  <a:schemeClr val="accent6">
                    <a:lumMod val="60000"/>
                    <a:lumOff val="40000"/>
                    <a:shade val="67500"/>
                    <a:satMod val="115000"/>
                  </a:schemeClr>
                </a:gs>
                <a:gs pos="100000">
                  <a:schemeClr val="accent6">
                    <a:lumMod val="60000"/>
                    <a:lumOff val="40000"/>
                    <a:shade val="100000"/>
                    <a:satMod val="115000"/>
                  </a:schemeClr>
                </a:gs>
              </a:gsLst>
              <a:lin ang="2700000" scaled="1"/>
              <a:tileRect/>
            </a:gradFill>
            <a:ln w="28575" cap="flat">
              <a:noFill/>
              <a:prstDash val="solid"/>
              <a:miter/>
            </a:ln>
          </p:spPr>
          <p:txBody>
            <a:bodyPr rtlCol="0" anchor="ctr"/>
            <a:lstStyle/>
            <a:p>
              <a:r>
                <a:rPr lang="en-IN" sz="1200" b="1" dirty="0">
                  <a:solidFill>
                    <a:schemeClr val="bg1"/>
                  </a:solidFill>
                </a:rPr>
                <a:t>CUSTOMER EXPERIENCE</a:t>
              </a:r>
            </a:p>
          </p:txBody>
        </p:sp>
        <p:sp>
          <p:nvSpPr>
            <p:cNvPr id="98" name="TextBox 97">
              <a:extLst>
                <a:ext uri="{FF2B5EF4-FFF2-40B4-BE49-F238E27FC236}">
                  <a16:creationId xmlns:a16="http://schemas.microsoft.com/office/drawing/2014/main" id="{A5BBABB2-BBE9-403A-88F1-A137823A7541}"/>
                </a:ext>
              </a:extLst>
            </p:cNvPr>
            <p:cNvSpPr txBox="1"/>
            <p:nvPr/>
          </p:nvSpPr>
          <p:spPr>
            <a:xfrm>
              <a:off x="8699775" y="4759561"/>
              <a:ext cx="3314726" cy="1938992"/>
            </a:xfrm>
            <a:prstGeom prst="rect">
              <a:avLst/>
            </a:prstGeom>
            <a:solidFill>
              <a:schemeClr val="bg1">
                <a:lumMod val="95000"/>
              </a:schemeClr>
            </a:solidFill>
          </p:spPr>
          <p:txBody>
            <a:bodyPr wrap="square" rtlCol="0">
              <a:spAutoFit/>
            </a:bodyPr>
            <a:lstStyle>
              <a:defPPr>
                <a:defRPr lang="de-DE"/>
              </a:defPPr>
              <a:lvl1pPr>
                <a:defRPr sz="1600"/>
              </a:lvl1pPr>
            </a:lstStyle>
            <a:p>
              <a:pPr marL="285750" indent="-285750">
                <a:buFont typeface="Arial" panose="020B0604020202020204" pitchFamily="34" charset="0"/>
                <a:buChar char="•"/>
              </a:pPr>
              <a:r>
                <a:rPr lang="en-IN" sz="1200" dirty="0"/>
                <a:t>Identify various customer touchpoints related to MNP</a:t>
              </a:r>
            </a:p>
            <a:p>
              <a:pPr marL="285750" indent="-285750">
                <a:buFont typeface="Arial" panose="020B0604020202020204" pitchFamily="34" charset="0"/>
                <a:buChar char="•"/>
              </a:pPr>
              <a:r>
                <a:rPr lang="en-IN" sz="1200" dirty="0"/>
                <a:t>Identify the gaps, Asses the readiness</a:t>
              </a:r>
            </a:p>
            <a:p>
              <a:pPr marL="285750" indent="-285750">
                <a:buFont typeface="Arial" panose="020B0604020202020204" pitchFamily="34" charset="0"/>
                <a:buChar char="•"/>
              </a:pPr>
              <a:r>
                <a:rPr lang="en-IN" sz="1200" dirty="0"/>
                <a:t>Come up with list of recommendations to fulfil the gaps </a:t>
              </a:r>
            </a:p>
            <a:p>
              <a:r>
                <a:rPr lang="en-IN" sz="1200" i="1" dirty="0">
                  <a:solidFill>
                    <a:schemeClr val="accent2">
                      <a:lumMod val="75000"/>
                    </a:schemeClr>
                  </a:solidFill>
                </a:rPr>
                <a:t>e.g. </a:t>
              </a:r>
            </a:p>
            <a:p>
              <a:pPr marL="171450" indent="-171450">
                <a:buFontTx/>
                <a:buChar char="-"/>
              </a:pPr>
              <a:r>
                <a:rPr lang="en-IN" sz="1200" i="1" dirty="0">
                  <a:solidFill>
                    <a:schemeClr val="accent2">
                      <a:lumMod val="75000"/>
                    </a:schemeClr>
                  </a:solidFill>
                </a:rPr>
                <a:t>Mobile Number Portability – Guidelines</a:t>
              </a:r>
            </a:p>
            <a:p>
              <a:pPr marL="171450" indent="-171450">
                <a:buFontTx/>
                <a:buChar char="-"/>
              </a:pPr>
              <a:r>
                <a:rPr lang="en-IN" sz="1200" i="1" dirty="0">
                  <a:solidFill>
                    <a:schemeClr val="accent2">
                      <a:lumMod val="75000"/>
                    </a:schemeClr>
                  </a:solidFill>
                </a:rPr>
                <a:t>MNP FAQs</a:t>
              </a:r>
            </a:p>
            <a:p>
              <a:pPr marL="171450" indent="-171450">
                <a:buFontTx/>
                <a:buChar char="-"/>
              </a:pPr>
              <a:r>
                <a:rPr lang="en-IN" sz="1200" i="1" dirty="0">
                  <a:solidFill>
                    <a:schemeClr val="accent2">
                      <a:lumMod val="75000"/>
                    </a:schemeClr>
                  </a:solidFill>
                </a:rPr>
                <a:t>MNP Self service use cases</a:t>
              </a:r>
            </a:p>
            <a:p>
              <a:pPr marL="171450" indent="-171450">
                <a:buFontTx/>
                <a:buChar char="-"/>
              </a:pPr>
              <a:r>
                <a:rPr lang="en-IN" sz="1200" i="1" dirty="0">
                  <a:solidFill>
                    <a:schemeClr val="accent2">
                      <a:lumMod val="75000"/>
                    </a:schemeClr>
                  </a:solidFill>
                </a:rPr>
                <a:t>MNP Campaigns</a:t>
              </a:r>
            </a:p>
          </p:txBody>
        </p:sp>
      </p:grpSp>
    </p:spTree>
    <p:extLst>
      <p:ext uri="{BB962C8B-B14F-4D97-AF65-F5344CB8AC3E}">
        <p14:creationId xmlns:p14="http://schemas.microsoft.com/office/powerpoint/2010/main" val="15728117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CA9BF-5E96-483B-876C-620AD3A0C6DC}"/>
              </a:ext>
            </a:extLst>
          </p:cNvPr>
          <p:cNvSpPr>
            <a:spLocks noGrp="1"/>
          </p:cNvSpPr>
          <p:nvPr>
            <p:ph type="title"/>
          </p:nvPr>
        </p:nvSpPr>
        <p:spPr>
          <a:xfrm>
            <a:off x="248323" y="-55860"/>
            <a:ext cx="10947772" cy="716711"/>
          </a:xfrm>
        </p:spPr>
        <p:txBody>
          <a:bodyPr/>
          <a:lstStyle/>
          <a:p>
            <a:r>
              <a:rPr lang="en-IN" dirty="0"/>
              <a:t>SCOPING METHODOLOGY</a:t>
            </a:r>
            <a:endParaRPr lang="en-US" dirty="0"/>
          </a:p>
        </p:txBody>
      </p:sp>
      <p:sp>
        <p:nvSpPr>
          <p:cNvPr id="104" name="TextBox 103">
            <a:extLst>
              <a:ext uri="{FF2B5EF4-FFF2-40B4-BE49-F238E27FC236}">
                <a16:creationId xmlns:a16="http://schemas.microsoft.com/office/drawing/2014/main" id="{20BB0E7D-50A2-42BA-91F2-D47CB78257CD}"/>
              </a:ext>
            </a:extLst>
          </p:cNvPr>
          <p:cNvSpPr txBox="1"/>
          <p:nvPr/>
        </p:nvSpPr>
        <p:spPr>
          <a:xfrm>
            <a:off x="297198" y="724787"/>
            <a:ext cx="11597604" cy="523220"/>
          </a:xfrm>
          <a:prstGeom prst="rect">
            <a:avLst/>
          </a:prstGeom>
          <a:noFill/>
        </p:spPr>
        <p:txBody>
          <a:bodyPr wrap="square" rtlCol="0">
            <a:spAutoFit/>
          </a:bodyPr>
          <a:lstStyle>
            <a:defPPr>
              <a:defRPr lang="de-DE"/>
            </a:defPPr>
            <a:lvl1pPr>
              <a:defRPr sz="1600"/>
            </a:lvl1pPr>
          </a:lstStyle>
          <a:p>
            <a:r>
              <a:rPr lang="en-IN" dirty="0"/>
              <a:t>For scoping purpose, highlighted process areas of eTOM framework would be baselined. The detailed scope will be finalized during scoping workshops. </a:t>
            </a:r>
          </a:p>
        </p:txBody>
      </p:sp>
      <p:sp>
        <p:nvSpPr>
          <p:cNvPr id="61" name="Rectangle: Rounded Corners 60">
            <a:extLst>
              <a:ext uri="{FF2B5EF4-FFF2-40B4-BE49-F238E27FC236}">
                <a16:creationId xmlns:a16="http://schemas.microsoft.com/office/drawing/2014/main" id="{4DEFF6F2-29FF-4EF0-A1FF-33A93D441877}"/>
              </a:ext>
            </a:extLst>
          </p:cNvPr>
          <p:cNvSpPr/>
          <p:nvPr/>
        </p:nvSpPr>
        <p:spPr>
          <a:xfrm>
            <a:off x="9430668" y="4071775"/>
            <a:ext cx="2592000" cy="324000"/>
          </a:xfrm>
          <a:prstGeom prst="roundRect">
            <a:avLst/>
          </a:prstGeom>
          <a:gradFill flip="none" rotWithShape="1">
            <a:gsLst>
              <a:gs pos="0">
                <a:schemeClr val="accent1">
                  <a:lumMod val="60000"/>
                  <a:lumOff val="40000"/>
                  <a:shade val="30000"/>
                  <a:satMod val="115000"/>
                </a:schemeClr>
              </a:gs>
              <a:gs pos="50000">
                <a:schemeClr val="accent1">
                  <a:lumMod val="60000"/>
                  <a:lumOff val="40000"/>
                  <a:shade val="67500"/>
                  <a:satMod val="115000"/>
                </a:schemeClr>
              </a:gs>
              <a:gs pos="100000">
                <a:schemeClr val="accent1">
                  <a:lumMod val="60000"/>
                  <a:lumOff val="40000"/>
                  <a:shade val="100000"/>
                  <a:satMod val="115000"/>
                </a:schemeClr>
              </a:gs>
            </a:gsLst>
            <a:lin ang="2700000" scaled="1"/>
            <a:tileRect/>
          </a:gradFill>
          <a:ln w="28575" cap="flat">
            <a:noFill/>
            <a:prstDash val="solid"/>
            <a:miter/>
          </a:ln>
          <a:effectLst>
            <a:outerShdw blurRad="50800" dist="38100" dir="2700000" algn="tl" rotWithShape="0">
              <a:prstClr val="black">
                <a:alpha val="40000"/>
              </a:prstClr>
            </a:outerShdw>
          </a:effectLst>
        </p:spPr>
        <p:txBody>
          <a:bodyPr rtlCol="0" anchor="ctr"/>
          <a:lstStyle/>
          <a:p>
            <a:pPr algn="ctr"/>
            <a:r>
              <a:rPr lang="en-IN" sz="1100" b="1" dirty="0">
                <a:solidFill>
                  <a:schemeClr val="bg1"/>
                </a:solidFill>
              </a:rPr>
              <a:t>OSS/ BSS Functionalities</a:t>
            </a:r>
          </a:p>
        </p:txBody>
      </p:sp>
      <p:sp>
        <p:nvSpPr>
          <p:cNvPr id="62" name="Rectangle: Rounded Corners 61">
            <a:extLst>
              <a:ext uri="{FF2B5EF4-FFF2-40B4-BE49-F238E27FC236}">
                <a16:creationId xmlns:a16="http://schemas.microsoft.com/office/drawing/2014/main" id="{8EFEF2A2-E1DB-478B-B29E-1AD90629F770}"/>
              </a:ext>
            </a:extLst>
          </p:cNvPr>
          <p:cNvSpPr/>
          <p:nvPr/>
        </p:nvSpPr>
        <p:spPr>
          <a:xfrm>
            <a:off x="9430668" y="1400131"/>
            <a:ext cx="2592000" cy="324000"/>
          </a:xfrm>
          <a:prstGeom prst="roundRect">
            <a:avLst/>
          </a:pr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2700000" scaled="1"/>
            <a:tileRect/>
          </a:gradFill>
          <a:ln w="28575" cap="flat">
            <a:noFill/>
            <a:prstDash val="solid"/>
            <a:miter/>
          </a:ln>
          <a:effectLst>
            <a:outerShdw blurRad="50800" dist="38100" dir="2700000" algn="tl" rotWithShape="0">
              <a:prstClr val="black">
                <a:alpha val="40000"/>
              </a:prstClr>
            </a:outerShdw>
          </a:effectLst>
        </p:spPr>
        <p:txBody>
          <a:bodyPr rtlCol="0" anchor="ctr"/>
          <a:lstStyle/>
          <a:p>
            <a:pPr algn="ctr"/>
            <a:r>
              <a:rPr lang="en-IN" sz="1100" b="1" dirty="0">
                <a:solidFill>
                  <a:schemeClr val="bg1"/>
                </a:solidFill>
              </a:rPr>
              <a:t>Product Offerings</a:t>
            </a:r>
          </a:p>
        </p:txBody>
      </p:sp>
      <p:sp>
        <p:nvSpPr>
          <p:cNvPr id="63" name="Rectangle: Rounded Corners 62">
            <a:extLst>
              <a:ext uri="{FF2B5EF4-FFF2-40B4-BE49-F238E27FC236}">
                <a16:creationId xmlns:a16="http://schemas.microsoft.com/office/drawing/2014/main" id="{949B2C47-76DF-4D75-B487-A650F345AD00}"/>
              </a:ext>
            </a:extLst>
          </p:cNvPr>
          <p:cNvSpPr/>
          <p:nvPr/>
        </p:nvSpPr>
        <p:spPr>
          <a:xfrm>
            <a:off x="6450119" y="1400131"/>
            <a:ext cx="2592000" cy="324000"/>
          </a:xfrm>
          <a:prstGeom prst="roundRect">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28575" cap="flat">
            <a:noFill/>
            <a:prstDash val="solid"/>
            <a:miter/>
          </a:ln>
          <a:effectLst>
            <a:outerShdw blurRad="50800" dist="38100" dir="2700000" algn="tl" rotWithShape="0">
              <a:prstClr val="black">
                <a:alpha val="40000"/>
              </a:prstClr>
            </a:outerShdw>
          </a:effectLst>
        </p:spPr>
        <p:txBody>
          <a:bodyPr rtlCol="0" anchor="ctr"/>
          <a:lstStyle/>
          <a:p>
            <a:pPr algn="ctr"/>
            <a:r>
              <a:rPr lang="en-IN" sz="1100" b="1" dirty="0">
                <a:solidFill>
                  <a:schemeClr val="bg1"/>
                </a:solidFill>
              </a:rPr>
              <a:t>Customer Experience</a:t>
            </a:r>
          </a:p>
        </p:txBody>
      </p:sp>
      <p:sp>
        <p:nvSpPr>
          <p:cNvPr id="64" name="Rectangle: Rounded Corners 63">
            <a:extLst>
              <a:ext uri="{FF2B5EF4-FFF2-40B4-BE49-F238E27FC236}">
                <a16:creationId xmlns:a16="http://schemas.microsoft.com/office/drawing/2014/main" id="{36F620BB-9B9E-4C5E-918E-F37318E08A65}"/>
              </a:ext>
            </a:extLst>
          </p:cNvPr>
          <p:cNvSpPr/>
          <p:nvPr/>
        </p:nvSpPr>
        <p:spPr>
          <a:xfrm>
            <a:off x="6450119" y="4071775"/>
            <a:ext cx="2592000" cy="324000"/>
          </a:xfrm>
          <a:prstGeom prst="roundRect">
            <a:avLst/>
          </a:prstGeom>
          <a:gradFill flip="none" rotWithShape="1">
            <a:gsLst>
              <a:gs pos="0">
                <a:schemeClr val="accent3">
                  <a:lumMod val="25000"/>
                  <a:lumOff val="75000"/>
                  <a:shade val="30000"/>
                  <a:satMod val="115000"/>
                </a:schemeClr>
              </a:gs>
              <a:gs pos="50000">
                <a:schemeClr val="accent3">
                  <a:lumMod val="25000"/>
                  <a:lumOff val="75000"/>
                  <a:shade val="67500"/>
                  <a:satMod val="115000"/>
                </a:schemeClr>
              </a:gs>
              <a:gs pos="100000">
                <a:schemeClr val="accent3">
                  <a:lumMod val="25000"/>
                  <a:lumOff val="75000"/>
                  <a:shade val="100000"/>
                  <a:satMod val="115000"/>
                </a:schemeClr>
              </a:gs>
            </a:gsLst>
            <a:lin ang="2700000" scaled="1"/>
            <a:tileRect/>
          </a:gradFill>
          <a:ln w="28575" cap="flat">
            <a:noFill/>
            <a:prstDash val="solid"/>
            <a:miter/>
          </a:ln>
          <a:effectLst>
            <a:outerShdw blurRad="50800" dist="38100" dir="2700000" algn="tl" rotWithShape="0">
              <a:prstClr val="black">
                <a:alpha val="40000"/>
              </a:prstClr>
            </a:outerShdw>
          </a:effectLst>
        </p:spPr>
        <p:txBody>
          <a:bodyPr rtlCol="0" anchor="ctr"/>
          <a:lstStyle/>
          <a:p>
            <a:pPr algn="ctr"/>
            <a:r>
              <a:rPr lang="en-IN" sz="1100" b="1" dirty="0">
                <a:solidFill>
                  <a:schemeClr val="bg1"/>
                </a:solidFill>
              </a:rPr>
              <a:t>Processes &amp; KPIs</a:t>
            </a:r>
          </a:p>
        </p:txBody>
      </p:sp>
      <p:grpSp>
        <p:nvGrpSpPr>
          <p:cNvPr id="14" name="Group 13">
            <a:extLst>
              <a:ext uri="{FF2B5EF4-FFF2-40B4-BE49-F238E27FC236}">
                <a16:creationId xmlns:a16="http://schemas.microsoft.com/office/drawing/2014/main" id="{CF336B95-FF38-48B1-9DDD-6401378C8535}"/>
              </a:ext>
            </a:extLst>
          </p:cNvPr>
          <p:cNvGrpSpPr/>
          <p:nvPr/>
        </p:nvGrpSpPr>
        <p:grpSpPr>
          <a:xfrm>
            <a:off x="363361" y="1724131"/>
            <a:ext cx="5680948" cy="4632561"/>
            <a:chOff x="2872943" y="1512766"/>
            <a:chExt cx="6363511" cy="5219820"/>
          </a:xfrm>
        </p:grpSpPr>
        <p:pic>
          <p:nvPicPr>
            <p:cNvPr id="7" name="Picture 6" descr="Graphical user interface&#10;&#10;Description automatically generated">
              <a:extLst>
                <a:ext uri="{FF2B5EF4-FFF2-40B4-BE49-F238E27FC236}">
                  <a16:creationId xmlns:a16="http://schemas.microsoft.com/office/drawing/2014/main" id="{917FB42D-96F4-4C23-8787-B125A298EC1A}"/>
                </a:ext>
              </a:extLst>
            </p:cNvPr>
            <p:cNvPicPr>
              <a:picLocks noChangeAspect="1"/>
            </p:cNvPicPr>
            <p:nvPr/>
          </p:nvPicPr>
          <p:blipFill rotWithShape="1">
            <a:blip r:embed="rId3">
              <a:extLst>
                <a:ext uri="{BEBA8EAE-BF5A-486C-A8C5-ECC9F3942E4B}">
                  <a14:imgProps xmlns:a14="http://schemas.microsoft.com/office/drawing/2010/main">
                    <a14:imgLayer r:embed="rId4">
                      <a14:imgEffect>
                        <a14:colorTemperature colorTemp="6803"/>
                      </a14:imgEffect>
                      <a14:imgEffect>
                        <a14:brightnessContrast bright="8000" contrast="21000"/>
                      </a14:imgEffect>
                    </a14:imgLayer>
                  </a14:imgProps>
                </a:ext>
                <a:ext uri="{28A0092B-C50C-407E-A947-70E740481C1C}">
                  <a14:useLocalDpi xmlns:a14="http://schemas.microsoft.com/office/drawing/2010/main" val="0"/>
                </a:ext>
              </a:extLst>
            </a:blip>
            <a:srcRect l="39320" b="27884"/>
            <a:stretch/>
          </p:blipFill>
          <p:spPr>
            <a:xfrm>
              <a:off x="2913452" y="1512766"/>
              <a:ext cx="6323002" cy="5219820"/>
            </a:xfrm>
            <a:prstGeom prst="rect">
              <a:avLst/>
            </a:prstGeom>
            <a:ln>
              <a:noFill/>
            </a:ln>
            <a:effectLst>
              <a:outerShdw blurRad="190500" algn="tl" rotWithShape="0">
                <a:srgbClr val="000000">
                  <a:alpha val="70000"/>
                </a:srgbClr>
              </a:outerShdw>
            </a:effectLst>
          </p:spPr>
        </p:pic>
        <p:sp>
          <p:nvSpPr>
            <p:cNvPr id="13" name="Rectangle 12">
              <a:extLst>
                <a:ext uri="{FF2B5EF4-FFF2-40B4-BE49-F238E27FC236}">
                  <a16:creationId xmlns:a16="http://schemas.microsoft.com/office/drawing/2014/main" id="{DC22E541-875D-4411-8DEC-CB51A93D1CC9}"/>
                </a:ext>
              </a:extLst>
            </p:cNvPr>
            <p:cNvSpPr/>
            <p:nvPr/>
          </p:nvSpPr>
          <p:spPr>
            <a:xfrm>
              <a:off x="3889754" y="4432322"/>
              <a:ext cx="3184814" cy="568298"/>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66" name="Rectangle 65">
              <a:extLst>
                <a:ext uri="{FF2B5EF4-FFF2-40B4-BE49-F238E27FC236}">
                  <a16:creationId xmlns:a16="http://schemas.microsoft.com/office/drawing/2014/main" id="{8305127E-AC1A-4FD9-86F4-41802F551FCF}"/>
                </a:ext>
              </a:extLst>
            </p:cNvPr>
            <p:cNvSpPr/>
            <p:nvPr/>
          </p:nvSpPr>
          <p:spPr>
            <a:xfrm>
              <a:off x="3889755" y="3324850"/>
              <a:ext cx="1096132" cy="650743"/>
            </a:xfrm>
            <a:prstGeom prst="rect">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67" name="Rectangle 66">
              <a:extLst>
                <a:ext uri="{FF2B5EF4-FFF2-40B4-BE49-F238E27FC236}">
                  <a16:creationId xmlns:a16="http://schemas.microsoft.com/office/drawing/2014/main" id="{305BC129-9170-4EA0-BF22-679D4BCB06B1}"/>
                </a:ext>
              </a:extLst>
            </p:cNvPr>
            <p:cNvSpPr/>
            <p:nvPr/>
          </p:nvSpPr>
          <p:spPr>
            <a:xfrm>
              <a:off x="3969075" y="2004195"/>
              <a:ext cx="901376" cy="650743"/>
            </a:xfrm>
            <a:prstGeom prst="rect">
              <a:avLst/>
            </a:prstGeom>
            <a:noFill/>
            <a:ln w="38100">
              <a:solidFill>
                <a:schemeClr val="accent3">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68" name="Rectangle 67">
              <a:extLst>
                <a:ext uri="{FF2B5EF4-FFF2-40B4-BE49-F238E27FC236}">
                  <a16:creationId xmlns:a16="http://schemas.microsoft.com/office/drawing/2014/main" id="{23D0F6A0-3771-47F6-8D79-5D27564A7E01}"/>
                </a:ext>
              </a:extLst>
            </p:cNvPr>
            <p:cNvSpPr/>
            <p:nvPr/>
          </p:nvSpPr>
          <p:spPr>
            <a:xfrm>
              <a:off x="3889754" y="4148407"/>
              <a:ext cx="1096133" cy="235735"/>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70" name="Rectangle 69">
              <a:extLst>
                <a:ext uri="{FF2B5EF4-FFF2-40B4-BE49-F238E27FC236}">
                  <a16:creationId xmlns:a16="http://schemas.microsoft.com/office/drawing/2014/main" id="{3CCBEE31-E54A-4C3A-BFA0-1A0FA8021E9A}"/>
                </a:ext>
              </a:extLst>
            </p:cNvPr>
            <p:cNvSpPr/>
            <p:nvPr/>
          </p:nvSpPr>
          <p:spPr>
            <a:xfrm>
              <a:off x="2902291" y="2238831"/>
              <a:ext cx="992480" cy="416108"/>
            </a:xfrm>
            <a:prstGeom prst="rect">
              <a:avLst/>
            </a:prstGeom>
            <a:noFill/>
            <a:ln w="38100">
              <a:solidFill>
                <a:schemeClr val="accent3">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71" name="Rectangle 70">
              <a:extLst>
                <a:ext uri="{FF2B5EF4-FFF2-40B4-BE49-F238E27FC236}">
                  <a16:creationId xmlns:a16="http://schemas.microsoft.com/office/drawing/2014/main" id="{2138DBEC-8303-4E0B-AE58-B3BEF505FB71}"/>
                </a:ext>
              </a:extLst>
            </p:cNvPr>
            <p:cNvSpPr/>
            <p:nvPr/>
          </p:nvSpPr>
          <p:spPr>
            <a:xfrm>
              <a:off x="2976595" y="2302331"/>
              <a:ext cx="858805" cy="296408"/>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72" name="Rectangle 71">
              <a:extLst>
                <a:ext uri="{FF2B5EF4-FFF2-40B4-BE49-F238E27FC236}">
                  <a16:creationId xmlns:a16="http://schemas.microsoft.com/office/drawing/2014/main" id="{3F463C35-C4B9-485F-A360-9AED4F62D01F}"/>
                </a:ext>
              </a:extLst>
            </p:cNvPr>
            <p:cNvSpPr/>
            <p:nvPr/>
          </p:nvSpPr>
          <p:spPr>
            <a:xfrm>
              <a:off x="2872943" y="4391100"/>
              <a:ext cx="962457" cy="416108"/>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73" name="Rectangle 72">
              <a:extLst>
                <a:ext uri="{FF2B5EF4-FFF2-40B4-BE49-F238E27FC236}">
                  <a16:creationId xmlns:a16="http://schemas.microsoft.com/office/drawing/2014/main" id="{F08D6FB5-3E2C-4AF6-9AA6-E1A2F71E1265}"/>
                </a:ext>
              </a:extLst>
            </p:cNvPr>
            <p:cNvSpPr/>
            <p:nvPr/>
          </p:nvSpPr>
          <p:spPr>
            <a:xfrm>
              <a:off x="2872943" y="3324849"/>
              <a:ext cx="1016811" cy="389384"/>
            </a:xfrm>
            <a:prstGeom prst="rect">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74" name="Rectangle 73">
              <a:extLst>
                <a:ext uri="{FF2B5EF4-FFF2-40B4-BE49-F238E27FC236}">
                  <a16:creationId xmlns:a16="http://schemas.microsoft.com/office/drawing/2014/main" id="{ED910BEE-06CC-46D2-B62F-A0E5CAA1ABE5}"/>
                </a:ext>
              </a:extLst>
            </p:cNvPr>
            <p:cNvSpPr/>
            <p:nvPr/>
          </p:nvSpPr>
          <p:spPr>
            <a:xfrm>
              <a:off x="7088804" y="4764885"/>
              <a:ext cx="912196" cy="235735"/>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77" name="Rectangle 76">
              <a:extLst>
                <a:ext uri="{FF2B5EF4-FFF2-40B4-BE49-F238E27FC236}">
                  <a16:creationId xmlns:a16="http://schemas.microsoft.com/office/drawing/2014/main" id="{FFE9C6D7-FBCA-4797-9E6F-277A81C59B3C}"/>
                </a:ext>
              </a:extLst>
            </p:cNvPr>
            <p:cNvSpPr/>
            <p:nvPr/>
          </p:nvSpPr>
          <p:spPr>
            <a:xfrm>
              <a:off x="8062031" y="4460709"/>
              <a:ext cx="912196" cy="235735"/>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78" name="Rectangle 77">
              <a:extLst>
                <a:ext uri="{FF2B5EF4-FFF2-40B4-BE49-F238E27FC236}">
                  <a16:creationId xmlns:a16="http://schemas.microsoft.com/office/drawing/2014/main" id="{65BF6B9A-F8BB-4E23-956F-48B612C41604}"/>
                </a:ext>
              </a:extLst>
            </p:cNvPr>
            <p:cNvSpPr/>
            <p:nvPr/>
          </p:nvSpPr>
          <p:spPr>
            <a:xfrm>
              <a:off x="3969075" y="5181537"/>
              <a:ext cx="912196" cy="235735"/>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79" name="Rectangle 78">
              <a:extLst>
                <a:ext uri="{FF2B5EF4-FFF2-40B4-BE49-F238E27FC236}">
                  <a16:creationId xmlns:a16="http://schemas.microsoft.com/office/drawing/2014/main" id="{4D4AD576-A211-440D-B082-AE49D80974E5}"/>
                </a:ext>
              </a:extLst>
            </p:cNvPr>
            <p:cNvSpPr/>
            <p:nvPr/>
          </p:nvSpPr>
          <p:spPr>
            <a:xfrm>
              <a:off x="7347274" y="5609656"/>
              <a:ext cx="1237925" cy="312175"/>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82" name="Rectangle 81">
              <a:extLst>
                <a:ext uri="{FF2B5EF4-FFF2-40B4-BE49-F238E27FC236}">
                  <a16:creationId xmlns:a16="http://schemas.microsoft.com/office/drawing/2014/main" id="{6FB831A9-A287-4E9E-9F59-2CF57B101812}"/>
                </a:ext>
              </a:extLst>
            </p:cNvPr>
            <p:cNvSpPr/>
            <p:nvPr/>
          </p:nvSpPr>
          <p:spPr>
            <a:xfrm>
              <a:off x="7382037" y="5113680"/>
              <a:ext cx="1237925" cy="312175"/>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83" name="Rectangle 82">
              <a:extLst>
                <a:ext uri="{FF2B5EF4-FFF2-40B4-BE49-F238E27FC236}">
                  <a16:creationId xmlns:a16="http://schemas.microsoft.com/office/drawing/2014/main" id="{4F18822C-7BE9-45EC-84EF-7D64AF92B123}"/>
                </a:ext>
              </a:extLst>
            </p:cNvPr>
            <p:cNvSpPr/>
            <p:nvPr/>
          </p:nvSpPr>
          <p:spPr>
            <a:xfrm>
              <a:off x="2902291" y="5571264"/>
              <a:ext cx="933109" cy="312175"/>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85" name="Rectangle 84">
              <a:extLst>
                <a:ext uri="{FF2B5EF4-FFF2-40B4-BE49-F238E27FC236}">
                  <a16:creationId xmlns:a16="http://schemas.microsoft.com/office/drawing/2014/main" id="{0B7169F3-E300-4D95-A655-A99ECCF762D8}"/>
                </a:ext>
              </a:extLst>
            </p:cNvPr>
            <p:cNvSpPr/>
            <p:nvPr/>
          </p:nvSpPr>
          <p:spPr>
            <a:xfrm>
              <a:off x="3971490" y="4187400"/>
              <a:ext cx="901376" cy="159631"/>
            </a:xfrm>
            <a:prstGeom prst="rect">
              <a:avLst/>
            </a:prstGeom>
            <a:noFill/>
            <a:ln w="38100">
              <a:solidFill>
                <a:schemeClr val="accent3">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grpSp>
      <p:sp>
        <p:nvSpPr>
          <p:cNvPr id="15" name="Rectangle 14">
            <a:extLst>
              <a:ext uri="{FF2B5EF4-FFF2-40B4-BE49-F238E27FC236}">
                <a16:creationId xmlns:a16="http://schemas.microsoft.com/office/drawing/2014/main" id="{B6554061-A0BB-4590-8E66-B1405078315C}"/>
              </a:ext>
            </a:extLst>
          </p:cNvPr>
          <p:cNvSpPr/>
          <p:nvPr/>
        </p:nvSpPr>
        <p:spPr>
          <a:xfrm>
            <a:off x="6450119" y="1750227"/>
            <a:ext cx="2592000" cy="2073096"/>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lnSpc>
                <a:spcPct val="150000"/>
              </a:lnSpc>
              <a:buFont typeface="Arial" panose="020B0604020202020204" pitchFamily="34" charset="0"/>
              <a:buChar char="•"/>
            </a:pPr>
            <a:r>
              <a:rPr lang="en-IN" sz="1100" dirty="0">
                <a:solidFill>
                  <a:schemeClr val="tx1"/>
                </a:solidFill>
              </a:rPr>
              <a:t>Sales Channel Management</a:t>
            </a:r>
          </a:p>
          <a:p>
            <a:pPr marL="171450" indent="-171450">
              <a:lnSpc>
                <a:spcPct val="150000"/>
              </a:lnSpc>
              <a:buFont typeface="Arial" panose="020B0604020202020204" pitchFamily="34" charset="0"/>
              <a:buChar char="•"/>
            </a:pPr>
            <a:r>
              <a:rPr lang="en-IN" sz="1100" dirty="0">
                <a:solidFill>
                  <a:schemeClr val="tx1"/>
                </a:solidFill>
              </a:rPr>
              <a:t>Customer Experience Management</a:t>
            </a:r>
          </a:p>
          <a:p>
            <a:pPr marL="171450" indent="-171450">
              <a:lnSpc>
                <a:spcPct val="150000"/>
              </a:lnSpc>
              <a:buFont typeface="Arial" panose="020B0604020202020204" pitchFamily="34" charset="0"/>
              <a:buChar char="•"/>
            </a:pPr>
            <a:r>
              <a:rPr lang="en-IN" sz="1100" dirty="0">
                <a:solidFill>
                  <a:schemeClr val="tx1"/>
                </a:solidFill>
              </a:rPr>
              <a:t>Customer Interaction Management</a:t>
            </a:r>
          </a:p>
          <a:p>
            <a:pPr marL="171450" indent="-171450">
              <a:lnSpc>
                <a:spcPct val="150000"/>
              </a:lnSpc>
              <a:buFont typeface="Arial" panose="020B0604020202020204" pitchFamily="34" charset="0"/>
              <a:buChar char="•"/>
            </a:pPr>
            <a:r>
              <a:rPr lang="en-IN" sz="1100" dirty="0">
                <a:solidFill>
                  <a:schemeClr val="tx1"/>
                </a:solidFill>
              </a:rPr>
              <a:t>Customer Management</a:t>
            </a:r>
          </a:p>
          <a:p>
            <a:pPr marL="171450" indent="-171450">
              <a:lnSpc>
                <a:spcPct val="150000"/>
              </a:lnSpc>
              <a:buFont typeface="Arial" panose="020B0604020202020204" pitchFamily="34" charset="0"/>
              <a:buChar char="•"/>
            </a:pPr>
            <a:r>
              <a:rPr lang="en-IN" sz="1100" dirty="0">
                <a:solidFill>
                  <a:schemeClr val="tx1"/>
                </a:solidFill>
              </a:rPr>
              <a:t>Customer Information Management</a:t>
            </a:r>
          </a:p>
        </p:txBody>
      </p:sp>
      <p:sp>
        <p:nvSpPr>
          <p:cNvPr id="86" name="Rectangle 85">
            <a:extLst>
              <a:ext uri="{FF2B5EF4-FFF2-40B4-BE49-F238E27FC236}">
                <a16:creationId xmlns:a16="http://schemas.microsoft.com/office/drawing/2014/main" id="{0F735070-5E3E-4E97-A7B8-F3FA5F17E534}"/>
              </a:ext>
            </a:extLst>
          </p:cNvPr>
          <p:cNvSpPr/>
          <p:nvPr/>
        </p:nvSpPr>
        <p:spPr>
          <a:xfrm>
            <a:off x="9447930" y="1745903"/>
            <a:ext cx="2592000" cy="2073096"/>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lnSpc>
                <a:spcPct val="150000"/>
              </a:lnSpc>
              <a:buFont typeface="Arial" panose="020B0604020202020204" pitchFamily="34" charset="0"/>
              <a:buChar char="•"/>
            </a:pPr>
            <a:r>
              <a:rPr lang="en-IN" sz="1100" dirty="0">
                <a:solidFill>
                  <a:schemeClr val="tx1"/>
                </a:solidFill>
              </a:rPr>
              <a:t>Product Support &amp; Readiness</a:t>
            </a:r>
          </a:p>
          <a:p>
            <a:pPr marL="171450" indent="-171450">
              <a:lnSpc>
                <a:spcPct val="150000"/>
              </a:lnSpc>
              <a:buFont typeface="Arial" panose="020B0604020202020204" pitchFamily="34" charset="0"/>
              <a:buChar char="•"/>
            </a:pPr>
            <a:r>
              <a:rPr lang="en-IN" sz="1100" dirty="0">
                <a:solidFill>
                  <a:schemeClr val="tx1"/>
                </a:solidFill>
              </a:rPr>
              <a:t>Product offering &amp; Purchasing</a:t>
            </a:r>
          </a:p>
          <a:p>
            <a:pPr marL="171450" indent="-171450">
              <a:lnSpc>
                <a:spcPct val="150000"/>
              </a:lnSpc>
              <a:buFont typeface="Arial" panose="020B0604020202020204" pitchFamily="34" charset="0"/>
              <a:buChar char="•"/>
            </a:pPr>
            <a:r>
              <a:rPr lang="en-IN" sz="1100" dirty="0">
                <a:solidFill>
                  <a:schemeClr val="tx1"/>
                </a:solidFill>
              </a:rPr>
              <a:t>Product Configuration</a:t>
            </a:r>
          </a:p>
          <a:p>
            <a:pPr marL="171450" indent="-171450">
              <a:lnSpc>
                <a:spcPct val="150000"/>
              </a:lnSpc>
              <a:buFont typeface="Arial" panose="020B0604020202020204" pitchFamily="34" charset="0"/>
              <a:buChar char="•"/>
            </a:pPr>
            <a:endParaRPr lang="en-IN" sz="1100" dirty="0">
              <a:solidFill>
                <a:schemeClr val="tx1"/>
              </a:solidFill>
            </a:endParaRPr>
          </a:p>
        </p:txBody>
      </p:sp>
      <p:sp>
        <p:nvSpPr>
          <p:cNvPr id="90" name="Rectangle 89">
            <a:extLst>
              <a:ext uri="{FF2B5EF4-FFF2-40B4-BE49-F238E27FC236}">
                <a16:creationId xmlns:a16="http://schemas.microsoft.com/office/drawing/2014/main" id="{96F756CD-8182-48EF-8E79-91E68B8D00D6}"/>
              </a:ext>
            </a:extLst>
          </p:cNvPr>
          <p:cNvSpPr/>
          <p:nvPr/>
        </p:nvSpPr>
        <p:spPr>
          <a:xfrm>
            <a:off x="6450119" y="4423242"/>
            <a:ext cx="2592000" cy="2073096"/>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lnSpc>
                <a:spcPct val="150000"/>
              </a:lnSpc>
              <a:buFont typeface="Arial" panose="020B0604020202020204" pitchFamily="34" charset="0"/>
              <a:buChar char="•"/>
            </a:pPr>
            <a:r>
              <a:rPr lang="en-IN" sz="1100" dirty="0">
                <a:solidFill>
                  <a:schemeClr val="tx1"/>
                </a:solidFill>
              </a:rPr>
              <a:t>Sales Channel Management</a:t>
            </a:r>
          </a:p>
          <a:p>
            <a:pPr marL="171450" indent="-171450">
              <a:lnSpc>
                <a:spcPct val="150000"/>
              </a:lnSpc>
              <a:buFont typeface="Arial" panose="020B0604020202020204" pitchFamily="34" charset="0"/>
              <a:buChar char="•"/>
            </a:pPr>
            <a:r>
              <a:rPr lang="en-IN" sz="1100" dirty="0">
                <a:solidFill>
                  <a:schemeClr val="tx1"/>
                </a:solidFill>
              </a:rPr>
              <a:t>Selling</a:t>
            </a:r>
          </a:p>
          <a:p>
            <a:pPr marL="171450" indent="-171450">
              <a:lnSpc>
                <a:spcPct val="150000"/>
              </a:lnSpc>
              <a:buFont typeface="Arial" panose="020B0604020202020204" pitchFamily="34" charset="0"/>
              <a:buChar char="•"/>
            </a:pPr>
            <a:r>
              <a:rPr lang="en-IN" sz="1100" dirty="0">
                <a:solidFill>
                  <a:schemeClr val="tx1"/>
                </a:solidFill>
              </a:rPr>
              <a:t>Contact/ Lead/ Prospect Management</a:t>
            </a:r>
          </a:p>
          <a:p>
            <a:pPr marL="171450" indent="-171450">
              <a:lnSpc>
                <a:spcPct val="150000"/>
              </a:lnSpc>
              <a:buFont typeface="Arial" panose="020B0604020202020204" pitchFamily="34" charset="0"/>
              <a:buChar char="•"/>
            </a:pPr>
            <a:r>
              <a:rPr lang="en-IN" sz="1100" dirty="0">
                <a:solidFill>
                  <a:schemeClr val="tx1"/>
                </a:solidFill>
              </a:rPr>
              <a:t>Order Handling</a:t>
            </a:r>
          </a:p>
          <a:p>
            <a:pPr marL="171450" indent="-171450">
              <a:lnSpc>
                <a:spcPct val="150000"/>
              </a:lnSpc>
              <a:buFont typeface="Arial" panose="020B0604020202020204" pitchFamily="34" charset="0"/>
              <a:buChar char="•"/>
            </a:pPr>
            <a:r>
              <a:rPr lang="en-IN" sz="1100" dirty="0">
                <a:solidFill>
                  <a:schemeClr val="tx1"/>
                </a:solidFill>
              </a:rPr>
              <a:t>Product offering &amp; Purchasing</a:t>
            </a:r>
          </a:p>
          <a:p>
            <a:pPr marL="171450" indent="-171450">
              <a:lnSpc>
                <a:spcPct val="150000"/>
              </a:lnSpc>
              <a:buFont typeface="Arial" panose="020B0604020202020204" pitchFamily="34" charset="0"/>
              <a:buChar char="•"/>
            </a:pPr>
            <a:endParaRPr lang="en-IN" sz="1100" dirty="0">
              <a:solidFill>
                <a:schemeClr val="tx1"/>
              </a:solidFill>
            </a:endParaRPr>
          </a:p>
        </p:txBody>
      </p:sp>
      <p:sp>
        <p:nvSpPr>
          <p:cNvPr id="91" name="Rectangle 90">
            <a:extLst>
              <a:ext uri="{FF2B5EF4-FFF2-40B4-BE49-F238E27FC236}">
                <a16:creationId xmlns:a16="http://schemas.microsoft.com/office/drawing/2014/main" id="{18C62C8C-1004-402B-BEE1-A95882B1ECF7}"/>
              </a:ext>
            </a:extLst>
          </p:cNvPr>
          <p:cNvSpPr/>
          <p:nvPr/>
        </p:nvSpPr>
        <p:spPr>
          <a:xfrm>
            <a:off x="9447930" y="4418918"/>
            <a:ext cx="2592000" cy="2073096"/>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lnSpc>
                <a:spcPct val="150000"/>
              </a:lnSpc>
              <a:buFont typeface="Arial" panose="020B0604020202020204" pitchFamily="34" charset="0"/>
              <a:buChar char="•"/>
            </a:pPr>
            <a:r>
              <a:rPr lang="en-IN" sz="1100" dirty="0">
                <a:solidFill>
                  <a:schemeClr val="tx1"/>
                </a:solidFill>
              </a:rPr>
              <a:t>Order Handling</a:t>
            </a:r>
          </a:p>
          <a:p>
            <a:pPr marL="171450" indent="-171450">
              <a:lnSpc>
                <a:spcPct val="150000"/>
              </a:lnSpc>
              <a:buFont typeface="Arial" panose="020B0604020202020204" pitchFamily="34" charset="0"/>
              <a:buChar char="•"/>
            </a:pPr>
            <a:r>
              <a:rPr lang="en-IN" sz="1100" dirty="0">
                <a:solidFill>
                  <a:schemeClr val="tx1"/>
                </a:solidFill>
              </a:rPr>
              <a:t>Manage Billing Events</a:t>
            </a:r>
          </a:p>
          <a:p>
            <a:pPr marL="171450" indent="-171450">
              <a:lnSpc>
                <a:spcPct val="150000"/>
              </a:lnSpc>
              <a:buFont typeface="Arial" panose="020B0604020202020204" pitchFamily="34" charset="0"/>
              <a:buChar char="•"/>
            </a:pPr>
            <a:r>
              <a:rPr lang="en-IN" sz="1100" dirty="0">
                <a:solidFill>
                  <a:schemeClr val="tx1"/>
                </a:solidFill>
              </a:rPr>
              <a:t>Charging</a:t>
            </a:r>
          </a:p>
          <a:p>
            <a:pPr marL="171450" indent="-171450">
              <a:lnSpc>
                <a:spcPct val="150000"/>
              </a:lnSpc>
              <a:buFont typeface="Arial" panose="020B0604020202020204" pitchFamily="34" charset="0"/>
              <a:buChar char="•"/>
            </a:pPr>
            <a:r>
              <a:rPr lang="en-IN" sz="1100" dirty="0">
                <a:solidFill>
                  <a:schemeClr val="tx1"/>
                </a:solidFill>
              </a:rPr>
              <a:t>Service Configuration &amp; Activation</a:t>
            </a:r>
          </a:p>
          <a:p>
            <a:pPr marL="171450" indent="-171450">
              <a:lnSpc>
                <a:spcPct val="150000"/>
              </a:lnSpc>
              <a:buFont typeface="Arial" panose="020B0604020202020204" pitchFamily="34" charset="0"/>
              <a:buChar char="•"/>
            </a:pPr>
            <a:r>
              <a:rPr lang="en-IN" sz="1100" dirty="0">
                <a:solidFill>
                  <a:schemeClr val="tx1"/>
                </a:solidFill>
              </a:rPr>
              <a:t>Service Guiding &amp; Mediation</a:t>
            </a:r>
          </a:p>
          <a:p>
            <a:pPr marL="171450" indent="-171450">
              <a:lnSpc>
                <a:spcPct val="150000"/>
              </a:lnSpc>
              <a:buFont typeface="Arial" panose="020B0604020202020204" pitchFamily="34" charset="0"/>
              <a:buChar char="•"/>
            </a:pPr>
            <a:r>
              <a:rPr lang="en-IN" sz="1100" dirty="0">
                <a:solidFill>
                  <a:schemeClr val="tx1"/>
                </a:solidFill>
              </a:rPr>
              <a:t>Resource Mediation &amp; Reporting</a:t>
            </a:r>
          </a:p>
          <a:p>
            <a:pPr marL="171450" indent="-171450">
              <a:lnSpc>
                <a:spcPct val="150000"/>
              </a:lnSpc>
              <a:buFont typeface="Arial" panose="020B0604020202020204" pitchFamily="34" charset="0"/>
              <a:buChar char="•"/>
            </a:pPr>
            <a:r>
              <a:rPr lang="en-IN" sz="1100" dirty="0">
                <a:solidFill>
                  <a:schemeClr val="tx1"/>
                </a:solidFill>
              </a:rPr>
              <a:t>RM&amp;O Support &amp; Readiness</a:t>
            </a:r>
          </a:p>
        </p:txBody>
      </p:sp>
      <p:sp>
        <p:nvSpPr>
          <p:cNvPr id="98" name="Rectangle 97">
            <a:extLst>
              <a:ext uri="{FF2B5EF4-FFF2-40B4-BE49-F238E27FC236}">
                <a16:creationId xmlns:a16="http://schemas.microsoft.com/office/drawing/2014/main" id="{BA2F2B9B-EAF6-4A34-8830-AD1480AD7338}"/>
              </a:ext>
            </a:extLst>
          </p:cNvPr>
          <p:cNvSpPr/>
          <p:nvPr/>
        </p:nvSpPr>
        <p:spPr>
          <a:xfrm>
            <a:off x="1402294" y="3495653"/>
            <a:ext cx="840494" cy="181081"/>
          </a:xfrm>
          <a:prstGeom prst="rect">
            <a:avLst/>
          </a:prstGeom>
          <a:noFill/>
          <a:ln w="38100">
            <a:solidFill>
              <a:schemeClr val="accent3">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Tree>
    <p:extLst>
      <p:ext uri="{BB962C8B-B14F-4D97-AF65-F5344CB8AC3E}">
        <p14:creationId xmlns:p14="http://schemas.microsoft.com/office/powerpoint/2010/main" val="50145731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CA9BF-5E96-483B-876C-620AD3A0C6DC}"/>
              </a:ext>
            </a:extLst>
          </p:cNvPr>
          <p:cNvSpPr>
            <a:spLocks noGrp="1"/>
          </p:cNvSpPr>
          <p:nvPr>
            <p:ph type="title"/>
          </p:nvPr>
        </p:nvSpPr>
        <p:spPr>
          <a:xfrm>
            <a:off x="404813" y="388188"/>
            <a:ext cx="10947772" cy="716711"/>
          </a:xfrm>
        </p:spPr>
        <p:txBody>
          <a:bodyPr/>
          <a:lstStyle/>
          <a:p>
            <a:r>
              <a:rPr lang="en-IN" dirty="0"/>
              <a:t>MNP READINESS ASSESSMENT – reference PORT-IN flow</a:t>
            </a:r>
            <a:endParaRPr lang="en-US" dirty="0"/>
          </a:p>
        </p:txBody>
      </p:sp>
      <p:sp>
        <p:nvSpPr>
          <p:cNvPr id="46" name="Freeform: Shape 45">
            <a:extLst>
              <a:ext uri="{FF2B5EF4-FFF2-40B4-BE49-F238E27FC236}">
                <a16:creationId xmlns:a16="http://schemas.microsoft.com/office/drawing/2014/main" id="{0DDBB020-2540-44C0-B0D9-C80C1C07441A}"/>
              </a:ext>
            </a:extLst>
          </p:cNvPr>
          <p:cNvSpPr/>
          <p:nvPr/>
        </p:nvSpPr>
        <p:spPr>
          <a:xfrm>
            <a:off x="546803" y="-150538"/>
            <a:ext cx="10899228" cy="6403150"/>
          </a:xfrm>
          <a:custGeom>
            <a:avLst/>
            <a:gdLst>
              <a:gd name="connsiteX0" fmla="*/ 0 w 10899228"/>
              <a:gd name="connsiteY0" fmla="*/ 5694968 h 6403150"/>
              <a:gd name="connsiteX1" fmla="*/ 1786759 w 10899228"/>
              <a:gd name="connsiteY1" fmla="*/ 5694968 h 6403150"/>
              <a:gd name="connsiteX2" fmla="*/ 1881352 w 10899228"/>
              <a:gd name="connsiteY2" fmla="*/ 555410 h 6403150"/>
              <a:gd name="connsiteX3" fmla="*/ 7367752 w 10899228"/>
              <a:gd name="connsiteY3" fmla="*/ 713065 h 6403150"/>
              <a:gd name="connsiteX4" fmla="*/ 7262649 w 10899228"/>
              <a:gd name="connsiteY4" fmla="*/ 5642417 h 6403150"/>
              <a:gd name="connsiteX5" fmla="*/ 9238594 w 10899228"/>
              <a:gd name="connsiteY5" fmla="*/ 5936706 h 6403150"/>
              <a:gd name="connsiteX6" fmla="*/ 9312166 w 10899228"/>
              <a:gd name="connsiteY6" fmla="*/ 1238582 h 6403150"/>
              <a:gd name="connsiteX7" fmla="*/ 10899228 w 10899228"/>
              <a:gd name="connsiteY7" fmla="*/ 544899 h 6403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99228" h="6403150">
                <a:moveTo>
                  <a:pt x="0" y="5694968"/>
                </a:moveTo>
                <a:cubicBezTo>
                  <a:pt x="736600" y="6123264"/>
                  <a:pt x="1473200" y="6551561"/>
                  <a:pt x="1786759" y="5694968"/>
                </a:cubicBezTo>
                <a:cubicBezTo>
                  <a:pt x="2100318" y="4838375"/>
                  <a:pt x="951187" y="1385727"/>
                  <a:pt x="1881352" y="555410"/>
                </a:cubicBezTo>
                <a:cubicBezTo>
                  <a:pt x="2811517" y="-274907"/>
                  <a:pt x="6470869" y="-134769"/>
                  <a:pt x="7367752" y="713065"/>
                </a:cubicBezTo>
                <a:cubicBezTo>
                  <a:pt x="8264635" y="1560899"/>
                  <a:pt x="6950842" y="4771810"/>
                  <a:pt x="7262649" y="5642417"/>
                </a:cubicBezTo>
                <a:cubicBezTo>
                  <a:pt x="7574456" y="6513024"/>
                  <a:pt x="8897008" y="6670678"/>
                  <a:pt x="9238594" y="5936706"/>
                </a:cubicBezTo>
                <a:cubicBezTo>
                  <a:pt x="9580180" y="5202734"/>
                  <a:pt x="9035394" y="2137216"/>
                  <a:pt x="9312166" y="1238582"/>
                </a:cubicBezTo>
                <a:cubicBezTo>
                  <a:pt x="9588938" y="339948"/>
                  <a:pt x="10636469" y="655257"/>
                  <a:pt x="10899228" y="544899"/>
                </a:cubicBezTo>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9" name="Arrow: Chevron 58">
            <a:extLst>
              <a:ext uri="{FF2B5EF4-FFF2-40B4-BE49-F238E27FC236}">
                <a16:creationId xmlns:a16="http://schemas.microsoft.com/office/drawing/2014/main" id="{396A954A-06AA-4EAC-8ED6-238C64B40DCF}"/>
              </a:ext>
            </a:extLst>
          </p:cNvPr>
          <p:cNvSpPr/>
          <p:nvPr/>
        </p:nvSpPr>
        <p:spPr>
          <a:xfrm rot="5400000">
            <a:off x="602181" y="4918489"/>
            <a:ext cx="1579347" cy="2207683"/>
          </a:xfrm>
          <a:prstGeom prst="chevron">
            <a:avLst>
              <a:gd name="adj" fmla="val 26227"/>
            </a:avLst>
          </a:prstGeom>
          <a:gradFill flip="none" rotWithShape="1">
            <a:gsLst>
              <a:gs pos="0">
                <a:schemeClr val="accent2">
                  <a:lumMod val="20000"/>
                  <a:lumOff val="80000"/>
                  <a:shade val="30000"/>
                  <a:satMod val="115000"/>
                </a:schemeClr>
              </a:gs>
              <a:gs pos="50000">
                <a:schemeClr val="accent2">
                  <a:lumMod val="20000"/>
                  <a:lumOff val="80000"/>
                  <a:shade val="67500"/>
                  <a:satMod val="115000"/>
                </a:schemeClr>
              </a:gs>
              <a:gs pos="100000">
                <a:schemeClr val="accent2">
                  <a:lumMod val="20000"/>
                  <a:lumOff val="80000"/>
                  <a:shade val="100000"/>
                  <a:satMod val="1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solidFill>
                <a:schemeClr val="tx1"/>
              </a:solidFill>
            </a:endParaRPr>
          </a:p>
        </p:txBody>
      </p:sp>
      <p:sp>
        <p:nvSpPr>
          <p:cNvPr id="57" name="Arrow: Chevron 56">
            <a:extLst>
              <a:ext uri="{FF2B5EF4-FFF2-40B4-BE49-F238E27FC236}">
                <a16:creationId xmlns:a16="http://schemas.microsoft.com/office/drawing/2014/main" id="{6C3A8602-9753-4A58-AAAE-B011CC6696DC}"/>
              </a:ext>
            </a:extLst>
          </p:cNvPr>
          <p:cNvSpPr/>
          <p:nvPr/>
        </p:nvSpPr>
        <p:spPr>
          <a:xfrm rot="5400000">
            <a:off x="588295" y="2499327"/>
            <a:ext cx="1604404" cy="2210400"/>
          </a:xfrm>
          <a:prstGeom prst="chevron">
            <a:avLst>
              <a:gd name="adj" fmla="val 26257"/>
            </a:avLst>
          </a:prstGeom>
          <a:gradFill flip="none" rotWithShape="1">
            <a:gsLst>
              <a:gs pos="0">
                <a:schemeClr val="accent2">
                  <a:lumMod val="60000"/>
                  <a:lumOff val="40000"/>
                  <a:shade val="30000"/>
                  <a:satMod val="115000"/>
                </a:schemeClr>
              </a:gs>
              <a:gs pos="50000">
                <a:schemeClr val="accent2">
                  <a:lumMod val="60000"/>
                  <a:lumOff val="40000"/>
                  <a:shade val="67500"/>
                  <a:satMod val="115000"/>
                </a:schemeClr>
              </a:gs>
              <a:gs pos="100000">
                <a:schemeClr val="accent2">
                  <a:lumMod val="60000"/>
                  <a:lumOff val="40000"/>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solidFill>
                <a:schemeClr val="tx1"/>
              </a:solidFill>
            </a:endParaRPr>
          </a:p>
        </p:txBody>
      </p:sp>
      <p:sp>
        <p:nvSpPr>
          <p:cNvPr id="63" name="TextBox 62">
            <a:extLst>
              <a:ext uri="{FF2B5EF4-FFF2-40B4-BE49-F238E27FC236}">
                <a16:creationId xmlns:a16="http://schemas.microsoft.com/office/drawing/2014/main" id="{68B19911-5613-46B6-8BAB-534C5BB1E155}"/>
              </a:ext>
            </a:extLst>
          </p:cNvPr>
          <p:cNvSpPr txBox="1"/>
          <p:nvPr/>
        </p:nvSpPr>
        <p:spPr>
          <a:xfrm>
            <a:off x="149546" y="3452934"/>
            <a:ext cx="2523777" cy="285680"/>
          </a:xfrm>
          <a:prstGeom prst="rect">
            <a:avLst/>
          </a:prstGeom>
          <a:noFill/>
        </p:spPr>
        <p:txBody>
          <a:bodyPr wrap="square">
            <a:spAutoFit/>
          </a:bodyPr>
          <a:lstStyle>
            <a:defPPr>
              <a:defRPr lang="de-DE"/>
            </a:defPPr>
            <a:lvl1pPr marR="0" lvl="0" indent="0" algn="ctr" defTabSz="1088298" fontAlgn="auto">
              <a:lnSpc>
                <a:spcPct val="100000"/>
              </a:lnSpc>
              <a:spcBef>
                <a:spcPts val="0"/>
              </a:spcBef>
              <a:spcAft>
                <a:spcPts val="0"/>
              </a:spcAft>
              <a:buClrTx/>
              <a:buSzTx/>
              <a:buFontTx/>
              <a:buNone/>
              <a:tabLst/>
              <a:defRPr kumimoji="0" sz="1600" b="1" i="0" u="none" strike="noStrike" cap="none" spc="0" normalizeH="0" baseline="0">
                <a:ln>
                  <a:noFill/>
                </a:ln>
                <a:solidFill>
                  <a:prstClr val="white"/>
                </a:solidFill>
                <a:effectLst/>
                <a:uLnTx/>
                <a:uFillTx/>
                <a:latin typeface="Century Gothic" panose="020B0502020202020204" pitchFamily="34" charset="0"/>
              </a:defRPr>
            </a:lvl1pPr>
          </a:lstStyle>
          <a:p>
            <a:r>
              <a:rPr lang="en-US" sz="1200" dirty="0"/>
              <a:t>Negotiation Phase</a:t>
            </a:r>
          </a:p>
        </p:txBody>
      </p:sp>
      <p:sp>
        <p:nvSpPr>
          <p:cNvPr id="58" name="Arrow: Chevron 57">
            <a:extLst>
              <a:ext uri="{FF2B5EF4-FFF2-40B4-BE49-F238E27FC236}">
                <a16:creationId xmlns:a16="http://schemas.microsoft.com/office/drawing/2014/main" id="{46588789-FC26-410A-A690-C9BEB2F8871B}"/>
              </a:ext>
            </a:extLst>
          </p:cNvPr>
          <p:cNvSpPr/>
          <p:nvPr/>
        </p:nvSpPr>
        <p:spPr>
          <a:xfrm rot="5400000">
            <a:off x="608846" y="3714568"/>
            <a:ext cx="1563303" cy="2210400"/>
          </a:xfrm>
          <a:prstGeom prst="chevron">
            <a:avLst>
              <a:gd name="adj" fmla="val 26408"/>
            </a:avLst>
          </a:prstGeom>
          <a:gradFill flip="none" rotWithShape="1">
            <a:gsLst>
              <a:gs pos="0">
                <a:schemeClr val="accent2">
                  <a:lumMod val="40000"/>
                  <a:lumOff val="60000"/>
                  <a:shade val="30000"/>
                  <a:satMod val="115000"/>
                </a:schemeClr>
              </a:gs>
              <a:gs pos="50000">
                <a:schemeClr val="accent2">
                  <a:lumMod val="40000"/>
                  <a:lumOff val="60000"/>
                  <a:shade val="67500"/>
                  <a:satMod val="115000"/>
                </a:schemeClr>
              </a:gs>
              <a:gs pos="100000">
                <a:schemeClr val="accent2">
                  <a:lumMod val="40000"/>
                  <a:lumOff val="60000"/>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solidFill>
                <a:schemeClr val="tx1"/>
              </a:solidFill>
            </a:endParaRPr>
          </a:p>
        </p:txBody>
      </p:sp>
      <p:sp>
        <p:nvSpPr>
          <p:cNvPr id="65" name="TextBox 64">
            <a:extLst>
              <a:ext uri="{FF2B5EF4-FFF2-40B4-BE49-F238E27FC236}">
                <a16:creationId xmlns:a16="http://schemas.microsoft.com/office/drawing/2014/main" id="{BECB224F-6332-49F5-86C8-8909B4011698}"/>
              </a:ext>
            </a:extLst>
          </p:cNvPr>
          <p:cNvSpPr txBox="1"/>
          <p:nvPr/>
        </p:nvSpPr>
        <p:spPr>
          <a:xfrm>
            <a:off x="276211" y="4708627"/>
            <a:ext cx="2178202" cy="285680"/>
          </a:xfrm>
          <a:prstGeom prst="rect">
            <a:avLst/>
          </a:prstGeom>
          <a:noFill/>
        </p:spPr>
        <p:txBody>
          <a:bodyPr wrap="square">
            <a:spAutoFit/>
          </a:bodyPr>
          <a:lstStyle>
            <a:defPPr>
              <a:defRPr lang="de-DE"/>
            </a:defPPr>
            <a:lvl1pPr marR="0" lvl="0" indent="0" algn="ctr" defTabSz="1088298" fontAlgn="auto">
              <a:lnSpc>
                <a:spcPct val="100000"/>
              </a:lnSpc>
              <a:spcBef>
                <a:spcPts val="0"/>
              </a:spcBef>
              <a:spcAft>
                <a:spcPts val="0"/>
              </a:spcAft>
              <a:buClrTx/>
              <a:buSzTx/>
              <a:buFontTx/>
              <a:buNone/>
              <a:tabLst/>
              <a:defRPr kumimoji="0" sz="1600" b="1" i="0" u="none" strike="noStrike" cap="none" spc="0" normalizeH="0" baseline="0">
                <a:ln>
                  <a:noFill/>
                </a:ln>
                <a:solidFill>
                  <a:prstClr val="white"/>
                </a:solidFill>
                <a:effectLst/>
                <a:uLnTx/>
                <a:uFillTx/>
                <a:latin typeface="Century Gothic" panose="020B0502020202020204" pitchFamily="34" charset="0"/>
              </a:defRPr>
            </a:lvl1pPr>
          </a:lstStyle>
          <a:p>
            <a:r>
              <a:rPr lang="en-US" sz="1200" dirty="0"/>
              <a:t>Activation Phase </a:t>
            </a:r>
          </a:p>
        </p:txBody>
      </p:sp>
      <p:sp>
        <p:nvSpPr>
          <p:cNvPr id="70" name="TextBox 69">
            <a:extLst>
              <a:ext uri="{FF2B5EF4-FFF2-40B4-BE49-F238E27FC236}">
                <a16:creationId xmlns:a16="http://schemas.microsoft.com/office/drawing/2014/main" id="{FF35437E-5491-4663-BBBA-27CA5A478491}"/>
              </a:ext>
            </a:extLst>
          </p:cNvPr>
          <p:cNvSpPr txBox="1"/>
          <p:nvPr/>
        </p:nvSpPr>
        <p:spPr>
          <a:xfrm>
            <a:off x="-2159080" y="5874025"/>
            <a:ext cx="7141028" cy="276999"/>
          </a:xfrm>
          <a:prstGeom prst="rect">
            <a:avLst/>
          </a:prstGeom>
          <a:noFill/>
        </p:spPr>
        <p:txBody>
          <a:bodyPr wrap="square">
            <a:spAutoFit/>
          </a:bodyPr>
          <a:lstStyle>
            <a:defPPr>
              <a:defRPr lang="de-DE"/>
            </a:defPPr>
            <a:lvl1pPr marR="0" lvl="0" indent="0" algn="ctr" defTabSz="1088298" fontAlgn="auto">
              <a:lnSpc>
                <a:spcPct val="100000"/>
              </a:lnSpc>
              <a:spcBef>
                <a:spcPts val="0"/>
              </a:spcBef>
              <a:spcAft>
                <a:spcPts val="0"/>
              </a:spcAft>
              <a:buClrTx/>
              <a:buSzTx/>
              <a:buFontTx/>
              <a:buNone/>
              <a:tabLst/>
              <a:defRPr kumimoji="0" sz="1600" b="1" i="0" u="none" strike="noStrike" cap="none" spc="0" normalizeH="0" baseline="0">
                <a:ln>
                  <a:noFill/>
                </a:ln>
                <a:solidFill>
                  <a:prstClr val="white"/>
                </a:solidFill>
                <a:effectLst/>
                <a:uLnTx/>
                <a:uFillTx/>
                <a:latin typeface="Century Gothic" panose="020B0502020202020204" pitchFamily="34" charset="0"/>
              </a:defRPr>
            </a:lvl1pPr>
          </a:lstStyle>
          <a:p>
            <a:r>
              <a:rPr lang="en-US" sz="1200" dirty="0"/>
              <a:t>Notification Phase </a:t>
            </a:r>
          </a:p>
        </p:txBody>
      </p:sp>
      <p:sp>
        <p:nvSpPr>
          <p:cNvPr id="14" name="Flowchart: Decision 13">
            <a:extLst>
              <a:ext uri="{FF2B5EF4-FFF2-40B4-BE49-F238E27FC236}">
                <a16:creationId xmlns:a16="http://schemas.microsoft.com/office/drawing/2014/main" id="{9C4A3C0D-0B87-4A5A-AED3-766FA35A3724}"/>
              </a:ext>
            </a:extLst>
          </p:cNvPr>
          <p:cNvSpPr/>
          <p:nvPr/>
        </p:nvSpPr>
        <p:spPr>
          <a:xfrm>
            <a:off x="285898" y="1122487"/>
            <a:ext cx="2209801" cy="854780"/>
          </a:xfrm>
          <a:prstGeom prst="flowChartDecision">
            <a:avLst/>
          </a:prstGeom>
          <a:gradFill flip="none" rotWithShape="1">
            <a:gsLst>
              <a:gs pos="0">
                <a:schemeClr val="bg1">
                  <a:lumMod val="85000"/>
                  <a:shade val="30000"/>
                  <a:satMod val="115000"/>
                </a:schemeClr>
              </a:gs>
              <a:gs pos="50000">
                <a:schemeClr val="bg1">
                  <a:lumMod val="85000"/>
                  <a:shade val="67500"/>
                  <a:satMod val="115000"/>
                </a:schemeClr>
              </a:gs>
              <a:gs pos="100000">
                <a:schemeClr val="bg1">
                  <a:lumMod val="85000"/>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cxnSp>
        <p:nvCxnSpPr>
          <p:cNvPr id="17" name="Straight Connector 16">
            <a:extLst>
              <a:ext uri="{FF2B5EF4-FFF2-40B4-BE49-F238E27FC236}">
                <a16:creationId xmlns:a16="http://schemas.microsoft.com/office/drawing/2014/main" id="{BDFD9C0E-BD0E-45AB-ABA2-B10E5391C768}"/>
              </a:ext>
            </a:extLst>
          </p:cNvPr>
          <p:cNvCxnSpPr>
            <a:cxnSpLocks/>
          </p:cNvCxnSpPr>
          <p:nvPr/>
        </p:nvCxnSpPr>
        <p:spPr>
          <a:xfrm>
            <a:off x="3989784" y="1373375"/>
            <a:ext cx="1058" cy="4111249"/>
          </a:xfrm>
          <a:prstGeom prst="line">
            <a:avLst/>
          </a:prstGeom>
          <a:ln>
            <a:solidFill>
              <a:srgbClr val="D4D4D4">
                <a:alpha val="34902"/>
              </a:srgb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F18D9BF6-9949-4C7E-9D27-7863D38FA3B7}"/>
              </a:ext>
            </a:extLst>
          </p:cNvPr>
          <p:cNvSpPr/>
          <p:nvPr/>
        </p:nvSpPr>
        <p:spPr>
          <a:xfrm>
            <a:off x="2529739" y="1569846"/>
            <a:ext cx="3210661" cy="1188000"/>
          </a:xfrm>
          <a:prstGeom prst="rect">
            <a:avLst/>
          </a:prstGeom>
          <a:gradFill flip="none" rotWithShape="1">
            <a:gsLst>
              <a:gs pos="0">
                <a:schemeClr val="accent2">
                  <a:lumMod val="75000"/>
                  <a:shade val="30000"/>
                  <a:satMod val="115000"/>
                </a:schemeClr>
              </a:gs>
              <a:gs pos="50000">
                <a:schemeClr val="accent2">
                  <a:lumMod val="75000"/>
                  <a:shade val="67500"/>
                  <a:satMod val="115000"/>
                </a:schemeClr>
              </a:gs>
              <a:gs pos="100000">
                <a:schemeClr val="accent2">
                  <a:lumMod val="75000"/>
                  <a:shade val="100000"/>
                  <a:satMod val="115000"/>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740"/>
              </a:lnSpc>
            </a:pPr>
            <a:r>
              <a:rPr lang="en-US" sz="1000" b="1" dirty="0">
                <a:solidFill>
                  <a:schemeClr val="bg1"/>
                </a:solidFill>
                <a:latin typeface="+mj-lt"/>
                <a:cs typeface="Arial" panose="020B0604020202020204" pitchFamily="34" charset="0"/>
              </a:rPr>
              <a:t>Users can perform bulk upload of file with the plan on which they would like to activate their existing number. System automatically recognizes and creates orders to fulfill the request</a:t>
            </a:r>
          </a:p>
        </p:txBody>
      </p:sp>
      <p:sp>
        <p:nvSpPr>
          <p:cNvPr id="76" name="Rectangle 75">
            <a:extLst>
              <a:ext uri="{FF2B5EF4-FFF2-40B4-BE49-F238E27FC236}">
                <a16:creationId xmlns:a16="http://schemas.microsoft.com/office/drawing/2014/main" id="{B9FA2E5A-B680-4434-B2FF-CBC87BF9C5E4}"/>
              </a:ext>
            </a:extLst>
          </p:cNvPr>
          <p:cNvSpPr/>
          <p:nvPr/>
        </p:nvSpPr>
        <p:spPr>
          <a:xfrm>
            <a:off x="2529739" y="2782214"/>
            <a:ext cx="3210661" cy="1188000"/>
          </a:xfrm>
          <a:prstGeom prst="rect">
            <a:avLst/>
          </a:prstGeom>
          <a:gradFill flip="none" rotWithShape="1">
            <a:gsLst>
              <a:gs pos="0">
                <a:schemeClr val="accent2">
                  <a:lumMod val="60000"/>
                  <a:lumOff val="40000"/>
                  <a:shade val="30000"/>
                  <a:satMod val="115000"/>
                </a:schemeClr>
              </a:gs>
              <a:gs pos="50000">
                <a:schemeClr val="accent2">
                  <a:lumMod val="60000"/>
                  <a:lumOff val="40000"/>
                  <a:shade val="67500"/>
                  <a:satMod val="115000"/>
                </a:schemeClr>
              </a:gs>
              <a:gs pos="100000">
                <a:schemeClr val="accent2">
                  <a:lumMod val="60000"/>
                  <a:lumOff val="40000"/>
                  <a:shade val="100000"/>
                  <a:satMod val="115000"/>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sz="1000" b="1" dirty="0">
                <a:solidFill>
                  <a:schemeClr val="bg1"/>
                </a:solidFill>
                <a:latin typeface="+mj-lt"/>
                <a:cs typeface="Arial" panose="020B0604020202020204" pitchFamily="34" charset="0"/>
              </a:rPr>
              <a:t>Post receiving the request, there will be Interaction of the New Service Operator with MNP SP &amp; Existing service operator for validations around porting eligibility , billing and credit check </a:t>
            </a:r>
          </a:p>
        </p:txBody>
      </p:sp>
      <p:sp>
        <p:nvSpPr>
          <p:cNvPr id="77" name="Rectangle 76">
            <a:extLst>
              <a:ext uri="{FF2B5EF4-FFF2-40B4-BE49-F238E27FC236}">
                <a16:creationId xmlns:a16="http://schemas.microsoft.com/office/drawing/2014/main" id="{9A6AE9BE-ED01-4CA4-B579-4FA263DF6759}"/>
              </a:ext>
            </a:extLst>
          </p:cNvPr>
          <p:cNvSpPr/>
          <p:nvPr/>
        </p:nvSpPr>
        <p:spPr>
          <a:xfrm>
            <a:off x="2529739" y="4006508"/>
            <a:ext cx="3210661" cy="1188000"/>
          </a:xfrm>
          <a:prstGeom prst="rect">
            <a:avLst/>
          </a:prstGeom>
          <a:gradFill flip="none" rotWithShape="1">
            <a:gsLst>
              <a:gs pos="0">
                <a:schemeClr val="accent2">
                  <a:lumMod val="40000"/>
                  <a:lumOff val="60000"/>
                  <a:shade val="30000"/>
                  <a:satMod val="115000"/>
                </a:schemeClr>
              </a:gs>
              <a:gs pos="50000">
                <a:schemeClr val="accent2">
                  <a:lumMod val="40000"/>
                  <a:lumOff val="60000"/>
                  <a:shade val="67500"/>
                  <a:satMod val="115000"/>
                </a:schemeClr>
              </a:gs>
              <a:gs pos="100000">
                <a:schemeClr val="accent2">
                  <a:lumMod val="40000"/>
                  <a:lumOff val="60000"/>
                  <a:shade val="100000"/>
                  <a:satMod val="115000"/>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IN" sz="1000" b="1" dirty="0">
                <a:solidFill>
                  <a:schemeClr val="bg1"/>
                </a:solidFill>
              </a:rPr>
              <a:t>Generation of authentication or porting specific unique details by the MNP Service Provider.</a:t>
            </a:r>
          </a:p>
          <a:p>
            <a:pPr>
              <a:lnSpc>
                <a:spcPct val="150000"/>
              </a:lnSpc>
            </a:pPr>
            <a:r>
              <a:rPr lang="en-IN" sz="1000" b="1" dirty="0">
                <a:solidFill>
                  <a:schemeClr val="bg1"/>
                </a:solidFill>
              </a:rPr>
              <a:t>( Based on Seychelles Telecom regulations).</a:t>
            </a:r>
          </a:p>
          <a:p>
            <a:pPr>
              <a:lnSpc>
                <a:spcPct val="150000"/>
              </a:lnSpc>
            </a:pPr>
            <a:r>
              <a:rPr lang="en-IN" sz="1000" b="1" dirty="0">
                <a:solidFill>
                  <a:schemeClr val="bg1"/>
                </a:solidFill>
              </a:rPr>
              <a:t>Disconnection  of service  from old SP and connection on new SP</a:t>
            </a:r>
          </a:p>
        </p:txBody>
      </p:sp>
      <p:sp>
        <p:nvSpPr>
          <p:cNvPr id="79" name="Rectangle 78">
            <a:extLst>
              <a:ext uri="{FF2B5EF4-FFF2-40B4-BE49-F238E27FC236}">
                <a16:creationId xmlns:a16="http://schemas.microsoft.com/office/drawing/2014/main" id="{B8408F16-361D-4CC0-98B6-8BE890785036}"/>
              </a:ext>
            </a:extLst>
          </p:cNvPr>
          <p:cNvSpPr/>
          <p:nvPr/>
        </p:nvSpPr>
        <p:spPr>
          <a:xfrm>
            <a:off x="2529739" y="5223648"/>
            <a:ext cx="3210661" cy="1188000"/>
          </a:xfrm>
          <a:prstGeom prst="rect">
            <a:avLst/>
          </a:prstGeom>
          <a:gradFill flip="none" rotWithShape="1">
            <a:gsLst>
              <a:gs pos="0">
                <a:schemeClr val="accent2">
                  <a:lumMod val="40000"/>
                  <a:lumOff val="60000"/>
                  <a:shade val="30000"/>
                  <a:satMod val="115000"/>
                </a:schemeClr>
              </a:gs>
              <a:gs pos="50000">
                <a:schemeClr val="accent2">
                  <a:lumMod val="40000"/>
                  <a:lumOff val="60000"/>
                  <a:shade val="67500"/>
                  <a:satMod val="115000"/>
                </a:schemeClr>
              </a:gs>
              <a:gs pos="100000">
                <a:schemeClr val="accent2">
                  <a:lumMod val="40000"/>
                  <a:lumOff val="60000"/>
                  <a:shade val="100000"/>
                  <a:satMod val="115000"/>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740"/>
              </a:lnSpc>
            </a:pPr>
            <a:r>
              <a:rPr lang="en-US" sz="1000" b="1" dirty="0">
                <a:solidFill>
                  <a:schemeClr val="bg1"/>
                </a:solidFill>
              </a:rPr>
              <a:t>Customers</a:t>
            </a:r>
            <a:r>
              <a:rPr lang="en-US" sz="1600" dirty="0">
                <a:solidFill>
                  <a:schemeClr val="bg2">
                    <a:lumMod val="50000"/>
                  </a:schemeClr>
                </a:solidFill>
                <a:latin typeface="Century Gothic" panose="020B0502020202020204" pitchFamily="34" charset="0"/>
                <a:cs typeface="Arial" panose="020B0604020202020204" pitchFamily="34" charset="0"/>
              </a:rPr>
              <a:t> </a:t>
            </a:r>
            <a:r>
              <a:rPr lang="en-US" sz="1000" b="1" dirty="0">
                <a:solidFill>
                  <a:schemeClr val="bg1"/>
                </a:solidFill>
              </a:rPr>
              <a:t>are notified of the progress of their MNP request via automated emails &amp; SMS through out the process</a:t>
            </a:r>
          </a:p>
        </p:txBody>
      </p:sp>
      <p:sp>
        <p:nvSpPr>
          <p:cNvPr id="23" name="Rectangle 22">
            <a:extLst>
              <a:ext uri="{FF2B5EF4-FFF2-40B4-BE49-F238E27FC236}">
                <a16:creationId xmlns:a16="http://schemas.microsoft.com/office/drawing/2014/main" id="{5AE18C88-4A19-4D8B-89DC-8BAD1B0159C1}"/>
              </a:ext>
            </a:extLst>
          </p:cNvPr>
          <p:cNvSpPr/>
          <p:nvPr/>
        </p:nvSpPr>
        <p:spPr>
          <a:xfrm>
            <a:off x="5774440" y="1569069"/>
            <a:ext cx="6315959" cy="1175757"/>
          </a:xfrm>
          <a:prstGeom prst="rect">
            <a:avLst/>
          </a:prstGeom>
          <a:solidFill>
            <a:schemeClr val="bg1">
              <a:lumMod val="95000"/>
            </a:schemeClr>
          </a:solidFill>
          <a:ln>
            <a:solidFill>
              <a:schemeClr val="tx1">
                <a:lumMod val="50000"/>
                <a:lumOff val="50000"/>
              </a:schemeClr>
            </a:soli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spcAft>
                <a:spcPts val="600"/>
              </a:spcAft>
              <a:buFont typeface="Arial" panose="020B0604020202020204" pitchFamily="34" charset="0"/>
              <a:buChar char="•"/>
            </a:pPr>
            <a:r>
              <a:rPr lang="en-IN" sz="1200" b="1" dirty="0">
                <a:solidFill>
                  <a:schemeClr val="bg2">
                    <a:lumMod val="50000"/>
                  </a:schemeClr>
                </a:solidFill>
                <a:latin typeface="Century Gothic" panose="020B0502020202020204" pitchFamily="34" charset="0"/>
                <a:cs typeface="Arial" panose="020B0604020202020204" pitchFamily="34" charset="0"/>
              </a:rPr>
              <a:t>Customer Experience - </a:t>
            </a:r>
            <a:r>
              <a:rPr lang="en-IN" sz="1200" dirty="0">
                <a:solidFill>
                  <a:schemeClr val="bg2">
                    <a:lumMod val="50000"/>
                  </a:schemeClr>
                </a:solidFill>
                <a:latin typeface="Century Gothic" panose="020B0502020202020204" pitchFamily="34" charset="0"/>
                <a:cs typeface="Arial" panose="020B0604020202020204" pitchFamily="34" charset="0"/>
              </a:rPr>
              <a:t>Assess the Customer touchpoints for an MNP request to be raised</a:t>
            </a:r>
          </a:p>
          <a:p>
            <a:pPr marL="171450" indent="-171450">
              <a:spcAft>
                <a:spcPts val="600"/>
              </a:spcAft>
              <a:buFont typeface="Arial" panose="020B0604020202020204" pitchFamily="34" charset="0"/>
              <a:buChar char="•"/>
            </a:pPr>
            <a:r>
              <a:rPr lang="en-IN" sz="1200" b="1" dirty="0">
                <a:solidFill>
                  <a:schemeClr val="bg2">
                    <a:lumMod val="50000"/>
                  </a:schemeClr>
                </a:solidFill>
                <a:latin typeface="Century Gothic" panose="020B0502020202020204" pitchFamily="34" charset="0"/>
                <a:cs typeface="Arial" panose="020B0604020202020204" pitchFamily="34" charset="0"/>
              </a:rPr>
              <a:t>Product offerings - </a:t>
            </a:r>
            <a:r>
              <a:rPr lang="en-IN" sz="1200" dirty="0">
                <a:solidFill>
                  <a:schemeClr val="bg2">
                    <a:lumMod val="50000"/>
                  </a:schemeClr>
                </a:solidFill>
                <a:latin typeface="Century Gothic" panose="020B0502020202020204" pitchFamily="34" charset="0"/>
                <a:cs typeface="Arial" panose="020B0604020202020204" pitchFamily="34" charset="0"/>
              </a:rPr>
              <a:t>Assessment on providing new offers with waived of porting charges, cheaper plans for similar usage et.</a:t>
            </a:r>
          </a:p>
          <a:p>
            <a:pPr marL="171450" indent="-171450">
              <a:spcAft>
                <a:spcPts val="600"/>
              </a:spcAft>
              <a:buFont typeface="Arial" panose="020B0604020202020204" pitchFamily="34" charset="0"/>
              <a:buChar char="•"/>
            </a:pPr>
            <a:r>
              <a:rPr lang="en-IN" sz="1200" b="1" dirty="0">
                <a:solidFill>
                  <a:schemeClr val="bg2">
                    <a:lumMod val="50000"/>
                  </a:schemeClr>
                </a:solidFill>
                <a:latin typeface="Century Gothic" panose="020B0502020202020204" pitchFamily="34" charset="0"/>
                <a:cs typeface="Arial" panose="020B0604020202020204" pitchFamily="34" charset="0"/>
              </a:rPr>
              <a:t>Process &amp; KPI’s – </a:t>
            </a:r>
            <a:r>
              <a:rPr lang="en-IN" sz="1200" dirty="0">
                <a:solidFill>
                  <a:schemeClr val="bg2">
                    <a:lumMod val="50000"/>
                  </a:schemeClr>
                </a:solidFill>
                <a:latin typeface="Century Gothic" panose="020B0502020202020204" pitchFamily="34" charset="0"/>
                <a:cs typeface="Arial" panose="020B0604020202020204" pitchFamily="34" charset="0"/>
              </a:rPr>
              <a:t>Port-In Process for request acceptance, validation, ordering</a:t>
            </a:r>
          </a:p>
          <a:p>
            <a:pPr algn="ctr">
              <a:spcAft>
                <a:spcPts val="600"/>
              </a:spcAft>
            </a:pPr>
            <a:endParaRPr lang="en-IN" sz="1200" b="1" dirty="0">
              <a:solidFill>
                <a:schemeClr val="bg2">
                  <a:lumMod val="50000"/>
                </a:schemeClr>
              </a:solidFill>
              <a:latin typeface="Century Gothic" panose="020B0502020202020204" pitchFamily="34" charset="0"/>
              <a:cs typeface="Arial" panose="020B0604020202020204" pitchFamily="34" charset="0"/>
            </a:endParaRPr>
          </a:p>
          <a:p>
            <a:pPr>
              <a:spcAft>
                <a:spcPts val="600"/>
              </a:spcAft>
            </a:pPr>
            <a:endParaRPr lang="en-IN" sz="1200" dirty="0">
              <a:solidFill>
                <a:schemeClr val="bg2">
                  <a:lumMod val="50000"/>
                </a:schemeClr>
              </a:solidFill>
              <a:latin typeface="Century Gothic" panose="020B0502020202020204" pitchFamily="34" charset="0"/>
              <a:cs typeface="Arial" panose="020B0604020202020204" pitchFamily="34" charset="0"/>
            </a:endParaRPr>
          </a:p>
        </p:txBody>
      </p:sp>
      <p:sp>
        <p:nvSpPr>
          <p:cNvPr id="82" name="Rectangle 81">
            <a:extLst>
              <a:ext uri="{FF2B5EF4-FFF2-40B4-BE49-F238E27FC236}">
                <a16:creationId xmlns:a16="http://schemas.microsoft.com/office/drawing/2014/main" id="{AB8B2967-0742-4890-A547-A1EE3AA2AC83}"/>
              </a:ext>
            </a:extLst>
          </p:cNvPr>
          <p:cNvSpPr/>
          <p:nvPr/>
        </p:nvSpPr>
        <p:spPr>
          <a:xfrm>
            <a:off x="5765369" y="2780554"/>
            <a:ext cx="6325032" cy="1175757"/>
          </a:xfrm>
          <a:prstGeom prst="rect">
            <a:avLst/>
          </a:prstGeom>
          <a:solidFill>
            <a:schemeClr val="bg1">
              <a:lumMod val="95000"/>
            </a:schemeClr>
          </a:solidFill>
          <a:ln>
            <a:solidFill>
              <a:schemeClr val="tx1">
                <a:lumMod val="50000"/>
                <a:lumOff val="50000"/>
              </a:schemeClr>
            </a:soli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Font typeface="Arial" panose="020B0604020202020204" pitchFamily="34" charset="0"/>
              <a:buChar char="•"/>
            </a:pPr>
            <a:r>
              <a:rPr lang="en-IN" sz="1200" b="1" dirty="0">
                <a:solidFill>
                  <a:schemeClr val="bg2">
                    <a:lumMod val="50000"/>
                  </a:schemeClr>
                </a:solidFill>
                <a:latin typeface="Century Gothic" panose="020B0502020202020204" pitchFamily="34" charset="0"/>
                <a:cs typeface="Arial" panose="020B0604020202020204" pitchFamily="34" charset="0"/>
              </a:rPr>
              <a:t>BSS Functionality - </a:t>
            </a:r>
            <a:r>
              <a:rPr lang="en-IN" sz="1200" dirty="0">
                <a:solidFill>
                  <a:schemeClr val="bg2">
                    <a:lumMod val="50000"/>
                  </a:schemeClr>
                </a:solidFill>
                <a:latin typeface="Century Gothic" panose="020B0502020202020204" pitchFamily="34" charset="0"/>
                <a:cs typeface="Arial" panose="020B0604020202020204" pitchFamily="34" charset="0"/>
              </a:rPr>
              <a:t>Assessment of billing functionality and interaction with 3rd party credit check (as applicable)</a:t>
            </a:r>
          </a:p>
          <a:p>
            <a:pPr marL="171450" indent="-171450">
              <a:buFont typeface="Arial,Sans-Serif"/>
              <a:buChar char="•"/>
            </a:pPr>
            <a:r>
              <a:rPr lang="en-IN" sz="1200" dirty="0">
                <a:solidFill>
                  <a:schemeClr val="bg2">
                    <a:lumMod val="50000"/>
                  </a:schemeClr>
                </a:solidFill>
                <a:latin typeface="Century Gothic"/>
                <a:cs typeface="Arial"/>
              </a:rPr>
              <a:t>Note* the assessment purely depends on inputs around ,how the telecom regulations work in Seychelles and corresponding guidelines .</a:t>
            </a:r>
            <a:endParaRPr lang="en-US" sz="1200" dirty="0">
              <a:solidFill>
                <a:schemeClr val="bg2">
                  <a:lumMod val="50000"/>
                </a:schemeClr>
              </a:solidFill>
              <a:latin typeface="Ubuntu"/>
              <a:cs typeface="Arial"/>
            </a:endParaRPr>
          </a:p>
          <a:p>
            <a:pPr marL="171450" indent="-171450">
              <a:buFont typeface="Arial,Sans-Serif"/>
              <a:buChar char="•"/>
            </a:pPr>
            <a:r>
              <a:rPr lang="en-IN" sz="1200" dirty="0">
                <a:solidFill>
                  <a:schemeClr val="bg2">
                    <a:lumMod val="50000"/>
                  </a:schemeClr>
                </a:solidFill>
                <a:latin typeface="Century Gothic"/>
                <a:cs typeface="Arial"/>
              </a:rPr>
              <a:t>OSS functionality  </a:t>
            </a:r>
            <a:endParaRPr lang="en-US" sz="1200" dirty="0">
              <a:solidFill>
                <a:schemeClr val="bg2">
                  <a:lumMod val="50000"/>
                </a:schemeClr>
              </a:solidFill>
              <a:ea typeface="+mn-lt"/>
              <a:cs typeface="+mn-lt"/>
            </a:endParaRPr>
          </a:p>
          <a:p>
            <a:pPr marL="171450" indent="-171450">
              <a:buFont typeface="Arial,Sans-Serif"/>
              <a:buChar char="•"/>
            </a:pPr>
            <a:r>
              <a:rPr lang="en-IN" sz="1200" dirty="0">
                <a:solidFill>
                  <a:schemeClr val="bg2">
                    <a:lumMod val="50000"/>
                  </a:schemeClr>
                </a:solidFill>
                <a:latin typeface="Century Gothic"/>
                <a:cs typeface="Arial"/>
              </a:rPr>
              <a:t>Assessment of integration of OSS GW  with the 3rd party MNP Central repository and server in Seychelles </a:t>
            </a:r>
            <a:endParaRPr lang="en-IN" dirty="0">
              <a:solidFill>
                <a:schemeClr val="bg2">
                  <a:lumMod val="50000"/>
                </a:schemeClr>
              </a:solidFill>
            </a:endParaRPr>
          </a:p>
          <a:p>
            <a:pPr marL="171450" indent="-171450">
              <a:spcAft>
                <a:spcPts val="600"/>
              </a:spcAft>
              <a:buFont typeface="Arial" panose="020B0604020202020204" pitchFamily="34" charset="0"/>
              <a:buChar char="•"/>
            </a:pPr>
            <a:endParaRPr lang="en-IN" sz="1200" b="1" dirty="0">
              <a:solidFill>
                <a:schemeClr val="bg2">
                  <a:lumMod val="50000"/>
                </a:schemeClr>
              </a:solidFill>
              <a:latin typeface="Century Gothic" panose="020B0502020202020204" pitchFamily="34" charset="0"/>
              <a:cs typeface="Arial" panose="020B0604020202020204" pitchFamily="34" charset="0"/>
            </a:endParaRPr>
          </a:p>
          <a:p>
            <a:pPr marL="171450" indent="-171450">
              <a:spcAft>
                <a:spcPts val="600"/>
              </a:spcAft>
              <a:buFont typeface="Arial" panose="020B0604020202020204" pitchFamily="34" charset="0"/>
              <a:buChar char="•"/>
            </a:pPr>
            <a:endParaRPr lang="en-IN" sz="1200" b="1" dirty="0">
              <a:solidFill>
                <a:schemeClr val="bg2">
                  <a:lumMod val="50000"/>
                </a:schemeClr>
              </a:solidFill>
              <a:latin typeface="Century Gothic" panose="020B0502020202020204" pitchFamily="34" charset="0"/>
              <a:cs typeface="Arial" panose="020B0604020202020204" pitchFamily="34" charset="0"/>
            </a:endParaRPr>
          </a:p>
        </p:txBody>
      </p:sp>
      <p:sp>
        <p:nvSpPr>
          <p:cNvPr id="83" name="Rectangle 82">
            <a:extLst>
              <a:ext uri="{FF2B5EF4-FFF2-40B4-BE49-F238E27FC236}">
                <a16:creationId xmlns:a16="http://schemas.microsoft.com/office/drawing/2014/main" id="{02BD0F0E-C26E-4134-9218-2217D1F26032}"/>
              </a:ext>
            </a:extLst>
          </p:cNvPr>
          <p:cNvSpPr/>
          <p:nvPr/>
        </p:nvSpPr>
        <p:spPr>
          <a:xfrm>
            <a:off x="5774438" y="4006508"/>
            <a:ext cx="6315961" cy="1166137"/>
          </a:xfrm>
          <a:prstGeom prst="rect">
            <a:avLst/>
          </a:prstGeom>
          <a:solidFill>
            <a:schemeClr val="bg1">
              <a:lumMod val="95000"/>
            </a:schemeClr>
          </a:solidFill>
          <a:ln>
            <a:solidFill>
              <a:schemeClr val="tx1">
                <a:lumMod val="50000"/>
                <a:lumOff val="50000"/>
              </a:schemeClr>
            </a:soli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spcAft>
                <a:spcPts val="600"/>
              </a:spcAft>
              <a:buFont typeface="Arial" panose="020B0604020202020204" pitchFamily="34" charset="0"/>
              <a:buChar char="•"/>
            </a:pPr>
            <a:r>
              <a:rPr lang="en-IN" sz="1200" b="1" dirty="0">
                <a:solidFill>
                  <a:schemeClr val="bg2">
                    <a:lumMod val="50000"/>
                  </a:schemeClr>
                </a:solidFill>
                <a:latin typeface="Century Gothic" panose="020B0502020202020204" pitchFamily="34" charset="0"/>
                <a:cs typeface="Arial" panose="020B0604020202020204" pitchFamily="34" charset="0"/>
              </a:rPr>
              <a:t>BSS/OSS functionality - </a:t>
            </a:r>
            <a:r>
              <a:rPr lang="en-IN" sz="1200" dirty="0">
                <a:solidFill>
                  <a:schemeClr val="bg2">
                    <a:lumMod val="50000"/>
                  </a:schemeClr>
                </a:solidFill>
                <a:latin typeface="Century Gothic" panose="020B0502020202020204" pitchFamily="34" charset="0"/>
                <a:cs typeface="Arial" panose="020B0604020202020204" pitchFamily="34" charset="0"/>
              </a:rPr>
              <a:t>CRM :Business validation  Rules based on the telecom Regulation in Seychelles.</a:t>
            </a:r>
          </a:p>
          <a:p>
            <a:pPr marL="174625">
              <a:spcAft>
                <a:spcPts val="600"/>
              </a:spcAft>
            </a:pPr>
            <a:r>
              <a:rPr lang="en-IN" sz="1200" dirty="0">
                <a:solidFill>
                  <a:schemeClr val="bg2">
                    <a:lumMod val="50000"/>
                  </a:schemeClr>
                </a:solidFill>
                <a:latin typeface="Century Gothic" panose="020B0502020202020204" pitchFamily="34" charset="0"/>
                <a:cs typeface="Arial" panose="020B0604020202020204" pitchFamily="34" charset="0"/>
              </a:rPr>
              <a:t>Logical and physical Inventory Assessment for SIM specific updates and Porting Number Updates</a:t>
            </a:r>
          </a:p>
          <a:p>
            <a:pPr>
              <a:spcAft>
                <a:spcPts val="600"/>
              </a:spcAft>
            </a:pPr>
            <a:endParaRPr lang="en-IN" sz="1200" b="1" dirty="0">
              <a:solidFill>
                <a:schemeClr val="bg2">
                  <a:lumMod val="50000"/>
                </a:schemeClr>
              </a:solidFill>
              <a:latin typeface="Century Gothic" panose="020B0502020202020204" pitchFamily="34" charset="0"/>
              <a:cs typeface="Arial" panose="020B0604020202020204" pitchFamily="34" charset="0"/>
            </a:endParaRPr>
          </a:p>
          <a:p>
            <a:pPr marL="171450" indent="-171450">
              <a:spcAft>
                <a:spcPts val="600"/>
              </a:spcAft>
              <a:buFont typeface="Arial" panose="020B0604020202020204" pitchFamily="34" charset="0"/>
              <a:buChar char="•"/>
            </a:pPr>
            <a:endParaRPr lang="en-IN" sz="1200" b="1" dirty="0">
              <a:solidFill>
                <a:schemeClr val="bg2">
                  <a:lumMod val="50000"/>
                </a:schemeClr>
              </a:solidFill>
              <a:latin typeface="Century Gothic" panose="020B0502020202020204" pitchFamily="34" charset="0"/>
              <a:cs typeface="Arial" panose="020B0604020202020204" pitchFamily="34" charset="0"/>
            </a:endParaRPr>
          </a:p>
          <a:p>
            <a:pPr marL="171450" indent="-171450">
              <a:spcAft>
                <a:spcPts val="600"/>
              </a:spcAft>
              <a:buFont typeface="Arial" panose="020B0604020202020204" pitchFamily="34" charset="0"/>
              <a:buChar char="•"/>
            </a:pPr>
            <a:endParaRPr lang="en-IN" sz="1200" b="1" dirty="0">
              <a:solidFill>
                <a:schemeClr val="bg2">
                  <a:lumMod val="50000"/>
                </a:schemeClr>
              </a:solidFill>
              <a:latin typeface="Century Gothic" panose="020B0502020202020204" pitchFamily="34" charset="0"/>
              <a:cs typeface="Arial" panose="020B0604020202020204" pitchFamily="34" charset="0"/>
            </a:endParaRPr>
          </a:p>
          <a:p>
            <a:pPr marL="171450" indent="-171450">
              <a:spcAft>
                <a:spcPts val="600"/>
              </a:spcAft>
              <a:buFont typeface="Arial" panose="020B0604020202020204" pitchFamily="34" charset="0"/>
              <a:buChar char="•"/>
            </a:pPr>
            <a:endParaRPr lang="en-IN" sz="1200" b="1" dirty="0">
              <a:solidFill>
                <a:schemeClr val="bg2">
                  <a:lumMod val="50000"/>
                </a:schemeClr>
              </a:solidFill>
              <a:latin typeface="Century Gothic" panose="020B0502020202020204" pitchFamily="34" charset="0"/>
              <a:cs typeface="Arial" panose="020B0604020202020204" pitchFamily="34" charset="0"/>
            </a:endParaRPr>
          </a:p>
        </p:txBody>
      </p:sp>
      <p:sp>
        <p:nvSpPr>
          <p:cNvPr id="84" name="Rectangle 83">
            <a:extLst>
              <a:ext uri="{FF2B5EF4-FFF2-40B4-BE49-F238E27FC236}">
                <a16:creationId xmlns:a16="http://schemas.microsoft.com/office/drawing/2014/main" id="{0CE639F6-7406-43BC-9186-90B9E469AF5C}"/>
              </a:ext>
            </a:extLst>
          </p:cNvPr>
          <p:cNvSpPr/>
          <p:nvPr/>
        </p:nvSpPr>
        <p:spPr>
          <a:xfrm>
            <a:off x="5774438" y="5232657"/>
            <a:ext cx="6315961" cy="1178990"/>
          </a:xfrm>
          <a:prstGeom prst="rect">
            <a:avLst/>
          </a:prstGeom>
          <a:solidFill>
            <a:schemeClr val="bg1">
              <a:lumMod val="95000"/>
            </a:schemeClr>
          </a:solidFill>
          <a:ln>
            <a:solidFill>
              <a:schemeClr val="tx1">
                <a:lumMod val="50000"/>
                <a:lumOff val="50000"/>
              </a:schemeClr>
            </a:soli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spcAft>
                <a:spcPts val="600"/>
              </a:spcAft>
              <a:buFont typeface="Arial" panose="020B0604020202020204" pitchFamily="34" charset="0"/>
              <a:buChar char="•"/>
            </a:pPr>
            <a:r>
              <a:rPr lang="en-IN" sz="1200" b="1" dirty="0">
                <a:solidFill>
                  <a:schemeClr val="bg2">
                    <a:lumMod val="50000"/>
                  </a:schemeClr>
                </a:solidFill>
                <a:latin typeface="Century Gothic" panose="020B0502020202020204" pitchFamily="34" charset="0"/>
                <a:cs typeface="Arial" panose="020B0604020202020204" pitchFamily="34" charset="0"/>
              </a:rPr>
              <a:t>BSS &amp; OSS Functionality - </a:t>
            </a:r>
            <a:r>
              <a:rPr lang="en-IN" sz="1200" dirty="0">
                <a:solidFill>
                  <a:schemeClr val="bg2">
                    <a:lumMod val="50000"/>
                  </a:schemeClr>
                </a:solidFill>
                <a:latin typeface="Century Gothic" panose="020B0502020202020204" pitchFamily="34" charset="0"/>
                <a:cs typeface="Arial" panose="020B0604020202020204" pitchFamily="34" charset="0"/>
              </a:rPr>
              <a:t>Assessment of KCI’s, based on response from 3rd party and other downstream systems  </a:t>
            </a:r>
          </a:p>
          <a:p>
            <a:pPr marL="171450" indent="-171450">
              <a:spcAft>
                <a:spcPts val="600"/>
              </a:spcAft>
              <a:buFont typeface="Arial" panose="020B0604020202020204" pitchFamily="34" charset="0"/>
              <a:buChar char="•"/>
            </a:pPr>
            <a:r>
              <a:rPr lang="en-IN" sz="1200" dirty="0">
                <a:solidFill>
                  <a:schemeClr val="bg2">
                    <a:lumMod val="50000"/>
                  </a:schemeClr>
                </a:solidFill>
                <a:latin typeface="Century Gothic" panose="020B0502020202020204" pitchFamily="34" charset="0"/>
                <a:cs typeface="Arial" panose="020B0604020202020204" pitchFamily="34" charset="0"/>
              </a:rPr>
              <a:t>Assessment of Communication channels for customers</a:t>
            </a:r>
            <a:endParaRPr lang="en-IN" sz="1200" b="1" dirty="0">
              <a:solidFill>
                <a:schemeClr val="bg2">
                  <a:lumMod val="50000"/>
                </a:schemeClr>
              </a:solidFill>
              <a:latin typeface="Century Gothic" panose="020B0502020202020204" pitchFamily="34" charset="0"/>
              <a:cs typeface="Arial" panose="020B0604020202020204" pitchFamily="34" charset="0"/>
            </a:endParaRPr>
          </a:p>
        </p:txBody>
      </p:sp>
      <p:sp>
        <p:nvSpPr>
          <p:cNvPr id="89" name="TextBox 88">
            <a:extLst>
              <a:ext uri="{FF2B5EF4-FFF2-40B4-BE49-F238E27FC236}">
                <a16:creationId xmlns:a16="http://schemas.microsoft.com/office/drawing/2014/main" id="{87B22D40-4769-4515-9EC3-39AB266F243E}"/>
              </a:ext>
            </a:extLst>
          </p:cNvPr>
          <p:cNvSpPr txBox="1"/>
          <p:nvPr/>
        </p:nvSpPr>
        <p:spPr>
          <a:xfrm>
            <a:off x="7581900" y="1185716"/>
            <a:ext cx="3009900" cy="338554"/>
          </a:xfrm>
          <a:prstGeom prst="rect">
            <a:avLst/>
          </a:prstGeom>
          <a:noFill/>
        </p:spPr>
        <p:txBody>
          <a:bodyPr wrap="square">
            <a:spAutoFit/>
          </a:bodyPr>
          <a:lstStyle/>
          <a:p>
            <a:pPr algn="ctr"/>
            <a:r>
              <a:rPr lang="en-IN" sz="1600" b="1" dirty="0">
                <a:solidFill>
                  <a:srgbClr val="0E80A4"/>
                </a:solidFill>
              </a:rPr>
              <a:t>Key Assessment Areas </a:t>
            </a:r>
          </a:p>
        </p:txBody>
      </p:sp>
      <p:sp>
        <p:nvSpPr>
          <p:cNvPr id="92" name="Arrow: Chevron 91">
            <a:extLst>
              <a:ext uri="{FF2B5EF4-FFF2-40B4-BE49-F238E27FC236}">
                <a16:creationId xmlns:a16="http://schemas.microsoft.com/office/drawing/2014/main" id="{203CCC12-C73E-4DED-AC47-B5213B782F3D}"/>
              </a:ext>
            </a:extLst>
          </p:cNvPr>
          <p:cNvSpPr/>
          <p:nvPr/>
        </p:nvSpPr>
        <p:spPr>
          <a:xfrm rot="5400000">
            <a:off x="596551" y="1284174"/>
            <a:ext cx="1587889" cy="2210400"/>
          </a:xfrm>
          <a:prstGeom prst="chevron">
            <a:avLst>
              <a:gd name="adj" fmla="val 26257"/>
            </a:avLst>
          </a:prstGeom>
          <a:gradFill flip="none" rotWithShape="1">
            <a:gsLst>
              <a:gs pos="0">
                <a:schemeClr val="accent2">
                  <a:lumMod val="75000"/>
                  <a:shade val="30000"/>
                  <a:satMod val="115000"/>
                </a:schemeClr>
              </a:gs>
              <a:gs pos="50000">
                <a:schemeClr val="accent2">
                  <a:lumMod val="75000"/>
                  <a:shade val="67500"/>
                  <a:satMod val="115000"/>
                </a:schemeClr>
              </a:gs>
              <a:gs pos="100000">
                <a:schemeClr val="accent2">
                  <a:lumMod val="75000"/>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740"/>
              </a:lnSpc>
            </a:pPr>
            <a:endParaRPr lang="en-IN" sz="1000" b="1" dirty="0">
              <a:solidFill>
                <a:schemeClr val="bg1"/>
              </a:solidFill>
              <a:latin typeface="Century Gothic" panose="020B0502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F921E564-7C68-4A32-815F-378E8EA64F82}"/>
              </a:ext>
            </a:extLst>
          </p:cNvPr>
          <p:cNvSpPr txBox="1"/>
          <p:nvPr/>
        </p:nvSpPr>
        <p:spPr>
          <a:xfrm>
            <a:off x="748433" y="1394467"/>
            <a:ext cx="1326004" cy="307777"/>
          </a:xfrm>
          <a:prstGeom prst="rect">
            <a:avLst/>
          </a:prstGeom>
          <a:noFill/>
        </p:spPr>
        <p:txBody>
          <a:bodyPr wrap="none" rtlCol="0">
            <a:spAutoFit/>
          </a:bodyPr>
          <a:lstStyle/>
          <a:p>
            <a:r>
              <a:rPr lang="en-IN" sz="1400" b="1" dirty="0">
                <a:solidFill>
                  <a:schemeClr val="bg1"/>
                </a:solidFill>
              </a:rPr>
              <a:t>Logical Steps</a:t>
            </a:r>
          </a:p>
        </p:txBody>
      </p:sp>
      <p:sp>
        <p:nvSpPr>
          <p:cNvPr id="448" name="TextBox 447">
            <a:extLst>
              <a:ext uri="{FF2B5EF4-FFF2-40B4-BE49-F238E27FC236}">
                <a16:creationId xmlns:a16="http://schemas.microsoft.com/office/drawing/2014/main" id="{9AC9D624-EC36-4765-9093-42835F13B94B}"/>
              </a:ext>
            </a:extLst>
          </p:cNvPr>
          <p:cNvSpPr txBox="1"/>
          <p:nvPr/>
        </p:nvSpPr>
        <p:spPr>
          <a:xfrm>
            <a:off x="404813" y="412742"/>
            <a:ext cx="1311578" cy="276999"/>
          </a:xfrm>
          <a:prstGeom prst="rect">
            <a:avLst/>
          </a:prstGeom>
          <a:solidFill>
            <a:srgbClr val="FFFF00">
              <a:alpha val="40000"/>
            </a:srgbClr>
          </a:solidFill>
        </p:spPr>
        <p:txBody>
          <a:bodyPr wrap="none" rtlCol="0">
            <a:spAutoFit/>
          </a:bodyPr>
          <a:lstStyle/>
          <a:p>
            <a:r>
              <a:rPr lang="en-IN" sz="1200" dirty="0"/>
              <a:t>Illustration Only</a:t>
            </a:r>
          </a:p>
        </p:txBody>
      </p:sp>
      <p:sp>
        <p:nvSpPr>
          <p:cNvPr id="95" name="TextBox 94">
            <a:extLst>
              <a:ext uri="{FF2B5EF4-FFF2-40B4-BE49-F238E27FC236}">
                <a16:creationId xmlns:a16="http://schemas.microsoft.com/office/drawing/2014/main" id="{261509B3-8B47-429C-97F0-2BBC33621A37}"/>
              </a:ext>
            </a:extLst>
          </p:cNvPr>
          <p:cNvSpPr txBox="1"/>
          <p:nvPr/>
        </p:nvSpPr>
        <p:spPr>
          <a:xfrm>
            <a:off x="118523" y="2247391"/>
            <a:ext cx="2523777" cy="285680"/>
          </a:xfrm>
          <a:prstGeom prst="rect">
            <a:avLst/>
          </a:prstGeom>
          <a:noFill/>
        </p:spPr>
        <p:txBody>
          <a:bodyPr wrap="square">
            <a:spAutoFit/>
          </a:bodyPr>
          <a:lstStyle>
            <a:defPPr>
              <a:defRPr lang="de-DE"/>
            </a:defPPr>
            <a:lvl1pPr marR="0" lvl="0" indent="0" algn="ctr" defTabSz="1088298" fontAlgn="auto">
              <a:lnSpc>
                <a:spcPct val="100000"/>
              </a:lnSpc>
              <a:spcBef>
                <a:spcPts val="0"/>
              </a:spcBef>
              <a:spcAft>
                <a:spcPts val="0"/>
              </a:spcAft>
              <a:buClrTx/>
              <a:buSzTx/>
              <a:buFontTx/>
              <a:buNone/>
              <a:tabLst/>
              <a:defRPr kumimoji="0" sz="1600" b="1" i="0" u="none" strike="noStrike" cap="none" spc="0" normalizeH="0" baseline="0">
                <a:ln>
                  <a:noFill/>
                </a:ln>
                <a:solidFill>
                  <a:prstClr val="white"/>
                </a:solidFill>
                <a:effectLst/>
                <a:uLnTx/>
                <a:uFillTx/>
                <a:latin typeface="Century Gothic" panose="020B0502020202020204" pitchFamily="34" charset="0"/>
              </a:defRPr>
            </a:lvl1pPr>
          </a:lstStyle>
          <a:p>
            <a:r>
              <a:rPr lang="en-US" sz="1200" dirty="0"/>
              <a:t>MNP Request Phase</a:t>
            </a:r>
          </a:p>
        </p:txBody>
      </p:sp>
      <p:sp>
        <p:nvSpPr>
          <p:cNvPr id="96" name="TextBox 95">
            <a:extLst>
              <a:ext uri="{FF2B5EF4-FFF2-40B4-BE49-F238E27FC236}">
                <a16:creationId xmlns:a16="http://schemas.microsoft.com/office/drawing/2014/main" id="{1F4458D3-41A4-4C5C-B278-7A1B5658DA1D}"/>
              </a:ext>
            </a:extLst>
          </p:cNvPr>
          <p:cNvSpPr txBox="1"/>
          <p:nvPr/>
        </p:nvSpPr>
        <p:spPr>
          <a:xfrm>
            <a:off x="2662748" y="1180887"/>
            <a:ext cx="3009900" cy="338554"/>
          </a:xfrm>
          <a:prstGeom prst="rect">
            <a:avLst/>
          </a:prstGeom>
          <a:noFill/>
        </p:spPr>
        <p:txBody>
          <a:bodyPr wrap="square">
            <a:spAutoFit/>
          </a:bodyPr>
          <a:lstStyle/>
          <a:p>
            <a:pPr algn="ctr"/>
            <a:r>
              <a:rPr lang="en-IN" sz="1600" b="1" dirty="0">
                <a:solidFill>
                  <a:srgbClr val="0E80A4"/>
                </a:solidFill>
              </a:rPr>
              <a:t>Step Description</a:t>
            </a:r>
          </a:p>
        </p:txBody>
      </p:sp>
      <p:sp>
        <p:nvSpPr>
          <p:cNvPr id="4" name="Oval 3">
            <a:extLst>
              <a:ext uri="{FF2B5EF4-FFF2-40B4-BE49-F238E27FC236}">
                <a16:creationId xmlns:a16="http://schemas.microsoft.com/office/drawing/2014/main" id="{E615B3CA-09DE-4A14-9F08-0FB8A4AFD0BC}"/>
              </a:ext>
            </a:extLst>
          </p:cNvPr>
          <p:cNvSpPr/>
          <p:nvPr/>
        </p:nvSpPr>
        <p:spPr>
          <a:xfrm>
            <a:off x="115889" y="2186425"/>
            <a:ext cx="317633" cy="338554"/>
          </a:xfrm>
          <a:prstGeom prst="ellipse">
            <a:avLst/>
          </a:prstGeom>
          <a:gradFill flip="none" rotWithShape="1">
            <a:gsLst>
              <a:gs pos="0">
                <a:schemeClr val="accent2">
                  <a:lumMod val="60000"/>
                  <a:lumOff val="40000"/>
                  <a:shade val="30000"/>
                  <a:satMod val="115000"/>
                </a:schemeClr>
              </a:gs>
              <a:gs pos="50000">
                <a:schemeClr val="accent2">
                  <a:lumMod val="60000"/>
                  <a:lumOff val="40000"/>
                  <a:shade val="67500"/>
                  <a:satMod val="115000"/>
                </a:schemeClr>
              </a:gs>
              <a:gs pos="100000">
                <a:schemeClr val="accent2">
                  <a:lumMod val="60000"/>
                  <a:lumOff val="40000"/>
                  <a:shade val="100000"/>
                  <a:satMod val="115000"/>
                </a:schemeClr>
              </a:gs>
            </a:gsLst>
            <a:lin ang="2700000" scaled="1"/>
            <a:tileRect/>
          </a:gra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1</a:t>
            </a:r>
          </a:p>
        </p:txBody>
      </p:sp>
      <p:sp>
        <p:nvSpPr>
          <p:cNvPr id="28" name="Oval 27">
            <a:extLst>
              <a:ext uri="{FF2B5EF4-FFF2-40B4-BE49-F238E27FC236}">
                <a16:creationId xmlns:a16="http://schemas.microsoft.com/office/drawing/2014/main" id="{C429ECD1-76AF-4E76-8A89-0BFA2C38F3D3}"/>
              </a:ext>
            </a:extLst>
          </p:cNvPr>
          <p:cNvSpPr/>
          <p:nvPr/>
        </p:nvSpPr>
        <p:spPr>
          <a:xfrm>
            <a:off x="105525" y="3416395"/>
            <a:ext cx="317633" cy="338554"/>
          </a:xfrm>
          <a:prstGeom prst="ellipse">
            <a:avLst/>
          </a:prstGeom>
          <a:gradFill flip="none" rotWithShape="1">
            <a:gsLst>
              <a:gs pos="0">
                <a:schemeClr val="accent2">
                  <a:lumMod val="40000"/>
                  <a:lumOff val="60000"/>
                  <a:shade val="30000"/>
                  <a:satMod val="115000"/>
                </a:schemeClr>
              </a:gs>
              <a:gs pos="50000">
                <a:schemeClr val="accent2">
                  <a:lumMod val="40000"/>
                  <a:lumOff val="60000"/>
                  <a:shade val="67500"/>
                  <a:satMod val="115000"/>
                </a:schemeClr>
              </a:gs>
              <a:gs pos="100000">
                <a:schemeClr val="accent2">
                  <a:lumMod val="40000"/>
                  <a:lumOff val="60000"/>
                  <a:shade val="100000"/>
                  <a:satMod val="115000"/>
                </a:schemeClr>
              </a:gs>
            </a:gsLst>
            <a:lin ang="2700000" scaled="1"/>
            <a:tileRect/>
          </a:gra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2</a:t>
            </a:r>
          </a:p>
        </p:txBody>
      </p:sp>
      <p:sp>
        <p:nvSpPr>
          <p:cNvPr id="29" name="Oval 28">
            <a:extLst>
              <a:ext uri="{FF2B5EF4-FFF2-40B4-BE49-F238E27FC236}">
                <a16:creationId xmlns:a16="http://schemas.microsoft.com/office/drawing/2014/main" id="{67B79441-88A9-4652-B1B6-37DE5979F5D7}"/>
              </a:ext>
            </a:extLst>
          </p:cNvPr>
          <p:cNvSpPr/>
          <p:nvPr/>
        </p:nvSpPr>
        <p:spPr>
          <a:xfrm>
            <a:off x="78519" y="4655753"/>
            <a:ext cx="317633" cy="338554"/>
          </a:xfrm>
          <a:prstGeom prst="ellipse">
            <a:avLst/>
          </a:prstGeom>
          <a:gradFill flip="none" rotWithShape="1">
            <a:gsLst>
              <a:gs pos="0">
                <a:schemeClr val="accent2">
                  <a:lumMod val="60000"/>
                  <a:lumOff val="40000"/>
                  <a:shade val="30000"/>
                  <a:satMod val="115000"/>
                </a:schemeClr>
              </a:gs>
              <a:gs pos="50000">
                <a:schemeClr val="accent2">
                  <a:lumMod val="60000"/>
                  <a:lumOff val="40000"/>
                  <a:shade val="67500"/>
                  <a:satMod val="115000"/>
                </a:schemeClr>
              </a:gs>
              <a:gs pos="100000">
                <a:schemeClr val="accent2">
                  <a:lumMod val="60000"/>
                  <a:lumOff val="40000"/>
                  <a:shade val="100000"/>
                  <a:satMod val="115000"/>
                </a:schemeClr>
              </a:gs>
            </a:gsLst>
            <a:lin ang="2700000" scaled="1"/>
            <a:tileRect/>
          </a:gra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3</a:t>
            </a:r>
          </a:p>
        </p:txBody>
      </p:sp>
      <p:sp>
        <p:nvSpPr>
          <p:cNvPr id="30" name="Oval 29">
            <a:extLst>
              <a:ext uri="{FF2B5EF4-FFF2-40B4-BE49-F238E27FC236}">
                <a16:creationId xmlns:a16="http://schemas.microsoft.com/office/drawing/2014/main" id="{12193085-E1F0-4374-A898-E650EA905FB8}"/>
              </a:ext>
            </a:extLst>
          </p:cNvPr>
          <p:cNvSpPr/>
          <p:nvPr/>
        </p:nvSpPr>
        <p:spPr>
          <a:xfrm>
            <a:off x="78518" y="5850444"/>
            <a:ext cx="317633" cy="338554"/>
          </a:xfrm>
          <a:prstGeom prst="ellipse">
            <a:avLst/>
          </a:prstGeom>
          <a:gradFill flip="none" rotWithShape="1">
            <a:gsLst>
              <a:gs pos="0">
                <a:schemeClr val="accent2">
                  <a:lumMod val="75000"/>
                  <a:shade val="30000"/>
                  <a:satMod val="115000"/>
                </a:schemeClr>
              </a:gs>
              <a:gs pos="50000">
                <a:schemeClr val="accent2">
                  <a:lumMod val="75000"/>
                  <a:shade val="67500"/>
                  <a:satMod val="115000"/>
                </a:schemeClr>
              </a:gs>
              <a:gs pos="100000">
                <a:schemeClr val="accent2">
                  <a:lumMod val="75000"/>
                  <a:shade val="100000"/>
                  <a:satMod val="115000"/>
                </a:schemeClr>
              </a:gs>
            </a:gsLst>
            <a:lin ang="2700000" scaled="1"/>
            <a:tileRect/>
          </a:gra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4</a:t>
            </a:r>
          </a:p>
        </p:txBody>
      </p:sp>
    </p:spTree>
    <p:extLst>
      <p:ext uri="{BB962C8B-B14F-4D97-AF65-F5344CB8AC3E}">
        <p14:creationId xmlns:p14="http://schemas.microsoft.com/office/powerpoint/2010/main" val="25751736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 name="Flowchart: Extract 477">
            <a:extLst>
              <a:ext uri="{FF2B5EF4-FFF2-40B4-BE49-F238E27FC236}">
                <a16:creationId xmlns:a16="http://schemas.microsoft.com/office/drawing/2014/main" id="{7250161E-2CA7-48CD-8DB6-F1A1B7F8EE9D}"/>
              </a:ext>
            </a:extLst>
          </p:cNvPr>
          <p:cNvSpPr/>
          <p:nvPr/>
        </p:nvSpPr>
        <p:spPr>
          <a:xfrm>
            <a:off x="2561709" y="3640204"/>
            <a:ext cx="4844732" cy="426720"/>
          </a:xfrm>
          <a:prstGeom prst="flowChartExtract">
            <a:avLst/>
          </a:prstGeom>
          <a:solidFill>
            <a:schemeClr val="bg2">
              <a:lumMod val="9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24" name="Flowchart: Extract 23">
            <a:extLst>
              <a:ext uri="{FF2B5EF4-FFF2-40B4-BE49-F238E27FC236}">
                <a16:creationId xmlns:a16="http://schemas.microsoft.com/office/drawing/2014/main" id="{D741BD5C-389D-4593-A539-96067FFB64D9}"/>
              </a:ext>
            </a:extLst>
          </p:cNvPr>
          <p:cNvSpPr/>
          <p:nvPr/>
        </p:nvSpPr>
        <p:spPr>
          <a:xfrm rot="5400000">
            <a:off x="-226992" y="3554635"/>
            <a:ext cx="5178794" cy="426720"/>
          </a:xfrm>
          <a:prstGeom prst="flowChartExtra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2" name="Title 1">
            <a:extLst>
              <a:ext uri="{FF2B5EF4-FFF2-40B4-BE49-F238E27FC236}">
                <a16:creationId xmlns:a16="http://schemas.microsoft.com/office/drawing/2014/main" id="{02ECA9BF-5E96-483B-876C-620AD3A0C6DC}"/>
              </a:ext>
            </a:extLst>
          </p:cNvPr>
          <p:cNvSpPr>
            <a:spLocks noGrp="1"/>
          </p:cNvSpPr>
          <p:nvPr>
            <p:ph type="title"/>
          </p:nvPr>
        </p:nvSpPr>
        <p:spPr>
          <a:xfrm>
            <a:off x="263525" y="-79681"/>
            <a:ext cx="10947772" cy="716711"/>
          </a:xfrm>
        </p:spPr>
        <p:txBody>
          <a:bodyPr/>
          <a:lstStyle/>
          <a:p>
            <a:r>
              <a:rPr lang="en-IN" dirty="0"/>
              <a:t>ASSESSMENT Methodology</a:t>
            </a:r>
            <a:endParaRPr lang="en-US" dirty="0"/>
          </a:p>
        </p:txBody>
      </p:sp>
      <p:sp>
        <p:nvSpPr>
          <p:cNvPr id="3" name="Rectangle 2">
            <a:extLst>
              <a:ext uri="{FF2B5EF4-FFF2-40B4-BE49-F238E27FC236}">
                <a16:creationId xmlns:a16="http://schemas.microsoft.com/office/drawing/2014/main" id="{925B3923-4D77-4150-B054-0BFD264D15FA}"/>
              </a:ext>
            </a:extLst>
          </p:cNvPr>
          <p:cNvSpPr/>
          <p:nvPr/>
        </p:nvSpPr>
        <p:spPr>
          <a:xfrm>
            <a:off x="404813" y="2246359"/>
            <a:ext cx="1635760" cy="3104889"/>
          </a:xfrm>
          <a:prstGeom prst="rect">
            <a:avLst/>
          </a:prstGeom>
          <a:gradFill flip="none" rotWithShape="1">
            <a:gsLst>
              <a:gs pos="0">
                <a:schemeClr val="accent2">
                  <a:lumMod val="75000"/>
                  <a:shade val="30000"/>
                  <a:satMod val="115000"/>
                </a:schemeClr>
              </a:gs>
              <a:gs pos="50000">
                <a:schemeClr val="accent2">
                  <a:lumMod val="75000"/>
                  <a:shade val="67500"/>
                  <a:satMod val="115000"/>
                </a:schemeClr>
              </a:gs>
              <a:gs pos="100000">
                <a:schemeClr val="accent2">
                  <a:lumMod val="75000"/>
                  <a:shade val="100000"/>
                  <a:satMod val="115000"/>
                </a:scheme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IN" sz="1100" b="1" dirty="0"/>
              <a:t>Stakeholder Identification</a:t>
            </a:r>
          </a:p>
          <a:p>
            <a:pPr marL="171450" indent="-171450">
              <a:buFont typeface="Arial" panose="020B0604020202020204" pitchFamily="34" charset="0"/>
              <a:buChar char="•"/>
            </a:pPr>
            <a:endParaRPr lang="en-IN" sz="1100" b="1" dirty="0"/>
          </a:p>
          <a:p>
            <a:pPr marL="171450" indent="-171450">
              <a:buFont typeface="Arial" panose="020B0604020202020204" pitchFamily="34" charset="0"/>
              <a:buChar char="•"/>
            </a:pPr>
            <a:r>
              <a:rPr lang="en-IN" sz="1100" b="1" dirty="0"/>
              <a:t>Project Kick-off</a:t>
            </a:r>
          </a:p>
          <a:p>
            <a:pPr marL="171450" indent="-171450">
              <a:buFont typeface="Arial" panose="020B0604020202020204" pitchFamily="34" charset="0"/>
              <a:buChar char="•"/>
            </a:pPr>
            <a:endParaRPr lang="en-IN" sz="1100" b="1" dirty="0"/>
          </a:p>
          <a:p>
            <a:pPr marL="171450" indent="-171450">
              <a:buFont typeface="Arial" panose="020B0604020202020204" pitchFamily="34" charset="0"/>
              <a:buChar char="•"/>
            </a:pPr>
            <a:r>
              <a:rPr lang="en-IN" sz="1100" b="1" dirty="0"/>
              <a:t>Scope ringfencing</a:t>
            </a:r>
          </a:p>
          <a:p>
            <a:pPr marL="171450" indent="-171450">
              <a:buFont typeface="Arial" panose="020B0604020202020204" pitchFamily="34" charset="0"/>
              <a:buChar char="•"/>
            </a:pPr>
            <a:endParaRPr lang="en-IN" sz="1100" b="1" dirty="0"/>
          </a:p>
          <a:p>
            <a:pPr marL="171450" indent="-171450">
              <a:buFont typeface="Arial" panose="020B0604020202020204" pitchFamily="34" charset="0"/>
              <a:buChar char="•"/>
            </a:pPr>
            <a:r>
              <a:rPr lang="en-IN" sz="1100" b="1" dirty="0"/>
              <a:t>Stakeholder Alignment</a:t>
            </a:r>
          </a:p>
          <a:p>
            <a:pPr marL="171450" indent="-171450">
              <a:buFont typeface="Arial" panose="020B0604020202020204" pitchFamily="34" charset="0"/>
              <a:buChar char="•"/>
            </a:pPr>
            <a:endParaRPr lang="en-IN" sz="1100" b="1" dirty="0"/>
          </a:p>
          <a:p>
            <a:pPr marL="171450" indent="-171450">
              <a:buFont typeface="Arial" panose="020B0604020202020204" pitchFamily="34" charset="0"/>
              <a:buChar char="•"/>
            </a:pPr>
            <a:r>
              <a:rPr lang="en-IN" sz="1100" b="1" dirty="0"/>
              <a:t>Workshop Schedule </a:t>
            </a:r>
          </a:p>
          <a:p>
            <a:pPr marL="171450" indent="-171450">
              <a:buFont typeface="Arial" panose="020B0604020202020204" pitchFamily="34" charset="0"/>
              <a:buChar char="•"/>
            </a:pPr>
            <a:endParaRPr lang="en-IN" sz="1100" b="1" dirty="0"/>
          </a:p>
        </p:txBody>
      </p:sp>
      <p:sp>
        <p:nvSpPr>
          <p:cNvPr id="11" name="Rectangle: Rounded Corners 10">
            <a:extLst>
              <a:ext uri="{FF2B5EF4-FFF2-40B4-BE49-F238E27FC236}">
                <a16:creationId xmlns:a16="http://schemas.microsoft.com/office/drawing/2014/main" id="{19587F97-3A2F-44D4-AB60-80F2E7CF89C0}"/>
              </a:ext>
            </a:extLst>
          </p:cNvPr>
          <p:cNvSpPr/>
          <p:nvPr/>
        </p:nvSpPr>
        <p:spPr>
          <a:xfrm>
            <a:off x="486093" y="1406889"/>
            <a:ext cx="1473200" cy="284480"/>
          </a:xfrm>
          <a:prstGeom prst="roundRect">
            <a:avLst/>
          </a:prstGeom>
          <a:gradFill flip="none" rotWithShape="1">
            <a:gsLst>
              <a:gs pos="0">
                <a:schemeClr val="tx2">
                  <a:lumMod val="50000"/>
                  <a:lumOff val="50000"/>
                  <a:shade val="30000"/>
                  <a:satMod val="115000"/>
                </a:schemeClr>
              </a:gs>
              <a:gs pos="50000">
                <a:schemeClr val="tx2">
                  <a:lumMod val="50000"/>
                  <a:lumOff val="50000"/>
                  <a:shade val="67500"/>
                  <a:satMod val="115000"/>
                </a:schemeClr>
              </a:gs>
              <a:gs pos="100000">
                <a:schemeClr val="tx2">
                  <a:lumMod val="50000"/>
                  <a:lumOff val="50000"/>
                  <a:shade val="100000"/>
                  <a:satMod val="115000"/>
                </a:scheme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STEP 1</a:t>
            </a:r>
          </a:p>
        </p:txBody>
      </p:sp>
      <p:sp>
        <p:nvSpPr>
          <p:cNvPr id="13" name="Rectangle 12">
            <a:extLst>
              <a:ext uri="{FF2B5EF4-FFF2-40B4-BE49-F238E27FC236}">
                <a16:creationId xmlns:a16="http://schemas.microsoft.com/office/drawing/2014/main" id="{32E455F9-C3D1-47B0-B8CB-613DEA3181D0}"/>
              </a:ext>
            </a:extLst>
          </p:cNvPr>
          <p:cNvSpPr/>
          <p:nvPr/>
        </p:nvSpPr>
        <p:spPr>
          <a:xfrm>
            <a:off x="2663507" y="3066165"/>
            <a:ext cx="4844733" cy="497840"/>
          </a:xfrm>
          <a:prstGeom prst="rect">
            <a:avLst/>
          </a:prstGeom>
          <a:gradFill flip="none" rotWithShape="1">
            <a:gsLst>
              <a:gs pos="0">
                <a:schemeClr val="accent2">
                  <a:lumMod val="75000"/>
                  <a:shade val="30000"/>
                  <a:satMod val="115000"/>
                </a:schemeClr>
              </a:gs>
              <a:gs pos="50000">
                <a:schemeClr val="accent2">
                  <a:lumMod val="75000"/>
                  <a:shade val="67500"/>
                  <a:satMod val="115000"/>
                </a:schemeClr>
              </a:gs>
              <a:gs pos="100000">
                <a:schemeClr val="accent2">
                  <a:lumMod val="75000"/>
                  <a:shade val="100000"/>
                  <a:satMod val="115000"/>
                </a:scheme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a:t>As- Is artifacts review </a:t>
            </a:r>
          </a:p>
        </p:txBody>
      </p:sp>
      <p:sp>
        <p:nvSpPr>
          <p:cNvPr id="19" name="Rectangle 18">
            <a:extLst>
              <a:ext uri="{FF2B5EF4-FFF2-40B4-BE49-F238E27FC236}">
                <a16:creationId xmlns:a16="http://schemas.microsoft.com/office/drawing/2014/main" id="{651AB804-5D70-4846-BF9D-1FB422339B3F}"/>
              </a:ext>
            </a:extLst>
          </p:cNvPr>
          <p:cNvSpPr/>
          <p:nvPr/>
        </p:nvSpPr>
        <p:spPr>
          <a:xfrm>
            <a:off x="2663507" y="4153285"/>
            <a:ext cx="1095693" cy="741681"/>
          </a:xfrm>
          <a:prstGeom prst="rect">
            <a:avLst/>
          </a:prstGeom>
          <a:noFill/>
          <a:ln>
            <a:solidFill>
              <a:srgbClr val="539AAD"/>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dirty="0">
                <a:solidFill>
                  <a:schemeClr val="tx1"/>
                </a:solidFill>
              </a:rPr>
              <a:t>CX</a:t>
            </a:r>
          </a:p>
        </p:txBody>
      </p:sp>
      <p:sp>
        <p:nvSpPr>
          <p:cNvPr id="462" name="Rectangle 461">
            <a:extLst>
              <a:ext uri="{FF2B5EF4-FFF2-40B4-BE49-F238E27FC236}">
                <a16:creationId xmlns:a16="http://schemas.microsoft.com/office/drawing/2014/main" id="{401D1046-3133-448D-BE1B-58C5972D28E6}"/>
              </a:ext>
            </a:extLst>
          </p:cNvPr>
          <p:cNvSpPr/>
          <p:nvPr/>
        </p:nvSpPr>
        <p:spPr>
          <a:xfrm>
            <a:off x="3888382" y="4148204"/>
            <a:ext cx="1095693" cy="741681"/>
          </a:xfrm>
          <a:prstGeom prst="rect">
            <a:avLst/>
          </a:prstGeom>
          <a:noFill/>
          <a:ln>
            <a:solidFill>
              <a:srgbClr val="539AAD"/>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dirty="0">
                <a:solidFill>
                  <a:schemeClr val="tx1"/>
                </a:solidFill>
              </a:rPr>
              <a:t>PROCESS</a:t>
            </a:r>
          </a:p>
        </p:txBody>
      </p:sp>
      <p:sp>
        <p:nvSpPr>
          <p:cNvPr id="463" name="Rectangle 462">
            <a:extLst>
              <a:ext uri="{FF2B5EF4-FFF2-40B4-BE49-F238E27FC236}">
                <a16:creationId xmlns:a16="http://schemas.microsoft.com/office/drawing/2014/main" id="{BE43FF39-B085-4A91-86FA-6D7C1644998A}"/>
              </a:ext>
            </a:extLst>
          </p:cNvPr>
          <p:cNvSpPr/>
          <p:nvPr/>
        </p:nvSpPr>
        <p:spPr>
          <a:xfrm>
            <a:off x="5113257" y="4148204"/>
            <a:ext cx="1095693" cy="741681"/>
          </a:xfrm>
          <a:prstGeom prst="rect">
            <a:avLst/>
          </a:prstGeom>
          <a:noFill/>
          <a:ln>
            <a:solidFill>
              <a:srgbClr val="539AAD"/>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dirty="0">
                <a:solidFill>
                  <a:schemeClr val="tx1"/>
                </a:solidFill>
              </a:rPr>
              <a:t>PRODUCT</a:t>
            </a:r>
          </a:p>
        </p:txBody>
      </p:sp>
      <p:sp>
        <p:nvSpPr>
          <p:cNvPr id="464" name="Rectangle 463">
            <a:extLst>
              <a:ext uri="{FF2B5EF4-FFF2-40B4-BE49-F238E27FC236}">
                <a16:creationId xmlns:a16="http://schemas.microsoft.com/office/drawing/2014/main" id="{94BF5B8D-19AC-4C91-ADC2-06AE9C18249A}"/>
              </a:ext>
            </a:extLst>
          </p:cNvPr>
          <p:cNvSpPr/>
          <p:nvPr/>
        </p:nvSpPr>
        <p:spPr>
          <a:xfrm>
            <a:off x="6412547" y="4148204"/>
            <a:ext cx="1095693" cy="741681"/>
          </a:xfrm>
          <a:prstGeom prst="rect">
            <a:avLst/>
          </a:prstGeom>
          <a:noFill/>
          <a:ln>
            <a:solidFill>
              <a:srgbClr val="539AAD"/>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900" b="1" dirty="0">
                <a:solidFill>
                  <a:schemeClr val="tx1"/>
                </a:solidFill>
              </a:rPr>
              <a:t>SYSTEM FUNCTIONALITIES</a:t>
            </a:r>
          </a:p>
        </p:txBody>
      </p:sp>
      <p:sp>
        <p:nvSpPr>
          <p:cNvPr id="465" name="Rectangle: Rounded Corners 464">
            <a:extLst>
              <a:ext uri="{FF2B5EF4-FFF2-40B4-BE49-F238E27FC236}">
                <a16:creationId xmlns:a16="http://schemas.microsoft.com/office/drawing/2014/main" id="{AF031EDF-C0CF-442C-9017-8A3AB587D071}"/>
              </a:ext>
            </a:extLst>
          </p:cNvPr>
          <p:cNvSpPr/>
          <p:nvPr/>
        </p:nvSpPr>
        <p:spPr>
          <a:xfrm>
            <a:off x="2663507" y="1389109"/>
            <a:ext cx="4844734" cy="302260"/>
          </a:xfrm>
          <a:prstGeom prst="roundRect">
            <a:avLst/>
          </a:prstGeom>
          <a:gradFill flip="none" rotWithShape="1">
            <a:gsLst>
              <a:gs pos="0">
                <a:schemeClr val="tx2">
                  <a:lumMod val="50000"/>
                  <a:lumOff val="50000"/>
                  <a:shade val="30000"/>
                  <a:satMod val="115000"/>
                </a:schemeClr>
              </a:gs>
              <a:gs pos="50000">
                <a:schemeClr val="tx2">
                  <a:lumMod val="50000"/>
                  <a:lumOff val="50000"/>
                  <a:shade val="67500"/>
                  <a:satMod val="115000"/>
                </a:schemeClr>
              </a:gs>
              <a:gs pos="100000">
                <a:schemeClr val="tx2">
                  <a:lumMod val="50000"/>
                  <a:lumOff val="50000"/>
                  <a:shade val="100000"/>
                  <a:satMod val="115000"/>
                </a:scheme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STEP 2</a:t>
            </a:r>
          </a:p>
        </p:txBody>
      </p:sp>
      <p:sp>
        <p:nvSpPr>
          <p:cNvPr id="21" name="Arrow: Right 20">
            <a:extLst>
              <a:ext uri="{FF2B5EF4-FFF2-40B4-BE49-F238E27FC236}">
                <a16:creationId xmlns:a16="http://schemas.microsoft.com/office/drawing/2014/main" id="{144DBD4B-E914-4A05-A327-3EF1BE51F80B}"/>
              </a:ext>
            </a:extLst>
          </p:cNvPr>
          <p:cNvSpPr/>
          <p:nvPr/>
        </p:nvSpPr>
        <p:spPr>
          <a:xfrm rot="16200000">
            <a:off x="3048793" y="4976245"/>
            <a:ext cx="325120" cy="365760"/>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466" name="Arrow: Right 465">
            <a:extLst>
              <a:ext uri="{FF2B5EF4-FFF2-40B4-BE49-F238E27FC236}">
                <a16:creationId xmlns:a16="http://schemas.microsoft.com/office/drawing/2014/main" id="{A062797A-690B-49B0-9B82-4BA00FADE6B2}"/>
              </a:ext>
            </a:extLst>
          </p:cNvPr>
          <p:cNvSpPr/>
          <p:nvPr/>
        </p:nvSpPr>
        <p:spPr>
          <a:xfrm rot="16200000">
            <a:off x="4273668" y="5006724"/>
            <a:ext cx="325120" cy="365760"/>
          </a:xfrm>
          <a:prstGeom prst="rightArrow">
            <a:avLst/>
          </a:prstGeom>
          <a:solidFill>
            <a:srgbClr val="12ABDB"/>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467" name="Arrow: Right 466">
            <a:extLst>
              <a:ext uri="{FF2B5EF4-FFF2-40B4-BE49-F238E27FC236}">
                <a16:creationId xmlns:a16="http://schemas.microsoft.com/office/drawing/2014/main" id="{020DEE54-C1F5-45AF-912C-40A7D1DB7D70}"/>
              </a:ext>
            </a:extLst>
          </p:cNvPr>
          <p:cNvSpPr/>
          <p:nvPr/>
        </p:nvSpPr>
        <p:spPr>
          <a:xfrm rot="16200000">
            <a:off x="5498543" y="5006724"/>
            <a:ext cx="325120" cy="365760"/>
          </a:xfrm>
          <a:prstGeom prst="rightArrow">
            <a:avLst/>
          </a:prstGeom>
          <a:solidFill>
            <a:srgbClr val="12ABDB"/>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468" name="Arrow: Right 467">
            <a:extLst>
              <a:ext uri="{FF2B5EF4-FFF2-40B4-BE49-F238E27FC236}">
                <a16:creationId xmlns:a16="http://schemas.microsoft.com/office/drawing/2014/main" id="{2B03E55F-0E83-48A9-AD44-9A14717755FC}"/>
              </a:ext>
            </a:extLst>
          </p:cNvPr>
          <p:cNvSpPr/>
          <p:nvPr/>
        </p:nvSpPr>
        <p:spPr>
          <a:xfrm rot="16200000">
            <a:off x="6835699" y="5006724"/>
            <a:ext cx="325120" cy="365760"/>
          </a:xfrm>
          <a:prstGeom prst="rightArrow">
            <a:avLst/>
          </a:prstGeom>
          <a:solidFill>
            <a:srgbClr val="A8D6E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25" name="TextBox 24">
            <a:extLst>
              <a:ext uri="{FF2B5EF4-FFF2-40B4-BE49-F238E27FC236}">
                <a16:creationId xmlns:a16="http://schemas.microsoft.com/office/drawing/2014/main" id="{6D5063FE-C2FD-4029-9816-F872E7AF5774}"/>
              </a:ext>
            </a:extLst>
          </p:cNvPr>
          <p:cNvSpPr txBox="1"/>
          <p:nvPr/>
        </p:nvSpPr>
        <p:spPr>
          <a:xfrm>
            <a:off x="3939144" y="5351248"/>
            <a:ext cx="1021614" cy="600164"/>
          </a:xfrm>
          <a:prstGeom prst="rect">
            <a:avLst/>
          </a:prstGeom>
          <a:noFill/>
        </p:spPr>
        <p:txBody>
          <a:bodyPr wrap="square" rtlCol="0">
            <a:spAutoFit/>
          </a:bodyPr>
          <a:lstStyle/>
          <a:p>
            <a:pPr algn="ctr"/>
            <a:r>
              <a:rPr lang="en-IN" sz="1100" dirty="0"/>
              <a:t>Existing Processes</a:t>
            </a:r>
          </a:p>
          <a:p>
            <a:pPr algn="ctr"/>
            <a:r>
              <a:rPr lang="en-IN" sz="1100" dirty="0"/>
              <a:t>Documents</a:t>
            </a:r>
          </a:p>
        </p:txBody>
      </p:sp>
      <p:sp>
        <p:nvSpPr>
          <p:cNvPr id="476" name="TextBox 475">
            <a:extLst>
              <a:ext uri="{FF2B5EF4-FFF2-40B4-BE49-F238E27FC236}">
                <a16:creationId xmlns:a16="http://schemas.microsoft.com/office/drawing/2014/main" id="{006B05F3-D56D-49EF-8C09-C688EBD26F1B}"/>
              </a:ext>
            </a:extLst>
          </p:cNvPr>
          <p:cNvSpPr txBox="1"/>
          <p:nvPr/>
        </p:nvSpPr>
        <p:spPr>
          <a:xfrm>
            <a:off x="5089146" y="5351248"/>
            <a:ext cx="1272302" cy="600164"/>
          </a:xfrm>
          <a:prstGeom prst="rect">
            <a:avLst/>
          </a:prstGeom>
          <a:noFill/>
        </p:spPr>
        <p:txBody>
          <a:bodyPr wrap="square" rtlCol="0">
            <a:spAutoFit/>
          </a:bodyPr>
          <a:lstStyle/>
          <a:p>
            <a:pPr algn="ctr"/>
            <a:r>
              <a:rPr lang="en-IN" sz="1100" dirty="0"/>
              <a:t>Existing product/ service  offerings with construct</a:t>
            </a:r>
          </a:p>
        </p:txBody>
      </p:sp>
      <p:sp>
        <p:nvSpPr>
          <p:cNvPr id="477" name="TextBox 476">
            <a:extLst>
              <a:ext uri="{FF2B5EF4-FFF2-40B4-BE49-F238E27FC236}">
                <a16:creationId xmlns:a16="http://schemas.microsoft.com/office/drawing/2014/main" id="{74CE6676-7368-4F36-BE8C-EC9A47727FEB}"/>
              </a:ext>
            </a:extLst>
          </p:cNvPr>
          <p:cNvSpPr txBox="1"/>
          <p:nvPr/>
        </p:nvSpPr>
        <p:spPr>
          <a:xfrm>
            <a:off x="6412547" y="5351248"/>
            <a:ext cx="1272302" cy="600164"/>
          </a:xfrm>
          <a:prstGeom prst="rect">
            <a:avLst/>
          </a:prstGeom>
          <a:noFill/>
        </p:spPr>
        <p:txBody>
          <a:bodyPr wrap="square" rtlCol="0">
            <a:spAutoFit/>
          </a:bodyPr>
          <a:lstStyle/>
          <a:p>
            <a:pPr algn="ctr"/>
            <a:r>
              <a:rPr lang="en-IN" sz="1100" dirty="0"/>
              <a:t>System feature list/ System Documentation</a:t>
            </a:r>
          </a:p>
        </p:txBody>
      </p:sp>
      <p:sp>
        <p:nvSpPr>
          <p:cNvPr id="479" name="TextBox 478">
            <a:extLst>
              <a:ext uri="{FF2B5EF4-FFF2-40B4-BE49-F238E27FC236}">
                <a16:creationId xmlns:a16="http://schemas.microsoft.com/office/drawing/2014/main" id="{C18E3B77-CD85-479D-A277-FF6E897CC861}"/>
              </a:ext>
            </a:extLst>
          </p:cNvPr>
          <p:cNvSpPr txBox="1"/>
          <p:nvPr/>
        </p:nvSpPr>
        <p:spPr>
          <a:xfrm>
            <a:off x="2635432" y="5321685"/>
            <a:ext cx="1272302" cy="600164"/>
          </a:xfrm>
          <a:prstGeom prst="rect">
            <a:avLst/>
          </a:prstGeom>
          <a:noFill/>
        </p:spPr>
        <p:txBody>
          <a:bodyPr wrap="square" rtlCol="0">
            <a:spAutoFit/>
          </a:bodyPr>
          <a:lstStyle/>
          <a:p>
            <a:pPr algn="ctr"/>
            <a:r>
              <a:rPr lang="en-IN" sz="1100" dirty="0"/>
              <a:t>Existing Customer Interface details</a:t>
            </a:r>
          </a:p>
        </p:txBody>
      </p:sp>
      <p:sp>
        <p:nvSpPr>
          <p:cNvPr id="26" name="Right Brace 25">
            <a:extLst>
              <a:ext uri="{FF2B5EF4-FFF2-40B4-BE49-F238E27FC236}">
                <a16:creationId xmlns:a16="http://schemas.microsoft.com/office/drawing/2014/main" id="{6444EEDD-E610-4723-A4A3-E20AD34EEA3F}"/>
              </a:ext>
            </a:extLst>
          </p:cNvPr>
          <p:cNvSpPr/>
          <p:nvPr/>
        </p:nvSpPr>
        <p:spPr>
          <a:xfrm rot="5400000">
            <a:off x="4815976" y="3705662"/>
            <a:ext cx="289562" cy="4861499"/>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480" name="Flowchart: Extract 479">
            <a:extLst>
              <a:ext uri="{FF2B5EF4-FFF2-40B4-BE49-F238E27FC236}">
                <a16:creationId xmlns:a16="http://schemas.microsoft.com/office/drawing/2014/main" id="{7A5EC2F9-BD1F-404A-8C8E-C842F206B970}"/>
              </a:ext>
            </a:extLst>
          </p:cNvPr>
          <p:cNvSpPr/>
          <p:nvPr/>
        </p:nvSpPr>
        <p:spPr>
          <a:xfrm rot="5400000">
            <a:off x="5377542" y="3519952"/>
            <a:ext cx="5095755" cy="426720"/>
          </a:xfrm>
          <a:prstGeom prst="flowChartExtra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481" name="Rectangle 480">
            <a:extLst>
              <a:ext uri="{FF2B5EF4-FFF2-40B4-BE49-F238E27FC236}">
                <a16:creationId xmlns:a16="http://schemas.microsoft.com/office/drawing/2014/main" id="{65CC7282-8D09-4765-8B22-496C8F25CA8B}"/>
              </a:ext>
            </a:extLst>
          </p:cNvPr>
          <p:cNvSpPr/>
          <p:nvPr/>
        </p:nvSpPr>
        <p:spPr>
          <a:xfrm>
            <a:off x="2663506" y="2204447"/>
            <a:ext cx="3432493" cy="736849"/>
          </a:xfrm>
          <a:prstGeom prst="rect">
            <a:avLst/>
          </a:prstGeom>
          <a:gradFill flip="none" rotWithShape="1">
            <a:gsLst>
              <a:gs pos="0">
                <a:schemeClr val="accent2">
                  <a:lumMod val="60000"/>
                  <a:lumOff val="40000"/>
                  <a:shade val="30000"/>
                  <a:satMod val="115000"/>
                </a:schemeClr>
              </a:gs>
              <a:gs pos="50000">
                <a:schemeClr val="accent2">
                  <a:lumMod val="60000"/>
                  <a:lumOff val="40000"/>
                  <a:shade val="67500"/>
                  <a:satMod val="115000"/>
                </a:schemeClr>
              </a:gs>
              <a:gs pos="100000">
                <a:schemeClr val="accent2">
                  <a:lumMod val="60000"/>
                  <a:lumOff val="40000"/>
                  <a:shade val="100000"/>
                  <a:satMod val="115000"/>
                </a:scheme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a:t>Workshops for Clarifications &amp; Pain point discussions</a:t>
            </a:r>
          </a:p>
        </p:txBody>
      </p:sp>
      <p:sp>
        <p:nvSpPr>
          <p:cNvPr id="482" name="Rectangle 481">
            <a:extLst>
              <a:ext uri="{FF2B5EF4-FFF2-40B4-BE49-F238E27FC236}">
                <a16:creationId xmlns:a16="http://schemas.microsoft.com/office/drawing/2014/main" id="{08CC24CF-3579-4F2F-9B95-FB0687F14BF2}"/>
              </a:ext>
            </a:extLst>
          </p:cNvPr>
          <p:cNvSpPr/>
          <p:nvPr/>
        </p:nvSpPr>
        <p:spPr>
          <a:xfrm>
            <a:off x="6208950" y="2192158"/>
            <a:ext cx="1299289" cy="736849"/>
          </a:xfrm>
          <a:prstGeom prst="rect">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a:t>Ad-hoc Meetings</a:t>
            </a:r>
          </a:p>
        </p:txBody>
      </p:sp>
      <p:sp>
        <p:nvSpPr>
          <p:cNvPr id="483" name="Rectangle: Rounded Corners 482">
            <a:extLst>
              <a:ext uri="{FF2B5EF4-FFF2-40B4-BE49-F238E27FC236}">
                <a16:creationId xmlns:a16="http://schemas.microsoft.com/office/drawing/2014/main" id="{C9724C15-B879-4101-9AED-15BEABA1E359}"/>
              </a:ext>
            </a:extLst>
          </p:cNvPr>
          <p:cNvSpPr/>
          <p:nvPr/>
        </p:nvSpPr>
        <p:spPr>
          <a:xfrm>
            <a:off x="8118088" y="1406889"/>
            <a:ext cx="1360720" cy="306120"/>
          </a:xfrm>
          <a:prstGeom prst="roundRect">
            <a:avLst/>
          </a:prstGeom>
          <a:gradFill flip="none" rotWithShape="1">
            <a:gsLst>
              <a:gs pos="0">
                <a:schemeClr val="tx2">
                  <a:lumMod val="50000"/>
                  <a:lumOff val="50000"/>
                  <a:shade val="30000"/>
                  <a:satMod val="115000"/>
                </a:schemeClr>
              </a:gs>
              <a:gs pos="50000">
                <a:schemeClr val="tx2">
                  <a:lumMod val="50000"/>
                  <a:lumOff val="50000"/>
                  <a:shade val="67500"/>
                  <a:satMod val="115000"/>
                </a:schemeClr>
              </a:gs>
              <a:gs pos="100000">
                <a:schemeClr val="tx2">
                  <a:lumMod val="50000"/>
                  <a:lumOff val="50000"/>
                  <a:shade val="100000"/>
                  <a:satMod val="115000"/>
                </a:scheme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STEP 3</a:t>
            </a:r>
          </a:p>
        </p:txBody>
      </p:sp>
      <p:sp>
        <p:nvSpPr>
          <p:cNvPr id="484" name="Flowchart: Extract 483">
            <a:extLst>
              <a:ext uri="{FF2B5EF4-FFF2-40B4-BE49-F238E27FC236}">
                <a16:creationId xmlns:a16="http://schemas.microsoft.com/office/drawing/2014/main" id="{18D02CC9-986D-40BC-8519-814A26C6A32A}"/>
              </a:ext>
            </a:extLst>
          </p:cNvPr>
          <p:cNvSpPr/>
          <p:nvPr/>
        </p:nvSpPr>
        <p:spPr>
          <a:xfrm rot="5400000">
            <a:off x="7309318" y="3461543"/>
            <a:ext cx="5056011" cy="426720"/>
          </a:xfrm>
          <a:prstGeom prst="flowChartExtra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485" name="TextBox 484">
            <a:extLst>
              <a:ext uri="{FF2B5EF4-FFF2-40B4-BE49-F238E27FC236}">
                <a16:creationId xmlns:a16="http://schemas.microsoft.com/office/drawing/2014/main" id="{16698CEC-2F70-4F93-A84B-812A9DCB73BD}"/>
              </a:ext>
            </a:extLst>
          </p:cNvPr>
          <p:cNvSpPr txBox="1"/>
          <p:nvPr/>
        </p:nvSpPr>
        <p:spPr>
          <a:xfrm>
            <a:off x="3733083" y="6412775"/>
            <a:ext cx="2455347" cy="261610"/>
          </a:xfrm>
          <a:prstGeom prst="rect">
            <a:avLst/>
          </a:prstGeom>
          <a:noFill/>
        </p:spPr>
        <p:txBody>
          <a:bodyPr wrap="square" rtlCol="0">
            <a:spAutoFit/>
          </a:bodyPr>
          <a:lstStyle/>
          <a:p>
            <a:pPr algn="ctr"/>
            <a:r>
              <a:rPr lang="en-IN" sz="1100" b="1" dirty="0"/>
              <a:t>Inputs From the client</a:t>
            </a:r>
          </a:p>
        </p:txBody>
      </p:sp>
      <p:sp>
        <p:nvSpPr>
          <p:cNvPr id="46" name="Freeform: Shape 45">
            <a:extLst>
              <a:ext uri="{FF2B5EF4-FFF2-40B4-BE49-F238E27FC236}">
                <a16:creationId xmlns:a16="http://schemas.microsoft.com/office/drawing/2014/main" id="{0DDBB020-2540-44C0-B0D9-C80C1C07441A}"/>
              </a:ext>
            </a:extLst>
          </p:cNvPr>
          <p:cNvSpPr/>
          <p:nvPr/>
        </p:nvSpPr>
        <p:spPr>
          <a:xfrm>
            <a:off x="546803" y="-150538"/>
            <a:ext cx="10899228" cy="6403150"/>
          </a:xfrm>
          <a:custGeom>
            <a:avLst/>
            <a:gdLst>
              <a:gd name="connsiteX0" fmla="*/ 0 w 10899228"/>
              <a:gd name="connsiteY0" fmla="*/ 5694968 h 6403150"/>
              <a:gd name="connsiteX1" fmla="*/ 1786759 w 10899228"/>
              <a:gd name="connsiteY1" fmla="*/ 5694968 h 6403150"/>
              <a:gd name="connsiteX2" fmla="*/ 1881352 w 10899228"/>
              <a:gd name="connsiteY2" fmla="*/ 555410 h 6403150"/>
              <a:gd name="connsiteX3" fmla="*/ 7367752 w 10899228"/>
              <a:gd name="connsiteY3" fmla="*/ 713065 h 6403150"/>
              <a:gd name="connsiteX4" fmla="*/ 7262649 w 10899228"/>
              <a:gd name="connsiteY4" fmla="*/ 5642417 h 6403150"/>
              <a:gd name="connsiteX5" fmla="*/ 9238594 w 10899228"/>
              <a:gd name="connsiteY5" fmla="*/ 5936706 h 6403150"/>
              <a:gd name="connsiteX6" fmla="*/ 9312166 w 10899228"/>
              <a:gd name="connsiteY6" fmla="*/ 1238582 h 6403150"/>
              <a:gd name="connsiteX7" fmla="*/ 10899228 w 10899228"/>
              <a:gd name="connsiteY7" fmla="*/ 544899 h 6403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99228" h="6403150">
                <a:moveTo>
                  <a:pt x="0" y="5694968"/>
                </a:moveTo>
                <a:cubicBezTo>
                  <a:pt x="736600" y="6123264"/>
                  <a:pt x="1473200" y="6551561"/>
                  <a:pt x="1786759" y="5694968"/>
                </a:cubicBezTo>
                <a:cubicBezTo>
                  <a:pt x="2100318" y="4838375"/>
                  <a:pt x="951187" y="1385727"/>
                  <a:pt x="1881352" y="555410"/>
                </a:cubicBezTo>
                <a:cubicBezTo>
                  <a:pt x="2811517" y="-274907"/>
                  <a:pt x="6470869" y="-134769"/>
                  <a:pt x="7367752" y="713065"/>
                </a:cubicBezTo>
                <a:cubicBezTo>
                  <a:pt x="8264635" y="1560899"/>
                  <a:pt x="6950842" y="4771810"/>
                  <a:pt x="7262649" y="5642417"/>
                </a:cubicBezTo>
                <a:cubicBezTo>
                  <a:pt x="7574456" y="6513024"/>
                  <a:pt x="8897008" y="6670678"/>
                  <a:pt x="9238594" y="5936706"/>
                </a:cubicBezTo>
                <a:cubicBezTo>
                  <a:pt x="9580180" y="5202734"/>
                  <a:pt x="9035394" y="2137216"/>
                  <a:pt x="9312166" y="1238582"/>
                </a:cubicBezTo>
                <a:cubicBezTo>
                  <a:pt x="9588938" y="339948"/>
                  <a:pt x="10636469" y="655257"/>
                  <a:pt x="10899228" y="544899"/>
                </a:cubicBezTo>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9" name="Freeform: Shape 48">
            <a:extLst>
              <a:ext uri="{FF2B5EF4-FFF2-40B4-BE49-F238E27FC236}">
                <a16:creationId xmlns:a16="http://schemas.microsoft.com/office/drawing/2014/main" id="{74B01E40-6AE7-40B3-80B6-5BEF844320CA}"/>
              </a:ext>
            </a:extLst>
          </p:cNvPr>
          <p:cNvSpPr/>
          <p:nvPr/>
        </p:nvSpPr>
        <p:spPr>
          <a:xfrm>
            <a:off x="572520" y="1185434"/>
            <a:ext cx="10532360" cy="5528877"/>
          </a:xfrm>
          <a:custGeom>
            <a:avLst/>
            <a:gdLst>
              <a:gd name="connsiteX0" fmla="*/ 0 w 10573406"/>
              <a:gd name="connsiteY0" fmla="*/ 5118538 h 5118538"/>
              <a:gd name="connsiteX1" fmla="*/ 1671144 w 10573406"/>
              <a:gd name="connsiteY1" fmla="*/ 5076496 h 5118538"/>
              <a:gd name="connsiteX2" fmla="*/ 1650124 w 10573406"/>
              <a:gd name="connsiteY2" fmla="*/ 21020 h 5118538"/>
              <a:gd name="connsiteX3" fmla="*/ 7252137 w 10573406"/>
              <a:gd name="connsiteY3" fmla="*/ 10510 h 5118538"/>
              <a:gd name="connsiteX4" fmla="*/ 7210096 w 10573406"/>
              <a:gd name="connsiteY4" fmla="*/ 4971393 h 5118538"/>
              <a:gd name="connsiteX5" fmla="*/ 9122979 w 10573406"/>
              <a:gd name="connsiteY5" fmla="*/ 4981903 h 5118538"/>
              <a:gd name="connsiteX6" fmla="*/ 9112469 w 10573406"/>
              <a:gd name="connsiteY6" fmla="*/ 0 h 5118538"/>
              <a:gd name="connsiteX7" fmla="*/ 10573406 w 10573406"/>
              <a:gd name="connsiteY7" fmla="*/ 21020 h 5118538"/>
              <a:gd name="connsiteX0" fmla="*/ 0 w 10573406"/>
              <a:gd name="connsiteY0" fmla="*/ 5118538 h 5124185"/>
              <a:gd name="connsiteX1" fmla="*/ 1647440 w 10573406"/>
              <a:gd name="connsiteY1" fmla="*/ 5120337 h 5124185"/>
              <a:gd name="connsiteX2" fmla="*/ 1650124 w 10573406"/>
              <a:gd name="connsiteY2" fmla="*/ 21020 h 5124185"/>
              <a:gd name="connsiteX3" fmla="*/ 7252137 w 10573406"/>
              <a:gd name="connsiteY3" fmla="*/ 10510 h 5124185"/>
              <a:gd name="connsiteX4" fmla="*/ 7210096 w 10573406"/>
              <a:gd name="connsiteY4" fmla="*/ 4971393 h 5124185"/>
              <a:gd name="connsiteX5" fmla="*/ 9122979 w 10573406"/>
              <a:gd name="connsiteY5" fmla="*/ 4981903 h 5124185"/>
              <a:gd name="connsiteX6" fmla="*/ 9112469 w 10573406"/>
              <a:gd name="connsiteY6" fmla="*/ 0 h 5124185"/>
              <a:gd name="connsiteX7" fmla="*/ 10573406 w 10573406"/>
              <a:gd name="connsiteY7" fmla="*/ 21020 h 5124185"/>
              <a:gd name="connsiteX0" fmla="*/ 0 w 10573406"/>
              <a:gd name="connsiteY0" fmla="*/ 5118538 h 5124185"/>
              <a:gd name="connsiteX1" fmla="*/ 1647440 w 10573406"/>
              <a:gd name="connsiteY1" fmla="*/ 5120337 h 5124185"/>
              <a:gd name="connsiteX2" fmla="*/ 1650124 w 10573406"/>
              <a:gd name="connsiteY2" fmla="*/ 21020 h 5124185"/>
              <a:gd name="connsiteX3" fmla="*/ 7215120 w 10573406"/>
              <a:gd name="connsiteY3" fmla="*/ 42341 h 5124185"/>
              <a:gd name="connsiteX4" fmla="*/ 7210096 w 10573406"/>
              <a:gd name="connsiteY4" fmla="*/ 4971393 h 5124185"/>
              <a:gd name="connsiteX5" fmla="*/ 9122979 w 10573406"/>
              <a:gd name="connsiteY5" fmla="*/ 4981903 h 5124185"/>
              <a:gd name="connsiteX6" fmla="*/ 9112469 w 10573406"/>
              <a:gd name="connsiteY6" fmla="*/ 0 h 5124185"/>
              <a:gd name="connsiteX7" fmla="*/ 10573406 w 10573406"/>
              <a:gd name="connsiteY7" fmla="*/ 21020 h 5124185"/>
              <a:gd name="connsiteX0" fmla="*/ 0 w 10547600"/>
              <a:gd name="connsiteY0" fmla="*/ 5118538 h 5124185"/>
              <a:gd name="connsiteX1" fmla="*/ 1647440 w 10547600"/>
              <a:gd name="connsiteY1" fmla="*/ 5120337 h 5124185"/>
              <a:gd name="connsiteX2" fmla="*/ 1650124 w 10547600"/>
              <a:gd name="connsiteY2" fmla="*/ 21020 h 5124185"/>
              <a:gd name="connsiteX3" fmla="*/ 7215120 w 10547600"/>
              <a:gd name="connsiteY3" fmla="*/ 42341 h 5124185"/>
              <a:gd name="connsiteX4" fmla="*/ 7210096 w 10547600"/>
              <a:gd name="connsiteY4" fmla="*/ 4971393 h 5124185"/>
              <a:gd name="connsiteX5" fmla="*/ 9122979 w 10547600"/>
              <a:gd name="connsiteY5" fmla="*/ 4981903 h 5124185"/>
              <a:gd name="connsiteX6" fmla="*/ 9112469 w 10547600"/>
              <a:gd name="connsiteY6" fmla="*/ 0 h 5124185"/>
              <a:gd name="connsiteX7" fmla="*/ 10547600 w 10547600"/>
              <a:gd name="connsiteY7" fmla="*/ 42341 h 5124185"/>
              <a:gd name="connsiteX0" fmla="*/ 0 w 10547600"/>
              <a:gd name="connsiteY0" fmla="*/ 5118538 h 5124185"/>
              <a:gd name="connsiteX1" fmla="*/ 1647440 w 10547600"/>
              <a:gd name="connsiteY1" fmla="*/ 5120337 h 5124185"/>
              <a:gd name="connsiteX2" fmla="*/ 1650124 w 10547600"/>
              <a:gd name="connsiteY2" fmla="*/ 21020 h 5124185"/>
              <a:gd name="connsiteX3" fmla="*/ 7215120 w 10547600"/>
              <a:gd name="connsiteY3" fmla="*/ 42341 h 5124185"/>
              <a:gd name="connsiteX4" fmla="*/ 7210096 w 10547600"/>
              <a:gd name="connsiteY4" fmla="*/ 4971393 h 5124185"/>
              <a:gd name="connsiteX5" fmla="*/ 9122979 w 10547600"/>
              <a:gd name="connsiteY5" fmla="*/ 4981903 h 5124185"/>
              <a:gd name="connsiteX6" fmla="*/ 9112469 w 10547600"/>
              <a:gd name="connsiteY6" fmla="*/ 0 h 5124185"/>
              <a:gd name="connsiteX7" fmla="*/ 10547600 w 10547600"/>
              <a:gd name="connsiteY7" fmla="*/ 14113 h 5124185"/>
              <a:gd name="connsiteX0" fmla="*/ 0 w 10537440"/>
              <a:gd name="connsiteY0" fmla="*/ 5146766 h 5146766"/>
              <a:gd name="connsiteX1" fmla="*/ 1637280 w 10537440"/>
              <a:gd name="connsiteY1" fmla="*/ 5120337 h 5146766"/>
              <a:gd name="connsiteX2" fmla="*/ 1639964 w 10537440"/>
              <a:gd name="connsiteY2" fmla="*/ 21020 h 5146766"/>
              <a:gd name="connsiteX3" fmla="*/ 7204960 w 10537440"/>
              <a:gd name="connsiteY3" fmla="*/ 42341 h 5146766"/>
              <a:gd name="connsiteX4" fmla="*/ 7199936 w 10537440"/>
              <a:gd name="connsiteY4" fmla="*/ 4971393 h 5146766"/>
              <a:gd name="connsiteX5" fmla="*/ 9112819 w 10537440"/>
              <a:gd name="connsiteY5" fmla="*/ 4981903 h 5146766"/>
              <a:gd name="connsiteX6" fmla="*/ 9102309 w 10537440"/>
              <a:gd name="connsiteY6" fmla="*/ 0 h 5146766"/>
              <a:gd name="connsiteX7" fmla="*/ 10537440 w 10537440"/>
              <a:gd name="connsiteY7" fmla="*/ 14113 h 5146766"/>
              <a:gd name="connsiteX0" fmla="*/ 0 w 10532360"/>
              <a:gd name="connsiteY0" fmla="*/ 5118538 h 5120337"/>
              <a:gd name="connsiteX1" fmla="*/ 1632200 w 10532360"/>
              <a:gd name="connsiteY1" fmla="*/ 5120337 h 5120337"/>
              <a:gd name="connsiteX2" fmla="*/ 1634884 w 10532360"/>
              <a:gd name="connsiteY2" fmla="*/ 21020 h 5120337"/>
              <a:gd name="connsiteX3" fmla="*/ 7199880 w 10532360"/>
              <a:gd name="connsiteY3" fmla="*/ 42341 h 5120337"/>
              <a:gd name="connsiteX4" fmla="*/ 7194856 w 10532360"/>
              <a:gd name="connsiteY4" fmla="*/ 4971393 h 5120337"/>
              <a:gd name="connsiteX5" fmla="*/ 9107739 w 10532360"/>
              <a:gd name="connsiteY5" fmla="*/ 4981903 h 5120337"/>
              <a:gd name="connsiteX6" fmla="*/ 9097229 w 10532360"/>
              <a:gd name="connsiteY6" fmla="*/ 0 h 5120337"/>
              <a:gd name="connsiteX7" fmla="*/ 10532360 w 10532360"/>
              <a:gd name="connsiteY7" fmla="*/ 14113 h 5120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32360" h="5120337">
                <a:moveTo>
                  <a:pt x="0" y="5118538"/>
                </a:moveTo>
                <a:lnTo>
                  <a:pt x="1632200" y="5120337"/>
                </a:lnTo>
                <a:cubicBezTo>
                  <a:pt x="1625193" y="3435178"/>
                  <a:pt x="1641891" y="1706179"/>
                  <a:pt x="1634884" y="21020"/>
                </a:cubicBezTo>
                <a:lnTo>
                  <a:pt x="7199880" y="42341"/>
                </a:lnTo>
                <a:cubicBezTo>
                  <a:pt x="7198205" y="1685358"/>
                  <a:pt x="7196531" y="3328376"/>
                  <a:pt x="7194856" y="4971393"/>
                </a:cubicBezTo>
                <a:lnTo>
                  <a:pt x="9107739" y="4981903"/>
                </a:lnTo>
                <a:cubicBezTo>
                  <a:pt x="9104236" y="3321269"/>
                  <a:pt x="9100732" y="1660634"/>
                  <a:pt x="9097229" y="0"/>
                </a:cubicBezTo>
                <a:lnTo>
                  <a:pt x="10532360" y="14113"/>
                </a:lnTo>
              </a:path>
            </a:pathLst>
          </a:custGeom>
          <a:noFill/>
          <a:ln w="19050">
            <a:solidFill>
              <a:schemeClr val="bg1">
                <a:lumMod val="50000"/>
              </a:schemeClr>
            </a:solidFill>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51" name="Straight Connector 50">
            <a:extLst>
              <a:ext uri="{FF2B5EF4-FFF2-40B4-BE49-F238E27FC236}">
                <a16:creationId xmlns:a16="http://schemas.microsoft.com/office/drawing/2014/main" id="{045FC7FF-14AC-4C78-A79F-F83CEAD72528}"/>
              </a:ext>
            </a:extLst>
          </p:cNvPr>
          <p:cNvCxnSpPr>
            <a:cxnSpLocks/>
          </p:cNvCxnSpPr>
          <p:nvPr/>
        </p:nvCxnSpPr>
        <p:spPr>
          <a:xfrm>
            <a:off x="1774825" y="6714805"/>
            <a:ext cx="114235" cy="0"/>
          </a:xfrm>
          <a:prstGeom prst="line">
            <a:avLst/>
          </a:prstGeom>
          <a:noFill/>
          <a:ln w="38100">
            <a:solidFill>
              <a:schemeClr val="tx1"/>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486" name="Straight Connector 485">
            <a:extLst>
              <a:ext uri="{FF2B5EF4-FFF2-40B4-BE49-F238E27FC236}">
                <a16:creationId xmlns:a16="http://schemas.microsoft.com/office/drawing/2014/main" id="{57E866C2-1746-4673-A627-32E30A2F1636}"/>
              </a:ext>
            </a:extLst>
          </p:cNvPr>
          <p:cNvCxnSpPr>
            <a:cxnSpLocks/>
          </p:cNvCxnSpPr>
          <p:nvPr/>
        </p:nvCxnSpPr>
        <p:spPr>
          <a:xfrm flipV="1">
            <a:off x="2204972" y="4515178"/>
            <a:ext cx="0" cy="77929"/>
          </a:xfrm>
          <a:prstGeom prst="line">
            <a:avLst/>
          </a:prstGeom>
          <a:noFill/>
          <a:ln w="38100">
            <a:solidFill>
              <a:schemeClr val="tx1"/>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487" name="Straight Connector 486">
            <a:extLst>
              <a:ext uri="{FF2B5EF4-FFF2-40B4-BE49-F238E27FC236}">
                <a16:creationId xmlns:a16="http://schemas.microsoft.com/office/drawing/2014/main" id="{2176E28E-BDC3-40D1-9A36-0EFB4FAC054C}"/>
              </a:ext>
            </a:extLst>
          </p:cNvPr>
          <p:cNvCxnSpPr>
            <a:cxnSpLocks/>
          </p:cNvCxnSpPr>
          <p:nvPr/>
        </p:nvCxnSpPr>
        <p:spPr>
          <a:xfrm flipV="1">
            <a:off x="2206443" y="1635080"/>
            <a:ext cx="0" cy="77929"/>
          </a:xfrm>
          <a:prstGeom prst="line">
            <a:avLst/>
          </a:prstGeom>
          <a:noFill/>
          <a:ln w="38100">
            <a:solidFill>
              <a:schemeClr val="tx1"/>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488" name="Straight Connector 487">
            <a:extLst>
              <a:ext uri="{FF2B5EF4-FFF2-40B4-BE49-F238E27FC236}">
                <a16:creationId xmlns:a16="http://schemas.microsoft.com/office/drawing/2014/main" id="{C64926AB-4085-4973-BABC-C65BA792338D}"/>
              </a:ext>
            </a:extLst>
          </p:cNvPr>
          <p:cNvCxnSpPr>
            <a:cxnSpLocks/>
          </p:cNvCxnSpPr>
          <p:nvPr/>
        </p:nvCxnSpPr>
        <p:spPr>
          <a:xfrm>
            <a:off x="4641550" y="1218611"/>
            <a:ext cx="114235" cy="0"/>
          </a:xfrm>
          <a:prstGeom prst="line">
            <a:avLst/>
          </a:prstGeom>
          <a:noFill/>
          <a:ln w="38100">
            <a:solidFill>
              <a:schemeClr val="tx1"/>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489" name="Straight Connector 488">
            <a:extLst>
              <a:ext uri="{FF2B5EF4-FFF2-40B4-BE49-F238E27FC236}">
                <a16:creationId xmlns:a16="http://schemas.microsoft.com/office/drawing/2014/main" id="{4ABEF1E6-4CE2-4C5B-BB24-18C89FECEC8E}"/>
              </a:ext>
            </a:extLst>
          </p:cNvPr>
          <p:cNvCxnSpPr>
            <a:cxnSpLocks/>
          </p:cNvCxnSpPr>
          <p:nvPr/>
        </p:nvCxnSpPr>
        <p:spPr>
          <a:xfrm>
            <a:off x="8663312" y="6565610"/>
            <a:ext cx="114235" cy="0"/>
          </a:xfrm>
          <a:prstGeom prst="line">
            <a:avLst/>
          </a:prstGeom>
          <a:noFill/>
          <a:ln w="38100">
            <a:solidFill>
              <a:schemeClr val="tx1"/>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490" name="Straight Connector 489">
            <a:extLst>
              <a:ext uri="{FF2B5EF4-FFF2-40B4-BE49-F238E27FC236}">
                <a16:creationId xmlns:a16="http://schemas.microsoft.com/office/drawing/2014/main" id="{81FA4229-0154-4302-B564-284A2C579456}"/>
              </a:ext>
            </a:extLst>
          </p:cNvPr>
          <p:cNvCxnSpPr>
            <a:cxnSpLocks/>
          </p:cNvCxnSpPr>
          <p:nvPr/>
        </p:nvCxnSpPr>
        <p:spPr>
          <a:xfrm>
            <a:off x="7779482" y="4667578"/>
            <a:ext cx="0" cy="77929"/>
          </a:xfrm>
          <a:prstGeom prst="line">
            <a:avLst/>
          </a:prstGeom>
          <a:noFill/>
          <a:ln w="38100">
            <a:solidFill>
              <a:schemeClr val="tx1"/>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491" name="Straight Connector 490">
            <a:extLst>
              <a:ext uri="{FF2B5EF4-FFF2-40B4-BE49-F238E27FC236}">
                <a16:creationId xmlns:a16="http://schemas.microsoft.com/office/drawing/2014/main" id="{167C1717-CB19-47BA-9AF8-2F7913DEED8A}"/>
              </a:ext>
            </a:extLst>
          </p:cNvPr>
          <p:cNvCxnSpPr>
            <a:cxnSpLocks/>
          </p:cNvCxnSpPr>
          <p:nvPr/>
        </p:nvCxnSpPr>
        <p:spPr>
          <a:xfrm>
            <a:off x="7770884" y="2305640"/>
            <a:ext cx="0" cy="77929"/>
          </a:xfrm>
          <a:prstGeom prst="line">
            <a:avLst/>
          </a:prstGeom>
          <a:noFill/>
          <a:ln w="38100">
            <a:solidFill>
              <a:schemeClr val="tx1"/>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492" name="Straight Connector 491">
            <a:extLst>
              <a:ext uri="{FF2B5EF4-FFF2-40B4-BE49-F238E27FC236}">
                <a16:creationId xmlns:a16="http://schemas.microsoft.com/office/drawing/2014/main" id="{358678B6-8A8F-498A-B51C-DC70D6574E4E}"/>
              </a:ext>
            </a:extLst>
          </p:cNvPr>
          <p:cNvCxnSpPr>
            <a:cxnSpLocks/>
          </p:cNvCxnSpPr>
          <p:nvPr/>
        </p:nvCxnSpPr>
        <p:spPr>
          <a:xfrm flipV="1">
            <a:off x="9674052" y="4819978"/>
            <a:ext cx="0" cy="77929"/>
          </a:xfrm>
          <a:prstGeom prst="line">
            <a:avLst/>
          </a:prstGeom>
          <a:noFill/>
          <a:ln w="38100">
            <a:solidFill>
              <a:schemeClr val="tx1"/>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493" name="Straight Connector 492">
            <a:extLst>
              <a:ext uri="{FF2B5EF4-FFF2-40B4-BE49-F238E27FC236}">
                <a16:creationId xmlns:a16="http://schemas.microsoft.com/office/drawing/2014/main" id="{95314A76-EBC3-454B-93D8-A501001AFBA0}"/>
              </a:ext>
            </a:extLst>
          </p:cNvPr>
          <p:cNvCxnSpPr>
            <a:cxnSpLocks/>
          </p:cNvCxnSpPr>
          <p:nvPr/>
        </p:nvCxnSpPr>
        <p:spPr>
          <a:xfrm flipV="1">
            <a:off x="9671291" y="2229175"/>
            <a:ext cx="0" cy="77929"/>
          </a:xfrm>
          <a:prstGeom prst="line">
            <a:avLst/>
          </a:prstGeom>
          <a:noFill/>
          <a:ln w="38100">
            <a:solidFill>
              <a:schemeClr val="tx1"/>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494" name="Rectangle 493">
            <a:extLst>
              <a:ext uri="{FF2B5EF4-FFF2-40B4-BE49-F238E27FC236}">
                <a16:creationId xmlns:a16="http://schemas.microsoft.com/office/drawing/2014/main" id="{D3EB5680-4D9F-4F0A-86F8-3920BDD516AF}"/>
              </a:ext>
            </a:extLst>
          </p:cNvPr>
          <p:cNvSpPr/>
          <p:nvPr/>
        </p:nvSpPr>
        <p:spPr>
          <a:xfrm>
            <a:off x="8258078" y="2149749"/>
            <a:ext cx="1153670" cy="1130482"/>
          </a:xfrm>
          <a:prstGeom prst="rect">
            <a:avLst/>
          </a:prstGeom>
          <a:gradFill flip="none" rotWithShape="1">
            <a:gsLst>
              <a:gs pos="0">
                <a:schemeClr val="accent2">
                  <a:lumMod val="50000"/>
                  <a:shade val="30000"/>
                  <a:satMod val="115000"/>
                </a:schemeClr>
              </a:gs>
              <a:gs pos="50000">
                <a:schemeClr val="accent2">
                  <a:lumMod val="50000"/>
                  <a:shade val="67500"/>
                  <a:satMod val="115000"/>
                </a:schemeClr>
              </a:gs>
              <a:gs pos="100000">
                <a:schemeClr val="accent2">
                  <a:lumMod val="50000"/>
                  <a:shade val="100000"/>
                  <a:satMod val="115000"/>
                </a:scheme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a:t>Assessment &amp; Gap Analysis</a:t>
            </a:r>
          </a:p>
        </p:txBody>
      </p:sp>
      <p:sp>
        <p:nvSpPr>
          <p:cNvPr id="495" name="Rectangle 494">
            <a:extLst>
              <a:ext uri="{FF2B5EF4-FFF2-40B4-BE49-F238E27FC236}">
                <a16:creationId xmlns:a16="http://schemas.microsoft.com/office/drawing/2014/main" id="{A29E208F-DCB5-40AD-AADF-3C1EEE814524}"/>
              </a:ext>
            </a:extLst>
          </p:cNvPr>
          <p:cNvSpPr/>
          <p:nvPr/>
        </p:nvSpPr>
        <p:spPr>
          <a:xfrm>
            <a:off x="8258078" y="3670683"/>
            <a:ext cx="1153670" cy="1074824"/>
          </a:xfrm>
          <a:prstGeom prst="rect">
            <a:avLst/>
          </a:prstGeom>
          <a:gradFill flip="none" rotWithShape="1">
            <a:gsLst>
              <a:gs pos="0">
                <a:schemeClr val="accent2">
                  <a:lumMod val="75000"/>
                  <a:shade val="30000"/>
                  <a:satMod val="115000"/>
                </a:schemeClr>
              </a:gs>
              <a:gs pos="50000">
                <a:schemeClr val="accent2">
                  <a:lumMod val="75000"/>
                  <a:shade val="67500"/>
                  <a:satMod val="115000"/>
                </a:schemeClr>
              </a:gs>
              <a:gs pos="100000">
                <a:schemeClr val="accent2">
                  <a:lumMod val="75000"/>
                  <a:shade val="100000"/>
                  <a:satMod val="115000"/>
                </a:scheme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a:t>Prepare Assessment Report &amp; Recommendations</a:t>
            </a:r>
          </a:p>
        </p:txBody>
      </p:sp>
      <p:sp>
        <p:nvSpPr>
          <p:cNvPr id="55" name="Arrow: Down 54">
            <a:extLst>
              <a:ext uri="{FF2B5EF4-FFF2-40B4-BE49-F238E27FC236}">
                <a16:creationId xmlns:a16="http://schemas.microsoft.com/office/drawing/2014/main" id="{04AD5C38-296A-4BF9-8B9A-97B4FF3043A6}"/>
              </a:ext>
            </a:extLst>
          </p:cNvPr>
          <p:cNvSpPr/>
          <p:nvPr/>
        </p:nvSpPr>
        <p:spPr>
          <a:xfrm>
            <a:off x="8598615" y="3344593"/>
            <a:ext cx="472596" cy="277513"/>
          </a:xfrm>
          <a:prstGeom prst="down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496" name="Rectangle 495">
            <a:extLst>
              <a:ext uri="{FF2B5EF4-FFF2-40B4-BE49-F238E27FC236}">
                <a16:creationId xmlns:a16="http://schemas.microsoft.com/office/drawing/2014/main" id="{DA57B2CD-2605-40BF-BC1E-99D5C588F6F9}"/>
              </a:ext>
            </a:extLst>
          </p:cNvPr>
          <p:cNvSpPr/>
          <p:nvPr/>
        </p:nvSpPr>
        <p:spPr>
          <a:xfrm>
            <a:off x="8258078" y="5128085"/>
            <a:ext cx="1153670" cy="1074824"/>
          </a:xfrm>
          <a:prstGeom prst="rect">
            <a:avLst/>
          </a:prstGeom>
          <a:gradFill flip="none" rotWithShape="1">
            <a:gsLst>
              <a:gs pos="0">
                <a:schemeClr val="accent2">
                  <a:lumMod val="60000"/>
                  <a:lumOff val="40000"/>
                  <a:shade val="30000"/>
                  <a:satMod val="115000"/>
                </a:schemeClr>
              </a:gs>
              <a:gs pos="50000">
                <a:schemeClr val="accent2">
                  <a:lumMod val="60000"/>
                  <a:lumOff val="40000"/>
                  <a:shade val="67500"/>
                  <a:satMod val="115000"/>
                </a:schemeClr>
              </a:gs>
              <a:gs pos="100000">
                <a:schemeClr val="accent2">
                  <a:lumMod val="60000"/>
                  <a:lumOff val="40000"/>
                  <a:shade val="100000"/>
                  <a:satMod val="115000"/>
                </a:scheme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a:t>Assessment Report  Walkthrough</a:t>
            </a:r>
          </a:p>
        </p:txBody>
      </p:sp>
      <p:sp>
        <p:nvSpPr>
          <p:cNvPr id="497" name="Arrow: Down 496">
            <a:extLst>
              <a:ext uri="{FF2B5EF4-FFF2-40B4-BE49-F238E27FC236}">
                <a16:creationId xmlns:a16="http://schemas.microsoft.com/office/drawing/2014/main" id="{CD7E9B16-D156-487E-B020-79C4B732FB2B}"/>
              </a:ext>
            </a:extLst>
          </p:cNvPr>
          <p:cNvSpPr/>
          <p:nvPr/>
        </p:nvSpPr>
        <p:spPr>
          <a:xfrm>
            <a:off x="8590619" y="4807410"/>
            <a:ext cx="472596" cy="277513"/>
          </a:xfrm>
          <a:prstGeom prst="downArrow">
            <a:avLst/>
          </a:prstGeom>
          <a:solidFill>
            <a:schemeClr val="accent2">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b="1" dirty="0"/>
          </a:p>
        </p:txBody>
      </p:sp>
      <p:sp>
        <p:nvSpPr>
          <p:cNvPr id="498" name="Rectangle: Rounded Corners 497">
            <a:extLst>
              <a:ext uri="{FF2B5EF4-FFF2-40B4-BE49-F238E27FC236}">
                <a16:creationId xmlns:a16="http://schemas.microsoft.com/office/drawing/2014/main" id="{B3E33F71-E9F0-4783-B9D9-7CB0EAAE4F13}"/>
              </a:ext>
            </a:extLst>
          </p:cNvPr>
          <p:cNvSpPr/>
          <p:nvPr/>
        </p:nvSpPr>
        <p:spPr>
          <a:xfrm>
            <a:off x="10236223" y="2941295"/>
            <a:ext cx="1622472" cy="1573883"/>
          </a:xfrm>
          <a:prstGeom prst="roundRect">
            <a:avLst>
              <a:gd name="adj" fmla="val 14730"/>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r>
              <a:rPr lang="en-IN" sz="1400" b="1" dirty="0"/>
              <a:t>Final Review &amp; Signoff</a:t>
            </a:r>
          </a:p>
        </p:txBody>
      </p:sp>
      <p:sp>
        <p:nvSpPr>
          <p:cNvPr id="499" name="Rectangle: Rounded Corners 498">
            <a:extLst>
              <a:ext uri="{FF2B5EF4-FFF2-40B4-BE49-F238E27FC236}">
                <a16:creationId xmlns:a16="http://schemas.microsoft.com/office/drawing/2014/main" id="{5425578A-F2F1-4E43-BA4A-E2B1CFC33C99}"/>
              </a:ext>
            </a:extLst>
          </p:cNvPr>
          <p:cNvSpPr/>
          <p:nvPr/>
        </p:nvSpPr>
        <p:spPr>
          <a:xfrm>
            <a:off x="9927638" y="1426466"/>
            <a:ext cx="1924421" cy="264903"/>
          </a:xfrm>
          <a:prstGeom prst="roundRect">
            <a:avLst/>
          </a:prstGeom>
          <a:gradFill flip="none" rotWithShape="1">
            <a:gsLst>
              <a:gs pos="0">
                <a:schemeClr val="tx2">
                  <a:lumMod val="50000"/>
                  <a:lumOff val="50000"/>
                  <a:shade val="30000"/>
                  <a:satMod val="115000"/>
                </a:schemeClr>
              </a:gs>
              <a:gs pos="50000">
                <a:schemeClr val="tx2">
                  <a:lumMod val="50000"/>
                  <a:lumOff val="50000"/>
                  <a:shade val="67500"/>
                  <a:satMod val="115000"/>
                </a:schemeClr>
              </a:gs>
              <a:gs pos="100000">
                <a:schemeClr val="tx2">
                  <a:lumMod val="50000"/>
                  <a:lumOff val="50000"/>
                  <a:shade val="100000"/>
                  <a:satMod val="115000"/>
                </a:scheme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STEP 4</a:t>
            </a:r>
          </a:p>
        </p:txBody>
      </p:sp>
      <p:sp>
        <p:nvSpPr>
          <p:cNvPr id="68" name="TextBox 67">
            <a:extLst>
              <a:ext uri="{FF2B5EF4-FFF2-40B4-BE49-F238E27FC236}">
                <a16:creationId xmlns:a16="http://schemas.microsoft.com/office/drawing/2014/main" id="{685D009B-0E34-4365-9D8A-92C20955582E}"/>
              </a:ext>
            </a:extLst>
          </p:cNvPr>
          <p:cNvSpPr txBox="1"/>
          <p:nvPr/>
        </p:nvSpPr>
        <p:spPr>
          <a:xfrm>
            <a:off x="395861" y="1831149"/>
            <a:ext cx="1821332" cy="307777"/>
          </a:xfrm>
          <a:prstGeom prst="rect">
            <a:avLst/>
          </a:prstGeom>
          <a:noFill/>
        </p:spPr>
        <p:txBody>
          <a:bodyPr wrap="none" rtlCol="0">
            <a:spAutoFit/>
          </a:bodyPr>
          <a:lstStyle/>
          <a:p>
            <a:r>
              <a:rPr lang="en-IN" sz="1400" b="1" dirty="0">
                <a:solidFill>
                  <a:schemeClr val="accent2">
                    <a:lumMod val="50000"/>
                  </a:schemeClr>
                </a:solidFill>
              </a:rPr>
              <a:t>Planning &amp; Scoping</a:t>
            </a:r>
          </a:p>
        </p:txBody>
      </p:sp>
      <p:sp>
        <p:nvSpPr>
          <p:cNvPr id="500" name="TextBox 499">
            <a:extLst>
              <a:ext uri="{FF2B5EF4-FFF2-40B4-BE49-F238E27FC236}">
                <a16:creationId xmlns:a16="http://schemas.microsoft.com/office/drawing/2014/main" id="{B05CE61D-BA72-49EB-824D-08602AD24D0F}"/>
              </a:ext>
            </a:extLst>
          </p:cNvPr>
          <p:cNvSpPr txBox="1"/>
          <p:nvPr/>
        </p:nvSpPr>
        <p:spPr>
          <a:xfrm>
            <a:off x="3858599" y="1824209"/>
            <a:ext cx="2791149" cy="307777"/>
          </a:xfrm>
          <a:prstGeom prst="rect">
            <a:avLst/>
          </a:prstGeom>
          <a:noFill/>
        </p:spPr>
        <p:txBody>
          <a:bodyPr wrap="none" rtlCol="0">
            <a:spAutoFit/>
          </a:bodyPr>
          <a:lstStyle/>
          <a:p>
            <a:r>
              <a:rPr lang="en-IN" sz="1400" b="1" dirty="0">
                <a:solidFill>
                  <a:schemeClr val="accent2">
                    <a:lumMod val="50000"/>
                  </a:schemeClr>
                </a:solidFill>
              </a:rPr>
              <a:t>Requirements &amp; Clarifications </a:t>
            </a:r>
          </a:p>
        </p:txBody>
      </p:sp>
      <p:sp>
        <p:nvSpPr>
          <p:cNvPr id="501" name="TextBox 500">
            <a:extLst>
              <a:ext uri="{FF2B5EF4-FFF2-40B4-BE49-F238E27FC236}">
                <a16:creationId xmlns:a16="http://schemas.microsoft.com/office/drawing/2014/main" id="{008B46E2-BD8D-4C6F-BD66-50629A98E377}"/>
              </a:ext>
            </a:extLst>
          </p:cNvPr>
          <p:cNvSpPr txBox="1"/>
          <p:nvPr/>
        </p:nvSpPr>
        <p:spPr>
          <a:xfrm>
            <a:off x="8216159" y="1758241"/>
            <a:ext cx="1276311" cy="307777"/>
          </a:xfrm>
          <a:prstGeom prst="rect">
            <a:avLst/>
          </a:prstGeom>
          <a:noFill/>
        </p:spPr>
        <p:txBody>
          <a:bodyPr wrap="none" rtlCol="0">
            <a:spAutoFit/>
          </a:bodyPr>
          <a:lstStyle/>
          <a:p>
            <a:r>
              <a:rPr lang="en-IN" sz="1400" b="1" dirty="0">
                <a:solidFill>
                  <a:schemeClr val="accent2">
                    <a:lumMod val="50000"/>
                  </a:schemeClr>
                </a:solidFill>
              </a:rPr>
              <a:t>Gap Analysis</a:t>
            </a:r>
          </a:p>
        </p:txBody>
      </p:sp>
      <p:sp>
        <p:nvSpPr>
          <p:cNvPr id="502" name="TextBox 501">
            <a:extLst>
              <a:ext uri="{FF2B5EF4-FFF2-40B4-BE49-F238E27FC236}">
                <a16:creationId xmlns:a16="http://schemas.microsoft.com/office/drawing/2014/main" id="{EC42EEB6-D5B9-462E-B87C-BA33307A19A3}"/>
              </a:ext>
            </a:extLst>
          </p:cNvPr>
          <p:cNvSpPr txBox="1"/>
          <p:nvPr/>
        </p:nvSpPr>
        <p:spPr>
          <a:xfrm>
            <a:off x="10127010" y="1774407"/>
            <a:ext cx="1646605" cy="307777"/>
          </a:xfrm>
          <a:prstGeom prst="rect">
            <a:avLst/>
          </a:prstGeom>
          <a:noFill/>
        </p:spPr>
        <p:txBody>
          <a:bodyPr wrap="none" rtlCol="0">
            <a:spAutoFit/>
          </a:bodyPr>
          <a:lstStyle/>
          <a:p>
            <a:r>
              <a:rPr lang="en-IN" sz="1400" b="1" dirty="0">
                <a:solidFill>
                  <a:schemeClr val="accent2">
                    <a:lumMod val="50000"/>
                  </a:schemeClr>
                </a:solidFill>
              </a:rPr>
              <a:t>Review &amp; Signoff</a:t>
            </a:r>
          </a:p>
        </p:txBody>
      </p:sp>
    </p:spTree>
    <p:extLst>
      <p:ext uri="{BB962C8B-B14F-4D97-AF65-F5344CB8AC3E}">
        <p14:creationId xmlns:p14="http://schemas.microsoft.com/office/powerpoint/2010/main" val="3619259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CA9BF-5E96-483B-876C-620AD3A0C6DC}"/>
              </a:ext>
            </a:extLst>
          </p:cNvPr>
          <p:cNvSpPr>
            <a:spLocks noGrp="1"/>
          </p:cNvSpPr>
          <p:nvPr>
            <p:ph type="title"/>
          </p:nvPr>
        </p:nvSpPr>
        <p:spPr>
          <a:xfrm>
            <a:off x="232269" y="-101560"/>
            <a:ext cx="10947772" cy="716711"/>
          </a:xfrm>
        </p:spPr>
        <p:txBody>
          <a:bodyPr/>
          <a:lstStyle/>
          <a:p>
            <a:r>
              <a:rPr lang="en-US" dirty="0"/>
              <a:t>Tools &amp; Templates</a:t>
            </a:r>
          </a:p>
        </p:txBody>
      </p:sp>
      <p:sp>
        <p:nvSpPr>
          <p:cNvPr id="90" name="Rectangle 89">
            <a:extLst>
              <a:ext uri="{FF2B5EF4-FFF2-40B4-BE49-F238E27FC236}">
                <a16:creationId xmlns:a16="http://schemas.microsoft.com/office/drawing/2014/main" id="{B75DBEF2-4264-40FB-8484-AC9C121C7D5E}"/>
              </a:ext>
            </a:extLst>
          </p:cNvPr>
          <p:cNvSpPr/>
          <p:nvPr/>
        </p:nvSpPr>
        <p:spPr>
          <a:xfrm>
            <a:off x="332330" y="3653881"/>
            <a:ext cx="11527340" cy="283933"/>
          </a:xfrm>
          <a:prstGeom prst="rect">
            <a:avLst/>
          </a:prstGeom>
          <a:gradFill flip="none" rotWithShape="1">
            <a:gsLst>
              <a:gs pos="0">
                <a:srgbClr val="0E80A4">
                  <a:shade val="30000"/>
                  <a:satMod val="115000"/>
                </a:srgbClr>
              </a:gs>
              <a:gs pos="50000">
                <a:srgbClr val="0E80A4">
                  <a:shade val="67500"/>
                  <a:satMod val="115000"/>
                </a:srgbClr>
              </a:gs>
              <a:gs pos="100000">
                <a:srgbClr val="0E80A4">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91" name="Rectangle 90">
            <a:extLst>
              <a:ext uri="{FF2B5EF4-FFF2-40B4-BE49-F238E27FC236}">
                <a16:creationId xmlns:a16="http://schemas.microsoft.com/office/drawing/2014/main" id="{A8C87874-B0FC-49AB-9561-9BA7052C054C}"/>
              </a:ext>
            </a:extLst>
          </p:cNvPr>
          <p:cNvSpPr/>
          <p:nvPr/>
        </p:nvSpPr>
        <p:spPr>
          <a:xfrm>
            <a:off x="332330" y="891033"/>
            <a:ext cx="11527340" cy="283933"/>
          </a:xfrm>
          <a:prstGeom prst="rect">
            <a:avLst/>
          </a:prstGeom>
          <a:gradFill flip="none" rotWithShape="1">
            <a:gsLst>
              <a:gs pos="0">
                <a:schemeClr val="accent2">
                  <a:lumMod val="75000"/>
                  <a:shade val="30000"/>
                  <a:satMod val="115000"/>
                </a:schemeClr>
              </a:gs>
              <a:gs pos="50000">
                <a:schemeClr val="accent2">
                  <a:lumMod val="75000"/>
                  <a:shade val="67500"/>
                  <a:satMod val="115000"/>
                </a:schemeClr>
              </a:gs>
              <a:gs pos="100000">
                <a:schemeClr val="accent2">
                  <a:lumMod val="75000"/>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92" name="TextBox 66">
            <a:extLst>
              <a:ext uri="{FF2B5EF4-FFF2-40B4-BE49-F238E27FC236}">
                <a16:creationId xmlns:a16="http://schemas.microsoft.com/office/drawing/2014/main" id="{D5F097E9-D366-495B-933B-8D665B48CEFF}"/>
              </a:ext>
            </a:extLst>
          </p:cNvPr>
          <p:cNvSpPr txBox="1">
            <a:spLocks noChangeArrowheads="1"/>
          </p:cNvSpPr>
          <p:nvPr/>
        </p:nvSpPr>
        <p:spPr bwMode="auto">
          <a:xfrm>
            <a:off x="620483" y="894136"/>
            <a:ext cx="2341805" cy="276999"/>
          </a:xfrm>
          <a:prstGeom prst="rect">
            <a:avLst/>
          </a:prstGeom>
          <a:noFill/>
          <a:ln>
            <a:noFill/>
          </a:ln>
        </p:spPr>
        <p:txBody>
          <a:bodyPr>
            <a:spAutoFit/>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defRPr/>
            </a:pPr>
            <a:r>
              <a:rPr lang="en-US" altLang="en-US" sz="1200" b="1" dirty="0">
                <a:solidFill>
                  <a:schemeClr val="bg1"/>
                </a:solidFill>
                <a:latin typeface="Ubuntu" panose="020B0504030602030204" pitchFamily="34" charset="0"/>
              </a:rPr>
              <a:t>Project Charter</a:t>
            </a:r>
          </a:p>
        </p:txBody>
      </p:sp>
      <p:sp>
        <p:nvSpPr>
          <p:cNvPr id="93" name="Rectangle 92">
            <a:extLst>
              <a:ext uri="{FF2B5EF4-FFF2-40B4-BE49-F238E27FC236}">
                <a16:creationId xmlns:a16="http://schemas.microsoft.com/office/drawing/2014/main" id="{657C301C-28E6-4812-90C3-2EE569939F22}"/>
              </a:ext>
            </a:extLst>
          </p:cNvPr>
          <p:cNvSpPr>
            <a:spLocks noChangeArrowheads="1"/>
          </p:cNvSpPr>
          <p:nvPr/>
        </p:nvSpPr>
        <p:spPr bwMode="auto">
          <a:xfrm>
            <a:off x="436075" y="2323667"/>
            <a:ext cx="258753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buClrTx/>
              <a:buSzTx/>
              <a:buFontTx/>
              <a:buNone/>
            </a:pPr>
            <a:r>
              <a:rPr lang="en-US" altLang="en-US" sz="1000" i="1" dirty="0">
                <a:solidFill>
                  <a:schemeClr val="bg1"/>
                </a:solidFill>
                <a:latin typeface="Calibri" panose="020F0502020204030204" pitchFamily="34" charset="0"/>
              </a:rPr>
              <a:t>Project Charter is a statement of the scope, objectives, and timelines for the project. </a:t>
            </a:r>
          </a:p>
        </p:txBody>
      </p:sp>
      <p:pic>
        <p:nvPicPr>
          <p:cNvPr id="94" name="Picture 93">
            <a:extLst>
              <a:ext uri="{FF2B5EF4-FFF2-40B4-BE49-F238E27FC236}">
                <a16:creationId xmlns:a16="http://schemas.microsoft.com/office/drawing/2014/main" id="{2040C667-D3BB-4674-A255-5ED6F8CE2AE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718" y="1227683"/>
            <a:ext cx="2403644" cy="1523220"/>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5" name="TextBox 66">
            <a:extLst>
              <a:ext uri="{FF2B5EF4-FFF2-40B4-BE49-F238E27FC236}">
                <a16:creationId xmlns:a16="http://schemas.microsoft.com/office/drawing/2014/main" id="{063B955A-8B5B-4E2D-9388-3CEB151DEBF0}"/>
              </a:ext>
            </a:extLst>
          </p:cNvPr>
          <p:cNvSpPr txBox="1">
            <a:spLocks noChangeArrowheads="1"/>
          </p:cNvSpPr>
          <p:nvPr/>
        </p:nvSpPr>
        <p:spPr bwMode="auto">
          <a:xfrm>
            <a:off x="3549259" y="904120"/>
            <a:ext cx="2255552" cy="276999"/>
          </a:xfrm>
          <a:prstGeom prst="rect">
            <a:avLst/>
          </a:prstGeom>
          <a:noFill/>
          <a:ln>
            <a:noFill/>
          </a:ln>
        </p:spPr>
        <p:txBody>
          <a:bodyPr>
            <a:spAutoFit/>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defRPr/>
            </a:pPr>
            <a:r>
              <a:rPr lang="en-US" altLang="en-US" sz="1200" b="1" dirty="0">
                <a:solidFill>
                  <a:schemeClr val="bg1"/>
                </a:solidFill>
                <a:latin typeface="Ubuntu" panose="020B0504030602030204" pitchFamily="34" charset="0"/>
              </a:rPr>
              <a:t>Stakeholder Map</a:t>
            </a:r>
          </a:p>
        </p:txBody>
      </p:sp>
      <p:sp>
        <p:nvSpPr>
          <p:cNvPr id="96" name="Rectangle 95">
            <a:extLst>
              <a:ext uri="{FF2B5EF4-FFF2-40B4-BE49-F238E27FC236}">
                <a16:creationId xmlns:a16="http://schemas.microsoft.com/office/drawing/2014/main" id="{F668FCA5-4314-48B2-8167-2706661CD281}"/>
              </a:ext>
            </a:extLst>
          </p:cNvPr>
          <p:cNvSpPr>
            <a:spLocks noChangeArrowheads="1"/>
          </p:cNvSpPr>
          <p:nvPr/>
        </p:nvSpPr>
        <p:spPr bwMode="auto">
          <a:xfrm>
            <a:off x="3324681" y="2330285"/>
            <a:ext cx="258753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buClrTx/>
              <a:buSzTx/>
              <a:buFontTx/>
              <a:buNone/>
            </a:pPr>
            <a:r>
              <a:rPr lang="en-US" altLang="en-US" sz="1000" i="1" dirty="0">
                <a:solidFill>
                  <a:schemeClr val="bg1"/>
                </a:solidFill>
                <a:latin typeface="Calibri" panose="020F0502020204030204" pitchFamily="34" charset="0"/>
              </a:rPr>
              <a:t>Lists key stakeholders and responsibility (RACI) in the engagement </a:t>
            </a:r>
          </a:p>
        </p:txBody>
      </p:sp>
      <p:pic>
        <p:nvPicPr>
          <p:cNvPr id="97" name="Picture 96">
            <a:extLst>
              <a:ext uri="{FF2B5EF4-FFF2-40B4-BE49-F238E27FC236}">
                <a16:creationId xmlns:a16="http://schemas.microsoft.com/office/drawing/2014/main" id="{3A54E138-5DA1-4719-A456-FF11216541E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33715" y="1227683"/>
            <a:ext cx="2390625" cy="1523220"/>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8" name="TextBox 66">
            <a:extLst>
              <a:ext uri="{FF2B5EF4-FFF2-40B4-BE49-F238E27FC236}">
                <a16:creationId xmlns:a16="http://schemas.microsoft.com/office/drawing/2014/main" id="{26C18B05-00C0-47A2-B8A3-1BC3F6A8489D}"/>
              </a:ext>
            </a:extLst>
          </p:cNvPr>
          <p:cNvSpPr txBox="1">
            <a:spLocks noChangeArrowheads="1"/>
          </p:cNvSpPr>
          <p:nvPr/>
        </p:nvSpPr>
        <p:spPr bwMode="auto">
          <a:xfrm>
            <a:off x="6408240" y="887184"/>
            <a:ext cx="2341804" cy="276999"/>
          </a:xfrm>
          <a:prstGeom prst="rect">
            <a:avLst/>
          </a:prstGeom>
          <a:noFill/>
          <a:ln>
            <a:noFill/>
          </a:ln>
        </p:spPr>
        <p:txBody>
          <a:bodyPr>
            <a:spAutoFit/>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defRPr/>
            </a:pPr>
            <a:r>
              <a:rPr lang="en-US" altLang="en-US" sz="1200" b="1" dirty="0">
                <a:solidFill>
                  <a:schemeClr val="bg1"/>
                </a:solidFill>
                <a:latin typeface="Ubuntu" panose="020B0504030602030204" pitchFamily="34" charset="0"/>
              </a:rPr>
              <a:t>Engagement Plan</a:t>
            </a:r>
          </a:p>
        </p:txBody>
      </p:sp>
      <p:sp>
        <p:nvSpPr>
          <p:cNvPr id="99" name="Rectangle 98">
            <a:extLst>
              <a:ext uri="{FF2B5EF4-FFF2-40B4-BE49-F238E27FC236}">
                <a16:creationId xmlns:a16="http://schemas.microsoft.com/office/drawing/2014/main" id="{3AF9052E-0CD9-470D-8B9B-B35BC3A1C836}"/>
              </a:ext>
            </a:extLst>
          </p:cNvPr>
          <p:cNvSpPr>
            <a:spLocks noChangeArrowheads="1"/>
          </p:cNvSpPr>
          <p:nvPr/>
        </p:nvSpPr>
        <p:spPr bwMode="auto">
          <a:xfrm>
            <a:off x="6260479" y="2340977"/>
            <a:ext cx="258753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buClrTx/>
              <a:buSzTx/>
              <a:buFontTx/>
              <a:buNone/>
            </a:pPr>
            <a:r>
              <a:rPr lang="en-US" altLang="en-US" sz="1000" i="1" dirty="0">
                <a:solidFill>
                  <a:schemeClr val="bg1"/>
                </a:solidFill>
                <a:latin typeface="Calibri" panose="020F0502020204030204" pitchFamily="34" charset="0"/>
              </a:rPr>
              <a:t>Detailed plan of each day for a due diligence assignment</a:t>
            </a:r>
          </a:p>
        </p:txBody>
      </p:sp>
      <p:pic>
        <p:nvPicPr>
          <p:cNvPr id="100" name="Picture 99">
            <a:extLst>
              <a:ext uri="{FF2B5EF4-FFF2-40B4-BE49-F238E27FC236}">
                <a16:creationId xmlns:a16="http://schemas.microsoft.com/office/drawing/2014/main" id="{3EB246DC-624F-4A9C-949F-3C9CDE6533D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49985" y="1215877"/>
            <a:ext cx="2450838" cy="1527459"/>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1" name="Rectangle 100">
            <a:extLst>
              <a:ext uri="{FF2B5EF4-FFF2-40B4-BE49-F238E27FC236}">
                <a16:creationId xmlns:a16="http://schemas.microsoft.com/office/drawing/2014/main" id="{3ECBB342-C46F-40D5-BA9B-0349FC741052}"/>
              </a:ext>
            </a:extLst>
          </p:cNvPr>
          <p:cNvSpPr>
            <a:spLocks noChangeArrowheads="1"/>
          </p:cNvSpPr>
          <p:nvPr/>
        </p:nvSpPr>
        <p:spPr bwMode="auto">
          <a:xfrm>
            <a:off x="9608619" y="2350793"/>
            <a:ext cx="201535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70"/>
            <a:r>
              <a:rPr lang="en-US" altLang="en-US" sz="1000" i="1" dirty="0">
                <a:solidFill>
                  <a:schemeClr val="bg1"/>
                </a:solidFill>
                <a:latin typeface="Calibri" pitchFamily="34" charset="0"/>
              </a:rPr>
              <a:t>Calendar for B2B </a:t>
            </a:r>
          </a:p>
          <a:p>
            <a:pPr algn="ctr" defTabSz="1219170"/>
            <a:r>
              <a:rPr lang="en-US" altLang="en-US" sz="1000" i="1" dirty="0">
                <a:solidFill>
                  <a:schemeClr val="bg1"/>
                </a:solidFill>
                <a:latin typeface="Calibri" pitchFamily="34" charset="0"/>
              </a:rPr>
              <a:t>Workshops and Wall walks</a:t>
            </a:r>
          </a:p>
        </p:txBody>
      </p:sp>
      <p:sp>
        <p:nvSpPr>
          <p:cNvPr id="102" name="TextBox 66">
            <a:extLst>
              <a:ext uri="{FF2B5EF4-FFF2-40B4-BE49-F238E27FC236}">
                <a16:creationId xmlns:a16="http://schemas.microsoft.com/office/drawing/2014/main" id="{9046276A-458E-4379-A3B9-86F3466DEE1B}"/>
              </a:ext>
            </a:extLst>
          </p:cNvPr>
          <p:cNvSpPr txBox="1">
            <a:spLocks noChangeArrowheads="1"/>
          </p:cNvSpPr>
          <p:nvPr/>
        </p:nvSpPr>
        <p:spPr bwMode="auto">
          <a:xfrm>
            <a:off x="9571190" y="894050"/>
            <a:ext cx="195086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70" eaLnBrk="1" hangingPunct="1"/>
            <a:r>
              <a:rPr lang="en-US" altLang="en-US" sz="1200" b="1" dirty="0">
                <a:solidFill>
                  <a:schemeClr val="bg1"/>
                </a:solidFill>
                <a:latin typeface="Ubuntu" panose="020B0504030602030204" pitchFamily="34" charset="0"/>
              </a:rPr>
              <a:t>Workshop Plan</a:t>
            </a:r>
          </a:p>
        </p:txBody>
      </p:sp>
      <p:pic>
        <p:nvPicPr>
          <p:cNvPr id="103" name="Picture 102">
            <a:extLst>
              <a:ext uri="{FF2B5EF4-FFF2-40B4-BE49-F238E27FC236}">
                <a16:creationId xmlns:a16="http://schemas.microsoft.com/office/drawing/2014/main" id="{59EA5C1D-72B4-40A2-8747-17B1E76C6F79}"/>
              </a:ext>
            </a:extLst>
          </p:cNvPr>
          <p:cNvPicPr>
            <a:picLocks noChangeAspect="1"/>
          </p:cNvPicPr>
          <p:nvPr/>
        </p:nvPicPr>
        <p:blipFill>
          <a:blip r:embed="rId5"/>
          <a:stretch>
            <a:fillRect/>
          </a:stretch>
        </p:blipFill>
        <p:spPr>
          <a:xfrm>
            <a:off x="9332917" y="1205884"/>
            <a:ext cx="2421159" cy="1517893"/>
          </a:xfrm>
          <a:prstGeom prst="rect">
            <a:avLst/>
          </a:prstGeom>
          <a:effectLst>
            <a:outerShdw blurRad="63500" sx="102000" sy="102000" algn="ctr" rotWithShape="0">
              <a:prstClr val="black">
                <a:alpha val="40000"/>
              </a:prstClr>
            </a:outerShdw>
          </a:effectLst>
        </p:spPr>
      </p:pic>
      <p:sp>
        <p:nvSpPr>
          <p:cNvPr id="107" name="TextBox 66">
            <a:extLst>
              <a:ext uri="{FF2B5EF4-FFF2-40B4-BE49-F238E27FC236}">
                <a16:creationId xmlns:a16="http://schemas.microsoft.com/office/drawing/2014/main" id="{2001FBE9-ACB5-4F7D-80F3-963901446F43}"/>
              </a:ext>
            </a:extLst>
          </p:cNvPr>
          <p:cNvSpPr txBox="1">
            <a:spLocks noChangeArrowheads="1"/>
          </p:cNvSpPr>
          <p:nvPr/>
        </p:nvSpPr>
        <p:spPr bwMode="auto">
          <a:xfrm>
            <a:off x="533718" y="3635279"/>
            <a:ext cx="2761612" cy="276999"/>
          </a:xfrm>
          <a:prstGeom prst="rect">
            <a:avLst/>
          </a:prstGeom>
          <a:noFill/>
          <a:ln>
            <a:noFill/>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defTabSz="914400" eaLnBrk="1" hangingPunct="1">
              <a:defRPr/>
            </a:pPr>
            <a:r>
              <a:rPr lang="en-US" altLang="en-US" sz="1200" b="1" dirty="0">
                <a:solidFill>
                  <a:schemeClr val="bg1"/>
                </a:solidFill>
                <a:latin typeface="+mn-lt"/>
              </a:rPr>
              <a:t>Gap Analysis</a:t>
            </a:r>
          </a:p>
        </p:txBody>
      </p:sp>
      <p:sp>
        <p:nvSpPr>
          <p:cNvPr id="109" name="TextBox 66">
            <a:extLst>
              <a:ext uri="{FF2B5EF4-FFF2-40B4-BE49-F238E27FC236}">
                <a16:creationId xmlns:a16="http://schemas.microsoft.com/office/drawing/2014/main" id="{9C4E2367-DE7B-4DCD-A8DD-7AC977D437D5}"/>
              </a:ext>
            </a:extLst>
          </p:cNvPr>
          <p:cNvSpPr txBox="1">
            <a:spLocks noChangeArrowheads="1"/>
          </p:cNvSpPr>
          <p:nvPr/>
        </p:nvSpPr>
        <p:spPr bwMode="auto">
          <a:xfrm>
            <a:off x="3344505" y="3643098"/>
            <a:ext cx="2761612" cy="276999"/>
          </a:xfrm>
          <a:prstGeom prst="rect">
            <a:avLst/>
          </a:prstGeom>
          <a:noFill/>
          <a:ln>
            <a:noFill/>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defTabSz="914400" eaLnBrk="1" hangingPunct="1">
              <a:defRPr/>
            </a:pPr>
            <a:r>
              <a:rPr lang="en-US" altLang="en-US" sz="1200" b="1" dirty="0">
                <a:solidFill>
                  <a:schemeClr val="bg1"/>
                </a:solidFill>
                <a:latin typeface="+mn-lt"/>
              </a:rPr>
              <a:t>Process Improvement areas</a:t>
            </a:r>
          </a:p>
        </p:txBody>
      </p:sp>
      <p:pic>
        <p:nvPicPr>
          <p:cNvPr id="111" name="Picture 2">
            <a:extLst>
              <a:ext uri="{FF2B5EF4-FFF2-40B4-BE49-F238E27FC236}">
                <a16:creationId xmlns:a16="http://schemas.microsoft.com/office/drawing/2014/main" id="{D8DCBCC5-935B-46C2-9D9E-6073F9DA9D42}"/>
              </a:ext>
            </a:extLst>
          </p:cNvPr>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465970" y="4047335"/>
            <a:ext cx="2511416" cy="1756829"/>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 name="Picture 2">
            <a:extLst>
              <a:ext uri="{FF2B5EF4-FFF2-40B4-BE49-F238E27FC236}">
                <a16:creationId xmlns:a16="http://schemas.microsoft.com/office/drawing/2014/main" id="{4AA735EE-5F0C-45D4-8747-71AC51FBE113}"/>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09996" y="4031160"/>
            <a:ext cx="2612598" cy="1773004"/>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 name="TextBox 66">
            <a:extLst>
              <a:ext uri="{FF2B5EF4-FFF2-40B4-BE49-F238E27FC236}">
                <a16:creationId xmlns:a16="http://schemas.microsoft.com/office/drawing/2014/main" id="{68841C57-11F1-4ED8-A60A-64A317EFBA5B}"/>
              </a:ext>
            </a:extLst>
          </p:cNvPr>
          <p:cNvSpPr txBox="1">
            <a:spLocks noChangeArrowheads="1"/>
          </p:cNvSpPr>
          <p:nvPr/>
        </p:nvSpPr>
        <p:spPr bwMode="auto">
          <a:xfrm>
            <a:off x="9145250" y="3637668"/>
            <a:ext cx="2761612" cy="276999"/>
          </a:xfrm>
          <a:prstGeom prst="rect">
            <a:avLst/>
          </a:prstGeom>
          <a:noFill/>
          <a:ln>
            <a:noFill/>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en-US" sz="1200" b="1" i="0" u="none" strike="noStrike" kern="0" cap="none" spc="0" normalizeH="0" baseline="0" noProof="0" dirty="0">
                <a:ln>
                  <a:noFill/>
                </a:ln>
                <a:solidFill>
                  <a:schemeClr val="bg1"/>
                </a:solidFill>
                <a:effectLst/>
                <a:uLnTx/>
                <a:uFillTx/>
                <a:latin typeface="+mn-lt"/>
              </a:rPr>
              <a:t>Process System Analysis</a:t>
            </a:r>
          </a:p>
        </p:txBody>
      </p:sp>
      <p:pic>
        <p:nvPicPr>
          <p:cNvPr id="114" name="Picture 2">
            <a:extLst>
              <a:ext uri="{FF2B5EF4-FFF2-40B4-BE49-F238E27FC236}">
                <a16:creationId xmlns:a16="http://schemas.microsoft.com/office/drawing/2014/main" id="{C03FFB96-6508-473C-993A-A192FC490843}"/>
              </a:ext>
            </a:extLst>
          </p:cNvPr>
          <p:cNvPicPr>
            <a:picLocks noChangeArrowheads="1"/>
          </p:cNvPicPr>
          <p:nvPr/>
        </p:nvPicPr>
        <p:blipFill rotWithShape="1">
          <a:blip r:embed="rId8" cstate="print">
            <a:extLst>
              <a:ext uri="{28A0092B-C50C-407E-A947-70E740481C1C}">
                <a14:useLocalDpi xmlns:a14="http://schemas.microsoft.com/office/drawing/2010/main" val="0"/>
              </a:ext>
            </a:extLst>
          </a:blip>
          <a:srcRect r="53336" b="45877"/>
          <a:stretch/>
        </p:blipFill>
        <p:spPr bwMode="auto">
          <a:xfrm>
            <a:off x="492641" y="4011474"/>
            <a:ext cx="2444688" cy="179269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Picture 12">
            <a:extLst>
              <a:ext uri="{FF2B5EF4-FFF2-40B4-BE49-F238E27FC236}">
                <a16:creationId xmlns:a16="http://schemas.microsoft.com/office/drawing/2014/main" id="{52644190-A366-2F07-3017-541DAB2E6E7D}"/>
              </a:ext>
            </a:extLst>
          </p:cNvPr>
          <p:cNvPicPr>
            <a:picLocks noChangeAspect="1"/>
          </p:cNvPicPr>
          <p:nvPr/>
        </p:nvPicPr>
        <p:blipFill>
          <a:blip r:embed="rId9"/>
          <a:stretch>
            <a:fillRect/>
          </a:stretch>
        </p:blipFill>
        <p:spPr>
          <a:xfrm>
            <a:off x="346529" y="2915329"/>
            <a:ext cx="2590800" cy="428625"/>
          </a:xfrm>
          <a:prstGeom prst="rect">
            <a:avLst/>
          </a:prstGeom>
        </p:spPr>
      </p:pic>
      <p:pic>
        <p:nvPicPr>
          <p:cNvPr id="13" name="Picture 13">
            <a:extLst>
              <a:ext uri="{FF2B5EF4-FFF2-40B4-BE49-F238E27FC236}">
                <a16:creationId xmlns:a16="http://schemas.microsoft.com/office/drawing/2014/main" id="{B09C64D4-3D21-6A38-F04E-98AFFD64F87C}"/>
              </a:ext>
            </a:extLst>
          </p:cNvPr>
          <p:cNvPicPr>
            <a:picLocks noChangeAspect="1"/>
          </p:cNvPicPr>
          <p:nvPr/>
        </p:nvPicPr>
        <p:blipFill>
          <a:blip r:embed="rId10"/>
          <a:stretch>
            <a:fillRect/>
          </a:stretch>
        </p:blipFill>
        <p:spPr>
          <a:xfrm>
            <a:off x="3385457" y="2915329"/>
            <a:ext cx="2590800" cy="428625"/>
          </a:xfrm>
          <a:prstGeom prst="rect">
            <a:avLst/>
          </a:prstGeom>
        </p:spPr>
      </p:pic>
      <p:pic>
        <p:nvPicPr>
          <p:cNvPr id="14" name="Picture 14">
            <a:extLst>
              <a:ext uri="{FF2B5EF4-FFF2-40B4-BE49-F238E27FC236}">
                <a16:creationId xmlns:a16="http://schemas.microsoft.com/office/drawing/2014/main" id="{263D35AC-D67A-CB2A-48E9-6FEEC9A313D1}"/>
              </a:ext>
            </a:extLst>
          </p:cNvPr>
          <p:cNvPicPr>
            <a:picLocks noChangeAspect="1"/>
          </p:cNvPicPr>
          <p:nvPr/>
        </p:nvPicPr>
        <p:blipFill>
          <a:blip r:embed="rId11"/>
          <a:stretch>
            <a:fillRect/>
          </a:stretch>
        </p:blipFill>
        <p:spPr>
          <a:xfrm>
            <a:off x="6202362" y="2915329"/>
            <a:ext cx="2581275" cy="428625"/>
          </a:xfrm>
          <a:prstGeom prst="rect">
            <a:avLst/>
          </a:prstGeom>
        </p:spPr>
      </p:pic>
      <p:pic>
        <p:nvPicPr>
          <p:cNvPr id="15" name="Picture 15">
            <a:extLst>
              <a:ext uri="{FF2B5EF4-FFF2-40B4-BE49-F238E27FC236}">
                <a16:creationId xmlns:a16="http://schemas.microsoft.com/office/drawing/2014/main" id="{99EA1685-2106-5697-81FB-89F5E41019D1}"/>
              </a:ext>
            </a:extLst>
          </p:cNvPr>
          <p:cNvPicPr>
            <a:picLocks noChangeAspect="1"/>
          </p:cNvPicPr>
          <p:nvPr/>
        </p:nvPicPr>
        <p:blipFill>
          <a:blip r:embed="rId11"/>
          <a:stretch>
            <a:fillRect/>
          </a:stretch>
        </p:blipFill>
        <p:spPr>
          <a:xfrm>
            <a:off x="9141505" y="2915329"/>
            <a:ext cx="2581275" cy="428625"/>
          </a:xfrm>
          <a:prstGeom prst="rect">
            <a:avLst/>
          </a:prstGeom>
        </p:spPr>
      </p:pic>
      <p:pic>
        <p:nvPicPr>
          <p:cNvPr id="16" name="Picture 16">
            <a:extLst>
              <a:ext uri="{FF2B5EF4-FFF2-40B4-BE49-F238E27FC236}">
                <a16:creationId xmlns:a16="http://schemas.microsoft.com/office/drawing/2014/main" id="{71BF2EF7-58EA-6EE2-4D5D-89A5698D2FAE}"/>
              </a:ext>
            </a:extLst>
          </p:cNvPr>
          <p:cNvPicPr>
            <a:picLocks noChangeAspect="1"/>
          </p:cNvPicPr>
          <p:nvPr/>
        </p:nvPicPr>
        <p:blipFill>
          <a:blip r:embed="rId12"/>
          <a:stretch>
            <a:fillRect/>
          </a:stretch>
        </p:blipFill>
        <p:spPr>
          <a:xfrm>
            <a:off x="6226855" y="5836329"/>
            <a:ext cx="2695575" cy="428625"/>
          </a:xfrm>
          <a:prstGeom prst="rect">
            <a:avLst/>
          </a:prstGeom>
        </p:spPr>
      </p:pic>
      <p:pic>
        <p:nvPicPr>
          <p:cNvPr id="17" name="Picture 17">
            <a:extLst>
              <a:ext uri="{FF2B5EF4-FFF2-40B4-BE49-F238E27FC236}">
                <a16:creationId xmlns:a16="http://schemas.microsoft.com/office/drawing/2014/main" id="{CF3FE16D-F80A-F1A5-EFD7-9EE5C2336F78}"/>
              </a:ext>
            </a:extLst>
          </p:cNvPr>
          <p:cNvPicPr>
            <a:picLocks noChangeAspect="1"/>
          </p:cNvPicPr>
          <p:nvPr/>
        </p:nvPicPr>
        <p:blipFill>
          <a:blip r:embed="rId13"/>
          <a:stretch>
            <a:fillRect/>
          </a:stretch>
        </p:blipFill>
        <p:spPr>
          <a:xfrm>
            <a:off x="424543" y="5914421"/>
            <a:ext cx="2743200" cy="272441"/>
          </a:xfrm>
          <a:prstGeom prst="rect">
            <a:avLst/>
          </a:prstGeom>
        </p:spPr>
      </p:pic>
      <p:pic>
        <p:nvPicPr>
          <p:cNvPr id="18" name="Picture 18" descr="Text, letter&#10;&#10;Description automatically generated">
            <a:extLst>
              <a:ext uri="{FF2B5EF4-FFF2-40B4-BE49-F238E27FC236}">
                <a16:creationId xmlns:a16="http://schemas.microsoft.com/office/drawing/2014/main" id="{87E6503F-9619-A261-0E76-524D37F5A0E2}"/>
              </a:ext>
            </a:extLst>
          </p:cNvPr>
          <p:cNvPicPr>
            <a:picLocks noChangeAspect="1"/>
          </p:cNvPicPr>
          <p:nvPr/>
        </p:nvPicPr>
        <p:blipFill>
          <a:blip r:embed="rId14"/>
          <a:stretch>
            <a:fillRect/>
          </a:stretch>
        </p:blipFill>
        <p:spPr>
          <a:xfrm>
            <a:off x="3220130" y="5832700"/>
            <a:ext cx="2486025" cy="581025"/>
          </a:xfrm>
          <a:prstGeom prst="rect">
            <a:avLst/>
          </a:prstGeom>
        </p:spPr>
      </p:pic>
      <p:pic>
        <p:nvPicPr>
          <p:cNvPr id="19" name="Picture 19" descr="Graphical user interface, application, website&#10;&#10;Description automatically generated">
            <a:extLst>
              <a:ext uri="{FF2B5EF4-FFF2-40B4-BE49-F238E27FC236}">
                <a16:creationId xmlns:a16="http://schemas.microsoft.com/office/drawing/2014/main" id="{0E0FD5CF-6B86-43B1-FD36-BA1690726A50}"/>
              </a:ext>
            </a:extLst>
          </p:cNvPr>
          <p:cNvPicPr>
            <a:picLocks noChangeAspect="1"/>
          </p:cNvPicPr>
          <p:nvPr/>
        </p:nvPicPr>
        <p:blipFill>
          <a:blip r:embed="rId15"/>
          <a:stretch>
            <a:fillRect/>
          </a:stretch>
        </p:blipFill>
        <p:spPr>
          <a:xfrm>
            <a:off x="6349985" y="4031159"/>
            <a:ext cx="2733675" cy="1805169"/>
          </a:xfrm>
          <a:prstGeom prst="rect">
            <a:avLst/>
          </a:prstGeom>
          <a:effectLst>
            <a:outerShdw blurRad="63500" sx="102000" sy="102000" algn="ctr" rotWithShape="0">
              <a:prstClr val="black">
                <a:alpha val="40000"/>
              </a:prstClr>
            </a:outerShdw>
          </a:effectLst>
        </p:spPr>
      </p:pic>
      <p:pic>
        <p:nvPicPr>
          <p:cNvPr id="23" name="Picture 23">
            <a:extLst>
              <a:ext uri="{FF2B5EF4-FFF2-40B4-BE49-F238E27FC236}">
                <a16:creationId xmlns:a16="http://schemas.microsoft.com/office/drawing/2014/main" id="{ED4BE229-4E1B-7F48-524A-64E25372CBE0}"/>
              </a:ext>
            </a:extLst>
          </p:cNvPr>
          <p:cNvPicPr>
            <a:picLocks noChangeAspect="1"/>
          </p:cNvPicPr>
          <p:nvPr/>
        </p:nvPicPr>
        <p:blipFill>
          <a:blip r:embed="rId16"/>
          <a:stretch>
            <a:fillRect/>
          </a:stretch>
        </p:blipFill>
        <p:spPr>
          <a:xfrm>
            <a:off x="9270774" y="5836329"/>
            <a:ext cx="2486025" cy="428625"/>
          </a:xfrm>
          <a:prstGeom prst="rect">
            <a:avLst/>
          </a:prstGeom>
        </p:spPr>
      </p:pic>
      <p:sp>
        <p:nvSpPr>
          <p:cNvPr id="25" name="TextBox 66">
            <a:extLst>
              <a:ext uri="{FF2B5EF4-FFF2-40B4-BE49-F238E27FC236}">
                <a16:creationId xmlns:a16="http://schemas.microsoft.com/office/drawing/2014/main" id="{7BF49034-9356-C3C3-AADA-2B0A1572DF5B}"/>
              </a:ext>
            </a:extLst>
          </p:cNvPr>
          <p:cNvSpPr txBox="1">
            <a:spLocks noChangeArrowheads="1"/>
          </p:cNvSpPr>
          <p:nvPr/>
        </p:nvSpPr>
        <p:spPr bwMode="auto">
          <a:xfrm>
            <a:off x="6220147" y="3652169"/>
            <a:ext cx="2761612" cy="276999"/>
          </a:xfrm>
          <a:prstGeom prst="rect">
            <a:avLst/>
          </a:prstGeom>
          <a:noFill/>
          <a:ln>
            <a:noFill/>
          </a:ln>
        </p:spPr>
        <p:txBody>
          <a:bodyPr wrap="square" lIns="91440" tIns="45720" rIns="91440" bIns="45720" anchor="t">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defTabSz="914400">
              <a:defRPr/>
            </a:pPr>
            <a:r>
              <a:rPr lang="en-US" altLang="en-US" sz="1200" b="1" dirty="0">
                <a:solidFill>
                  <a:schemeClr val="bg1"/>
                </a:solidFill>
                <a:latin typeface="+mn-lt"/>
              </a:rPr>
              <a:t>KPI Assessment and Benchmarking</a:t>
            </a:r>
            <a:endParaRPr lang="en-US" dirty="0">
              <a:solidFill>
                <a:schemeClr val="bg1"/>
              </a:solidFill>
            </a:endParaRPr>
          </a:p>
        </p:txBody>
      </p:sp>
    </p:spTree>
    <p:extLst>
      <p:ext uri="{BB962C8B-B14F-4D97-AF65-F5344CB8AC3E}">
        <p14:creationId xmlns:p14="http://schemas.microsoft.com/office/powerpoint/2010/main" val="79248179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7E066EDF-5048-440C-805D-92957D794DA0}"/>
              </a:ext>
            </a:extLst>
          </p:cNvPr>
          <p:cNvSpPr txBox="1">
            <a:spLocks/>
          </p:cNvSpPr>
          <p:nvPr/>
        </p:nvSpPr>
        <p:spPr>
          <a:xfrm>
            <a:off x="404814" y="2810691"/>
            <a:ext cx="10903266" cy="907869"/>
          </a:xfrm>
          <a:prstGeom prst="rect">
            <a:avLst/>
          </a:prstGeom>
        </p:spPr>
        <p:txBody>
          <a:bodyPr vert="horz" lIns="0" tIns="0" rIns="0" bIns="0" rtlCol="0" anchor="t" anchorCtr="0">
            <a:noAutofit/>
          </a:bodyPr>
          <a:lstStyle>
            <a:lvl1pPr indent="0">
              <a:lnSpc>
                <a:spcPct val="100000"/>
              </a:lnSpc>
              <a:spcBef>
                <a:spcPts val="1000"/>
              </a:spcBef>
              <a:buFont typeface="Arial" panose="020B0604020202020204" pitchFamily="34" charset="0"/>
              <a:buNone/>
              <a:defRPr b="1">
                <a:solidFill>
                  <a:srgbClr val="12ABDB"/>
                </a:solidFill>
                <a:latin typeface="+mj-lt"/>
              </a:defRPr>
            </a:lvl1pPr>
            <a:lvl2pPr marL="266700" indent="-177800">
              <a:lnSpc>
                <a:spcPct val="100000"/>
              </a:lnSpc>
              <a:spcBef>
                <a:spcPts val="500"/>
              </a:spcBef>
              <a:buClr>
                <a:schemeClr val="accent1"/>
              </a:buClr>
              <a:buFont typeface="Wingdings" panose="05000000000000000000" pitchFamily="2" charset="2"/>
              <a:buChar char="§"/>
              <a:defRPr sz="1200">
                <a:latin typeface="+mj-lt"/>
              </a:defRPr>
            </a:lvl2pPr>
            <a:lvl3pPr marL="444500" indent="-177800">
              <a:lnSpc>
                <a:spcPct val="100000"/>
              </a:lnSpc>
              <a:spcBef>
                <a:spcPts val="500"/>
              </a:spcBef>
              <a:buClr>
                <a:schemeClr val="accent2"/>
              </a:buClr>
              <a:buFont typeface="Arial" panose="020B0604020202020204" pitchFamily="34" charset="0"/>
              <a:buChar char="•"/>
              <a:defRPr sz="1200">
                <a:latin typeface="+mj-lt"/>
              </a:defRPr>
            </a:lvl3pPr>
            <a:lvl4pPr marL="622300" indent="-177800">
              <a:lnSpc>
                <a:spcPct val="100000"/>
              </a:lnSpc>
              <a:spcBef>
                <a:spcPts val="500"/>
              </a:spcBef>
              <a:buClr>
                <a:schemeClr val="accent3"/>
              </a:buClr>
              <a:buFont typeface="Verdana" panose="020B0604030504040204" pitchFamily="34" charset="0"/>
              <a:buChar char="‒"/>
              <a:defRPr sz="1200">
                <a:latin typeface="+mj-lt"/>
              </a:defRPr>
            </a:lvl4pPr>
            <a:lvl5pPr marL="812800" indent="-190500">
              <a:lnSpc>
                <a:spcPct val="100000"/>
              </a:lnSpc>
              <a:spcBef>
                <a:spcPts val="500"/>
              </a:spcBef>
              <a:buClr>
                <a:schemeClr val="accent5"/>
              </a:buClr>
              <a:buFont typeface="Arial" panose="020B0604020202020204" pitchFamily="34" charset="0"/>
              <a:buChar char="•"/>
              <a:defRPr sz="1200">
                <a:latin typeface="+mj-lt"/>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spcBef>
                <a:spcPts val="600"/>
              </a:spcBef>
              <a:spcAft>
                <a:spcPts val="1800"/>
              </a:spcAft>
            </a:pPr>
            <a:r>
              <a:rPr lang="en-US" sz="4000" b="0" dirty="0">
                <a:solidFill>
                  <a:schemeClr val="bg1"/>
                </a:solidFill>
                <a:latin typeface="+mn-lt"/>
              </a:rPr>
              <a:t>Timelines</a:t>
            </a:r>
          </a:p>
        </p:txBody>
      </p:sp>
    </p:spTree>
    <p:extLst>
      <p:ext uri="{BB962C8B-B14F-4D97-AF65-F5344CB8AC3E}">
        <p14:creationId xmlns:p14="http://schemas.microsoft.com/office/powerpoint/2010/main" val="21236028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487C0-5609-4BA3-9AFC-C86E426ED819}"/>
              </a:ext>
            </a:extLst>
          </p:cNvPr>
          <p:cNvSpPr>
            <a:spLocks noGrp="1"/>
          </p:cNvSpPr>
          <p:nvPr>
            <p:ph type="title"/>
          </p:nvPr>
        </p:nvSpPr>
        <p:spPr>
          <a:xfrm>
            <a:off x="229658" y="263984"/>
            <a:ext cx="10947772" cy="716711"/>
          </a:xfrm>
        </p:spPr>
        <p:txBody>
          <a:bodyPr/>
          <a:lstStyle/>
          <a:p>
            <a:r>
              <a:rPr lang="en-IN" dirty="0"/>
              <a:t>proposed timelines* </a:t>
            </a:r>
            <a:br>
              <a:rPr lang="en-IN" dirty="0"/>
            </a:br>
            <a:endParaRPr lang="en-IN" dirty="0"/>
          </a:p>
        </p:txBody>
      </p:sp>
      <p:graphicFrame>
        <p:nvGraphicFramePr>
          <p:cNvPr id="3" name="Table 3">
            <a:extLst>
              <a:ext uri="{FF2B5EF4-FFF2-40B4-BE49-F238E27FC236}">
                <a16:creationId xmlns:a16="http://schemas.microsoft.com/office/drawing/2014/main" id="{4D57AEAE-0569-4270-A495-C21000126518}"/>
              </a:ext>
            </a:extLst>
          </p:cNvPr>
          <p:cNvGraphicFramePr>
            <a:graphicFrameLocks noGrp="1"/>
          </p:cNvGraphicFramePr>
          <p:nvPr>
            <p:extLst>
              <p:ext uri="{D42A27DB-BD31-4B8C-83A1-F6EECF244321}">
                <p14:modId xmlns:p14="http://schemas.microsoft.com/office/powerpoint/2010/main" val="131389516"/>
              </p:ext>
            </p:extLst>
          </p:nvPr>
        </p:nvGraphicFramePr>
        <p:xfrm>
          <a:off x="101591" y="679223"/>
          <a:ext cx="11921055" cy="5283728"/>
        </p:xfrm>
        <a:graphic>
          <a:graphicData uri="http://schemas.openxmlformats.org/drawingml/2006/table">
            <a:tbl>
              <a:tblPr firstRow="1" bandRow="1">
                <a:effectLst/>
                <a:tableStyleId>{5C22544A-7EE6-4342-B048-85BDC9FD1C3A}</a:tableStyleId>
              </a:tblPr>
              <a:tblGrid>
                <a:gridCol w="1303855">
                  <a:extLst>
                    <a:ext uri="{9D8B030D-6E8A-4147-A177-3AD203B41FA5}">
                      <a16:colId xmlns:a16="http://schemas.microsoft.com/office/drawing/2014/main" val="544443596"/>
                    </a:ext>
                  </a:extLst>
                </a:gridCol>
                <a:gridCol w="212344">
                  <a:extLst>
                    <a:ext uri="{9D8B030D-6E8A-4147-A177-3AD203B41FA5}">
                      <a16:colId xmlns:a16="http://schemas.microsoft.com/office/drawing/2014/main" val="1975500956"/>
                    </a:ext>
                  </a:extLst>
                </a:gridCol>
                <a:gridCol w="212344">
                  <a:extLst>
                    <a:ext uri="{9D8B030D-6E8A-4147-A177-3AD203B41FA5}">
                      <a16:colId xmlns:a16="http://schemas.microsoft.com/office/drawing/2014/main" val="852851522"/>
                    </a:ext>
                  </a:extLst>
                </a:gridCol>
                <a:gridCol w="212344">
                  <a:extLst>
                    <a:ext uri="{9D8B030D-6E8A-4147-A177-3AD203B41FA5}">
                      <a16:colId xmlns:a16="http://schemas.microsoft.com/office/drawing/2014/main" val="3041740203"/>
                    </a:ext>
                  </a:extLst>
                </a:gridCol>
                <a:gridCol w="212344">
                  <a:extLst>
                    <a:ext uri="{9D8B030D-6E8A-4147-A177-3AD203B41FA5}">
                      <a16:colId xmlns:a16="http://schemas.microsoft.com/office/drawing/2014/main" val="2557013830"/>
                    </a:ext>
                  </a:extLst>
                </a:gridCol>
                <a:gridCol w="212344">
                  <a:extLst>
                    <a:ext uri="{9D8B030D-6E8A-4147-A177-3AD203B41FA5}">
                      <a16:colId xmlns:a16="http://schemas.microsoft.com/office/drawing/2014/main" val="2748511489"/>
                    </a:ext>
                  </a:extLst>
                </a:gridCol>
                <a:gridCol w="212344">
                  <a:extLst>
                    <a:ext uri="{9D8B030D-6E8A-4147-A177-3AD203B41FA5}">
                      <a16:colId xmlns:a16="http://schemas.microsoft.com/office/drawing/2014/main" val="4270508271"/>
                    </a:ext>
                  </a:extLst>
                </a:gridCol>
                <a:gridCol w="212344">
                  <a:extLst>
                    <a:ext uri="{9D8B030D-6E8A-4147-A177-3AD203B41FA5}">
                      <a16:colId xmlns:a16="http://schemas.microsoft.com/office/drawing/2014/main" val="1142995182"/>
                    </a:ext>
                  </a:extLst>
                </a:gridCol>
                <a:gridCol w="212344">
                  <a:extLst>
                    <a:ext uri="{9D8B030D-6E8A-4147-A177-3AD203B41FA5}">
                      <a16:colId xmlns:a16="http://schemas.microsoft.com/office/drawing/2014/main" val="2683875411"/>
                    </a:ext>
                  </a:extLst>
                </a:gridCol>
                <a:gridCol w="212344">
                  <a:extLst>
                    <a:ext uri="{9D8B030D-6E8A-4147-A177-3AD203B41FA5}">
                      <a16:colId xmlns:a16="http://schemas.microsoft.com/office/drawing/2014/main" val="1837823210"/>
                    </a:ext>
                  </a:extLst>
                </a:gridCol>
                <a:gridCol w="212344">
                  <a:extLst>
                    <a:ext uri="{9D8B030D-6E8A-4147-A177-3AD203B41FA5}">
                      <a16:colId xmlns:a16="http://schemas.microsoft.com/office/drawing/2014/main" val="1810089619"/>
                    </a:ext>
                  </a:extLst>
                </a:gridCol>
                <a:gridCol w="212344">
                  <a:extLst>
                    <a:ext uri="{9D8B030D-6E8A-4147-A177-3AD203B41FA5}">
                      <a16:colId xmlns:a16="http://schemas.microsoft.com/office/drawing/2014/main" val="925445014"/>
                    </a:ext>
                  </a:extLst>
                </a:gridCol>
                <a:gridCol w="212344">
                  <a:extLst>
                    <a:ext uri="{9D8B030D-6E8A-4147-A177-3AD203B41FA5}">
                      <a16:colId xmlns:a16="http://schemas.microsoft.com/office/drawing/2014/main" val="9399276"/>
                    </a:ext>
                  </a:extLst>
                </a:gridCol>
                <a:gridCol w="212344">
                  <a:extLst>
                    <a:ext uri="{9D8B030D-6E8A-4147-A177-3AD203B41FA5}">
                      <a16:colId xmlns:a16="http://schemas.microsoft.com/office/drawing/2014/main" val="4235381112"/>
                    </a:ext>
                  </a:extLst>
                </a:gridCol>
                <a:gridCol w="212344">
                  <a:extLst>
                    <a:ext uri="{9D8B030D-6E8A-4147-A177-3AD203B41FA5}">
                      <a16:colId xmlns:a16="http://schemas.microsoft.com/office/drawing/2014/main" val="731619564"/>
                    </a:ext>
                  </a:extLst>
                </a:gridCol>
                <a:gridCol w="212344">
                  <a:extLst>
                    <a:ext uri="{9D8B030D-6E8A-4147-A177-3AD203B41FA5}">
                      <a16:colId xmlns:a16="http://schemas.microsoft.com/office/drawing/2014/main" val="4162014853"/>
                    </a:ext>
                  </a:extLst>
                </a:gridCol>
                <a:gridCol w="212344">
                  <a:extLst>
                    <a:ext uri="{9D8B030D-6E8A-4147-A177-3AD203B41FA5}">
                      <a16:colId xmlns:a16="http://schemas.microsoft.com/office/drawing/2014/main" val="3005270469"/>
                    </a:ext>
                  </a:extLst>
                </a:gridCol>
                <a:gridCol w="212344">
                  <a:extLst>
                    <a:ext uri="{9D8B030D-6E8A-4147-A177-3AD203B41FA5}">
                      <a16:colId xmlns:a16="http://schemas.microsoft.com/office/drawing/2014/main" val="2729814750"/>
                    </a:ext>
                  </a:extLst>
                </a:gridCol>
                <a:gridCol w="212344">
                  <a:extLst>
                    <a:ext uri="{9D8B030D-6E8A-4147-A177-3AD203B41FA5}">
                      <a16:colId xmlns:a16="http://schemas.microsoft.com/office/drawing/2014/main" val="3993120467"/>
                    </a:ext>
                  </a:extLst>
                </a:gridCol>
                <a:gridCol w="212344">
                  <a:extLst>
                    <a:ext uri="{9D8B030D-6E8A-4147-A177-3AD203B41FA5}">
                      <a16:colId xmlns:a16="http://schemas.microsoft.com/office/drawing/2014/main" val="866866164"/>
                    </a:ext>
                  </a:extLst>
                </a:gridCol>
                <a:gridCol w="212344">
                  <a:extLst>
                    <a:ext uri="{9D8B030D-6E8A-4147-A177-3AD203B41FA5}">
                      <a16:colId xmlns:a16="http://schemas.microsoft.com/office/drawing/2014/main" val="1114169328"/>
                    </a:ext>
                  </a:extLst>
                </a:gridCol>
                <a:gridCol w="212344">
                  <a:extLst>
                    <a:ext uri="{9D8B030D-6E8A-4147-A177-3AD203B41FA5}">
                      <a16:colId xmlns:a16="http://schemas.microsoft.com/office/drawing/2014/main" val="3019719307"/>
                    </a:ext>
                  </a:extLst>
                </a:gridCol>
                <a:gridCol w="212344">
                  <a:extLst>
                    <a:ext uri="{9D8B030D-6E8A-4147-A177-3AD203B41FA5}">
                      <a16:colId xmlns:a16="http://schemas.microsoft.com/office/drawing/2014/main" val="181024179"/>
                    </a:ext>
                  </a:extLst>
                </a:gridCol>
                <a:gridCol w="212344">
                  <a:extLst>
                    <a:ext uri="{9D8B030D-6E8A-4147-A177-3AD203B41FA5}">
                      <a16:colId xmlns:a16="http://schemas.microsoft.com/office/drawing/2014/main" val="1016870415"/>
                    </a:ext>
                  </a:extLst>
                </a:gridCol>
                <a:gridCol w="212344">
                  <a:extLst>
                    <a:ext uri="{9D8B030D-6E8A-4147-A177-3AD203B41FA5}">
                      <a16:colId xmlns:a16="http://schemas.microsoft.com/office/drawing/2014/main" val="252865734"/>
                    </a:ext>
                  </a:extLst>
                </a:gridCol>
                <a:gridCol w="212344">
                  <a:extLst>
                    <a:ext uri="{9D8B030D-6E8A-4147-A177-3AD203B41FA5}">
                      <a16:colId xmlns:a16="http://schemas.microsoft.com/office/drawing/2014/main" val="2209900215"/>
                    </a:ext>
                  </a:extLst>
                </a:gridCol>
                <a:gridCol w="212344">
                  <a:extLst>
                    <a:ext uri="{9D8B030D-6E8A-4147-A177-3AD203B41FA5}">
                      <a16:colId xmlns:a16="http://schemas.microsoft.com/office/drawing/2014/main" val="3717717235"/>
                    </a:ext>
                  </a:extLst>
                </a:gridCol>
                <a:gridCol w="212344">
                  <a:extLst>
                    <a:ext uri="{9D8B030D-6E8A-4147-A177-3AD203B41FA5}">
                      <a16:colId xmlns:a16="http://schemas.microsoft.com/office/drawing/2014/main" val="3927655618"/>
                    </a:ext>
                  </a:extLst>
                </a:gridCol>
                <a:gridCol w="212344">
                  <a:extLst>
                    <a:ext uri="{9D8B030D-6E8A-4147-A177-3AD203B41FA5}">
                      <a16:colId xmlns:a16="http://schemas.microsoft.com/office/drawing/2014/main" val="264423825"/>
                    </a:ext>
                  </a:extLst>
                </a:gridCol>
                <a:gridCol w="212344">
                  <a:extLst>
                    <a:ext uri="{9D8B030D-6E8A-4147-A177-3AD203B41FA5}">
                      <a16:colId xmlns:a16="http://schemas.microsoft.com/office/drawing/2014/main" val="705100688"/>
                    </a:ext>
                  </a:extLst>
                </a:gridCol>
                <a:gridCol w="212344">
                  <a:extLst>
                    <a:ext uri="{9D8B030D-6E8A-4147-A177-3AD203B41FA5}">
                      <a16:colId xmlns:a16="http://schemas.microsoft.com/office/drawing/2014/main" val="130801993"/>
                    </a:ext>
                  </a:extLst>
                </a:gridCol>
                <a:gridCol w="212344">
                  <a:extLst>
                    <a:ext uri="{9D8B030D-6E8A-4147-A177-3AD203B41FA5}">
                      <a16:colId xmlns:a16="http://schemas.microsoft.com/office/drawing/2014/main" val="720696612"/>
                    </a:ext>
                  </a:extLst>
                </a:gridCol>
                <a:gridCol w="212344">
                  <a:extLst>
                    <a:ext uri="{9D8B030D-6E8A-4147-A177-3AD203B41FA5}">
                      <a16:colId xmlns:a16="http://schemas.microsoft.com/office/drawing/2014/main" val="2503264748"/>
                    </a:ext>
                  </a:extLst>
                </a:gridCol>
                <a:gridCol w="212344">
                  <a:extLst>
                    <a:ext uri="{9D8B030D-6E8A-4147-A177-3AD203B41FA5}">
                      <a16:colId xmlns:a16="http://schemas.microsoft.com/office/drawing/2014/main" val="3089771985"/>
                    </a:ext>
                  </a:extLst>
                </a:gridCol>
                <a:gridCol w="212344">
                  <a:extLst>
                    <a:ext uri="{9D8B030D-6E8A-4147-A177-3AD203B41FA5}">
                      <a16:colId xmlns:a16="http://schemas.microsoft.com/office/drawing/2014/main" val="3105334237"/>
                    </a:ext>
                  </a:extLst>
                </a:gridCol>
                <a:gridCol w="212344">
                  <a:extLst>
                    <a:ext uri="{9D8B030D-6E8A-4147-A177-3AD203B41FA5}">
                      <a16:colId xmlns:a16="http://schemas.microsoft.com/office/drawing/2014/main" val="4274711056"/>
                    </a:ext>
                  </a:extLst>
                </a:gridCol>
                <a:gridCol w="212344">
                  <a:extLst>
                    <a:ext uri="{9D8B030D-6E8A-4147-A177-3AD203B41FA5}">
                      <a16:colId xmlns:a16="http://schemas.microsoft.com/office/drawing/2014/main" val="1823300598"/>
                    </a:ext>
                  </a:extLst>
                </a:gridCol>
                <a:gridCol w="212344">
                  <a:extLst>
                    <a:ext uri="{9D8B030D-6E8A-4147-A177-3AD203B41FA5}">
                      <a16:colId xmlns:a16="http://schemas.microsoft.com/office/drawing/2014/main" val="3258403273"/>
                    </a:ext>
                  </a:extLst>
                </a:gridCol>
                <a:gridCol w="212344">
                  <a:extLst>
                    <a:ext uri="{9D8B030D-6E8A-4147-A177-3AD203B41FA5}">
                      <a16:colId xmlns:a16="http://schemas.microsoft.com/office/drawing/2014/main" val="3615582576"/>
                    </a:ext>
                  </a:extLst>
                </a:gridCol>
                <a:gridCol w="212344">
                  <a:extLst>
                    <a:ext uri="{9D8B030D-6E8A-4147-A177-3AD203B41FA5}">
                      <a16:colId xmlns:a16="http://schemas.microsoft.com/office/drawing/2014/main" val="2868738601"/>
                    </a:ext>
                  </a:extLst>
                </a:gridCol>
                <a:gridCol w="212344">
                  <a:extLst>
                    <a:ext uri="{9D8B030D-6E8A-4147-A177-3AD203B41FA5}">
                      <a16:colId xmlns:a16="http://schemas.microsoft.com/office/drawing/2014/main" val="2622448204"/>
                    </a:ext>
                  </a:extLst>
                </a:gridCol>
                <a:gridCol w="212344">
                  <a:extLst>
                    <a:ext uri="{9D8B030D-6E8A-4147-A177-3AD203B41FA5}">
                      <a16:colId xmlns:a16="http://schemas.microsoft.com/office/drawing/2014/main" val="3242420837"/>
                    </a:ext>
                  </a:extLst>
                </a:gridCol>
                <a:gridCol w="212344">
                  <a:extLst>
                    <a:ext uri="{9D8B030D-6E8A-4147-A177-3AD203B41FA5}">
                      <a16:colId xmlns:a16="http://schemas.microsoft.com/office/drawing/2014/main" val="1790234694"/>
                    </a:ext>
                  </a:extLst>
                </a:gridCol>
                <a:gridCol w="212344">
                  <a:extLst>
                    <a:ext uri="{9D8B030D-6E8A-4147-A177-3AD203B41FA5}">
                      <a16:colId xmlns:a16="http://schemas.microsoft.com/office/drawing/2014/main" val="3915106224"/>
                    </a:ext>
                  </a:extLst>
                </a:gridCol>
                <a:gridCol w="212344">
                  <a:extLst>
                    <a:ext uri="{9D8B030D-6E8A-4147-A177-3AD203B41FA5}">
                      <a16:colId xmlns:a16="http://schemas.microsoft.com/office/drawing/2014/main" val="3955193181"/>
                    </a:ext>
                  </a:extLst>
                </a:gridCol>
                <a:gridCol w="212344">
                  <a:extLst>
                    <a:ext uri="{9D8B030D-6E8A-4147-A177-3AD203B41FA5}">
                      <a16:colId xmlns:a16="http://schemas.microsoft.com/office/drawing/2014/main" val="3321808530"/>
                    </a:ext>
                  </a:extLst>
                </a:gridCol>
                <a:gridCol w="212344">
                  <a:extLst>
                    <a:ext uri="{9D8B030D-6E8A-4147-A177-3AD203B41FA5}">
                      <a16:colId xmlns:a16="http://schemas.microsoft.com/office/drawing/2014/main" val="1496488331"/>
                    </a:ext>
                  </a:extLst>
                </a:gridCol>
                <a:gridCol w="212344">
                  <a:extLst>
                    <a:ext uri="{9D8B030D-6E8A-4147-A177-3AD203B41FA5}">
                      <a16:colId xmlns:a16="http://schemas.microsoft.com/office/drawing/2014/main" val="139292914"/>
                    </a:ext>
                  </a:extLst>
                </a:gridCol>
                <a:gridCol w="212344">
                  <a:extLst>
                    <a:ext uri="{9D8B030D-6E8A-4147-A177-3AD203B41FA5}">
                      <a16:colId xmlns:a16="http://schemas.microsoft.com/office/drawing/2014/main" val="2691685271"/>
                    </a:ext>
                  </a:extLst>
                </a:gridCol>
                <a:gridCol w="212344">
                  <a:extLst>
                    <a:ext uri="{9D8B030D-6E8A-4147-A177-3AD203B41FA5}">
                      <a16:colId xmlns:a16="http://schemas.microsoft.com/office/drawing/2014/main" val="3442203831"/>
                    </a:ext>
                  </a:extLst>
                </a:gridCol>
                <a:gridCol w="212344">
                  <a:extLst>
                    <a:ext uri="{9D8B030D-6E8A-4147-A177-3AD203B41FA5}">
                      <a16:colId xmlns:a16="http://schemas.microsoft.com/office/drawing/2014/main" val="3533572483"/>
                    </a:ext>
                  </a:extLst>
                </a:gridCol>
              </a:tblGrid>
              <a:tr h="418706">
                <a:tc rowSpan="2">
                  <a:txBody>
                    <a:bodyPr/>
                    <a:lstStyle/>
                    <a:p>
                      <a:pPr algn="ctr"/>
                      <a:endParaRPr lang="en-IN" sz="1400" dirty="0"/>
                    </a:p>
                  </a:txBody>
                  <a:tcPr anchor="ctr">
                    <a:lnL w="28575" cap="flat" cmpd="sng" algn="ctr">
                      <a:solidFill>
                        <a:schemeClr val="tx1">
                          <a:lumMod val="50000"/>
                          <a:lumOff val="50000"/>
                        </a:schemeClr>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tx1">
                          <a:lumMod val="50000"/>
                          <a:lumOff val="50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5">
                  <a:txBody>
                    <a:bodyPr/>
                    <a:lstStyle/>
                    <a:p>
                      <a:pPr algn="ctr" rtl="0" fontAlgn="ctr"/>
                      <a:r>
                        <a:rPr lang="en-IN" sz="900" b="1" i="0" u="none" strike="noStrike" dirty="0">
                          <a:solidFill>
                            <a:srgbClr val="000000"/>
                          </a:solidFill>
                          <a:effectLst/>
                          <a:latin typeface="Ubuntu" panose="020B0504030602030204" pitchFamily="34" charset="0"/>
                        </a:rPr>
                        <a:t>WEEK 1</a:t>
                      </a:r>
                    </a:p>
                  </a:txBody>
                  <a:tcPr marL="6350" marR="6350" marT="6350" marB="0" anchor="ctr">
                    <a:lnL w="28575" cap="flat" cmpd="sng" algn="ctr">
                      <a:solidFill>
                        <a:schemeClr val="bg1"/>
                      </a:solidFill>
                      <a:prstDash val="solid"/>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tx1">
                          <a:lumMod val="50000"/>
                          <a:lumOff val="50000"/>
                        </a:schemeClr>
                      </a:solidFill>
                      <a:prstDash val="solid"/>
                      <a:round/>
                      <a:headEnd type="none" w="med" len="med"/>
                      <a:tailEnd type="none" w="med" len="med"/>
                    </a:lnT>
                    <a:solidFill>
                      <a:schemeClr val="accent2">
                        <a:lumMod val="20000"/>
                        <a:lumOff val="80000"/>
                      </a:schemeClr>
                    </a:solid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gridSpan="5">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900" b="1" i="0" u="none" strike="noStrike" kern="1200" cap="none" spc="0" normalizeH="0" baseline="0" noProof="0" dirty="0">
                          <a:ln>
                            <a:noFill/>
                          </a:ln>
                          <a:solidFill>
                            <a:srgbClr val="000000"/>
                          </a:solidFill>
                          <a:effectLst/>
                          <a:uLnTx/>
                          <a:uFillTx/>
                          <a:latin typeface="Ubuntu" panose="020B0504030602030204" pitchFamily="34" charset="0"/>
                          <a:ea typeface="+mn-ea"/>
                          <a:cs typeface="+mn-cs"/>
                        </a:rPr>
                        <a:t>WEEK 2</a:t>
                      </a:r>
                    </a:p>
                  </a:txBody>
                  <a:tcPr marL="6350" marR="6350" marT="6350" marB="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tx1">
                          <a:lumMod val="50000"/>
                          <a:lumOff val="50000"/>
                        </a:schemeClr>
                      </a:solidFill>
                      <a:prstDash val="solid"/>
                      <a:round/>
                      <a:headEnd type="none" w="med" len="med"/>
                      <a:tailEnd type="none" w="med" len="med"/>
                    </a:lnT>
                    <a:solidFill>
                      <a:schemeClr val="accent2">
                        <a:lumMod val="20000"/>
                        <a:lumOff val="80000"/>
                      </a:schemeClr>
                    </a:solid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95000"/>
                      </a:schemeClr>
                    </a:solidFill>
                  </a:tcPr>
                </a:tc>
                <a:tc hMerge="1">
                  <a:txBody>
                    <a:bodyPr/>
                    <a:lstStyle/>
                    <a:p>
                      <a:pPr algn="ctr" rtl="0" fontAlgn="ctr"/>
                      <a:endParaRPr lang="en-IN" sz="900" b="0" i="0" u="none" strike="noStrike">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95000"/>
                      </a:schemeClr>
                    </a:solid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95000"/>
                      </a:schemeClr>
                    </a:solid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95000"/>
                      </a:schemeClr>
                    </a:solidFill>
                  </a:tcPr>
                </a:tc>
                <a:tc gridSpan="5">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900" b="1" i="0" u="none" strike="noStrike" kern="1200" cap="none" spc="0" normalizeH="0" baseline="0" noProof="0" dirty="0">
                          <a:ln>
                            <a:noFill/>
                          </a:ln>
                          <a:solidFill>
                            <a:srgbClr val="000000"/>
                          </a:solidFill>
                          <a:effectLst/>
                          <a:uLnTx/>
                          <a:uFillTx/>
                          <a:latin typeface="Ubuntu" panose="020B0504030602030204" pitchFamily="34" charset="0"/>
                          <a:ea typeface="+mn-ea"/>
                          <a:cs typeface="+mn-cs"/>
                        </a:rPr>
                        <a:t>WEEK 3</a:t>
                      </a:r>
                    </a:p>
                  </a:txBody>
                  <a:tcPr marL="6350" marR="6350" marT="6350" marB="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tx1">
                          <a:lumMod val="50000"/>
                          <a:lumOff val="50000"/>
                        </a:schemeClr>
                      </a:solidFill>
                      <a:prstDash val="solid"/>
                      <a:round/>
                      <a:headEnd type="none" w="med" len="med"/>
                      <a:tailEnd type="none" w="med" len="med"/>
                    </a:lnT>
                    <a:solidFill>
                      <a:schemeClr val="accent2">
                        <a:lumMod val="20000"/>
                        <a:lumOff val="80000"/>
                      </a:schemeClr>
                    </a:solid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no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no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no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noFill/>
                  </a:tcPr>
                </a:tc>
                <a:tc gridSpan="5">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900" b="1" i="0" u="none" strike="noStrike" kern="1200" cap="none" spc="0" normalizeH="0" baseline="0" noProof="0" dirty="0">
                          <a:ln>
                            <a:noFill/>
                          </a:ln>
                          <a:solidFill>
                            <a:srgbClr val="000000"/>
                          </a:solidFill>
                          <a:effectLst/>
                          <a:uLnTx/>
                          <a:uFillTx/>
                          <a:latin typeface="Ubuntu" panose="020B0504030602030204" pitchFamily="34" charset="0"/>
                          <a:ea typeface="+mn-ea"/>
                          <a:cs typeface="+mn-cs"/>
                        </a:rPr>
                        <a:t>WEEK 4</a:t>
                      </a:r>
                    </a:p>
                  </a:txBody>
                  <a:tcPr marL="6350" marR="6350" marT="6350" marB="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tx1">
                          <a:lumMod val="50000"/>
                          <a:lumOff val="50000"/>
                        </a:schemeClr>
                      </a:solidFill>
                      <a:prstDash val="solid"/>
                      <a:round/>
                      <a:headEnd type="none" w="med" len="med"/>
                      <a:tailEnd type="none" w="med" len="med"/>
                    </a:lnT>
                    <a:solidFill>
                      <a:schemeClr val="accent2">
                        <a:lumMod val="20000"/>
                        <a:lumOff val="80000"/>
                      </a:schemeClr>
                    </a:solid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95000"/>
                      </a:schemeClr>
                    </a:solid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95000"/>
                      </a:schemeClr>
                    </a:solid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95000"/>
                      </a:schemeClr>
                    </a:solid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95000"/>
                      </a:schemeClr>
                    </a:solidFill>
                  </a:tcPr>
                </a:tc>
                <a:tc gridSpan="5">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900" b="1" i="0" u="none" strike="noStrike" kern="1200" cap="none" spc="0" normalizeH="0" baseline="0" noProof="0" dirty="0">
                          <a:ln>
                            <a:noFill/>
                          </a:ln>
                          <a:solidFill>
                            <a:srgbClr val="000000"/>
                          </a:solidFill>
                          <a:effectLst/>
                          <a:uLnTx/>
                          <a:uFillTx/>
                          <a:latin typeface="Ubuntu" panose="020B0504030602030204" pitchFamily="34" charset="0"/>
                          <a:ea typeface="+mn-ea"/>
                          <a:cs typeface="+mn-cs"/>
                        </a:rPr>
                        <a:t>WEEK 5</a:t>
                      </a:r>
                    </a:p>
                  </a:txBody>
                  <a:tcPr marL="6350" marR="6350" marT="6350" marB="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tx1">
                          <a:lumMod val="50000"/>
                          <a:lumOff val="50000"/>
                        </a:schemeClr>
                      </a:solidFill>
                      <a:prstDash val="solid"/>
                      <a:round/>
                      <a:headEnd type="none" w="med" len="med"/>
                      <a:tailEnd type="none" w="med" len="med"/>
                    </a:lnT>
                    <a:solidFill>
                      <a:schemeClr val="accent2">
                        <a:lumMod val="20000"/>
                        <a:lumOff val="80000"/>
                      </a:schemeClr>
                    </a:solid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no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no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no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noFill/>
                  </a:tcPr>
                </a:tc>
                <a:tc gridSpan="5">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900" b="1" i="0" u="none" strike="noStrike" kern="1200" cap="none" spc="0" normalizeH="0" baseline="0" noProof="0" dirty="0">
                          <a:ln>
                            <a:noFill/>
                          </a:ln>
                          <a:solidFill>
                            <a:srgbClr val="000000"/>
                          </a:solidFill>
                          <a:effectLst/>
                          <a:uLnTx/>
                          <a:uFillTx/>
                          <a:latin typeface="Ubuntu" panose="020B0504030602030204" pitchFamily="34" charset="0"/>
                          <a:ea typeface="+mn-ea"/>
                          <a:cs typeface="+mn-cs"/>
                        </a:rPr>
                        <a:t>WEEK 6</a:t>
                      </a:r>
                    </a:p>
                  </a:txBody>
                  <a:tcPr marL="6350" marR="6350" marT="6350" marB="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tx1">
                          <a:lumMod val="50000"/>
                          <a:lumOff val="50000"/>
                        </a:schemeClr>
                      </a:solidFill>
                      <a:prstDash val="solid"/>
                      <a:round/>
                      <a:headEnd type="none" w="med" len="med"/>
                      <a:tailEnd type="none" w="med" len="med"/>
                    </a:lnT>
                    <a:solidFill>
                      <a:schemeClr val="accent2">
                        <a:lumMod val="20000"/>
                        <a:lumOff val="80000"/>
                      </a:schemeClr>
                    </a:solid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95000"/>
                      </a:schemeClr>
                    </a:solid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95000"/>
                      </a:schemeClr>
                    </a:solid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95000"/>
                      </a:schemeClr>
                    </a:solid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95000"/>
                      </a:schemeClr>
                    </a:solidFill>
                  </a:tcPr>
                </a:tc>
                <a:tc gridSpan="5">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900" b="1" i="0" u="none" strike="noStrike" kern="1200" cap="none" spc="0" normalizeH="0" baseline="0" noProof="0" dirty="0">
                          <a:ln>
                            <a:noFill/>
                          </a:ln>
                          <a:solidFill>
                            <a:srgbClr val="000000"/>
                          </a:solidFill>
                          <a:effectLst/>
                          <a:uLnTx/>
                          <a:uFillTx/>
                          <a:latin typeface="Ubuntu" panose="020B0504030602030204" pitchFamily="34" charset="0"/>
                          <a:ea typeface="+mn-ea"/>
                          <a:cs typeface="+mn-cs"/>
                        </a:rPr>
                        <a:t>WEEK 7</a:t>
                      </a:r>
                    </a:p>
                  </a:txBody>
                  <a:tcPr marL="6350" marR="6350" marT="6350" marB="0" anchor="ctr">
                    <a:lnL w="12700" cap="flat" cmpd="sng" algn="ctr">
                      <a:solidFill>
                        <a:schemeClr val="bg1">
                          <a:lumMod val="50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tx1">
                          <a:lumMod val="50000"/>
                          <a:lumOff val="50000"/>
                        </a:schemeClr>
                      </a:solidFill>
                      <a:prstDash val="solid"/>
                      <a:round/>
                      <a:headEnd type="none" w="med" len="med"/>
                      <a:tailEnd type="none" w="med" len="med"/>
                    </a:lnT>
                    <a:solidFill>
                      <a:schemeClr val="accent2">
                        <a:lumMod val="20000"/>
                        <a:lumOff val="80000"/>
                      </a:schemeClr>
                    </a:solid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no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no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no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noFill/>
                  </a:tcPr>
                </a:tc>
                <a:tc gridSpan="5">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900" b="1" i="0" u="none" strike="noStrike" kern="1200" cap="none" spc="0" normalizeH="0" baseline="0" noProof="0" dirty="0">
                          <a:ln>
                            <a:noFill/>
                          </a:ln>
                          <a:solidFill>
                            <a:srgbClr val="000000"/>
                          </a:solidFill>
                          <a:effectLst/>
                          <a:uLnTx/>
                          <a:uFillTx/>
                          <a:latin typeface="Ubuntu" panose="020B0504030602030204" pitchFamily="34" charset="0"/>
                          <a:ea typeface="+mn-ea"/>
                          <a:cs typeface="+mn-cs"/>
                        </a:rPr>
                        <a:t>WEEK 8</a:t>
                      </a:r>
                    </a:p>
                  </a:txBody>
                  <a:tcPr marL="6350" marR="6350" marT="6350" marB="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tx1">
                          <a:lumMod val="50000"/>
                          <a:lumOff val="50000"/>
                        </a:schemeClr>
                      </a:solidFill>
                      <a:prstDash val="solid"/>
                      <a:round/>
                      <a:headEnd type="none" w="med" len="med"/>
                      <a:tailEnd type="none" w="med" len="med"/>
                    </a:lnT>
                    <a:solidFill>
                      <a:schemeClr val="accent2">
                        <a:lumMod val="20000"/>
                        <a:lumOff val="80000"/>
                      </a:schemeClr>
                    </a:solidFill>
                  </a:tcPr>
                </a:tc>
                <a:tc hMerge="1">
                  <a:txBody>
                    <a:bodyPr/>
                    <a:lstStyle/>
                    <a:p>
                      <a:pPr marL="0" algn="ctr" defTabSz="914400" rtl="0" eaLnBrk="1" fontAlgn="ctr" latinLnBrk="0" hangingPunct="1"/>
                      <a:endParaRPr lang="en-IN" sz="900" b="0" i="0" u="none" strike="noStrike" kern="1200" dirty="0">
                        <a:solidFill>
                          <a:srgbClr val="000000"/>
                        </a:solidFill>
                        <a:effectLst/>
                        <a:latin typeface="Ubuntu" panose="020B0504030602030204" pitchFamily="34" charset="0"/>
                        <a:ea typeface="+mn-ea"/>
                        <a:cs typeface="+mn-cs"/>
                      </a:endParaRP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rgbClr val="F2F2F2"/>
                    </a:solidFill>
                  </a:tcPr>
                </a:tc>
                <a:tc hMerge="1">
                  <a:txBody>
                    <a:bodyPr/>
                    <a:lstStyle/>
                    <a:p>
                      <a:pPr marL="0" algn="ctr" defTabSz="914400" rtl="0" eaLnBrk="1" fontAlgn="ctr" latinLnBrk="0" hangingPunct="1"/>
                      <a:endParaRPr lang="en-IN" sz="900" b="0" i="0" u="none" strike="noStrike" kern="1200" dirty="0">
                        <a:solidFill>
                          <a:srgbClr val="000000"/>
                        </a:solidFill>
                        <a:effectLst/>
                        <a:latin typeface="Ubuntu" panose="020B0504030602030204" pitchFamily="34" charset="0"/>
                        <a:ea typeface="+mn-ea"/>
                        <a:cs typeface="+mn-cs"/>
                      </a:endParaRP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rgbClr val="F2F2F2"/>
                    </a:solidFill>
                  </a:tcPr>
                </a:tc>
                <a:tc hMerge="1">
                  <a:txBody>
                    <a:bodyPr/>
                    <a:lstStyle/>
                    <a:p>
                      <a:pPr marL="0" algn="ctr" defTabSz="914400" rtl="0" eaLnBrk="1" fontAlgn="ctr" latinLnBrk="0" hangingPunct="1"/>
                      <a:endParaRPr lang="en-IN" sz="900" b="0" i="0" u="none" strike="noStrike" kern="1200" dirty="0">
                        <a:solidFill>
                          <a:srgbClr val="000000"/>
                        </a:solidFill>
                        <a:effectLst/>
                        <a:latin typeface="Ubuntu" panose="020B0504030602030204" pitchFamily="34" charset="0"/>
                        <a:ea typeface="+mn-ea"/>
                        <a:cs typeface="+mn-cs"/>
                      </a:endParaRP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rgbClr val="F2F2F2"/>
                    </a:solid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rgbClr val="F2F2F2"/>
                    </a:solidFill>
                  </a:tcPr>
                </a:tc>
                <a:tc gridSpan="5">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900" b="1" i="0" u="none" strike="noStrike" kern="1200" cap="none" spc="0" normalizeH="0" baseline="0" noProof="0" dirty="0">
                          <a:ln>
                            <a:noFill/>
                          </a:ln>
                          <a:solidFill>
                            <a:srgbClr val="000000"/>
                          </a:solidFill>
                          <a:effectLst/>
                          <a:uLnTx/>
                          <a:uFillTx/>
                          <a:latin typeface="Ubuntu" panose="020B0504030602030204" pitchFamily="34" charset="0"/>
                          <a:ea typeface="+mn-ea"/>
                          <a:cs typeface="+mn-cs"/>
                        </a:rPr>
                        <a:t>WEEK 9</a:t>
                      </a:r>
                    </a:p>
                  </a:txBody>
                  <a:tcPr marL="6350" marR="6350" marT="6350" marB="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tx1">
                          <a:lumMod val="50000"/>
                          <a:lumOff val="50000"/>
                        </a:schemeClr>
                      </a:solidFill>
                      <a:prstDash val="solid"/>
                      <a:round/>
                      <a:headEnd type="none" w="med" len="med"/>
                      <a:tailEnd type="none" w="med" len="med"/>
                    </a:lnT>
                    <a:solidFill>
                      <a:schemeClr val="accent2">
                        <a:lumMod val="20000"/>
                        <a:lumOff val="80000"/>
                      </a:schemeClr>
                    </a:solid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no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no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no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noFill/>
                  </a:tcPr>
                </a:tc>
                <a:tc gridSpan="5">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900" b="1" i="0" u="none" strike="noStrike" kern="1200" cap="none" spc="0" normalizeH="0" baseline="0" noProof="0" dirty="0">
                          <a:ln>
                            <a:noFill/>
                          </a:ln>
                          <a:solidFill>
                            <a:srgbClr val="000000"/>
                          </a:solidFill>
                          <a:effectLst/>
                          <a:uLnTx/>
                          <a:uFillTx/>
                          <a:latin typeface="Ubuntu" panose="020B0504030602030204" pitchFamily="34" charset="0"/>
                          <a:ea typeface="+mn-ea"/>
                          <a:cs typeface="+mn-cs"/>
                        </a:rPr>
                        <a:t>WEEK 10</a:t>
                      </a:r>
                    </a:p>
                  </a:txBody>
                  <a:tcPr marL="6350" marR="6350" marT="6350" marB="0" anchor="ctr">
                    <a:lnL w="12700" cap="flat" cmpd="sng" algn="ctr">
                      <a:solidFill>
                        <a:schemeClr val="accent1">
                          <a:lumMod val="75000"/>
                        </a:schemeClr>
                      </a:solidFill>
                      <a:prstDash val="sysDot"/>
                      <a:round/>
                      <a:headEnd type="none" w="med" len="med"/>
                      <a:tailEnd type="none" w="med" len="med"/>
                    </a:lnL>
                    <a:lnR w="28575" cap="flat" cmpd="sng" algn="ctr">
                      <a:solidFill>
                        <a:schemeClr val="tx1">
                          <a:lumMod val="50000"/>
                          <a:lumOff val="50000"/>
                        </a:schemeClr>
                      </a:solidFill>
                      <a:prstDash val="solid"/>
                      <a:round/>
                      <a:headEnd type="none" w="med" len="med"/>
                      <a:tailEnd type="none" w="med" len="med"/>
                    </a:lnR>
                    <a:lnT w="28575" cap="flat" cmpd="sng" algn="ctr">
                      <a:solidFill>
                        <a:schemeClr val="tx1">
                          <a:lumMod val="50000"/>
                          <a:lumOff val="50000"/>
                        </a:schemeClr>
                      </a:solidFill>
                      <a:prstDash val="solid"/>
                      <a:round/>
                      <a:headEnd type="none" w="med" len="med"/>
                      <a:tailEnd type="none" w="med" len="med"/>
                    </a:lnT>
                    <a:solidFill>
                      <a:schemeClr val="accent2">
                        <a:lumMod val="20000"/>
                        <a:lumOff val="80000"/>
                      </a:schemeClr>
                    </a:solid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rgbClr val="F2F2F2"/>
                    </a:solid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rgbClr val="F2F2F2"/>
                    </a:solid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rgbClr val="F2F2F2"/>
                    </a:solidFill>
                  </a:tcPr>
                </a:tc>
                <a:tc hMerge="1">
                  <a:txBody>
                    <a:bodyPr/>
                    <a:lstStyle/>
                    <a:p>
                      <a:pPr algn="ctr" rtl="0" fontAlgn="ctr"/>
                      <a:endParaRPr lang="en-IN" sz="900" b="0" i="0" u="none" strike="noStrike" dirty="0">
                        <a:solidFill>
                          <a:srgbClr val="000000"/>
                        </a:solidFill>
                        <a:effectLst/>
                        <a:latin typeface="Ubuntu" panose="020B0504030602030204" pitchFamily="34" charset="0"/>
                      </a:endParaRP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2F2F2"/>
                    </a:solidFill>
                  </a:tcPr>
                </a:tc>
                <a:extLst>
                  <a:ext uri="{0D108BD9-81ED-4DB2-BD59-A6C34878D82A}">
                    <a16:rowId xmlns:a16="http://schemas.microsoft.com/office/drawing/2014/main" val="1797562954"/>
                  </a:ext>
                </a:extLst>
              </a:tr>
              <a:tr h="418706">
                <a:tc vMerge="1">
                  <a:txBody>
                    <a:bodyPr/>
                    <a:lstStyle/>
                    <a:p>
                      <a:endParaRPr lang="en-IN"/>
                    </a:p>
                  </a:txBody>
                  <a:tcPr/>
                </a:tc>
                <a:tc>
                  <a:txBody>
                    <a:bodyPr/>
                    <a:lstStyle/>
                    <a:p>
                      <a:pPr algn="ctr" rtl="0" fontAlgn="ctr"/>
                      <a:r>
                        <a:rPr lang="en-IN" sz="900" b="0" i="0" u="none" strike="noStrike" dirty="0">
                          <a:solidFill>
                            <a:srgbClr val="000000"/>
                          </a:solidFill>
                          <a:effectLst/>
                          <a:latin typeface="Ubuntu" panose="020B0504030602030204" pitchFamily="34" charset="0"/>
                        </a:rPr>
                        <a:t>D1</a:t>
                      </a:r>
                    </a:p>
                  </a:txBody>
                  <a:tcPr marL="6350" marR="6350" marT="6350" marB="0" vert="vert270" anchor="ctr">
                    <a:lnL w="28575" cap="flat" cmpd="sng" algn="ctr">
                      <a:solidFill>
                        <a:schemeClr val="bg1"/>
                      </a:solidFill>
                      <a:prstDash val="solid"/>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IN" sz="900" b="0" i="0" u="none" strike="noStrike" dirty="0">
                          <a:solidFill>
                            <a:srgbClr val="000000"/>
                          </a:solidFill>
                          <a:effectLst/>
                          <a:latin typeface="Ubuntu" panose="020B0504030602030204" pitchFamily="34" charset="0"/>
                        </a:rPr>
                        <a:t>D2</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IN" sz="900" b="0" i="0" u="none" strike="noStrike" dirty="0">
                          <a:solidFill>
                            <a:srgbClr val="000000"/>
                          </a:solidFill>
                          <a:effectLst/>
                          <a:latin typeface="Ubuntu" panose="020B0504030602030204" pitchFamily="34" charset="0"/>
                        </a:rPr>
                        <a:t>D3</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IN" sz="900" b="0" i="0" u="none" strike="noStrike" dirty="0">
                          <a:solidFill>
                            <a:srgbClr val="000000"/>
                          </a:solidFill>
                          <a:effectLst/>
                          <a:latin typeface="Ubuntu" panose="020B0504030602030204" pitchFamily="34" charset="0"/>
                        </a:rPr>
                        <a:t>D4</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IN" sz="900" b="0" i="0" u="none" strike="noStrike" dirty="0">
                          <a:solidFill>
                            <a:srgbClr val="000000"/>
                          </a:solidFill>
                          <a:effectLst/>
                          <a:latin typeface="Ubuntu" panose="020B0504030602030204" pitchFamily="34" charset="0"/>
                        </a:rPr>
                        <a:t>D5</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IN" sz="900" b="0" i="0" u="none" strike="noStrike" dirty="0">
                          <a:solidFill>
                            <a:srgbClr val="000000"/>
                          </a:solidFill>
                          <a:effectLst/>
                          <a:latin typeface="Ubuntu" panose="020B0504030602030204" pitchFamily="34" charset="0"/>
                        </a:rPr>
                        <a:t>D1</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IN" sz="900" b="0" i="0" u="none" strike="noStrike" dirty="0">
                          <a:solidFill>
                            <a:srgbClr val="000000"/>
                          </a:solidFill>
                          <a:effectLst/>
                          <a:latin typeface="Ubuntu" panose="020B0504030602030204" pitchFamily="34" charset="0"/>
                        </a:rPr>
                        <a:t>D2</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IN" sz="900" b="0" i="0" u="none" strike="noStrike" dirty="0">
                          <a:solidFill>
                            <a:srgbClr val="000000"/>
                          </a:solidFill>
                          <a:effectLst/>
                          <a:latin typeface="Ubuntu" panose="020B0504030602030204" pitchFamily="34" charset="0"/>
                        </a:rPr>
                        <a:t>D3</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IN" sz="900" b="0" i="0" u="none" strike="noStrike" dirty="0">
                          <a:solidFill>
                            <a:srgbClr val="000000"/>
                          </a:solidFill>
                          <a:effectLst/>
                          <a:latin typeface="Ubuntu" panose="020B0504030602030204" pitchFamily="34" charset="0"/>
                        </a:rPr>
                        <a:t>D4</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IN" sz="900" b="0" i="0" u="none" strike="noStrike" dirty="0">
                          <a:solidFill>
                            <a:srgbClr val="000000"/>
                          </a:solidFill>
                          <a:effectLst/>
                          <a:latin typeface="Ubuntu" panose="020B0504030602030204" pitchFamily="34" charset="0"/>
                        </a:rPr>
                        <a:t>D5</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IN" sz="900" b="0" i="0" u="none" strike="noStrike" dirty="0">
                          <a:solidFill>
                            <a:srgbClr val="000000"/>
                          </a:solidFill>
                          <a:effectLst/>
                          <a:latin typeface="Ubuntu" panose="020B0504030602030204" pitchFamily="34" charset="0"/>
                        </a:rPr>
                        <a:t>D1</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D2</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D3</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D4</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D5</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D1</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IN" sz="900" b="0" i="0" u="none" strike="noStrike" dirty="0">
                          <a:solidFill>
                            <a:srgbClr val="000000"/>
                          </a:solidFill>
                          <a:effectLst/>
                          <a:latin typeface="Ubuntu" panose="020B0504030602030204" pitchFamily="34" charset="0"/>
                        </a:rPr>
                        <a:t>D2</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IN" sz="900" b="0" i="0" u="none" strike="noStrike" dirty="0">
                          <a:solidFill>
                            <a:srgbClr val="000000"/>
                          </a:solidFill>
                          <a:effectLst/>
                          <a:latin typeface="Ubuntu" panose="020B0504030602030204" pitchFamily="34" charset="0"/>
                        </a:rPr>
                        <a:t>D3</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IN" sz="900" b="0" i="0" u="none" strike="noStrike" dirty="0">
                          <a:solidFill>
                            <a:srgbClr val="000000"/>
                          </a:solidFill>
                          <a:effectLst/>
                          <a:latin typeface="Ubuntu" panose="020B0504030602030204" pitchFamily="34" charset="0"/>
                        </a:rPr>
                        <a:t>D4</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IN" sz="900" b="0" i="0" u="none" strike="noStrike" dirty="0">
                          <a:solidFill>
                            <a:srgbClr val="000000"/>
                          </a:solidFill>
                          <a:effectLst/>
                          <a:latin typeface="Ubuntu" panose="020B0504030602030204" pitchFamily="34" charset="0"/>
                        </a:rPr>
                        <a:t>D5</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IN" sz="900" b="0" i="0" u="none" strike="noStrike" dirty="0">
                          <a:solidFill>
                            <a:srgbClr val="000000"/>
                          </a:solidFill>
                          <a:effectLst/>
                          <a:latin typeface="Ubuntu" panose="020B0504030602030204" pitchFamily="34" charset="0"/>
                        </a:rPr>
                        <a:t>D1</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D2</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D3</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D4</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D5</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D1</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IN" sz="900" b="0" i="0" u="none" strike="noStrike" dirty="0">
                          <a:solidFill>
                            <a:srgbClr val="000000"/>
                          </a:solidFill>
                          <a:effectLst/>
                          <a:latin typeface="Ubuntu" panose="020B0504030602030204" pitchFamily="34" charset="0"/>
                        </a:rPr>
                        <a:t>D2</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IN" sz="900" b="0" i="0" u="none" strike="noStrike" dirty="0">
                          <a:solidFill>
                            <a:srgbClr val="000000"/>
                          </a:solidFill>
                          <a:effectLst/>
                          <a:latin typeface="Ubuntu" panose="020B0504030602030204" pitchFamily="34" charset="0"/>
                        </a:rPr>
                        <a:t>D3</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IN" sz="900" b="0" i="0" u="none" strike="noStrike" dirty="0">
                          <a:solidFill>
                            <a:srgbClr val="000000"/>
                          </a:solidFill>
                          <a:effectLst/>
                          <a:latin typeface="Ubuntu" panose="020B0504030602030204" pitchFamily="34" charset="0"/>
                        </a:rPr>
                        <a:t>D4</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IN" sz="900" b="0" i="0" u="none" strike="noStrike" dirty="0">
                          <a:solidFill>
                            <a:srgbClr val="000000"/>
                          </a:solidFill>
                          <a:effectLst/>
                          <a:latin typeface="Ubuntu" panose="020B0504030602030204" pitchFamily="34" charset="0"/>
                        </a:rPr>
                        <a:t>D5</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IN" sz="900" b="0" i="0" u="none" strike="noStrike" dirty="0">
                          <a:solidFill>
                            <a:srgbClr val="000000"/>
                          </a:solidFill>
                          <a:effectLst/>
                          <a:latin typeface="Ubuntu" panose="020B0504030602030204" pitchFamily="34" charset="0"/>
                        </a:rPr>
                        <a:t>D1</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D2</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D3</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D4</a:t>
                      </a: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D5</a:t>
                      </a: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D1</a:t>
                      </a: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rgbClr val="F2F2F2"/>
                    </a:solidFill>
                  </a:tcPr>
                </a:tc>
                <a:tc>
                  <a:txBody>
                    <a:bodyPr/>
                    <a:lstStyle/>
                    <a:p>
                      <a:pPr algn="ctr" rtl="0" fontAlgn="ctr"/>
                      <a:r>
                        <a:rPr lang="en-IN" sz="900" b="0" i="0" u="none" strike="noStrike" dirty="0">
                          <a:solidFill>
                            <a:srgbClr val="000000"/>
                          </a:solidFill>
                          <a:effectLst/>
                          <a:latin typeface="Ubuntu" panose="020B0504030602030204" pitchFamily="34" charset="0"/>
                        </a:rPr>
                        <a:t>D2</a:t>
                      </a: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rgbClr val="F2F2F2"/>
                    </a:solidFill>
                  </a:tcPr>
                </a:tc>
                <a:tc>
                  <a:txBody>
                    <a:bodyPr/>
                    <a:lstStyle/>
                    <a:p>
                      <a:pPr algn="ctr" rtl="0" fontAlgn="ctr"/>
                      <a:r>
                        <a:rPr lang="en-IN" sz="900" b="0" i="0" u="none" strike="noStrike" dirty="0">
                          <a:solidFill>
                            <a:srgbClr val="000000"/>
                          </a:solidFill>
                          <a:effectLst/>
                          <a:latin typeface="Ubuntu" panose="020B0504030602030204" pitchFamily="34" charset="0"/>
                        </a:rPr>
                        <a:t>D3</a:t>
                      </a: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rgbClr val="F2F2F2"/>
                    </a:solidFill>
                  </a:tcPr>
                </a:tc>
                <a:tc>
                  <a:txBody>
                    <a:bodyPr/>
                    <a:lstStyle/>
                    <a:p>
                      <a:pPr algn="ctr" rtl="0" fontAlgn="ctr"/>
                      <a:r>
                        <a:rPr lang="en-IN" sz="900" b="0" i="0" u="none" strike="noStrike" dirty="0">
                          <a:solidFill>
                            <a:srgbClr val="000000"/>
                          </a:solidFill>
                          <a:effectLst/>
                          <a:latin typeface="Ubuntu" panose="020B0504030602030204" pitchFamily="34" charset="0"/>
                        </a:rPr>
                        <a:t>D4</a:t>
                      </a: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rgbClr val="F2F2F2"/>
                    </a:solidFill>
                  </a:tcPr>
                </a:tc>
                <a:tc>
                  <a:txBody>
                    <a:bodyPr/>
                    <a:lstStyle/>
                    <a:p>
                      <a:pPr algn="ctr" rtl="0" fontAlgn="ctr"/>
                      <a:r>
                        <a:rPr lang="en-IN" sz="900" b="0" i="0" u="none" strike="noStrike" dirty="0">
                          <a:solidFill>
                            <a:srgbClr val="000000"/>
                          </a:solidFill>
                          <a:effectLst/>
                          <a:latin typeface="Ubuntu" panose="020B0504030602030204" pitchFamily="34" charset="0"/>
                        </a:rPr>
                        <a:t>D5</a:t>
                      </a: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rgbClr val="F2F2F2"/>
                    </a:solidFill>
                  </a:tcPr>
                </a:tc>
                <a:tc>
                  <a:txBody>
                    <a:bodyPr/>
                    <a:lstStyle/>
                    <a:p>
                      <a:pPr algn="ctr" rtl="0" fontAlgn="ctr"/>
                      <a:r>
                        <a:rPr lang="en-IN" sz="900" b="0" i="0" u="none" strike="noStrike" dirty="0">
                          <a:solidFill>
                            <a:srgbClr val="000000"/>
                          </a:solidFill>
                          <a:effectLst/>
                          <a:latin typeface="Ubuntu" panose="020B0504030602030204" pitchFamily="34" charset="0"/>
                        </a:rPr>
                        <a:t>D1</a:t>
                      </a: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D2</a:t>
                      </a: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D3</a:t>
                      </a: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D4</a:t>
                      </a: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D5</a:t>
                      </a: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D1</a:t>
                      </a: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rgbClr val="F2F2F2"/>
                    </a:solidFill>
                  </a:tcPr>
                </a:tc>
                <a:tc>
                  <a:txBody>
                    <a:bodyPr/>
                    <a:lstStyle/>
                    <a:p>
                      <a:pPr algn="ctr" rtl="0" fontAlgn="ctr"/>
                      <a:r>
                        <a:rPr lang="en-IN" sz="900" b="0" i="0" u="none" strike="noStrike" dirty="0">
                          <a:solidFill>
                            <a:srgbClr val="000000"/>
                          </a:solidFill>
                          <a:effectLst/>
                          <a:latin typeface="Ubuntu" panose="020B0504030602030204" pitchFamily="34" charset="0"/>
                        </a:rPr>
                        <a:t>D2</a:t>
                      </a: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rgbClr val="F2F2F2"/>
                    </a:solidFill>
                  </a:tcPr>
                </a:tc>
                <a:tc>
                  <a:txBody>
                    <a:bodyPr/>
                    <a:lstStyle/>
                    <a:p>
                      <a:pPr algn="ctr" rtl="0" fontAlgn="ctr"/>
                      <a:r>
                        <a:rPr lang="en-IN" sz="900" b="0" i="0" u="none" strike="noStrike" dirty="0">
                          <a:solidFill>
                            <a:srgbClr val="000000"/>
                          </a:solidFill>
                          <a:effectLst/>
                          <a:latin typeface="Ubuntu" panose="020B0504030602030204" pitchFamily="34" charset="0"/>
                        </a:rPr>
                        <a:t>D3</a:t>
                      </a: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rgbClr val="F2F2F2"/>
                    </a:solidFill>
                  </a:tcPr>
                </a:tc>
                <a:tc>
                  <a:txBody>
                    <a:bodyPr/>
                    <a:lstStyle/>
                    <a:p>
                      <a:pPr algn="ctr" rtl="0" fontAlgn="ctr"/>
                      <a:r>
                        <a:rPr lang="en-IN" sz="900" b="0" i="0" u="none" strike="noStrike" dirty="0">
                          <a:solidFill>
                            <a:srgbClr val="000000"/>
                          </a:solidFill>
                          <a:effectLst/>
                          <a:latin typeface="Ubuntu" panose="020B0504030602030204" pitchFamily="34" charset="0"/>
                        </a:rPr>
                        <a:t>D4</a:t>
                      </a: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rgbClr val="F2F2F2"/>
                    </a:solidFill>
                  </a:tcPr>
                </a:tc>
                <a:tc>
                  <a:txBody>
                    <a:bodyPr/>
                    <a:lstStyle/>
                    <a:p>
                      <a:pPr algn="ctr" rtl="0" fontAlgn="ctr"/>
                      <a:r>
                        <a:rPr lang="en-IN" sz="900" b="0" i="0" u="none" strike="noStrike" dirty="0">
                          <a:solidFill>
                            <a:srgbClr val="000000"/>
                          </a:solidFill>
                          <a:effectLst/>
                          <a:latin typeface="Ubuntu" panose="020B0504030602030204" pitchFamily="34" charset="0"/>
                        </a:rPr>
                        <a:t>D5</a:t>
                      </a: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28575" cap="flat" cmpd="sng" algn="ctr">
                      <a:solidFill>
                        <a:schemeClr val="tx1">
                          <a:lumMod val="50000"/>
                          <a:lumOff val="50000"/>
                        </a:schemeClr>
                      </a:solidFill>
                      <a:prstDash val="solid"/>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2299989055"/>
                  </a:ext>
                </a:extLst>
              </a:tr>
              <a:tr h="1111579">
                <a:tc>
                  <a:txBody>
                    <a:bodyPr/>
                    <a:lstStyle/>
                    <a:p>
                      <a:r>
                        <a:rPr lang="en-IN" sz="1200" b="1" dirty="0">
                          <a:solidFill>
                            <a:schemeClr val="accent2">
                              <a:lumMod val="50000"/>
                            </a:schemeClr>
                          </a:solidFill>
                        </a:rPr>
                        <a:t>Planning &amp; Scoping</a:t>
                      </a:r>
                    </a:p>
                  </a:txBody>
                  <a:tcPr anchor="ctr">
                    <a:lnL w="28575" cap="flat" cmpd="sng" algn="ctr">
                      <a:solidFill>
                        <a:schemeClr val="bg1">
                          <a:lumMod val="65000"/>
                        </a:schemeClr>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solidFill>
                      <a:srgbClr val="CAE8AA"/>
                    </a:solidFill>
                  </a:tcPr>
                </a:tc>
                <a:tc>
                  <a:txBody>
                    <a:bodyPr/>
                    <a:lstStyle/>
                    <a:p>
                      <a:pPr algn="ctr"/>
                      <a:endParaRPr lang="en-IN" sz="1400" dirty="0"/>
                    </a:p>
                  </a:txBody>
                  <a:tcPr anchor="ctr">
                    <a:lnL w="38100" cap="flat" cmpd="sng" algn="ctr">
                      <a:solidFill>
                        <a:schemeClr val="bg1"/>
                      </a:solidFill>
                      <a:prstDash val="solid"/>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fontAlgn="ctr" latinLnBrk="0" hangingPunct="1"/>
                      <a:r>
                        <a:rPr lang="en-IN" sz="900" b="0" i="0" u="none" strike="noStrike" kern="1200" dirty="0">
                          <a:solidFill>
                            <a:srgbClr val="000000"/>
                          </a:solidFill>
                          <a:effectLst/>
                          <a:latin typeface="Ubuntu" panose="020B0504030602030204" pitchFamily="34" charset="0"/>
                          <a:ea typeface="+mn-ea"/>
                          <a:cs typeface="+mn-cs"/>
                        </a:rPr>
                        <a:t>`</a:t>
                      </a:r>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fontAlgn="ctr" latinLnBrk="0" hangingPunct="1"/>
                      <a:endParaRPr lang="en-IN" sz="900" b="0" i="0" u="none" strike="noStrike" kern="1200" dirty="0">
                        <a:solidFill>
                          <a:srgbClr val="000000"/>
                        </a:solidFill>
                        <a:effectLst/>
                        <a:latin typeface="Ubuntu" panose="020B0504030602030204" pitchFamily="34" charset="0"/>
                        <a:ea typeface="+mn-ea"/>
                        <a:cs typeface="+mn-cs"/>
                      </a:endParaRPr>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fontAlgn="ctr" latinLnBrk="0" hangingPunct="1"/>
                      <a:endParaRPr lang="en-IN" sz="900" b="0" i="0" u="none" strike="noStrike" kern="1200" dirty="0">
                        <a:solidFill>
                          <a:srgbClr val="000000"/>
                        </a:solidFill>
                        <a:effectLst/>
                        <a:latin typeface="Ubuntu" panose="020B0504030602030204" pitchFamily="34" charset="0"/>
                        <a:ea typeface="+mn-ea"/>
                        <a:cs typeface="+mn-cs"/>
                      </a:endParaRPr>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fontAlgn="ctr" latinLnBrk="0" hangingPunct="1"/>
                      <a:endParaRPr lang="en-IN" sz="900" b="0" i="0" u="none" strike="noStrike" kern="1200" dirty="0">
                        <a:solidFill>
                          <a:srgbClr val="000000"/>
                        </a:solidFill>
                        <a:effectLst/>
                        <a:latin typeface="Ubuntu" panose="020B0504030602030204" pitchFamily="34" charset="0"/>
                        <a:ea typeface="+mn-ea"/>
                        <a:cs typeface="+mn-cs"/>
                      </a:endParaRPr>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28575"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90990819"/>
                  </a:ext>
                </a:extLst>
              </a:tr>
              <a:tr h="11115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dirty="0">
                          <a:solidFill>
                            <a:schemeClr val="accent2">
                              <a:lumMod val="50000"/>
                            </a:schemeClr>
                          </a:solidFill>
                        </a:rPr>
                        <a:t>Requirements &amp; Clarifications </a:t>
                      </a:r>
                    </a:p>
                  </a:txBody>
                  <a:tcPr anchor="ctr">
                    <a:lnL w="28575" cap="flat" cmpd="sng" algn="ctr">
                      <a:solidFill>
                        <a:schemeClr val="bg1">
                          <a:lumMod val="65000"/>
                        </a:schemeClr>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solidFill>
                      <a:srgbClr val="CAE8AA"/>
                    </a:solidFill>
                  </a:tcPr>
                </a:tc>
                <a:tc>
                  <a:txBody>
                    <a:bodyPr/>
                    <a:lstStyle/>
                    <a:p>
                      <a:pPr algn="ctr"/>
                      <a:endParaRPr lang="en-IN" sz="1400" dirty="0"/>
                    </a:p>
                  </a:txBody>
                  <a:tcPr anchor="ctr">
                    <a:lnL w="38100" cap="flat" cmpd="sng" algn="ctr">
                      <a:solidFill>
                        <a:schemeClr val="bg1"/>
                      </a:solidFill>
                      <a:prstDash val="solid"/>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fontAlgn="ctr" latinLnBrk="0" hangingPunct="1"/>
                      <a:endParaRPr lang="en-IN" sz="900" b="0" i="0" u="none" strike="noStrike" kern="1200" dirty="0">
                        <a:solidFill>
                          <a:srgbClr val="000000"/>
                        </a:solidFill>
                        <a:effectLst/>
                        <a:latin typeface="Ubuntu" panose="020B0504030602030204" pitchFamily="34" charset="0"/>
                        <a:ea typeface="+mn-ea"/>
                        <a:cs typeface="+mn-cs"/>
                      </a:endParaRPr>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fontAlgn="ctr" latinLnBrk="0" hangingPunct="1"/>
                      <a:endParaRPr lang="en-IN" sz="900" b="0" i="0" u="none" strike="noStrike" kern="1200" dirty="0">
                        <a:solidFill>
                          <a:srgbClr val="000000"/>
                        </a:solidFill>
                        <a:effectLst/>
                        <a:latin typeface="Ubuntu" panose="020B0504030602030204" pitchFamily="34" charset="0"/>
                        <a:ea typeface="+mn-ea"/>
                        <a:cs typeface="+mn-cs"/>
                      </a:endParaRPr>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fontAlgn="ctr" latinLnBrk="0" hangingPunct="1"/>
                      <a:endParaRPr lang="en-IN" sz="900" b="0" i="0" u="none" strike="noStrike" kern="1200" dirty="0">
                        <a:solidFill>
                          <a:srgbClr val="000000"/>
                        </a:solidFill>
                        <a:effectLst/>
                        <a:latin typeface="Ubuntu" panose="020B0504030602030204" pitchFamily="34" charset="0"/>
                        <a:ea typeface="+mn-ea"/>
                        <a:cs typeface="+mn-cs"/>
                      </a:endParaRPr>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fontAlgn="ctr" latinLnBrk="0" hangingPunct="1"/>
                      <a:endParaRPr lang="en-IN" sz="900" b="0" i="0" u="none" strike="noStrike" kern="1200" dirty="0">
                        <a:solidFill>
                          <a:srgbClr val="000000"/>
                        </a:solidFill>
                        <a:effectLst/>
                        <a:latin typeface="Ubuntu" panose="020B0504030602030204" pitchFamily="34" charset="0"/>
                        <a:ea typeface="+mn-ea"/>
                        <a:cs typeface="+mn-cs"/>
                      </a:endParaRPr>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28575"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432914320"/>
                  </a:ext>
                </a:extLst>
              </a:tr>
              <a:tr h="11115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kern="1200" dirty="0">
                          <a:solidFill>
                            <a:schemeClr val="accent2">
                              <a:lumMod val="50000"/>
                            </a:schemeClr>
                          </a:solidFill>
                          <a:latin typeface="+mn-lt"/>
                          <a:ea typeface="+mn-ea"/>
                          <a:cs typeface="+mn-cs"/>
                        </a:rPr>
                        <a:t>Gap Analysis</a:t>
                      </a:r>
                    </a:p>
                  </a:txBody>
                  <a:tcPr anchor="ctr">
                    <a:lnL w="28575" cap="flat" cmpd="sng" algn="ctr">
                      <a:solidFill>
                        <a:schemeClr val="bg1">
                          <a:lumMod val="65000"/>
                        </a:schemeClr>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solidFill>
                      <a:srgbClr val="CAE8AA"/>
                    </a:solidFill>
                  </a:tcPr>
                </a:tc>
                <a:tc>
                  <a:txBody>
                    <a:bodyPr/>
                    <a:lstStyle/>
                    <a:p>
                      <a:pPr algn="ctr"/>
                      <a:endParaRPr lang="en-IN" sz="1400" dirty="0"/>
                    </a:p>
                  </a:txBody>
                  <a:tcPr anchor="ctr">
                    <a:lnL w="38100" cap="flat" cmpd="sng" algn="ctr">
                      <a:solidFill>
                        <a:schemeClr val="bg1"/>
                      </a:solidFill>
                      <a:prstDash val="solid"/>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fontAlgn="ctr" latinLnBrk="0" hangingPunct="1"/>
                      <a:endParaRPr lang="en-IN" sz="900" b="0" i="0" u="none" strike="noStrike" kern="1200" dirty="0">
                        <a:solidFill>
                          <a:srgbClr val="000000"/>
                        </a:solidFill>
                        <a:effectLst/>
                        <a:latin typeface="Ubuntu" panose="020B0504030602030204" pitchFamily="34" charset="0"/>
                        <a:ea typeface="+mn-ea"/>
                        <a:cs typeface="+mn-cs"/>
                      </a:endParaRPr>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fontAlgn="ctr" latinLnBrk="0" hangingPunct="1"/>
                      <a:endParaRPr lang="en-IN" sz="900" b="0" i="0" u="none" strike="noStrike" kern="1200" dirty="0">
                        <a:solidFill>
                          <a:srgbClr val="000000"/>
                        </a:solidFill>
                        <a:effectLst/>
                        <a:latin typeface="Ubuntu" panose="020B0504030602030204" pitchFamily="34" charset="0"/>
                        <a:ea typeface="+mn-ea"/>
                        <a:cs typeface="+mn-cs"/>
                      </a:endParaRPr>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fontAlgn="ctr" latinLnBrk="0" hangingPunct="1"/>
                      <a:endParaRPr lang="en-IN" sz="900" b="0" i="0" u="none" strike="noStrike" kern="1200" dirty="0">
                        <a:solidFill>
                          <a:srgbClr val="000000"/>
                        </a:solidFill>
                        <a:effectLst/>
                        <a:latin typeface="Ubuntu" panose="020B0504030602030204" pitchFamily="34" charset="0"/>
                        <a:ea typeface="+mn-ea"/>
                        <a:cs typeface="+mn-cs"/>
                      </a:endParaRPr>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fontAlgn="ctr" latinLnBrk="0" hangingPunct="1"/>
                      <a:endParaRPr lang="en-IN" sz="900" b="0" i="0" u="none" strike="noStrike" kern="1200" dirty="0">
                        <a:solidFill>
                          <a:srgbClr val="000000"/>
                        </a:solidFill>
                        <a:effectLst/>
                        <a:latin typeface="Ubuntu" panose="020B0504030602030204" pitchFamily="34" charset="0"/>
                        <a:ea typeface="+mn-ea"/>
                        <a:cs typeface="+mn-cs"/>
                      </a:endParaRPr>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28575"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616326062"/>
                  </a:ext>
                </a:extLst>
              </a:tr>
              <a:tr h="11115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kern="1200" dirty="0">
                          <a:solidFill>
                            <a:schemeClr val="accent2">
                              <a:lumMod val="50000"/>
                            </a:schemeClr>
                          </a:solidFill>
                          <a:latin typeface="+mn-lt"/>
                          <a:ea typeface="+mn-ea"/>
                          <a:cs typeface="+mn-cs"/>
                        </a:rPr>
                        <a:t>Review &amp; Signoff</a:t>
                      </a:r>
                    </a:p>
                  </a:txBody>
                  <a:tcPr anchor="ctr">
                    <a:lnL w="28575" cap="flat" cmpd="sng" algn="ctr">
                      <a:solidFill>
                        <a:schemeClr val="bg1">
                          <a:lumMod val="65000"/>
                        </a:schemeClr>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solidFill>
                      <a:srgbClr val="CAE8AA"/>
                    </a:solidFill>
                  </a:tcPr>
                </a:tc>
                <a:tc>
                  <a:txBody>
                    <a:bodyPr/>
                    <a:lstStyle/>
                    <a:p>
                      <a:pPr algn="ctr"/>
                      <a:endParaRPr lang="en-IN" sz="1400" dirty="0"/>
                    </a:p>
                  </a:txBody>
                  <a:tcPr anchor="ctr">
                    <a:lnL w="38100" cap="flat" cmpd="sng" algn="ctr">
                      <a:solidFill>
                        <a:schemeClr val="bg1"/>
                      </a:solidFill>
                      <a:prstDash val="solid"/>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28575"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540475723"/>
                  </a:ext>
                </a:extLst>
              </a:tr>
            </a:tbl>
          </a:graphicData>
        </a:graphic>
      </p:graphicFrame>
      <p:sp>
        <p:nvSpPr>
          <p:cNvPr id="5" name="Arrow: Pentagon 4">
            <a:extLst>
              <a:ext uri="{FF2B5EF4-FFF2-40B4-BE49-F238E27FC236}">
                <a16:creationId xmlns:a16="http://schemas.microsoft.com/office/drawing/2014/main" id="{55C81F9F-6472-48DE-9AE2-BB8EADF3306C}"/>
              </a:ext>
            </a:extLst>
          </p:cNvPr>
          <p:cNvSpPr/>
          <p:nvPr/>
        </p:nvSpPr>
        <p:spPr>
          <a:xfrm>
            <a:off x="1642532" y="1560286"/>
            <a:ext cx="821268" cy="347133"/>
          </a:xfrm>
          <a:prstGeom prst="homePlate">
            <a:avLst/>
          </a:prstGeom>
          <a:solidFill>
            <a:schemeClr val="accent2">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700" dirty="0">
                <a:solidFill>
                  <a:schemeClr val="tx1"/>
                </a:solidFill>
              </a:rPr>
              <a:t>Stakeholder identification &amp; Alignment </a:t>
            </a:r>
          </a:p>
        </p:txBody>
      </p:sp>
      <p:sp>
        <p:nvSpPr>
          <p:cNvPr id="6" name="Arrow: Pentagon 5">
            <a:extLst>
              <a:ext uri="{FF2B5EF4-FFF2-40B4-BE49-F238E27FC236}">
                <a16:creationId xmlns:a16="http://schemas.microsoft.com/office/drawing/2014/main" id="{95D9F2BB-8D2F-40FE-8330-7CA871A6A292}"/>
              </a:ext>
            </a:extLst>
          </p:cNvPr>
          <p:cNvSpPr/>
          <p:nvPr/>
        </p:nvSpPr>
        <p:spPr>
          <a:xfrm>
            <a:off x="1642532" y="2010318"/>
            <a:ext cx="821266" cy="219647"/>
          </a:xfrm>
          <a:prstGeom prst="homePlate">
            <a:avLst/>
          </a:prstGeom>
          <a:solidFill>
            <a:schemeClr val="accent2">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700" dirty="0">
                <a:solidFill>
                  <a:schemeClr val="tx1"/>
                </a:solidFill>
              </a:rPr>
              <a:t>Workshop</a:t>
            </a:r>
          </a:p>
          <a:p>
            <a:pPr algn="ctr"/>
            <a:r>
              <a:rPr lang="en-IN" sz="700" dirty="0">
                <a:solidFill>
                  <a:schemeClr val="tx1"/>
                </a:solidFill>
              </a:rPr>
              <a:t>Planning</a:t>
            </a:r>
          </a:p>
        </p:txBody>
      </p:sp>
      <p:sp>
        <p:nvSpPr>
          <p:cNvPr id="7" name="Arrow: Pentagon 6">
            <a:extLst>
              <a:ext uri="{FF2B5EF4-FFF2-40B4-BE49-F238E27FC236}">
                <a16:creationId xmlns:a16="http://schemas.microsoft.com/office/drawing/2014/main" id="{1F68D9BF-C085-40E6-926D-E5736E23C605}"/>
              </a:ext>
            </a:extLst>
          </p:cNvPr>
          <p:cNvSpPr/>
          <p:nvPr/>
        </p:nvSpPr>
        <p:spPr>
          <a:xfrm>
            <a:off x="1837267" y="2320248"/>
            <a:ext cx="1684865" cy="271610"/>
          </a:xfrm>
          <a:prstGeom prst="homePlate">
            <a:avLst/>
          </a:prstGeom>
          <a:solidFill>
            <a:schemeClr val="accent2">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700" dirty="0">
                <a:solidFill>
                  <a:schemeClr val="tx1"/>
                </a:solidFill>
              </a:rPr>
              <a:t>As-Is Documents Collection</a:t>
            </a:r>
          </a:p>
        </p:txBody>
      </p:sp>
      <p:sp>
        <p:nvSpPr>
          <p:cNvPr id="9" name="Oval 8">
            <a:extLst>
              <a:ext uri="{FF2B5EF4-FFF2-40B4-BE49-F238E27FC236}">
                <a16:creationId xmlns:a16="http://schemas.microsoft.com/office/drawing/2014/main" id="{31F3C3BD-26C3-458B-A41F-EA4A9737A0B6}"/>
              </a:ext>
            </a:extLst>
          </p:cNvPr>
          <p:cNvSpPr/>
          <p:nvPr/>
        </p:nvSpPr>
        <p:spPr>
          <a:xfrm>
            <a:off x="2463798" y="1672040"/>
            <a:ext cx="108000" cy="1080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10" name="TextBox 9">
            <a:extLst>
              <a:ext uri="{FF2B5EF4-FFF2-40B4-BE49-F238E27FC236}">
                <a16:creationId xmlns:a16="http://schemas.microsoft.com/office/drawing/2014/main" id="{054AD84B-BDC5-4A3D-B239-8BC22AB99B4D}"/>
              </a:ext>
            </a:extLst>
          </p:cNvPr>
          <p:cNvSpPr txBox="1"/>
          <p:nvPr/>
        </p:nvSpPr>
        <p:spPr>
          <a:xfrm>
            <a:off x="2667000" y="1933189"/>
            <a:ext cx="660758" cy="338554"/>
          </a:xfrm>
          <a:prstGeom prst="rect">
            <a:avLst/>
          </a:prstGeom>
          <a:noFill/>
        </p:spPr>
        <p:txBody>
          <a:bodyPr wrap="none" rtlCol="0">
            <a:spAutoFit/>
          </a:bodyPr>
          <a:lstStyle/>
          <a:p>
            <a:r>
              <a:rPr lang="en-IN" sz="800" dirty="0"/>
              <a:t>Scoping </a:t>
            </a:r>
          </a:p>
          <a:p>
            <a:r>
              <a:rPr lang="en-IN" sz="800" dirty="0"/>
              <a:t>Workshop</a:t>
            </a:r>
          </a:p>
        </p:txBody>
      </p:sp>
      <p:cxnSp>
        <p:nvCxnSpPr>
          <p:cNvPr id="12" name="Straight Arrow Connector 11">
            <a:extLst>
              <a:ext uri="{FF2B5EF4-FFF2-40B4-BE49-F238E27FC236}">
                <a16:creationId xmlns:a16="http://schemas.microsoft.com/office/drawing/2014/main" id="{F2587042-E72D-4F92-A1BB-782214064410}"/>
              </a:ext>
            </a:extLst>
          </p:cNvPr>
          <p:cNvCxnSpPr>
            <a:cxnSpLocks/>
            <a:stCxn id="10" idx="0"/>
            <a:endCxn id="9" idx="5"/>
          </p:cNvCxnSpPr>
          <p:nvPr/>
        </p:nvCxnSpPr>
        <p:spPr>
          <a:xfrm flipH="1" flipV="1">
            <a:off x="2555982" y="1764224"/>
            <a:ext cx="441397" cy="1689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Arrow: Pentagon 14">
            <a:extLst>
              <a:ext uri="{FF2B5EF4-FFF2-40B4-BE49-F238E27FC236}">
                <a16:creationId xmlns:a16="http://schemas.microsoft.com/office/drawing/2014/main" id="{0A097FFB-D0E7-4EAA-A26A-11E8014878AC}"/>
              </a:ext>
            </a:extLst>
          </p:cNvPr>
          <p:cNvSpPr/>
          <p:nvPr/>
        </p:nvSpPr>
        <p:spPr>
          <a:xfrm>
            <a:off x="2666999" y="2810090"/>
            <a:ext cx="2116668" cy="196771"/>
          </a:xfrm>
          <a:prstGeom prst="homePlate">
            <a:avLst/>
          </a:prstGeom>
          <a:solidFill>
            <a:schemeClr val="accent2">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700" dirty="0">
                <a:solidFill>
                  <a:schemeClr val="tx1"/>
                </a:solidFill>
              </a:rPr>
              <a:t>As- Is artifacts review </a:t>
            </a:r>
          </a:p>
        </p:txBody>
      </p:sp>
      <p:sp>
        <p:nvSpPr>
          <p:cNvPr id="16" name="Arrow: Pentagon 15">
            <a:extLst>
              <a:ext uri="{FF2B5EF4-FFF2-40B4-BE49-F238E27FC236}">
                <a16:creationId xmlns:a16="http://schemas.microsoft.com/office/drawing/2014/main" id="{1281783C-1D9D-47ED-BE63-ED96CFC17436}"/>
              </a:ext>
            </a:extLst>
          </p:cNvPr>
          <p:cNvSpPr/>
          <p:nvPr/>
        </p:nvSpPr>
        <p:spPr>
          <a:xfrm>
            <a:off x="4157133" y="3255553"/>
            <a:ext cx="3395134" cy="242320"/>
          </a:xfrm>
          <a:prstGeom prst="homePlate">
            <a:avLst/>
          </a:prstGeom>
          <a:solidFill>
            <a:schemeClr val="accent2">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700" dirty="0">
                <a:solidFill>
                  <a:schemeClr val="tx1"/>
                </a:solidFill>
              </a:rPr>
              <a:t>Planned Workshops for Clarifications &amp; Pain point discussions, Ad-hoc sessions</a:t>
            </a:r>
          </a:p>
        </p:txBody>
      </p:sp>
      <p:sp>
        <p:nvSpPr>
          <p:cNvPr id="20" name="Oval 19">
            <a:extLst>
              <a:ext uri="{FF2B5EF4-FFF2-40B4-BE49-F238E27FC236}">
                <a16:creationId xmlns:a16="http://schemas.microsoft.com/office/drawing/2014/main" id="{815185AE-5AC2-43AD-AD5E-C9AE7C1AB62B}"/>
              </a:ext>
            </a:extLst>
          </p:cNvPr>
          <p:cNvSpPr/>
          <p:nvPr/>
        </p:nvSpPr>
        <p:spPr>
          <a:xfrm>
            <a:off x="4766736" y="2848904"/>
            <a:ext cx="108000" cy="1080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21" name="TextBox 20">
            <a:extLst>
              <a:ext uri="{FF2B5EF4-FFF2-40B4-BE49-F238E27FC236}">
                <a16:creationId xmlns:a16="http://schemas.microsoft.com/office/drawing/2014/main" id="{16FF67B8-E8B4-49B9-A623-C710E448412E}"/>
              </a:ext>
            </a:extLst>
          </p:cNvPr>
          <p:cNvSpPr txBox="1"/>
          <p:nvPr/>
        </p:nvSpPr>
        <p:spPr>
          <a:xfrm>
            <a:off x="4858920" y="2376414"/>
            <a:ext cx="1306768" cy="215444"/>
          </a:xfrm>
          <a:prstGeom prst="rect">
            <a:avLst/>
          </a:prstGeom>
          <a:noFill/>
        </p:spPr>
        <p:txBody>
          <a:bodyPr wrap="none" rtlCol="0">
            <a:spAutoFit/>
          </a:bodyPr>
          <a:lstStyle/>
          <a:p>
            <a:r>
              <a:rPr lang="en-IN" sz="800" dirty="0"/>
              <a:t>As- Is review Completed</a:t>
            </a:r>
          </a:p>
        </p:txBody>
      </p:sp>
      <p:cxnSp>
        <p:nvCxnSpPr>
          <p:cNvPr id="22" name="Straight Arrow Connector 21">
            <a:extLst>
              <a:ext uri="{FF2B5EF4-FFF2-40B4-BE49-F238E27FC236}">
                <a16:creationId xmlns:a16="http://schemas.microsoft.com/office/drawing/2014/main" id="{4973F797-B931-4A8F-803A-920216360826}"/>
              </a:ext>
            </a:extLst>
          </p:cNvPr>
          <p:cNvCxnSpPr>
            <a:cxnSpLocks/>
            <a:endCxn id="20" idx="7"/>
          </p:cNvCxnSpPr>
          <p:nvPr/>
        </p:nvCxnSpPr>
        <p:spPr>
          <a:xfrm flipH="1">
            <a:off x="4858920" y="2565029"/>
            <a:ext cx="221080" cy="2996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A3037D6A-FF69-433F-8250-6EBE968843D4}"/>
              </a:ext>
            </a:extLst>
          </p:cNvPr>
          <p:cNvSpPr/>
          <p:nvPr/>
        </p:nvSpPr>
        <p:spPr>
          <a:xfrm>
            <a:off x="7498267" y="3339977"/>
            <a:ext cx="108000" cy="1080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25" name="TextBox 24">
            <a:extLst>
              <a:ext uri="{FF2B5EF4-FFF2-40B4-BE49-F238E27FC236}">
                <a16:creationId xmlns:a16="http://schemas.microsoft.com/office/drawing/2014/main" id="{367C1FD9-D975-4FFB-8B62-1220EF49855B}"/>
              </a:ext>
            </a:extLst>
          </p:cNvPr>
          <p:cNvSpPr txBox="1"/>
          <p:nvPr/>
        </p:nvSpPr>
        <p:spPr>
          <a:xfrm>
            <a:off x="7144065" y="2914790"/>
            <a:ext cx="1838965" cy="215444"/>
          </a:xfrm>
          <a:prstGeom prst="rect">
            <a:avLst/>
          </a:prstGeom>
          <a:noFill/>
        </p:spPr>
        <p:txBody>
          <a:bodyPr wrap="none" rtlCol="0">
            <a:spAutoFit/>
          </a:bodyPr>
          <a:lstStyle/>
          <a:p>
            <a:r>
              <a:rPr lang="en-IN" sz="800" dirty="0"/>
              <a:t>Clarification Workshops Completed</a:t>
            </a:r>
          </a:p>
        </p:txBody>
      </p:sp>
      <p:cxnSp>
        <p:nvCxnSpPr>
          <p:cNvPr id="26" name="Straight Arrow Connector 25">
            <a:extLst>
              <a:ext uri="{FF2B5EF4-FFF2-40B4-BE49-F238E27FC236}">
                <a16:creationId xmlns:a16="http://schemas.microsoft.com/office/drawing/2014/main" id="{236CD132-4902-44D7-8AEE-87D72C039D96}"/>
              </a:ext>
            </a:extLst>
          </p:cNvPr>
          <p:cNvCxnSpPr>
            <a:cxnSpLocks/>
            <a:endCxn id="24" idx="7"/>
          </p:cNvCxnSpPr>
          <p:nvPr/>
        </p:nvCxnSpPr>
        <p:spPr>
          <a:xfrm flipH="1">
            <a:off x="7590451" y="3149831"/>
            <a:ext cx="127940" cy="205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Arrow: Pentagon 29">
            <a:extLst>
              <a:ext uri="{FF2B5EF4-FFF2-40B4-BE49-F238E27FC236}">
                <a16:creationId xmlns:a16="http://schemas.microsoft.com/office/drawing/2014/main" id="{E6DD63DC-9D92-469E-BB4E-B1F0573ACC7A}"/>
              </a:ext>
            </a:extLst>
          </p:cNvPr>
          <p:cNvSpPr/>
          <p:nvPr/>
        </p:nvSpPr>
        <p:spPr>
          <a:xfrm>
            <a:off x="6096000" y="3781748"/>
            <a:ext cx="3141142" cy="224617"/>
          </a:xfrm>
          <a:prstGeom prst="homePlate">
            <a:avLst/>
          </a:prstGeom>
          <a:solidFill>
            <a:schemeClr val="accent2">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700" dirty="0">
                <a:solidFill>
                  <a:schemeClr val="tx1"/>
                </a:solidFill>
              </a:rPr>
              <a:t>Gap Analysis</a:t>
            </a:r>
          </a:p>
        </p:txBody>
      </p:sp>
      <p:sp>
        <p:nvSpPr>
          <p:cNvPr id="31" name="Arrow: Pentagon 30">
            <a:extLst>
              <a:ext uri="{FF2B5EF4-FFF2-40B4-BE49-F238E27FC236}">
                <a16:creationId xmlns:a16="http://schemas.microsoft.com/office/drawing/2014/main" id="{CD6F3E4E-257C-42BB-8045-2B7D52C0173A}"/>
              </a:ext>
            </a:extLst>
          </p:cNvPr>
          <p:cNvSpPr/>
          <p:nvPr/>
        </p:nvSpPr>
        <p:spPr>
          <a:xfrm>
            <a:off x="7552268" y="4088508"/>
            <a:ext cx="2319866" cy="228608"/>
          </a:xfrm>
          <a:prstGeom prst="homePlate">
            <a:avLst/>
          </a:prstGeom>
          <a:solidFill>
            <a:schemeClr val="accent2">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700" dirty="0">
                <a:solidFill>
                  <a:schemeClr val="tx1"/>
                </a:solidFill>
              </a:rPr>
              <a:t>Assessment Report Preparation</a:t>
            </a:r>
          </a:p>
        </p:txBody>
      </p:sp>
      <p:sp>
        <p:nvSpPr>
          <p:cNvPr id="32" name="Oval 31">
            <a:extLst>
              <a:ext uri="{FF2B5EF4-FFF2-40B4-BE49-F238E27FC236}">
                <a16:creationId xmlns:a16="http://schemas.microsoft.com/office/drawing/2014/main" id="{9FEF13CB-2577-4531-8300-B26E632F81CC}"/>
              </a:ext>
            </a:extLst>
          </p:cNvPr>
          <p:cNvSpPr/>
          <p:nvPr/>
        </p:nvSpPr>
        <p:spPr>
          <a:xfrm>
            <a:off x="9186343" y="3839513"/>
            <a:ext cx="108000" cy="1080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cxnSp>
        <p:nvCxnSpPr>
          <p:cNvPr id="33" name="Straight Arrow Connector 32">
            <a:extLst>
              <a:ext uri="{FF2B5EF4-FFF2-40B4-BE49-F238E27FC236}">
                <a16:creationId xmlns:a16="http://schemas.microsoft.com/office/drawing/2014/main" id="{5645C907-A7D2-4546-AF79-BDD79FA6BB0E}"/>
              </a:ext>
            </a:extLst>
          </p:cNvPr>
          <p:cNvCxnSpPr>
            <a:cxnSpLocks/>
          </p:cNvCxnSpPr>
          <p:nvPr/>
        </p:nvCxnSpPr>
        <p:spPr>
          <a:xfrm flipH="1">
            <a:off x="9294343" y="3678767"/>
            <a:ext cx="127940" cy="205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A57872E6-47AB-41D0-87EE-C20E67491C23}"/>
              </a:ext>
            </a:extLst>
          </p:cNvPr>
          <p:cNvSpPr txBox="1"/>
          <p:nvPr/>
        </p:nvSpPr>
        <p:spPr>
          <a:xfrm>
            <a:off x="9017000" y="3483075"/>
            <a:ext cx="1342034" cy="215444"/>
          </a:xfrm>
          <a:prstGeom prst="rect">
            <a:avLst/>
          </a:prstGeom>
          <a:noFill/>
        </p:spPr>
        <p:txBody>
          <a:bodyPr wrap="none" rtlCol="0">
            <a:spAutoFit/>
          </a:bodyPr>
          <a:lstStyle/>
          <a:p>
            <a:r>
              <a:rPr lang="en-IN" sz="800" dirty="0"/>
              <a:t>Gap Analysis- Completed</a:t>
            </a:r>
          </a:p>
        </p:txBody>
      </p:sp>
      <p:sp>
        <p:nvSpPr>
          <p:cNvPr id="36" name="Arrow: Pentagon 35">
            <a:extLst>
              <a:ext uri="{FF2B5EF4-FFF2-40B4-BE49-F238E27FC236}">
                <a16:creationId xmlns:a16="http://schemas.microsoft.com/office/drawing/2014/main" id="{259F6C82-0571-40C4-8231-3F9F724083C8}"/>
              </a:ext>
            </a:extLst>
          </p:cNvPr>
          <p:cNvSpPr/>
          <p:nvPr/>
        </p:nvSpPr>
        <p:spPr>
          <a:xfrm>
            <a:off x="9872133" y="4405519"/>
            <a:ext cx="1058335" cy="448300"/>
          </a:xfrm>
          <a:prstGeom prst="homePlate">
            <a:avLst/>
          </a:prstGeom>
          <a:solidFill>
            <a:schemeClr val="accent2">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IN" sz="700" dirty="0">
                <a:solidFill>
                  <a:schemeClr val="tx1"/>
                </a:solidFill>
              </a:rPr>
              <a:t>Assessment Report Walkthrough, Updates  &amp; Submission</a:t>
            </a:r>
          </a:p>
        </p:txBody>
      </p:sp>
      <p:sp>
        <p:nvSpPr>
          <p:cNvPr id="37" name="Oval 36">
            <a:extLst>
              <a:ext uri="{FF2B5EF4-FFF2-40B4-BE49-F238E27FC236}">
                <a16:creationId xmlns:a16="http://schemas.microsoft.com/office/drawing/2014/main" id="{3169D25E-2252-4346-958D-D1F9D1B3C9B0}"/>
              </a:ext>
            </a:extLst>
          </p:cNvPr>
          <p:cNvSpPr/>
          <p:nvPr/>
        </p:nvSpPr>
        <p:spPr>
          <a:xfrm>
            <a:off x="10893400" y="4574015"/>
            <a:ext cx="108000" cy="1080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cxnSp>
        <p:nvCxnSpPr>
          <p:cNvPr id="38" name="Straight Arrow Connector 37">
            <a:extLst>
              <a:ext uri="{FF2B5EF4-FFF2-40B4-BE49-F238E27FC236}">
                <a16:creationId xmlns:a16="http://schemas.microsoft.com/office/drawing/2014/main" id="{1955F092-38D1-4952-AC77-2BC33EF295E6}"/>
              </a:ext>
            </a:extLst>
          </p:cNvPr>
          <p:cNvCxnSpPr>
            <a:cxnSpLocks/>
          </p:cNvCxnSpPr>
          <p:nvPr/>
        </p:nvCxnSpPr>
        <p:spPr>
          <a:xfrm flipH="1">
            <a:off x="10966422" y="4363008"/>
            <a:ext cx="127940" cy="205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8A3A4905-5B1B-43CC-BCE4-205355D2F12B}"/>
              </a:ext>
            </a:extLst>
          </p:cNvPr>
          <p:cNvSpPr txBox="1"/>
          <p:nvPr/>
        </p:nvSpPr>
        <p:spPr>
          <a:xfrm>
            <a:off x="10697147" y="3790260"/>
            <a:ext cx="950335" cy="584775"/>
          </a:xfrm>
          <a:prstGeom prst="rect">
            <a:avLst/>
          </a:prstGeom>
          <a:noFill/>
        </p:spPr>
        <p:txBody>
          <a:bodyPr wrap="square" rtlCol="0">
            <a:spAutoFit/>
          </a:bodyPr>
          <a:lstStyle/>
          <a:p>
            <a:r>
              <a:rPr lang="en-IN" sz="800" dirty="0"/>
              <a:t>Assessment report submitted for review</a:t>
            </a:r>
          </a:p>
        </p:txBody>
      </p:sp>
      <p:sp>
        <p:nvSpPr>
          <p:cNvPr id="40" name="Arrow: Pentagon 39">
            <a:extLst>
              <a:ext uri="{FF2B5EF4-FFF2-40B4-BE49-F238E27FC236}">
                <a16:creationId xmlns:a16="http://schemas.microsoft.com/office/drawing/2014/main" id="{76794C62-8D1E-467D-8406-12F015F8315B}"/>
              </a:ext>
            </a:extLst>
          </p:cNvPr>
          <p:cNvSpPr/>
          <p:nvPr/>
        </p:nvSpPr>
        <p:spPr>
          <a:xfrm>
            <a:off x="10947401" y="4977861"/>
            <a:ext cx="700082" cy="584774"/>
          </a:xfrm>
          <a:prstGeom prst="homePlate">
            <a:avLst/>
          </a:prstGeom>
          <a:solidFill>
            <a:schemeClr val="accent2">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IN" sz="700" dirty="0">
                <a:solidFill>
                  <a:schemeClr val="tx1"/>
                </a:solidFill>
              </a:rPr>
              <a:t>Review, clarifications &amp; Updates</a:t>
            </a:r>
          </a:p>
        </p:txBody>
      </p:sp>
      <p:sp>
        <p:nvSpPr>
          <p:cNvPr id="42" name="Oval 41">
            <a:extLst>
              <a:ext uri="{FF2B5EF4-FFF2-40B4-BE49-F238E27FC236}">
                <a16:creationId xmlns:a16="http://schemas.microsoft.com/office/drawing/2014/main" id="{FCA5730F-AD14-4E12-BDB6-42CB45FEE4F5}"/>
              </a:ext>
            </a:extLst>
          </p:cNvPr>
          <p:cNvSpPr/>
          <p:nvPr/>
        </p:nvSpPr>
        <p:spPr>
          <a:xfrm>
            <a:off x="11662154" y="5167267"/>
            <a:ext cx="214867" cy="205961"/>
          </a:xfrm>
          <a:prstGeom prst="ellipse">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43" name="TextBox 42">
            <a:extLst>
              <a:ext uri="{FF2B5EF4-FFF2-40B4-BE49-F238E27FC236}">
                <a16:creationId xmlns:a16="http://schemas.microsoft.com/office/drawing/2014/main" id="{133EBE0B-BBAF-4877-A655-DEF52C5E0F23}"/>
              </a:ext>
            </a:extLst>
          </p:cNvPr>
          <p:cNvSpPr txBox="1"/>
          <p:nvPr/>
        </p:nvSpPr>
        <p:spPr>
          <a:xfrm>
            <a:off x="11429247" y="4322261"/>
            <a:ext cx="780981" cy="461665"/>
          </a:xfrm>
          <a:prstGeom prst="rect">
            <a:avLst/>
          </a:prstGeom>
          <a:noFill/>
        </p:spPr>
        <p:txBody>
          <a:bodyPr wrap="square" rtlCol="0">
            <a:spAutoFit/>
          </a:bodyPr>
          <a:lstStyle/>
          <a:p>
            <a:r>
              <a:rPr lang="en-IN" sz="800" b="1" dirty="0"/>
              <a:t>Sign-Off &amp; Project closure</a:t>
            </a:r>
          </a:p>
        </p:txBody>
      </p:sp>
      <p:cxnSp>
        <p:nvCxnSpPr>
          <p:cNvPr id="44" name="Straight Arrow Connector 43">
            <a:extLst>
              <a:ext uri="{FF2B5EF4-FFF2-40B4-BE49-F238E27FC236}">
                <a16:creationId xmlns:a16="http://schemas.microsoft.com/office/drawing/2014/main" id="{CD2EADC0-122E-498F-9CCD-0E9FD7F6DBBE}"/>
              </a:ext>
            </a:extLst>
          </p:cNvPr>
          <p:cNvCxnSpPr>
            <a:cxnSpLocks/>
            <a:stCxn id="43" idx="2"/>
          </p:cNvCxnSpPr>
          <p:nvPr/>
        </p:nvCxnSpPr>
        <p:spPr>
          <a:xfrm flipH="1">
            <a:off x="11765979" y="4783926"/>
            <a:ext cx="53759" cy="383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Isosceles Triangle 46">
            <a:extLst>
              <a:ext uri="{FF2B5EF4-FFF2-40B4-BE49-F238E27FC236}">
                <a16:creationId xmlns:a16="http://schemas.microsoft.com/office/drawing/2014/main" id="{397D6EC9-F8E4-4ED2-82E2-21B313D5037E}"/>
              </a:ext>
            </a:extLst>
          </p:cNvPr>
          <p:cNvSpPr/>
          <p:nvPr/>
        </p:nvSpPr>
        <p:spPr>
          <a:xfrm>
            <a:off x="11662154" y="5669074"/>
            <a:ext cx="360492" cy="256110"/>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48" name="TextBox 47">
            <a:extLst>
              <a:ext uri="{FF2B5EF4-FFF2-40B4-BE49-F238E27FC236}">
                <a16:creationId xmlns:a16="http://schemas.microsoft.com/office/drawing/2014/main" id="{31846A0E-C11F-4965-A241-3B005E53F125}"/>
              </a:ext>
            </a:extLst>
          </p:cNvPr>
          <p:cNvSpPr txBox="1"/>
          <p:nvPr/>
        </p:nvSpPr>
        <p:spPr>
          <a:xfrm>
            <a:off x="10281394" y="5681400"/>
            <a:ext cx="1497995" cy="215444"/>
          </a:xfrm>
          <a:prstGeom prst="rect">
            <a:avLst/>
          </a:prstGeom>
          <a:noFill/>
        </p:spPr>
        <p:txBody>
          <a:bodyPr wrap="square" rtlCol="0">
            <a:spAutoFit/>
          </a:bodyPr>
          <a:lstStyle/>
          <a:p>
            <a:r>
              <a:rPr lang="en-IN" sz="800" b="1" dirty="0"/>
              <a:t>Discussions on Next-Steps</a:t>
            </a:r>
          </a:p>
        </p:txBody>
      </p:sp>
      <p:sp>
        <p:nvSpPr>
          <p:cNvPr id="49" name="Rectangle 48">
            <a:extLst>
              <a:ext uri="{FF2B5EF4-FFF2-40B4-BE49-F238E27FC236}">
                <a16:creationId xmlns:a16="http://schemas.microsoft.com/office/drawing/2014/main" id="{F87902D5-DBA6-4188-902C-A388B10F4447}"/>
              </a:ext>
            </a:extLst>
          </p:cNvPr>
          <p:cNvSpPr/>
          <p:nvPr/>
        </p:nvSpPr>
        <p:spPr>
          <a:xfrm>
            <a:off x="1412526" y="1650314"/>
            <a:ext cx="152961" cy="156981"/>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50" name="TextBox 49">
            <a:extLst>
              <a:ext uri="{FF2B5EF4-FFF2-40B4-BE49-F238E27FC236}">
                <a16:creationId xmlns:a16="http://schemas.microsoft.com/office/drawing/2014/main" id="{8AE36E0D-F686-4607-8118-FA1FA1C862F8}"/>
              </a:ext>
            </a:extLst>
          </p:cNvPr>
          <p:cNvSpPr txBox="1"/>
          <p:nvPr/>
        </p:nvSpPr>
        <p:spPr>
          <a:xfrm>
            <a:off x="1417979" y="3149831"/>
            <a:ext cx="1497995" cy="338554"/>
          </a:xfrm>
          <a:prstGeom prst="rect">
            <a:avLst/>
          </a:prstGeom>
          <a:noFill/>
        </p:spPr>
        <p:txBody>
          <a:bodyPr wrap="square" rtlCol="0">
            <a:spAutoFit/>
          </a:bodyPr>
          <a:lstStyle/>
          <a:p>
            <a:r>
              <a:rPr lang="en-IN" sz="800" b="1" dirty="0"/>
              <a:t>Project Kick-Off, Introduction</a:t>
            </a:r>
          </a:p>
        </p:txBody>
      </p:sp>
      <p:cxnSp>
        <p:nvCxnSpPr>
          <p:cNvPr id="52" name="Straight Arrow Connector 51">
            <a:extLst>
              <a:ext uri="{FF2B5EF4-FFF2-40B4-BE49-F238E27FC236}">
                <a16:creationId xmlns:a16="http://schemas.microsoft.com/office/drawing/2014/main" id="{0A2F1D8E-29AF-4905-BFBA-826273302428}"/>
              </a:ext>
            </a:extLst>
          </p:cNvPr>
          <p:cNvCxnSpPr>
            <a:cxnSpLocks/>
          </p:cNvCxnSpPr>
          <p:nvPr/>
        </p:nvCxnSpPr>
        <p:spPr>
          <a:xfrm flipH="1" flipV="1">
            <a:off x="1489006" y="1877173"/>
            <a:ext cx="153527" cy="12475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0BBF0562-5D27-42BC-9205-3AD6B8047B93}"/>
              </a:ext>
            </a:extLst>
          </p:cNvPr>
          <p:cNvSpPr txBox="1"/>
          <p:nvPr/>
        </p:nvSpPr>
        <p:spPr>
          <a:xfrm>
            <a:off x="228529" y="6015609"/>
            <a:ext cx="11616871" cy="738664"/>
          </a:xfrm>
          <a:prstGeom prst="rect">
            <a:avLst/>
          </a:prstGeom>
          <a:noFill/>
        </p:spPr>
        <p:txBody>
          <a:bodyPr wrap="square">
            <a:spAutoFit/>
          </a:bodyPr>
          <a:lstStyle/>
          <a:p>
            <a:pPr marL="0" lvl="1"/>
            <a:r>
              <a:rPr lang="en-IN" sz="1400" dirty="0">
                <a:solidFill>
                  <a:schemeClr val="accent1"/>
                </a:solidFill>
                <a:latin typeface="Ubuntu" panose="020B0504030602030204" pitchFamily="34" charset="0"/>
                <a:ea typeface="Verdana"/>
              </a:rPr>
              <a:t>* The plan is prepared with the assumption of complete Off-shore work (From-India)</a:t>
            </a:r>
          </a:p>
          <a:p>
            <a:pPr marL="0" lvl="1"/>
            <a:r>
              <a:rPr lang="en-IN" sz="1400" dirty="0">
                <a:solidFill>
                  <a:schemeClr val="accent1"/>
                </a:solidFill>
                <a:latin typeface="Ubuntu" panose="020B0504030602030204" pitchFamily="34" charset="0"/>
                <a:ea typeface="Verdana"/>
              </a:rPr>
              <a:t>If one or more resource(s) are required to travel on-site, then the timelines would be reviewed and updated considering the additional time required for arranging logistics, travel etc.</a:t>
            </a:r>
            <a:endParaRPr lang="en-IN" sz="1400" dirty="0">
              <a:latin typeface="Ubuntu" panose="020B0504030602030204" pitchFamily="34" charset="0"/>
              <a:ea typeface="Verdana"/>
            </a:endParaRPr>
          </a:p>
        </p:txBody>
      </p:sp>
      <p:sp>
        <p:nvSpPr>
          <p:cNvPr id="56" name="Star: 5 Points 55">
            <a:extLst>
              <a:ext uri="{FF2B5EF4-FFF2-40B4-BE49-F238E27FC236}">
                <a16:creationId xmlns:a16="http://schemas.microsoft.com/office/drawing/2014/main" id="{3837061C-8C73-4406-800F-6C3FF2B9B3AE}"/>
              </a:ext>
            </a:extLst>
          </p:cNvPr>
          <p:cNvSpPr/>
          <p:nvPr/>
        </p:nvSpPr>
        <p:spPr>
          <a:xfrm>
            <a:off x="7992534" y="3694648"/>
            <a:ext cx="239739" cy="192712"/>
          </a:xfrm>
          <a:prstGeom prst="star5">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57" name="TextBox 56">
            <a:extLst>
              <a:ext uri="{FF2B5EF4-FFF2-40B4-BE49-F238E27FC236}">
                <a16:creationId xmlns:a16="http://schemas.microsoft.com/office/drawing/2014/main" id="{4A8FBB5E-8FF7-446B-98DC-065818337738}"/>
              </a:ext>
            </a:extLst>
          </p:cNvPr>
          <p:cNvSpPr txBox="1"/>
          <p:nvPr/>
        </p:nvSpPr>
        <p:spPr>
          <a:xfrm>
            <a:off x="8044219" y="3245522"/>
            <a:ext cx="1838965" cy="215444"/>
          </a:xfrm>
          <a:prstGeom prst="rect">
            <a:avLst/>
          </a:prstGeom>
          <a:noFill/>
        </p:spPr>
        <p:txBody>
          <a:bodyPr wrap="square" rtlCol="0">
            <a:spAutoFit/>
          </a:bodyPr>
          <a:lstStyle/>
          <a:p>
            <a:r>
              <a:rPr lang="en-IN" sz="800" dirty="0"/>
              <a:t>Interim Alignment Meeting</a:t>
            </a:r>
          </a:p>
        </p:txBody>
      </p:sp>
      <p:cxnSp>
        <p:nvCxnSpPr>
          <p:cNvPr id="41" name="Straight Arrow Connector 40">
            <a:extLst>
              <a:ext uri="{FF2B5EF4-FFF2-40B4-BE49-F238E27FC236}">
                <a16:creationId xmlns:a16="http://schemas.microsoft.com/office/drawing/2014/main" id="{10327054-5C78-4D17-8370-F067DAA5047D}"/>
              </a:ext>
            </a:extLst>
          </p:cNvPr>
          <p:cNvCxnSpPr>
            <a:cxnSpLocks/>
          </p:cNvCxnSpPr>
          <p:nvPr/>
        </p:nvCxnSpPr>
        <p:spPr>
          <a:xfrm flipH="1">
            <a:off x="8147631" y="3440128"/>
            <a:ext cx="132767" cy="2532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65901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7E066EDF-5048-440C-805D-92957D794DA0}"/>
              </a:ext>
            </a:extLst>
          </p:cNvPr>
          <p:cNvSpPr txBox="1">
            <a:spLocks/>
          </p:cNvSpPr>
          <p:nvPr/>
        </p:nvSpPr>
        <p:spPr>
          <a:xfrm>
            <a:off x="404814" y="2810691"/>
            <a:ext cx="10903266" cy="907869"/>
          </a:xfrm>
          <a:prstGeom prst="rect">
            <a:avLst/>
          </a:prstGeom>
        </p:spPr>
        <p:txBody>
          <a:bodyPr vert="horz" lIns="0" tIns="0" rIns="0" bIns="0" rtlCol="0" anchor="t" anchorCtr="0">
            <a:noAutofit/>
          </a:bodyPr>
          <a:lstStyle>
            <a:lvl1pPr indent="0">
              <a:lnSpc>
                <a:spcPct val="100000"/>
              </a:lnSpc>
              <a:spcBef>
                <a:spcPts val="1000"/>
              </a:spcBef>
              <a:buFont typeface="Arial" panose="020B0604020202020204" pitchFamily="34" charset="0"/>
              <a:buNone/>
              <a:defRPr b="1">
                <a:solidFill>
                  <a:srgbClr val="12ABDB"/>
                </a:solidFill>
                <a:latin typeface="+mj-lt"/>
              </a:defRPr>
            </a:lvl1pPr>
            <a:lvl2pPr marL="266700" indent="-177800">
              <a:lnSpc>
                <a:spcPct val="100000"/>
              </a:lnSpc>
              <a:spcBef>
                <a:spcPts val="500"/>
              </a:spcBef>
              <a:buClr>
                <a:schemeClr val="accent1"/>
              </a:buClr>
              <a:buFont typeface="Wingdings" panose="05000000000000000000" pitchFamily="2" charset="2"/>
              <a:buChar char="§"/>
              <a:defRPr sz="1200">
                <a:latin typeface="+mj-lt"/>
              </a:defRPr>
            </a:lvl2pPr>
            <a:lvl3pPr marL="444500" indent="-177800">
              <a:lnSpc>
                <a:spcPct val="100000"/>
              </a:lnSpc>
              <a:spcBef>
                <a:spcPts val="500"/>
              </a:spcBef>
              <a:buClr>
                <a:schemeClr val="accent2"/>
              </a:buClr>
              <a:buFont typeface="Arial" panose="020B0604020202020204" pitchFamily="34" charset="0"/>
              <a:buChar char="•"/>
              <a:defRPr sz="1200">
                <a:latin typeface="+mj-lt"/>
              </a:defRPr>
            </a:lvl3pPr>
            <a:lvl4pPr marL="622300" indent="-177800">
              <a:lnSpc>
                <a:spcPct val="100000"/>
              </a:lnSpc>
              <a:spcBef>
                <a:spcPts val="500"/>
              </a:spcBef>
              <a:buClr>
                <a:schemeClr val="accent3"/>
              </a:buClr>
              <a:buFont typeface="Verdana" panose="020B0604030504040204" pitchFamily="34" charset="0"/>
              <a:buChar char="‒"/>
              <a:defRPr sz="1200">
                <a:latin typeface="+mj-lt"/>
              </a:defRPr>
            </a:lvl4pPr>
            <a:lvl5pPr marL="812800" indent="-190500">
              <a:lnSpc>
                <a:spcPct val="100000"/>
              </a:lnSpc>
              <a:spcBef>
                <a:spcPts val="500"/>
              </a:spcBef>
              <a:buClr>
                <a:schemeClr val="accent5"/>
              </a:buClr>
              <a:buFont typeface="Arial" panose="020B0604020202020204" pitchFamily="34" charset="0"/>
              <a:buChar char="•"/>
              <a:defRPr sz="1200">
                <a:latin typeface="+mj-lt"/>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spcBef>
                <a:spcPts val="600"/>
              </a:spcBef>
              <a:spcAft>
                <a:spcPts val="1800"/>
              </a:spcAft>
            </a:pPr>
            <a:r>
              <a:rPr lang="en-US" sz="4000" b="0" dirty="0">
                <a:solidFill>
                  <a:schemeClr val="bg1"/>
                </a:solidFill>
                <a:latin typeface="+mn-lt"/>
              </a:rPr>
              <a:t>Credentials</a:t>
            </a:r>
          </a:p>
        </p:txBody>
      </p:sp>
    </p:spTree>
    <p:extLst>
      <p:ext uri="{BB962C8B-B14F-4D97-AF65-F5344CB8AC3E}">
        <p14:creationId xmlns:p14="http://schemas.microsoft.com/office/powerpoint/2010/main" val="30535891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7">
            <a:extLst>
              <a:ext uri="{FF2B5EF4-FFF2-40B4-BE49-F238E27FC236}">
                <a16:creationId xmlns:a16="http://schemas.microsoft.com/office/drawing/2014/main" id="{2CE26FE6-791C-4508-8C3F-C8646DA4BAF5}"/>
              </a:ext>
            </a:extLst>
          </p:cNvPr>
          <p:cNvSpPr>
            <a:spLocks noGrp="1"/>
          </p:cNvSpPr>
          <p:nvPr>
            <p:ph type="title"/>
          </p:nvPr>
        </p:nvSpPr>
        <p:spPr>
          <a:xfrm>
            <a:off x="122701" y="260792"/>
            <a:ext cx="11686102" cy="748224"/>
          </a:xfrm>
        </p:spPr>
        <p:txBody>
          <a:bodyPr anchor="t" anchorCtr="0">
            <a:normAutofit/>
          </a:bodyPr>
          <a:lstStyle/>
          <a:p>
            <a:r>
              <a:rPr lang="fr-FR" sz="2000" dirty="0"/>
              <a:t> </a:t>
            </a:r>
            <a:r>
              <a:rPr lang="fr-FR" dirty="0"/>
              <a:t>Case STUDY–Mobile NUMBER PORTABILITY for a Leading TELCO 1/2 </a:t>
            </a:r>
            <a:br>
              <a:rPr lang="fr-FR" sz="2000" dirty="0"/>
            </a:br>
            <a:r>
              <a:rPr lang="fr-FR" sz="2000" dirty="0"/>
              <a:t>                                              </a:t>
            </a:r>
            <a:endParaRPr lang="fr-FR" sz="1400" i="1" dirty="0">
              <a:solidFill>
                <a:srgbClr val="FFFF00"/>
              </a:solidFill>
            </a:endParaRPr>
          </a:p>
        </p:txBody>
      </p:sp>
      <p:grpSp>
        <p:nvGrpSpPr>
          <p:cNvPr id="39" name="Group 38">
            <a:extLst>
              <a:ext uri="{FF2B5EF4-FFF2-40B4-BE49-F238E27FC236}">
                <a16:creationId xmlns:a16="http://schemas.microsoft.com/office/drawing/2014/main" id="{F90DE480-98A7-4E79-91CA-160326DF56C0}"/>
              </a:ext>
            </a:extLst>
          </p:cNvPr>
          <p:cNvGrpSpPr/>
          <p:nvPr/>
        </p:nvGrpSpPr>
        <p:grpSpPr>
          <a:xfrm>
            <a:off x="0" y="1235858"/>
            <a:ext cx="12192000" cy="5107306"/>
            <a:chOff x="0" y="2349408"/>
            <a:chExt cx="12192000" cy="5107306"/>
          </a:xfrm>
        </p:grpSpPr>
        <p:grpSp>
          <p:nvGrpSpPr>
            <p:cNvPr id="40" name="Group 39">
              <a:extLst>
                <a:ext uri="{FF2B5EF4-FFF2-40B4-BE49-F238E27FC236}">
                  <a16:creationId xmlns:a16="http://schemas.microsoft.com/office/drawing/2014/main" id="{2247D5F8-1EC5-49B9-B463-83E5B02CB6F9}"/>
                </a:ext>
              </a:extLst>
            </p:cNvPr>
            <p:cNvGrpSpPr/>
            <p:nvPr/>
          </p:nvGrpSpPr>
          <p:grpSpPr>
            <a:xfrm>
              <a:off x="0" y="2349408"/>
              <a:ext cx="12192000" cy="5107306"/>
              <a:chOff x="0" y="1987458"/>
              <a:chExt cx="12192000" cy="5107306"/>
            </a:xfrm>
          </p:grpSpPr>
          <p:sp>
            <p:nvSpPr>
              <p:cNvPr id="45" name="Oval 44">
                <a:extLst>
                  <a:ext uri="{FF2B5EF4-FFF2-40B4-BE49-F238E27FC236}">
                    <a16:creationId xmlns:a16="http://schemas.microsoft.com/office/drawing/2014/main" id="{C718205B-12EE-4DC8-9469-6429CE37A909}"/>
                  </a:ext>
                </a:extLst>
              </p:cNvPr>
              <p:cNvSpPr/>
              <p:nvPr/>
            </p:nvSpPr>
            <p:spPr>
              <a:xfrm>
                <a:off x="1436132" y="2085010"/>
                <a:ext cx="1267936" cy="1267936"/>
              </a:xfrm>
              <a:prstGeom prst="ellipse">
                <a:avLst/>
              </a:prstGeom>
              <a:gradFill flip="none" rotWithShape="1">
                <a:gsLst>
                  <a:gs pos="0">
                    <a:schemeClr val="accent2">
                      <a:lumMod val="75000"/>
                      <a:shade val="30000"/>
                      <a:satMod val="115000"/>
                    </a:schemeClr>
                  </a:gs>
                  <a:gs pos="50000">
                    <a:schemeClr val="accent2">
                      <a:lumMod val="75000"/>
                      <a:shade val="67500"/>
                      <a:satMod val="115000"/>
                    </a:schemeClr>
                  </a:gs>
                  <a:gs pos="100000">
                    <a:schemeClr val="accent2">
                      <a:lumMod val="75000"/>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dirty="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46" name="Oval 45">
                <a:extLst>
                  <a:ext uri="{FF2B5EF4-FFF2-40B4-BE49-F238E27FC236}">
                    <a16:creationId xmlns:a16="http://schemas.microsoft.com/office/drawing/2014/main" id="{ABADF211-0123-424F-94C7-6AA5D03CF745}"/>
                  </a:ext>
                </a:extLst>
              </p:cNvPr>
              <p:cNvSpPr/>
              <p:nvPr/>
            </p:nvSpPr>
            <p:spPr>
              <a:xfrm>
                <a:off x="4611455" y="2085010"/>
                <a:ext cx="1267936" cy="1267936"/>
              </a:xfrm>
              <a:prstGeom prst="ellipse">
                <a:avLst/>
              </a:prstGeom>
              <a:gradFill flip="none" rotWithShape="1">
                <a:gsLst>
                  <a:gs pos="0">
                    <a:schemeClr val="accent2">
                      <a:lumMod val="75000"/>
                      <a:shade val="30000"/>
                      <a:satMod val="115000"/>
                    </a:schemeClr>
                  </a:gs>
                  <a:gs pos="50000">
                    <a:schemeClr val="accent2">
                      <a:lumMod val="75000"/>
                      <a:shade val="67500"/>
                      <a:satMod val="115000"/>
                    </a:schemeClr>
                  </a:gs>
                  <a:gs pos="100000">
                    <a:schemeClr val="accent2">
                      <a:lumMod val="75000"/>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dirty="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47" name="Oval 46">
                <a:extLst>
                  <a:ext uri="{FF2B5EF4-FFF2-40B4-BE49-F238E27FC236}">
                    <a16:creationId xmlns:a16="http://schemas.microsoft.com/office/drawing/2014/main" id="{73437F09-B434-4A37-9EBD-FE65B63CF851}"/>
                  </a:ext>
                </a:extLst>
              </p:cNvPr>
              <p:cNvSpPr/>
              <p:nvPr/>
            </p:nvSpPr>
            <p:spPr>
              <a:xfrm>
                <a:off x="7478647" y="2085010"/>
                <a:ext cx="1267936" cy="1267936"/>
              </a:xfrm>
              <a:prstGeom prst="ellipse">
                <a:avLst/>
              </a:prstGeom>
              <a:gradFill flip="none" rotWithShape="1">
                <a:gsLst>
                  <a:gs pos="0">
                    <a:schemeClr val="accent2">
                      <a:lumMod val="75000"/>
                      <a:shade val="30000"/>
                      <a:satMod val="115000"/>
                    </a:schemeClr>
                  </a:gs>
                  <a:gs pos="50000">
                    <a:schemeClr val="accent2">
                      <a:lumMod val="75000"/>
                      <a:shade val="67500"/>
                      <a:satMod val="115000"/>
                    </a:schemeClr>
                  </a:gs>
                  <a:gs pos="100000">
                    <a:schemeClr val="accent2">
                      <a:lumMod val="75000"/>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dirty="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48" name="Oval 47">
                <a:extLst>
                  <a:ext uri="{FF2B5EF4-FFF2-40B4-BE49-F238E27FC236}">
                    <a16:creationId xmlns:a16="http://schemas.microsoft.com/office/drawing/2014/main" id="{68698891-812A-4DD0-8EA4-C91BFE631EB6}"/>
                  </a:ext>
                </a:extLst>
              </p:cNvPr>
              <p:cNvSpPr/>
              <p:nvPr/>
            </p:nvSpPr>
            <p:spPr>
              <a:xfrm>
                <a:off x="10107634" y="2085010"/>
                <a:ext cx="1267936" cy="1267936"/>
              </a:xfrm>
              <a:prstGeom prst="ellipse">
                <a:avLst/>
              </a:prstGeom>
              <a:gradFill flip="none" rotWithShape="1">
                <a:gsLst>
                  <a:gs pos="0">
                    <a:schemeClr val="accent2">
                      <a:lumMod val="75000"/>
                      <a:shade val="30000"/>
                      <a:satMod val="115000"/>
                    </a:schemeClr>
                  </a:gs>
                  <a:gs pos="50000">
                    <a:schemeClr val="accent2">
                      <a:lumMod val="75000"/>
                      <a:shade val="67500"/>
                      <a:satMod val="115000"/>
                    </a:schemeClr>
                  </a:gs>
                  <a:gs pos="100000">
                    <a:schemeClr val="accent2">
                      <a:lumMod val="75000"/>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dirty="0">
                  <a:solidFill>
                    <a:schemeClr val="bg1"/>
                  </a:solidFill>
                  <a:latin typeface="Ubuntu Light" panose="020B0304030602030204" pitchFamily="34" charset="0"/>
                  <a:ea typeface="Verdana" panose="020B0604030504040204" pitchFamily="34" charset="0"/>
                </a:endParaRPr>
              </a:p>
            </p:txBody>
          </p:sp>
          <p:sp>
            <p:nvSpPr>
              <p:cNvPr id="49" name="Oval 48">
                <a:extLst>
                  <a:ext uri="{FF2B5EF4-FFF2-40B4-BE49-F238E27FC236}">
                    <a16:creationId xmlns:a16="http://schemas.microsoft.com/office/drawing/2014/main" id="{36453566-4F63-4808-B5BC-C7FBDBE53732}"/>
                  </a:ext>
                </a:extLst>
              </p:cNvPr>
              <p:cNvSpPr/>
              <p:nvPr/>
            </p:nvSpPr>
            <p:spPr>
              <a:xfrm>
                <a:off x="1338580"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dirty="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50" name="Oval 49">
                <a:extLst>
                  <a:ext uri="{FF2B5EF4-FFF2-40B4-BE49-F238E27FC236}">
                    <a16:creationId xmlns:a16="http://schemas.microsoft.com/office/drawing/2014/main" id="{56B496FB-681A-49D3-B821-36BA9A624D20}"/>
                  </a:ext>
                </a:extLst>
              </p:cNvPr>
              <p:cNvSpPr/>
              <p:nvPr/>
            </p:nvSpPr>
            <p:spPr>
              <a:xfrm>
                <a:off x="4513903"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dirty="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51" name="Oval 50">
                <a:extLst>
                  <a:ext uri="{FF2B5EF4-FFF2-40B4-BE49-F238E27FC236}">
                    <a16:creationId xmlns:a16="http://schemas.microsoft.com/office/drawing/2014/main" id="{4053604D-36F5-4686-84BF-D93BB8AEBFF2}"/>
                  </a:ext>
                </a:extLst>
              </p:cNvPr>
              <p:cNvSpPr/>
              <p:nvPr/>
            </p:nvSpPr>
            <p:spPr>
              <a:xfrm>
                <a:off x="7381095"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dirty="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52" name="Oval 51">
                <a:extLst>
                  <a:ext uri="{FF2B5EF4-FFF2-40B4-BE49-F238E27FC236}">
                    <a16:creationId xmlns:a16="http://schemas.microsoft.com/office/drawing/2014/main" id="{3855C38B-E99B-4A66-AE32-7AD04F77C197}"/>
                  </a:ext>
                </a:extLst>
              </p:cNvPr>
              <p:cNvSpPr/>
              <p:nvPr/>
            </p:nvSpPr>
            <p:spPr>
              <a:xfrm>
                <a:off x="10010082"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dirty="0">
                  <a:solidFill>
                    <a:schemeClr val="bg1"/>
                  </a:solidFill>
                  <a:latin typeface="Ubuntu Light" panose="020B0304030602030204" pitchFamily="34" charset="0"/>
                  <a:ea typeface="Verdana" panose="020B0604030504040204" pitchFamily="34" charset="0"/>
                </a:endParaRPr>
              </a:p>
            </p:txBody>
          </p:sp>
          <p:sp>
            <p:nvSpPr>
              <p:cNvPr id="53" name="Rectangle 52">
                <a:extLst>
                  <a:ext uri="{FF2B5EF4-FFF2-40B4-BE49-F238E27FC236}">
                    <a16:creationId xmlns:a16="http://schemas.microsoft.com/office/drawing/2014/main" id="{4B57E8C3-65AA-4B52-AAB4-2F7864BDAE2C}"/>
                  </a:ext>
                </a:extLst>
              </p:cNvPr>
              <p:cNvSpPr/>
              <p:nvPr/>
            </p:nvSpPr>
            <p:spPr>
              <a:xfrm>
                <a:off x="0" y="2692997"/>
                <a:ext cx="12192000" cy="552139"/>
              </a:xfrm>
              <a:prstGeom prst="rect">
                <a:avLst/>
              </a:prstGeom>
              <a:gradFill flip="none" rotWithShape="1">
                <a:gsLst>
                  <a:gs pos="0">
                    <a:schemeClr val="accent2">
                      <a:lumMod val="75000"/>
                      <a:shade val="30000"/>
                      <a:satMod val="115000"/>
                    </a:schemeClr>
                  </a:gs>
                  <a:gs pos="50000">
                    <a:schemeClr val="accent2">
                      <a:lumMod val="75000"/>
                      <a:shade val="67500"/>
                      <a:satMod val="115000"/>
                    </a:schemeClr>
                  </a:gs>
                  <a:gs pos="100000">
                    <a:schemeClr val="accent2">
                      <a:lumMod val="75000"/>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Ubuntu Light" panose="020B0304030602030204" pitchFamily="34" charset="0"/>
                </a:endParaRPr>
              </a:p>
            </p:txBody>
          </p:sp>
          <p:sp>
            <p:nvSpPr>
              <p:cNvPr id="54" name="Rectangle 53">
                <a:extLst>
                  <a:ext uri="{FF2B5EF4-FFF2-40B4-BE49-F238E27FC236}">
                    <a16:creationId xmlns:a16="http://schemas.microsoft.com/office/drawing/2014/main" id="{B70C3DDB-55F1-45C2-A79F-D86E4557DA6F}"/>
                  </a:ext>
                </a:extLst>
              </p:cNvPr>
              <p:cNvSpPr/>
              <p:nvPr/>
            </p:nvSpPr>
            <p:spPr>
              <a:xfrm>
                <a:off x="419100" y="2716002"/>
                <a:ext cx="3302000"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lang="en-IN" sz="1400" b="1" dirty="0">
                    <a:solidFill>
                      <a:schemeClr val="bg1"/>
                    </a:solidFill>
                    <a:latin typeface="Ubuntu Light" panose="020B0304030602030204" pitchFamily="34" charset="0"/>
                    <a:ea typeface="Verdana" panose="020B0604030504040204" pitchFamily="34" charset="0"/>
                  </a:rPr>
                  <a:t>Business </a:t>
                </a:r>
              </a:p>
              <a:p>
                <a:pPr lvl="0" algn="ctr">
                  <a:buClr>
                    <a:srgbClr val="0070AD"/>
                  </a:buClr>
                  <a:buSzPct val="120000"/>
                  <a:defRPr/>
                </a:pPr>
                <a:r>
                  <a:rPr lang="en-IN" sz="1400" b="1" dirty="0">
                    <a:solidFill>
                      <a:schemeClr val="bg1"/>
                    </a:solidFill>
                    <a:latin typeface="Ubuntu Light" panose="020B0304030602030204" pitchFamily="34" charset="0"/>
                    <a:ea typeface="Verdana" panose="020B0604030504040204" pitchFamily="34" charset="0"/>
                  </a:rPr>
                  <a:t>Problem</a:t>
                </a:r>
              </a:p>
            </p:txBody>
          </p:sp>
          <p:sp>
            <p:nvSpPr>
              <p:cNvPr id="55" name="Rectangle 54">
                <a:extLst>
                  <a:ext uri="{FF2B5EF4-FFF2-40B4-BE49-F238E27FC236}">
                    <a16:creationId xmlns:a16="http://schemas.microsoft.com/office/drawing/2014/main" id="{BB838F30-B456-42D7-958F-430D1D72596E}"/>
                  </a:ext>
                </a:extLst>
              </p:cNvPr>
              <p:cNvSpPr/>
              <p:nvPr/>
            </p:nvSpPr>
            <p:spPr>
              <a:xfrm>
                <a:off x="4201214" y="2716002"/>
                <a:ext cx="2170926"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lang="en-US" sz="1400" b="1" dirty="0">
                    <a:solidFill>
                      <a:schemeClr val="bg1"/>
                    </a:solidFill>
                    <a:latin typeface="Ubuntu Light" panose="020B0304030602030204" pitchFamily="34" charset="0"/>
                    <a:ea typeface="Verdana" panose="020B0604030504040204" pitchFamily="34" charset="0"/>
                  </a:rPr>
                  <a:t>Why we </a:t>
                </a:r>
              </a:p>
              <a:p>
                <a:pPr lvl="0" algn="ctr">
                  <a:buClr>
                    <a:srgbClr val="0070AD"/>
                  </a:buClr>
                  <a:buSzPct val="120000"/>
                  <a:defRPr/>
                </a:pPr>
                <a:r>
                  <a:rPr lang="en-US" sz="1400" b="1" dirty="0">
                    <a:solidFill>
                      <a:schemeClr val="bg1"/>
                    </a:solidFill>
                    <a:latin typeface="Ubuntu Light" panose="020B0304030602030204" pitchFamily="34" charset="0"/>
                    <a:ea typeface="Verdana" panose="020B0604030504040204" pitchFamily="34" charset="0"/>
                  </a:rPr>
                  <a:t>were chosen </a:t>
                </a:r>
                <a:endParaRPr kumimoji="0" lang="en-US" sz="1400" b="1" i="0" u="none" strike="noStrike" kern="1200" cap="none" spc="0" normalizeH="0" baseline="0" noProof="0" dirty="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56" name="Rectangle 55">
                <a:extLst>
                  <a:ext uri="{FF2B5EF4-FFF2-40B4-BE49-F238E27FC236}">
                    <a16:creationId xmlns:a16="http://schemas.microsoft.com/office/drawing/2014/main" id="{179B8578-2BE8-4C62-9EAD-926F054AAD2F}"/>
                  </a:ext>
                </a:extLst>
              </p:cNvPr>
              <p:cNvSpPr/>
              <p:nvPr/>
            </p:nvSpPr>
            <p:spPr>
              <a:xfrm>
                <a:off x="6879264" y="2716002"/>
                <a:ext cx="2466702"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kumimoji="0" lang="en-US" sz="1400" b="1" i="0" u="none" strike="noStrike" kern="1200" cap="none" spc="0" normalizeH="0" baseline="0" noProof="0" dirty="0">
                    <a:ln>
                      <a:noFill/>
                    </a:ln>
                    <a:solidFill>
                      <a:schemeClr val="bg1"/>
                    </a:solidFill>
                    <a:effectLst/>
                    <a:uLnTx/>
                    <a:uFillTx/>
                    <a:latin typeface="Ubuntu Light" panose="020B0304030602030204" pitchFamily="34" charset="0"/>
                    <a:ea typeface="Verdana" panose="020B0604030504040204" pitchFamily="34" charset="0"/>
                  </a:rPr>
                  <a:t>Solution</a:t>
                </a:r>
              </a:p>
            </p:txBody>
          </p:sp>
          <p:sp>
            <p:nvSpPr>
              <p:cNvPr id="57" name="Rectangle 56">
                <a:extLst>
                  <a:ext uri="{FF2B5EF4-FFF2-40B4-BE49-F238E27FC236}">
                    <a16:creationId xmlns:a16="http://schemas.microsoft.com/office/drawing/2014/main" id="{8C41F90D-F02F-402D-978C-B30BB8D82902}"/>
                  </a:ext>
                </a:extLst>
              </p:cNvPr>
              <p:cNvSpPr/>
              <p:nvPr/>
            </p:nvSpPr>
            <p:spPr>
              <a:xfrm>
                <a:off x="9508251" y="2716002"/>
                <a:ext cx="2466702"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dirty="0">
                  <a:solidFill>
                    <a:schemeClr val="bg1"/>
                  </a:solidFill>
                  <a:latin typeface="Ubuntu Light" panose="020B0304030602030204" pitchFamily="34" charset="0"/>
                  <a:ea typeface="Verdana" panose="020B0604030504040204" pitchFamily="34" charset="0"/>
                </a:endParaRPr>
              </a:p>
              <a:p>
                <a:pPr lvl="0" algn="ctr">
                  <a:buClr>
                    <a:srgbClr val="0070AD"/>
                  </a:buClr>
                  <a:buSzPct val="120000"/>
                  <a:defRPr/>
                </a:pPr>
                <a:r>
                  <a:rPr lang="en-US" sz="1400" b="1" dirty="0">
                    <a:solidFill>
                      <a:schemeClr val="bg1"/>
                    </a:solidFill>
                    <a:latin typeface="Ubuntu Light" panose="020B0304030602030204" pitchFamily="34" charset="0"/>
                    <a:ea typeface="Verdana" panose="020B0604030504040204" pitchFamily="34" charset="0"/>
                  </a:rPr>
                  <a:t>Business </a:t>
                </a:r>
              </a:p>
              <a:p>
                <a:pPr lvl="0" algn="ctr">
                  <a:buClr>
                    <a:srgbClr val="0070AD"/>
                  </a:buClr>
                  <a:buSzPct val="120000"/>
                  <a:defRPr/>
                </a:pPr>
                <a:r>
                  <a:rPr lang="en-US" sz="1400" b="1" dirty="0">
                    <a:solidFill>
                      <a:schemeClr val="bg1"/>
                    </a:solidFill>
                    <a:latin typeface="Ubuntu Light" panose="020B0304030602030204" pitchFamily="34" charset="0"/>
                    <a:ea typeface="Verdana" panose="020B0604030504040204" pitchFamily="34" charset="0"/>
                  </a:rPr>
                  <a:t>Benefits</a:t>
                </a:r>
                <a:br>
                  <a:rPr lang="en-US" sz="1400" b="1" dirty="0">
                    <a:solidFill>
                      <a:schemeClr val="bg1"/>
                    </a:solidFill>
                    <a:latin typeface="Ubuntu Light" panose="020B0304030602030204" pitchFamily="34" charset="0"/>
                    <a:ea typeface="Verdana" panose="020B0604030504040204" pitchFamily="34" charset="0"/>
                  </a:rPr>
                </a:br>
                <a:endParaRPr lang="en-US" sz="1400" b="1" dirty="0">
                  <a:solidFill>
                    <a:schemeClr val="bg1"/>
                  </a:solidFill>
                  <a:latin typeface="Ubuntu Light" panose="020B0304030602030204" pitchFamily="34" charset="0"/>
                  <a:ea typeface="Verdana" panose="020B0604030504040204" pitchFamily="34" charset="0"/>
                </a:endParaRPr>
              </a:p>
            </p:txBody>
          </p:sp>
          <p:sp>
            <p:nvSpPr>
              <p:cNvPr id="58" name="Rectangle 57">
                <a:extLst>
                  <a:ext uri="{FF2B5EF4-FFF2-40B4-BE49-F238E27FC236}">
                    <a16:creationId xmlns:a16="http://schemas.microsoft.com/office/drawing/2014/main" id="{C557926E-5C0F-4FB6-BBAA-7DAB665BA87F}"/>
                  </a:ext>
                </a:extLst>
              </p:cNvPr>
              <p:cNvSpPr/>
              <p:nvPr/>
            </p:nvSpPr>
            <p:spPr>
              <a:xfrm>
                <a:off x="0" y="3239837"/>
                <a:ext cx="12192000" cy="5521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Ubuntu Light" panose="020B0304030602030204" pitchFamily="34" charset="0"/>
                </a:endParaRPr>
              </a:p>
            </p:txBody>
          </p:sp>
          <p:cxnSp>
            <p:nvCxnSpPr>
              <p:cNvPr id="59" name="Straight Connector 58">
                <a:extLst>
                  <a:ext uri="{FF2B5EF4-FFF2-40B4-BE49-F238E27FC236}">
                    <a16:creationId xmlns:a16="http://schemas.microsoft.com/office/drawing/2014/main" id="{B2C53A66-C050-4888-A586-65A8518F7CD6}"/>
                  </a:ext>
                </a:extLst>
              </p:cNvPr>
              <p:cNvCxnSpPr/>
              <p:nvPr/>
            </p:nvCxnSpPr>
            <p:spPr>
              <a:xfrm>
                <a:off x="3721100"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C449AF1-6B39-40C1-8265-65F653111313}"/>
                  </a:ext>
                </a:extLst>
              </p:cNvPr>
              <p:cNvCxnSpPr/>
              <p:nvPr/>
            </p:nvCxnSpPr>
            <p:spPr>
              <a:xfrm>
                <a:off x="6682631"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DD6F2218-E19C-4BD0-8283-EBF5FAB0EAFA}"/>
                  </a:ext>
                </a:extLst>
              </p:cNvPr>
              <p:cNvCxnSpPr/>
              <p:nvPr/>
            </p:nvCxnSpPr>
            <p:spPr>
              <a:xfrm>
                <a:off x="9438705"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2793CB5E-E650-4DA4-8C22-51CBEFC47484}"/>
                  </a:ext>
                </a:extLst>
              </p:cNvPr>
              <p:cNvCxnSpPr>
                <a:cxnSpLocks/>
              </p:cNvCxnSpPr>
              <p:nvPr/>
            </p:nvCxnSpPr>
            <p:spPr>
              <a:xfrm>
                <a:off x="6682631" y="3285849"/>
                <a:ext cx="0" cy="3808915"/>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63961F56-9061-407F-AD0F-B10DA4608E18}"/>
                  </a:ext>
                </a:extLst>
              </p:cNvPr>
              <p:cNvCxnSpPr>
                <a:cxnSpLocks/>
              </p:cNvCxnSpPr>
              <p:nvPr/>
            </p:nvCxnSpPr>
            <p:spPr>
              <a:xfrm>
                <a:off x="9438705" y="3285849"/>
                <a:ext cx="0" cy="3798030"/>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9BE1C94B-2847-4CDD-96F8-44A4B8BE554E}"/>
                  </a:ext>
                </a:extLst>
              </p:cNvPr>
              <p:cNvCxnSpPr>
                <a:cxnSpLocks/>
              </p:cNvCxnSpPr>
              <p:nvPr/>
            </p:nvCxnSpPr>
            <p:spPr>
              <a:xfrm>
                <a:off x="3721100" y="3285849"/>
                <a:ext cx="0" cy="3798030"/>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grpSp>
        <p:pic>
          <p:nvPicPr>
            <p:cNvPr id="41" name="Picture 40" descr="Shape&#10;&#10;Description automatically generated with low confidence">
              <a:extLst>
                <a:ext uri="{FF2B5EF4-FFF2-40B4-BE49-F238E27FC236}">
                  <a16:creationId xmlns:a16="http://schemas.microsoft.com/office/drawing/2014/main" id="{0534BE8D-C8A7-4BEF-A367-47FD05D9E5F0}"/>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1785046" y="2554555"/>
              <a:ext cx="570108" cy="507747"/>
            </a:xfrm>
            <a:prstGeom prst="rect">
              <a:avLst/>
            </a:prstGeom>
            <a:effectLst>
              <a:outerShdw blurRad="50800" dist="38100" dir="2700000" algn="tl" rotWithShape="0">
                <a:prstClr val="black">
                  <a:alpha val="40000"/>
                </a:prstClr>
              </a:outerShdw>
            </a:effectLst>
          </p:spPr>
        </p:pic>
        <p:pic>
          <p:nvPicPr>
            <p:cNvPr id="42" name="Picture 41" descr="Shape&#10;&#10;Description automatically generated with low confidence">
              <a:extLst>
                <a:ext uri="{FF2B5EF4-FFF2-40B4-BE49-F238E27FC236}">
                  <a16:creationId xmlns:a16="http://schemas.microsoft.com/office/drawing/2014/main" id="{3A57129B-757A-4DD6-AB59-45BD81BA5AA3}"/>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tretch>
              <a:fillRect/>
            </a:stretch>
          </p:blipFill>
          <p:spPr>
            <a:xfrm>
              <a:off x="4983382" y="2552051"/>
              <a:ext cx="524081" cy="524081"/>
            </a:xfrm>
            <a:prstGeom prst="rect">
              <a:avLst/>
            </a:prstGeom>
            <a:effectLst>
              <a:outerShdw blurRad="50800" dist="38100" dir="2700000" algn="tl" rotWithShape="0">
                <a:prstClr val="black">
                  <a:alpha val="40000"/>
                </a:prstClr>
              </a:outerShdw>
            </a:effectLst>
          </p:spPr>
        </p:pic>
        <p:pic>
          <p:nvPicPr>
            <p:cNvPr id="43" name="Picture 42" descr="Shape&#10;&#10;Description automatically generated with low confidence">
              <a:extLst>
                <a:ext uri="{FF2B5EF4-FFF2-40B4-BE49-F238E27FC236}">
                  <a16:creationId xmlns:a16="http://schemas.microsoft.com/office/drawing/2014/main" id="{3FE0FD5B-A248-4E69-833A-53C6D1164C3A}"/>
                </a:ext>
              </a:extLst>
            </p:cNvPr>
            <p:cNvPicPr>
              <a:picLocks noChangeAspect="1"/>
            </p:cNvPicPr>
            <p:nvPr/>
          </p:nvPicPr>
          <p:blipFill>
            <a:blip r:embed="rId4">
              <a:lum bright="70000" contrast="-70000"/>
              <a:extLst>
                <a:ext uri="{28A0092B-C50C-407E-A947-70E740481C1C}">
                  <a14:useLocalDpi xmlns:a14="http://schemas.microsoft.com/office/drawing/2010/main" val="0"/>
                </a:ext>
              </a:extLst>
            </a:blip>
            <a:stretch>
              <a:fillRect/>
            </a:stretch>
          </p:blipFill>
          <p:spPr>
            <a:xfrm flipH="1" flipV="1">
              <a:off x="7879100" y="2627822"/>
              <a:ext cx="467030" cy="467030"/>
            </a:xfrm>
            <a:prstGeom prst="rect">
              <a:avLst/>
            </a:prstGeom>
            <a:effectLst>
              <a:outerShdw blurRad="50800" dist="38100" dir="2700000" algn="tl" rotWithShape="0">
                <a:prstClr val="black">
                  <a:alpha val="40000"/>
                </a:prstClr>
              </a:outerShdw>
            </a:effectLst>
          </p:spPr>
        </p:pic>
        <p:pic>
          <p:nvPicPr>
            <p:cNvPr id="44" name="Picture 43" descr="Shape&#10;&#10;Description automatically generated with low confidence">
              <a:extLst>
                <a:ext uri="{FF2B5EF4-FFF2-40B4-BE49-F238E27FC236}">
                  <a16:creationId xmlns:a16="http://schemas.microsoft.com/office/drawing/2014/main" id="{715A588C-3697-468B-94AB-6233EE6A1A07}"/>
                </a:ext>
              </a:extLst>
            </p:cNvPr>
            <p:cNvPicPr>
              <a:picLocks noChangeAspect="1"/>
            </p:cNvPicPr>
            <p:nvPr/>
          </p:nvPicPr>
          <p:blipFill>
            <a:blip r:embed="rId5">
              <a:lum bright="70000" contrast="-70000"/>
              <a:extLst>
                <a:ext uri="{28A0092B-C50C-407E-A947-70E740481C1C}">
                  <a14:useLocalDpi xmlns:a14="http://schemas.microsoft.com/office/drawing/2010/main" val="0"/>
                </a:ext>
              </a:extLst>
            </a:blip>
            <a:stretch>
              <a:fillRect/>
            </a:stretch>
          </p:blipFill>
          <p:spPr>
            <a:xfrm>
              <a:off x="10503608" y="2541014"/>
              <a:ext cx="504520" cy="504520"/>
            </a:xfrm>
            <a:prstGeom prst="rect">
              <a:avLst/>
            </a:prstGeom>
            <a:effectLst>
              <a:outerShdw blurRad="50800" dist="38100" dir="2700000" algn="tl" rotWithShape="0">
                <a:prstClr val="black">
                  <a:alpha val="40000"/>
                </a:prstClr>
              </a:outerShdw>
            </a:effectLst>
          </p:spPr>
        </p:pic>
      </p:grpSp>
      <p:sp>
        <p:nvSpPr>
          <p:cNvPr id="65" name="Rectangle 64">
            <a:extLst>
              <a:ext uri="{FF2B5EF4-FFF2-40B4-BE49-F238E27FC236}">
                <a16:creationId xmlns:a16="http://schemas.microsoft.com/office/drawing/2014/main" id="{52F321CE-FD2D-4A77-BF4F-90B10FB651C0}"/>
              </a:ext>
            </a:extLst>
          </p:cNvPr>
          <p:cNvSpPr/>
          <p:nvPr/>
        </p:nvSpPr>
        <p:spPr>
          <a:xfrm>
            <a:off x="342085" y="2539896"/>
            <a:ext cx="3174042" cy="30467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buClr>
                <a:srgbClr val="0070AD"/>
              </a:buClr>
              <a:buSzPct val="120000"/>
              <a:buFont typeface="Wingdings" panose="05000000000000000000" pitchFamily="2" charset="2"/>
              <a:buChar char="§"/>
              <a:defRPr/>
            </a:pPr>
            <a:endParaRPr lang="en-US" sz="1200" dirty="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IN" sz="1200" dirty="0">
                <a:solidFill>
                  <a:prstClr val="black"/>
                </a:solidFill>
                <a:latin typeface="Ubuntu Light" panose="020B0304030602030204" pitchFamily="34" charset="0"/>
              </a:rPr>
              <a:t>Stringent timelines from regulatory authority for BSS/OSS readiness for MNP support.</a:t>
            </a:r>
          </a:p>
          <a:p>
            <a:pPr>
              <a:buClr>
                <a:srgbClr val="0070AD"/>
              </a:buClr>
              <a:buSzPct val="120000"/>
              <a:defRPr/>
            </a:pPr>
            <a:endParaRPr lang="en-IN" sz="1200" dirty="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IN" sz="1200" dirty="0">
                <a:solidFill>
                  <a:prstClr val="black"/>
                </a:solidFill>
                <a:latin typeface="Ubuntu Light" panose="020B0304030602030204" pitchFamily="34" charset="0"/>
              </a:rPr>
              <a:t>Inability to gain market share due to customer's reluctance to switch to new operator in the absence of MNP</a:t>
            </a:r>
          </a:p>
          <a:p>
            <a:pPr marL="171450" indent="-171450">
              <a:buClr>
                <a:srgbClr val="0070AD"/>
              </a:buClr>
              <a:buSzPct val="120000"/>
              <a:buFont typeface="Wingdings" panose="05000000000000000000" pitchFamily="2" charset="2"/>
              <a:buChar char="§"/>
              <a:defRPr/>
            </a:pPr>
            <a:endParaRPr lang="en-IN" sz="1200" dirty="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IN" sz="1200" dirty="0">
                <a:solidFill>
                  <a:prstClr val="black"/>
                </a:solidFill>
                <a:latin typeface="Ubuntu Light" panose="020B0304030602030204" pitchFamily="34" charset="0"/>
              </a:rPr>
              <a:t>Uncertainty around customer’s response to new MNP regulatory guidelines</a:t>
            </a:r>
          </a:p>
          <a:p>
            <a:pPr marL="171450" indent="-171450">
              <a:buClr>
                <a:srgbClr val="0070AD"/>
              </a:buClr>
              <a:buSzPct val="120000"/>
              <a:buFont typeface="Wingdings" panose="05000000000000000000" pitchFamily="2" charset="2"/>
              <a:buChar char="§"/>
              <a:defRPr/>
            </a:pPr>
            <a:endParaRPr lang="en-IN" sz="1200" dirty="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IN" sz="1200" dirty="0">
                <a:solidFill>
                  <a:prstClr val="black"/>
                </a:solidFill>
                <a:latin typeface="Ubuntu Light" panose="020B0304030602030204" pitchFamily="34" charset="0"/>
              </a:rPr>
              <a:t>Providing omnichannel experience to the customers for MNP services</a:t>
            </a:r>
          </a:p>
          <a:p>
            <a:pPr marL="171450" indent="-171450">
              <a:buClr>
                <a:srgbClr val="0070AD"/>
              </a:buClr>
              <a:buSzPct val="120000"/>
              <a:buFont typeface="Wingdings" panose="05000000000000000000" pitchFamily="2" charset="2"/>
              <a:buChar char="§"/>
              <a:defRPr/>
            </a:pPr>
            <a:endParaRPr lang="en-IN" sz="1200" dirty="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endParaRPr lang="en-US" sz="1200" dirty="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endParaRPr lang="en-US" sz="1200" dirty="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endParaRPr lang="en-US" sz="1200" dirty="0">
              <a:solidFill>
                <a:prstClr val="black"/>
              </a:solidFill>
              <a:latin typeface="Ubuntu Light" panose="020B0304030602030204" pitchFamily="34" charset="0"/>
            </a:endParaRPr>
          </a:p>
          <a:p>
            <a:pPr marL="137160" indent="-137160">
              <a:buClr>
                <a:srgbClr val="0070AD"/>
              </a:buClr>
              <a:buSzPct val="120000"/>
              <a:buFont typeface="Wingdings" panose="05000000000000000000" pitchFamily="2" charset="2"/>
              <a:buChar char="§"/>
              <a:defRPr/>
            </a:pPr>
            <a:endParaRPr lang="en-IN" sz="1200" dirty="0">
              <a:solidFill>
                <a:prstClr val="black"/>
              </a:solidFill>
              <a:latin typeface="Ubuntu Light" panose="020B0304030602030204" pitchFamily="34" charset="0"/>
              <a:sym typeface="BentonSans"/>
            </a:endParaRPr>
          </a:p>
          <a:p>
            <a:pPr marL="137160" indent="-137160">
              <a:buClr>
                <a:srgbClr val="0070AD"/>
              </a:buClr>
              <a:buSzPct val="120000"/>
              <a:buFont typeface="Wingdings" panose="05000000000000000000" pitchFamily="2" charset="2"/>
              <a:buChar char="§"/>
              <a:defRPr/>
            </a:pPr>
            <a:endParaRPr lang="en-IN" sz="1200" dirty="0">
              <a:solidFill>
                <a:schemeClr val="tx1">
                  <a:lumMod val="85000"/>
                  <a:lumOff val="15000"/>
                </a:schemeClr>
              </a:solidFill>
              <a:latin typeface="Ubuntu" panose="020B0504030602030204" pitchFamily="34" charset="0"/>
              <a:ea typeface="Verdana" panose="020B0604030504040204" pitchFamily="34" charset="0"/>
              <a:sym typeface="BentonSans"/>
            </a:endParaRPr>
          </a:p>
        </p:txBody>
      </p:sp>
      <p:sp>
        <p:nvSpPr>
          <p:cNvPr id="66" name="Rectangle 65">
            <a:extLst>
              <a:ext uri="{FF2B5EF4-FFF2-40B4-BE49-F238E27FC236}">
                <a16:creationId xmlns:a16="http://schemas.microsoft.com/office/drawing/2014/main" id="{441BFD9B-DB24-4846-A6CC-7DA189B52AC2}"/>
              </a:ext>
            </a:extLst>
          </p:cNvPr>
          <p:cNvSpPr/>
          <p:nvPr/>
        </p:nvSpPr>
        <p:spPr>
          <a:xfrm>
            <a:off x="3836920" y="2646077"/>
            <a:ext cx="2718090" cy="2889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buClr>
                <a:srgbClr val="0070AD"/>
              </a:buClr>
              <a:buSzPct val="120000"/>
              <a:buFont typeface="Wingdings" panose="05000000000000000000" pitchFamily="2" charset="2"/>
              <a:buChar char="§"/>
              <a:defRPr/>
            </a:pPr>
            <a:r>
              <a:rPr lang="en-US" sz="1200" dirty="0">
                <a:solidFill>
                  <a:prstClr val="black"/>
                </a:solidFill>
                <a:latin typeface="Ubuntu Light" panose="020B0304030602030204" pitchFamily="34" charset="0"/>
              </a:rPr>
              <a:t>Capgemini was awarded as the Salesforce Implementation Partner of the year in 2021 across APAC region for the TELCOS  CRM Transformation.</a:t>
            </a:r>
          </a:p>
          <a:p>
            <a:pPr marL="171450" indent="-171450">
              <a:buClr>
                <a:srgbClr val="0070AD"/>
              </a:buClr>
              <a:buSzPct val="120000"/>
              <a:buFont typeface="Wingdings" panose="05000000000000000000" pitchFamily="2" charset="2"/>
              <a:buChar char="§"/>
              <a:defRPr/>
            </a:pPr>
            <a:endParaRPr lang="en-US" sz="1200" dirty="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US" sz="1200" dirty="0">
                <a:solidFill>
                  <a:prstClr val="black"/>
                </a:solidFill>
                <a:latin typeface="Ubuntu Light" panose="020B0304030602030204" pitchFamily="34" charset="0"/>
              </a:rPr>
              <a:t>Experience with Digital Telco Integration Solution  across geographies.</a:t>
            </a:r>
          </a:p>
          <a:p>
            <a:pPr marL="171450" indent="-171450">
              <a:buClr>
                <a:srgbClr val="0070AD"/>
              </a:buClr>
              <a:buSzPct val="120000"/>
              <a:buFont typeface="Wingdings" panose="05000000000000000000" pitchFamily="2" charset="2"/>
              <a:buChar char="§"/>
              <a:defRPr/>
            </a:pPr>
            <a:endParaRPr lang="en-US" sz="1200" dirty="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US" sz="1200" dirty="0">
                <a:solidFill>
                  <a:prstClr val="black"/>
                </a:solidFill>
                <a:latin typeface="Ubuntu Light" panose="020B0304030602030204" pitchFamily="34" charset="0"/>
              </a:rPr>
              <a:t>Capgemini leveraged the integration capabilities built with operator’s  existing downstream systems to enable MNP capabilities for B2C &amp;B2B customers.</a:t>
            </a:r>
          </a:p>
          <a:p>
            <a:pPr lvl="0">
              <a:buClr>
                <a:srgbClr val="0070AD"/>
              </a:buClr>
              <a:buSzPct val="120000"/>
              <a:defRPr/>
            </a:pPr>
            <a:endParaRPr lang="en-IN" sz="1200" dirty="0">
              <a:solidFill>
                <a:schemeClr val="tx1">
                  <a:lumMod val="85000"/>
                  <a:lumOff val="15000"/>
                </a:schemeClr>
              </a:solidFill>
              <a:latin typeface="Ubuntu" panose="020B0504030602030204" pitchFamily="34" charset="0"/>
              <a:ea typeface="Verdana" panose="020B0604030504040204" pitchFamily="34" charset="0"/>
              <a:sym typeface="BentonSans"/>
            </a:endParaRPr>
          </a:p>
          <a:p>
            <a:pPr marL="137160" lvl="0" indent="-137160">
              <a:buClr>
                <a:srgbClr val="0070AD"/>
              </a:buClr>
              <a:buSzPct val="120000"/>
              <a:buFont typeface="Wingdings" panose="05000000000000000000" pitchFamily="2" charset="2"/>
              <a:buChar char="§"/>
              <a:defRPr/>
            </a:pPr>
            <a:endParaRPr lang="en-IN" sz="1200" dirty="0">
              <a:solidFill>
                <a:schemeClr val="tx1">
                  <a:lumMod val="85000"/>
                  <a:lumOff val="15000"/>
                </a:schemeClr>
              </a:solidFill>
              <a:latin typeface="Ubuntu" panose="020B0504030602030204" pitchFamily="34" charset="0"/>
              <a:ea typeface="Verdana" panose="020B0604030504040204" pitchFamily="34" charset="0"/>
              <a:sym typeface="BentonSans"/>
            </a:endParaRPr>
          </a:p>
        </p:txBody>
      </p:sp>
      <p:sp>
        <p:nvSpPr>
          <p:cNvPr id="67" name="Rectangle 66">
            <a:extLst>
              <a:ext uri="{FF2B5EF4-FFF2-40B4-BE49-F238E27FC236}">
                <a16:creationId xmlns:a16="http://schemas.microsoft.com/office/drawing/2014/main" id="{7E2421CB-185A-4702-8063-6E583BC4C7FA}"/>
              </a:ext>
            </a:extLst>
          </p:cNvPr>
          <p:cNvSpPr/>
          <p:nvPr/>
        </p:nvSpPr>
        <p:spPr>
          <a:xfrm>
            <a:off x="6765641" y="2604107"/>
            <a:ext cx="2562992" cy="33493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spcAft>
                <a:spcPts val="900"/>
              </a:spcAft>
              <a:buClr>
                <a:srgbClr val="0070AD"/>
              </a:buClr>
              <a:buSzPct val="120000"/>
              <a:buFont typeface="Wingdings" panose="05000000000000000000" pitchFamily="2" charset="2"/>
              <a:buChar char="§"/>
              <a:defRPr/>
            </a:pPr>
            <a:r>
              <a:rPr lang="en-US" sz="1200" dirty="0">
                <a:solidFill>
                  <a:prstClr val="black"/>
                </a:solidFill>
                <a:latin typeface="Ubuntu Light" panose="020B0304030602030204" pitchFamily="34" charset="0"/>
              </a:rPr>
              <a:t>Enhanced existing process to enable MNP specific interactions with downstream partners.</a:t>
            </a:r>
          </a:p>
          <a:p>
            <a:pPr marL="171450" indent="-171450">
              <a:buClr>
                <a:srgbClr val="0070AD"/>
              </a:buClr>
              <a:buSzPct val="120000"/>
              <a:buFont typeface="Wingdings" panose="05000000000000000000" pitchFamily="2" charset="2"/>
              <a:buChar char="§"/>
              <a:defRPr/>
            </a:pPr>
            <a:endParaRPr lang="en-IN" sz="1200" dirty="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IN" sz="1200" dirty="0">
                <a:solidFill>
                  <a:prstClr val="black"/>
                </a:solidFill>
                <a:latin typeface="Ubuntu Light" panose="020B0304030602030204" pitchFamily="34" charset="0"/>
              </a:rPr>
              <a:t>Embedded Regulatory guidelines into Communication channels, Customer Contracts and </a:t>
            </a:r>
          </a:p>
          <a:p>
            <a:pPr marL="171450" indent="-171450">
              <a:buClr>
                <a:srgbClr val="0070AD"/>
              </a:buClr>
              <a:buSzPct val="120000"/>
              <a:buFont typeface="Wingdings" panose="05000000000000000000" pitchFamily="2" charset="2"/>
              <a:buChar char="§"/>
              <a:defRPr/>
            </a:pPr>
            <a:endParaRPr lang="en-IN" sz="1200" dirty="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IN" sz="1200" dirty="0">
                <a:solidFill>
                  <a:prstClr val="black"/>
                </a:solidFill>
                <a:latin typeface="Ubuntu Light" panose="020B0304030602030204" pitchFamily="34" charset="0"/>
              </a:rPr>
              <a:t>Enhanced Customer Touch points for MP Services</a:t>
            </a:r>
          </a:p>
          <a:p>
            <a:pPr marL="171450" indent="-171450">
              <a:spcAft>
                <a:spcPts val="900"/>
              </a:spcAft>
              <a:buClr>
                <a:srgbClr val="0070AD"/>
              </a:buClr>
              <a:buSzPct val="120000"/>
              <a:buFont typeface="Wingdings" panose="05000000000000000000" pitchFamily="2" charset="2"/>
              <a:buChar char="§"/>
              <a:defRPr/>
            </a:pPr>
            <a:endParaRPr lang="en-US" sz="1200" dirty="0">
              <a:solidFill>
                <a:prstClr val="black"/>
              </a:solidFill>
              <a:latin typeface="Ubuntu Light" panose="020B0304030602030204" pitchFamily="34" charset="0"/>
            </a:endParaRPr>
          </a:p>
          <a:p>
            <a:pPr marL="171450" indent="-171450">
              <a:spcAft>
                <a:spcPts val="900"/>
              </a:spcAft>
              <a:buClr>
                <a:srgbClr val="0070AD"/>
              </a:buClr>
              <a:buSzPct val="120000"/>
              <a:buFont typeface="Wingdings" panose="05000000000000000000" pitchFamily="2" charset="2"/>
              <a:buChar char="§"/>
              <a:defRPr/>
            </a:pPr>
            <a:r>
              <a:rPr lang="en-US" sz="1200" dirty="0">
                <a:solidFill>
                  <a:prstClr val="black"/>
                </a:solidFill>
                <a:latin typeface="Ubuntu Light" panose="020B0304030602030204" pitchFamily="34" charset="0"/>
              </a:rPr>
              <a:t>Created Integration of Legacy OSS and new BSS with MCH API’s.</a:t>
            </a:r>
          </a:p>
          <a:p>
            <a:pPr marL="171450" indent="-171450">
              <a:spcAft>
                <a:spcPts val="900"/>
              </a:spcAft>
              <a:buClr>
                <a:srgbClr val="0070AD"/>
              </a:buClr>
              <a:buSzPct val="120000"/>
              <a:buFont typeface="Wingdings" panose="05000000000000000000" pitchFamily="2" charset="2"/>
              <a:buChar char="§"/>
              <a:defRPr/>
            </a:pPr>
            <a:r>
              <a:rPr lang="en-US" sz="1200" dirty="0">
                <a:solidFill>
                  <a:prstClr val="black"/>
                </a:solidFill>
                <a:latin typeface="Ubuntu Light" panose="020B0304030602030204" pitchFamily="34" charset="0"/>
              </a:rPr>
              <a:t>Designed customized Product offering to support MNP</a:t>
            </a:r>
          </a:p>
        </p:txBody>
      </p:sp>
      <p:sp>
        <p:nvSpPr>
          <p:cNvPr id="68" name="Rectangle 67">
            <a:extLst>
              <a:ext uri="{FF2B5EF4-FFF2-40B4-BE49-F238E27FC236}">
                <a16:creationId xmlns:a16="http://schemas.microsoft.com/office/drawing/2014/main" id="{A86824AD-ED07-4F72-8822-06A3A21B0257}"/>
              </a:ext>
            </a:extLst>
          </p:cNvPr>
          <p:cNvSpPr/>
          <p:nvPr/>
        </p:nvSpPr>
        <p:spPr>
          <a:xfrm>
            <a:off x="9553968" y="2424519"/>
            <a:ext cx="2466697" cy="36172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buClr>
                <a:srgbClr val="0070AD"/>
              </a:buClr>
              <a:buSzPct val="120000"/>
              <a:buFont typeface="Wingdings" panose="05000000000000000000" pitchFamily="2" charset="2"/>
              <a:buChar char="§"/>
              <a:defRPr/>
            </a:pPr>
            <a:endParaRPr lang="en-US" sz="1200" b="1" dirty="0">
              <a:solidFill>
                <a:prstClr val="black"/>
              </a:solidFill>
              <a:latin typeface="Ubuntu Light" panose="020B0304030602030204" pitchFamily="34" charset="0"/>
            </a:endParaRPr>
          </a:p>
          <a:p>
            <a:pPr marL="171450" indent="-171450">
              <a:spcAft>
                <a:spcPts val="900"/>
              </a:spcAft>
              <a:buClr>
                <a:srgbClr val="0070AD"/>
              </a:buClr>
              <a:buSzPct val="120000"/>
              <a:buFont typeface="Wingdings" panose="05000000000000000000" pitchFamily="2" charset="2"/>
              <a:buChar char="§"/>
              <a:defRPr/>
            </a:pPr>
            <a:r>
              <a:rPr lang="en-IN" sz="1200" dirty="0">
                <a:solidFill>
                  <a:prstClr val="black"/>
                </a:solidFill>
                <a:latin typeface="Ubuntu Light" panose="020B0304030602030204" pitchFamily="34" charset="0"/>
              </a:rPr>
              <a:t>Grab market share in Enterprise business via customized offering : 100k new customers post 6 months of GO LIVE </a:t>
            </a:r>
          </a:p>
          <a:p>
            <a:pPr marL="171450" indent="-171450" algn="l">
              <a:buFont typeface="Arial" panose="020B0604020202020204" pitchFamily="34" charset="0"/>
              <a:buChar char="•"/>
            </a:pPr>
            <a:endParaRPr lang="en-IN" sz="1200" dirty="0">
              <a:solidFill>
                <a:srgbClr val="242424"/>
              </a:solidFill>
              <a:latin typeface="-apple-system"/>
            </a:endParaRPr>
          </a:p>
          <a:p>
            <a:pPr marL="171450" indent="-171450">
              <a:buClr>
                <a:srgbClr val="0070AD"/>
              </a:buClr>
              <a:buSzPct val="120000"/>
              <a:buFont typeface="Wingdings" panose="05000000000000000000" pitchFamily="2" charset="2"/>
              <a:buChar char="§"/>
              <a:defRPr/>
            </a:pPr>
            <a:r>
              <a:rPr lang="en-US" sz="1200" dirty="0">
                <a:solidFill>
                  <a:prstClr val="black"/>
                </a:solidFill>
                <a:latin typeface="Ubuntu Light" panose="020B0304030602030204" pitchFamily="34" charset="0"/>
              </a:rPr>
              <a:t>Faster lead conversion and Better Opportunity win rate; </a:t>
            </a:r>
            <a:r>
              <a:rPr lang="en-IN" sz="1200" dirty="0">
                <a:solidFill>
                  <a:prstClr val="black"/>
                </a:solidFill>
                <a:latin typeface="Ubuntu Light" panose="020B0304030602030204" pitchFamily="34" charset="0"/>
              </a:rPr>
              <a:t>Increased cross-sell/up-sell by 25%.</a:t>
            </a:r>
          </a:p>
          <a:p>
            <a:pPr marL="171450" indent="-171450">
              <a:buClr>
                <a:srgbClr val="0070AD"/>
              </a:buClr>
              <a:buSzPct val="120000"/>
              <a:buFont typeface="Wingdings" panose="05000000000000000000" pitchFamily="2" charset="2"/>
              <a:buChar char="§"/>
              <a:defRPr/>
            </a:pPr>
            <a:endParaRPr lang="en-US" sz="1200" dirty="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IN" sz="1200" dirty="0">
                <a:solidFill>
                  <a:prstClr val="black"/>
                </a:solidFill>
                <a:latin typeface="Ubuntu Light" panose="020B0304030602030204" pitchFamily="34" charset="0"/>
              </a:rPr>
              <a:t>MNP Order Fulfilment  (Creation to Activation) for 90% of orders &lt;2 days (excluding the manual steps) in compliance with Regulatory Guidelines </a:t>
            </a:r>
          </a:p>
          <a:p>
            <a:pPr marL="171450" indent="-171450">
              <a:buClr>
                <a:srgbClr val="0070AD"/>
              </a:buClr>
              <a:buSzPct val="120000"/>
              <a:buFont typeface="Wingdings" panose="05000000000000000000" pitchFamily="2" charset="2"/>
              <a:buChar char="§"/>
              <a:defRPr/>
            </a:pPr>
            <a:endParaRPr lang="en-IN" sz="1200" dirty="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IN" sz="1200" dirty="0">
                <a:solidFill>
                  <a:prstClr val="black"/>
                </a:solidFill>
                <a:latin typeface="Ubuntu Light" panose="020B0304030602030204" pitchFamily="34" charset="0"/>
              </a:rPr>
              <a:t>Full Compliance  to Telecom Regulatory  Guidelines </a:t>
            </a:r>
          </a:p>
          <a:p>
            <a:pPr marL="171450" indent="-171450">
              <a:buClr>
                <a:srgbClr val="0070AD"/>
              </a:buClr>
              <a:buSzPct val="120000"/>
              <a:buFont typeface="Wingdings" panose="05000000000000000000" pitchFamily="2" charset="2"/>
              <a:buChar char="§"/>
              <a:defRPr/>
            </a:pPr>
            <a:endParaRPr lang="en-IN" sz="1200" dirty="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endParaRPr lang="en-US" sz="1200" b="1" dirty="0">
              <a:solidFill>
                <a:prstClr val="black"/>
              </a:solidFill>
              <a:latin typeface="Ubuntu Light" panose="020B0304030602030204" pitchFamily="34" charset="0"/>
            </a:endParaRPr>
          </a:p>
          <a:p>
            <a:pPr>
              <a:buClr>
                <a:srgbClr val="0070AD"/>
              </a:buClr>
              <a:buSzPct val="120000"/>
              <a:defRPr/>
            </a:pPr>
            <a:endParaRPr lang="en-US" sz="1200" dirty="0">
              <a:solidFill>
                <a:prstClr val="black"/>
              </a:solidFill>
              <a:latin typeface="Ubuntu Light" panose="020B0304030602030204" pitchFamily="34" charset="0"/>
            </a:endParaRPr>
          </a:p>
          <a:p>
            <a:pPr>
              <a:buClr>
                <a:srgbClr val="0070AD"/>
              </a:buClr>
              <a:buSzPct val="120000"/>
              <a:defRPr/>
            </a:pPr>
            <a:endParaRPr lang="en-IN" sz="1200" dirty="0">
              <a:solidFill>
                <a:prstClr val="black"/>
              </a:solidFill>
              <a:latin typeface="Ubuntu Light" panose="020B0304030602030204" pitchFamily="34" charset="0"/>
            </a:endParaRPr>
          </a:p>
          <a:p>
            <a:pPr>
              <a:buClr>
                <a:srgbClr val="0070AD"/>
              </a:buClr>
              <a:buSzPct val="120000"/>
              <a:defRPr/>
            </a:pPr>
            <a:br>
              <a:rPr lang="en-IN" sz="1200" dirty="0">
                <a:solidFill>
                  <a:prstClr val="black"/>
                </a:solidFill>
                <a:latin typeface="Ubuntu Light" panose="020B0304030602030204" pitchFamily="34" charset="0"/>
              </a:rPr>
            </a:br>
            <a:endParaRPr lang="en-IN" sz="1200" dirty="0">
              <a:solidFill>
                <a:prstClr val="black"/>
              </a:solidFill>
              <a:latin typeface="Ubuntu Light" panose="020B0304030602030204" pitchFamily="34" charset="0"/>
            </a:endParaRPr>
          </a:p>
          <a:p>
            <a:pPr marL="137160" indent="-137160">
              <a:spcBef>
                <a:spcPts val="200"/>
              </a:spcBef>
              <a:spcAft>
                <a:spcPts val="200"/>
              </a:spcAft>
              <a:buClr>
                <a:srgbClr val="0070AD"/>
              </a:buClr>
              <a:buSzPct val="120000"/>
              <a:buFont typeface="Wingdings" panose="05000000000000000000" pitchFamily="2" charset="2"/>
              <a:buChar char="§"/>
              <a:defRPr/>
            </a:pPr>
            <a:endParaRPr lang="en-IN" sz="1200" dirty="0">
              <a:solidFill>
                <a:srgbClr val="262626"/>
              </a:solidFill>
              <a:latin typeface="Ubuntu" panose="020B0504030602030204" pitchFamily="34" charset="0"/>
              <a:ea typeface="Verdana" panose="020B0604030504040204" pitchFamily="34" charset="0"/>
            </a:endParaRPr>
          </a:p>
        </p:txBody>
      </p:sp>
    </p:spTree>
    <p:extLst>
      <p:ext uri="{BB962C8B-B14F-4D97-AF65-F5344CB8AC3E}">
        <p14:creationId xmlns:p14="http://schemas.microsoft.com/office/powerpoint/2010/main" val="3849908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95916E91-A301-483C-AF2F-53BA69447C5F}"/>
              </a:ext>
            </a:extLst>
          </p:cNvPr>
          <p:cNvGraphicFramePr>
            <a:graphicFrameLocks noGrp="1"/>
          </p:cNvGraphicFramePr>
          <p:nvPr>
            <p:extLst>
              <p:ext uri="{D42A27DB-BD31-4B8C-83A1-F6EECF244321}">
                <p14:modId xmlns:p14="http://schemas.microsoft.com/office/powerpoint/2010/main" val="1645587658"/>
              </p:ext>
            </p:extLst>
          </p:nvPr>
        </p:nvGraphicFramePr>
        <p:xfrm>
          <a:off x="184935" y="1171375"/>
          <a:ext cx="11722813" cy="5194612"/>
        </p:xfrm>
        <a:graphic>
          <a:graphicData uri="http://schemas.openxmlformats.org/drawingml/2006/table">
            <a:tbl>
              <a:tblPr>
                <a:tableStyleId>{5C22544A-7EE6-4342-B048-85BDC9FD1C3A}</a:tableStyleId>
              </a:tblPr>
              <a:tblGrid>
                <a:gridCol w="2365133">
                  <a:extLst>
                    <a:ext uri="{9D8B030D-6E8A-4147-A177-3AD203B41FA5}">
                      <a16:colId xmlns:a16="http://schemas.microsoft.com/office/drawing/2014/main" val="20000"/>
                    </a:ext>
                  </a:extLst>
                </a:gridCol>
                <a:gridCol w="9357680">
                  <a:extLst>
                    <a:ext uri="{9D8B030D-6E8A-4147-A177-3AD203B41FA5}">
                      <a16:colId xmlns:a16="http://schemas.microsoft.com/office/drawing/2014/main" val="20001"/>
                    </a:ext>
                  </a:extLst>
                </a:gridCol>
              </a:tblGrid>
              <a:tr h="1431893">
                <a:tc>
                  <a:txBody>
                    <a:bodyPr/>
                    <a:lstStyle/>
                    <a:p>
                      <a:pPr marL="0" marR="0" algn="l">
                        <a:spcBef>
                          <a:spcPts val="0"/>
                        </a:spcBef>
                        <a:spcAft>
                          <a:spcPts val="0"/>
                        </a:spcAft>
                      </a:pPr>
                      <a:r>
                        <a:rPr lang="en-US" sz="1400" b="1" dirty="0">
                          <a:solidFill>
                            <a:schemeClr val="bg1"/>
                          </a:solidFill>
                          <a:effectLst/>
                          <a:latin typeface="+mj-lt"/>
                          <a:cs typeface="Times New Roman"/>
                        </a:rPr>
                        <a:t>Mitigation of Technical Glitches </a:t>
                      </a:r>
                      <a:endParaRPr lang="en-US" sz="1400" b="1" dirty="0">
                        <a:solidFill>
                          <a:schemeClr val="bg1"/>
                        </a:solidFill>
                        <a:effectLst/>
                        <a:latin typeface="+mj-lt"/>
                        <a:cs typeface="Times New Roman" panose="02020603050405020304" pitchFamily="18" charset="0"/>
                      </a:endParaRPr>
                    </a:p>
                  </a:txBody>
                  <a:tcPr marL="64008" marR="64008" marT="73152" marB="73152" anchor="ctr">
                    <a:lnL w="9525" cap="flat" cmpd="sng" algn="ctr">
                      <a:noFill/>
                      <a:prstDash val="solid"/>
                      <a:round/>
                      <a:headEnd type="none" w="med" len="med"/>
                      <a:tailEnd type="none" w="med" len="med"/>
                    </a:lnL>
                    <a:lnR w="2857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flip="none" rotWithShape="1">
                      <a:gsLst>
                        <a:gs pos="0">
                          <a:schemeClr val="accent2">
                            <a:lumMod val="50000"/>
                            <a:shade val="30000"/>
                            <a:satMod val="115000"/>
                          </a:schemeClr>
                        </a:gs>
                        <a:gs pos="50000">
                          <a:schemeClr val="accent2">
                            <a:lumMod val="50000"/>
                            <a:shade val="67500"/>
                            <a:satMod val="115000"/>
                          </a:schemeClr>
                        </a:gs>
                        <a:gs pos="100000">
                          <a:schemeClr val="accent2">
                            <a:lumMod val="50000"/>
                            <a:shade val="100000"/>
                            <a:satMod val="115000"/>
                          </a:schemeClr>
                        </a:gs>
                      </a:gsLst>
                      <a:lin ang="2700000" scaled="1"/>
                      <a:tileRect/>
                    </a:gradFill>
                  </a:tcPr>
                </a:tc>
                <a:tc>
                  <a:txBody>
                    <a:bodyPr/>
                    <a:lstStyle/>
                    <a:p>
                      <a:pPr marL="171450" marR="0" lvl="0" indent="-171450" algn="l">
                        <a:spcBef>
                          <a:spcPts val="0"/>
                        </a:spcBef>
                        <a:spcAft>
                          <a:spcPts val="0"/>
                        </a:spcAft>
                        <a:buClr>
                          <a:schemeClr val="tx2"/>
                        </a:buClr>
                        <a:buFont typeface="Wingdings" panose="05000000000000000000" pitchFamily="2" charset="2"/>
                        <a:buChar char="§"/>
                        <a:tabLst/>
                      </a:pPr>
                      <a:r>
                        <a:rPr lang="en-IN" sz="1100" b="0" kern="1200" dirty="0">
                          <a:latin typeface="+mn-lt"/>
                          <a:ea typeface="+mn-ea"/>
                          <a:cs typeface="+mn-cs"/>
                        </a:rPr>
                        <a:t>Understanding</a:t>
                      </a:r>
                      <a:r>
                        <a:rPr lang="en-IN" sz="1100" b="0" kern="1200" dirty="0">
                          <a:solidFill>
                            <a:schemeClr val="tx1"/>
                          </a:solidFill>
                          <a:effectLst/>
                          <a:latin typeface="+mn-lt"/>
                        </a:rPr>
                        <a:t> of </a:t>
                      </a:r>
                      <a:r>
                        <a:rPr lang="en-IN" sz="1100" b="0" kern="1200" dirty="0">
                          <a:latin typeface="+mn-lt"/>
                          <a:ea typeface="+mn-ea"/>
                          <a:cs typeface="+mn-cs"/>
                        </a:rPr>
                        <a:t>OSS/BSS and their integration touchpoints for MNP induction , which will help in expediting the analysis and guard against any pitfalls .</a:t>
                      </a:r>
                    </a:p>
                    <a:p>
                      <a:pPr marL="171450" marR="0" lvl="0" indent="-171450" algn="l">
                        <a:spcBef>
                          <a:spcPts val="0"/>
                        </a:spcBef>
                        <a:spcAft>
                          <a:spcPts val="0"/>
                        </a:spcAft>
                        <a:buClr>
                          <a:schemeClr val="tx2"/>
                        </a:buClr>
                        <a:buFont typeface="Wingdings" panose="05000000000000000000" pitchFamily="2" charset="2"/>
                        <a:buChar char="§"/>
                      </a:pPr>
                      <a:r>
                        <a:rPr lang="en-IN" sz="1100" b="0" kern="1200" dirty="0">
                          <a:latin typeface="+mn-lt"/>
                          <a:ea typeface="+mn-ea"/>
                          <a:cs typeface="+mn-cs"/>
                        </a:rPr>
                        <a:t>In depth understanding of inputs required from Telecom regulators for  MNP induction. We make sure, to understand the dependencies on MCH for analysis of  BSS/OSS impacts.</a:t>
                      </a:r>
                    </a:p>
                  </a:txBody>
                  <a:tcPr marL="182880" marR="64008" marT="73152" marB="73152" anchor="ctr">
                    <a:lnL w="28575"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390864281"/>
                  </a:ext>
                </a:extLst>
              </a:tr>
              <a:tr h="1431893">
                <a:tc>
                  <a:txBody>
                    <a:bodyPr/>
                    <a:lstStyle/>
                    <a:p>
                      <a:pPr marL="0" marR="0" algn="l">
                        <a:spcBef>
                          <a:spcPts val="0"/>
                        </a:spcBef>
                        <a:spcAft>
                          <a:spcPts val="0"/>
                        </a:spcAft>
                      </a:pPr>
                      <a:r>
                        <a:rPr lang="en-US" sz="1400" b="1" dirty="0">
                          <a:solidFill>
                            <a:schemeClr val="bg1"/>
                          </a:solidFill>
                          <a:effectLst/>
                          <a:latin typeface="+mj-lt"/>
                          <a:ea typeface="Arial" panose="020B0604020202020204" pitchFamily="34" charset="0"/>
                          <a:cs typeface="Times New Roman"/>
                        </a:rPr>
                        <a:t>Better handling  of Operational fallouts </a:t>
                      </a:r>
                      <a:endParaRPr lang="en-US" sz="1400" b="1" dirty="0">
                        <a:solidFill>
                          <a:schemeClr val="bg1"/>
                        </a:solidFill>
                        <a:effectLst/>
                        <a:latin typeface="+mj-lt"/>
                        <a:ea typeface="Arial" panose="020B0604020202020204" pitchFamily="34" charset="0"/>
                        <a:cs typeface="Times New Roman" panose="02020603050405020304" pitchFamily="18" charset="0"/>
                      </a:endParaRPr>
                    </a:p>
                  </a:txBody>
                  <a:tcPr marL="64008" marR="64008" marT="73152" marB="73152" anchor="ctr">
                    <a:lnL w="9525" cap="flat" cmpd="sng" algn="ctr">
                      <a:no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flip="none" rotWithShape="1">
                      <a:gsLst>
                        <a:gs pos="0">
                          <a:schemeClr val="accent2">
                            <a:lumMod val="75000"/>
                            <a:shade val="30000"/>
                            <a:satMod val="115000"/>
                          </a:schemeClr>
                        </a:gs>
                        <a:gs pos="50000">
                          <a:schemeClr val="accent2">
                            <a:lumMod val="75000"/>
                            <a:shade val="67500"/>
                            <a:satMod val="115000"/>
                          </a:schemeClr>
                        </a:gs>
                        <a:gs pos="100000">
                          <a:schemeClr val="accent2">
                            <a:lumMod val="75000"/>
                            <a:shade val="100000"/>
                            <a:satMod val="115000"/>
                          </a:schemeClr>
                        </a:gs>
                      </a:gsLst>
                      <a:lin ang="2700000" scaled="1"/>
                      <a:tileRect/>
                    </a:gradFill>
                  </a:tcPr>
                </a:tc>
                <a:tc>
                  <a:txBody>
                    <a:bodyPr/>
                    <a:lstStyle/>
                    <a:p>
                      <a:pPr marL="171450" marR="0" lvl="0" indent="-171450" algn="l" rtl="0" eaLnBrk="1" latinLnBrk="0" hangingPunct="1">
                        <a:spcBef>
                          <a:spcPts val="0"/>
                        </a:spcBef>
                        <a:spcAft>
                          <a:spcPts val="0"/>
                        </a:spcAft>
                        <a:buClr>
                          <a:schemeClr val="tx2"/>
                        </a:buClr>
                        <a:buFont typeface="Wingdings" panose="05000000000000000000" pitchFamily="2" charset="2"/>
                        <a:buChar char="§"/>
                      </a:pPr>
                      <a:r>
                        <a:rPr lang="en-IN" sz="1100" b="1" kern="1200" dirty="0">
                          <a:latin typeface="+mn-lt"/>
                          <a:ea typeface="+mn-ea"/>
                          <a:cs typeface="+mn-cs"/>
                        </a:rPr>
                        <a:t>E</a:t>
                      </a:r>
                      <a:r>
                        <a:rPr lang="en-IN" sz="1100" b="0" kern="1200" dirty="0">
                          <a:latin typeface="+mn-lt"/>
                          <a:ea typeface="+mn-ea"/>
                          <a:cs typeface="+mn-cs"/>
                        </a:rPr>
                        <a:t>xisting use cases(E.g., Billing clearance, Fraudulence ) to provide better insights into handling of  operational fallouts related to MNP.</a:t>
                      </a:r>
                    </a:p>
                  </a:txBody>
                  <a:tcPr marL="182880" marR="64008" marT="73152" marB="73152" anchor="ctr">
                    <a:lnL w="28575"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114308565"/>
                  </a:ext>
                </a:extLst>
              </a:tr>
              <a:tr h="2330826">
                <a:tc>
                  <a:txBody>
                    <a:bodyPr/>
                    <a:lstStyle/>
                    <a:p>
                      <a:pPr marL="0" marR="0" algn="l">
                        <a:spcBef>
                          <a:spcPts val="0"/>
                        </a:spcBef>
                        <a:spcAft>
                          <a:spcPts val="0"/>
                        </a:spcAft>
                      </a:pPr>
                      <a:r>
                        <a:rPr lang="en-US" sz="1400" b="1" dirty="0">
                          <a:solidFill>
                            <a:schemeClr val="bg1"/>
                          </a:solidFill>
                          <a:effectLst/>
                          <a:latin typeface="+mj-lt"/>
                          <a:ea typeface="Arial" panose="020B0604020202020204" pitchFamily="34" charset="0"/>
                          <a:cs typeface="Times New Roman"/>
                        </a:rPr>
                        <a:t>Leveraging existing capabilities </a:t>
                      </a:r>
                      <a:endParaRPr lang="en-US" sz="1400" b="1" dirty="0">
                        <a:solidFill>
                          <a:schemeClr val="bg1"/>
                        </a:solidFill>
                        <a:effectLst/>
                        <a:latin typeface="+mj-lt"/>
                        <a:ea typeface="Arial" panose="020B0604020202020204" pitchFamily="34" charset="0"/>
                        <a:cs typeface="Times New Roman" panose="02020603050405020304" pitchFamily="18" charset="0"/>
                      </a:endParaRPr>
                    </a:p>
                  </a:txBody>
                  <a:tcPr marL="64008" marR="64008" marT="73152" marB="73152" anchor="ctr">
                    <a:lnL w="9525" cap="flat" cmpd="sng" algn="ctr">
                      <a:no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0">
                          <a:schemeClr val="accent2">
                            <a:lumMod val="60000"/>
                            <a:lumOff val="40000"/>
                            <a:shade val="30000"/>
                            <a:satMod val="115000"/>
                          </a:schemeClr>
                        </a:gs>
                        <a:gs pos="50000">
                          <a:schemeClr val="accent2">
                            <a:lumMod val="60000"/>
                            <a:lumOff val="40000"/>
                            <a:shade val="67500"/>
                            <a:satMod val="115000"/>
                          </a:schemeClr>
                        </a:gs>
                        <a:gs pos="100000">
                          <a:schemeClr val="accent2">
                            <a:lumMod val="60000"/>
                            <a:lumOff val="40000"/>
                            <a:shade val="100000"/>
                            <a:satMod val="115000"/>
                          </a:schemeClr>
                        </a:gs>
                      </a:gsLst>
                      <a:lin ang="2700000" scaled="1"/>
                      <a:tileRect/>
                    </a:gradFill>
                  </a:tcPr>
                </a:tc>
                <a:tc>
                  <a:txBody>
                    <a:bodyPr/>
                    <a:lstStyle/>
                    <a:p>
                      <a:pPr marL="171450" marR="0" lvl="0" indent="-171450" algn="l" defTabSz="914400" rtl="0" eaLnBrk="1" latinLnBrk="0" hangingPunct="1">
                        <a:spcBef>
                          <a:spcPts val="0"/>
                        </a:spcBef>
                        <a:spcAft>
                          <a:spcPts val="0"/>
                        </a:spcAft>
                        <a:buClr>
                          <a:schemeClr val="tx2"/>
                        </a:buClr>
                        <a:buFont typeface="Wingdings" panose="05000000000000000000" pitchFamily="2" charset="2"/>
                        <a:buChar char="§"/>
                        <a:tabLst/>
                      </a:pPr>
                      <a:r>
                        <a:rPr lang="en-IN" sz="1100" b="0" kern="1200" dirty="0">
                          <a:latin typeface="+mn-lt"/>
                          <a:ea typeface="+mn-ea"/>
                          <a:cs typeface="+mn-cs"/>
                        </a:rPr>
                        <a:t>Existing templates for customer communication throughout MNP lifecycle which adhere to industry standards.</a:t>
                      </a:r>
                    </a:p>
                    <a:p>
                      <a:pPr marL="171450" marR="0" lvl="0" indent="-171450" algn="l" defTabSz="914400" rtl="0" eaLnBrk="1" latinLnBrk="0" hangingPunct="1">
                        <a:spcBef>
                          <a:spcPts val="0"/>
                        </a:spcBef>
                        <a:spcAft>
                          <a:spcPts val="0"/>
                        </a:spcAft>
                        <a:buClr>
                          <a:schemeClr val="tx2"/>
                        </a:buClr>
                        <a:buFont typeface="Wingdings" panose="05000000000000000000" pitchFamily="2" charset="2"/>
                        <a:buChar char="§"/>
                        <a:tabLst/>
                      </a:pPr>
                      <a:r>
                        <a:rPr lang="en-IN" sz="1100" b="0" kern="1200" dirty="0">
                          <a:latin typeface="+mn-lt"/>
                          <a:ea typeface="+mn-ea"/>
                          <a:cs typeface="+mn-cs"/>
                        </a:rPr>
                        <a:t>Existing methodology for Fallout Management for MNP in coherence with industry standards.</a:t>
                      </a:r>
                    </a:p>
                    <a:p>
                      <a:pPr marL="171450" marR="0" lvl="0" indent="-171450" algn="l" defTabSz="914400" rtl="0" eaLnBrk="1" latinLnBrk="0" hangingPunct="1">
                        <a:spcBef>
                          <a:spcPts val="0"/>
                        </a:spcBef>
                        <a:spcAft>
                          <a:spcPts val="0"/>
                        </a:spcAft>
                        <a:buClr>
                          <a:schemeClr val="tx2"/>
                        </a:buClr>
                        <a:buFont typeface="Wingdings" panose="05000000000000000000" pitchFamily="2" charset="2"/>
                        <a:buChar char="§"/>
                        <a:tabLst/>
                      </a:pPr>
                      <a:r>
                        <a:rPr lang="en-IN" sz="1100" b="0" kern="1200" dirty="0">
                          <a:latin typeface="+mn-lt"/>
                          <a:ea typeface="+mn-ea"/>
                          <a:cs typeface="+mn-cs"/>
                        </a:rPr>
                        <a:t>MNP Generic architecture framework.</a:t>
                      </a:r>
                    </a:p>
                    <a:p>
                      <a:pPr marL="171450" marR="0" lvl="0" indent="-171450" algn="l" defTabSz="914400" rtl="0" eaLnBrk="1" latinLnBrk="0" hangingPunct="1">
                        <a:spcBef>
                          <a:spcPts val="0"/>
                        </a:spcBef>
                        <a:spcAft>
                          <a:spcPts val="0"/>
                        </a:spcAft>
                        <a:buClr>
                          <a:schemeClr val="tx2"/>
                        </a:buClr>
                        <a:buFont typeface="Wingdings" panose="05000000000000000000" pitchFamily="2" charset="2"/>
                        <a:buChar char="§"/>
                        <a:tabLst/>
                      </a:pPr>
                      <a:r>
                        <a:rPr lang="en-IN" sz="1100" b="0" kern="1200" dirty="0">
                          <a:latin typeface="+mn-lt"/>
                          <a:ea typeface="+mn-ea"/>
                          <a:cs typeface="+mn-cs"/>
                        </a:rPr>
                        <a:t>Interoperability testing Mechanism .</a:t>
                      </a:r>
                    </a:p>
                    <a:p>
                      <a:pPr marL="171450" marR="0" lvl="0" indent="-171450" algn="l" defTabSz="914400" rtl="0" eaLnBrk="1" latinLnBrk="0" hangingPunct="1">
                        <a:spcBef>
                          <a:spcPts val="0"/>
                        </a:spcBef>
                        <a:spcAft>
                          <a:spcPts val="0"/>
                        </a:spcAft>
                        <a:buClr>
                          <a:schemeClr val="tx2"/>
                        </a:buClr>
                        <a:buFont typeface="Wingdings" panose="05000000000000000000" pitchFamily="2" charset="2"/>
                        <a:buChar char="§"/>
                        <a:tabLst/>
                      </a:pPr>
                      <a:r>
                        <a:rPr lang="en-IN" sz="1100" b="0" kern="1200" dirty="0">
                          <a:latin typeface="+mn-lt"/>
                          <a:ea typeface="+mn-ea"/>
                          <a:cs typeface="+mn-cs"/>
                        </a:rPr>
                        <a:t>Reports and Dashboard Baselines.</a:t>
                      </a:r>
                    </a:p>
                    <a:p>
                      <a:pPr marL="171450" marR="0" lvl="0" indent="-171450" algn="l" defTabSz="914400" rtl="0" eaLnBrk="1" latinLnBrk="0" hangingPunct="1">
                        <a:spcBef>
                          <a:spcPts val="0"/>
                        </a:spcBef>
                        <a:spcAft>
                          <a:spcPts val="0"/>
                        </a:spcAft>
                        <a:buClr>
                          <a:schemeClr val="tx2"/>
                        </a:buClr>
                        <a:buFont typeface="Wingdings" panose="05000000000000000000" pitchFamily="2" charset="2"/>
                        <a:buChar char="§"/>
                        <a:tabLst/>
                      </a:pPr>
                      <a:r>
                        <a:rPr lang="en-IN" sz="1100" b="0" kern="1200" dirty="0">
                          <a:latin typeface="+mn-lt"/>
                          <a:ea typeface="+mn-ea"/>
                          <a:cs typeface="+mn-cs"/>
                        </a:rPr>
                        <a:t>Existing baseline for MNP Process flow, data flow .</a:t>
                      </a:r>
                    </a:p>
                    <a:p>
                      <a:pPr marL="0" marR="0" lvl="0" indent="0" algn="l" defTabSz="914400" rtl="0" eaLnBrk="1" latinLnBrk="0" hangingPunct="1">
                        <a:spcBef>
                          <a:spcPts val="0"/>
                        </a:spcBef>
                        <a:spcAft>
                          <a:spcPts val="0"/>
                        </a:spcAft>
                        <a:buClr>
                          <a:schemeClr val="tx2"/>
                        </a:buClr>
                        <a:buFont typeface="Wingdings" panose="05000000000000000000" pitchFamily="2" charset="2"/>
                        <a:buNone/>
                        <a:tabLst/>
                      </a:pPr>
                      <a:endParaRPr lang="en-IN" sz="1100" b="1" kern="1200" dirty="0">
                        <a:solidFill>
                          <a:prstClr val="black"/>
                        </a:solidFill>
                        <a:latin typeface="+mn-lt"/>
                        <a:ea typeface="+mn-ea"/>
                        <a:cs typeface="+mn-cs"/>
                      </a:endParaRPr>
                    </a:p>
                    <a:p>
                      <a:pPr marL="0" marR="0" lvl="0" indent="0" algn="l" rtl="0" eaLnBrk="1" latinLnBrk="0" hangingPunct="1">
                        <a:spcBef>
                          <a:spcPts val="0"/>
                        </a:spcBef>
                        <a:spcAft>
                          <a:spcPts val="0"/>
                        </a:spcAft>
                        <a:buClr>
                          <a:schemeClr val="tx2"/>
                        </a:buClr>
                        <a:buFont typeface="Wingdings" panose="05000000000000000000" pitchFamily="2" charset="2"/>
                        <a:buNone/>
                      </a:pPr>
                      <a:r>
                        <a:rPr lang="en-IN" sz="1100" b="1" u="sng" kern="1200" dirty="0">
                          <a:latin typeface="+mn-lt"/>
                          <a:ea typeface="+mn-ea"/>
                          <a:cs typeface="+mn-cs"/>
                        </a:rPr>
                        <a:t>Purview of Administrative Support Required </a:t>
                      </a:r>
                    </a:p>
                    <a:p>
                      <a:pPr marL="0" marR="0" lvl="0" indent="0" algn="l" rtl="0" eaLnBrk="1" fontAlgn="auto" latinLnBrk="0" hangingPunct="1">
                        <a:lnSpc>
                          <a:spcPct val="100000"/>
                        </a:lnSpc>
                        <a:spcBef>
                          <a:spcPts val="0"/>
                        </a:spcBef>
                        <a:spcAft>
                          <a:spcPts val="0"/>
                        </a:spcAft>
                        <a:buClr>
                          <a:schemeClr val="tx2"/>
                        </a:buClr>
                        <a:buSzTx/>
                        <a:buFont typeface="Wingdings" panose="05000000000000000000" pitchFamily="2" charset="2"/>
                        <a:buNone/>
                      </a:pPr>
                      <a:r>
                        <a:rPr lang="en-IN" sz="1100" b="0" i="0" kern="1200" dirty="0">
                          <a:solidFill>
                            <a:schemeClr val="dk1"/>
                          </a:solidFill>
                          <a:effectLst/>
                          <a:latin typeface="+mn-lt"/>
                          <a:ea typeface="+mn-ea"/>
                          <a:cs typeface="+mn-cs"/>
                        </a:rPr>
                        <a:t>E.g., role of retailers ,the need to change SIM cards or handsets, existing customer obligations, refusal to port, time to port, and procedures for porting large quantities of numbers at a given time etc.</a:t>
                      </a:r>
                      <a:endParaRPr lang="en-IN" sz="1100" b="0" kern="1200" dirty="0">
                        <a:solidFill>
                          <a:schemeClr val="tx1"/>
                        </a:solidFill>
                        <a:effectLst/>
                        <a:latin typeface="+mn-lt"/>
                        <a:ea typeface="+mn-ea"/>
                        <a:cs typeface="+mn-cs"/>
                      </a:endParaRPr>
                    </a:p>
                  </a:txBody>
                  <a:tcPr marL="182880" marR="64008" marT="73152" marB="73152" anchor="ctr">
                    <a:lnL w="28575"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59354226"/>
                  </a:ext>
                </a:extLst>
              </a:tr>
            </a:tbl>
          </a:graphicData>
        </a:graphic>
      </p:graphicFrame>
      <p:sp>
        <p:nvSpPr>
          <p:cNvPr id="6" name="Title 5">
            <a:extLst>
              <a:ext uri="{FF2B5EF4-FFF2-40B4-BE49-F238E27FC236}">
                <a16:creationId xmlns:a16="http://schemas.microsoft.com/office/drawing/2014/main" id="{480DAF79-CE0E-4B1B-AFDD-4733EF399D2C}"/>
              </a:ext>
            </a:extLst>
          </p:cNvPr>
          <p:cNvSpPr>
            <a:spLocks noGrp="1"/>
          </p:cNvSpPr>
          <p:nvPr>
            <p:ph type="title"/>
          </p:nvPr>
        </p:nvSpPr>
        <p:spPr>
          <a:xfrm>
            <a:off x="184935" y="814471"/>
            <a:ext cx="10947772" cy="356904"/>
          </a:xfrm>
        </p:spPr>
        <p:txBody>
          <a:bodyPr anchor="t" anchorCtr="0"/>
          <a:lstStyle/>
          <a:p>
            <a:r>
              <a:rPr lang="en-IN" sz="1800" b="1" cap="none" dirty="0"/>
              <a:t>Leveraging the experience</a:t>
            </a:r>
            <a:endParaRPr lang="en-IN" sz="1050" b="1" i="1" cap="none" dirty="0">
              <a:solidFill>
                <a:schemeClr val="accent1">
                  <a:lumMod val="75000"/>
                </a:schemeClr>
              </a:solidFill>
            </a:endParaRPr>
          </a:p>
        </p:txBody>
      </p:sp>
      <p:sp>
        <p:nvSpPr>
          <p:cNvPr id="4" name="Titre 7">
            <a:extLst>
              <a:ext uri="{FF2B5EF4-FFF2-40B4-BE49-F238E27FC236}">
                <a16:creationId xmlns:a16="http://schemas.microsoft.com/office/drawing/2014/main" id="{7C4F0A73-F1F3-4F76-A9FD-AB313205160A}"/>
              </a:ext>
            </a:extLst>
          </p:cNvPr>
          <p:cNvSpPr txBox="1">
            <a:spLocks/>
          </p:cNvSpPr>
          <p:nvPr/>
        </p:nvSpPr>
        <p:spPr>
          <a:xfrm>
            <a:off x="122701" y="260792"/>
            <a:ext cx="11686102" cy="748224"/>
          </a:xfrm>
          <a:prstGeom prst="rect">
            <a:avLst/>
          </a:prstGeom>
        </p:spPr>
        <p:txBody>
          <a:bodyPr vert="horz" lIns="0" tIns="0" rIns="0" bIns="0" rtlCol="0" anchor="t" anchorCtr="0">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fr-FR" sz="2000" dirty="0"/>
              <a:t> </a:t>
            </a:r>
            <a:r>
              <a:rPr lang="fr-FR" dirty="0"/>
              <a:t>Case STUDY–Mobile NUMBER PORTABILITY for a Leading TELCO 2/2 </a:t>
            </a:r>
            <a:br>
              <a:rPr lang="fr-FR" sz="2000" dirty="0"/>
            </a:br>
            <a:r>
              <a:rPr lang="fr-FR" sz="2000" dirty="0"/>
              <a:t>                                              </a:t>
            </a:r>
            <a:endParaRPr lang="fr-FR" sz="1400" i="1" dirty="0">
              <a:solidFill>
                <a:srgbClr val="FFFF00"/>
              </a:solidFill>
            </a:endParaRPr>
          </a:p>
        </p:txBody>
      </p:sp>
    </p:spTree>
    <p:extLst>
      <p:ext uri="{BB962C8B-B14F-4D97-AF65-F5344CB8AC3E}">
        <p14:creationId xmlns:p14="http://schemas.microsoft.com/office/powerpoint/2010/main" val="18511877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7E066EDF-5048-440C-805D-92957D794DA0}"/>
              </a:ext>
            </a:extLst>
          </p:cNvPr>
          <p:cNvSpPr txBox="1">
            <a:spLocks/>
          </p:cNvSpPr>
          <p:nvPr/>
        </p:nvSpPr>
        <p:spPr>
          <a:xfrm>
            <a:off x="404814" y="2810691"/>
            <a:ext cx="10903266" cy="907869"/>
          </a:xfrm>
          <a:prstGeom prst="rect">
            <a:avLst/>
          </a:prstGeom>
        </p:spPr>
        <p:txBody>
          <a:bodyPr vert="horz" lIns="0" tIns="0" rIns="0" bIns="0" rtlCol="0" anchor="t" anchorCtr="0">
            <a:noAutofit/>
          </a:bodyPr>
          <a:lstStyle>
            <a:lvl1pPr indent="0">
              <a:lnSpc>
                <a:spcPct val="100000"/>
              </a:lnSpc>
              <a:spcBef>
                <a:spcPts val="1000"/>
              </a:spcBef>
              <a:buFont typeface="Arial" panose="020B0604020202020204" pitchFamily="34" charset="0"/>
              <a:buNone/>
              <a:defRPr b="1">
                <a:solidFill>
                  <a:srgbClr val="12ABDB"/>
                </a:solidFill>
                <a:latin typeface="+mj-lt"/>
              </a:defRPr>
            </a:lvl1pPr>
            <a:lvl2pPr marL="266700" indent="-177800">
              <a:lnSpc>
                <a:spcPct val="100000"/>
              </a:lnSpc>
              <a:spcBef>
                <a:spcPts val="500"/>
              </a:spcBef>
              <a:buClr>
                <a:schemeClr val="accent1"/>
              </a:buClr>
              <a:buFont typeface="Wingdings" panose="05000000000000000000" pitchFamily="2" charset="2"/>
              <a:buChar char="§"/>
              <a:defRPr sz="1200">
                <a:latin typeface="+mj-lt"/>
              </a:defRPr>
            </a:lvl2pPr>
            <a:lvl3pPr marL="444500" indent="-177800">
              <a:lnSpc>
                <a:spcPct val="100000"/>
              </a:lnSpc>
              <a:spcBef>
                <a:spcPts val="500"/>
              </a:spcBef>
              <a:buClr>
                <a:schemeClr val="accent2"/>
              </a:buClr>
              <a:buFont typeface="Arial" panose="020B0604020202020204" pitchFamily="34" charset="0"/>
              <a:buChar char="•"/>
              <a:defRPr sz="1200">
                <a:latin typeface="+mj-lt"/>
              </a:defRPr>
            </a:lvl3pPr>
            <a:lvl4pPr marL="622300" indent="-177800">
              <a:lnSpc>
                <a:spcPct val="100000"/>
              </a:lnSpc>
              <a:spcBef>
                <a:spcPts val="500"/>
              </a:spcBef>
              <a:buClr>
                <a:schemeClr val="accent3"/>
              </a:buClr>
              <a:buFont typeface="Verdana" panose="020B0604030504040204" pitchFamily="34" charset="0"/>
              <a:buChar char="‒"/>
              <a:defRPr sz="1200">
                <a:latin typeface="+mj-lt"/>
              </a:defRPr>
            </a:lvl4pPr>
            <a:lvl5pPr marL="812800" indent="-190500">
              <a:lnSpc>
                <a:spcPct val="100000"/>
              </a:lnSpc>
              <a:spcBef>
                <a:spcPts val="500"/>
              </a:spcBef>
              <a:buClr>
                <a:schemeClr val="accent5"/>
              </a:buClr>
              <a:buFont typeface="Arial" panose="020B0604020202020204" pitchFamily="34" charset="0"/>
              <a:buChar char="•"/>
              <a:defRPr sz="1200">
                <a:latin typeface="+mj-lt"/>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spcBef>
                <a:spcPts val="600"/>
              </a:spcBef>
              <a:spcAft>
                <a:spcPts val="1800"/>
              </a:spcAft>
            </a:pPr>
            <a:r>
              <a:rPr lang="en-US" sz="4000" b="0" dirty="0">
                <a:solidFill>
                  <a:schemeClr val="bg1"/>
                </a:solidFill>
                <a:latin typeface="+mn-lt"/>
              </a:rPr>
              <a:t>Commercials</a:t>
            </a:r>
          </a:p>
        </p:txBody>
      </p:sp>
    </p:spTree>
    <p:extLst>
      <p:ext uri="{BB962C8B-B14F-4D97-AF65-F5344CB8AC3E}">
        <p14:creationId xmlns:p14="http://schemas.microsoft.com/office/powerpoint/2010/main" val="15230070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9DEDE-68A5-4AED-90E3-4A66962C0E58}"/>
              </a:ext>
            </a:extLst>
          </p:cNvPr>
          <p:cNvSpPr>
            <a:spLocks noGrp="1"/>
          </p:cNvSpPr>
          <p:nvPr>
            <p:ph type="title"/>
          </p:nvPr>
        </p:nvSpPr>
        <p:spPr>
          <a:xfrm>
            <a:off x="263525" y="-28862"/>
            <a:ext cx="10947772" cy="716711"/>
          </a:xfrm>
        </p:spPr>
        <p:txBody>
          <a:bodyPr/>
          <a:lstStyle/>
          <a:p>
            <a:r>
              <a:rPr lang="en-US" dirty="0"/>
              <a:t>Team Composition &amp; COMMERCIALS</a:t>
            </a:r>
          </a:p>
        </p:txBody>
      </p:sp>
      <p:graphicFrame>
        <p:nvGraphicFramePr>
          <p:cNvPr id="6" name="Table 4">
            <a:extLst>
              <a:ext uri="{FF2B5EF4-FFF2-40B4-BE49-F238E27FC236}">
                <a16:creationId xmlns:a16="http://schemas.microsoft.com/office/drawing/2014/main" id="{98E4D376-FF55-42B9-A412-36248D716063}"/>
              </a:ext>
            </a:extLst>
          </p:cNvPr>
          <p:cNvGraphicFramePr>
            <a:graphicFrameLocks noGrp="1"/>
          </p:cNvGraphicFramePr>
          <p:nvPr>
            <p:extLst>
              <p:ext uri="{D42A27DB-BD31-4B8C-83A1-F6EECF244321}">
                <p14:modId xmlns:p14="http://schemas.microsoft.com/office/powerpoint/2010/main" val="4150876504"/>
              </p:ext>
            </p:extLst>
          </p:nvPr>
        </p:nvGraphicFramePr>
        <p:xfrm>
          <a:off x="673100" y="1232391"/>
          <a:ext cx="10820400" cy="4550580"/>
        </p:xfrm>
        <a:graphic>
          <a:graphicData uri="http://schemas.openxmlformats.org/drawingml/2006/table">
            <a:tbl>
              <a:tblPr firstRow="1" bandRow="1">
                <a:tableStyleId>{5C22544A-7EE6-4342-B048-85BDC9FD1C3A}</a:tableStyleId>
              </a:tblPr>
              <a:tblGrid>
                <a:gridCol w="3783043">
                  <a:extLst>
                    <a:ext uri="{9D8B030D-6E8A-4147-A177-3AD203B41FA5}">
                      <a16:colId xmlns:a16="http://schemas.microsoft.com/office/drawing/2014/main" val="120363195"/>
                    </a:ext>
                  </a:extLst>
                </a:gridCol>
                <a:gridCol w="1627157">
                  <a:extLst>
                    <a:ext uri="{9D8B030D-6E8A-4147-A177-3AD203B41FA5}">
                      <a16:colId xmlns:a16="http://schemas.microsoft.com/office/drawing/2014/main" val="3909811513"/>
                    </a:ext>
                  </a:extLst>
                </a:gridCol>
                <a:gridCol w="2705100">
                  <a:extLst>
                    <a:ext uri="{9D8B030D-6E8A-4147-A177-3AD203B41FA5}">
                      <a16:colId xmlns:a16="http://schemas.microsoft.com/office/drawing/2014/main" val="1248836173"/>
                    </a:ext>
                  </a:extLst>
                </a:gridCol>
                <a:gridCol w="2705100">
                  <a:extLst>
                    <a:ext uri="{9D8B030D-6E8A-4147-A177-3AD203B41FA5}">
                      <a16:colId xmlns:a16="http://schemas.microsoft.com/office/drawing/2014/main" val="1437369303"/>
                    </a:ext>
                  </a:extLst>
                </a:gridCol>
              </a:tblGrid>
              <a:tr h="758430">
                <a:tc>
                  <a:txBody>
                    <a:bodyPr/>
                    <a:lstStyle/>
                    <a:p>
                      <a:r>
                        <a:rPr lang="en-US" dirty="0"/>
                        <a:t>Role</a:t>
                      </a:r>
                    </a:p>
                  </a:txBody>
                  <a:tcPr/>
                </a:tc>
                <a:tc>
                  <a:txBody>
                    <a:bodyPr/>
                    <a:lstStyle/>
                    <a:p>
                      <a:r>
                        <a:rPr lang="en-US" dirty="0"/>
                        <a:t>Day Rate </a:t>
                      </a:r>
                    </a:p>
                  </a:txBody>
                  <a:tcPr/>
                </a:tc>
                <a:tc>
                  <a:txBody>
                    <a:bodyPr/>
                    <a:lstStyle/>
                    <a:p>
                      <a:r>
                        <a:rPr lang="en-US" dirty="0"/>
                        <a:t>PD’s assumed</a:t>
                      </a:r>
                    </a:p>
                  </a:txBody>
                  <a:tcPr/>
                </a:tc>
                <a:tc>
                  <a:txBody>
                    <a:bodyPr/>
                    <a:lstStyle/>
                    <a:p>
                      <a:r>
                        <a:rPr lang="en-US" dirty="0"/>
                        <a:t>Total </a:t>
                      </a:r>
                    </a:p>
                  </a:txBody>
                  <a:tcPr/>
                </a:tc>
                <a:extLst>
                  <a:ext uri="{0D108BD9-81ED-4DB2-BD59-A6C34878D82A}">
                    <a16:rowId xmlns:a16="http://schemas.microsoft.com/office/drawing/2014/main" val="2557358712"/>
                  </a:ext>
                </a:extLst>
              </a:tr>
              <a:tr h="758430">
                <a:tc>
                  <a:txBody>
                    <a:bodyPr/>
                    <a:lstStyle/>
                    <a:p>
                      <a:r>
                        <a:rPr lang="en-US" dirty="0"/>
                        <a:t>Process + CX Lead</a:t>
                      </a:r>
                    </a:p>
                  </a:txBody>
                  <a:tcPr anchor="ctr"/>
                </a:tc>
                <a:tc>
                  <a:txBody>
                    <a:bodyPr/>
                    <a:lstStyle/>
                    <a:p>
                      <a:r>
                        <a:rPr lang="en-US" dirty="0"/>
                        <a:t>£ xx</a:t>
                      </a:r>
                    </a:p>
                  </a:txBody>
                  <a:tcPr anchor="ctr"/>
                </a:tc>
                <a:tc>
                  <a:txBody>
                    <a:bodyPr/>
                    <a:lstStyle/>
                    <a:p>
                      <a:r>
                        <a:rPr lang="en-US" dirty="0"/>
                        <a:t>50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xx</a:t>
                      </a:r>
                    </a:p>
                  </a:txBody>
                  <a:tcPr anchor="ctr"/>
                </a:tc>
                <a:extLst>
                  <a:ext uri="{0D108BD9-81ED-4DB2-BD59-A6C34878D82A}">
                    <a16:rowId xmlns:a16="http://schemas.microsoft.com/office/drawing/2014/main" val="3403593427"/>
                  </a:ext>
                </a:extLst>
              </a:tr>
              <a:tr h="758430">
                <a:tc>
                  <a:txBody>
                    <a:bodyPr/>
                    <a:lstStyle/>
                    <a:p>
                      <a:r>
                        <a:rPr lang="en-US" dirty="0"/>
                        <a:t>Product Lead</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Ubuntu"/>
                          <a:ea typeface="+mn-ea"/>
                          <a:cs typeface="+mn-cs"/>
                        </a:rPr>
                        <a:t>£ xx</a:t>
                      </a:r>
                      <a:endParaRPr kumimoji="0" lang="en-US" sz="1800" b="0" i="0" u="none" strike="noStrike" kern="1200" cap="none" spc="0" normalizeH="0" baseline="0" noProof="0" dirty="0">
                        <a:ln>
                          <a:noFill/>
                        </a:ln>
                        <a:solidFill>
                          <a:prstClr val="black"/>
                        </a:solidFill>
                        <a:effectLst/>
                        <a:uLnTx/>
                        <a:uFillTx/>
                        <a:latin typeface="Ubuntu"/>
                        <a:ea typeface="+mn-ea"/>
                        <a:cs typeface="+mn-cs"/>
                      </a:endParaRPr>
                    </a:p>
                  </a:txBody>
                  <a:tcPr anchor="ctr"/>
                </a:tc>
                <a:tc>
                  <a:txBody>
                    <a:bodyPr/>
                    <a:lstStyle/>
                    <a:p>
                      <a:r>
                        <a:rPr lang="en-US" dirty="0"/>
                        <a:t>50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Ubuntu"/>
                          <a:ea typeface="+mn-ea"/>
                          <a:cs typeface="+mn-cs"/>
                        </a:rPr>
                        <a:t>£ xx</a:t>
                      </a:r>
                      <a:endParaRPr kumimoji="0" lang="en-US" sz="1800" b="0" i="0" u="none" strike="noStrike" kern="1200" cap="none" spc="0" normalizeH="0" baseline="0" noProof="0" dirty="0">
                        <a:ln>
                          <a:noFill/>
                        </a:ln>
                        <a:solidFill>
                          <a:prstClr val="black"/>
                        </a:solidFill>
                        <a:effectLst/>
                        <a:uLnTx/>
                        <a:uFillTx/>
                        <a:latin typeface="Ubuntu"/>
                        <a:ea typeface="+mn-ea"/>
                        <a:cs typeface="+mn-cs"/>
                      </a:endParaRPr>
                    </a:p>
                  </a:txBody>
                  <a:tcPr anchor="ctr"/>
                </a:tc>
                <a:extLst>
                  <a:ext uri="{0D108BD9-81ED-4DB2-BD59-A6C34878D82A}">
                    <a16:rowId xmlns:a16="http://schemas.microsoft.com/office/drawing/2014/main" val="4031780910"/>
                  </a:ext>
                </a:extLst>
              </a:tr>
              <a:tr h="758430">
                <a:tc>
                  <a:txBody>
                    <a:bodyPr/>
                    <a:lstStyle/>
                    <a:p>
                      <a:r>
                        <a:rPr lang="en-US" dirty="0"/>
                        <a:t>OSS/ BSS Functional Lead</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Ubuntu"/>
                          <a:ea typeface="+mn-ea"/>
                          <a:cs typeface="+mn-cs"/>
                        </a:rPr>
                        <a:t>£ xx</a:t>
                      </a:r>
                      <a:endParaRPr kumimoji="0" lang="en-US" sz="1800" b="0" i="0" u="none" strike="noStrike" kern="1200" cap="none" spc="0" normalizeH="0" baseline="0" noProof="0" dirty="0">
                        <a:ln>
                          <a:noFill/>
                        </a:ln>
                        <a:solidFill>
                          <a:prstClr val="black"/>
                        </a:solidFill>
                        <a:effectLst/>
                        <a:uLnTx/>
                        <a:uFillTx/>
                        <a:latin typeface="Ubuntu"/>
                        <a:ea typeface="+mn-ea"/>
                        <a:cs typeface="+mn-cs"/>
                      </a:endParaRPr>
                    </a:p>
                  </a:txBody>
                  <a:tcPr anchor="ctr"/>
                </a:tc>
                <a:tc>
                  <a:txBody>
                    <a:bodyPr/>
                    <a:lstStyle/>
                    <a:p>
                      <a:r>
                        <a:rPr lang="en-US" dirty="0"/>
                        <a:t>50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Ubuntu"/>
                          <a:ea typeface="+mn-ea"/>
                          <a:cs typeface="+mn-cs"/>
                        </a:rPr>
                        <a:t>£ xx</a:t>
                      </a:r>
                      <a:endParaRPr kumimoji="0" lang="en-US" sz="1800" b="0" i="0" u="none" strike="noStrike" kern="1200" cap="none" spc="0" normalizeH="0" baseline="0" noProof="0" dirty="0">
                        <a:ln>
                          <a:noFill/>
                        </a:ln>
                        <a:solidFill>
                          <a:prstClr val="black"/>
                        </a:solidFill>
                        <a:effectLst/>
                        <a:uLnTx/>
                        <a:uFillTx/>
                        <a:latin typeface="Ubuntu"/>
                        <a:ea typeface="+mn-ea"/>
                        <a:cs typeface="+mn-cs"/>
                      </a:endParaRPr>
                    </a:p>
                  </a:txBody>
                  <a:tcPr anchor="ctr"/>
                </a:tc>
                <a:extLst>
                  <a:ext uri="{0D108BD9-81ED-4DB2-BD59-A6C34878D82A}">
                    <a16:rowId xmlns:a16="http://schemas.microsoft.com/office/drawing/2014/main" val="2284924855"/>
                  </a:ext>
                </a:extLst>
              </a:tr>
              <a:tr h="758430">
                <a:tc>
                  <a:txBody>
                    <a:bodyPr/>
                    <a:lstStyle/>
                    <a:p>
                      <a:r>
                        <a:rPr lang="en-US" dirty="0"/>
                        <a:t>MNP SME (Advisory Role)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Ubuntu"/>
                          <a:ea typeface="+mn-ea"/>
                          <a:cs typeface="+mn-cs"/>
                        </a:rPr>
                        <a:t>£ xx</a:t>
                      </a:r>
                    </a:p>
                  </a:txBody>
                  <a:tcPr anchor="ctr"/>
                </a:tc>
                <a:tc>
                  <a:txBody>
                    <a:bodyPr/>
                    <a:lstStyle/>
                    <a:p>
                      <a:r>
                        <a:rPr lang="en-US" dirty="0"/>
                        <a:t>10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Ubuntu"/>
                          <a:ea typeface="+mn-ea"/>
                          <a:cs typeface="+mn-cs"/>
                        </a:rPr>
                        <a:t>£ xx</a:t>
                      </a:r>
                    </a:p>
                  </a:txBody>
                  <a:tcPr anchor="ctr"/>
                </a:tc>
                <a:extLst>
                  <a:ext uri="{0D108BD9-81ED-4DB2-BD59-A6C34878D82A}">
                    <a16:rowId xmlns:a16="http://schemas.microsoft.com/office/drawing/2014/main" val="1824214422"/>
                  </a:ext>
                </a:extLst>
              </a:tr>
              <a:tr h="758430">
                <a:tc gridSpan="3">
                  <a:txBody>
                    <a:bodyPr/>
                    <a:lstStyle/>
                    <a:p>
                      <a:pPr algn="r"/>
                      <a:r>
                        <a:rPr lang="en-US" b="1" dirty="0"/>
                        <a:t>Total </a:t>
                      </a:r>
                    </a:p>
                  </a:txBody>
                  <a:tcPr anchor="ct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t>
                      </a:r>
                      <a:r>
                        <a:rPr lang="en-US" dirty="0"/>
                        <a:t> xx</a:t>
                      </a:r>
                    </a:p>
                  </a:txBody>
                  <a:tcPr anchor="ctr"/>
                </a:tc>
                <a:extLst>
                  <a:ext uri="{0D108BD9-81ED-4DB2-BD59-A6C34878D82A}">
                    <a16:rowId xmlns:a16="http://schemas.microsoft.com/office/drawing/2014/main" val="2232582360"/>
                  </a:ext>
                </a:extLst>
              </a:tr>
            </a:tbl>
          </a:graphicData>
        </a:graphic>
      </p:graphicFrame>
      <p:sp>
        <p:nvSpPr>
          <p:cNvPr id="7" name="TextBox 6">
            <a:extLst>
              <a:ext uri="{FF2B5EF4-FFF2-40B4-BE49-F238E27FC236}">
                <a16:creationId xmlns:a16="http://schemas.microsoft.com/office/drawing/2014/main" id="{D839E81F-B329-4C61-9FF6-EE489D06B110}"/>
              </a:ext>
            </a:extLst>
          </p:cNvPr>
          <p:cNvSpPr txBox="1"/>
          <p:nvPr/>
        </p:nvSpPr>
        <p:spPr>
          <a:xfrm>
            <a:off x="553356" y="5848973"/>
            <a:ext cx="11377387" cy="523220"/>
          </a:xfrm>
          <a:prstGeom prst="rect">
            <a:avLst/>
          </a:prstGeom>
          <a:solidFill>
            <a:schemeClr val="bg1"/>
          </a:solidFill>
        </p:spPr>
        <p:txBody>
          <a:bodyPr wrap="square">
            <a:spAutoFit/>
          </a:bodyPr>
          <a:lstStyle/>
          <a:p>
            <a:pPr marL="0" lvl="1"/>
            <a:r>
              <a:rPr lang="en-IN" sz="1400" dirty="0">
                <a:solidFill>
                  <a:schemeClr val="accent1"/>
                </a:solidFill>
                <a:latin typeface="Ubuntu" panose="020B0504030602030204" pitchFamily="34" charset="0"/>
                <a:ea typeface="Verdana"/>
              </a:rPr>
              <a:t>* The rates &amp; Person Days are calculated  for complete Off-shore work (From-India)</a:t>
            </a:r>
          </a:p>
          <a:p>
            <a:pPr marL="0" lvl="1"/>
            <a:r>
              <a:rPr lang="en-IN" sz="1400" dirty="0">
                <a:solidFill>
                  <a:schemeClr val="accent1"/>
                </a:solidFill>
                <a:latin typeface="Ubuntu" panose="020B0504030602030204" pitchFamily="34" charset="0"/>
                <a:ea typeface="Verdana"/>
              </a:rPr>
              <a:t>If one or more resource(s) are required to travel on-site, then the rates and person days needs to be reviewed and revised.</a:t>
            </a:r>
            <a:endParaRPr lang="en-IN" sz="1400" dirty="0">
              <a:latin typeface="Ubuntu" panose="020B0504030602030204" pitchFamily="34" charset="0"/>
              <a:ea typeface="Verdana"/>
            </a:endParaRPr>
          </a:p>
        </p:txBody>
      </p:sp>
    </p:spTree>
    <p:extLst>
      <p:ext uri="{BB962C8B-B14F-4D97-AF65-F5344CB8AC3E}">
        <p14:creationId xmlns:p14="http://schemas.microsoft.com/office/powerpoint/2010/main" val="39761966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7E066EDF-5048-440C-805D-92957D794DA0}"/>
              </a:ext>
            </a:extLst>
          </p:cNvPr>
          <p:cNvSpPr txBox="1">
            <a:spLocks/>
          </p:cNvSpPr>
          <p:nvPr/>
        </p:nvSpPr>
        <p:spPr>
          <a:xfrm>
            <a:off x="404814" y="2810691"/>
            <a:ext cx="10903266" cy="907869"/>
          </a:xfrm>
          <a:prstGeom prst="rect">
            <a:avLst/>
          </a:prstGeom>
        </p:spPr>
        <p:txBody>
          <a:bodyPr vert="horz" lIns="0" tIns="0" rIns="0" bIns="0" rtlCol="0" anchor="t" anchorCtr="0">
            <a:noAutofit/>
          </a:bodyPr>
          <a:lstStyle>
            <a:lvl1pPr indent="0">
              <a:lnSpc>
                <a:spcPct val="100000"/>
              </a:lnSpc>
              <a:spcBef>
                <a:spcPts val="1000"/>
              </a:spcBef>
              <a:buFont typeface="Arial" panose="020B0604020202020204" pitchFamily="34" charset="0"/>
              <a:buNone/>
              <a:defRPr b="1">
                <a:solidFill>
                  <a:srgbClr val="12ABDB"/>
                </a:solidFill>
                <a:latin typeface="+mj-lt"/>
              </a:defRPr>
            </a:lvl1pPr>
            <a:lvl2pPr marL="266700" indent="-177800">
              <a:lnSpc>
                <a:spcPct val="100000"/>
              </a:lnSpc>
              <a:spcBef>
                <a:spcPts val="500"/>
              </a:spcBef>
              <a:buClr>
                <a:schemeClr val="accent1"/>
              </a:buClr>
              <a:buFont typeface="Wingdings" panose="05000000000000000000" pitchFamily="2" charset="2"/>
              <a:buChar char="§"/>
              <a:defRPr sz="1200">
                <a:latin typeface="+mj-lt"/>
              </a:defRPr>
            </a:lvl2pPr>
            <a:lvl3pPr marL="444500" indent="-177800">
              <a:lnSpc>
                <a:spcPct val="100000"/>
              </a:lnSpc>
              <a:spcBef>
                <a:spcPts val="500"/>
              </a:spcBef>
              <a:buClr>
                <a:schemeClr val="accent2"/>
              </a:buClr>
              <a:buFont typeface="Arial" panose="020B0604020202020204" pitchFamily="34" charset="0"/>
              <a:buChar char="•"/>
              <a:defRPr sz="1200">
                <a:latin typeface="+mj-lt"/>
              </a:defRPr>
            </a:lvl3pPr>
            <a:lvl4pPr marL="622300" indent="-177800">
              <a:lnSpc>
                <a:spcPct val="100000"/>
              </a:lnSpc>
              <a:spcBef>
                <a:spcPts val="500"/>
              </a:spcBef>
              <a:buClr>
                <a:schemeClr val="accent3"/>
              </a:buClr>
              <a:buFont typeface="Verdana" panose="020B0604030504040204" pitchFamily="34" charset="0"/>
              <a:buChar char="‒"/>
              <a:defRPr sz="1200">
                <a:latin typeface="+mj-lt"/>
              </a:defRPr>
            </a:lvl4pPr>
            <a:lvl5pPr marL="812800" indent="-190500">
              <a:lnSpc>
                <a:spcPct val="100000"/>
              </a:lnSpc>
              <a:spcBef>
                <a:spcPts val="500"/>
              </a:spcBef>
              <a:buClr>
                <a:schemeClr val="accent5"/>
              </a:buClr>
              <a:buFont typeface="Arial" panose="020B0604020202020204" pitchFamily="34" charset="0"/>
              <a:buChar char="•"/>
              <a:defRPr sz="1200">
                <a:latin typeface="+mj-lt"/>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spcBef>
                <a:spcPts val="600"/>
              </a:spcBef>
              <a:spcAft>
                <a:spcPts val="1800"/>
              </a:spcAft>
            </a:pPr>
            <a:r>
              <a:rPr lang="en-US" sz="4000" b="0" dirty="0">
                <a:solidFill>
                  <a:schemeClr val="bg1"/>
                </a:solidFill>
                <a:latin typeface="+mn-lt"/>
              </a:rPr>
              <a:t>Assumptions &amp; Dependencies</a:t>
            </a:r>
          </a:p>
        </p:txBody>
      </p:sp>
    </p:spTree>
    <p:extLst>
      <p:ext uri="{BB962C8B-B14F-4D97-AF65-F5344CB8AC3E}">
        <p14:creationId xmlns:p14="http://schemas.microsoft.com/office/powerpoint/2010/main" val="26356943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487C0-5609-4BA3-9AFC-C86E426ED819}"/>
              </a:ext>
            </a:extLst>
          </p:cNvPr>
          <p:cNvSpPr>
            <a:spLocks noGrp="1"/>
          </p:cNvSpPr>
          <p:nvPr>
            <p:ph type="title"/>
          </p:nvPr>
        </p:nvSpPr>
        <p:spPr>
          <a:xfrm>
            <a:off x="263525" y="-42670"/>
            <a:ext cx="10947772" cy="716711"/>
          </a:xfrm>
        </p:spPr>
        <p:txBody>
          <a:bodyPr/>
          <a:lstStyle/>
          <a:p>
            <a:r>
              <a:rPr lang="en-IN" dirty="0"/>
              <a:t>Assumptions &amp; Dependencies</a:t>
            </a:r>
          </a:p>
        </p:txBody>
      </p:sp>
      <p:graphicFrame>
        <p:nvGraphicFramePr>
          <p:cNvPr id="8" name="Table 7">
            <a:extLst>
              <a:ext uri="{FF2B5EF4-FFF2-40B4-BE49-F238E27FC236}">
                <a16:creationId xmlns:a16="http://schemas.microsoft.com/office/drawing/2014/main" id="{95916E91-A301-483C-AF2F-53BA69447C5F}"/>
              </a:ext>
            </a:extLst>
          </p:cNvPr>
          <p:cNvGraphicFramePr>
            <a:graphicFrameLocks noGrp="1"/>
          </p:cNvGraphicFramePr>
          <p:nvPr>
            <p:extLst>
              <p:ext uri="{D42A27DB-BD31-4B8C-83A1-F6EECF244321}">
                <p14:modId xmlns:p14="http://schemas.microsoft.com/office/powerpoint/2010/main" val="3805140268"/>
              </p:ext>
            </p:extLst>
          </p:nvPr>
        </p:nvGraphicFramePr>
        <p:xfrm>
          <a:off x="635541" y="957221"/>
          <a:ext cx="10768517" cy="5214979"/>
        </p:xfrm>
        <a:graphic>
          <a:graphicData uri="http://schemas.openxmlformats.org/drawingml/2006/table">
            <a:tbl>
              <a:tblPr>
                <a:tableStyleId>{5C22544A-7EE6-4342-B048-85BDC9FD1C3A}</a:tableStyleId>
              </a:tblPr>
              <a:tblGrid>
                <a:gridCol w="2092019">
                  <a:extLst>
                    <a:ext uri="{9D8B030D-6E8A-4147-A177-3AD203B41FA5}">
                      <a16:colId xmlns:a16="http://schemas.microsoft.com/office/drawing/2014/main" val="20000"/>
                    </a:ext>
                  </a:extLst>
                </a:gridCol>
                <a:gridCol w="8676498">
                  <a:extLst>
                    <a:ext uri="{9D8B030D-6E8A-4147-A177-3AD203B41FA5}">
                      <a16:colId xmlns:a16="http://schemas.microsoft.com/office/drawing/2014/main" val="20001"/>
                    </a:ext>
                  </a:extLst>
                </a:gridCol>
              </a:tblGrid>
              <a:tr h="1371861">
                <a:tc>
                  <a:txBody>
                    <a:bodyPr/>
                    <a:lstStyle/>
                    <a:p>
                      <a:pPr marL="0" marR="0" algn="ctr">
                        <a:spcBef>
                          <a:spcPts val="0"/>
                        </a:spcBef>
                        <a:spcAft>
                          <a:spcPts val="0"/>
                        </a:spcAft>
                      </a:pPr>
                      <a:r>
                        <a:rPr lang="en-US" sz="1400" b="1" dirty="0">
                          <a:solidFill>
                            <a:schemeClr val="bg1"/>
                          </a:solidFill>
                          <a:effectLst/>
                          <a:latin typeface="+mn-lt"/>
                          <a:cs typeface="Times New Roman" panose="02020603050405020304" pitchFamily="18" charset="0"/>
                        </a:rPr>
                        <a:t>Interviews &amp; Workshops</a:t>
                      </a:r>
                    </a:p>
                  </a:txBody>
                  <a:tcPr marL="64008" marR="64008" marT="73152" marB="73152"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gradFill flip="none" rotWithShape="1">
                      <a:gsLst>
                        <a:gs pos="0">
                          <a:schemeClr val="accent2">
                            <a:lumMod val="50000"/>
                            <a:shade val="30000"/>
                            <a:satMod val="115000"/>
                          </a:schemeClr>
                        </a:gs>
                        <a:gs pos="50000">
                          <a:schemeClr val="accent2">
                            <a:lumMod val="50000"/>
                            <a:shade val="67500"/>
                            <a:satMod val="115000"/>
                          </a:schemeClr>
                        </a:gs>
                        <a:gs pos="100000">
                          <a:schemeClr val="accent2">
                            <a:lumMod val="50000"/>
                            <a:shade val="100000"/>
                            <a:satMod val="115000"/>
                          </a:schemeClr>
                        </a:gs>
                      </a:gsLst>
                      <a:lin ang="2700000" scaled="1"/>
                      <a:tileRect/>
                    </a:gradFill>
                  </a:tcPr>
                </a:tc>
                <a:tc>
                  <a:txBody>
                    <a:bodyPr/>
                    <a:lstStyle/>
                    <a:p>
                      <a:pPr marL="171450" marR="0" lvl="0" indent="-171450" algn="l" defTabSz="914400" rtl="0" eaLnBrk="1" fontAlgn="auto" latinLnBrk="0" hangingPunct="1">
                        <a:lnSpc>
                          <a:spcPct val="150000"/>
                        </a:lnSpc>
                        <a:spcBef>
                          <a:spcPts val="0"/>
                        </a:spcBef>
                        <a:spcAft>
                          <a:spcPts val="0"/>
                        </a:spcAft>
                        <a:buClr>
                          <a:schemeClr val="tx2"/>
                        </a:buClr>
                        <a:buSzTx/>
                        <a:buFont typeface="Arial" panose="020B0604020202020204" pitchFamily="34" charset="0"/>
                        <a:buChar char="•"/>
                        <a:tabLst/>
                        <a:defRPr/>
                      </a:pPr>
                      <a:r>
                        <a:rPr lang="en-IN" sz="1200" b="0" dirty="0">
                          <a:solidFill>
                            <a:schemeClr val="tx1"/>
                          </a:solidFill>
                          <a:effectLst/>
                          <a:latin typeface="+mn-lt"/>
                        </a:rPr>
                        <a:t>Client will nominate single point of contact for the project from Client side, and formally communicate it to Capgemini at the start of the project</a:t>
                      </a:r>
                    </a:p>
                    <a:p>
                      <a:pPr marL="171450" marR="0" lvl="0" indent="-171450" algn="l" defTabSz="914400" rtl="0" eaLnBrk="1" fontAlgn="auto" latinLnBrk="0" hangingPunct="1">
                        <a:lnSpc>
                          <a:spcPct val="150000"/>
                        </a:lnSpc>
                        <a:spcBef>
                          <a:spcPts val="0"/>
                        </a:spcBef>
                        <a:spcAft>
                          <a:spcPts val="0"/>
                        </a:spcAft>
                        <a:buClr>
                          <a:schemeClr val="tx2"/>
                        </a:buClr>
                        <a:buSzTx/>
                        <a:buFont typeface="Arial" panose="020B0604020202020204" pitchFamily="34" charset="0"/>
                        <a:buChar char="•"/>
                        <a:tabLst/>
                        <a:defRPr/>
                      </a:pPr>
                      <a:r>
                        <a:rPr lang="en-IN" sz="1200" b="0" dirty="0">
                          <a:solidFill>
                            <a:schemeClr val="tx1"/>
                          </a:solidFill>
                          <a:effectLst/>
                          <a:latin typeface="+mn-lt"/>
                        </a:rPr>
                        <a:t>Joint workshops will be conducted by Capgemini for scoping, validation and sign off of the deliverables as per agreed project plan</a:t>
                      </a:r>
                    </a:p>
                    <a:p>
                      <a:pPr marL="171450" marR="0" lvl="0" indent="-171450" algn="l" defTabSz="914400" rtl="0" eaLnBrk="1" fontAlgn="auto" latinLnBrk="0" hangingPunct="1">
                        <a:lnSpc>
                          <a:spcPct val="150000"/>
                        </a:lnSpc>
                        <a:spcBef>
                          <a:spcPts val="0"/>
                        </a:spcBef>
                        <a:spcAft>
                          <a:spcPts val="0"/>
                        </a:spcAft>
                        <a:buClr>
                          <a:schemeClr val="tx2"/>
                        </a:buClr>
                        <a:buSzTx/>
                        <a:buFont typeface="Arial" panose="020B0604020202020204" pitchFamily="34" charset="0"/>
                        <a:buChar char="•"/>
                        <a:tabLst/>
                        <a:defRPr/>
                      </a:pPr>
                      <a:r>
                        <a:rPr lang="en-IN" sz="1200" b="0" kern="1200" dirty="0">
                          <a:solidFill>
                            <a:schemeClr val="tx1"/>
                          </a:solidFill>
                          <a:effectLst/>
                          <a:latin typeface="+mn-lt"/>
                        </a:rPr>
                        <a:t>Client will ensure availability of internal stakeholders for workshops, ad-hoc meetings, discussions , communication etc. during  the project.</a:t>
                      </a:r>
                    </a:p>
                  </a:txBody>
                  <a:tcPr marL="182880" marR="64008" marT="73152" marB="73152"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390864281"/>
                  </a:ext>
                </a:extLst>
              </a:tr>
              <a:tr h="1191535">
                <a:tc>
                  <a:txBody>
                    <a:bodyPr/>
                    <a:lstStyle/>
                    <a:p>
                      <a:pPr marL="0" marR="0" algn="ctr">
                        <a:spcBef>
                          <a:spcPts val="0"/>
                        </a:spcBef>
                        <a:spcAft>
                          <a:spcPts val="0"/>
                        </a:spcAft>
                      </a:pPr>
                      <a:r>
                        <a:rPr lang="en-US" sz="1400" b="1" dirty="0">
                          <a:solidFill>
                            <a:schemeClr val="bg1"/>
                          </a:solidFill>
                          <a:effectLst/>
                          <a:latin typeface="+mn-lt"/>
                          <a:ea typeface="Arial" panose="020B0604020202020204" pitchFamily="34" charset="0"/>
                          <a:cs typeface="Times New Roman" panose="02020603050405020304" pitchFamily="18" charset="0"/>
                        </a:rPr>
                        <a:t>Deliverable Sign-off</a:t>
                      </a:r>
                    </a:p>
                  </a:txBody>
                  <a:tcPr marL="64008" marR="64008" marT="73152" marB="73152"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gradFill flip="none" rotWithShape="1">
                      <a:gsLst>
                        <a:gs pos="0">
                          <a:schemeClr val="accent2">
                            <a:lumMod val="75000"/>
                            <a:shade val="30000"/>
                            <a:satMod val="115000"/>
                          </a:schemeClr>
                        </a:gs>
                        <a:gs pos="50000">
                          <a:schemeClr val="accent2">
                            <a:lumMod val="75000"/>
                            <a:shade val="67500"/>
                            <a:satMod val="115000"/>
                          </a:schemeClr>
                        </a:gs>
                        <a:gs pos="100000">
                          <a:schemeClr val="accent2">
                            <a:lumMod val="75000"/>
                            <a:shade val="100000"/>
                            <a:satMod val="115000"/>
                          </a:schemeClr>
                        </a:gs>
                      </a:gsLst>
                      <a:lin ang="2700000" scaled="1"/>
                      <a:tileRect/>
                    </a:gradFill>
                  </a:tcPr>
                </a:tc>
                <a:tc>
                  <a:txBody>
                    <a:bodyPr/>
                    <a:lstStyle/>
                    <a:p>
                      <a:pPr marL="171450" marR="0" lvl="0" indent="-171450" algn="l">
                        <a:lnSpc>
                          <a:spcPct val="150000"/>
                        </a:lnSpc>
                        <a:spcBef>
                          <a:spcPts val="0"/>
                        </a:spcBef>
                        <a:spcAft>
                          <a:spcPts val="0"/>
                        </a:spcAft>
                        <a:buClr>
                          <a:schemeClr val="tx2"/>
                        </a:buClr>
                        <a:buFont typeface="Arial" panose="020B0604020202020204" pitchFamily="34" charset="0"/>
                        <a:buChar char="•"/>
                        <a:tabLst/>
                      </a:pPr>
                      <a:r>
                        <a:rPr lang="en-IN" sz="1200" b="0" kern="1200" dirty="0">
                          <a:solidFill>
                            <a:schemeClr val="tx1"/>
                          </a:solidFill>
                          <a:effectLst/>
                          <a:latin typeface="+mn-lt"/>
                          <a:ea typeface="+mn-ea"/>
                          <a:cs typeface="+mn-cs"/>
                        </a:rPr>
                        <a:t>Designated Client stakeholders will review and sign-off the deliverables within 3 working days of submission. Deliverables will be deemed accepted if no feedback received within 3 working days post submission</a:t>
                      </a:r>
                    </a:p>
                  </a:txBody>
                  <a:tcPr marL="182880" marR="64008" marT="73152" marB="73152"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114308565"/>
                  </a:ext>
                </a:extLst>
              </a:tr>
              <a:tr h="1191535">
                <a:tc>
                  <a:txBody>
                    <a:bodyPr/>
                    <a:lstStyle/>
                    <a:p>
                      <a:pPr marL="0" marR="0" algn="ctr">
                        <a:spcBef>
                          <a:spcPts val="0"/>
                        </a:spcBef>
                        <a:spcAft>
                          <a:spcPts val="0"/>
                        </a:spcAft>
                      </a:pPr>
                      <a:r>
                        <a:rPr lang="en-US" sz="1400" b="1" dirty="0">
                          <a:solidFill>
                            <a:schemeClr val="bg1"/>
                          </a:solidFill>
                          <a:effectLst/>
                          <a:latin typeface="+mn-lt"/>
                          <a:ea typeface="Arial" panose="020B0604020202020204" pitchFamily="34" charset="0"/>
                          <a:cs typeface="Times New Roman" panose="02020603050405020304" pitchFamily="18" charset="0"/>
                        </a:rPr>
                        <a:t>Request for Data/ Information</a:t>
                      </a:r>
                    </a:p>
                  </a:txBody>
                  <a:tcPr marL="64008" marR="64008" marT="73152" marB="73152"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gradFill flip="none" rotWithShape="1">
                      <a:gsLst>
                        <a:gs pos="0">
                          <a:schemeClr val="accent2">
                            <a:lumMod val="60000"/>
                            <a:lumOff val="40000"/>
                            <a:shade val="30000"/>
                            <a:satMod val="115000"/>
                          </a:schemeClr>
                        </a:gs>
                        <a:gs pos="50000">
                          <a:schemeClr val="accent2">
                            <a:lumMod val="60000"/>
                            <a:lumOff val="40000"/>
                            <a:shade val="67500"/>
                            <a:satMod val="115000"/>
                          </a:schemeClr>
                        </a:gs>
                        <a:gs pos="100000">
                          <a:schemeClr val="accent2">
                            <a:lumMod val="60000"/>
                            <a:lumOff val="40000"/>
                            <a:shade val="100000"/>
                            <a:satMod val="115000"/>
                          </a:schemeClr>
                        </a:gs>
                      </a:gsLst>
                      <a:lin ang="2700000" scaled="1"/>
                      <a:tileRect/>
                    </a:gradFill>
                  </a:tcPr>
                </a:tc>
                <a:tc>
                  <a:txBody>
                    <a:bodyPr/>
                    <a:lstStyle/>
                    <a:p>
                      <a:pPr marL="171450" marR="0" lvl="0" indent="-171450" algn="l" defTabSz="914400" rtl="0" eaLnBrk="1" fontAlgn="auto" latinLnBrk="0" hangingPunct="1">
                        <a:lnSpc>
                          <a:spcPct val="150000"/>
                        </a:lnSpc>
                        <a:spcBef>
                          <a:spcPts val="0"/>
                        </a:spcBef>
                        <a:spcAft>
                          <a:spcPts val="0"/>
                        </a:spcAft>
                        <a:buClr>
                          <a:schemeClr val="tx2"/>
                        </a:buClr>
                        <a:buSzTx/>
                        <a:buFont typeface="Arial" panose="020B0604020202020204" pitchFamily="34" charset="0"/>
                        <a:buChar char="•"/>
                        <a:tabLst/>
                        <a:defRPr/>
                      </a:pPr>
                      <a:r>
                        <a:rPr lang="en-IN" sz="1200" b="0" kern="1200" dirty="0">
                          <a:solidFill>
                            <a:schemeClr val="tx1"/>
                          </a:solidFill>
                          <a:effectLst/>
                          <a:latin typeface="+mn-lt"/>
                          <a:ea typeface="+mn-ea"/>
                          <a:cs typeface="+mn-cs"/>
                        </a:rPr>
                        <a:t>Business Processes, Product catalogues, raw data, IT landscape, system documentation etc. required by Capgemini team for project delivery, will be provided by Client at the start of the engagement. </a:t>
                      </a:r>
                    </a:p>
                    <a:p>
                      <a:pPr marL="171450" marR="0" lvl="0" indent="-171450" algn="l" defTabSz="914400" rtl="0" eaLnBrk="1" fontAlgn="auto" latinLnBrk="0" hangingPunct="1">
                        <a:lnSpc>
                          <a:spcPct val="150000"/>
                        </a:lnSpc>
                        <a:spcBef>
                          <a:spcPts val="0"/>
                        </a:spcBef>
                        <a:spcAft>
                          <a:spcPts val="0"/>
                        </a:spcAft>
                        <a:buClr>
                          <a:schemeClr val="tx2"/>
                        </a:buClr>
                        <a:buSzTx/>
                        <a:buFont typeface="Arial" panose="020B0604020202020204" pitchFamily="34" charset="0"/>
                        <a:buChar char="•"/>
                        <a:tabLst/>
                        <a:defRPr/>
                      </a:pPr>
                      <a:r>
                        <a:rPr lang="en-IN" sz="1200" b="0" kern="1200" dirty="0">
                          <a:solidFill>
                            <a:schemeClr val="tx1"/>
                          </a:solidFill>
                          <a:effectLst/>
                          <a:latin typeface="+mn-lt"/>
                          <a:ea typeface="+mn-ea"/>
                          <a:cs typeface="+mn-cs"/>
                        </a:rPr>
                        <a:t>Client will provide any other artefacts (or access to the artifacts) to Capgemini team as per the requirement.</a:t>
                      </a:r>
                    </a:p>
                    <a:p>
                      <a:pPr marL="171450" marR="0" lvl="0" indent="-171450" algn="l">
                        <a:lnSpc>
                          <a:spcPct val="150000"/>
                        </a:lnSpc>
                        <a:spcBef>
                          <a:spcPts val="0"/>
                        </a:spcBef>
                        <a:spcAft>
                          <a:spcPts val="0"/>
                        </a:spcAft>
                        <a:buClr>
                          <a:schemeClr val="tx2"/>
                        </a:buClr>
                        <a:buFont typeface="Arial" panose="020B0604020202020204" pitchFamily="34" charset="0"/>
                        <a:buChar char="•"/>
                        <a:tabLst/>
                      </a:pPr>
                      <a:r>
                        <a:rPr lang="en-IN" sz="1200" b="0" kern="1200" dirty="0">
                          <a:solidFill>
                            <a:schemeClr val="tx1"/>
                          </a:solidFill>
                          <a:effectLst/>
                          <a:latin typeface="+mn-lt"/>
                          <a:ea typeface="+mn-ea"/>
                          <a:cs typeface="+mn-cs"/>
                        </a:rPr>
                        <a:t>Client will provide relevant data/information during initial phase of  the project</a:t>
                      </a:r>
                    </a:p>
                  </a:txBody>
                  <a:tcPr marL="182880" marR="64008" marT="73152" marB="73152"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259354226"/>
                  </a:ext>
                </a:extLst>
              </a:tr>
              <a:tr h="1063074">
                <a:tc>
                  <a:txBody>
                    <a:bodyPr/>
                    <a:lstStyle/>
                    <a:p>
                      <a:pPr marL="0" marR="0" algn="ctr">
                        <a:spcBef>
                          <a:spcPts val="0"/>
                        </a:spcBef>
                        <a:spcAft>
                          <a:spcPts val="0"/>
                        </a:spcAft>
                      </a:pPr>
                      <a:r>
                        <a:rPr lang="en-US" sz="1400" b="1" dirty="0">
                          <a:solidFill>
                            <a:schemeClr val="bg1"/>
                          </a:solidFill>
                          <a:effectLst/>
                          <a:latin typeface="+mn-lt"/>
                          <a:ea typeface="Arial" panose="020B0604020202020204" pitchFamily="34" charset="0"/>
                          <a:cs typeface="Times New Roman" panose="02020603050405020304" pitchFamily="18" charset="0"/>
                        </a:rPr>
                        <a:t>General </a:t>
                      </a:r>
                    </a:p>
                  </a:txBody>
                  <a:tcPr marL="64008" marR="64008" marT="73152" marB="73152"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gradFill flip="none" rotWithShape="1">
                      <a:gsLst>
                        <a:gs pos="0">
                          <a:schemeClr val="accent2">
                            <a:lumMod val="40000"/>
                            <a:lumOff val="60000"/>
                            <a:shade val="30000"/>
                            <a:satMod val="115000"/>
                          </a:schemeClr>
                        </a:gs>
                        <a:gs pos="50000">
                          <a:schemeClr val="accent2">
                            <a:lumMod val="40000"/>
                            <a:lumOff val="60000"/>
                            <a:shade val="67500"/>
                            <a:satMod val="115000"/>
                          </a:schemeClr>
                        </a:gs>
                        <a:gs pos="100000">
                          <a:schemeClr val="accent2">
                            <a:lumMod val="40000"/>
                            <a:lumOff val="60000"/>
                            <a:shade val="100000"/>
                            <a:satMod val="115000"/>
                          </a:schemeClr>
                        </a:gs>
                      </a:gsLst>
                      <a:lin ang="2700000" scaled="1"/>
                      <a:tileRect/>
                    </a:gradFill>
                  </a:tcPr>
                </a:tc>
                <a:tc>
                  <a:txBody>
                    <a:bodyPr/>
                    <a:lstStyle/>
                    <a:p>
                      <a:pPr marL="171450" marR="0" lvl="0" indent="-171450" algn="l" defTabSz="914400" rtl="0" eaLnBrk="1" fontAlgn="auto" latinLnBrk="0" hangingPunct="1">
                        <a:lnSpc>
                          <a:spcPct val="150000"/>
                        </a:lnSpc>
                        <a:spcBef>
                          <a:spcPts val="0"/>
                        </a:spcBef>
                        <a:spcAft>
                          <a:spcPts val="0"/>
                        </a:spcAft>
                        <a:buClr>
                          <a:schemeClr val="tx2"/>
                        </a:buClr>
                        <a:buSzTx/>
                        <a:buFont typeface="Arial" panose="020B0604020202020204" pitchFamily="34" charset="0"/>
                        <a:buChar char="•"/>
                        <a:tabLst/>
                        <a:defRPr/>
                      </a:pPr>
                      <a:r>
                        <a:rPr lang="en-IN" sz="1200" b="0" kern="1200" dirty="0">
                          <a:solidFill>
                            <a:schemeClr val="tx1"/>
                          </a:solidFill>
                          <a:effectLst/>
                          <a:latin typeface="+mn-lt"/>
                          <a:ea typeface="+mn-ea"/>
                          <a:cs typeface="+mn-cs"/>
                        </a:rPr>
                        <a:t>Any delays in securing information, reviews, sign offs from Client would impact the delivery timelines and efforts</a:t>
                      </a:r>
                    </a:p>
                  </a:txBody>
                  <a:tcPr marL="182880" marR="64008" marT="73152" marB="73152"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937978573"/>
                  </a:ext>
                </a:extLst>
              </a:tr>
            </a:tbl>
          </a:graphicData>
        </a:graphic>
      </p:graphicFrame>
    </p:spTree>
    <p:extLst>
      <p:ext uri="{BB962C8B-B14F-4D97-AF65-F5344CB8AC3E}">
        <p14:creationId xmlns:p14="http://schemas.microsoft.com/office/powerpoint/2010/main" val="40855482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44162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10;&lt;root&gt;&lt;version val=&quot;17192&quot;/&gt;&lt;partner val=&quot;610&quot;/&gt;&lt;CPresentation id=&quot;1&quot;&gt;&lt;m_defprecNumber idref=&quot;2&quot;/&gt;&lt;m_defprecPercent idref=&quot;3&quot;/&gt;&lt;m_defprecDate idref=&quot;4&quot;/&gt;&lt;m_defprecYear idref=&quot;5&quot;/&gt;&lt;m_defprecQuarter idref=&quot;6&quot;/&gt;&lt;m_defprecMonth idref=&quot;7&quot;/&gt;&lt;m_defprecWeek idref=&quot;8&quot;/&gt;&lt;m_defprecDay idref=&quot;9&quot;/&gt;&lt;m_eweekdayFirstOfWeek val=&quot;2&quot;/&gt;&lt;m_mruColor&gt;&lt;m_vecMRU length=&quot;0&quot;/&gt;&lt;/m_mruColor&gt;&lt;/CPresentation&gt;&lt;CDefaultPrec id=&quot;9&quot;&gt;&lt;m_precDefault/&gt;&lt;/CDefaultPrec&gt;&lt;CDefaultPrec id=&quot;8&quot;&gt;&lt;m_precDefault/&gt;&lt;/CDefaultPrec&gt;&lt;CDefaultPrec id=&quot;7&quot;&gt;&lt;m_precDefault/&gt;&lt;/CDefaultPrec&gt;&lt;CDefaultPrec id=&quot;6&quot;&gt;&lt;m_precDefault/&gt;&lt;/CDefaultPrec&gt;&lt;CDefaultPrec id=&quot;5&quot;&gt;&lt;m_precDefault/&gt;&lt;/CDefaultPrec&gt;&lt;CDefaultPrec id=&quot;4&quot;&gt;&lt;m_precDefault/&gt;&lt;/CDefaultPrec&gt;&lt;CDefaultPrec id=&quot;3&quot;&gt;&lt;m_precDefault/&gt;&lt;/CDefaultPrec&gt;&lt;CDefaultPrec id=&quot;2&quot;&gt;&lt;m_precDefault&gt;&lt;m_chDecimalSymbol&gt;,&lt;/m_chDecimalSymbol&gt;&lt;m_nGroupingDigits val=&quot;3&quot;/&gt;&lt;m_chGroupingSymbol&gt;.&lt;/m_chGroupingSymbol&gt;&lt;/m_precDefault&gt;&lt;/CDefaultPrec&gt;&lt;/root&gt;"/>
  <p:tag name="THINKCELLUNDODONOTDELETE" val="6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2.xml><?xml version="1.0" encoding="utf-8"?>
<a:theme xmlns:a="http://schemas.openxmlformats.org/drawingml/2006/main" name="2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3.xml><?xml version="1.0" encoding="utf-8"?>
<a:theme xmlns:a="http://schemas.openxmlformats.org/drawingml/2006/main" name="3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4.xml><?xml version="1.0" encoding="utf-8"?>
<a:theme xmlns:a="http://schemas.openxmlformats.org/drawingml/2006/main" name="6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2993BBBD560C845A787DDE997A41243" ma:contentTypeVersion="21" ma:contentTypeDescription="Create a new document." ma:contentTypeScope="" ma:versionID="7774313bbbd3cc6bca78dc11c77e4d3d">
  <xsd:schema xmlns:xsd="http://www.w3.org/2001/XMLSchema" xmlns:xs="http://www.w3.org/2001/XMLSchema" xmlns:p="http://schemas.microsoft.com/office/2006/metadata/properties" xmlns:ns2="6a00c37a-6f72-4698-9b02-81ff9fa7b20d" xmlns:ns3="17de28ac-b190-4cd4-a606-47e679de9d2c" targetNamespace="http://schemas.microsoft.com/office/2006/metadata/properties" ma:root="true" ma:fieldsID="98f59f16fa9c36c0d2125b1fb9868cbf" ns2:_="" ns3:_="">
    <xsd:import namespace="6a00c37a-6f72-4698-9b02-81ff9fa7b20d"/>
    <xsd:import namespace="17de28ac-b190-4cd4-a606-47e679de9d2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LengthInSeconds" minOccurs="0"/>
                <xsd:element ref="ns2:lcf76f155ced4ddcb4097134ff3c332f" minOccurs="0"/>
                <xsd:element ref="ns3:TaxCatchAll" minOccurs="0"/>
                <xsd:element ref="ns2:FolderDescription" minOccurs="0"/>
                <xsd:element ref="ns2:MediaServiceObjectDetectorVersions" minOccurs="0"/>
                <xsd:element ref="ns2:ReuseCount" minOccurs="0"/>
                <xsd:element ref="ns2:MediaServiceSearchProperties" minOccurs="0"/>
                <xsd:element ref="ns2:MediaServiceBillingMetadata" minOccurs="0"/>
                <xsd:element ref="ns2: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00c37a-6f72-4698-9b02-81ff9fa7b2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FolderDescription" ma:index="23" nillable="true" ma:displayName="Folder Description" ma:description="Brief description of each folder contents" ma:format="Dropdown" ma:internalName="FolderDescription">
      <xsd:simpleType>
        <xsd:restriction base="dms:Text">
          <xsd:maxLength value="255"/>
        </xsd:restrictio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ReuseCount" ma:index="25" nillable="true" ma:displayName="Reuse Count" ma:default="0" ma:description="Increase the count by 1 if you have re-used this artifact into your deliverables" ma:format="Dropdown" ma:internalName="ReuseCount" ma:percentage="FALSE">
      <xsd:simpleType>
        <xsd:restriction base="dms:Number"/>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element name="Date" ma:index="28" nillable="true" ma:displayName="Date" ma:format="DateOnly" ma:internalName="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17de28ac-b190-4cd4-a606-47e679de9d2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ae8bb8a3-01a0-48c5-9974-15bafd10c127}" ma:internalName="TaxCatchAll" ma:showField="CatchAllData" ma:web="17de28ac-b190-4cd4-a606-47e679de9d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17de28ac-b190-4cd4-a606-47e679de9d2c">
      <UserInfo>
        <DisplayName>Joshi, Amit</DisplayName>
        <AccountId>9</AccountId>
        <AccountType/>
      </UserInfo>
    </SharedWithUsers>
    <lcf76f155ced4ddcb4097134ff3c332f xmlns="6a00c37a-6f72-4698-9b02-81ff9fa7b20d">
      <Terms xmlns="http://schemas.microsoft.com/office/infopath/2007/PartnerControls"/>
    </lcf76f155ced4ddcb4097134ff3c332f>
    <TaxCatchAll xmlns="17de28ac-b190-4cd4-a606-47e679de9d2c" xsi:nil="true"/>
    <FolderDescription xmlns="6a00c37a-6f72-4698-9b02-81ff9fa7b20d" xsi:nil="true"/>
    <ReuseCount xmlns="6a00c37a-6f72-4698-9b02-81ff9fa7b20d">0</ReuseCount>
    <Date xmlns="6a00c37a-6f72-4698-9b02-81ff9fa7b20d" xsi:nil="true"/>
  </documentManagement>
</p:properties>
</file>

<file path=customXml/itemProps1.xml><?xml version="1.0" encoding="utf-8"?>
<ds:datastoreItem xmlns:ds="http://schemas.openxmlformats.org/officeDocument/2006/customXml" ds:itemID="{11A4ED86-E5A7-4AB0-B290-F91F34A3DBCC}">
  <ds:schemaRefs>
    <ds:schemaRef ds:uri="http://schemas.microsoft.com/sharepoint/v3/contenttype/forms"/>
  </ds:schemaRefs>
</ds:datastoreItem>
</file>

<file path=customXml/itemProps2.xml><?xml version="1.0" encoding="utf-8"?>
<ds:datastoreItem xmlns:ds="http://schemas.openxmlformats.org/officeDocument/2006/customXml" ds:itemID="{F1ABD7BB-EAFA-4D67-877C-B987DA7E83FF}"/>
</file>

<file path=customXml/itemProps3.xml><?xml version="1.0" encoding="utf-8"?>
<ds:datastoreItem xmlns:ds="http://schemas.openxmlformats.org/officeDocument/2006/customXml" ds:itemID="{F128ED2F-ABE9-4CC9-9AB8-9657000A1229}">
  <ds:schemaRefs>
    <ds:schemaRef ds:uri="http://schemas.openxmlformats.org/package/2006/metadata/core-properties"/>
    <ds:schemaRef ds:uri="http://purl.org/dc/elements/1.1/"/>
    <ds:schemaRef ds:uri="http://schemas.microsoft.com/office/infopath/2007/PartnerControls"/>
    <ds:schemaRef ds:uri="17de28ac-b190-4cd4-a606-47e679de9d2c"/>
    <ds:schemaRef ds:uri="http://schemas.microsoft.com/office/2006/metadata/properties"/>
    <ds:schemaRef ds:uri="http://purl.org/dc/terms/"/>
    <ds:schemaRef ds:uri="http://schemas.microsoft.com/office/2006/documentManagement/types"/>
    <ds:schemaRef ds:uri="6a00c37a-6f72-4698-9b02-81ff9fa7b20d"/>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1_Cover options</Template>
  <TotalTime>4761</TotalTime>
  <Words>2246</Words>
  <Application>Microsoft Office PowerPoint</Application>
  <PresentationFormat>Widescreen</PresentationFormat>
  <Paragraphs>407</Paragraphs>
  <Slides>21</Slides>
  <Notes>5</Notes>
  <HiddenSlides>0</HiddenSlides>
  <MMClips>0</MMClips>
  <ScaleCrop>false</ScaleCrop>
  <HeadingPairs>
    <vt:vector size="8" baseType="variant">
      <vt:variant>
        <vt:lpstr>Fonts Used</vt:lpstr>
      </vt:variant>
      <vt:variant>
        <vt:i4>9</vt:i4>
      </vt:variant>
      <vt:variant>
        <vt:lpstr>Theme</vt:lpstr>
      </vt:variant>
      <vt:variant>
        <vt:i4>4</vt:i4>
      </vt:variant>
      <vt:variant>
        <vt:lpstr>Embedded OLE Servers</vt:lpstr>
      </vt:variant>
      <vt:variant>
        <vt:i4>1</vt:i4>
      </vt:variant>
      <vt:variant>
        <vt:lpstr>Slide Titles</vt:lpstr>
      </vt:variant>
      <vt:variant>
        <vt:i4>21</vt:i4>
      </vt:variant>
    </vt:vector>
  </HeadingPairs>
  <TitlesOfParts>
    <vt:vector size="35" baseType="lpstr">
      <vt:lpstr>-apple-system</vt:lpstr>
      <vt:lpstr>Arial</vt:lpstr>
      <vt:lpstr>Arial,Sans-Serif</vt:lpstr>
      <vt:lpstr>Calibri</vt:lpstr>
      <vt:lpstr>Century Gothic</vt:lpstr>
      <vt:lpstr>Ubuntu</vt:lpstr>
      <vt:lpstr>Ubuntu Light</vt:lpstr>
      <vt:lpstr>Ubuntu Medium</vt:lpstr>
      <vt:lpstr>Wingdings</vt:lpstr>
      <vt:lpstr>1_Capgemini Master 2021</vt:lpstr>
      <vt:lpstr>2_Capgemini Master 2021</vt:lpstr>
      <vt:lpstr>3_Capgemini Master 2021</vt:lpstr>
      <vt:lpstr>6_Capgemini Master 2021</vt:lpstr>
      <vt:lpstr>think-cell Slide</vt:lpstr>
      <vt:lpstr>Seychelles Telecom Operator Approach Note – MNP readiness assessment</vt:lpstr>
      <vt:lpstr>PowerPoint Presentation</vt:lpstr>
      <vt:lpstr>PowerPoint Presentation</vt:lpstr>
      <vt:lpstr>PowerPoint Presentation</vt:lpstr>
      <vt:lpstr>Why MNP READINESS ASSESSMENT? </vt:lpstr>
      <vt:lpstr>PowerPoint Presentation</vt:lpstr>
      <vt:lpstr>MNP READINESS ASSESSMENT APPROACH </vt:lpstr>
      <vt:lpstr>SCOPING METHODOLOGY</vt:lpstr>
      <vt:lpstr>MNP READINESS ASSESSMENT – reference PORT-IN flow</vt:lpstr>
      <vt:lpstr>ASSESSMENT Methodology</vt:lpstr>
      <vt:lpstr>Tools &amp; Templates</vt:lpstr>
      <vt:lpstr>PowerPoint Presentation</vt:lpstr>
      <vt:lpstr>proposed timelines*  </vt:lpstr>
      <vt:lpstr>PowerPoint Presentation</vt:lpstr>
      <vt:lpstr> Case STUDY–Mobile NUMBER PORTABILITY for a Leading TELCO 1/2                                                </vt:lpstr>
      <vt:lpstr>Leveraging the experience</vt:lpstr>
      <vt:lpstr>PowerPoint Presentation</vt:lpstr>
      <vt:lpstr>Team Composition &amp; COMMERCIALS</vt:lpstr>
      <vt:lpstr>PowerPoint Presentation</vt:lpstr>
      <vt:lpstr>Assumptions &amp; Dependencies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Liberty Latin America API Standardisation</dc:title>
  <dc:creator>Murudkar, Rahul</dc:creator>
  <cp:lastModifiedBy>Shinde, Ajinkya</cp:lastModifiedBy>
  <cp:revision>93</cp:revision>
  <dcterms:created xsi:type="dcterms:W3CDTF">2020-07-03T15:12:39Z</dcterms:created>
  <dcterms:modified xsi:type="dcterms:W3CDTF">2025-10-07T08:56:41Z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0x01010032993BBBD560C845A787DDE997A41243</vt:lpwstr>
  </property>
  <property fmtid="{D5CDD505-2E9C-101B-9397-08002B2CF9AE}" pid="3" name="MediaServiceImageTags">
    <vt:lpwstr/>
  </property>
</Properties>
</file>